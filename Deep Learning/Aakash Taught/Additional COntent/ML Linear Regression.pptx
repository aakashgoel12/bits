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ppt/presentation.xml" ContentType="application/vnd.openxmlformats-officedocument.presentationml.presentation.main+xml"/>
  <Override PartName="/ppt/charts/chart1.xml" ContentType="application/vnd.openxmlformats-officedocument.drawingml.chart+xml"/>
  <Override PartName="/ppt/metadata" ContentType="application/binary"/>
  <Override PartName="/ppt/charts/chart2.xml" ContentType="application/vnd.openxmlformats-officedocument.drawingml.chart+xml"/>
  <Override PartName="/ppt/drawings/drawing1.xml" ContentType="application/vnd.openxmlformats-officedocument.drawingml.chartshap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custom-properties" Target="docProps/custom.xml"/><Relationship Id="rId2" Type="http://schemas.openxmlformats.org/officeDocument/2006/relationships/officeDocument" Target="ppt/presentation.xml"/><Relationship Id="rId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3" r:id="rId6"/>
    <p:sldMasterId id="2147483678" r:id="rId7"/>
    <p:sldMasterId id="2147483693" r:id="rId8"/>
    <p:sldMasterId id="2147483717" r:id="rId9"/>
    <p:sldMasterId id="2147483730" r:id="rId10"/>
    <p:sldMasterId id="2147483769" r:id="rId11"/>
    <p:sldMasterId id="2147483821" r:id="rId12"/>
    <p:sldMasterId id="2147483849" r:id="rId13"/>
    <p:sldMasterId id="2147483862" r:id="rId14"/>
    <p:sldMasterId id="2147483928" r:id="rId15"/>
    <p:sldMasterId id="2147483943" r:id="rId16"/>
    <p:sldMasterId id="2147484010" r:id="rId17"/>
  </p:sldMasterIdLst>
  <p:notesMasterIdLst>
    <p:notesMasterId r:id="rId18"/>
  </p:notesMasterIdLst>
  <p:sldIdLst>
    <p:sldId id="256" r:id="rId19"/>
    <p:sldId id="257" r:id="rId20"/>
    <p:sldId id="258" r:id="rId21"/>
    <p:sldId id="259" r:id="rId22"/>
    <p:sldId id="260" r:id="rId23"/>
    <p:sldId id="261" r:id="rId24"/>
    <p:sldId id="262" r:id="rId25"/>
    <p:sldId id="263" r:id="rId26"/>
    <p:sldId id="264" r:id="rId27"/>
    <p:sldId id="265" r:id="rId28"/>
    <p:sldId id="266" r:id="rId29"/>
    <p:sldId id="267" r:id="rId30"/>
    <p:sldId id="268" r:id="rId31"/>
    <p:sldId id="269" r:id="rId32"/>
    <p:sldId id="270" r:id="rId33"/>
    <p:sldId id="271" r:id="rId34"/>
    <p:sldId id="272" r:id="rId35"/>
    <p:sldId id="273" r:id="rId36"/>
    <p:sldId id="274" r:id="rId37"/>
    <p:sldId id="275" r:id="rId38"/>
    <p:sldId id="276" r:id="rId39"/>
    <p:sldId id="277" r:id="rId40"/>
    <p:sldId id="278" r:id="rId41"/>
    <p:sldId id="279" r:id="rId42"/>
    <p:sldId id="280" r:id="rId43"/>
    <p:sldId id="281" r:id="rId44"/>
    <p:sldId id="282" r:id="rId45"/>
    <p:sldId id="283" r:id="rId46"/>
    <p:sldId id="284" r:id="rId47"/>
    <p:sldId id="285" r:id="rId48"/>
    <p:sldId id="286" r:id="rId49"/>
    <p:sldId id="287" r:id="rId50"/>
    <p:sldId id="288" r:id="rId51"/>
    <p:sldId id="289" r:id="rId52"/>
    <p:sldId id="290" r:id="rId53"/>
    <p:sldId id="291" r:id="rId54"/>
    <p:sldId id="292" r:id="rId55"/>
    <p:sldId id="293" r:id="rId56"/>
    <p:sldId id="294" r:id="rId57"/>
    <p:sldId id="295" r:id="rId58"/>
    <p:sldId id="296" r:id="rId59"/>
    <p:sldId id="297" r:id="rId60"/>
    <p:sldId id="298" r:id="rId61"/>
    <p:sldId id="299" r:id="rId62"/>
    <p:sldId id="300" r:id="rId63"/>
    <p:sldId id="301" r:id="rId64"/>
    <p:sldId id="302" r:id="rId65"/>
    <p:sldId id="303" r:id="rId66"/>
    <p:sldId id="304" r:id="rId67"/>
    <p:sldId id="305" r:id="rId68"/>
    <p:sldId id="306" r:id="rId69"/>
    <p:sldId id="307" r:id="rId70"/>
    <p:sldId id="308" r:id="rId71"/>
    <p:sldId id="309" r:id="rId72"/>
    <p:sldId id="310" r:id="rId73"/>
    <p:sldId id="311" r:id="rId74"/>
    <p:sldId id="312" r:id="rId75"/>
    <p:sldId id="313" r:id="rId76"/>
    <p:sldId id="314" r:id="rId77"/>
    <p:sldId id="315" r:id="rId78"/>
    <p:sldId id="316" r:id="rId79"/>
    <p:sldId id="317" r:id="rId80"/>
    <p:sldId id="318" r:id="rId81"/>
    <p:sldId id="319" r:id="rId82"/>
    <p:sldId id="320" r:id="rId83"/>
    <p:sldId id="321" r:id="rId84"/>
    <p:sldId id="322" r:id="rId85"/>
    <p:sldId id="323" r:id="rId86"/>
    <p:sldId id="324" r:id="rId87"/>
    <p:sldId id="325" r:id="rId88"/>
    <p:sldId id="326" r:id="rId89"/>
    <p:sldId id="327" r:id="rId90"/>
    <p:sldId id="328" r:id="rId91"/>
    <p:sldId id="329" r:id="rId92"/>
    <p:sldId id="330" r:id="rId93"/>
    <p:sldId id="331" r:id="rId94"/>
    <p:sldId id="332" r:id="rId95"/>
    <p:sldId id="333" r:id="rId96"/>
    <p:sldId id="334" r:id="rId97"/>
    <p:sldId id="335" r:id="rId98"/>
    <p:sldId id="336" r:id="rId99"/>
    <p:sldId id="337" r:id="rId100"/>
    <p:sldId id="338" r:id="rId101"/>
    <p:sldId id="339" r:id="rId102"/>
    <p:sldId id="340" r:id="rId103"/>
    <p:sldId id="341" r:id="rId104"/>
    <p:sldId id="342" r:id="rId105"/>
    <p:sldId id="343" r:id="rId106"/>
    <p:sldId id="344" r:id="rId107"/>
    <p:sldId id="345" r:id="rId108"/>
    <p:sldId id="346" r:id="rId109"/>
  </p:sldIdLst>
  <p:sldSz cy="6858000" cx="9144000"/>
  <p:notesSz cx="6858000" cy="9144000"/>
  <p:embeddedFontLst>
    <p:embeddedFont>
      <p:font typeface="Tahoma"/>
      <p:regular r:id="rId110"/>
      <p:bold r:id="rId111"/>
    </p:embeddedFont>
    <p:embeddedFont>
      <p:font typeface="Libre Franklin Medium"/>
      <p:regular r:id="rId112"/>
      <p:bold r:id="rId113"/>
      <p:italic r:id="rId114"/>
      <p:boldItalic r:id="rId115"/>
    </p:embeddedFont>
    <p:embeddedFont>
      <p:font typeface="Helvetica Neue"/>
      <p:regular r:id="rId116"/>
      <p:bold r:id="rId117"/>
      <p:italic r:id="rId118"/>
      <p:boldItalic r:id="rId1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120" roundtripDataSignature="AMtx7mhvneFLGKdI3z9KsOkhkR4kXP1PZ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4F57EB2-B075-49AD-9C69-90DEA08F2B00}">
  <a:tblStyle styleId="{34F57EB2-B075-49AD-9C69-90DEA08F2B00}"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6" Type="http://schemas.openxmlformats.org/officeDocument/2006/relationships/slide" Target="slides/slide8.xml"/><Relationship Id="rId117" Type="http://schemas.openxmlformats.org/officeDocument/2006/relationships/font" Target="fonts/HelveticaNeue-bold.fntdata"/><Relationship Id="rId42" Type="http://schemas.openxmlformats.org/officeDocument/2006/relationships/slide" Target="slides/slide24.xml"/><Relationship Id="rId47" Type="http://schemas.openxmlformats.org/officeDocument/2006/relationships/slide" Target="slides/slide29.xml"/><Relationship Id="rId21" Type="http://schemas.openxmlformats.org/officeDocument/2006/relationships/slide" Target="slides/slide3.xml"/><Relationship Id="rId112" Type="http://schemas.openxmlformats.org/officeDocument/2006/relationships/font" Target="fonts/LibreFranklinMedium-regular.fntdata"/><Relationship Id="rId84" Type="http://schemas.openxmlformats.org/officeDocument/2006/relationships/slide" Target="slides/slide66.xml"/><Relationship Id="rId89" Type="http://schemas.openxmlformats.org/officeDocument/2006/relationships/slide" Target="slides/slide71.xml"/><Relationship Id="rId63" Type="http://schemas.openxmlformats.org/officeDocument/2006/relationships/slide" Target="slides/slide45.xml"/><Relationship Id="rId68" Type="http://schemas.openxmlformats.org/officeDocument/2006/relationships/slide" Target="slides/slide50.xml"/><Relationship Id="rId107" Type="http://schemas.openxmlformats.org/officeDocument/2006/relationships/slide" Target="slides/slide89.xml"/><Relationship Id="rId16" Type="http://schemas.openxmlformats.org/officeDocument/2006/relationships/slideMaster" Target="slideMasters/slideMaster12.xml"/><Relationship Id="rId102" Type="http://schemas.openxmlformats.org/officeDocument/2006/relationships/slide" Target="slides/slide84.xml"/><Relationship Id="rId32" Type="http://schemas.openxmlformats.org/officeDocument/2006/relationships/slide" Target="slides/slide14.xml"/><Relationship Id="rId37" Type="http://schemas.openxmlformats.org/officeDocument/2006/relationships/slide" Target="slides/slide19.xml"/><Relationship Id="rId11" Type="http://schemas.openxmlformats.org/officeDocument/2006/relationships/slideMaster" Target="slideMasters/slideMaster7.xml"/><Relationship Id="rId74" Type="http://schemas.openxmlformats.org/officeDocument/2006/relationships/slide" Target="slides/slide56.xml"/><Relationship Id="rId79" Type="http://schemas.openxmlformats.org/officeDocument/2006/relationships/slide" Target="slides/slide61.xml"/><Relationship Id="rId53" Type="http://schemas.openxmlformats.org/officeDocument/2006/relationships/slide" Target="slides/slide35.xml"/><Relationship Id="rId58" Type="http://schemas.openxmlformats.org/officeDocument/2006/relationships/slide" Target="slides/slide40.xml"/><Relationship Id="rId123" Type="http://schemas.openxmlformats.org/officeDocument/2006/relationships/customXml" Target="../customXml/item3.xml"/><Relationship Id="rId95" Type="http://schemas.openxmlformats.org/officeDocument/2006/relationships/slide" Target="slides/slide77.xml"/><Relationship Id="rId90" Type="http://schemas.openxmlformats.org/officeDocument/2006/relationships/slide" Target="slides/slide72.xml"/><Relationship Id="rId5" Type="http://schemas.openxmlformats.org/officeDocument/2006/relationships/slideMaster" Target="slideMasters/slideMaster1.xml"/><Relationship Id="rId43" Type="http://schemas.openxmlformats.org/officeDocument/2006/relationships/slide" Target="slides/slide25.xml"/><Relationship Id="rId48" Type="http://schemas.openxmlformats.org/officeDocument/2006/relationships/slide" Target="slides/slide30.xml"/><Relationship Id="rId22" Type="http://schemas.openxmlformats.org/officeDocument/2006/relationships/slide" Target="slides/slide4.xml"/><Relationship Id="rId27" Type="http://schemas.openxmlformats.org/officeDocument/2006/relationships/slide" Target="slides/slide9.xml"/><Relationship Id="rId118" Type="http://schemas.openxmlformats.org/officeDocument/2006/relationships/font" Target="fonts/HelveticaNeue-italic.fntdata"/><Relationship Id="rId113" Type="http://schemas.openxmlformats.org/officeDocument/2006/relationships/font" Target="fonts/LibreFranklinMedium-bold.fntdata"/><Relationship Id="rId64" Type="http://schemas.openxmlformats.org/officeDocument/2006/relationships/slide" Target="slides/slide46.xml"/><Relationship Id="rId69" Type="http://schemas.openxmlformats.org/officeDocument/2006/relationships/slide" Target="slides/slide51.xml"/><Relationship Id="rId85" Type="http://schemas.openxmlformats.org/officeDocument/2006/relationships/slide" Target="slides/slide67.xml"/><Relationship Id="rId80" Type="http://schemas.openxmlformats.org/officeDocument/2006/relationships/slide" Target="slides/slide62.xml"/><Relationship Id="rId108" Type="http://schemas.openxmlformats.org/officeDocument/2006/relationships/slide" Target="slides/slide90.xml"/><Relationship Id="rId103" Type="http://schemas.openxmlformats.org/officeDocument/2006/relationships/slide" Target="slides/slide85.xml"/><Relationship Id="rId33" Type="http://schemas.openxmlformats.org/officeDocument/2006/relationships/slide" Target="slides/slide15.xml"/><Relationship Id="rId38" Type="http://schemas.openxmlformats.org/officeDocument/2006/relationships/slide" Target="slides/slide20.xml"/><Relationship Id="rId12" Type="http://schemas.openxmlformats.org/officeDocument/2006/relationships/slideMaster" Target="slideMasters/slideMaster8.xml"/><Relationship Id="rId17" Type="http://schemas.openxmlformats.org/officeDocument/2006/relationships/slideMaster" Target="slideMasters/slideMaster13.xml"/><Relationship Id="rId59" Type="http://schemas.openxmlformats.org/officeDocument/2006/relationships/slide" Target="slides/slide41.xml"/><Relationship Id="rId96" Type="http://schemas.openxmlformats.org/officeDocument/2006/relationships/slide" Target="slides/slide78.xml"/><Relationship Id="rId91" Type="http://schemas.openxmlformats.org/officeDocument/2006/relationships/slide" Target="slides/slide73.xml"/><Relationship Id="rId75" Type="http://schemas.openxmlformats.org/officeDocument/2006/relationships/slide" Target="slides/slide57.xml"/><Relationship Id="rId70" Type="http://schemas.openxmlformats.org/officeDocument/2006/relationships/slide" Target="slides/slide52.xml"/><Relationship Id="rId54" Type="http://schemas.openxmlformats.org/officeDocument/2006/relationships/slide" Target="slides/slide36.xml"/><Relationship Id="rId1" Type="http://schemas.openxmlformats.org/officeDocument/2006/relationships/theme" Target="theme/theme1.xml"/><Relationship Id="rId6" Type="http://schemas.openxmlformats.org/officeDocument/2006/relationships/slideMaster" Target="slideMasters/slideMaster2.xml"/><Relationship Id="rId49" Type="http://schemas.openxmlformats.org/officeDocument/2006/relationships/slide" Target="slides/slide31.xml"/><Relationship Id="rId23" Type="http://schemas.openxmlformats.org/officeDocument/2006/relationships/slide" Target="slides/slide5.xml"/><Relationship Id="rId28" Type="http://schemas.openxmlformats.org/officeDocument/2006/relationships/slide" Target="slides/slide10.xml"/><Relationship Id="rId119" Type="http://schemas.openxmlformats.org/officeDocument/2006/relationships/font" Target="fonts/HelveticaNeue-boldItalic.fntdata"/><Relationship Id="rId114" Type="http://schemas.openxmlformats.org/officeDocument/2006/relationships/font" Target="fonts/LibreFranklinMedium-italic.fntdata"/><Relationship Id="rId44" Type="http://schemas.openxmlformats.org/officeDocument/2006/relationships/slide" Target="slides/slide26.xml"/><Relationship Id="rId86" Type="http://schemas.openxmlformats.org/officeDocument/2006/relationships/slide" Target="slides/slide68.xml"/><Relationship Id="rId81" Type="http://schemas.openxmlformats.org/officeDocument/2006/relationships/slide" Target="slides/slide63.xml"/><Relationship Id="rId65" Type="http://schemas.openxmlformats.org/officeDocument/2006/relationships/slide" Target="slides/slide47.xml"/><Relationship Id="rId60" Type="http://schemas.openxmlformats.org/officeDocument/2006/relationships/slide" Target="slides/slide42.xml"/><Relationship Id="rId4" Type="http://schemas.openxmlformats.org/officeDocument/2006/relationships/tableStyles" Target="tableStyles.xml"/><Relationship Id="rId9" Type="http://schemas.openxmlformats.org/officeDocument/2006/relationships/slideMaster" Target="slideMasters/slideMaster5.xml"/><Relationship Id="rId109" Type="http://schemas.openxmlformats.org/officeDocument/2006/relationships/slide" Target="slides/slide91.xml"/><Relationship Id="rId39" Type="http://schemas.openxmlformats.org/officeDocument/2006/relationships/slide" Target="slides/slide21.xml"/><Relationship Id="rId13" Type="http://schemas.openxmlformats.org/officeDocument/2006/relationships/slideMaster" Target="slideMasters/slideMaster9.xml"/><Relationship Id="rId18" Type="http://schemas.openxmlformats.org/officeDocument/2006/relationships/notesMaster" Target="notesMasters/notesMaster1.xml"/><Relationship Id="rId104" Type="http://schemas.openxmlformats.org/officeDocument/2006/relationships/slide" Target="slides/slide86.xml"/><Relationship Id="rId34" Type="http://schemas.openxmlformats.org/officeDocument/2006/relationships/slide" Target="slides/slide16.xml"/><Relationship Id="rId120" Type="http://customschemas.google.com/relationships/presentationmetadata" Target="metadata"/><Relationship Id="rId97" Type="http://schemas.openxmlformats.org/officeDocument/2006/relationships/slide" Target="slides/slide79.xml"/><Relationship Id="rId76" Type="http://schemas.openxmlformats.org/officeDocument/2006/relationships/slide" Target="slides/slide58.xml"/><Relationship Id="rId50" Type="http://schemas.openxmlformats.org/officeDocument/2006/relationships/slide" Target="slides/slide32.xml"/><Relationship Id="rId55" Type="http://schemas.openxmlformats.org/officeDocument/2006/relationships/slide" Target="slides/slide37.xml"/><Relationship Id="rId92" Type="http://schemas.openxmlformats.org/officeDocument/2006/relationships/slide" Target="slides/slide74.xml"/><Relationship Id="rId7" Type="http://schemas.openxmlformats.org/officeDocument/2006/relationships/slideMaster" Target="slideMasters/slideMaster3.xml"/><Relationship Id="rId71" Type="http://schemas.openxmlformats.org/officeDocument/2006/relationships/slide" Target="slides/slide53.xml"/><Relationship Id="rId29" Type="http://schemas.openxmlformats.org/officeDocument/2006/relationships/slide" Target="slides/slide11.xml"/><Relationship Id="rId2" Type="http://schemas.openxmlformats.org/officeDocument/2006/relationships/viewProps" Target="viewProps.xml"/><Relationship Id="rId40" Type="http://schemas.openxmlformats.org/officeDocument/2006/relationships/slide" Target="slides/slide22.xml"/><Relationship Id="rId45" Type="http://schemas.openxmlformats.org/officeDocument/2006/relationships/slide" Target="slides/slide27.xml"/><Relationship Id="rId24" Type="http://schemas.openxmlformats.org/officeDocument/2006/relationships/slide" Target="slides/slide6.xml"/><Relationship Id="rId115" Type="http://schemas.openxmlformats.org/officeDocument/2006/relationships/font" Target="fonts/LibreFranklinMedium-boldItalic.fntdata"/><Relationship Id="rId110" Type="http://schemas.openxmlformats.org/officeDocument/2006/relationships/font" Target="fonts/Tahoma-regular.fntdata"/><Relationship Id="rId87" Type="http://schemas.openxmlformats.org/officeDocument/2006/relationships/slide" Target="slides/slide69.xml"/><Relationship Id="rId66" Type="http://schemas.openxmlformats.org/officeDocument/2006/relationships/slide" Target="slides/slide48.xml"/><Relationship Id="rId82" Type="http://schemas.openxmlformats.org/officeDocument/2006/relationships/slide" Target="slides/slide64.xml"/><Relationship Id="rId61" Type="http://schemas.openxmlformats.org/officeDocument/2006/relationships/slide" Target="slides/slide43.xml"/><Relationship Id="rId19" Type="http://schemas.openxmlformats.org/officeDocument/2006/relationships/slide" Target="slides/slide1.xml"/><Relationship Id="rId105" Type="http://schemas.openxmlformats.org/officeDocument/2006/relationships/slide" Target="slides/slide87.xml"/><Relationship Id="rId100" Type="http://schemas.openxmlformats.org/officeDocument/2006/relationships/slide" Target="slides/slide82.xml"/><Relationship Id="rId30" Type="http://schemas.openxmlformats.org/officeDocument/2006/relationships/slide" Target="slides/slide12.xml"/><Relationship Id="rId35" Type="http://schemas.openxmlformats.org/officeDocument/2006/relationships/slide" Target="slides/slide17.xml"/><Relationship Id="rId14" Type="http://schemas.openxmlformats.org/officeDocument/2006/relationships/slideMaster" Target="slideMasters/slideMaster10.xml"/><Relationship Id="rId77" Type="http://schemas.openxmlformats.org/officeDocument/2006/relationships/slide" Target="slides/slide59.xml"/><Relationship Id="rId56" Type="http://schemas.openxmlformats.org/officeDocument/2006/relationships/slide" Target="slides/slide38.xml"/><Relationship Id="rId98" Type="http://schemas.openxmlformats.org/officeDocument/2006/relationships/slide" Target="slides/slide80.xml"/><Relationship Id="rId93" Type="http://schemas.openxmlformats.org/officeDocument/2006/relationships/slide" Target="slides/slide75.xml"/><Relationship Id="rId8" Type="http://schemas.openxmlformats.org/officeDocument/2006/relationships/slideMaster" Target="slideMasters/slideMaster4.xml"/><Relationship Id="rId72" Type="http://schemas.openxmlformats.org/officeDocument/2006/relationships/slide" Target="slides/slide54.xml"/><Relationship Id="rId51" Type="http://schemas.openxmlformats.org/officeDocument/2006/relationships/slide" Target="slides/slide33.xml"/><Relationship Id="rId121" Type="http://schemas.openxmlformats.org/officeDocument/2006/relationships/customXml" Target="../customXml/item1.xml"/><Relationship Id="rId3" Type="http://schemas.openxmlformats.org/officeDocument/2006/relationships/presProps" Target="presProps.xml"/><Relationship Id="rId46" Type="http://schemas.openxmlformats.org/officeDocument/2006/relationships/slide" Target="slides/slide28.xml"/><Relationship Id="rId25" Type="http://schemas.openxmlformats.org/officeDocument/2006/relationships/slide" Target="slides/slide7.xml"/><Relationship Id="rId116" Type="http://schemas.openxmlformats.org/officeDocument/2006/relationships/font" Target="fonts/HelveticaNeue-regular.fntdata"/><Relationship Id="rId67" Type="http://schemas.openxmlformats.org/officeDocument/2006/relationships/slide" Target="slides/slide49.xml"/><Relationship Id="rId41" Type="http://schemas.openxmlformats.org/officeDocument/2006/relationships/slide" Target="slides/slide23.xml"/><Relationship Id="rId20" Type="http://schemas.openxmlformats.org/officeDocument/2006/relationships/slide" Target="slides/slide2.xml"/><Relationship Id="rId111" Type="http://schemas.openxmlformats.org/officeDocument/2006/relationships/font" Target="fonts/Tahoma-bold.fntdata"/><Relationship Id="rId83" Type="http://schemas.openxmlformats.org/officeDocument/2006/relationships/slide" Target="slides/slide65.xml"/><Relationship Id="rId88" Type="http://schemas.openxmlformats.org/officeDocument/2006/relationships/slide" Target="slides/slide70.xml"/><Relationship Id="rId62" Type="http://schemas.openxmlformats.org/officeDocument/2006/relationships/slide" Target="slides/slide44.xml"/><Relationship Id="rId106" Type="http://schemas.openxmlformats.org/officeDocument/2006/relationships/slide" Target="slides/slide88.xml"/><Relationship Id="rId36" Type="http://schemas.openxmlformats.org/officeDocument/2006/relationships/slide" Target="slides/slide18.xml"/><Relationship Id="rId15" Type="http://schemas.openxmlformats.org/officeDocument/2006/relationships/slideMaster" Target="slideMasters/slideMaster11.xml"/><Relationship Id="rId57" Type="http://schemas.openxmlformats.org/officeDocument/2006/relationships/slide" Target="slides/slide39.xml"/><Relationship Id="rId101" Type="http://schemas.openxmlformats.org/officeDocument/2006/relationships/slide" Target="slides/slide83.xml"/><Relationship Id="rId31" Type="http://schemas.openxmlformats.org/officeDocument/2006/relationships/slide" Target="slides/slide13.xml"/><Relationship Id="rId94" Type="http://schemas.openxmlformats.org/officeDocument/2006/relationships/slide" Target="slides/slide76.xml"/><Relationship Id="rId99" Type="http://schemas.openxmlformats.org/officeDocument/2006/relationships/slide" Target="slides/slide81.xml"/><Relationship Id="rId10" Type="http://schemas.openxmlformats.org/officeDocument/2006/relationships/slideMaster" Target="slideMasters/slideMaster6.xml"/><Relationship Id="rId73" Type="http://schemas.openxmlformats.org/officeDocument/2006/relationships/slide" Target="slides/slide55.xml"/><Relationship Id="rId78" Type="http://schemas.openxmlformats.org/officeDocument/2006/relationships/slide" Target="slides/slide60.xml"/><Relationship Id="rId52" Type="http://schemas.openxmlformats.org/officeDocument/2006/relationships/slide" Target="slides/slide34.xml"/><Relationship Id="rId122" Type="http://schemas.openxmlformats.org/officeDocument/2006/relationships/customXml" Target="../customXml/item2.xml"/></Relationships>
</file>

<file path=ppt/charts/_rels/chart1.xml.rels><?xml version="1.0" encoding="UTF-8" standalone="yes"?><Relationships xmlns="http://schemas.openxmlformats.org/package/2006/relationships"><Relationship Id="rId1" Type="http://schemas.openxmlformats.org/officeDocument/2006/relationships/oleObject" Target="file:///C:\Users\Public\Documents\ml-class\lectures-slides\assets\portland.xlsx" TargetMode="External"/><Relationship Id="rId2"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1" Type="http://schemas.openxmlformats.org/officeDocument/2006/relationships/oleObject" Target="file:///D:\Dropbox\Projects\Teaching\CSEP546\Lectures\DataFor%20Figures\Bias%20Variance.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2099662327309373"/>
          <c:y val="8.687518226888305E-2"/>
          <c:w val="0.825947025246486"/>
          <c:h val="0.76411198600174979"/>
        </c:manualLayout>
      </c:layout>
      <c:scatterChart>
        <c:scatterStyle val="lineMarker"/>
        <c:varyColors val="0"/>
        <c:ser>
          <c:idx val="0"/>
          <c:order val="0"/>
          <c:spPr>
            <a:ln w="28575">
              <a:noFill/>
            </a:ln>
          </c:spPr>
          <c:marker>
            <c:symbol val="x"/>
            <c:size val="8"/>
            <c:spPr>
              <a:noFill/>
              <a:ln w="12700">
                <a:solidFill>
                  <a:srgbClr val="C00000"/>
                </a:solidFill>
              </a:ln>
            </c:spPr>
          </c:marker>
          <c:xVal>
            <c:numRef>
              <c:f>portland!$A$1:$A$48</c:f>
              <c:numCache>
                <c:formatCode>General</c:formatCode>
                <c:ptCount val="48"/>
                <c:pt idx="0">
                  <c:v>2104</c:v>
                </c:pt>
                <c:pt idx="1">
                  <c:v>1600</c:v>
                </c:pt>
                <c:pt idx="2">
                  <c:v>2400</c:v>
                </c:pt>
                <c:pt idx="3">
                  <c:v>1416</c:v>
                </c:pt>
                <c:pt idx="4">
                  <c:v>3000</c:v>
                </c:pt>
                <c:pt idx="5">
                  <c:v>1985</c:v>
                </c:pt>
                <c:pt idx="6">
                  <c:v>1534</c:v>
                </c:pt>
                <c:pt idx="7">
                  <c:v>1427</c:v>
                </c:pt>
                <c:pt idx="8">
                  <c:v>1380</c:v>
                </c:pt>
                <c:pt idx="9">
                  <c:v>1494</c:v>
                </c:pt>
                <c:pt idx="10">
                  <c:v>1940</c:v>
                </c:pt>
                <c:pt idx="11">
                  <c:v>2000</c:v>
                </c:pt>
                <c:pt idx="12">
                  <c:v>1890</c:v>
                </c:pt>
                <c:pt idx="13">
                  <c:v>4478</c:v>
                </c:pt>
                <c:pt idx="14">
                  <c:v>1268</c:v>
                </c:pt>
                <c:pt idx="15">
                  <c:v>2300</c:v>
                </c:pt>
                <c:pt idx="16">
                  <c:v>1320</c:v>
                </c:pt>
                <c:pt idx="17">
                  <c:v>1236</c:v>
                </c:pt>
                <c:pt idx="18">
                  <c:v>2609</c:v>
                </c:pt>
                <c:pt idx="19">
                  <c:v>3031</c:v>
                </c:pt>
                <c:pt idx="20">
                  <c:v>1767</c:v>
                </c:pt>
                <c:pt idx="21">
                  <c:v>1888</c:v>
                </c:pt>
                <c:pt idx="22">
                  <c:v>1604</c:v>
                </c:pt>
                <c:pt idx="23">
                  <c:v>1962</c:v>
                </c:pt>
                <c:pt idx="24">
                  <c:v>3890</c:v>
                </c:pt>
                <c:pt idx="25">
                  <c:v>1100</c:v>
                </c:pt>
                <c:pt idx="26">
                  <c:v>1458</c:v>
                </c:pt>
                <c:pt idx="27">
                  <c:v>2526</c:v>
                </c:pt>
                <c:pt idx="28">
                  <c:v>2200</c:v>
                </c:pt>
                <c:pt idx="29">
                  <c:v>2637</c:v>
                </c:pt>
                <c:pt idx="30">
                  <c:v>1839</c:v>
                </c:pt>
                <c:pt idx="31">
                  <c:v>1000</c:v>
                </c:pt>
                <c:pt idx="32">
                  <c:v>2040</c:v>
                </c:pt>
                <c:pt idx="33">
                  <c:v>3137</c:v>
                </c:pt>
                <c:pt idx="34">
                  <c:v>1811</c:v>
                </c:pt>
                <c:pt idx="35">
                  <c:v>1437</c:v>
                </c:pt>
                <c:pt idx="36">
                  <c:v>1239</c:v>
                </c:pt>
                <c:pt idx="37">
                  <c:v>2132</c:v>
                </c:pt>
                <c:pt idx="38">
                  <c:v>4215</c:v>
                </c:pt>
                <c:pt idx="39">
                  <c:v>2162</c:v>
                </c:pt>
                <c:pt idx="40">
                  <c:v>1664</c:v>
                </c:pt>
                <c:pt idx="41">
                  <c:v>2238</c:v>
                </c:pt>
                <c:pt idx="42">
                  <c:v>2567</c:v>
                </c:pt>
                <c:pt idx="43">
                  <c:v>1200</c:v>
                </c:pt>
                <c:pt idx="44">
                  <c:v>852</c:v>
                </c:pt>
                <c:pt idx="45">
                  <c:v>1852</c:v>
                </c:pt>
                <c:pt idx="46">
                  <c:v>1203</c:v>
                </c:pt>
              </c:numCache>
            </c:numRef>
          </c:xVal>
          <c:yVal>
            <c:numRef>
              <c:f>portland!$B$1:$B$48</c:f>
              <c:numCache>
                <c:formatCode>General</c:formatCode>
                <c:ptCount val="48"/>
                <c:pt idx="0">
                  <c:v>399900</c:v>
                </c:pt>
                <c:pt idx="1">
                  <c:v>329900</c:v>
                </c:pt>
                <c:pt idx="2">
                  <c:v>369000</c:v>
                </c:pt>
                <c:pt idx="3">
                  <c:v>232000</c:v>
                </c:pt>
                <c:pt idx="4">
                  <c:v>539900</c:v>
                </c:pt>
                <c:pt idx="5">
                  <c:v>299900</c:v>
                </c:pt>
                <c:pt idx="6">
                  <c:v>314900</c:v>
                </c:pt>
                <c:pt idx="7">
                  <c:v>198999</c:v>
                </c:pt>
                <c:pt idx="8">
                  <c:v>212000</c:v>
                </c:pt>
                <c:pt idx="9">
                  <c:v>242500</c:v>
                </c:pt>
                <c:pt idx="10">
                  <c:v>239999</c:v>
                </c:pt>
                <c:pt idx="11">
                  <c:v>347000</c:v>
                </c:pt>
                <c:pt idx="12">
                  <c:v>329999</c:v>
                </c:pt>
                <c:pt idx="13">
                  <c:v>699900</c:v>
                </c:pt>
                <c:pt idx="14">
                  <c:v>259900</c:v>
                </c:pt>
                <c:pt idx="15">
                  <c:v>449900</c:v>
                </c:pt>
                <c:pt idx="16">
                  <c:v>299900</c:v>
                </c:pt>
                <c:pt idx="17">
                  <c:v>199900</c:v>
                </c:pt>
                <c:pt idx="18">
                  <c:v>499998</c:v>
                </c:pt>
                <c:pt idx="19">
                  <c:v>599000</c:v>
                </c:pt>
                <c:pt idx="20">
                  <c:v>252900</c:v>
                </c:pt>
                <c:pt idx="21">
                  <c:v>255000</c:v>
                </c:pt>
                <c:pt idx="22">
                  <c:v>242900</c:v>
                </c:pt>
                <c:pt idx="23">
                  <c:v>259900</c:v>
                </c:pt>
                <c:pt idx="24">
                  <c:v>573900</c:v>
                </c:pt>
                <c:pt idx="25">
                  <c:v>249900</c:v>
                </c:pt>
                <c:pt idx="26">
                  <c:v>464500</c:v>
                </c:pt>
                <c:pt idx="27">
                  <c:v>469000</c:v>
                </c:pt>
                <c:pt idx="28">
                  <c:v>475000</c:v>
                </c:pt>
                <c:pt idx="29">
                  <c:v>299900</c:v>
                </c:pt>
                <c:pt idx="30">
                  <c:v>349900</c:v>
                </c:pt>
                <c:pt idx="31">
                  <c:v>169900</c:v>
                </c:pt>
                <c:pt idx="32">
                  <c:v>314900</c:v>
                </c:pt>
                <c:pt idx="33">
                  <c:v>579900</c:v>
                </c:pt>
                <c:pt idx="34">
                  <c:v>285900</c:v>
                </c:pt>
                <c:pt idx="35">
                  <c:v>249900</c:v>
                </c:pt>
                <c:pt idx="36">
                  <c:v>229900</c:v>
                </c:pt>
                <c:pt idx="37">
                  <c:v>345000</c:v>
                </c:pt>
                <c:pt idx="38">
                  <c:v>549000</c:v>
                </c:pt>
                <c:pt idx="39">
                  <c:v>287000</c:v>
                </c:pt>
                <c:pt idx="40">
                  <c:v>368500</c:v>
                </c:pt>
                <c:pt idx="41">
                  <c:v>329900</c:v>
                </c:pt>
                <c:pt idx="42">
                  <c:v>314000</c:v>
                </c:pt>
                <c:pt idx="43">
                  <c:v>299000</c:v>
                </c:pt>
                <c:pt idx="44">
                  <c:v>179900</c:v>
                </c:pt>
                <c:pt idx="45">
                  <c:v>299900</c:v>
                </c:pt>
                <c:pt idx="46">
                  <c:v>239500</c:v>
                </c:pt>
              </c:numCache>
            </c:numRef>
          </c:yVal>
          <c:smooth val="0"/>
          <c:extLst>
            <c:ext xmlns:c16="http://schemas.microsoft.com/office/drawing/2014/chart" uri="{C3380CC4-5D6E-409C-BE32-E72D297353CC}">
              <c16:uniqueId val="{00000000-58DC-4DF4-941A-6CB15FA6EBA2}"/>
            </c:ext>
          </c:extLst>
        </c:ser>
        <c:dLbls>
          <c:showLegendKey val="0"/>
          <c:showVal val="0"/>
          <c:showCatName val="0"/>
          <c:showSerName val="0"/>
          <c:showPercent val="0"/>
          <c:showBubbleSize val="0"/>
        </c:dLbls>
        <c:axId val="152966144"/>
        <c:axId val="152966528"/>
      </c:scatterChart>
      <c:valAx>
        <c:axId val="152966144"/>
        <c:scaling>
          <c:orientation val="minMax"/>
          <c:max val="3000"/>
        </c:scaling>
        <c:delete val="0"/>
        <c:axPos val="b"/>
        <c:numFmt formatCode="General" sourceLinked="1"/>
        <c:majorTickMark val="out"/>
        <c:minorTickMark val="none"/>
        <c:tickLblPos val="nextTo"/>
        <c:crossAx val="152966528"/>
        <c:crosses val="autoZero"/>
        <c:crossBetween val="midCat"/>
      </c:valAx>
      <c:valAx>
        <c:axId val="152966528"/>
        <c:scaling>
          <c:orientation val="minMax"/>
          <c:max val="500000"/>
        </c:scaling>
        <c:delete val="0"/>
        <c:axPos val="l"/>
        <c:majorGridlines/>
        <c:numFmt formatCode="General" sourceLinked="0"/>
        <c:majorTickMark val="out"/>
        <c:minorTickMark val="none"/>
        <c:tickLblPos val="nextTo"/>
        <c:crossAx val="152966144"/>
        <c:crosses val="autoZero"/>
        <c:crossBetween val="midCat"/>
        <c:majorUnit val="100000"/>
        <c:dispUnits>
          <c:builtInUnit val="thousands"/>
        </c:dispUnits>
      </c:valAx>
    </c:plotArea>
    <c:plotVisOnly val="1"/>
    <c:dispBlanksAs val="gap"/>
    <c:showDLblsOverMax val="0"/>
  </c:chart>
  <c:txPr>
    <a:bodyPr/>
    <a:lstStyle/>
    <a:p>
      <a:pPr>
        <a:defRPr sz="1600"/>
      </a:pPr>
      <a:endParaRPr lang="en-US"/>
    </a:p>
  </c:txPr>
  <c:externalData r:id="rId1">
    <c:autoUpdate val="0"/>
  </c:externalData>
  <c:userShapes r:id="rId2"/>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smoothMarker"/>
        <c:varyColors val="0"/>
        <c:ser>
          <c:idx val="3"/>
          <c:order val="0"/>
          <c:tx>
            <c:v>Positive</c:v>
          </c:tx>
          <c:spPr>
            <a:ln w="25400">
              <a:noFill/>
            </a:ln>
          </c:spPr>
          <c:marker>
            <c:symbol val="none"/>
          </c:marker>
          <c:xVal>
            <c:numRef>
              <c:f>'Bias Variance'!$C$27:$C$41</c:f>
              <c:numCache>
                <c:formatCode>General</c:formatCode>
                <c:ptCount val="15"/>
                <c:pt idx="1">
                  <c:v>9.4024734951023592E-2</c:v>
                </c:pt>
                <c:pt idx="2">
                  <c:v>0.10940147466882744</c:v>
                </c:pt>
                <c:pt idx="3">
                  <c:v>0.16039886932043856</c:v>
                </c:pt>
                <c:pt idx="4">
                  <c:v>0.2</c:v>
                </c:pt>
                <c:pt idx="5">
                  <c:v>0.23036111976262996</c:v>
                </c:pt>
                <c:pt idx="6">
                  <c:v>0.3</c:v>
                </c:pt>
                <c:pt idx="7">
                  <c:v>0.32118654885500209</c:v>
                </c:pt>
                <c:pt idx="8">
                  <c:v>0.41745217818674485</c:v>
                </c:pt>
                <c:pt idx="9">
                  <c:v>0.50929255184210453</c:v>
                </c:pt>
                <c:pt idx="10">
                  <c:v>0.56147786909099873</c:v>
                </c:pt>
                <c:pt idx="11">
                  <c:v>0.56722433432581443</c:v>
                </c:pt>
                <c:pt idx="12">
                  <c:v>0.63701258459194099</c:v>
                </c:pt>
                <c:pt idx="13">
                  <c:v>0.76</c:v>
                </c:pt>
                <c:pt idx="14">
                  <c:v>0.95</c:v>
                </c:pt>
              </c:numCache>
            </c:numRef>
          </c:xVal>
          <c:yVal>
            <c:numRef>
              <c:f>'Bias Variance'!$D$27:$D$41</c:f>
              <c:numCache>
                <c:formatCode>General</c:formatCode>
                <c:ptCount val="15"/>
                <c:pt idx="1">
                  <c:v>0.31</c:v>
                </c:pt>
                <c:pt idx="2">
                  <c:v>0.5</c:v>
                </c:pt>
                <c:pt idx="3">
                  <c:v>0.9</c:v>
                </c:pt>
                <c:pt idx="4">
                  <c:v>0.15</c:v>
                </c:pt>
                <c:pt idx="5">
                  <c:v>0.93345179150198343</c:v>
                </c:pt>
                <c:pt idx="6">
                  <c:v>0.3</c:v>
                </c:pt>
                <c:pt idx="7">
                  <c:v>0.91293693224213979</c:v>
                </c:pt>
                <c:pt idx="8">
                  <c:v>0.75</c:v>
                </c:pt>
                <c:pt idx="9">
                  <c:v>0.5433951146674556</c:v>
                </c:pt>
                <c:pt idx="10">
                  <c:v>0.97438543245872189</c:v>
                </c:pt>
                <c:pt idx="11">
                  <c:v>0.8</c:v>
                </c:pt>
                <c:pt idx="12">
                  <c:v>0.75394788013790537</c:v>
                </c:pt>
                <c:pt idx="13">
                  <c:v>0.98</c:v>
                </c:pt>
                <c:pt idx="14">
                  <c:v>0.95</c:v>
                </c:pt>
              </c:numCache>
            </c:numRef>
          </c:yVal>
          <c:smooth val="1"/>
          <c:extLst>
            <c:ext xmlns:c16="http://schemas.microsoft.com/office/drawing/2014/chart" uri="{C3380CC4-5D6E-409C-BE32-E72D297353CC}">
              <c16:uniqueId val="{00000000-71FC-40AE-8CA3-535FCFAA1C76}"/>
            </c:ext>
          </c:extLst>
        </c:ser>
        <c:ser>
          <c:idx val="4"/>
          <c:order val="1"/>
          <c:tx>
            <c:v>Negative</c:v>
          </c:tx>
          <c:spPr>
            <a:ln w="25400">
              <a:noFill/>
            </a:ln>
          </c:spPr>
          <c:marker>
            <c:symbol val="none"/>
          </c:marker>
          <c:xVal>
            <c:numRef>
              <c:f>'Bias Variance'!$F$27:$F$46</c:f>
              <c:numCache>
                <c:formatCode>General</c:formatCode>
                <c:ptCount val="20"/>
                <c:pt idx="0">
                  <c:v>0.02</c:v>
                </c:pt>
                <c:pt idx="1">
                  <c:v>6.1088979010002653E-2</c:v>
                </c:pt>
                <c:pt idx="2">
                  <c:v>0.14000000000000001</c:v>
                </c:pt>
                <c:pt idx="3">
                  <c:v>0.4</c:v>
                </c:pt>
                <c:pt idx="4">
                  <c:v>0.5</c:v>
                </c:pt>
                <c:pt idx="5">
                  <c:v>0.55000000000000004</c:v>
                </c:pt>
                <c:pt idx="8">
                  <c:v>0.7</c:v>
                </c:pt>
                <c:pt idx="10">
                  <c:v>0.7956757170046207</c:v>
                </c:pt>
                <c:pt idx="11">
                  <c:v>0.8</c:v>
                </c:pt>
                <c:pt idx="12">
                  <c:v>0.8</c:v>
                </c:pt>
                <c:pt idx="13">
                  <c:v>0.81791376168519159</c:v>
                </c:pt>
                <c:pt idx="17">
                  <c:v>0.9</c:v>
                </c:pt>
                <c:pt idx="19">
                  <c:v>0.97115856009097035</c:v>
                </c:pt>
              </c:numCache>
            </c:numRef>
          </c:xVal>
          <c:yVal>
            <c:numRef>
              <c:f>'Bias Variance'!$G$27:$G$46</c:f>
              <c:numCache>
                <c:formatCode>General</c:formatCode>
                <c:ptCount val="20"/>
                <c:pt idx="0">
                  <c:v>0.35</c:v>
                </c:pt>
                <c:pt idx="1">
                  <c:v>0.05</c:v>
                </c:pt>
                <c:pt idx="2">
                  <c:v>7.0000000000000007E-2</c:v>
                </c:pt>
                <c:pt idx="3">
                  <c:v>0.06</c:v>
                </c:pt>
                <c:pt idx="4">
                  <c:v>0.17586603331870188</c:v>
                </c:pt>
                <c:pt idx="5">
                  <c:v>0.35328360822961957</c:v>
                </c:pt>
                <c:pt idx="8">
                  <c:v>0.55000000000000004</c:v>
                </c:pt>
                <c:pt idx="10">
                  <c:v>0.62494374854326495</c:v>
                </c:pt>
                <c:pt idx="11">
                  <c:v>0.3</c:v>
                </c:pt>
                <c:pt idx="12">
                  <c:v>0.83485376092137731</c:v>
                </c:pt>
                <c:pt idx="13">
                  <c:v>0.26232655994426723</c:v>
                </c:pt>
                <c:pt idx="17">
                  <c:v>0.73974330489921258</c:v>
                </c:pt>
                <c:pt idx="19">
                  <c:v>4.4999999999999998E-2</c:v>
                </c:pt>
              </c:numCache>
            </c:numRef>
          </c:yVal>
          <c:smooth val="1"/>
          <c:extLst>
            <c:ext xmlns:c16="http://schemas.microsoft.com/office/drawing/2014/chart" uri="{C3380CC4-5D6E-409C-BE32-E72D297353CC}">
              <c16:uniqueId val="{00000001-71FC-40AE-8CA3-535FCFAA1C76}"/>
            </c:ext>
          </c:extLst>
        </c:ser>
        <c:ser>
          <c:idx val="5"/>
          <c:order val="2"/>
          <c:tx>
            <c:v>Line</c:v>
          </c:tx>
          <c:spPr>
            <a:ln>
              <a:solidFill>
                <a:schemeClr val="bg1">
                  <a:lumMod val="50000"/>
                </a:schemeClr>
              </a:solidFill>
            </a:ln>
          </c:spPr>
          <c:marker>
            <c:symbol val="none"/>
          </c:marker>
          <c:xVal>
            <c:numRef>
              <c:f>'Bias Variance'!$F$9:$F$19</c:f>
              <c:numCache>
                <c:formatCode>General</c:formatCode>
                <c:ptCount val="11"/>
                <c:pt idx="0">
                  <c:v>0</c:v>
                </c:pt>
                <c:pt idx="1">
                  <c:v>0.1</c:v>
                </c:pt>
                <c:pt idx="2">
                  <c:v>0.2</c:v>
                </c:pt>
                <c:pt idx="3">
                  <c:v>0.3</c:v>
                </c:pt>
                <c:pt idx="4">
                  <c:v>0.4</c:v>
                </c:pt>
                <c:pt idx="5">
                  <c:v>0.5</c:v>
                </c:pt>
                <c:pt idx="6">
                  <c:v>0.6</c:v>
                </c:pt>
                <c:pt idx="7">
                  <c:v>0.7</c:v>
                </c:pt>
                <c:pt idx="8">
                  <c:v>0.8</c:v>
                </c:pt>
                <c:pt idx="9">
                  <c:v>0.9</c:v>
                </c:pt>
                <c:pt idx="10">
                  <c:v>1</c:v>
                </c:pt>
              </c:numCache>
            </c:numRef>
          </c:xVal>
          <c:yVal>
            <c:numRef>
              <c:f>'Bias Variance'!$G$9:$G$19</c:f>
              <c:numCache>
                <c:formatCode>General</c:formatCode>
                <c:ptCount val="11"/>
                <c:pt idx="0">
                  <c:v>0.3</c:v>
                </c:pt>
                <c:pt idx="1">
                  <c:v>0.32999999999999996</c:v>
                </c:pt>
                <c:pt idx="2">
                  <c:v>0.36</c:v>
                </c:pt>
                <c:pt idx="3">
                  <c:v>0.39</c:v>
                </c:pt>
                <c:pt idx="4">
                  <c:v>0.42</c:v>
                </c:pt>
                <c:pt idx="5">
                  <c:v>0.44999999999999996</c:v>
                </c:pt>
                <c:pt idx="6">
                  <c:v>0.48</c:v>
                </c:pt>
                <c:pt idx="7">
                  <c:v>0.51</c:v>
                </c:pt>
                <c:pt idx="8">
                  <c:v>0.54</c:v>
                </c:pt>
                <c:pt idx="9">
                  <c:v>0.57000000000000006</c:v>
                </c:pt>
                <c:pt idx="10">
                  <c:v>0.6</c:v>
                </c:pt>
              </c:numCache>
            </c:numRef>
          </c:yVal>
          <c:smooth val="1"/>
          <c:extLst>
            <c:ext xmlns:c16="http://schemas.microsoft.com/office/drawing/2014/chart" uri="{C3380CC4-5D6E-409C-BE32-E72D297353CC}">
              <c16:uniqueId val="{00000002-71FC-40AE-8CA3-535FCFAA1C76}"/>
            </c:ext>
          </c:extLst>
        </c:ser>
        <c:dLbls>
          <c:showLegendKey val="0"/>
          <c:showVal val="0"/>
          <c:showCatName val="0"/>
          <c:showSerName val="0"/>
          <c:showPercent val="0"/>
          <c:showBubbleSize val="0"/>
        </c:dLbls>
        <c:axId val="187186552"/>
        <c:axId val="187182240"/>
      </c:scatterChart>
      <c:valAx>
        <c:axId val="187186552"/>
        <c:scaling>
          <c:orientation val="minMax"/>
          <c:max val="1"/>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7182240"/>
        <c:crosses val="autoZero"/>
        <c:crossBetween val="midCat"/>
        <c:majorUnit val="0.1"/>
      </c:valAx>
      <c:valAx>
        <c:axId val="187182240"/>
        <c:scaling>
          <c:orientation val="minMax"/>
          <c:max val="1"/>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7186552"/>
        <c:crosses val="autoZero"/>
        <c:crossBetween val="midCat"/>
      </c:valAx>
    </c:plotArea>
    <c:plotVisOnly val="1"/>
    <c:dispBlanksAs val="gap"/>
    <c:showDLblsOverMax val="0"/>
    <c:extLst/>
  </c:chart>
  <c:txPr>
    <a:bodyPr/>
    <a:lstStyle/>
    <a:p>
      <a:pPr>
        <a:defRPr/>
      </a:pPr>
      <a:endParaRPr lang="en-US"/>
    </a:p>
  </c:txPr>
  <c:externalData r:id="rId1">
    <c:autoUpdate val="0"/>
  </c:externalData>
</c:chartSpace>
</file>

<file path=ppt/drawings/drawing1.xml><?xml version="1.0" encoding="utf-8"?>
<c:userShapes xmlns:c="http://schemas.openxmlformats.org/drawingml/2006/chart">
  <cdr:relSizeAnchor xmlns:cdr="http://schemas.openxmlformats.org/drawingml/2006/chartDrawing">
    <cdr:from>
      <cdr:x>0.29353</cdr:x>
      <cdr:y>0.23756</cdr:y>
    </cdr:from>
    <cdr:to>
      <cdr:x>0.90958</cdr:x>
      <cdr:y>0.54311</cdr:y>
    </cdr:to>
    <cdr:cxnSp macro="">
      <cdr:nvCxnSpPr>
        <cdr:cNvPr id="3" name="Straight Connector 2"/>
        <cdr:cNvCxnSpPr/>
      </cdr:nvCxnSpPr>
      <cdr:spPr>
        <a:xfrm xmlns:a="http://schemas.openxmlformats.org/drawingml/2006/main" flipV="1">
          <a:off x="1561226" y="651663"/>
          <a:ext cx="3276600" cy="838200"/>
        </a:xfrm>
        <a:prstGeom xmlns:a="http://schemas.openxmlformats.org/drawingml/2006/main" prst="line">
          <a:avLst/>
        </a:prstGeom>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4" name="Google Shape;4;n"/>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8" name="Google Shape;8;n"/>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Tahoma"/>
                <a:ea typeface="Tahoma"/>
                <a:cs typeface="Tahoma"/>
                <a:sym typeface="Tahoma"/>
              </a:rPr>
              <a:t>‹#›</a:t>
            </a:fld>
            <a:endParaRPr b="0" i="0" sz="1200" u="none" cap="none" strike="noStrike">
              <a:solidFill>
                <a:schemeClr val="dk1"/>
              </a:solidFill>
              <a:latin typeface="Tahoma"/>
              <a:ea typeface="Tahoma"/>
              <a:cs typeface="Tahoma"/>
              <a:sym typeface="Tahoma"/>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8" name="Shape 3178"/>
        <p:cNvGrpSpPr/>
        <p:nvPr/>
      </p:nvGrpSpPr>
      <p:grpSpPr>
        <a:xfrm>
          <a:off x="0" y="0"/>
          <a:ext cx="0" cy="0"/>
          <a:chOff x="0" y="0"/>
          <a:chExt cx="0" cy="0"/>
        </a:xfrm>
      </p:grpSpPr>
      <p:sp>
        <p:nvSpPr>
          <p:cNvPr id="3179" name="Google Shape;3179;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180" name="Google Shape;3180;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4" name="Shape 3184"/>
        <p:cNvGrpSpPr/>
        <p:nvPr/>
      </p:nvGrpSpPr>
      <p:grpSpPr>
        <a:xfrm>
          <a:off x="0" y="0"/>
          <a:ext cx="0" cy="0"/>
          <a:chOff x="0" y="0"/>
          <a:chExt cx="0" cy="0"/>
        </a:xfrm>
      </p:grpSpPr>
      <p:sp>
        <p:nvSpPr>
          <p:cNvPr id="3185" name="Google Shape;3185;p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186" name="Google Shape;3186;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3" name="Shape 3193"/>
        <p:cNvGrpSpPr/>
        <p:nvPr/>
      </p:nvGrpSpPr>
      <p:grpSpPr>
        <a:xfrm>
          <a:off x="0" y="0"/>
          <a:ext cx="0" cy="0"/>
          <a:chOff x="0" y="0"/>
          <a:chExt cx="0" cy="0"/>
        </a:xfrm>
      </p:grpSpPr>
      <p:sp>
        <p:nvSpPr>
          <p:cNvPr id="3194" name="Google Shape;3194;p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195" name="Google Shape;3195;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0" name="Shape 3200"/>
        <p:cNvGrpSpPr/>
        <p:nvPr/>
      </p:nvGrpSpPr>
      <p:grpSpPr>
        <a:xfrm>
          <a:off x="0" y="0"/>
          <a:ext cx="0" cy="0"/>
          <a:chOff x="0" y="0"/>
          <a:chExt cx="0" cy="0"/>
        </a:xfrm>
      </p:grpSpPr>
      <p:sp>
        <p:nvSpPr>
          <p:cNvPr id="3201" name="Google Shape;3201;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202" name="Google Shape;3202;p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400050" lvl="0" marL="514350" rtl="0" algn="l">
              <a:lnSpc>
                <a:spcPct val="150000"/>
              </a:lnSpc>
              <a:spcBef>
                <a:spcPts val="0"/>
              </a:spcBef>
              <a:spcAft>
                <a:spcPts val="0"/>
              </a:spcAft>
              <a:buClr>
                <a:schemeClr val="dk1"/>
              </a:buClr>
              <a:buSzPts val="1800"/>
              <a:buFont typeface="Arial"/>
              <a:buNone/>
            </a:pPr>
            <a:r>
              <a:t/>
            </a:r>
            <a:endParaRPr sz="1800"/>
          </a:p>
          <a:p>
            <a:pPr indent="-342900" lvl="1" marL="800100" rtl="0" algn="l">
              <a:lnSpc>
                <a:spcPct val="150000"/>
              </a:lnSpc>
              <a:spcBef>
                <a:spcPts val="540"/>
              </a:spcBef>
              <a:spcAft>
                <a:spcPts val="0"/>
              </a:spcAft>
              <a:buClr>
                <a:schemeClr val="dk1"/>
              </a:buClr>
              <a:buSzPts val="1800"/>
              <a:buFont typeface="Arial"/>
              <a:buChar char="•"/>
            </a:pPr>
            <a:r>
              <a:rPr lang="en-US" sz="1800"/>
              <a:t>Machine Learning, Tom Mitchell</a:t>
            </a:r>
            <a:endParaRPr/>
          </a:p>
          <a:p>
            <a:pPr indent="-342900" lvl="1" marL="800100" rtl="0" algn="l">
              <a:lnSpc>
                <a:spcPct val="150000"/>
              </a:lnSpc>
              <a:spcBef>
                <a:spcPts val="540"/>
              </a:spcBef>
              <a:spcAft>
                <a:spcPts val="0"/>
              </a:spcAft>
              <a:buClr>
                <a:schemeClr val="dk1"/>
              </a:buClr>
              <a:buSzPts val="1800"/>
              <a:buFont typeface="Arial"/>
              <a:buChar char="•"/>
            </a:pPr>
            <a:r>
              <a:rPr lang="en-US" sz="1800"/>
              <a:t>Read Chapter 1, 2 – Introduction to Machine Learning, 2</a:t>
            </a:r>
            <a:r>
              <a:rPr baseline="30000" lang="en-US" sz="1800"/>
              <a:t>nd</a:t>
            </a:r>
            <a:r>
              <a:rPr lang="en-US" sz="1800"/>
              <a:t> edition, Ethem Alpaydin</a:t>
            </a:r>
            <a:endParaRPr/>
          </a:p>
        </p:txBody>
      </p:sp>
      <p:sp>
        <p:nvSpPr>
          <p:cNvPr id="3203" name="Google Shape;3203;p4:notes"/>
          <p:cNvSpPr txBox="1"/>
          <p:nvPr>
            <p:ph idx="3"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Lecture-1</a:t>
            </a:r>
            <a:endParaRPr/>
          </a:p>
        </p:txBody>
      </p:sp>
      <p:sp>
        <p:nvSpPr>
          <p:cNvPr id="3204" name="Google Shape;3204;p4: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8" name="Shape 3208"/>
        <p:cNvGrpSpPr/>
        <p:nvPr/>
      </p:nvGrpSpPr>
      <p:grpSpPr>
        <a:xfrm>
          <a:off x="0" y="0"/>
          <a:ext cx="0" cy="0"/>
          <a:chOff x="0" y="0"/>
          <a:chExt cx="0" cy="0"/>
        </a:xfrm>
      </p:grpSpPr>
      <p:sp>
        <p:nvSpPr>
          <p:cNvPr id="3209" name="Google Shape;3209;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Times New Roman"/>
              <a:buNone/>
            </a:pPr>
            <a:r>
              <a:t/>
            </a:r>
            <a:endParaRPr/>
          </a:p>
        </p:txBody>
      </p:sp>
      <p:sp>
        <p:nvSpPr>
          <p:cNvPr id="3210" name="Google Shape;3210;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3" name="Shape 3213"/>
        <p:cNvGrpSpPr/>
        <p:nvPr/>
      </p:nvGrpSpPr>
      <p:grpSpPr>
        <a:xfrm>
          <a:off x="0" y="0"/>
          <a:ext cx="0" cy="0"/>
          <a:chOff x="0" y="0"/>
          <a:chExt cx="0" cy="0"/>
        </a:xfrm>
      </p:grpSpPr>
      <p:sp>
        <p:nvSpPr>
          <p:cNvPr id="3214" name="Google Shape;3214;p6: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3215" name="Google Shape;3215;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16" name="Google Shape;3216;p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4" name="Shape 3224"/>
        <p:cNvGrpSpPr/>
        <p:nvPr/>
      </p:nvGrpSpPr>
      <p:grpSpPr>
        <a:xfrm>
          <a:off x="0" y="0"/>
          <a:ext cx="0" cy="0"/>
          <a:chOff x="0" y="0"/>
          <a:chExt cx="0" cy="0"/>
        </a:xfrm>
      </p:grpSpPr>
      <p:sp>
        <p:nvSpPr>
          <p:cNvPr id="3225" name="Google Shape;3225;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Times New Roman"/>
              <a:buNone/>
            </a:pPr>
            <a:r>
              <a:t/>
            </a:r>
            <a:endParaRPr/>
          </a:p>
        </p:txBody>
      </p:sp>
      <p:sp>
        <p:nvSpPr>
          <p:cNvPr id="3226" name="Google Shape;3226;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1" name="Shape 3371"/>
        <p:cNvGrpSpPr/>
        <p:nvPr/>
      </p:nvGrpSpPr>
      <p:grpSpPr>
        <a:xfrm>
          <a:off x="0" y="0"/>
          <a:ext cx="0" cy="0"/>
          <a:chOff x="0" y="0"/>
          <a:chExt cx="0" cy="0"/>
        </a:xfrm>
      </p:grpSpPr>
      <p:sp>
        <p:nvSpPr>
          <p:cNvPr id="3372" name="Google Shape;3372;p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373" name="Google Shape;3373;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8" name="Shape 3398"/>
        <p:cNvGrpSpPr/>
        <p:nvPr/>
      </p:nvGrpSpPr>
      <p:grpSpPr>
        <a:xfrm>
          <a:off x="0" y="0"/>
          <a:ext cx="0" cy="0"/>
          <a:chOff x="0" y="0"/>
          <a:chExt cx="0" cy="0"/>
        </a:xfrm>
      </p:grpSpPr>
      <p:sp>
        <p:nvSpPr>
          <p:cNvPr id="3399" name="Google Shape;3399;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400" name="Google Shape;3400;p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01" name="Google Shape;3401;p9: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Calibri"/>
              <a:buNone/>
            </a:pPr>
            <a:fld id="{00000000-1234-1234-1234-123412341234}" type="slidenum">
              <a:rPr b="0" i="0" lang="en-US" sz="1300" u="none" cap="none" strike="noStrike">
                <a:solidFill>
                  <a:srgbClr val="000000"/>
                </a:solidFill>
                <a:latin typeface="Calibri"/>
                <a:ea typeface="Calibri"/>
                <a:cs typeface="Calibri"/>
                <a:sym typeface="Calibri"/>
              </a:rPr>
              <a:t>‹#›</a:t>
            </a:fld>
            <a:endParaRPr b="0" i="0" sz="13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6" name="Shape 3416"/>
        <p:cNvGrpSpPr/>
        <p:nvPr/>
      </p:nvGrpSpPr>
      <p:grpSpPr>
        <a:xfrm>
          <a:off x="0" y="0"/>
          <a:ext cx="0" cy="0"/>
          <a:chOff x="0" y="0"/>
          <a:chExt cx="0" cy="0"/>
        </a:xfrm>
      </p:grpSpPr>
      <p:sp>
        <p:nvSpPr>
          <p:cNvPr id="3417" name="Google Shape;3417;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Times New Roman"/>
              <a:buNone/>
            </a:pPr>
            <a:r>
              <a:t/>
            </a:r>
            <a:endParaRPr/>
          </a:p>
        </p:txBody>
      </p:sp>
      <p:sp>
        <p:nvSpPr>
          <p:cNvPr id="3418" name="Google Shape;3418;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2" name="Shape 3422"/>
        <p:cNvGrpSpPr/>
        <p:nvPr/>
      </p:nvGrpSpPr>
      <p:grpSpPr>
        <a:xfrm>
          <a:off x="0" y="0"/>
          <a:ext cx="0" cy="0"/>
          <a:chOff x="0" y="0"/>
          <a:chExt cx="0" cy="0"/>
        </a:xfrm>
      </p:grpSpPr>
      <p:sp>
        <p:nvSpPr>
          <p:cNvPr id="3423" name="Google Shape;3423;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Times New Roman"/>
              <a:buNone/>
            </a:pPr>
            <a:r>
              <a:t/>
            </a:r>
            <a:endParaRPr/>
          </a:p>
        </p:txBody>
      </p:sp>
      <p:sp>
        <p:nvSpPr>
          <p:cNvPr id="3424" name="Google Shape;3424;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0" name="Shape 3430"/>
        <p:cNvGrpSpPr/>
        <p:nvPr/>
      </p:nvGrpSpPr>
      <p:grpSpPr>
        <a:xfrm>
          <a:off x="0" y="0"/>
          <a:ext cx="0" cy="0"/>
          <a:chOff x="0" y="0"/>
          <a:chExt cx="0" cy="0"/>
        </a:xfrm>
      </p:grpSpPr>
      <p:sp>
        <p:nvSpPr>
          <p:cNvPr id="3431" name="Google Shape;3431;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Times New Roman"/>
              <a:buNone/>
            </a:pPr>
            <a:r>
              <a:t/>
            </a:r>
            <a:endParaRPr/>
          </a:p>
        </p:txBody>
      </p:sp>
      <p:sp>
        <p:nvSpPr>
          <p:cNvPr id="3432" name="Google Shape;3432;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7" name="Shape 3437"/>
        <p:cNvGrpSpPr/>
        <p:nvPr/>
      </p:nvGrpSpPr>
      <p:grpSpPr>
        <a:xfrm>
          <a:off x="0" y="0"/>
          <a:ext cx="0" cy="0"/>
          <a:chOff x="0" y="0"/>
          <a:chExt cx="0" cy="0"/>
        </a:xfrm>
      </p:grpSpPr>
      <p:sp>
        <p:nvSpPr>
          <p:cNvPr id="3438" name="Google Shape;3438;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Times New Roman"/>
              <a:buNone/>
            </a:pPr>
            <a:r>
              <a:t/>
            </a:r>
            <a:endParaRPr/>
          </a:p>
        </p:txBody>
      </p:sp>
      <p:sp>
        <p:nvSpPr>
          <p:cNvPr id="3439" name="Google Shape;3439;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6" name="Shape 3446"/>
        <p:cNvGrpSpPr/>
        <p:nvPr/>
      </p:nvGrpSpPr>
      <p:grpSpPr>
        <a:xfrm>
          <a:off x="0" y="0"/>
          <a:ext cx="0" cy="0"/>
          <a:chOff x="0" y="0"/>
          <a:chExt cx="0" cy="0"/>
        </a:xfrm>
      </p:grpSpPr>
      <p:sp>
        <p:nvSpPr>
          <p:cNvPr id="3447" name="Google Shape;3447;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Times New Roman"/>
              <a:buNone/>
            </a:pPr>
            <a:r>
              <a:t/>
            </a:r>
            <a:endParaRPr/>
          </a:p>
        </p:txBody>
      </p:sp>
      <p:sp>
        <p:nvSpPr>
          <p:cNvPr id="3448" name="Google Shape;3448;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3" name="Shape 3453"/>
        <p:cNvGrpSpPr/>
        <p:nvPr/>
      </p:nvGrpSpPr>
      <p:grpSpPr>
        <a:xfrm>
          <a:off x="0" y="0"/>
          <a:ext cx="0" cy="0"/>
          <a:chOff x="0" y="0"/>
          <a:chExt cx="0" cy="0"/>
        </a:xfrm>
      </p:grpSpPr>
      <p:sp>
        <p:nvSpPr>
          <p:cNvPr id="3454" name="Google Shape;3454;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Times New Roman"/>
              <a:buNone/>
            </a:pPr>
            <a:r>
              <a:t/>
            </a:r>
            <a:endParaRPr/>
          </a:p>
        </p:txBody>
      </p:sp>
      <p:sp>
        <p:nvSpPr>
          <p:cNvPr id="3455" name="Google Shape;3455;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1" name="Shape 3461"/>
        <p:cNvGrpSpPr/>
        <p:nvPr/>
      </p:nvGrpSpPr>
      <p:grpSpPr>
        <a:xfrm>
          <a:off x="0" y="0"/>
          <a:ext cx="0" cy="0"/>
          <a:chOff x="0" y="0"/>
          <a:chExt cx="0" cy="0"/>
        </a:xfrm>
      </p:grpSpPr>
      <p:sp>
        <p:nvSpPr>
          <p:cNvPr id="3462" name="Google Shape;3462;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Times New Roman"/>
              <a:buNone/>
            </a:pPr>
            <a:r>
              <a:t/>
            </a:r>
            <a:endParaRPr/>
          </a:p>
        </p:txBody>
      </p:sp>
      <p:sp>
        <p:nvSpPr>
          <p:cNvPr id="3463" name="Google Shape;3463;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9" name="Shape 3469"/>
        <p:cNvGrpSpPr/>
        <p:nvPr/>
      </p:nvGrpSpPr>
      <p:grpSpPr>
        <a:xfrm>
          <a:off x="0" y="0"/>
          <a:ext cx="0" cy="0"/>
          <a:chOff x="0" y="0"/>
          <a:chExt cx="0" cy="0"/>
        </a:xfrm>
      </p:grpSpPr>
      <p:sp>
        <p:nvSpPr>
          <p:cNvPr id="3470" name="Google Shape;3470;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Times New Roman"/>
              <a:buNone/>
            </a:pPr>
            <a:r>
              <a:t/>
            </a:r>
            <a:endParaRPr/>
          </a:p>
        </p:txBody>
      </p:sp>
      <p:sp>
        <p:nvSpPr>
          <p:cNvPr id="3471" name="Google Shape;3471;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5" name="Shape 3475"/>
        <p:cNvGrpSpPr/>
        <p:nvPr/>
      </p:nvGrpSpPr>
      <p:grpSpPr>
        <a:xfrm>
          <a:off x="0" y="0"/>
          <a:ext cx="0" cy="0"/>
          <a:chOff x="0" y="0"/>
          <a:chExt cx="0" cy="0"/>
        </a:xfrm>
      </p:grpSpPr>
      <p:sp>
        <p:nvSpPr>
          <p:cNvPr id="3476" name="Google Shape;3476;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Times New Roman"/>
              <a:buNone/>
            </a:pPr>
            <a:r>
              <a:t/>
            </a:r>
            <a:endParaRPr/>
          </a:p>
        </p:txBody>
      </p:sp>
      <p:sp>
        <p:nvSpPr>
          <p:cNvPr id="3477" name="Google Shape;3477;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3" name="Shape 3483"/>
        <p:cNvGrpSpPr/>
        <p:nvPr/>
      </p:nvGrpSpPr>
      <p:grpSpPr>
        <a:xfrm>
          <a:off x="0" y="0"/>
          <a:ext cx="0" cy="0"/>
          <a:chOff x="0" y="0"/>
          <a:chExt cx="0" cy="0"/>
        </a:xfrm>
      </p:grpSpPr>
      <p:sp>
        <p:nvSpPr>
          <p:cNvPr id="3484" name="Google Shape;3484;p1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Clr>
                <a:schemeClr val="dk1"/>
              </a:buClr>
              <a:buSzPts val="1200"/>
              <a:buFont typeface="Times New Roman"/>
              <a:buNone/>
            </a:pPr>
            <a:r>
              <a:t/>
            </a:r>
            <a:endParaRPr/>
          </a:p>
        </p:txBody>
      </p:sp>
      <p:sp>
        <p:nvSpPr>
          <p:cNvPr id="3485" name="Google Shape;3485;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9" name="Shape 3489"/>
        <p:cNvGrpSpPr/>
        <p:nvPr/>
      </p:nvGrpSpPr>
      <p:grpSpPr>
        <a:xfrm>
          <a:off x="0" y="0"/>
          <a:ext cx="0" cy="0"/>
          <a:chOff x="0" y="0"/>
          <a:chExt cx="0" cy="0"/>
        </a:xfrm>
      </p:grpSpPr>
      <p:sp>
        <p:nvSpPr>
          <p:cNvPr id="3490" name="Google Shape;3490;p2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491" name="Google Shape;3491;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1" name="Shape 3511"/>
        <p:cNvGrpSpPr/>
        <p:nvPr/>
      </p:nvGrpSpPr>
      <p:grpSpPr>
        <a:xfrm>
          <a:off x="0" y="0"/>
          <a:ext cx="0" cy="0"/>
          <a:chOff x="0" y="0"/>
          <a:chExt cx="0" cy="0"/>
        </a:xfrm>
      </p:grpSpPr>
      <p:sp>
        <p:nvSpPr>
          <p:cNvPr id="3512" name="Google Shape;3512;p2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Clr>
                <a:schemeClr val="dk1"/>
              </a:buClr>
              <a:buSzPts val="1200"/>
              <a:buFont typeface="Times New Roman"/>
              <a:buNone/>
            </a:pPr>
            <a:r>
              <a:t/>
            </a:r>
            <a:endParaRPr/>
          </a:p>
        </p:txBody>
      </p:sp>
      <p:sp>
        <p:nvSpPr>
          <p:cNvPr id="3513" name="Google Shape;3513;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1" name="Shape 3521"/>
        <p:cNvGrpSpPr/>
        <p:nvPr/>
      </p:nvGrpSpPr>
      <p:grpSpPr>
        <a:xfrm>
          <a:off x="0" y="0"/>
          <a:ext cx="0" cy="0"/>
          <a:chOff x="0" y="0"/>
          <a:chExt cx="0" cy="0"/>
        </a:xfrm>
      </p:grpSpPr>
      <p:sp>
        <p:nvSpPr>
          <p:cNvPr id="3522" name="Google Shape;3522;p22:notes"/>
          <p:cNvSpPr txBox="1"/>
          <p:nvPr>
            <p:ph idx="1" type="body"/>
          </p:nvPr>
        </p:nvSpPr>
        <p:spPr>
          <a:xfrm>
            <a:off x="685800" y="4400550"/>
            <a:ext cx="5486400" cy="36004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Times New Roman"/>
              <a:buNone/>
            </a:pPr>
            <a:r>
              <a:t/>
            </a:r>
            <a:endParaRPr/>
          </a:p>
        </p:txBody>
      </p:sp>
      <p:sp>
        <p:nvSpPr>
          <p:cNvPr id="3523" name="Google Shape;3523;p2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6" name="Shape 3526"/>
        <p:cNvGrpSpPr/>
        <p:nvPr/>
      </p:nvGrpSpPr>
      <p:grpSpPr>
        <a:xfrm>
          <a:off x="0" y="0"/>
          <a:ext cx="0" cy="0"/>
          <a:chOff x="0" y="0"/>
          <a:chExt cx="0" cy="0"/>
        </a:xfrm>
      </p:grpSpPr>
      <p:sp>
        <p:nvSpPr>
          <p:cNvPr id="3527" name="Google Shape;3527;p2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528" name="Google Shape;3528;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4" name="Shape 3534"/>
        <p:cNvGrpSpPr/>
        <p:nvPr/>
      </p:nvGrpSpPr>
      <p:grpSpPr>
        <a:xfrm>
          <a:off x="0" y="0"/>
          <a:ext cx="0" cy="0"/>
          <a:chOff x="0" y="0"/>
          <a:chExt cx="0" cy="0"/>
        </a:xfrm>
      </p:grpSpPr>
      <p:sp>
        <p:nvSpPr>
          <p:cNvPr id="3535" name="Google Shape;3535;p2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536" name="Google Shape;3536;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3" name="Shape 3543"/>
        <p:cNvGrpSpPr/>
        <p:nvPr/>
      </p:nvGrpSpPr>
      <p:grpSpPr>
        <a:xfrm>
          <a:off x="0" y="0"/>
          <a:ext cx="0" cy="0"/>
          <a:chOff x="0" y="0"/>
          <a:chExt cx="0" cy="0"/>
        </a:xfrm>
      </p:grpSpPr>
      <p:sp>
        <p:nvSpPr>
          <p:cNvPr id="3544" name="Google Shape;3544;p2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545" name="Google Shape;3545;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1" name="Shape 3551"/>
        <p:cNvGrpSpPr/>
        <p:nvPr/>
      </p:nvGrpSpPr>
      <p:grpSpPr>
        <a:xfrm>
          <a:off x="0" y="0"/>
          <a:ext cx="0" cy="0"/>
          <a:chOff x="0" y="0"/>
          <a:chExt cx="0" cy="0"/>
        </a:xfrm>
      </p:grpSpPr>
      <p:sp>
        <p:nvSpPr>
          <p:cNvPr id="3552" name="Google Shape;3552;p2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553" name="Google Shape;3553;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7" name="Shape 3557"/>
        <p:cNvGrpSpPr/>
        <p:nvPr/>
      </p:nvGrpSpPr>
      <p:grpSpPr>
        <a:xfrm>
          <a:off x="0" y="0"/>
          <a:ext cx="0" cy="0"/>
          <a:chOff x="0" y="0"/>
          <a:chExt cx="0" cy="0"/>
        </a:xfrm>
      </p:grpSpPr>
      <p:sp>
        <p:nvSpPr>
          <p:cNvPr id="3558" name="Google Shape;3558;p2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559" name="Google Shape;3559;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3" name="Shape 3563"/>
        <p:cNvGrpSpPr/>
        <p:nvPr/>
      </p:nvGrpSpPr>
      <p:grpSpPr>
        <a:xfrm>
          <a:off x="0" y="0"/>
          <a:ext cx="0" cy="0"/>
          <a:chOff x="0" y="0"/>
          <a:chExt cx="0" cy="0"/>
        </a:xfrm>
      </p:grpSpPr>
      <p:sp>
        <p:nvSpPr>
          <p:cNvPr id="3564" name="Google Shape;3564;p2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565" name="Google Shape;3565;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4" name="Shape 3574"/>
        <p:cNvGrpSpPr/>
        <p:nvPr/>
      </p:nvGrpSpPr>
      <p:grpSpPr>
        <a:xfrm>
          <a:off x="0" y="0"/>
          <a:ext cx="0" cy="0"/>
          <a:chOff x="0" y="0"/>
          <a:chExt cx="0" cy="0"/>
        </a:xfrm>
      </p:grpSpPr>
      <p:sp>
        <p:nvSpPr>
          <p:cNvPr id="3575" name="Google Shape;3575;p29:notes"/>
          <p:cNvSpPr txBox="1"/>
          <p:nvPr>
            <p:ph idx="1" type="body"/>
          </p:nvPr>
        </p:nvSpPr>
        <p:spPr>
          <a:xfrm>
            <a:off x="685800" y="4400550"/>
            <a:ext cx="5486400" cy="36004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Times New Roman"/>
              <a:buNone/>
            </a:pPr>
            <a:r>
              <a:t/>
            </a:r>
            <a:endParaRPr/>
          </a:p>
        </p:txBody>
      </p:sp>
      <p:sp>
        <p:nvSpPr>
          <p:cNvPr id="3576" name="Google Shape;3576;p2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9" name="Shape 3579"/>
        <p:cNvGrpSpPr/>
        <p:nvPr/>
      </p:nvGrpSpPr>
      <p:grpSpPr>
        <a:xfrm>
          <a:off x="0" y="0"/>
          <a:ext cx="0" cy="0"/>
          <a:chOff x="0" y="0"/>
          <a:chExt cx="0" cy="0"/>
        </a:xfrm>
      </p:grpSpPr>
      <p:sp>
        <p:nvSpPr>
          <p:cNvPr id="3580" name="Google Shape;3580;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Times New Roman"/>
              <a:buNone/>
            </a:pPr>
            <a:r>
              <a:t/>
            </a:r>
            <a:endParaRPr/>
          </a:p>
        </p:txBody>
      </p:sp>
      <p:sp>
        <p:nvSpPr>
          <p:cNvPr id="3581" name="Google Shape;3581;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7" name="Shape 3587"/>
        <p:cNvGrpSpPr/>
        <p:nvPr/>
      </p:nvGrpSpPr>
      <p:grpSpPr>
        <a:xfrm>
          <a:off x="0" y="0"/>
          <a:ext cx="0" cy="0"/>
          <a:chOff x="0" y="0"/>
          <a:chExt cx="0" cy="0"/>
        </a:xfrm>
      </p:grpSpPr>
      <p:sp>
        <p:nvSpPr>
          <p:cNvPr id="3588" name="Google Shape;3588;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Times New Roman"/>
              <a:buNone/>
            </a:pPr>
            <a:r>
              <a:t/>
            </a:r>
            <a:endParaRPr/>
          </a:p>
        </p:txBody>
      </p:sp>
      <p:sp>
        <p:nvSpPr>
          <p:cNvPr id="3589" name="Google Shape;3589;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5" name="Shape 3595"/>
        <p:cNvGrpSpPr/>
        <p:nvPr/>
      </p:nvGrpSpPr>
      <p:grpSpPr>
        <a:xfrm>
          <a:off x="0" y="0"/>
          <a:ext cx="0" cy="0"/>
          <a:chOff x="0" y="0"/>
          <a:chExt cx="0" cy="0"/>
        </a:xfrm>
      </p:grpSpPr>
      <p:sp>
        <p:nvSpPr>
          <p:cNvPr id="3596" name="Google Shape;3596;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Times New Roman"/>
              <a:buNone/>
            </a:pPr>
            <a:r>
              <a:t/>
            </a:r>
            <a:endParaRPr/>
          </a:p>
        </p:txBody>
      </p:sp>
      <p:sp>
        <p:nvSpPr>
          <p:cNvPr id="3597" name="Google Shape;3597;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2" name="Shape 3602"/>
        <p:cNvGrpSpPr/>
        <p:nvPr/>
      </p:nvGrpSpPr>
      <p:grpSpPr>
        <a:xfrm>
          <a:off x="0" y="0"/>
          <a:ext cx="0" cy="0"/>
          <a:chOff x="0" y="0"/>
          <a:chExt cx="0" cy="0"/>
        </a:xfrm>
      </p:grpSpPr>
      <p:sp>
        <p:nvSpPr>
          <p:cNvPr id="3603" name="Google Shape;3603;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Times New Roman"/>
              <a:buNone/>
            </a:pPr>
            <a:r>
              <a:t/>
            </a:r>
            <a:endParaRPr/>
          </a:p>
        </p:txBody>
      </p:sp>
      <p:sp>
        <p:nvSpPr>
          <p:cNvPr id="3604" name="Google Shape;3604;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9" name="Shape 3609"/>
        <p:cNvGrpSpPr/>
        <p:nvPr/>
      </p:nvGrpSpPr>
      <p:grpSpPr>
        <a:xfrm>
          <a:off x="0" y="0"/>
          <a:ext cx="0" cy="0"/>
          <a:chOff x="0" y="0"/>
          <a:chExt cx="0" cy="0"/>
        </a:xfrm>
      </p:grpSpPr>
      <p:sp>
        <p:nvSpPr>
          <p:cNvPr id="3610" name="Google Shape;3610;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Times New Roman"/>
              <a:buNone/>
            </a:pPr>
            <a:r>
              <a:t/>
            </a:r>
            <a:endParaRPr/>
          </a:p>
        </p:txBody>
      </p:sp>
      <p:sp>
        <p:nvSpPr>
          <p:cNvPr id="3611" name="Google Shape;3611;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6" name="Shape 3616"/>
        <p:cNvGrpSpPr/>
        <p:nvPr/>
      </p:nvGrpSpPr>
      <p:grpSpPr>
        <a:xfrm>
          <a:off x="0" y="0"/>
          <a:ext cx="0" cy="0"/>
          <a:chOff x="0" y="0"/>
          <a:chExt cx="0" cy="0"/>
        </a:xfrm>
      </p:grpSpPr>
      <p:sp>
        <p:nvSpPr>
          <p:cNvPr id="3617" name="Google Shape;3617;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Times New Roman"/>
              <a:buNone/>
            </a:pPr>
            <a:r>
              <a:t/>
            </a:r>
            <a:endParaRPr/>
          </a:p>
        </p:txBody>
      </p:sp>
      <p:sp>
        <p:nvSpPr>
          <p:cNvPr id="3618" name="Google Shape;3618;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4" name="Shape 3624"/>
        <p:cNvGrpSpPr/>
        <p:nvPr/>
      </p:nvGrpSpPr>
      <p:grpSpPr>
        <a:xfrm>
          <a:off x="0" y="0"/>
          <a:ext cx="0" cy="0"/>
          <a:chOff x="0" y="0"/>
          <a:chExt cx="0" cy="0"/>
        </a:xfrm>
      </p:grpSpPr>
      <p:sp>
        <p:nvSpPr>
          <p:cNvPr id="3625" name="Google Shape;3625;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Times New Roman"/>
              <a:buNone/>
            </a:pPr>
            <a:r>
              <a:t/>
            </a:r>
            <a:endParaRPr/>
          </a:p>
        </p:txBody>
      </p:sp>
      <p:sp>
        <p:nvSpPr>
          <p:cNvPr id="3626" name="Google Shape;3626;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1" name="Shape 3631"/>
        <p:cNvGrpSpPr/>
        <p:nvPr/>
      </p:nvGrpSpPr>
      <p:grpSpPr>
        <a:xfrm>
          <a:off x="0" y="0"/>
          <a:ext cx="0" cy="0"/>
          <a:chOff x="0" y="0"/>
          <a:chExt cx="0" cy="0"/>
        </a:xfrm>
      </p:grpSpPr>
      <p:sp>
        <p:nvSpPr>
          <p:cNvPr id="3632" name="Google Shape;3632;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Times New Roman"/>
              <a:buNone/>
            </a:pPr>
            <a:r>
              <a:t/>
            </a:r>
            <a:endParaRPr/>
          </a:p>
        </p:txBody>
      </p:sp>
      <p:sp>
        <p:nvSpPr>
          <p:cNvPr id="3633" name="Google Shape;3633;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8" name="Shape 3638"/>
        <p:cNvGrpSpPr/>
        <p:nvPr/>
      </p:nvGrpSpPr>
      <p:grpSpPr>
        <a:xfrm>
          <a:off x="0" y="0"/>
          <a:ext cx="0" cy="0"/>
          <a:chOff x="0" y="0"/>
          <a:chExt cx="0" cy="0"/>
        </a:xfrm>
      </p:grpSpPr>
      <p:sp>
        <p:nvSpPr>
          <p:cNvPr id="3639" name="Google Shape;3639;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Times New Roman"/>
              <a:buNone/>
            </a:pPr>
            <a:r>
              <a:t/>
            </a:r>
            <a:endParaRPr/>
          </a:p>
        </p:txBody>
      </p:sp>
      <p:sp>
        <p:nvSpPr>
          <p:cNvPr id="3640" name="Google Shape;3640;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5" name="Shape 3645"/>
        <p:cNvGrpSpPr/>
        <p:nvPr/>
      </p:nvGrpSpPr>
      <p:grpSpPr>
        <a:xfrm>
          <a:off x="0" y="0"/>
          <a:ext cx="0" cy="0"/>
          <a:chOff x="0" y="0"/>
          <a:chExt cx="0" cy="0"/>
        </a:xfrm>
      </p:grpSpPr>
      <p:sp>
        <p:nvSpPr>
          <p:cNvPr id="3646" name="Google Shape;3646;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Times New Roman"/>
              <a:buNone/>
            </a:pPr>
            <a:r>
              <a:t/>
            </a:r>
            <a:endParaRPr/>
          </a:p>
        </p:txBody>
      </p:sp>
      <p:sp>
        <p:nvSpPr>
          <p:cNvPr id="3647" name="Google Shape;3647;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2" name="Shape 3652"/>
        <p:cNvGrpSpPr/>
        <p:nvPr/>
      </p:nvGrpSpPr>
      <p:grpSpPr>
        <a:xfrm>
          <a:off x="0" y="0"/>
          <a:ext cx="0" cy="0"/>
          <a:chOff x="0" y="0"/>
          <a:chExt cx="0" cy="0"/>
        </a:xfrm>
      </p:grpSpPr>
      <p:sp>
        <p:nvSpPr>
          <p:cNvPr id="3653" name="Google Shape;3653;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Times New Roman"/>
              <a:buNone/>
            </a:pPr>
            <a:r>
              <a:t/>
            </a:r>
            <a:endParaRPr/>
          </a:p>
        </p:txBody>
      </p:sp>
      <p:sp>
        <p:nvSpPr>
          <p:cNvPr id="3654" name="Google Shape;3654;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9" name="Shape 3659"/>
        <p:cNvGrpSpPr/>
        <p:nvPr/>
      </p:nvGrpSpPr>
      <p:grpSpPr>
        <a:xfrm>
          <a:off x="0" y="0"/>
          <a:ext cx="0" cy="0"/>
          <a:chOff x="0" y="0"/>
          <a:chExt cx="0" cy="0"/>
        </a:xfrm>
      </p:grpSpPr>
      <p:sp>
        <p:nvSpPr>
          <p:cNvPr id="3660" name="Google Shape;3660;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Times New Roman"/>
              <a:buNone/>
            </a:pPr>
            <a:r>
              <a:t/>
            </a:r>
            <a:endParaRPr/>
          </a:p>
        </p:txBody>
      </p:sp>
      <p:sp>
        <p:nvSpPr>
          <p:cNvPr id="3661" name="Google Shape;3661;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6" name="Shape 3666"/>
        <p:cNvGrpSpPr/>
        <p:nvPr/>
      </p:nvGrpSpPr>
      <p:grpSpPr>
        <a:xfrm>
          <a:off x="0" y="0"/>
          <a:ext cx="0" cy="0"/>
          <a:chOff x="0" y="0"/>
          <a:chExt cx="0" cy="0"/>
        </a:xfrm>
      </p:grpSpPr>
      <p:sp>
        <p:nvSpPr>
          <p:cNvPr id="3667" name="Google Shape;3667;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Times New Roman"/>
              <a:buNone/>
            </a:pPr>
            <a:r>
              <a:t/>
            </a:r>
            <a:endParaRPr/>
          </a:p>
        </p:txBody>
      </p:sp>
      <p:sp>
        <p:nvSpPr>
          <p:cNvPr id="3668" name="Google Shape;3668;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3" name="Shape 3673"/>
        <p:cNvGrpSpPr/>
        <p:nvPr/>
      </p:nvGrpSpPr>
      <p:grpSpPr>
        <a:xfrm>
          <a:off x="0" y="0"/>
          <a:ext cx="0" cy="0"/>
          <a:chOff x="0" y="0"/>
          <a:chExt cx="0" cy="0"/>
        </a:xfrm>
      </p:grpSpPr>
      <p:sp>
        <p:nvSpPr>
          <p:cNvPr id="3674" name="Google Shape;3674;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Times New Roman"/>
              <a:buNone/>
            </a:pPr>
            <a:r>
              <a:t/>
            </a:r>
            <a:endParaRPr/>
          </a:p>
        </p:txBody>
      </p:sp>
      <p:sp>
        <p:nvSpPr>
          <p:cNvPr id="3675" name="Google Shape;3675;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0" name="Shape 3680"/>
        <p:cNvGrpSpPr/>
        <p:nvPr/>
      </p:nvGrpSpPr>
      <p:grpSpPr>
        <a:xfrm>
          <a:off x="0" y="0"/>
          <a:ext cx="0" cy="0"/>
          <a:chOff x="0" y="0"/>
          <a:chExt cx="0" cy="0"/>
        </a:xfrm>
      </p:grpSpPr>
      <p:sp>
        <p:nvSpPr>
          <p:cNvPr id="3681" name="Google Shape;3681;p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Times New Roman"/>
              <a:buNone/>
            </a:pPr>
            <a:r>
              <a:t/>
            </a:r>
            <a:endParaRPr/>
          </a:p>
        </p:txBody>
      </p:sp>
      <p:sp>
        <p:nvSpPr>
          <p:cNvPr id="3682" name="Google Shape;3682;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6" name="Shape 3686"/>
        <p:cNvGrpSpPr/>
        <p:nvPr/>
      </p:nvGrpSpPr>
      <p:grpSpPr>
        <a:xfrm>
          <a:off x="0" y="0"/>
          <a:ext cx="0" cy="0"/>
          <a:chOff x="0" y="0"/>
          <a:chExt cx="0" cy="0"/>
        </a:xfrm>
      </p:grpSpPr>
      <p:sp>
        <p:nvSpPr>
          <p:cNvPr id="3687" name="Google Shape;3687;p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Times New Roman"/>
              <a:buNone/>
            </a:pPr>
            <a:r>
              <a:t/>
            </a:r>
            <a:endParaRPr/>
          </a:p>
        </p:txBody>
      </p:sp>
      <p:sp>
        <p:nvSpPr>
          <p:cNvPr id="3688" name="Google Shape;3688;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2" name="Shape 3692"/>
        <p:cNvGrpSpPr/>
        <p:nvPr/>
      </p:nvGrpSpPr>
      <p:grpSpPr>
        <a:xfrm>
          <a:off x="0" y="0"/>
          <a:ext cx="0" cy="0"/>
          <a:chOff x="0" y="0"/>
          <a:chExt cx="0" cy="0"/>
        </a:xfrm>
      </p:grpSpPr>
      <p:sp>
        <p:nvSpPr>
          <p:cNvPr id="3693" name="Google Shape;3693;p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Times New Roman"/>
              <a:buNone/>
            </a:pPr>
            <a:r>
              <a:t/>
            </a:r>
            <a:endParaRPr/>
          </a:p>
        </p:txBody>
      </p:sp>
      <p:sp>
        <p:nvSpPr>
          <p:cNvPr id="3694" name="Google Shape;3694;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8" name="Shape 3698"/>
        <p:cNvGrpSpPr/>
        <p:nvPr/>
      </p:nvGrpSpPr>
      <p:grpSpPr>
        <a:xfrm>
          <a:off x="0" y="0"/>
          <a:ext cx="0" cy="0"/>
          <a:chOff x="0" y="0"/>
          <a:chExt cx="0" cy="0"/>
        </a:xfrm>
      </p:grpSpPr>
      <p:sp>
        <p:nvSpPr>
          <p:cNvPr id="3699" name="Google Shape;3699;p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Times New Roman"/>
              <a:buNone/>
            </a:pPr>
            <a:r>
              <a:t/>
            </a:r>
            <a:endParaRPr/>
          </a:p>
        </p:txBody>
      </p:sp>
      <p:sp>
        <p:nvSpPr>
          <p:cNvPr id="3700" name="Google Shape;3700;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9" name="Shape 3729"/>
        <p:cNvGrpSpPr/>
        <p:nvPr/>
      </p:nvGrpSpPr>
      <p:grpSpPr>
        <a:xfrm>
          <a:off x="0" y="0"/>
          <a:ext cx="0" cy="0"/>
          <a:chOff x="0" y="0"/>
          <a:chExt cx="0" cy="0"/>
        </a:xfrm>
      </p:grpSpPr>
      <p:sp>
        <p:nvSpPr>
          <p:cNvPr id="3730" name="Google Shape;3730;p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Times New Roman"/>
              <a:buNone/>
            </a:pPr>
            <a:r>
              <a:t/>
            </a:r>
            <a:endParaRPr/>
          </a:p>
        </p:txBody>
      </p:sp>
      <p:sp>
        <p:nvSpPr>
          <p:cNvPr id="3731" name="Google Shape;3731;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9" name="Shape 3759"/>
        <p:cNvGrpSpPr/>
        <p:nvPr/>
      </p:nvGrpSpPr>
      <p:grpSpPr>
        <a:xfrm>
          <a:off x="0" y="0"/>
          <a:ext cx="0" cy="0"/>
          <a:chOff x="0" y="0"/>
          <a:chExt cx="0" cy="0"/>
        </a:xfrm>
      </p:grpSpPr>
      <p:sp>
        <p:nvSpPr>
          <p:cNvPr id="3760" name="Google Shape;3760;p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Times New Roman"/>
              <a:buNone/>
            </a:pPr>
            <a:r>
              <a:t/>
            </a:r>
            <a:endParaRPr/>
          </a:p>
        </p:txBody>
      </p:sp>
      <p:sp>
        <p:nvSpPr>
          <p:cNvPr id="3761" name="Google Shape;3761;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5" name="Shape 3765"/>
        <p:cNvGrpSpPr/>
        <p:nvPr/>
      </p:nvGrpSpPr>
      <p:grpSpPr>
        <a:xfrm>
          <a:off x="0" y="0"/>
          <a:ext cx="0" cy="0"/>
          <a:chOff x="0" y="0"/>
          <a:chExt cx="0" cy="0"/>
        </a:xfrm>
      </p:grpSpPr>
      <p:sp>
        <p:nvSpPr>
          <p:cNvPr id="3766" name="Google Shape;3766;p5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767" name="Google Shape;3767;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1" name="Shape 3771"/>
        <p:cNvGrpSpPr/>
        <p:nvPr/>
      </p:nvGrpSpPr>
      <p:grpSpPr>
        <a:xfrm>
          <a:off x="0" y="0"/>
          <a:ext cx="0" cy="0"/>
          <a:chOff x="0" y="0"/>
          <a:chExt cx="0" cy="0"/>
        </a:xfrm>
      </p:grpSpPr>
      <p:sp>
        <p:nvSpPr>
          <p:cNvPr id="3772" name="Google Shape;3772;p5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773" name="Google Shape;3773;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7" name="Shape 3777"/>
        <p:cNvGrpSpPr/>
        <p:nvPr/>
      </p:nvGrpSpPr>
      <p:grpSpPr>
        <a:xfrm>
          <a:off x="0" y="0"/>
          <a:ext cx="0" cy="0"/>
          <a:chOff x="0" y="0"/>
          <a:chExt cx="0" cy="0"/>
        </a:xfrm>
      </p:grpSpPr>
      <p:sp>
        <p:nvSpPr>
          <p:cNvPr id="3778" name="Google Shape;3778;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79" name="Google Shape;3779;p5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3780" name="Google Shape;3780;p5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4" name="Shape 3784"/>
        <p:cNvGrpSpPr/>
        <p:nvPr/>
      </p:nvGrpSpPr>
      <p:grpSpPr>
        <a:xfrm>
          <a:off x="0" y="0"/>
          <a:ext cx="0" cy="0"/>
          <a:chOff x="0" y="0"/>
          <a:chExt cx="0" cy="0"/>
        </a:xfrm>
      </p:grpSpPr>
      <p:sp>
        <p:nvSpPr>
          <p:cNvPr id="3785" name="Google Shape;3785;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86" name="Google Shape;3786;p5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3787" name="Google Shape;3787;p5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2" name="Shape 3792"/>
        <p:cNvGrpSpPr/>
        <p:nvPr/>
      </p:nvGrpSpPr>
      <p:grpSpPr>
        <a:xfrm>
          <a:off x="0" y="0"/>
          <a:ext cx="0" cy="0"/>
          <a:chOff x="0" y="0"/>
          <a:chExt cx="0" cy="0"/>
        </a:xfrm>
      </p:grpSpPr>
      <p:sp>
        <p:nvSpPr>
          <p:cNvPr id="3793" name="Google Shape;3793;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94" name="Google Shape;3794;p5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3795" name="Google Shape;3795;p5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0" name="Shape 3800"/>
        <p:cNvGrpSpPr/>
        <p:nvPr/>
      </p:nvGrpSpPr>
      <p:grpSpPr>
        <a:xfrm>
          <a:off x="0" y="0"/>
          <a:ext cx="0" cy="0"/>
          <a:chOff x="0" y="0"/>
          <a:chExt cx="0" cy="0"/>
        </a:xfrm>
      </p:grpSpPr>
      <p:sp>
        <p:nvSpPr>
          <p:cNvPr id="3801" name="Google Shape;3801;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802" name="Google Shape;3802;p5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03" name="Google Shape;3803;p58: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8" name="Shape 3808"/>
        <p:cNvGrpSpPr/>
        <p:nvPr/>
      </p:nvGrpSpPr>
      <p:grpSpPr>
        <a:xfrm>
          <a:off x="0" y="0"/>
          <a:ext cx="0" cy="0"/>
          <a:chOff x="0" y="0"/>
          <a:chExt cx="0" cy="0"/>
        </a:xfrm>
      </p:grpSpPr>
      <p:sp>
        <p:nvSpPr>
          <p:cNvPr id="3809" name="Google Shape;3809;g2a33f95ab57_0_4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Times New Roman"/>
              <a:buNone/>
            </a:pPr>
            <a:r>
              <a:t/>
            </a:r>
            <a:endParaRPr/>
          </a:p>
        </p:txBody>
      </p:sp>
      <p:sp>
        <p:nvSpPr>
          <p:cNvPr id="3810" name="Google Shape;3810;g2a33f95ab57_0_4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3" name="Shape 3813"/>
        <p:cNvGrpSpPr/>
        <p:nvPr/>
      </p:nvGrpSpPr>
      <p:grpSpPr>
        <a:xfrm>
          <a:off x="0" y="0"/>
          <a:ext cx="0" cy="0"/>
          <a:chOff x="0" y="0"/>
          <a:chExt cx="0" cy="0"/>
        </a:xfrm>
      </p:grpSpPr>
      <p:sp>
        <p:nvSpPr>
          <p:cNvPr id="3814" name="Google Shape;3814;g2a33f95ab57_0_1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815" name="Google Shape;3815;g2a33f95ab57_0_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0" name="Shape 3820"/>
        <p:cNvGrpSpPr/>
        <p:nvPr/>
      </p:nvGrpSpPr>
      <p:grpSpPr>
        <a:xfrm>
          <a:off x="0" y="0"/>
          <a:ext cx="0" cy="0"/>
          <a:chOff x="0" y="0"/>
          <a:chExt cx="0" cy="0"/>
        </a:xfrm>
      </p:grpSpPr>
      <p:sp>
        <p:nvSpPr>
          <p:cNvPr id="3821" name="Google Shape;3821;g2a33f95ab57_0_3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822" name="Google Shape;3822;g2a33f95ab57_0_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6" name="Shape 3826"/>
        <p:cNvGrpSpPr/>
        <p:nvPr/>
      </p:nvGrpSpPr>
      <p:grpSpPr>
        <a:xfrm>
          <a:off x="0" y="0"/>
          <a:ext cx="0" cy="0"/>
          <a:chOff x="0" y="0"/>
          <a:chExt cx="0" cy="0"/>
        </a:xfrm>
      </p:grpSpPr>
      <p:sp>
        <p:nvSpPr>
          <p:cNvPr id="3827" name="Google Shape;3827;g2a33f95ab57_0_5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828" name="Google Shape;3828;g2a33f95ab57_0_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2" name="Shape 3832"/>
        <p:cNvGrpSpPr/>
        <p:nvPr/>
      </p:nvGrpSpPr>
      <p:grpSpPr>
        <a:xfrm>
          <a:off x="0" y="0"/>
          <a:ext cx="0" cy="0"/>
          <a:chOff x="0" y="0"/>
          <a:chExt cx="0" cy="0"/>
        </a:xfrm>
      </p:grpSpPr>
      <p:sp>
        <p:nvSpPr>
          <p:cNvPr id="3833" name="Google Shape;3833;g2a33f95ab57_0_4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834" name="Google Shape;3834;g2a33f95ab57_0_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8" name="Shape 3838"/>
        <p:cNvGrpSpPr/>
        <p:nvPr/>
      </p:nvGrpSpPr>
      <p:grpSpPr>
        <a:xfrm>
          <a:off x="0" y="0"/>
          <a:ext cx="0" cy="0"/>
          <a:chOff x="0" y="0"/>
          <a:chExt cx="0" cy="0"/>
        </a:xfrm>
      </p:grpSpPr>
      <p:sp>
        <p:nvSpPr>
          <p:cNvPr id="3839" name="Google Shape;3839;g2a33f95ab57_0_1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840" name="Google Shape;3840;g2a33f95ab57_0_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5" name="Shape 3845"/>
        <p:cNvGrpSpPr/>
        <p:nvPr/>
      </p:nvGrpSpPr>
      <p:grpSpPr>
        <a:xfrm>
          <a:off x="0" y="0"/>
          <a:ext cx="0" cy="0"/>
          <a:chOff x="0" y="0"/>
          <a:chExt cx="0" cy="0"/>
        </a:xfrm>
      </p:grpSpPr>
      <p:sp>
        <p:nvSpPr>
          <p:cNvPr id="3846" name="Google Shape;3846;p59: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Times New Roman"/>
              <a:buNone/>
            </a:pPr>
            <a:r>
              <a:t/>
            </a:r>
            <a:endParaRPr/>
          </a:p>
        </p:txBody>
      </p:sp>
      <p:sp>
        <p:nvSpPr>
          <p:cNvPr id="3847" name="Google Shape;3847;p5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0" name="Shape 3850"/>
        <p:cNvGrpSpPr/>
        <p:nvPr/>
      </p:nvGrpSpPr>
      <p:grpSpPr>
        <a:xfrm>
          <a:off x="0" y="0"/>
          <a:ext cx="0" cy="0"/>
          <a:chOff x="0" y="0"/>
          <a:chExt cx="0" cy="0"/>
        </a:xfrm>
      </p:grpSpPr>
      <p:sp>
        <p:nvSpPr>
          <p:cNvPr id="3851" name="Google Shape;3851;p60: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3852" name="Google Shape;3852;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53" name="Google Shape;3853;p6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5" name="Shape 3865"/>
        <p:cNvGrpSpPr/>
        <p:nvPr/>
      </p:nvGrpSpPr>
      <p:grpSpPr>
        <a:xfrm>
          <a:off x="0" y="0"/>
          <a:ext cx="0" cy="0"/>
          <a:chOff x="0" y="0"/>
          <a:chExt cx="0" cy="0"/>
        </a:xfrm>
      </p:grpSpPr>
      <p:sp>
        <p:nvSpPr>
          <p:cNvPr id="3866" name="Google Shape;3866;p61: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3867" name="Google Shape;3867;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68" name="Google Shape;3868;p6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3" name="Shape 3883"/>
        <p:cNvGrpSpPr/>
        <p:nvPr/>
      </p:nvGrpSpPr>
      <p:grpSpPr>
        <a:xfrm>
          <a:off x="0" y="0"/>
          <a:ext cx="0" cy="0"/>
          <a:chOff x="0" y="0"/>
          <a:chExt cx="0" cy="0"/>
        </a:xfrm>
      </p:grpSpPr>
      <p:sp>
        <p:nvSpPr>
          <p:cNvPr id="3884" name="Google Shape;3884;p63:notes"/>
          <p:cNvSpPr txBox="1"/>
          <p:nvPr>
            <p:ph idx="1" type="body"/>
          </p:nvPr>
        </p:nvSpPr>
        <p:spPr>
          <a:xfrm>
            <a:off x="685800" y="4400550"/>
            <a:ext cx="5486400" cy="36004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Times New Roman"/>
              <a:buNone/>
            </a:pPr>
            <a:r>
              <a:t/>
            </a:r>
            <a:endParaRPr/>
          </a:p>
        </p:txBody>
      </p:sp>
      <p:sp>
        <p:nvSpPr>
          <p:cNvPr id="3885" name="Google Shape;3885;p6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9" name="Shape 3889"/>
        <p:cNvGrpSpPr/>
        <p:nvPr/>
      </p:nvGrpSpPr>
      <p:grpSpPr>
        <a:xfrm>
          <a:off x="0" y="0"/>
          <a:ext cx="0" cy="0"/>
          <a:chOff x="0" y="0"/>
          <a:chExt cx="0" cy="0"/>
        </a:xfrm>
      </p:grpSpPr>
      <p:sp>
        <p:nvSpPr>
          <p:cNvPr id="3890" name="Google Shape;3890;p6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891" name="Google Shape;3891;p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0" name="Shape 3900"/>
        <p:cNvGrpSpPr/>
        <p:nvPr/>
      </p:nvGrpSpPr>
      <p:grpSpPr>
        <a:xfrm>
          <a:off x="0" y="0"/>
          <a:ext cx="0" cy="0"/>
          <a:chOff x="0" y="0"/>
          <a:chExt cx="0" cy="0"/>
        </a:xfrm>
      </p:grpSpPr>
      <p:sp>
        <p:nvSpPr>
          <p:cNvPr id="3901" name="Google Shape;3901;p6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902" name="Google Shape;3902;p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1" name="Shape 3911"/>
        <p:cNvGrpSpPr/>
        <p:nvPr/>
      </p:nvGrpSpPr>
      <p:grpSpPr>
        <a:xfrm>
          <a:off x="0" y="0"/>
          <a:ext cx="0" cy="0"/>
          <a:chOff x="0" y="0"/>
          <a:chExt cx="0" cy="0"/>
        </a:xfrm>
      </p:grpSpPr>
      <p:sp>
        <p:nvSpPr>
          <p:cNvPr id="3912" name="Google Shape;3912;p6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913" name="Google Shape;3913;p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3" name="Shape 3923"/>
        <p:cNvGrpSpPr/>
        <p:nvPr/>
      </p:nvGrpSpPr>
      <p:grpSpPr>
        <a:xfrm>
          <a:off x="0" y="0"/>
          <a:ext cx="0" cy="0"/>
          <a:chOff x="0" y="0"/>
          <a:chExt cx="0" cy="0"/>
        </a:xfrm>
      </p:grpSpPr>
      <p:sp>
        <p:nvSpPr>
          <p:cNvPr id="3924" name="Google Shape;3924;p6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925" name="Google Shape;3925;p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6" name="Shape 3936"/>
        <p:cNvGrpSpPr/>
        <p:nvPr/>
      </p:nvGrpSpPr>
      <p:grpSpPr>
        <a:xfrm>
          <a:off x="0" y="0"/>
          <a:ext cx="0" cy="0"/>
          <a:chOff x="0" y="0"/>
          <a:chExt cx="0" cy="0"/>
        </a:xfrm>
      </p:grpSpPr>
      <p:sp>
        <p:nvSpPr>
          <p:cNvPr id="3937" name="Google Shape;3937;p70:notes"/>
          <p:cNvSpPr txBox="1"/>
          <p:nvPr>
            <p:ph idx="1" type="body"/>
          </p:nvPr>
        </p:nvSpPr>
        <p:spPr>
          <a:xfrm>
            <a:off x="685800" y="4400550"/>
            <a:ext cx="5486400" cy="36004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Times New Roman"/>
              <a:buNone/>
            </a:pPr>
            <a:r>
              <a:t/>
            </a:r>
            <a:endParaRPr/>
          </a:p>
        </p:txBody>
      </p:sp>
      <p:sp>
        <p:nvSpPr>
          <p:cNvPr id="3938" name="Google Shape;3938;p7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1" name="Shape 3941"/>
        <p:cNvGrpSpPr/>
        <p:nvPr/>
      </p:nvGrpSpPr>
      <p:grpSpPr>
        <a:xfrm>
          <a:off x="0" y="0"/>
          <a:ext cx="0" cy="0"/>
          <a:chOff x="0" y="0"/>
          <a:chExt cx="0" cy="0"/>
        </a:xfrm>
      </p:grpSpPr>
      <p:sp>
        <p:nvSpPr>
          <p:cNvPr id="3942" name="Google Shape;3942;p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943" name="Google Shape;3943;p7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44" name="Google Shape;3944;p72: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8" name="Shape 3948"/>
        <p:cNvGrpSpPr/>
        <p:nvPr/>
      </p:nvGrpSpPr>
      <p:grpSpPr>
        <a:xfrm>
          <a:off x="0" y="0"/>
          <a:ext cx="0" cy="0"/>
          <a:chOff x="0" y="0"/>
          <a:chExt cx="0" cy="0"/>
        </a:xfrm>
      </p:grpSpPr>
      <p:sp>
        <p:nvSpPr>
          <p:cNvPr id="3949" name="Google Shape;3949;p7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950" name="Google Shape;3950;p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5" name="Shape 3955"/>
        <p:cNvGrpSpPr/>
        <p:nvPr/>
      </p:nvGrpSpPr>
      <p:grpSpPr>
        <a:xfrm>
          <a:off x="0" y="0"/>
          <a:ext cx="0" cy="0"/>
          <a:chOff x="0" y="0"/>
          <a:chExt cx="0" cy="0"/>
        </a:xfrm>
      </p:grpSpPr>
      <p:sp>
        <p:nvSpPr>
          <p:cNvPr id="3956" name="Google Shape;3956;p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957" name="Google Shape;3957;p7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58" name="Google Shape;3958;p74: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6" name="Shape 3966"/>
        <p:cNvGrpSpPr/>
        <p:nvPr/>
      </p:nvGrpSpPr>
      <p:grpSpPr>
        <a:xfrm>
          <a:off x="0" y="0"/>
          <a:ext cx="0" cy="0"/>
          <a:chOff x="0" y="0"/>
          <a:chExt cx="0" cy="0"/>
        </a:xfrm>
      </p:grpSpPr>
      <p:sp>
        <p:nvSpPr>
          <p:cNvPr id="3967" name="Google Shape;3967;p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968" name="Google Shape;3968;p7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9" name="Google Shape;3969;p75: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6" name="Shape 3976"/>
        <p:cNvGrpSpPr/>
        <p:nvPr/>
      </p:nvGrpSpPr>
      <p:grpSpPr>
        <a:xfrm>
          <a:off x="0" y="0"/>
          <a:ext cx="0" cy="0"/>
          <a:chOff x="0" y="0"/>
          <a:chExt cx="0" cy="0"/>
        </a:xfrm>
      </p:grpSpPr>
      <p:sp>
        <p:nvSpPr>
          <p:cNvPr id="3977" name="Google Shape;3977;p7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978" name="Google Shape;3978;p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2" name="Shape 3982"/>
        <p:cNvGrpSpPr/>
        <p:nvPr/>
      </p:nvGrpSpPr>
      <p:grpSpPr>
        <a:xfrm>
          <a:off x="0" y="0"/>
          <a:ext cx="0" cy="0"/>
          <a:chOff x="0" y="0"/>
          <a:chExt cx="0" cy="0"/>
        </a:xfrm>
      </p:grpSpPr>
      <p:sp>
        <p:nvSpPr>
          <p:cNvPr id="3983" name="Google Shape;3983;p7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984" name="Google Shape;3984;p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9" name="Shape 3989"/>
        <p:cNvGrpSpPr/>
        <p:nvPr/>
      </p:nvGrpSpPr>
      <p:grpSpPr>
        <a:xfrm>
          <a:off x="0" y="0"/>
          <a:ext cx="0" cy="0"/>
          <a:chOff x="0" y="0"/>
          <a:chExt cx="0" cy="0"/>
        </a:xfrm>
      </p:grpSpPr>
      <p:sp>
        <p:nvSpPr>
          <p:cNvPr id="3990" name="Google Shape;3990;p78:notes"/>
          <p:cNvSpPr txBox="1"/>
          <p:nvPr>
            <p:ph idx="1" type="body"/>
          </p:nvPr>
        </p:nvSpPr>
        <p:spPr>
          <a:xfrm>
            <a:off x="685800" y="4400550"/>
            <a:ext cx="5486400" cy="36004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Times New Roman"/>
              <a:buNone/>
            </a:pPr>
            <a:r>
              <a:t/>
            </a:r>
            <a:endParaRPr/>
          </a:p>
        </p:txBody>
      </p:sp>
      <p:sp>
        <p:nvSpPr>
          <p:cNvPr id="3991" name="Google Shape;3991;p7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4" name="Shape 3994"/>
        <p:cNvGrpSpPr/>
        <p:nvPr/>
      </p:nvGrpSpPr>
      <p:grpSpPr>
        <a:xfrm>
          <a:off x="0" y="0"/>
          <a:ext cx="0" cy="0"/>
          <a:chOff x="0" y="0"/>
          <a:chExt cx="0" cy="0"/>
        </a:xfrm>
      </p:grpSpPr>
      <p:sp>
        <p:nvSpPr>
          <p:cNvPr id="3995" name="Google Shape;3995;p7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996" name="Google Shape;3996;p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5" name="Shape 4005"/>
        <p:cNvGrpSpPr/>
        <p:nvPr/>
      </p:nvGrpSpPr>
      <p:grpSpPr>
        <a:xfrm>
          <a:off x="0" y="0"/>
          <a:ext cx="0" cy="0"/>
          <a:chOff x="0" y="0"/>
          <a:chExt cx="0" cy="0"/>
        </a:xfrm>
      </p:grpSpPr>
      <p:sp>
        <p:nvSpPr>
          <p:cNvPr id="4006" name="Google Shape;4006;p8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Times New Roman"/>
              <a:buNone/>
            </a:pPr>
            <a:r>
              <a:t/>
            </a:r>
            <a:endParaRPr/>
          </a:p>
        </p:txBody>
      </p:sp>
      <p:sp>
        <p:nvSpPr>
          <p:cNvPr id="4007" name="Google Shape;4007;p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1" name="Shape 4011"/>
        <p:cNvGrpSpPr/>
        <p:nvPr/>
      </p:nvGrpSpPr>
      <p:grpSpPr>
        <a:xfrm>
          <a:off x="0" y="0"/>
          <a:ext cx="0" cy="0"/>
          <a:chOff x="0" y="0"/>
          <a:chExt cx="0" cy="0"/>
        </a:xfrm>
      </p:grpSpPr>
      <p:sp>
        <p:nvSpPr>
          <p:cNvPr id="4012" name="Google Shape;4012;p8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Times New Roman"/>
              <a:buNone/>
            </a:pPr>
            <a:r>
              <a:t/>
            </a:r>
            <a:endParaRPr/>
          </a:p>
        </p:txBody>
      </p:sp>
      <p:sp>
        <p:nvSpPr>
          <p:cNvPr id="4013" name="Google Shape;4013;p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7" name="Shape 4017"/>
        <p:cNvGrpSpPr/>
        <p:nvPr/>
      </p:nvGrpSpPr>
      <p:grpSpPr>
        <a:xfrm>
          <a:off x="0" y="0"/>
          <a:ext cx="0" cy="0"/>
          <a:chOff x="0" y="0"/>
          <a:chExt cx="0" cy="0"/>
        </a:xfrm>
      </p:grpSpPr>
      <p:sp>
        <p:nvSpPr>
          <p:cNvPr id="4018" name="Google Shape;4018;p8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Times New Roman"/>
              <a:buNone/>
            </a:pPr>
            <a:r>
              <a:t/>
            </a:r>
            <a:endParaRPr/>
          </a:p>
        </p:txBody>
      </p:sp>
      <p:sp>
        <p:nvSpPr>
          <p:cNvPr id="4019" name="Google Shape;4019;p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3" name="Shape 4023"/>
        <p:cNvGrpSpPr/>
        <p:nvPr/>
      </p:nvGrpSpPr>
      <p:grpSpPr>
        <a:xfrm>
          <a:off x="0" y="0"/>
          <a:ext cx="0" cy="0"/>
          <a:chOff x="0" y="0"/>
          <a:chExt cx="0" cy="0"/>
        </a:xfrm>
      </p:grpSpPr>
      <p:sp>
        <p:nvSpPr>
          <p:cNvPr id="4024" name="Google Shape;4024;p8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Times New Roman"/>
              <a:buNone/>
            </a:pPr>
            <a:r>
              <a:t/>
            </a:r>
            <a:endParaRPr/>
          </a:p>
        </p:txBody>
      </p:sp>
      <p:sp>
        <p:nvSpPr>
          <p:cNvPr id="4025" name="Google Shape;4025;p8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0" name="Shape 4030"/>
        <p:cNvGrpSpPr/>
        <p:nvPr/>
      </p:nvGrpSpPr>
      <p:grpSpPr>
        <a:xfrm>
          <a:off x="0" y="0"/>
          <a:ext cx="0" cy="0"/>
          <a:chOff x="0" y="0"/>
          <a:chExt cx="0" cy="0"/>
        </a:xfrm>
      </p:grpSpPr>
      <p:sp>
        <p:nvSpPr>
          <p:cNvPr id="4031" name="Google Shape;4031;p8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Times New Roman"/>
              <a:buNone/>
            </a:pPr>
            <a:r>
              <a:t/>
            </a:r>
            <a:endParaRPr/>
          </a:p>
        </p:txBody>
      </p:sp>
      <p:sp>
        <p:nvSpPr>
          <p:cNvPr id="4032" name="Google Shape;4032;p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7" name="Shape 4037"/>
        <p:cNvGrpSpPr/>
        <p:nvPr/>
      </p:nvGrpSpPr>
      <p:grpSpPr>
        <a:xfrm>
          <a:off x="0" y="0"/>
          <a:ext cx="0" cy="0"/>
          <a:chOff x="0" y="0"/>
          <a:chExt cx="0" cy="0"/>
        </a:xfrm>
      </p:grpSpPr>
      <p:sp>
        <p:nvSpPr>
          <p:cNvPr id="4038" name="Google Shape;4038;p8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Times New Roman"/>
              <a:buNone/>
            </a:pPr>
            <a:r>
              <a:t/>
            </a:r>
            <a:endParaRPr/>
          </a:p>
        </p:txBody>
      </p:sp>
      <p:sp>
        <p:nvSpPr>
          <p:cNvPr id="4039" name="Google Shape;4039;p8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4" name="Shape 4044"/>
        <p:cNvGrpSpPr/>
        <p:nvPr/>
      </p:nvGrpSpPr>
      <p:grpSpPr>
        <a:xfrm>
          <a:off x="0" y="0"/>
          <a:ext cx="0" cy="0"/>
          <a:chOff x="0" y="0"/>
          <a:chExt cx="0" cy="0"/>
        </a:xfrm>
      </p:grpSpPr>
      <p:sp>
        <p:nvSpPr>
          <p:cNvPr id="4045" name="Google Shape;4045;p8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046" name="Google Shape;4046;p8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3" name="Shape 4053"/>
        <p:cNvGrpSpPr/>
        <p:nvPr/>
      </p:nvGrpSpPr>
      <p:grpSpPr>
        <a:xfrm>
          <a:off x="0" y="0"/>
          <a:ext cx="0" cy="0"/>
          <a:chOff x="0" y="0"/>
          <a:chExt cx="0" cy="0"/>
        </a:xfrm>
      </p:grpSpPr>
      <p:sp>
        <p:nvSpPr>
          <p:cNvPr id="4054" name="Google Shape;4054;p8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Times New Roman"/>
              <a:buNone/>
            </a:pPr>
            <a:r>
              <a:t/>
            </a:r>
            <a:endParaRPr/>
          </a:p>
        </p:txBody>
      </p:sp>
      <p:sp>
        <p:nvSpPr>
          <p:cNvPr id="4055" name="Google Shape;4055;p8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4" name="Shape 4064"/>
        <p:cNvGrpSpPr/>
        <p:nvPr/>
      </p:nvGrpSpPr>
      <p:grpSpPr>
        <a:xfrm>
          <a:off x="0" y="0"/>
          <a:ext cx="0" cy="0"/>
          <a:chOff x="0" y="0"/>
          <a:chExt cx="0" cy="0"/>
        </a:xfrm>
      </p:grpSpPr>
      <p:sp>
        <p:nvSpPr>
          <p:cNvPr id="4065" name="Google Shape;4065;p8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Times New Roman"/>
              <a:buNone/>
            </a:pPr>
            <a:r>
              <a:t/>
            </a:r>
            <a:endParaRPr/>
          </a:p>
        </p:txBody>
      </p:sp>
      <p:sp>
        <p:nvSpPr>
          <p:cNvPr id="4066" name="Google Shape;4066;p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0" name="Shape 4070"/>
        <p:cNvGrpSpPr/>
        <p:nvPr/>
      </p:nvGrpSpPr>
      <p:grpSpPr>
        <a:xfrm>
          <a:off x="0" y="0"/>
          <a:ext cx="0" cy="0"/>
          <a:chOff x="0" y="0"/>
          <a:chExt cx="0" cy="0"/>
        </a:xfrm>
      </p:grpSpPr>
      <p:sp>
        <p:nvSpPr>
          <p:cNvPr id="4071" name="Google Shape;4071;p89: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4072" name="Google Shape;4072;p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73" name="Google Shape;4073;p8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8" name="Shape 4078"/>
        <p:cNvGrpSpPr/>
        <p:nvPr/>
      </p:nvGrpSpPr>
      <p:grpSpPr>
        <a:xfrm>
          <a:off x="0" y="0"/>
          <a:ext cx="0" cy="0"/>
          <a:chOff x="0" y="0"/>
          <a:chExt cx="0" cy="0"/>
        </a:xfrm>
      </p:grpSpPr>
      <p:sp>
        <p:nvSpPr>
          <p:cNvPr id="4079" name="Google Shape;4079;p90: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4080" name="Google Shape;4080;p9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81" name="Google Shape;4081;p9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5" name="Shape 4085"/>
        <p:cNvGrpSpPr/>
        <p:nvPr/>
      </p:nvGrpSpPr>
      <p:grpSpPr>
        <a:xfrm>
          <a:off x="0" y="0"/>
          <a:ext cx="0" cy="0"/>
          <a:chOff x="0" y="0"/>
          <a:chExt cx="0" cy="0"/>
        </a:xfrm>
      </p:grpSpPr>
      <p:sp>
        <p:nvSpPr>
          <p:cNvPr id="4086" name="Google Shape;4086;p9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087" name="Google Shape;4087;p9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0" name="Shape 4090"/>
        <p:cNvGrpSpPr/>
        <p:nvPr/>
      </p:nvGrpSpPr>
      <p:grpSpPr>
        <a:xfrm>
          <a:off x="0" y="0"/>
          <a:ext cx="0" cy="0"/>
          <a:chOff x="0" y="0"/>
          <a:chExt cx="0" cy="0"/>
        </a:xfrm>
      </p:grpSpPr>
      <p:sp>
        <p:nvSpPr>
          <p:cNvPr id="4091" name="Google Shape;4091;g2a33f95ab57_0_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092" name="Google Shape;4092;g2a33f95ab57_0_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 Id="rId3" Type="http://schemas.openxmlformats.org/officeDocument/2006/relationships/image" Target="../media/image7.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jpg"/><Relationship Id="rId3" Type="http://schemas.openxmlformats.org/officeDocument/2006/relationships/image" Target="../media/image7.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6.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6.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6.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7.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7.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jpg"/><Relationship Id="rId3" Type="http://schemas.openxmlformats.org/officeDocument/2006/relationships/image" Target="../media/image6.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6.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6.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6.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6.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6.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6.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6.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6.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6.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8.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jpg"/><Relationship Id="rId3" Type="http://schemas.openxmlformats.org/officeDocument/2006/relationships/image" Target="../media/image6.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7.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6.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6.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6.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6.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6.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6.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6.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6.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6.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6.pn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jpg"/><Relationship Id="rId3" Type="http://schemas.openxmlformats.org/officeDocument/2006/relationships/image" Target="../media/image7.pn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6.png"/></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6.png"/></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6.png"/></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jpg"/><Relationship Id="rId3" Type="http://schemas.openxmlformats.org/officeDocument/2006/relationships/image" Target="../media/image7.png"/></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jpg"/><Relationship Id="rId3" Type="http://schemas.openxmlformats.org/officeDocument/2006/relationships/image" Target="../media/image7.png"/></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jpg"/><Relationship Id="rId3" Type="http://schemas.openxmlformats.org/officeDocument/2006/relationships/image" Target="../media/image6.png"/></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6.png"/></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6.png"/></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6.png"/></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6.png"/></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6.png"/></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6.png"/></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8.png"/></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jpg"/><Relationship Id="rId3" Type="http://schemas.openxmlformats.org/officeDocument/2006/relationships/image" Target="../media/image7.png"/></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6.png"/></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6.png"/></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6.png"/></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6.png"/></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6.png"/></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6.png"/></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6.png"/></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6.png"/></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6.png"/></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6.png"/></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1.jpg"/><Relationship Id="rId3" Type="http://schemas.openxmlformats.org/officeDocument/2006/relationships/image" Target="../media/image7.png"/></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5.jpg"/><Relationship Id="rId3" Type="http://schemas.openxmlformats.org/officeDocument/2006/relationships/image" Target="../media/image7.png"/></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1.jpg"/><Relationship Id="rId3" Type="http://schemas.openxmlformats.org/officeDocument/2006/relationships/image" Target="../media/image6.png"/></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6.png"/></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6.png"/></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6.png"/></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6.png"/></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6.png"/></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6.png"/></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8.png"/></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jpg"/><Relationship Id="rId3" Type="http://schemas.openxmlformats.org/officeDocument/2006/relationships/image" Target="../media/image6.png"/></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6.png"/></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6.png"/></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5.jpg"/><Relationship Id="rId3" Type="http://schemas.openxmlformats.org/officeDocument/2006/relationships/image" Target="../media/image7.png"/></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6.png"/></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jpg"/><Relationship Id="rId3" Type="http://schemas.openxmlformats.org/officeDocument/2006/relationships/image" Target="../media/image6.png"/></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337.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5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6.png"/></Relationships>
</file>

<file path=ppt/slideLayouts/_rels/slideLayout363.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6.png"/></Relationships>
</file>

<file path=ppt/slideLayouts/_rels/slideLayout36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bg>
      <p:bgPr>
        <a:blipFill>
          <a:blip r:embed="rId2">
            <a:alphaModFix/>
          </a:blip>
          <a:stretch>
            <a:fillRect/>
          </a:stretch>
        </a:blipFill>
      </p:bgPr>
    </p:bg>
    <p:spTree>
      <p:nvGrpSpPr>
        <p:cNvPr id="15" name="Shape 15"/>
        <p:cNvGrpSpPr/>
        <p:nvPr/>
      </p:nvGrpSpPr>
      <p:grpSpPr>
        <a:xfrm>
          <a:off x="0" y="0"/>
          <a:ext cx="0" cy="0"/>
          <a:chOff x="0" y="0"/>
          <a:chExt cx="0" cy="0"/>
        </a:xfrm>
      </p:grpSpPr>
      <p:sp>
        <p:nvSpPr>
          <p:cNvPr id="16" name="Google Shape;16;p94"/>
          <p:cNvSpPr/>
          <p:nvPr/>
        </p:nvSpPr>
        <p:spPr>
          <a:xfrm>
            <a:off x="0" y="3352800"/>
            <a:ext cx="8686800" cy="2743200"/>
          </a:xfrm>
          <a:prstGeom prst="rect">
            <a:avLst/>
          </a:prstGeom>
          <a:solidFill>
            <a:srgbClr val="10114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17" name="Google Shape;17;p94"/>
          <p:cNvSpPr/>
          <p:nvPr/>
        </p:nvSpPr>
        <p:spPr>
          <a:xfrm>
            <a:off x="2895600" y="6096000"/>
            <a:ext cx="2895600" cy="76200"/>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18" name="Google Shape;18;p94"/>
          <p:cNvSpPr/>
          <p:nvPr/>
        </p:nvSpPr>
        <p:spPr>
          <a:xfrm>
            <a:off x="0" y="6096000"/>
            <a:ext cx="2895600" cy="76200"/>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19" name="Google Shape;19;p94"/>
          <p:cNvSpPr/>
          <p:nvPr/>
        </p:nvSpPr>
        <p:spPr>
          <a:xfrm>
            <a:off x="5791200" y="6096000"/>
            <a:ext cx="2895600" cy="7620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pic>
        <p:nvPicPr>
          <p:cNvPr descr="BITS_university_logo_whitevert.png" id="20" name="Google Shape;20;p94"/>
          <p:cNvPicPr preferRelativeResize="0"/>
          <p:nvPr/>
        </p:nvPicPr>
        <p:blipFill rotWithShape="1">
          <a:blip r:embed="rId3">
            <a:alphaModFix/>
          </a:blip>
          <a:srcRect b="28592" l="0" r="0" t="2"/>
          <a:stretch/>
        </p:blipFill>
        <p:spPr>
          <a:xfrm>
            <a:off x="76200" y="3352800"/>
            <a:ext cx="2057400" cy="1979613"/>
          </a:xfrm>
          <a:prstGeom prst="rect">
            <a:avLst/>
          </a:prstGeom>
          <a:noFill/>
          <a:ln>
            <a:noFill/>
          </a:ln>
        </p:spPr>
      </p:pic>
      <p:sp>
        <p:nvSpPr>
          <p:cNvPr id="21" name="Google Shape;21;p94"/>
          <p:cNvSpPr txBox="1"/>
          <p:nvPr/>
        </p:nvSpPr>
        <p:spPr>
          <a:xfrm>
            <a:off x="-76200" y="5257800"/>
            <a:ext cx="2209800" cy="5540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900"/>
              <a:buFont typeface="Arial"/>
              <a:buNone/>
            </a:pPr>
            <a:r>
              <a:rPr b="1" i="0" lang="en-US" sz="2900" u="none" cap="none" strike="noStrike">
                <a:solidFill>
                  <a:srgbClr val="FFFFFF"/>
                </a:solidFill>
                <a:latin typeface="Arial"/>
                <a:ea typeface="Arial"/>
                <a:cs typeface="Arial"/>
                <a:sym typeface="Arial"/>
              </a:rPr>
              <a:t>BITS</a:t>
            </a:r>
            <a:r>
              <a:rPr b="0" i="0" lang="en-US" sz="2900" u="none" cap="none" strike="noStrike">
                <a:solidFill>
                  <a:srgbClr val="FFFFFF"/>
                </a:solidFill>
                <a:latin typeface="Arial"/>
                <a:ea typeface="Arial"/>
                <a:cs typeface="Arial"/>
                <a:sym typeface="Arial"/>
              </a:rPr>
              <a:t> Pilani</a:t>
            </a:r>
            <a:endParaRPr b="0" i="0" sz="1400" u="none" cap="none" strike="noStrike">
              <a:solidFill>
                <a:srgbClr val="000000"/>
              </a:solidFill>
              <a:latin typeface="Arial"/>
              <a:ea typeface="Arial"/>
              <a:cs typeface="Arial"/>
              <a:sym typeface="Arial"/>
            </a:endParaRPr>
          </a:p>
        </p:txBody>
      </p:sp>
      <p:sp>
        <p:nvSpPr>
          <p:cNvPr id="22" name="Google Shape;22;p94"/>
          <p:cNvSpPr txBox="1"/>
          <p:nvPr/>
        </p:nvSpPr>
        <p:spPr>
          <a:xfrm>
            <a:off x="152400" y="5667375"/>
            <a:ext cx="1905000"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Arial"/>
                <a:ea typeface="Arial"/>
                <a:cs typeface="Arial"/>
                <a:sym typeface="Arial"/>
              </a:rPr>
              <a:t>Pilani Campus</a:t>
            </a:r>
            <a:endParaRPr b="0" i="0" sz="1400" u="none" cap="none" strike="noStrike">
              <a:solidFill>
                <a:srgbClr val="000000"/>
              </a:solidFill>
              <a:latin typeface="Arial"/>
              <a:ea typeface="Arial"/>
              <a:cs typeface="Arial"/>
              <a:sym typeface="Arial"/>
            </a:endParaRPr>
          </a:p>
        </p:txBody>
      </p:sp>
      <p:sp>
        <p:nvSpPr>
          <p:cNvPr id="23" name="Google Shape;23;p94"/>
          <p:cNvSpPr/>
          <p:nvPr/>
        </p:nvSpPr>
        <p:spPr>
          <a:xfrm>
            <a:off x="0" y="3352800"/>
            <a:ext cx="8686800" cy="2743200"/>
          </a:xfrm>
          <a:prstGeom prst="rect">
            <a:avLst/>
          </a:prstGeom>
          <a:solidFill>
            <a:srgbClr val="10114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24" name="Google Shape;24;p94"/>
          <p:cNvSpPr/>
          <p:nvPr/>
        </p:nvSpPr>
        <p:spPr>
          <a:xfrm>
            <a:off x="2895600" y="6096000"/>
            <a:ext cx="2895600" cy="76200"/>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25" name="Google Shape;25;p94"/>
          <p:cNvSpPr/>
          <p:nvPr/>
        </p:nvSpPr>
        <p:spPr>
          <a:xfrm>
            <a:off x="0" y="6096000"/>
            <a:ext cx="2895600" cy="76200"/>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26" name="Google Shape;26;p94"/>
          <p:cNvSpPr/>
          <p:nvPr/>
        </p:nvSpPr>
        <p:spPr>
          <a:xfrm>
            <a:off x="5791200" y="6096000"/>
            <a:ext cx="2895600" cy="7620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pic>
        <p:nvPicPr>
          <p:cNvPr descr="BITS_university_logo_whitevert.png" id="27" name="Google Shape;27;p94"/>
          <p:cNvPicPr preferRelativeResize="0"/>
          <p:nvPr/>
        </p:nvPicPr>
        <p:blipFill rotWithShape="1">
          <a:blip r:embed="rId3">
            <a:alphaModFix/>
          </a:blip>
          <a:srcRect b="28592" l="0" r="0" t="2"/>
          <a:stretch/>
        </p:blipFill>
        <p:spPr>
          <a:xfrm>
            <a:off x="76200" y="3352800"/>
            <a:ext cx="2057400" cy="1979613"/>
          </a:xfrm>
          <a:prstGeom prst="rect">
            <a:avLst/>
          </a:prstGeom>
          <a:noFill/>
          <a:ln>
            <a:noFill/>
          </a:ln>
        </p:spPr>
      </p:pic>
      <p:sp>
        <p:nvSpPr>
          <p:cNvPr id="28" name="Google Shape;28;p94"/>
          <p:cNvSpPr txBox="1"/>
          <p:nvPr/>
        </p:nvSpPr>
        <p:spPr>
          <a:xfrm>
            <a:off x="-76200" y="5257800"/>
            <a:ext cx="2209800" cy="5540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900"/>
              <a:buFont typeface="Arial"/>
              <a:buNone/>
            </a:pPr>
            <a:r>
              <a:rPr b="1" i="0" lang="en-US" sz="2900" u="none" cap="none" strike="noStrike">
                <a:solidFill>
                  <a:srgbClr val="FFFFFF"/>
                </a:solidFill>
                <a:latin typeface="Arial"/>
                <a:ea typeface="Arial"/>
                <a:cs typeface="Arial"/>
                <a:sym typeface="Arial"/>
              </a:rPr>
              <a:t>BITS</a:t>
            </a:r>
            <a:r>
              <a:rPr b="0" i="0" lang="en-US" sz="2900" u="none" cap="none" strike="noStrike">
                <a:solidFill>
                  <a:srgbClr val="FFFFFF"/>
                </a:solidFill>
                <a:latin typeface="Arial"/>
                <a:ea typeface="Arial"/>
                <a:cs typeface="Arial"/>
                <a:sym typeface="Arial"/>
              </a:rPr>
              <a:t> Pilani</a:t>
            </a:r>
            <a:endParaRPr b="0" i="0" sz="1400" u="none" cap="none" strike="noStrike">
              <a:solidFill>
                <a:srgbClr val="000000"/>
              </a:solidFill>
              <a:latin typeface="Arial"/>
              <a:ea typeface="Arial"/>
              <a:cs typeface="Arial"/>
              <a:sym typeface="Arial"/>
            </a:endParaRPr>
          </a:p>
        </p:txBody>
      </p:sp>
      <p:sp>
        <p:nvSpPr>
          <p:cNvPr id="29" name="Google Shape;29;p94"/>
          <p:cNvSpPr txBox="1"/>
          <p:nvPr/>
        </p:nvSpPr>
        <p:spPr>
          <a:xfrm>
            <a:off x="152400" y="5667375"/>
            <a:ext cx="1905000"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Arial"/>
                <a:ea typeface="Arial"/>
                <a:cs typeface="Arial"/>
                <a:sym typeface="Arial"/>
              </a:rPr>
              <a:t>Pilani Campus</a:t>
            </a:r>
            <a:endParaRPr b="0" i="0" sz="1400" u="none" cap="none" strike="noStrike">
              <a:solidFill>
                <a:srgbClr val="000000"/>
              </a:solidFill>
              <a:latin typeface="Arial"/>
              <a:ea typeface="Arial"/>
              <a:cs typeface="Arial"/>
              <a:sym typeface="Arial"/>
            </a:endParaRPr>
          </a:p>
        </p:txBody>
      </p:sp>
      <p:sp>
        <p:nvSpPr>
          <p:cNvPr id="30" name="Google Shape;30;p94"/>
          <p:cNvSpPr txBox="1"/>
          <p:nvPr>
            <p:ph idx="1" type="body"/>
          </p:nvPr>
        </p:nvSpPr>
        <p:spPr>
          <a:xfrm>
            <a:off x="2514600" y="5410200"/>
            <a:ext cx="6019800" cy="533400"/>
          </a:xfrm>
          <a:prstGeom prst="rect">
            <a:avLst/>
          </a:prstGeom>
          <a:noFill/>
          <a:ln>
            <a:noFill/>
          </a:ln>
        </p:spPr>
        <p:txBody>
          <a:bodyPr anchorCtr="0" anchor="b" bIns="45700" lIns="91425" spcFirstLastPara="1" rIns="91425" wrap="square" tIns="45700">
            <a:noAutofit/>
          </a:bodyPr>
          <a:lstStyle>
            <a:lvl1pPr indent="-228600" lvl="0" marL="457200" algn="r">
              <a:lnSpc>
                <a:spcPct val="100000"/>
              </a:lnSpc>
              <a:spcBef>
                <a:spcPts val="0"/>
              </a:spcBef>
              <a:spcAft>
                <a:spcPts val="0"/>
              </a:spcAft>
              <a:buClr>
                <a:schemeClr val="lt1"/>
              </a:buClr>
              <a:buSzPts val="1800"/>
              <a:buNone/>
              <a:defRPr sz="1800">
                <a:solidFill>
                  <a:schemeClr val="lt1"/>
                </a:solidFil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1" name="Google Shape;31;p94"/>
          <p:cNvSpPr txBox="1"/>
          <p:nvPr>
            <p:ph type="title"/>
          </p:nvPr>
        </p:nvSpPr>
        <p:spPr>
          <a:xfrm>
            <a:off x="2514600" y="3810000"/>
            <a:ext cx="6019800" cy="1524000"/>
          </a:xfrm>
          <a:prstGeom prst="rect">
            <a:avLst/>
          </a:prstGeom>
          <a:noFill/>
          <a:ln>
            <a:noFill/>
          </a:ln>
        </p:spPr>
        <p:txBody>
          <a:bodyPr anchorCtr="0" anchor="ctr" bIns="45700" lIns="91425" spcFirstLastPara="1" rIns="91425" wrap="square" tIns="45700">
            <a:noAutofit/>
          </a:bodyPr>
          <a:lstStyle>
            <a:lvl1pPr lvl="0" algn="l">
              <a:lnSpc>
                <a:spcPct val="90909"/>
              </a:lnSpc>
              <a:spcBef>
                <a:spcPts val="0"/>
              </a:spcBef>
              <a:spcAft>
                <a:spcPts val="0"/>
              </a:spcAft>
              <a:buSzPts val="1400"/>
              <a:buNone/>
              <a:defRPr sz="4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32" name="Shape 32"/>
        <p:cNvGrpSpPr/>
        <p:nvPr/>
      </p:nvGrpSpPr>
      <p:grpSpPr>
        <a:xfrm>
          <a:off x="0" y="0"/>
          <a:ext cx="0" cy="0"/>
          <a:chOff x="0" y="0"/>
          <a:chExt cx="0" cy="0"/>
        </a:xfrm>
      </p:grpSpPr>
      <p:sp>
        <p:nvSpPr>
          <p:cNvPr id="33" name="Google Shape;33;p95"/>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34" name="Google Shape;34;p95"/>
          <p:cNvGrpSpPr/>
          <p:nvPr/>
        </p:nvGrpSpPr>
        <p:grpSpPr>
          <a:xfrm>
            <a:off x="2084388" y="6550025"/>
            <a:ext cx="7059612" cy="49213"/>
            <a:chOff x="2083888" y="6550671"/>
            <a:chExt cx="7060112" cy="48665"/>
          </a:xfrm>
        </p:grpSpPr>
        <p:sp>
          <p:nvSpPr>
            <p:cNvPr id="35" name="Google Shape;35;p95"/>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36" name="Google Shape;36;p95"/>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37" name="Google Shape;37;p95"/>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grpSp>
      <p:pic>
        <p:nvPicPr>
          <p:cNvPr descr="Picture 7.png" id="38" name="Google Shape;38;p95"/>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39" name="Google Shape;39;p95"/>
          <p:cNvGrpSpPr/>
          <p:nvPr/>
        </p:nvGrpSpPr>
        <p:grpSpPr>
          <a:xfrm>
            <a:off x="2133600" y="6553200"/>
            <a:ext cx="7010400" cy="46038"/>
            <a:chOff x="1905000" y="6553200"/>
            <a:chExt cx="7010400" cy="45719"/>
          </a:xfrm>
        </p:grpSpPr>
        <p:sp>
          <p:nvSpPr>
            <p:cNvPr id="40" name="Google Shape;40;p95"/>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41" name="Google Shape;41;p95"/>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42" name="Google Shape;42;p95"/>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grpSp>
      <p:grpSp>
        <p:nvGrpSpPr>
          <p:cNvPr id="43" name="Google Shape;43;p95"/>
          <p:cNvGrpSpPr/>
          <p:nvPr/>
        </p:nvGrpSpPr>
        <p:grpSpPr>
          <a:xfrm>
            <a:off x="0" y="1295400"/>
            <a:ext cx="7010400" cy="46038"/>
            <a:chOff x="1905000" y="6553200"/>
            <a:chExt cx="7010400" cy="45719"/>
          </a:xfrm>
        </p:grpSpPr>
        <p:sp>
          <p:nvSpPr>
            <p:cNvPr id="44" name="Google Shape;44;p95"/>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45" name="Google Shape;45;p95"/>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46" name="Google Shape;46;p95"/>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grpSp>
      <p:sp>
        <p:nvSpPr>
          <p:cNvPr id="47" name="Google Shape;47;p95"/>
          <p:cNvSpPr txBox="1"/>
          <p:nvPr>
            <p:ph idx="1" type="body"/>
          </p:nvPr>
        </p:nvSpPr>
        <p:spPr>
          <a:xfrm>
            <a:off x="304800" y="1493837"/>
            <a:ext cx="8229600" cy="4525963"/>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indent="-330200" lvl="1" marL="914400" marR="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8" name="Google Shape;48;p95"/>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49" name="Shape 49"/>
        <p:cNvGrpSpPr/>
        <p:nvPr/>
      </p:nvGrpSpPr>
      <p:grpSpPr>
        <a:xfrm>
          <a:off x="0" y="0"/>
          <a:ext cx="0" cy="0"/>
          <a:chOff x="0" y="0"/>
          <a:chExt cx="0" cy="0"/>
        </a:xfrm>
      </p:grpSpPr>
      <p:sp>
        <p:nvSpPr>
          <p:cNvPr id="50" name="Google Shape;50;p96"/>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51" name="Google Shape;51;p96"/>
          <p:cNvGrpSpPr/>
          <p:nvPr/>
        </p:nvGrpSpPr>
        <p:grpSpPr>
          <a:xfrm>
            <a:off x="2084388" y="6550025"/>
            <a:ext cx="7059612" cy="49213"/>
            <a:chOff x="2083888" y="6550671"/>
            <a:chExt cx="7060112" cy="48665"/>
          </a:xfrm>
        </p:grpSpPr>
        <p:sp>
          <p:nvSpPr>
            <p:cNvPr id="52" name="Google Shape;52;p96"/>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Tahoma"/>
                <a:ea typeface="Tahoma"/>
                <a:cs typeface="Tahoma"/>
                <a:sym typeface="Tahoma"/>
              </a:endParaRPr>
            </a:p>
          </p:txBody>
        </p:sp>
        <p:sp>
          <p:nvSpPr>
            <p:cNvPr id="53" name="Google Shape;53;p96"/>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Tahoma"/>
                <a:ea typeface="Tahoma"/>
                <a:cs typeface="Tahoma"/>
                <a:sym typeface="Tahoma"/>
              </a:endParaRPr>
            </a:p>
          </p:txBody>
        </p:sp>
        <p:sp>
          <p:nvSpPr>
            <p:cNvPr id="54" name="Google Shape;54;p96"/>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Tahoma"/>
                <a:ea typeface="Tahoma"/>
                <a:cs typeface="Tahoma"/>
                <a:sym typeface="Tahoma"/>
              </a:endParaRPr>
            </a:p>
          </p:txBody>
        </p:sp>
      </p:grpSp>
      <p:pic>
        <p:nvPicPr>
          <p:cNvPr descr="Picture 7.png" id="55" name="Google Shape;55;p96"/>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56" name="Google Shape;56;p96"/>
          <p:cNvGrpSpPr/>
          <p:nvPr/>
        </p:nvGrpSpPr>
        <p:grpSpPr>
          <a:xfrm>
            <a:off x="2133600" y="6553200"/>
            <a:ext cx="7010400" cy="46038"/>
            <a:chOff x="1905000" y="6553200"/>
            <a:chExt cx="7010400" cy="45719"/>
          </a:xfrm>
        </p:grpSpPr>
        <p:sp>
          <p:nvSpPr>
            <p:cNvPr id="57" name="Google Shape;57;p96"/>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Tahoma"/>
                <a:ea typeface="Tahoma"/>
                <a:cs typeface="Tahoma"/>
                <a:sym typeface="Tahoma"/>
              </a:endParaRPr>
            </a:p>
          </p:txBody>
        </p:sp>
        <p:sp>
          <p:nvSpPr>
            <p:cNvPr id="58" name="Google Shape;58;p96"/>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Tahoma"/>
                <a:ea typeface="Tahoma"/>
                <a:cs typeface="Tahoma"/>
                <a:sym typeface="Tahoma"/>
              </a:endParaRPr>
            </a:p>
          </p:txBody>
        </p:sp>
        <p:sp>
          <p:nvSpPr>
            <p:cNvPr id="59" name="Google Shape;59;p96"/>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Tahoma"/>
                <a:ea typeface="Tahoma"/>
                <a:cs typeface="Tahoma"/>
                <a:sym typeface="Tahoma"/>
              </a:endParaRPr>
            </a:p>
          </p:txBody>
        </p:sp>
      </p:grpSp>
      <p:grpSp>
        <p:nvGrpSpPr>
          <p:cNvPr id="60" name="Google Shape;60;p96"/>
          <p:cNvGrpSpPr/>
          <p:nvPr/>
        </p:nvGrpSpPr>
        <p:grpSpPr>
          <a:xfrm>
            <a:off x="0" y="1295400"/>
            <a:ext cx="7010400" cy="46038"/>
            <a:chOff x="1905000" y="6553200"/>
            <a:chExt cx="7010400" cy="45719"/>
          </a:xfrm>
        </p:grpSpPr>
        <p:sp>
          <p:nvSpPr>
            <p:cNvPr id="61" name="Google Shape;61;p96"/>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Tahoma"/>
                <a:ea typeface="Tahoma"/>
                <a:cs typeface="Tahoma"/>
                <a:sym typeface="Tahoma"/>
              </a:endParaRPr>
            </a:p>
          </p:txBody>
        </p:sp>
        <p:sp>
          <p:nvSpPr>
            <p:cNvPr id="62" name="Google Shape;62;p96"/>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Tahoma"/>
                <a:ea typeface="Tahoma"/>
                <a:cs typeface="Tahoma"/>
                <a:sym typeface="Tahoma"/>
              </a:endParaRPr>
            </a:p>
          </p:txBody>
        </p:sp>
        <p:sp>
          <p:nvSpPr>
            <p:cNvPr id="63" name="Google Shape;63;p96"/>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Tahoma"/>
                <a:ea typeface="Tahoma"/>
                <a:cs typeface="Tahoma"/>
                <a:sym typeface="Tahoma"/>
              </a:endParaRPr>
            </a:p>
          </p:txBody>
        </p:sp>
      </p:grpSp>
      <p:sp>
        <p:nvSpPr>
          <p:cNvPr id="64" name="Google Shape;64;p96"/>
          <p:cNvSpPr txBox="1"/>
          <p:nvPr>
            <p:ph idx="1" type="body"/>
          </p:nvPr>
        </p:nvSpPr>
        <p:spPr>
          <a:xfrm>
            <a:off x="304800" y="1493837"/>
            <a:ext cx="8229600" cy="4525963"/>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indent="-330200" lvl="1" marL="914400" marR="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5" name="Google Shape;65;p96"/>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blipFill>
          <a:blip r:embed="rId2">
            <a:alphaModFix/>
          </a:blip>
          <a:stretch>
            <a:fillRect/>
          </a:stretch>
        </a:blipFill>
      </p:bgPr>
    </p:bg>
    <p:spTree>
      <p:nvGrpSpPr>
        <p:cNvPr id="66" name="Shape 66"/>
        <p:cNvGrpSpPr/>
        <p:nvPr/>
      </p:nvGrpSpPr>
      <p:grpSpPr>
        <a:xfrm>
          <a:off x="0" y="0"/>
          <a:ext cx="0" cy="0"/>
          <a:chOff x="0" y="0"/>
          <a:chExt cx="0" cy="0"/>
        </a:xfrm>
      </p:grpSpPr>
      <p:sp>
        <p:nvSpPr>
          <p:cNvPr id="67" name="Google Shape;67;p136"/>
          <p:cNvSpPr/>
          <p:nvPr/>
        </p:nvSpPr>
        <p:spPr>
          <a:xfrm>
            <a:off x="0" y="3352800"/>
            <a:ext cx="8686800" cy="2743200"/>
          </a:xfrm>
          <a:prstGeom prst="rect">
            <a:avLst/>
          </a:prstGeom>
          <a:solidFill>
            <a:srgbClr val="10114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68" name="Google Shape;68;p136"/>
          <p:cNvSpPr/>
          <p:nvPr/>
        </p:nvSpPr>
        <p:spPr>
          <a:xfrm>
            <a:off x="2895600" y="6096000"/>
            <a:ext cx="2895600" cy="76200"/>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69" name="Google Shape;69;p136"/>
          <p:cNvSpPr/>
          <p:nvPr/>
        </p:nvSpPr>
        <p:spPr>
          <a:xfrm>
            <a:off x="0" y="6096000"/>
            <a:ext cx="2895600" cy="76200"/>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70" name="Google Shape;70;p136"/>
          <p:cNvSpPr/>
          <p:nvPr/>
        </p:nvSpPr>
        <p:spPr>
          <a:xfrm>
            <a:off x="5791200" y="6096000"/>
            <a:ext cx="2895600" cy="7620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pic>
        <p:nvPicPr>
          <p:cNvPr descr="BITS_university_logo_whitevert.png" id="71" name="Google Shape;71;p136"/>
          <p:cNvPicPr preferRelativeResize="0"/>
          <p:nvPr/>
        </p:nvPicPr>
        <p:blipFill rotWithShape="1">
          <a:blip r:embed="rId3">
            <a:alphaModFix/>
          </a:blip>
          <a:srcRect b="28592" l="0" r="0" t="2"/>
          <a:stretch/>
        </p:blipFill>
        <p:spPr>
          <a:xfrm>
            <a:off x="76200" y="3352800"/>
            <a:ext cx="2057400" cy="1979613"/>
          </a:xfrm>
          <a:prstGeom prst="rect">
            <a:avLst/>
          </a:prstGeom>
          <a:noFill/>
          <a:ln>
            <a:noFill/>
          </a:ln>
        </p:spPr>
      </p:pic>
      <p:sp>
        <p:nvSpPr>
          <p:cNvPr id="72" name="Google Shape;72;p136"/>
          <p:cNvSpPr txBox="1"/>
          <p:nvPr/>
        </p:nvSpPr>
        <p:spPr>
          <a:xfrm>
            <a:off x="-76200" y="5257800"/>
            <a:ext cx="2209800" cy="5540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900"/>
              <a:buFont typeface="Arial"/>
              <a:buNone/>
            </a:pPr>
            <a:r>
              <a:rPr b="1" i="0" lang="en-US" sz="2900" u="none" cap="none" strike="noStrike">
                <a:solidFill>
                  <a:srgbClr val="FFFFFF"/>
                </a:solidFill>
                <a:latin typeface="Arial"/>
                <a:ea typeface="Arial"/>
                <a:cs typeface="Arial"/>
                <a:sym typeface="Arial"/>
              </a:rPr>
              <a:t>BITS</a:t>
            </a:r>
            <a:r>
              <a:rPr b="0" i="0" lang="en-US" sz="2900" u="none" cap="none" strike="noStrike">
                <a:solidFill>
                  <a:srgbClr val="FFFFFF"/>
                </a:solidFill>
                <a:latin typeface="Arial"/>
                <a:ea typeface="Arial"/>
                <a:cs typeface="Arial"/>
                <a:sym typeface="Arial"/>
              </a:rPr>
              <a:t> Pilani</a:t>
            </a:r>
            <a:endParaRPr b="0" i="0" sz="1400" u="none" cap="none" strike="noStrike">
              <a:solidFill>
                <a:srgbClr val="000000"/>
              </a:solidFill>
              <a:latin typeface="Arial"/>
              <a:ea typeface="Arial"/>
              <a:cs typeface="Arial"/>
              <a:sym typeface="Arial"/>
            </a:endParaRPr>
          </a:p>
        </p:txBody>
      </p:sp>
      <p:sp>
        <p:nvSpPr>
          <p:cNvPr id="73" name="Google Shape;73;p136"/>
          <p:cNvSpPr txBox="1"/>
          <p:nvPr/>
        </p:nvSpPr>
        <p:spPr>
          <a:xfrm>
            <a:off x="152400" y="5667375"/>
            <a:ext cx="1905000"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Arial"/>
                <a:ea typeface="Arial"/>
                <a:cs typeface="Arial"/>
                <a:sym typeface="Arial"/>
              </a:rPr>
              <a:t>Pilani Campus</a:t>
            </a:r>
            <a:endParaRPr b="0" i="0" sz="1400" u="none" cap="none" strike="noStrike">
              <a:solidFill>
                <a:srgbClr val="000000"/>
              </a:solidFill>
              <a:latin typeface="Arial"/>
              <a:ea typeface="Arial"/>
              <a:cs typeface="Arial"/>
              <a:sym typeface="Arial"/>
            </a:endParaRPr>
          </a:p>
        </p:txBody>
      </p:sp>
      <p:sp>
        <p:nvSpPr>
          <p:cNvPr id="74" name="Google Shape;74;p136"/>
          <p:cNvSpPr txBox="1"/>
          <p:nvPr>
            <p:ph type="title"/>
          </p:nvPr>
        </p:nvSpPr>
        <p:spPr>
          <a:xfrm>
            <a:off x="2514600" y="3810000"/>
            <a:ext cx="6019800" cy="1524000"/>
          </a:xfrm>
          <a:prstGeom prst="rect">
            <a:avLst/>
          </a:prstGeom>
          <a:noFill/>
          <a:ln>
            <a:noFill/>
          </a:ln>
        </p:spPr>
        <p:txBody>
          <a:bodyPr anchorCtr="0" anchor="ctr" bIns="45700" lIns="91425" spcFirstLastPara="1" rIns="91425" wrap="square" tIns="45700">
            <a:noAutofit/>
          </a:bodyPr>
          <a:lstStyle>
            <a:lvl1pPr lvl="0" algn="l">
              <a:lnSpc>
                <a:spcPct val="90909"/>
              </a:lnSpc>
              <a:spcBef>
                <a:spcPts val="0"/>
              </a:spcBef>
              <a:spcAft>
                <a:spcPts val="0"/>
              </a:spcAft>
              <a:buSzPts val="1400"/>
              <a:buNone/>
              <a:defRPr sz="4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75" name="Shape 75"/>
        <p:cNvGrpSpPr/>
        <p:nvPr/>
      </p:nvGrpSpPr>
      <p:grpSpPr>
        <a:xfrm>
          <a:off x="0" y="0"/>
          <a:ext cx="0" cy="0"/>
          <a:chOff x="0" y="0"/>
          <a:chExt cx="0" cy="0"/>
        </a:xfrm>
      </p:grpSpPr>
      <p:pic>
        <p:nvPicPr>
          <p:cNvPr descr="\\Server\D\jyoti\FI023_BITS_v1\styleguide img\IMG_5627_b.jpg" id="76" name="Google Shape;76;p137"/>
          <p:cNvPicPr preferRelativeResize="0"/>
          <p:nvPr/>
        </p:nvPicPr>
        <p:blipFill rotWithShape="1">
          <a:blip r:embed="rId2">
            <a:alphaModFix/>
          </a:blip>
          <a:srcRect b="0" l="0" r="0" t="0"/>
          <a:stretch/>
        </p:blipFill>
        <p:spPr>
          <a:xfrm>
            <a:off x="0" y="0"/>
            <a:ext cx="9144000" cy="6858000"/>
          </a:xfrm>
          <a:prstGeom prst="rect">
            <a:avLst/>
          </a:prstGeom>
          <a:noFill/>
          <a:ln>
            <a:noFill/>
          </a:ln>
        </p:spPr>
      </p:pic>
      <p:sp>
        <p:nvSpPr>
          <p:cNvPr id="77" name="Google Shape;77;p137"/>
          <p:cNvSpPr/>
          <p:nvPr/>
        </p:nvSpPr>
        <p:spPr>
          <a:xfrm>
            <a:off x="0" y="4281488"/>
            <a:ext cx="9144000" cy="2576512"/>
          </a:xfrm>
          <a:prstGeom prst="rect">
            <a:avLst/>
          </a:prstGeom>
          <a:solidFill>
            <a:schemeClr val="lt1"/>
          </a:solidFill>
          <a:ln cap="flat" cmpd="sng" w="9525">
            <a:solidFill>
              <a:srgbClr val="4A7DBA"/>
            </a:solidFill>
            <a:prstDash val="solid"/>
            <a:round/>
            <a:headEnd len="sm" w="sm" type="none"/>
            <a:tailEnd len="sm" w="sm" type="none"/>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pic>
        <p:nvPicPr>
          <p:cNvPr descr="Picture 7.png" id="78" name="Google Shape;78;p137"/>
          <p:cNvPicPr preferRelativeResize="0"/>
          <p:nvPr/>
        </p:nvPicPr>
        <p:blipFill rotWithShape="1">
          <a:blip r:embed="rId3">
            <a:alphaModFix/>
          </a:blip>
          <a:srcRect b="5334" l="1923" r="0" t="0"/>
          <a:stretch/>
        </p:blipFill>
        <p:spPr>
          <a:xfrm>
            <a:off x="6629400" y="0"/>
            <a:ext cx="2193925" cy="692150"/>
          </a:xfrm>
          <a:prstGeom prst="rect">
            <a:avLst/>
          </a:prstGeom>
          <a:noFill/>
          <a:ln>
            <a:noFill/>
          </a:ln>
        </p:spPr>
      </p:pic>
      <p:sp>
        <p:nvSpPr>
          <p:cNvPr id="79" name="Google Shape;79;p137"/>
          <p:cNvSpPr/>
          <p:nvPr/>
        </p:nvSpPr>
        <p:spPr>
          <a:xfrm>
            <a:off x="2882900" y="6775450"/>
            <a:ext cx="2895600" cy="76200"/>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80" name="Google Shape;80;p137"/>
          <p:cNvSpPr/>
          <p:nvPr/>
        </p:nvSpPr>
        <p:spPr>
          <a:xfrm>
            <a:off x="-12700" y="6775450"/>
            <a:ext cx="2895600" cy="76200"/>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81" name="Google Shape;81;p137"/>
          <p:cNvSpPr/>
          <p:nvPr/>
        </p:nvSpPr>
        <p:spPr>
          <a:xfrm>
            <a:off x="5778500" y="6775450"/>
            <a:ext cx="2895600" cy="7620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82" name="Google Shape;82;p137"/>
          <p:cNvSpPr txBox="1"/>
          <p:nvPr/>
        </p:nvSpPr>
        <p:spPr>
          <a:xfrm>
            <a:off x="6858000" y="762000"/>
            <a:ext cx="2209800" cy="5540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900"/>
              <a:buFont typeface="Arial"/>
              <a:buNone/>
            </a:pPr>
            <a:r>
              <a:rPr b="1" i="0" lang="en-US" sz="2900" u="none" cap="none" strike="noStrike">
                <a:solidFill>
                  <a:srgbClr val="FFFFFF"/>
                </a:solidFill>
                <a:latin typeface="Arial"/>
                <a:ea typeface="Arial"/>
                <a:cs typeface="Arial"/>
                <a:sym typeface="Arial"/>
              </a:rPr>
              <a:t>BITS</a:t>
            </a:r>
            <a:r>
              <a:rPr b="0" i="0" lang="en-US" sz="2900" u="none" cap="none" strike="noStrike">
                <a:solidFill>
                  <a:srgbClr val="FFFFFF"/>
                </a:solidFill>
                <a:latin typeface="Arial"/>
                <a:ea typeface="Arial"/>
                <a:cs typeface="Arial"/>
                <a:sym typeface="Arial"/>
              </a:rPr>
              <a:t> Pilani</a:t>
            </a:r>
            <a:endParaRPr b="0" i="0" sz="1400" u="none" cap="none" strike="noStrike">
              <a:solidFill>
                <a:srgbClr val="000000"/>
              </a:solidFill>
              <a:latin typeface="Arial"/>
              <a:ea typeface="Arial"/>
              <a:cs typeface="Arial"/>
              <a:sym typeface="Arial"/>
            </a:endParaRPr>
          </a:p>
        </p:txBody>
      </p:sp>
      <p:sp>
        <p:nvSpPr>
          <p:cNvPr id="83" name="Google Shape;83;p137"/>
          <p:cNvSpPr txBox="1"/>
          <p:nvPr/>
        </p:nvSpPr>
        <p:spPr>
          <a:xfrm>
            <a:off x="7086600" y="1171575"/>
            <a:ext cx="1905000"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Arial"/>
                <a:ea typeface="Arial"/>
                <a:cs typeface="Arial"/>
                <a:sym typeface="Arial"/>
              </a:rPr>
              <a:t>Pilani Campus</a:t>
            </a:r>
            <a:endParaRPr b="0" i="0" sz="1400" u="none" cap="none" strike="noStrike">
              <a:solidFill>
                <a:srgbClr val="000000"/>
              </a:solidFill>
              <a:latin typeface="Arial"/>
              <a:ea typeface="Arial"/>
              <a:cs typeface="Arial"/>
              <a:sym typeface="Arial"/>
            </a:endParaRPr>
          </a:p>
        </p:txBody>
      </p:sp>
      <p:sp>
        <p:nvSpPr>
          <p:cNvPr id="84" name="Google Shape;84;p137"/>
          <p:cNvSpPr txBox="1"/>
          <p:nvPr>
            <p:ph idx="1" type="body"/>
          </p:nvPr>
        </p:nvSpPr>
        <p:spPr>
          <a:xfrm>
            <a:off x="304800" y="4648200"/>
            <a:ext cx="8458200" cy="1600200"/>
          </a:xfrm>
          <a:prstGeom prst="rect">
            <a:avLst/>
          </a:prstGeom>
          <a:noFill/>
          <a:ln>
            <a:noFill/>
          </a:ln>
        </p:spPr>
        <p:txBody>
          <a:bodyPr anchorCtr="0" anchor="t" bIns="45700" lIns="91425" spcFirstLastPara="1" rIns="91425" wrap="square" tIns="45700">
            <a:noAutofit/>
          </a:bodyPr>
          <a:lstStyle>
            <a:lvl1pPr indent="-228600" lvl="0" marL="457200" algn="l">
              <a:lnSpc>
                <a:spcPct val="104999"/>
              </a:lnSpc>
              <a:spcBef>
                <a:spcPts val="0"/>
              </a:spcBef>
              <a:spcAft>
                <a:spcPts val="0"/>
              </a:spcAft>
              <a:buClr>
                <a:schemeClr val="dk1"/>
              </a:buClr>
              <a:buSzPts val="4000"/>
              <a:buNone/>
              <a:defRPr b="1" sz="40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85" name="Shape 85"/>
        <p:cNvGrpSpPr/>
        <p:nvPr/>
      </p:nvGrpSpPr>
      <p:grpSpPr>
        <a:xfrm>
          <a:off x="0" y="0"/>
          <a:ext cx="0" cy="0"/>
          <a:chOff x="0" y="0"/>
          <a:chExt cx="0" cy="0"/>
        </a:xfrm>
      </p:grpSpPr>
      <p:pic>
        <p:nvPicPr>
          <p:cNvPr descr="Picture 7.png" id="86" name="Google Shape;86;p138"/>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87" name="Google Shape;87;p138"/>
          <p:cNvGrpSpPr/>
          <p:nvPr/>
        </p:nvGrpSpPr>
        <p:grpSpPr>
          <a:xfrm>
            <a:off x="0" y="1295400"/>
            <a:ext cx="7010400" cy="46038"/>
            <a:chOff x="1905000" y="6553200"/>
            <a:chExt cx="7010400" cy="45719"/>
          </a:xfrm>
        </p:grpSpPr>
        <p:sp>
          <p:nvSpPr>
            <p:cNvPr id="88" name="Google Shape;88;p138"/>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89" name="Google Shape;89;p138"/>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90" name="Google Shape;90;p138"/>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grpSp>
      <p:grpSp>
        <p:nvGrpSpPr>
          <p:cNvPr id="91" name="Google Shape;91;p138"/>
          <p:cNvGrpSpPr/>
          <p:nvPr/>
        </p:nvGrpSpPr>
        <p:grpSpPr>
          <a:xfrm>
            <a:off x="2133600" y="6553200"/>
            <a:ext cx="7010400" cy="46038"/>
            <a:chOff x="1905000" y="6553200"/>
            <a:chExt cx="7010400" cy="45719"/>
          </a:xfrm>
        </p:grpSpPr>
        <p:sp>
          <p:nvSpPr>
            <p:cNvPr id="92" name="Google Shape;92;p138"/>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93" name="Google Shape;93;p138"/>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94" name="Google Shape;94;p138"/>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grpSp>
      <p:sp>
        <p:nvSpPr>
          <p:cNvPr id="95" name="Google Shape;95;p138"/>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sp>
        <p:nvSpPr>
          <p:cNvPr id="96" name="Google Shape;96;p13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560"/>
              </a:spcBef>
              <a:spcAft>
                <a:spcPts val="0"/>
              </a:spcAft>
              <a:buClr>
                <a:srgbClr val="101141"/>
              </a:buClr>
              <a:buSzPts val="2800"/>
              <a:buFont typeface="Arial"/>
              <a:buNone/>
              <a:defRPr sz="2800"/>
            </a:lvl1pPr>
            <a:lvl2pPr indent="-330200" lvl="1" marL="914400" marR="0" algn="l">
              <a:lnSpc>
                <a:spcPct val="100000"/>
              </a:lnSpc>
              <a:spcBef>
                <a:spcPts val="320"/>
              </a:spcBef>
              <a:spcAft>
                <a:spcPts val="0"/>
              </a:spcAft>
              <a:buClr>
                <a:schemeClr val="dk1"/>
              </a:buClr>
              <a:buSzPts val="1600"/>
              <a:buFont typeface="Arial"/>
              <a:buChar char="–"/>
              <a:defRPr sz="16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97" name="Google Shape;97;p138"/>
          <p:cNvSpPr txBox="1"/>
          <p:nvPr>
            <p:ph idx="2" type="body"/>
          </p:nvPr>
        </p:nvSpPr>
        <p:spPr>
          <a:xfrm>
            <a:off x="4953000" y="1600200"/>
            <a:ext cx="4038600" cy="4525963"/>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560"/>
              </a:spcBef>
              <a:spcAft>
                <a:spcPts val="0"/>
              </a:spcAft>
              <a:buClr>
                <a:srgbClr val="101141"/>
              </a:buClr>
              <a:buSzPts val="2800"/>
              <a:buFont typeface="Arial"/>
              <a:buNone/>
              <a:defRPr sz="2800"/>
            </a:lvl1pPr>
            <a:lvl2pPr indent="-330200" lvl="1" marL="914400" marR="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98" name="Google Shape;98;p138"/>
          <p:cNvSpPr txBox="1"/>
          <p:nvPr>
            <p:ph idx="3"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99" name="Shape 99"/>
        <p:cNvGrpSpPr/>
        <p:nvPr/>
      </p:nvGrpSpPr>
      <p:grpSpPr>
        <a:xfrm>
          <a:off x="0" y="0"/>
          <a:ext cx="0" cy="0"/>
          <a:chOff x="0" y="0"/>
          <a:chExt cx="0" cy="0"/>
        </a:xfrm>
      </p:grpSpPr>
      <p:grpSp>
        <p:nvGrpSpPr>
          <p:cNvPr id="100" name="Google Shape;100;p139"/>
          <p:cNvGrpSpPr/>
          <p:nvPr/>
        </p:nvGrpSpPr>
        <p:grpSpPr>
          <a:xfrm>
            <a:off x="0" y="1295400"/>
            <a:ext cx="7010400" cy="46038"/>
            <a:chOff x="1905000" y="6553200"/>
            <a:chExt cx="7010400" cy="45719"/>
          </a:xfrm>
        </p:grpSpPr>
        <p:sp>
          <p:nvSpPr>
            <p:cNvPr id="101" name="Google Shape;101;p139"/>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102" name="Google Shape;102;p139"/>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103" name="Google Shape;103;p139"/>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grpSp>
      <p:grpSp>
        <p:nvGrpSpPr>
          <p:cNvPr id="104" name="Google Shape;104;p139"/>
          <p:cNvGrpSpPr/>
          <p:nvPr/>
        </p:nvGrpSpPr>
        <p:grpSpPr>
          <a:xfrm>
            <a:off x="2133600" y="6553200"/>
            <a:ext cx="7010400" cy="46038"/>
            <a:chOff x="1905000" y="6553200"/>
            <a:chExt cx="7010400" cy="45719"/>
          </a:xfrm>
        </p:grpSpPr>
        <p:sp>
          <p:nvSpPr>
            <p:cNvPr id="105" name="Google Shape;105;p139"/>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106" name="Google Shape;106;p139"/>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107" name="Google Shape;107;p139"/>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grpSp>
      <p:pic>
        <p:nvPicPr>
          <p:cNvPr descr="Picture 7.png" id="108" name="Google Shape;108;p139"/>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sp>
        <p:nvSpPr>
          <p:cNvPr id="109" name="Google Shape;109;p139"/>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Deemed to be University under Section 3 of UGC Act, 1956</a:t>
            </a:r>
            <a:endParaRPr b="0" i="0" sz="1400" u="none" cap="none" strike="noStrike">
              <a:solidFill>
                <a:srgbClr val="000000"/>
              </a:solidFill>
              <a:latin typeface="Arial"/>
              <a:ea typeface="Arial"/>
              <a:cs typeface="Arial"/>
              <a:sym typeface="Arial"/>
            </a:endParaRPr>
          </a:p>
        </p:txBody>
      </p:sp>
      <p:sp>
        <p:nvSpPr>
          <p:cNvPr id="110" name="Google Shape;110;p139"/>
          <p:cNvSpPr txBox="1"/>
          <p:nvPr>
            <p:ph idx="1" type="body"/>
          </p:nvPr>
        </p:nvSpPr>
        <p:spPr>
          <a:xfrm>
            <a:off x="457200" y="1535112"/>
            <a:ext cx="4040188" cy="827087"/>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11" name="Google Shape;111;p139"/>
          <p:cNvSpPr txBox="1"/>
          <p:nvPr>
            <p:ph idx="2" type="body"/>
          </p:nvPr>
        </p:nvSpPr>
        <p:spPr>
          <a:xfrm>
            <a:off x="457200" y="2362199"/>
            <a:ext cx="4040188" cy="3763963"/>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12" name="Google Shape;112;p139"/>
          <p:cNvSpPr txBox="1"/>
          <p:nvPr>
            <p:ph idx="3" type="body"/>
          </p:nvPr>
        </p:nvSpPr>
        <p:spPr>
          <a:xfrm>
            <a:off x="4645025" y="1535112"/>
            <a:ext cx="4041775" cy="827087"/>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13" name="Google Shape;113;p139"/>
          <p:cNvSpPr txBox="1"/>
          <p:nvPr>
            <p:ph idx="4" type="body"/>
          </p:nvPr>
        </p:nvSpPr>
        <p:spPr>
          <a:xfrm>
            <a:off x="4645025" y="2362199"/>
            <a:ext cx="4041775" cy="3763963"/>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14" name="Google Shape;114;p139"/>
          <p:cNvSpPr txBox="1"/>
          <p:nvPr>
            <p:ph idx="5"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15" name="Shape 115"/>
        <p:cNvGrpSpPr/>
        <p:nvPr/>
      </p:nvGrpSpPr>
      <p:grpSpPr>
        <a:xfrm>
          <a:off x="0" y="0"/>
          <a:ext cx="0" cy="0"/>
          <a:chOff x="0" y="0"/>
          <a:chExt cx="0" cy="0"/>
        </a:xfrm>
      </p:grpSpPr>
      <p:grpSp>
        <p:nvGrpSpPr>
          <p:cNvPr id="116" name="Google Shape;116;p140"/>
          <p:cNvGrpSpPr/>
          <p:nvPr/>
        </p:nvGrpSpPr>
        <p:grpSpPr>
          <a:xfrm>
            <a:off x="0" y="1295400"/>
            <a:ext cx="7010400" cy="46038"/>
            <a:chOff x="1905000" y="6553200"/>
            <a:chExt cx="7010400" cy="45719"/>
          </a:xfrm>
        </p:grpSpPr>
        <p:sp>
          <p:nvSpPr>
            <p:cNvPr id="117" name="Google Shape;117;p140"/>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118" name="Google Shape;118;p140"/>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119" name="Google Shape;119;p140"/>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grpSp>
      <p:grpSp>
        <p:nvGrpSpPr>
          <p:cNvPr id="120" name="Google Shape;120;p140"/>
          <p:cNvGrpSpPr/>
          <p:nvPr/>
        </p:nvGrpSpPr>
        <p:grpSpPr>
          <a:xfrm>
            <a:off x="2133600" y="6553200"/>
            <a:ext cx="7010400" cy="46038"/>
            <a:chOff x="1905000" y="6553200"/>
            <a:chExt cx="7010400" cy="45719"/>
          </a:xfrm>
        </p:grpSpPr>
        <p:sp>
          <p:nvSpPr>
            <p:cNvPr id="121" name="Google Shape;121;p140"/>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122" name="Google Shape;122;p140"/>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123" name="Google Shape;123;p140"/>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grpSp>
      <p:pic>
        <p:nvPicPr>
          <p:cNvPr descr="Picture 7.png" id="124" name="Google Shape;124;p140"/>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sp>
        <p:nvSpPr>
          <p:cNvPr id="125" name="Google Shape;125;p140"/>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Deemed to be University under Section 3 of UGC Act, 1956</a:t>
            </a:r>
            <a:endParaRPr b="0" i="0" sz="1400" u="none" cap="none" strike="noStrike">
              <a:solidFill>
                <a:srgbClr val="000000"/>
              </a:solidFill>
              <a:latin typeface="Arial"/>
              <a:ea typeface="Arial"/>
              <a:cs typeface="Arial"/>
              <a:sym typeface="Arial"/>
            </a:endParaRPr>
          </a:p>
        </p:txBody>
      </p:sp>
      <p:sp>
        <p:nvSpPr>
          <p:cNvPr id="126" name="Google Shape;126;p140"/>
          <p:cNvSpPr txBox="1"/>
          <p:nvPr>
            <p:ph idx="1"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127" name="Shape 127"/>
        <p:cNvGrpSpPr/>
        <p:nvPr/>
      </p:nvGrpSpPr>
      <p:grpSpPr>
        <a:xfrm>
          <a:off x="0" y="0"/>
          <a:ext cx="0" cy="0"/>
          <a:chOff x="0" y="0"/>
          <a:chExt cx="0" cy="0"/>
        </a:xfrm>
      </p:grpSpPr>
      <p:grpSp>
        <p:nvGrpSpPr>
          <p:cNvPr id="128" name="Google Shape;128;p141"/>
          <p:cNvGrpSpPr/>
          <p:nvPr/>
        </p:nvGrpSpPr>
        <p:grpSpPr>
          <a:xfrm>
            <a:off x="0" y="1295400"/>
            <a:ext cx="7010400" cy="46038"/>
            <a:chOff x="1905000" y="6553200"/>
            <a:chExt cx="7010400" cy="45719"/>
          </a:xfrm>
        </p:grpSpPr>
        <p:sp>
          <p:nvSpPr>
            <p:cNvPr id="129" name="Google Shape;129;p141"/>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130" name="Google Shape;130;p141"/>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131" name="Google Shape;131;p141"/>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grpSp>
      <p:grpSp>
        <p:nvGrpSpPr>
          <p:cNvPr id="132" name="Google Shape;132;p141"/>
          <p:cNvGrpSpPr/>
          <p:nvPr/>
        </p:nvGrpSpPr>
        <p:grpSpPr>
          <a:xfrm>
            <a:off x="2133600" y="6553200"/>
            <a:ext cx="7010400" cy="46038"/>
            <a:chOff x="1905000" y="6553200"/>
            <a:chExt cx="7010400" cy="45719"/>
          </a:xfrm>
        </p:grpSpPr>
        <p:sp>
          <p:nvSpPr>
            <p:cNvPr id="133" name="Google Shape;133;p141"/>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134" name="Google Shape;134;p141"/>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135" name="Google Shape;135;p141"/>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grpSp>
      <p:pic>
        <p:nvPicPr>
          <p:cNvPr descr="Picture 7.png" id="136" name="Google Shape;136;p141"/>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sp>
        <p:nvSpPr>
          <p:cNvPr id="137" name="Google Shape;137;p141"/>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sp>
        <p:nvSpPr>
          <p:cNvPr id="138" name="Google Shape;138;p141"/>
          <p:cNvSpPr txBox="1"/>
          <p:nvPr>
            <p:ph idx="1" type="body"/>
          </p:nvPr>
        </p:nvSpPr>
        <p:spPr>
          <a:xfrm>
            <a:off x="3575050" y="1600200"/>
            <a:ext cx="5111750" cy="4525963"/>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139" name="Google Shape;139;p141"/>
          <p:cNvSpPr txBox="1"/>
          <p:nvPr>
            <p:ph idx="2" type="body"/>
          </p:nvPr>
        </p:nvSpPr>
        <p:spPr>
          <a:xfrm>
            <a:off x="457200" y="1600200"/>
            <a:ext cx="3008313" cy="4525963"/>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40" name="Google Shape;140;p141"/>
          <p:cNvSpPr txBox="1"/>
          <p:nvPr>
            <p:ph idx="3"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spTree>
      <p:nvGrpSpPr>
        <p:cNvPr id="141" name="Shape 141"/>
        <p:cNvGrpSpPr/>
        <p:nvPr/>
      </p:nvGrpSpPr>
      <p:grpSpPr>
        <a:xfrm>
          <a:off x="0" y="0"/>
          <a:ext cx="0" cy="0"/>
          <a:chOff x="0" y="0"/>
          <a:chExt cx="0" cy="0"/>
        </a:xfrm>
      </p:grpSpPr>
      <p:grpSp>
        <p:nvGrpSpPr>
          <p:cNvPr id="142" name="Google Shape;142;p142"/>
          <p:cNvGrpSpPr/>
          <p:nvPr/>
        </p:nvGrpSpPr>
        <p:grpSpPr>
          <a:xfrm>
            <a:off x="0" y="1295400"/>
            <a:ext cx="7010400" cy="46038"/>
            <a:chOff x="1905000" y="6553200"/>
            <a:chExt cx="7010400" cy="45719"/>
          </a:xfrm>
        </p:grpSpPr>
        <p:sp>
          <p:nvSpPr>
            <p:cNvPr id="143" name="Google Shape;143;p142"/>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144" name="Google Shape;144;p142"/>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145" name="Google Shape;145;p142"/>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grpSp>
      <p:grpSp>
        <p:nvGrpSpPr>
          <p:cNvPr id="146" name="Google Shape;146;p142"/>
          <p:cNvGrpSpPr/>
          <p:nvPr/>
        </p:nvGrpSpPr>
        <p:grpSpPr>
          <a:xfrm>
            <a:off x="2133600" y="6553200"/>
            <a:ext cx="7010400" cy="46038"/>
            <a:chOff x="1905000" y="6553200"/>
            <a:chExt cx="7010400" cy="45719"/>
          </a:xfrm>
        </p:grpSpPr>
        <p:sp>
          <p:nvSpPr>
            <p:cNvPr id="147" name="Google Shape;147;p142"/>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148" name="Google Shape;148;p142"/>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149" name="Google Shape;149;p142"/>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grpSp>
      <p:pic>
        <p:nvPicPr>
          <p:cNvPr descr="Picture 7.png" id="150" name="Google Shape;150;p142"/>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sp>
        <p:nvSpPr>
          <p:cNvPr id="151" name="Google Shape;151;p142"/>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sp>
        <p:nvSpPr>
          <p:cNvPr id="152" name="Google Shape;152;p142"/>
          <p:cNvSpPr txBox="1"/>
          <p:nvPr>
            <p:ph type="title"/>
          </p:nvPr>
        </p:nvSpPr>
        <p:spPr>
          <a:xfrm>
            <a:off x="1792288" y="5407025"/>
            <a:ext cx="5486400" cy="3048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SzPts val="1400"/>
              <a:buNone/>
              <a:defRPr b="1" sz="1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3" name="Google Shape;153;p142"/>
          <p:cNvSpPr/>
          <p:nvPr>
            <p:ph idx="2" type="pic"/>
          </p:nvPr>
        </p:nvSpPr>
        <p:spPr>
          <a:xfrm>
            <a:off x="1792288" y="1828800"/>
            <a:ext cx="5486400" cy="3429000"/>
          </a:xfrm>
          <a:prstGeom prst="rect">
            <a:avLst/>
          </a:prstGeom>
          <a:solidFill>
            <a:schemeClr val="lt1"/>
          </a:solidFill>
          <a:ln cap="flat" cmpd="sng" w="57150">
            <a:solidFill>
              <a:srgbClr val="DAE5F1"/>
            </a:solidFill>
            <a:prstDash val="solid"/>
            <a:round/>
            <a:headEnd len="sm" w="sm" type="none"/>
            <a:tailEnd len="sm" w="sm" type="none"/>
          </a:ln>
        </p:spPr>
      </p:sp>
      <p:sp>
        <p:nvSpPr>
          <p:cNvPr id="154" name="Google Shape;154;p142"/>
          <p:cNvSpPr txBox="1"/>
          <p:nvPr>
            <p:ph idx="1" type="body"/>
          </p:nvPr>
        </p:nvSpPr>
        <p:spPr>
          <a:xfrm>
            <a:off x="1792288" y="5711825"/>
            <a:ext cx="5486400" cy="304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20"/>
              </a:spcBef>
              <a:spcAft>
                <a:spcPts val="0"/>
              </a:spcAft>
              <a:buClr>
                <a:schemeClr val="dk1"/>
              </a:buClr>
              <a:buSzPts val="1600"/>
              <a:buNone/>
              <a:defRPr sz="16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55" name="Google Shape;155;p142"/>
          <p:cNvSpPr txBox="1"/>
          <p:nvPr>
            <p:ph idx="3"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p:cSld name="Title and Vertical Text">
    <p:spTree>
      <p:nvGrpSpPr>
        <p:cNvPr id="156" name="Shape 156"/>
        <p:cNvGrpSpPr/>
        <p:nvPr/>
      </p:nvGrpSpPr>
      <p:grpSpPr>
        <a:xfrm>
          <a:off x="0" y="0"/>
          <a:ext cx="0" cy="0"/>
          <a:chOff x="0" y="0"/>
          <a:chExt cx="0" cy="0"/>
        </a:xfrm>
      </p:grpSpPr>
      <p:grpSp>
        <p:nvGrpSpPr>
          <p:cNvPr id="157" name="Google Shape;157;p143"/>
          <p:cNvGrpSpPr/>
          <p:nvPr/>
        </p:nvGrpSpPr>
        <p:grpSpPr>
          <a:xfrm>
            <a:off x="0" y="1295400"/>
            <a:ext cx="7010400" cy="46038"/>
            <a:chOff x="1905000" y="6553200"/>
            <a:chExt cx="7010400" cy="45719"/>
          </a:xfrm>
        </p:grpSpPr>
        <p:sp>
          <p:nvSpPr>
            <p:cNvPr id="158" name="Google Shape;158;p143"/>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159" name="Google Shape;159;p143"/>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160" name="Google Shape;160;p143"/>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grpSp>
      <p:grpSp>
        <p:nvGrpSpPr>
          <p:cNvPr id="161" name="Google Shape;161;p143"/>
          <p:cNvGrpSpPr/>
          <p:nvPr/>
        </p:nvGrpSpPr>
        <p:grpSpPr>
          <a:xfrm>
            <a:off x="2133600" y="6553200"/>
            <a:ext cx="7010400" cy="46038"/>
            <a:chOff x="1905000" y="6553200"/>
            <a:chExt cx="7010400" cy="45719"/>
          </a:xfrm>
        </p:grpSpPr>
        <p:sp>
          <p:nvSpPr>
            <p:cNvPr id="162" name="Google Shape;162;p143"/>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163" name="Google Shape;163;p143"/>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164" name="Google Shape;164;p143"/>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grpSp>
      <p:pic>
        <p:nvPicPr>
          <p:cNvPr descr="Picture 7.png" id="165" name="Google Shape;165;p143"/>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sp>
        <p:nvSpPr>
          <p:cNvPr id="166" name="Google Shape;166;p143"/>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sp>
        <p:nvSpPr>
          <p:cNvPr id="167" name="Google Shape;167;p14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68" name="Google Shape;168;p143"/>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p:cSld name="Vertical Title and Text">
    <p:spTree>
      <p:nvGrpSpPr>
        <p:cNvPr id="169" name="Shape 169"/>
        <p:cNvGrpSpPr/>
        <p:nvPr/>
      </p:nvGrpSpPr>
      <p:grpSpPr>
        <a:xfrm>
          <a:off x="0" y="0"/>
          <a:ext cx="0" cy="0"/>
          <a:chOff x="0" y="0"/>
          <a:chExt cx="0" cy="0"/>
        </a:xfrm>
      </p:grpSpPr>
      <p:grpSp>
        <p:nvGrpSpPr>
          <p:cNvPr id="170" name="Google Shape;170;p144"/>
          <p:cNvGrpSpPr/>
          <p:nvPr/>
        </p:nvGrpSpPr>
        <p:grpSpPr>
          <a:xfrm rot="5400000">
            <a:off x="5006182" y="2567781"/>
            <a:ext cx="5181600" cy="46037"/>
            <a:chOff x="1905000" y="6553200"/>
            <a:chExt cx="7010400" cy="45719"/>
          </a:xfrm>
        </p:grpSpPr>
        <p:sp>
          <p:nvSpPr>
            <p:cNvPr id="171" name="Google Shape;171;p144"/>
            <p:cNvSpPr/>
            <p:nvPr/>
          </p:nvSpPr>
          <p:spPr>
            <a:xfrm>
              <a:off x="4267574" y="6553200"/>
              <a:ext cx="2328209"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172" name="Google Shape;172;p144"/>
            <p:cNvSpPr/>
            <p:nvPr/>
          </p:nvSpPr>
          <p:spPr>
            <a:xfrm>
              <a:off x="1905000" y="6553200"/>
              <a:ext cx="2362574"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173" name="Google Shape;173;p144"/>
            <p:cNvSpPr/>
            <p:nvPr/>
          </p:nvSpPr>
          <p:spPr>
            <a:xfrm>
              <a:off x="6587191" y="6553200"/>
              <a:ext cx="2328209"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grpSp>
      <p:pic>
        <p:nvPicPr>
          <p:cNvPr descr="Picture 7.png" id="174" name="Google Shape;174;p144"/>
          <p:cNvPicPr preferRelativeResize="0"/>
          <p:nvPr/>
        </p:nvPicPr>
        <p:blipFill rotWithShape="1">
          <a:blip r:embed="rId2">
            <a:alphaModFix/>
          </a:blip>
          <a:srcRect b="0" l="5336" r="0" t="1923"/>
          <a:stretch/>
        </p:blipFill>
        <p:spPr>
          <a:xfrm>
            <a:off x="-7938" y="381000"/>
            <a:ext cx="692151" cy="2193925"/>
          </a:xfrm>
          <a:prstGeom prst="rect">
            <a:avLst/>
          </a:prstGeom>
          <a:noFill/>
          <a:ln>
            <a:noFill/>
          </a:ln>
        </p:spPr>
      </p:pic>
      <p:sp>
        <p:nvSpPr>
          <p:cNvPr id="175" name="Google Shape;175;p144"/>
          <p:cNvSpPr txBox="1"/>
          <p:nvPr/>
        </p:nvSpPr>
        <p:spPr>
          <a:xfrm rot="5400000">
            <a:off x="-2794793" y="3809206"/>
            <a:ext cx="5867400" cy="23018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900"/>
              <a:buFont typeface="Arial"/>
              <a:buNone/>
            </a:pPr>
            <a:r>
              <a:rPr b="1" i="0" lang="en-US" sz="900" u="none" cap="none" strike="noStrike">
                <a:solidFill>
                  <a:srgbClr val="101141"/>
                </a:solidFill>
                <a:latin typeface="Arial"/>
                <a:ea typeface="Arial"/>
                <a:cs typeface="Arial"/>
                <a:sym typeface="Arial"/>
              </a:rPr>
              <a:t>BITS </a:t>
            </a:r>
            <a:r>
              <a:rPr b="0" i="0" lang="en-US" sz="9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sp>
        <p:nvSpPr>
          <p:cNvPr id="176" name="Google Shape;176;p144"/>
          <p:cNvSpPr txBox="1"/>
          <p:nvPr>
            <p:ph idx="1" type="body"/>
          </p:nvPr>
        </p:nvSpPr>
        <p:spPr>
          <a:xfrm rot="5400000">
            <a:off x="1303338" y="296862"/>
            <a:ext cx="5851525" cy="60198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77" name="Google Shape;177;p144"/>
          <p:cNvSpPr txBox="1"/>
          <p:nvPr>
            <p:ph idx="2" type="body"/>
          </p:nvPr>
        </p:nvSpPr>
        <p:spPr>
          <a:xfrm rot="5400000">
            <a:off x="5410200" y="2743200"/>
            <a:ext cx="58674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bg>
      <p:bgPr>
        <a:blipFill>
          <a:blip r:embed="rId2">
            <a:alphaModFix/>
          </a:blip>
          <a:stretch>
            <a:fillRect/>
          </a:stretch>
        </a:blipFill>
      </p:bgPr>
    </p:bg>
    <p:spTree>
      <p:nvGrpSpPr>
        <p:cNvPr id="178" name="Shape 178"/>
        <p:cNvGrpSpPr/>
        <p:nvPr/>
      </p:nvGrpSpPr>
      <p:grpSpPr>
        <a:xfrm>
          <a:off x="0" y="0"/>
          <a:ext cx="0" cy="0"/>
          <a:chOff x="0" y="0"/>
          <a:chExt cx="0" cy="0"/>
        </a:xfrm>
      </p:grpSpPr>
      <p:sp>
        <p:nvSpPr>
          <p:cNvPr id="179" name="Google Shape;179;p145"/>
          <p:cNvSpPr/>
          <p:nvPr/>
        </p:nvSpPr>
        <p:spPr>
          <a:xfrm>
            <a:off x="0" y="3352800"/>
            <a:ext cx="8686800" cy="2743200"/>
          </a:xfrm>
          <a:prstGeom prst="rect">
            <a:avLst/>
          </a:prstGeom>
          <a:solidFill>
            <a:srgbClr val="10114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180" name="Google Shape;180;p145"/>
          <p:cNvSpPr/>
          <p:nvPr/>
        </p:nvSpPr>
        <p:spPr>
          <a:xfrm>
            <a:off x="2895600" y="6096000"/>
            <a:ext cx="2895600" cy="76200"/>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181" name="Google Shape;181;p145"/>
          <p:cNvSpPr/>
          <p:nvPr/>
        </p:nvSpPr>
        <p:spPr>
          <a:xfrm>
            <a:off x="0" y="6096000"/>
            <a:ext cx="2895600" cy="76200"/>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182" name="Google Shape;182;p145"/>
          <p:cNvSpPr/>
          <p:nvPr/>
        </p:nvSpPr>
        <p:spPr>
          <a:xfrm>
            <a:off x="5791200" y="6096000"/>
            <a:ext cx="2895600" cy="7620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pic>
        <p:nvPicPr>
          <p:cNvPr descr="BITS_university_logo_whitevert.png" id="183" name="Google Shape;183;p145"/>
          <p:cNvPicPr preferRelativeResize="0"/>
          <p:nvPr/>
        </p:nvPicPr>
        <p:blipFill rotWithShape="1">
          <a:blip r:embed="rId3">
            <a:alphaModFix/>
          </a:blip>
          <a:srcRect b="28592" l="0" r="0" t="2"/>
          <a:stretch/>
        </p:blipFill>
        <p:spPr>
          <a:xfrm>
            <a:off x="76200" y="3352800"/>
            <a:ext cx="2057400" cy="1979613"/>
          </a:xfrm>
          <a:prstGeom prst="rect">
            <a:avLst/>
          </a:prstGeom>
          <a:noFill/>
          <a:ln>
            <a:noFill/>
          </a:ln>
        </p:spPr>
      </p:pic>
      <p:sp>
        <p:nvSpPr>
          <p:cNvPr id="184" name="Google Shape;184;p145"/>
          <p:cNvSpPr txBox="1"/>
          <p:nvPr/>
        </p:nvSpPr>
        <p:spPr>
          <a:xfrm>
            <a:off x="-76200" y="5257800"/>
            <a:ext cx="2209800" cy="5540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900"/>
              <a:buFont typeface="Arial"/>
              <a:buNone/>
            </a:pPr>
            <a:r>
              <a:rPr b="1" i="0" lang="en-US" sz="2900" u="none" cap="none" strike="noStrike">
                <a:solidFill>
                  <a:srgbClr val="FFFFFF"/>
                </a:solidFill>
                <a:latin typeface="Arial"/>
                <a:ea typeface="Arial"/>
                <a:cs typeface="Arial"/>
                <a:sym typeface="Arial"/>
              </a:rPr>
              <a:t>BITS</a:t>
            </a:r>
            <a:r>
              <a:rPr b="0" i="0" lang="en-US" sz="2900" u="none" cap="none" strike="noStrike">
                <a:solidFill>
                  <a:srgbClr val="FFFFFF"/>
                </a:solidFill>
                <a:latin typeface="Arial"/>
                <a:ea typeface="Arial"/>
                <a:cs typeface="Arial"/>
                <a:sym typeface="Arial"/>
              </a:rPr>
              <a:t> Pilani</a:t>
            </a:r>
            <a:endParaRPr b="0" i="0" sz="1400" u="none" cap="none" strike="noStrike">
              <a:solidFill>
                <a:srgbClr val="000000"/>
              </a:solidFill>
              <a:latin typeface="Arial"/>
              <a:ea typeface="Arial"/>
              <a:cs typeface="Arial"/>
              <a:sym typeface="Arial"/>
            </a:endParaRPr>
          </a:p>
        </p:txBody>
      </p:sp>
      <p:sp>
        <p:nvSpPr>
          <p:cNvPr id="185" name="Google Shape;185;p145"/>
          <p:cNvSpPr txBox="1"/>
          <p:nvPr/>
        </p:nvSpPr>
        <p:spPr>
          <a:xfrm>
            <a:off x="152400" y="5667375"/>
            <a:ext cx="1905000"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Arial"/>
                <a:ea typeface="Arial"/>
                <a:cs typeface="Arial"/>
                <a:sym typeface="Arial"/>
              </a:rPr>
              <a:t>Pilani Campus</a:t>
            </a:r>
            <a:endParaRPr b="0" i="0" sz="1400" u="none" cap="none" strike="noStrike">
              <a:solidFill>
                <a:srgbClr val="000000"/>
              </a:solidFill>
              <a:latin typeface="Arial"/>
              <a:ea typeface="Arial"/>
              <a:cs typeface="Arial"/>
              <a:sym typeface="Arial"/>
            </a:endParaRPr>
          </a:p>
        </p:txBody>
      </p:sp>
      <p:sp>
        <p:nvSpPr>
          <p:cNvPr id="186" name="Google Shape;186;p145"/>
          <p:cNvSpPr txBox="1"/>
          <p:nvPr>
            <p:ph idx="1" type="body"/>
          </p:nvPr>
        </p:nvSpPr>
        <p:spPr>
          <a:xfrm>
            <a:off x="2514600" y="5410200"/>
            <a:ext cx="6019800" cy="533400"/>
          </a:xfrm>
          <a:prstGeom prst="rect">
            <a:avLst/>
          </a:prstGeom>
          <a:noFill/>
          <a:ln>
            <a:noFill/>
          </a:ln>
        </p:spPr>
        <p:txBody>
          <a:bodyPr anchorCtr="0" anchor="b" bIns="45700" lIns="91425" spcFirstLastPara="1" rIns="91425" wrap="square" tIns="45700">
            <a:noAutofit/>
          </a:bodyPr>
          <a:lstStyle>
            <a:lvl1pPr indent="-228600" lvl="0" marL="457200" algn="r">
              <a:lnSpc>
                <a:spcPct val="100000"/>
              </a:lnSpc>
              <a:spcBef>
                <a:spcPts val="0"/>
              </a:spcBef>
              <a:spcAft>
                <a:spcPts val="0"/>
              </a:spcAft>
              <a:buClr>
                <a:schemeClr val="lt1"/>
              </a:buClr>
              <a:buSzPts val="1800"/>
              <a:buNone/>
              <a:defRPr sz="1800">
                <a:solidFill>
                  <a:schemeClr val="lt1"/>
                </a:solidFil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7" name="Google Shape;187;p145"/>
          <p:cNvSpPr txBox="1"/>
          <p:nvPr>
            <p:ph type="title"/>
          </p:nvPr>
        </p:nvSpPr>
        <p:spPr>
          <a:xfrm>
            <a:off x="2514600" y="3810000"/>
            <a:ext cx="6019800" cy="1524000"/>
          </a:xfrm>
          <a:prstGeom prst="rect">
            <a:avLst/>
          </a:prstGeom>
          <a:noFill/>
          <a:ln>
            <a:noFill/>
          </a:ln>
        </p:spPr>
        <p:txBody>
          <a:bodyPr anchorCtr="0" anchor="ctr" bIns="45700" lIns="91425" spcFirstLastPara="1" rIns="91425" wrap="square" tIns="45700">
            <a:noAutofit/>
          </a:bodyPr>
          <a:lstStyle>
            <a:lvl1pPr lvl="0" algn="l">
              <a:lnSpc>
                <a:spcPct val="90909"/>
              </a:lnSpc>
              <a:spcBef>
                <a:spcPts val="0"/>
              </a:spcBef>
              <a:spcAft>
                <a:spcPts val="0"/>
              </a:spcAft>
              <a:buSzPts val="1400"/>
              <a:buNone/>
              <a:defRPr sz="4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type="blank">
  <p:cSld name="BLANK">
    <p:spTree>
      <p:nvGrpSpPr>
        <p:cNvPr id="188" name="Shape 188"/>
        <p:cNvGrpSpPr/>
        <p:nvPr/>
      </p:nvGrpSpPr>
      <p:grpSpPr>
        <a:xfrm>
          <a:off x="0" y="0"/>
          <a:ext cx="0" cy="0"/>
          <a:chOff x="0" y="0"/>
          <a:chExt cx="0" cy="0"/>
        </a:xfrm>
      </p:grpSpPr>
      <p:sp>
        <p:nvSpPr>
          <p:cNvPr id="189" name="Google Shape;189;p1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0" name="Google Shape;190;p1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1" name="Google Shape;191;p1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204" name="Shape 204"/>
        <p:cNvGrpSpPr/>
        <p:nvPr/>
      </p:nvGrpSpPr>
      <p:grpSpPr>
        <a:xfrm>
          <a:off x="0" y="0"/>
          <a:ext cx="0" cy="0"/>
          <a:chOff x="0" y="0"/>
          <a:chExt cx="0" cy="0"/>
        </a:xfrm>
      </p:grpSpPr>
      <p:sp>
        <p:nvSpPr>
          <p:cNvPr id="205" name="Google Shape;205;p98"/>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206" name="Google Shape;206;p98"/>
          <p:cNvGrpSpPr/>
          <p:nvPr/>
        </p:nvGrpSpPr>
        <p:grpSpPr>
          <a:xfrm>
            <a:off x="2084388" y="6550025"/>
            <a:ext cx="7059612" cy="49213"/>
            <a:chOff x="2083888" y="6550671"/>
            <a:chExt cx="7060112" cy="48665"/>
          </a:xfrm>
        </p:grpSpPr>
        <p:sp>
          <p:nvSpPr>
            <p:cNvPr id="207" name="Google Shape;207;p98"/>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208" name="Google Shape;208;p98"/>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209" name="Google Shape;209;p98"/>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grpSp>
      <p:pic>
        <p:nvPicPr>
          <p:cNvPr descr="Picture 7.png" id="210" name="Google Shape;210;p98"/>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211" name="Google Shape;211;p98"/>
          <p:cNvGrpSpPr/>
          <p:nvPr/>
        </p:nvGrpSpPr>
        <p:grpSpPr>
          <a:xfrm>
            <a:off x="2133600" y="6553200"/>
            <a:ext cx="7010400" cy="46038"/>
            <a:chOff x="1905000" y="6553200"/>
            <a:chExt cx="7010400" cy="45719"/>
          </a:xfrm>
        </p:grpSpPr>
        <p:sp>
          <p:nvSpPr>
            <p:cNvPr id="212" name="Google Shape;212;p98"/>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213" name="Google Shape;213;p98"/>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214" name="Google Shape;214;p98"/>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grpSp>
      <p:grpSp>
        <p:nvGrpSpPr>
          <p:cNvPr id="215" name="Google Shape;215;p98"/>
          <p:cNvGrpSpPr/>
          <p:nvPr/>
        </p:nvGrpSpPr>
        <p:grpSpPr>
          <a:xfrm>
            <a:off x="0" y="1295400"/>
            <a:ext cx="7010400" cy="46038"/>
            <a:chOff x="1905000" y="6553200"/>
            <a:chExt cx="7010400" cy="45719"/>
          </a:xfrm>
        </p:grpSpPr>
        <p:sp>
          <p:nvSpPr>
            <p:cNvPr id="216" name="Google Shape;216;p98"/>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217" name="Google Shape;217;p98"/>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sp>
          <p:nvSpPr>
            <p:cNvPr id="218" name="Google Shape;218;p98"/>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Tahoma"/>
                <a:ea typeface="Tahoma"/>
                <a:cs typeface="Tahoma"/>
                <a:sym typeface="Tahoma"/>
              </a:endParaRPr>
            </a:p>
          </p:txBody>
        </p:sp>
      </p:grpSp>
      <p:sp>
        <p:nvSpPr>
          <p:cNvPr id="219" name="Google Shape;219;p98"/>
          <p:cNvSpPr txBox="1"/>
          <p:nvPr>
            <p:ph idx="1" type="body"/>
          </p:nvPr>
        </p:nvSpPr>
        <p:spPr>
          <a:xfrm>
            <a:off x="304800" y="1493837"/>
            <a:ext cx="8229600" cy="4525963"/>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indent="-330200" lvl="1" marL="914400" marR="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0" name="Google Shape;220;p98"/>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1" name="Shape 221"/>
        <p:cNvGrpSpPr/>
        <p:nvPr/>
      </p:nvGrpSpPr>
      <p:grpSpPr>
        <a:xfrm>
          <a:off x="0" y="0"/>
          <a:ext cx="0" cy="0"/>
          <a:chOff x="0" y="0"/>
          <a:chExt cx="0" cy="0"/>
        </a:xfrm>
      </p:grpSpPr>
      <p:sp>
        <p:nvSpPr>
          <p:cNvPr id="222" name="Google Shape;222;p101"/>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3" name="Google Shape;223;p10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4" name="Google Shape;224;p101"/>
          <p:cNvSpPr txBox="1"/>
          <p:nvPr>
            <p:ph idx="11" type="ftr"/>
          </p:nvPr>
        </p:nvSpPr>
        <p:spPr>
          <a:xfrm>
            <a:off x="2195736" y="6237312"/>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12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25" name="Google Shape;225;p101"/>
          <p:cNvSpPr txBox="1"/>
          <p:nvPr>
            <p:ph idx="12" type="sldNum"/>
          </p:nvPr>
        </p:nvSpPr>
        <p:spPr>
          <a:xfrm>
            <a:off x="8532440" y="6237312"/>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1" i="0" sz="1600" u="none" cap="none" strike="noStrike">
                <a:solidFill>
                  <a:schemeClr val="dk1"/>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1" i="0" sz="1600" u="none" cap="none" strike="noStrike">
                <a:solidFill>
                  <a:schemeClr val="dk1"/>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1" i="0" sz="1600" u="none" cap="none" strike="noStrike">
                <a:solidFill>
                  <a:schemeClr val="dk1"/>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1" i="0" sz="1600" u="none" cap="none" strike="noStrike">
                <a:solidFill>
                  <a:schemeClr val="dk1"/>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1" i="0" sz="1600" u="none" cap="none" strike="noStrike">
                <a:solidFill>
                  <a:schemeClr val="dk1"/>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1" i="0" sz="1600" u="none" cap="none" strike="noStrike">
                <a:solidFill>
                  <a:schemeClr val="dk1"/>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1" i="0" sz="1600" u="none" cap="none" strike="noStrike">
                <a:solidFill>
                  <a:schemeClr val="dk1"/>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1" i="0" sz="1600" u="none" cap="none" strike="noStrike">
                <a:solidFill>
                  <a:schemeClr val="dk1"/>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1" i="0" sz="16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26" name="Shape 226"/>
        <p:cNvGrpSpPr/>
        <p:nvPr/>
      </p:nvGrpSpPr>
      <p:grpSpPr>
        <a:xfrm>
          <a:off x="0" y="0"/>
          <a:ext cx="0" cy="0"/>
          <a:chOff x="0" y="0"/>
          <a:chExt cx="0" cy="0"/>
        </a:xfrm>
      </p:grpSpPr>
      <p:sp>
        <p:nvSpPr>
          <p:cNvPr id="227" name="Google Shape;227;p135"/>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8" name="Google Shape;228;p135"/>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29" name="Google Shape;229;p135"/>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30" name="Google Shape;230;p135"/>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31" name="Shape 231"/>
        <p:cNvGrpSpPr/>
        <p:nvPr/>
      </p:nvGrpSpPr>
      <p:grpSpPr>
        <a:xfrm>
          <a:off x="0" y="0"/>
          <a:ext cx="0" cy="0"/>
          <a:chOff x="0" y="0"/>
          <a:chExt cx="0" cy="0"/>
        </a:xfrm>
      </p:grpSpPr>
      <p:sp>
        <p:nvSpPr>
          <p:cNvPr id="232" name="Google Shape;232;p134"/>
          <p:cNvSpPr txBox="1"/>
          <p:nvPr>
            <p:ph type="ctrTitle"/>
          </p:nvPr>
        </p:nvSpPr>
        <p:spPr>
          <a:xfrm>
            <a:off x="685800" y="2130425"/>
            <a:ext cx="7772400" cy="147002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33" name="Google Shape;233;p13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34" name="Google Shape;234;p134"/>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35" name="Google Shape;235;p134"/>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36" name="Google Shape;236;p134"/>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and Content">
  <p:cSld name="3_Title and Content">
    <p:spTree>
      <p:nvGrpSpPr>
        <p:cNvPr id="237" name="Shape 237"/>
        <p:cNvGrpSpPr/>
        <p:nvPr/>
      </p:nvGrpSpPr>
      <p:grpSpPr>
        <a:xfrm>
          <a:off x="0" y="0"/>
          <a:ext cx="0" cy="0"/>
          <a:chOff x="0" y="0"/>
          <a:chExt cx="0" cy="0"/>
        </a:xfrm>
      </p:grpSpPr>
      <p:sp>
        <p:nvSpPr>
          <p:cNvPr id="238" name="Google Shape;238;p147"/>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39" name="Google Shape;239;p14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0" name="Google Shape;240;p147"/>
          <p:cNvSpPr txBox="1"/>
          <p:nvPr>
            <p:ph idx="11" type="ftr"/>
          </p:nvPr>
        </p:nvSpPr>
        <p:spPr>
          <a:xfrm>
            <a:off x="2195736" y="6237312"/>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12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41" name="Google Shape;241;p147"/>
          <p:cNvSpPr txBox="1"/>
          <p:nvPr>
            <p:ph idx="12" type="sldNum"/>
          </p:nvPr>
        </p:nvSpPr>
        <p:spPr>
          <a:xfrm>
            <a:off x="8532440" y="6237312"/>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1" i="0" sz="1600" u="none" cap="none" strike="noStrike">
                <a:solidFill>
                  <a:schemeClr val="dk1"/>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1" i="0" sz="1600" u="none" cap="none" strike="noStrike">
                <a:solidFill>
                  <a:schemeClr val="dk1"/>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1" i="0" sz="1600" u="none" cap="none" strike="noStrike">
                <a:solidFill>
                  <a:schemeClr val="dk1"/>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1" i="0" sz="1600" u="none" cap="none" strike="noStrike">
                <a:solidFill>
                  <a:schemeClr val="dk1"/>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1" i="0" sz="1600" u="none" cap="none" strike="noStrike">
                <a:solidFill>
                  <a:schemeClr val="dk1"/>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1" i="0" sz="1600" u="none" cap="none" strike="noStrike">
                <a:solidFill>
                  <a:schemeClr val="dk1"/>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1" i="0" sz="1600" u="none" cap="none" strike="noStrike">
                <a:solidFill>
                  <a:schemeClr val="dk1"/>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1" i="0" sz="1600" u="none" cap="none" strike="noStrike">
                <a:solidFill>
                  <a:schemeClr val="dk1"/>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1" i="0" sz="16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p:cSld name="2_Title and Content">
    <p:spTree>
      <p:nvGrpSpPr>
        <p:cNvPr id="242" name="Shape 242"/>
        <p:cNvGrpSpPr/>
        <p:nvPr/>
      </p:nvGrpSpPr>
      <p:grpSpPr>
        <a:xfrm>
          <a:off x="0" y="0"/>
          <a:ext cx="0" cy="0"/>
          <a:chOff x="0" y="0"/>
          <a:chExt cx="0" cy="0"/>
        </a:xfrm>
      </p:grpSpPr>
      <p:sp>
        <p:nvSpPr>
          <p:cNvPr id="243" name="Google Shape;243;p148"/>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44" name="Google Shape;244;p14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5" name="Google Shape;245;p148"/>
          <p:cNvSpPr txBox="1"/>
          <p:nvPr>
            <p:ph idx="11" type="ftr"/>
          </p:nvPr>
        </p:nvSpPr>
        <p:spPr>
          <a:xfrm>
            <a:off x="2195736" y="6237312"/>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12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46" name="Google Shape;246;p148"/>
          <p:cNvSpPr txBox="1"/>
          <p:nvPr>
            <p:ph idx="12" type="sldNum"/>
          </p:nvPr>
        </p:nvSpPr>
        <p:spPr>
          <a:xfrm>
            <a:off x="8532440" y="6237312"/>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1" i="0" sz="1600" u="none" cap="none" strike="noStrike">
                <a:solidFill>
                  <a:schemeClr val="dk1"/>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1" i="0" sz="1600" u="none" cap="none" strike="noStrike">
                <a:solidFill>
                  <a:schemeClr val="dk1"/>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1" i="0" sz="1600" u="none" cap="none" strike="noStrike">
                <a:solidFill>
                  <a:schemeClr val="dk1"/>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1" i="0" sz="1600" u="none" cap="none" strike="noStrike">
                <a:solidFill>
                  <a:schemeClr val="dk1"/>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1" i="0" sz="1600" u="none" cap="none" strike="noStrike">
                <a:solidFill>
                  <a:schemeClr val="dk1"/>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1" i="0" sz="1600" u="none" cap="none" strike="noStrike">
                <a:solidFill>
                  <a:schemeClr val="dk1"/>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1" i="0" sz="1600" u="none" cap="none" strike="noStrike">
                <a:solidFill>
                  <a:schemeClr val="dk1"/>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1" i="0" sz="1600" u="none" cap="none" strike="noStrike">
                <a:solidFill>
                  <a:schemeClr val="dk1"/>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1" i="0" sz="16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47" name="Shape 247"/>
        <p:cNvGrpSpPr/>
        <p:nvPr/>
      </p:nvGrpSpPr>
      <p:grpSpPr>
        <a:xfrm>
          <a:off x="0" y="0"/>
          <a:ext cx="0" cy="0"/>
          <a:chOff x="0" y="0"/>
          <a:chExt cx="0" cy="0"/>
        </a:xfrm>
      </p:grpSpPr>
      <p:sp>
        <p:nvSpPr>
          <p:cNvPr id="248" name="Google Shape;248;p14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1"/>
              </a:buClr>
              <a:buSzPts val="4000"/>
              <a:buFont typeface="Calibri"/>
              <a:buNone/>
              <a:defRPr b="1" i="0" sz="4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49" name="Google Shape;249;p14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250" name="Google Shape;250;p149"/>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51" name="Google Shape;251;p149"/>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52" name="Google Shape;252;p149"/>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53" name="Shape 253"/>
        <p:cNvGrpSpPr/>
        <p:nvPr/>
      </p:nvGrpSpPr>
      <p:grpSpPr>
        <a:xfrm>
          <a:off x="0" y="0"/>
          <a:ext cx="0" cy="0"/>
          <a:chOff x="0" y="0"/>
          <a:chExt cx="0" cy="0"/>
        </a:xfrm>
      </p:grpSpPr>
      <p:sp>
        <p:nvSpPr>
          <p:cNvPr id="254" name="Google Shape;254;p150"/>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55" name="Google Shape;255;p15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256" name="Google Shape;256;p15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257" name="Google Shape;257;p150"/>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58" name="Google Shape;258;p150"/>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59" name="Google Shape;259;p150"/>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60" name="Shape 260"/>
        <p:cNvGrpSpPr/>
        <p:nvPr/>
      </p:nvGrpSpPr>
      <p:grpSpPr>
        <a:xfrm>
          <a:off x="0" y="0"/>
          <a:ext cx="0" cy="0"/>
          <a:chOff x="0" y="0"/>
          <a:chExt cx="0" cy="0"/>
        </a:xfrm>
      </p:grpSpPr>
      <p:sp>
        <p:nvSpPr>
          <p:cNvPr id="261" name="Google Shape;261;p151"/>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62" name="Google Shape;262;p15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263" name="Google Shape;263;p15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264" name="Google Shape;264;p15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265" name="Google Shape;265;p15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266" name="Google Shape;266;p151"/>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67" name="Google Shape;267;p151"/>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68" name="Google Shape;268;p151"/>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69" name="Shape 269"/>
        <p:cNvGrpSpPr/>
        <p:nvPr/>
      </p:nvGrpSpPr>
      <p:grpSpPr>
        <a:xfrm>
          <a:off x="0" y="0"/>
          <a:ext cx="0" cy="0"/>
          <a:chOff x="0" y="0"/>
          <a:chExt cx="0" cy="0"/>
        </a:xfrm>
      </p:grpSpPr>
      <p:sp>
        <p:nvSpPr>
          <p:cNvPr id="270" name="Google Shape;270;p152"/>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71" name="Google Shape;271;p152"/>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72" name="Google Shape;272;p152"/>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73" name="Shape 273"/>
        <p:cNvGrpSpPr/>
        <p:nvPr/>
      </p:nvGrpSpPr>
      <p:grpSpPr>
        <a:xfrm>
          <a:off x="0" y="0"/>
          <a:ext cx="0" cy="0"/>
          <a:chOff x="0" y="0"/>
          <a:chExt cx="0" cy="0"/>
        </a:xfrm>
      </p:grpSpPr>
      <p:sp>
        <p:nvSpPr>
          <p:cNvPr id="274" name="Google Shape;274;p153"/>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chemeClr val="dk1"/>
              </a:buClr>
              <a:buSzPts val="2000"/>
              <a:buFont typeface="Calibri"/>
              <a:buNone/>
              <a:defRPr b="1" i="0" sz="2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75" name="Google Shape;275;p153"/>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276" name="Google Shape;276;p153"/>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277" name="Google Shape;277;p153"/>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78" name="Google Shape;278;p153"/>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79" name="Google Shape;279;p153"/>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80" name="Shape 280"/>
        <p:cNvGrpSpPr/>
        <p:nvPr/>
      </p:nvGrpSpPr>
      <p:grpSpPr>
        <a:xfrm>
          <a:off x="0" y="0"/>
          <a:ext cx="0" cy="0"/>
          <a:chOff x="0" y="0"/>
          <a:chExt cx="0" cy="0"/>
        </a:xfrm>
      </p:grpSpPr>
      <p:sp>
        <p:nvSpPr>
          <p:cNvPr id="281" name="Google Shape;281;p15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chemeClr val="dk1"/>
              </a:buClr>
              <a:buSzPts val="2000"/>
              <a:buFont typeface="Calibri"/>
              <a:buNone/>
              <a:defRPr b="1" i="0" sz="2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82" name="Google Shape;282;p154"/>
          <p:cNvSpPr/>
          <p:nvPr>
            <p:ph idx="2" type="pic"/>
          </p:nvPr>
        </p:nvSpPr>
        <p:spPr>
          <a:xfrm>
            <a:off x="1792288" y="612775"/>
            <a:ext cx="5486400" cy="4114800"/>
          </a:xfrm>
          <a:prstGeom prst="rect">
            <a:avLst/>
          </a:prstGeom>
          <a:noFill/>
          <a:ln>
            <a:noFill/>
          </a:ln>
        </p:spPr>
      </p:sp>
      <p:sp>
        <p:nvSpPr>
          <p:cNvPr id="283" name="Google Shape;283;p15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284" name="Google Shape;284;p154"/>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85" name="Google Shape;285;p154"/>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86" name="Google Shape;286;p154"/>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87" name="Shape 287"/>
        <p:cNvGrpSpPr/>
        <p:nvPr/>
      </p:nvGrpSpPr>
      <p:grpSpPr>
        <a:xfrm>
          <a:off x="0" y="0"/>
          <a:ext cx="0" cy="0"/>
          <a:chOff x="0" y="0"/>
          <a:chExt cx="0" cy="0"/>
        </a:xfrm>
      </p:grpSpPr>
      <p:sp>
        <p:nvSpPr>
          <p:cNvPr id="288" name="Google Shape;288;p155"/>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89" name="Google Shape;289;p155"/>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90" name="Google Shape;290;p155"/>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91" name="Google Shape;291;p155"/>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92" name="Google Shape;292;p155"/>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93" name="Shape 293"/>
        <p:cNvGrpSpPr/>
        <p:nvPr/>
      </p:nvGrpSpPr>
      <p:grpSpPr>
        <a:xfrm>
          <a:off x="0" y="0"/>
          <a:ext cx="0" cy="0"/>
          <a:chOff x="0" y="0"/>
          <a:chExt cx="0" cy="0"/>
        </a:xfrm>
      </p:grpSpPr>
      <p:sp>
        <p:nvSpPr>
          <p:cNvPr id="294" name="Google Shape;294;p156"/>
          <p:cNvSpPr txBox="1"/>
          <p:nvPr>
            <p:ph type="title"/>
          </p:nvPr>
        </p:nvSpPr>
        <p:spPr>
          <a:xfrm rot="5400000">
            <a:off x="4732338" y="2171701"/>
            <a:ext cx="5851525" cy="20574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95" name="Google Shape;295;p156"/>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96" name="Google Shape;296;p156"/>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97" name="Google Shape;297;p156"/>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98" name="Google Shape;298;p156"/>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305" name="Shape 305"/>
        <p:cNvGrpSpPr/>
        <p:nvPr/>
      </p:nvGrpSpPr>
      <p:grpSpPr>
        <a:xfrm>
          <a:off x="0" y="0"/>
          <a:ext cx="0" cy="0"/>
          <a:chOff x="0" y="0"/>
          <a:chExt cx="0" cy="0"/>
        </a:xfrm>
      </p:grpSpPr>
      <p:sp>
        <p:nvSpPr>
          <p:cNvPr id="306" name="Google Shape;306;p100"/>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307" name="Google Shape;307;p100"/>
          <p:cNvGrpSpPr/>
          <p:nvPr/>
        </p:nvGrpSpPr>
        <p:grpSpPr>
          <a:xfrm>
            <a:off x="2084388" y="6550025"/>
            <a:ext cx="7059612" cy="49213"/>
            <a:chOff x="2083888" y="6550671"/>
            <a:chExt cx="7060112" cy="48665"/>
          </a:xfrm>
        </p:grpSpPr>
        <p:sp>
          <p:nvSpPr>
            <p:cNvPr id="308" name="Google Shape;308;p100"/>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09" name="Google Shape;309;p100"/>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10" name="Google Shape;310;p100"/>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pic>
        <p:nvPicPr>
          <p:cNvPr descr="Picture 7.png" id="311" name="Google Shape;311;p100"/>
          <p:cNvPicPr preferRelativeResize="0"/>
          <p:nvPr/>
        </p:nvPicPr>
        <p:blipFill rotWithShape="1">
          <a:blip r:embed="rId2">
            <a:alphaModFix/>
          </a:blip>
          <a:srcRect b="5333" l="1923" r="0" t="0"/>
          <a:stretch/>
        </p:blipFill>
        <p:spPr>
          <a:xfrm>
            <a:off x="6629400" y="0"/>
            <a:ext cx="2193925" cy="692150"/>
          </a:xfrm>
          <a:prstGeom prst="rect">
            <a:avLst/>
          </a:prstGeom>
          <a:noFill/>
          <a:ln>
            <a:noFill/>
          </a:ln>
        </p:spPr>
      </p:pic>
      <p:grpSp>
        <p:nvGrpSpPr>
          <p:cNvPr id="312" name="Google Shape;312;p100"/>
          <p:cNvGrpSpPr/>
          <p:nvPr/>
        </p:nvGrpSpPr>
        <p:grpSpPr>
          <a:xfrm>
            <a:off x="2133600" y="6553200"/>
            <a:ext cx="7010400" cy="46038"/>
            <a:chOff x="1905000" y="6553200"/>
            <a:chExt cx="7010400" cy="45719"/>
          </a:xfrm>
        </p:grpSpPr>
        <p:sp>
          <p:nvSpPr>
            <p:cNvPr id="313" name="Google Shape;313;p100"/>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14" name="Google Shape;314;p100"/>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15" name="Google Shape;315;p100"/>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nvGrpSpPr>
          <p:cNvPr id="316" name="Google Shape;316;p100"/>
          <p:cNvGrpSpPr/>
          <p:nvPr/>
        </p:nvGrpSpPr>
        <p:grpSpPr>
          <a:xfrm>
            <a:off x="0" y="1295400"/>
            <a:ext cx="7010400" cy="46038"/>
            <a:chOff x="1905000" y="6553200"/>
            <a:chExt cx="7010400" cy="45719"/>
          </a:xfrm>
        </p:grpSpPr>
        <p:sp>
          <p:nvSpPr>
            <p:cNvPr id="317" name="Google Shape;317;p100"/>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18" name="Google Shape;318;p100"/>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19" name="Google Shape;319;p100"/>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sp>
        <p:nvSpPr>
          <p:cNvPr id="320" name="Google Shape;320;p100"/>
          <p:cNvSpPr txBox="1"/>
          <p:nvPr>
            <p:ph idx="1" type="body"/>
          </p:nvPr>
        </p:nvSpPr>
        <p:spPr>
          <a:xfrm>
            <a:off x="304800" y="1493837"/>
            <a:ext cx="8229600" cy="4525963"/>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indent="-330200" lvl="1" marL="914400" marR="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21" name="Google Shape;321;p100"/>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p:cSld name="2_Title and Content">
    <p:spTree>
      <p:nvGrpSpPr>
        <p:cNvPr id="322" name="Shape 322"/>
        <p:cNvGrpSpPr/>
        <p:nvPr/>
      </p:nvGrpSpPr>
      <p:grpSpPr>
        <a:xfrm>
          <a:off x="0" y="0"/>
          <a:ext cx="0" cy="0"/>
          <a:chOff x="0" y="0"/>
          <a:chExt cx="0" cy="0"/>
        </a:xfrm>
      </p:grpSpPr>
      <p:sp>
        <p:nvSpPr>
          <p:cNvPr id="323" name="Google Shape;323;p102"/>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324" name="Google Shape;324;p102"/>
          <p:cNvGrpSpPr/>
          <p:nvPr/>
        </p:nvGrpSpPr>
        <p:grpSpPr>
          <a:xfrm>
            <a:off x="2084388" y="6550025"/>
            <a:ext cx="7059612" cy="49213"/>
            <a:chOff x="2083888" y="6550671"/>
            <a:chExt cx="7060112" cy="48665"/>
          </a:xfrm>
        </p:grpSpPr>
        <p:sp>
          <p:nvSpPr>
            <p:cNvPr id="325" name="Google Shape;325;p102"/>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Arial"/>
                <a:ea typeface="Arial"/>
                <a:cs typeface="Arial"/>
                <a:sym typeface="Arial"/>
              </a:endParaRPr>
            </a:p>
          </p:txBody>
        </p:sp>
        <p:sp>
          <p:nvSpPr>
            <p:cNvPr id="326" name="Google Shape;326;p102"/>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Arial"/>
                <a:ea typeface="Arial"/>
                <a:cs typeface="Arial"/>
                <a:sym typeface="Arial"/>
              </a:endParaRPr>
            </a:p>
          </p:txBody>
        </p:sp>
        <p:sp>
          <p:nvSpPr>
            <p:cNvPr id="327" name="Google Shape;327;p102"/>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Arial"/>
                <a:ea typeface="Arial"/>
                <a:cs typeface="Arial"/>
                <a:sym typeface="Arial"/>
              </a:endParaRPr>
            </a:p>
          </p:txBody>
        </p:sp>
      </p:grpSp>
      <p:pic>
        <p:nvPicPr>
          <p:cNvPr descr="Picture 7.png" id="328" name="Google Shape;328;p102"/>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329" name="Google Shape;329;p102"/>
          <p:cNvGrpSpPr/>
          <p:nvPr/>
        </p:nvGrpSpPr>
        <p:grpSpPr>
          <a:xfrm>
            <a:off x="2133600" y="6553200"/>
            <a:ext cx="7010400" cy="46038"/>
            <a:chOff x="1905000" y="6553200"/>
            <a:chExt cx="7010400" cy="45719"/>
          </a:xfrm>
        </p:grpSpPr>
        <p:sp>
          <p:nvSpPr>
            <p:cNvPr id="330" name="Google Shape;330;p102"/>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Arial"/>
                <a:ea typeface="Arial"/>
                <a:cs typeface="Arial"/>
                <a:sym typeface="Arial"/>
              </a:endParaRPr>
            </a:p>
          </p:txBody>
        </p:sp>
        <p:sp>
          <p:nvSpPr>
            <p:cNvPr id="331" name="Google Shape;331;p102"/>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Arial"/>
                <a:ea typeface="Arial"/>
                <a:cs typeface="Arial"/>
                <a:sym typeface="Arial"/>
              </a:endParaRPr>
            </a:p>
          </p:txBody>
        </p:sp>
        <p:sp>
          <p:nvSpPr>
            <p:cNvPr id="332" name="Google Shape;332;p102"/>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Arial"/>
                <a:ea typeface="Arial"/>
                <a:cs typeface="Arial"/>
                <a:sym typeface="Arial"/>
              </a:endParaRPr>
            </a:p>
          </p:txBody>
        </p:sp>
      </p:grpSp>
      <p:grpSp>
        <p:nvGrpSpPr>
          <p:cNvPr id="333" name="Google Shape;333;p102"/>
          <p:cNvGrpSpPr/>
          <p:nvPr/>
        </p:nvGrpSpPr>
        <p:grpSpPr>
          <a:xfrm>
            <a:off x="0" y="1295400"/>
            <a:ext cx="7010400" cy="46038"/>
            <a:chOff x="1905000" y="6553200"/>
            <a:chExt cx="7010400" cy="45719"/>
          </a:xfrm>
        </p:grpSpPr>
        <p:sp>
          <p:nvSpPr>
            <p:cNvPr id="334" name="Google Shape;334;p102"/>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Arial"/>
                <a:ea typeface="Arial"/>
                <a:cs typeface="Arial"/>
                <a:sym typeface="Arial"/>
              </a:endParaRPr>
            </a:p>
          </p:txBody>
        </p:sp>
        <p:sp>
          <p:nvSpPr>
            <p:cNvPr id="335" name="Google Shape;335;p102"/>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Arial"/>
                <a:ea typeface="Arial"/>
                <a:cs typeface="Arial"/>
                <a:sym typeface="Arial"/>
              </a:endParaRPr>
            </a:p>
          </p:txBody>
        </p:sp>
        <p:sp>
          <p:nvSpPr>
            <p:cNvPr id="336" name="Google Shape;336;p102"/>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Arial"/>
                <a:ea typeface="Arial"/>
                <a:cs typeface="Arial"/>
                <a:sym typeface="Arial"/>
              </a:endParaRPr>
            </a:p>
          </p:txBody>
        </p:sp>
      </p:grpSp>
      <p:sp>
        <p:nvSpPr>
          <p:cNvPr id="337" name="Google Shape;337;p102"/>
          <p:cNvSpPr txBox="1"/>
          <p:nvPr>
            <p:ph idx="1" type="body"/>
          </p:nvPr>
        </p:nvSpPr>
        <p:spPr>
          <a:xfrm>
            <a:off x="304800" y="1493837"/>
            <a:ext cx="8229600" cy="4525963"/>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indent="-330200" lvl="1" marL="914400" marR="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indent="-381000" lvl="2" marL="1371600" algn="l">
              <a:lnSpc>
                <a:spcPct val="100000"/>
              </a:lnSpc>
              <a:spcBef>
                <a:spcPts val="480"/>
              </a:spcBef>
              <a:spcAft>
                <a:spcPts val="0"/>
              </a:spcAft>
              <a:buSzPts val="2400"/>
              <a:buChar char="•"/>
              <a:defRPr/>
            </a:lvl3pPr>
            <a:lvl4pPr indent="-355600" lvl="3" marL="1828800" algn="l">
              <a:lnSpc>
                <a:spcPct val="100000"/>
              </a:lnSpc>
              <a:spcBef>
                <a:spcPts val="400"/>
              </a:spcBef>
              <a:spcAft>
                <a:spcPts val="0"/>
              </a:spcAft>
              <a:buSzPts val="2000"/>
              <a:buChar char="–"/>
              <a:defRPr/>
            </a:lvl4pPr>
            <a:lvl5pPr indent="-355600" lvl="4" marL="2286000" algn="l">
              <a:lnSpc>
                <a:spcPct val="100000"/>
              </a:lnSpc>
              <a:spcBef>
                <a:spcPts val="400"/>
              </a:spcBef>
              <a:spcAft>
                <a:spcPts val="0"/>
              </a:spcAft>
              <a:buSzPts val="2000"/>
              <a:buChar char="»"/>
              <a:defRPr/>
            </a:lvl5pPr>
            <a:lvl6pPr indent="-355600" lvl="5" marL="2743200" algn="l">
              <a:lnSpc>
                <a:spcPct val="100000"/>
              </a:lnSpc>
              <a:spcBef>
                <a:spcPts val="400"/>
              </a:spcBef>
              <a:spcAft>
                <a:spcPts val="0"/>
              </a:spcAft>
              <a:buSzPts val="2000"/>
              <a:buChar char="•"/>
              <a:defRPr/>
            </a:lvl6pPr>
            <a:lvl7pPr indent="-355600" lvl="6" marL="3200400" algn="l">
              <a:lnSpc>
                <a:spcPct val="100000"/>
              </a:lnSpc>
              <a:spcBef>
                <a:spcPts val="400"/>
              </a:spcBef>
              <a:spcAft>
                <a:spcPts val="0"/>
              </a:spcAft>
              <a:buSzPts val="2000"/>
              <a:buChar char="•"/>
              <a:defRPr/>
            </a:lvl7pPr>
            <a:lvl8pPr indent="-355600" lvl="7" marL="3657600" algn="l">
              <a:lnSpc>
                <a:spcPct val="100000"/>
              </a:lnSpc>
              <a:spcBef>
                <a:spcPts val="400"/>
              </a:spcBef>
              <a:spcAft>
                <a:spcPts val="0"/>
              </a:spcAft>
              <a:buSzPts val="2000"/>
              <a:buChar char="•"/>
              <a:defRPr/>
            </a:lvl8pPr>
            <a:lvl9pPr indent="-355600" lvl="8" marL="4114800" algn="l">
              <a:lnSpc>
                <a:spcPct val="100000"/>
              </a:lnSpc>
              <a:spcBef>
                <a:spcPts val="400"/>
              </a:spcBef>
              <a:spcAft>
                <a:spcPts val="0"/>
              </a:spcAft>
              <a:buSzPts val="2000"/>
              <a:buChar char="•"/>
              <a:defRPr/>
            </a:lvl9pPr>
          </a:lstStyle>
          <a:p/>
        </p:txBody>
      </p:sp>
      <p:sp>
        <p:nvSpPr>
          <p:cNvPr id="338" name="Google Shape;338;p102"/>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3200"/>
              <a:buNone/>
              <a:defRPr b="1" sz="3600">
                <a:latin typeface="Arial"/>
                <a:ea typeface="Arial"/>
                <a:cs typeface="Arial"/>
                <a:sym typeface="Arial"/>
              </a:defRPr>
            </a:lvl1pPr>
            <a:lvl2pPr indent="-406400" lvl="1" marL="914400" algn="l">
              <a:lnSpc>
                <a:spcPct val="100000"/>
              </a:lnSpc>
              <a:spcBef>
                <a:spcPts val="560"/>
              </a:spcBef>
              <a:spcAft>
                <a:spcPts val="0"/>
              </a:spcAft>
              <a:buSzPts val="2800"/>
              <a:buChar char="–"/>
              <a:defRPr/>
            </a:lvl2pPr>
            <a:lvl3pPr indent="-381000" lvl="2" marL="1371600" algn="l">
              <a:lnSpc>
                <a:spcPct val="100000"/>
              </a:lnSpc>
              <a:spcBef>
                <a:spcPts val="480"/>
              </a:spcBef>
              <a:spcAft>
                <a:spcPts val="0"/>
              </a:spcAft>
              <a:buSzPts val="2400"/>
              <a:buChar char="•"/>
              <a:defRPr/>
            </a:lvl3pPr>
            <a:lvl4pPr indent="-355600" lvl="3" marL="1828800" algn="l">
              <a:lnSpc>
                <a:spcPct val="100000"/>
              </a:lnSpc>
              <a:spcBef>
                <a:spcPts val="400"/>
              </a:spcBef>
              <a:spcAft>
                <a:spcPts val="0"/>
              </a:spcAft>
              <a:buSzPts val="2000"/>
              <a:buChar char="–"/>
              <a:defRPr/>
            </a:lvl4pPr>
            <a:lvl5pPr indent="-355600" lvl="4" marL="2286000" algn="l">
              <a:lnSpc>
                <a:spcPct val="100000"/>
              </a:lnSpc>
              <a:spcBef>
                <a:spcPts val="400"/>
              </a:spcBef>
              <a:spcAft>
                <a:spcPts val="0"/>
              </a:spcAft>
              <a:buSzPts val="2000"/>
              <a:buChar char="»"/>
              <a:defRPr/>
            </a:lvl5pPr>
            <a:lvl6pPr indent="-355600" lvl="5" marL="2743200" algn="l">
              <a:lnSpc>
                <a:spcPct val="100000"/>
              </a:lnSpc>
              <a:spcBef>
                <a:spcPts val="400"/>
              </a:spcBef>
              <a:spcAft>
                <a:spcPts val="0"/>
              </a:spcAft>
              <a:buSzPts val="2000"/>
              <a:buChar char="•"/>
              <a:defRPr/>
            </a:lvl6pPr>
            <a:lvl7pPr indent="-355600" lvl="6" marL="3200400" algn="l">
              <a:lnSpc>
                <a:spcPct val="100000"/>
              </a:lnSpc>
              <a:spcBef>
                <a:spcPts val="400"/>
              </a:spcBef>
              <a:spcAft>
                <a:spcPts val="0"/>
              </a:spcAft>
              <a:buSzPts val="2000"/>
              <a:buChar char="•"/>
              <a:defRPr/>
            </a:lvl7pPr>
            <a:lvl8pPr indent="-355600" lvl="7" marL="3657600" algn="l">
              <a:lnSpc>
                <a:spcPct val="100000"/>
              </a:lnSpc>
              <a:spcBef>
                <a:spcPts val="400"/>
              </a:spcBef>
              <a:spcAft>
                <a:spcPts val="0"/>
              </a:spcAft>
              <a:buSzPts val="2000"/>
              <a:buChar char="•"/>
              <a:defRPr/>
            </a:lvl8pPr>
            <a:lvl9pPr indent="-355600" lvl="8" marL="4114800" algn="l">
              <a:lnSpc>
                <a:spcPct val="100000"/>
              </a:lnSpc>
              <a:spcBef>
                <a:spcPts val="400"/>
              </a:spcBef>
              <a:spcAft>
                <a:spcPts val="0"/>
              </a:spcAft>
              <a:buSzPts val="20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bg>
      <p:bgPr>
        <a:blipFill>
          <a:blip r:embed="rId2">
            <a:alphaModFix/>
          </a:blip>
          <a:stretch>
            <a:fillRect/>
          </a:stretch>
        </a:blipFill>
      </p:bgPr>
    </p:bg>
    <p:spTree>
      <p:nvGrpSpPr>
        <p:cNvPr id="339" name="Shape 339"/>
        <p:cNvGrpSpPr/>
        <p:nvPr/>
      </p:nvGrpSpPr>
      <p:grpSpPr>
        <a:xfrm>
          <a:off x="0" y="0"/>
          <a:ext cx="0" cy="0"/>
          <a:chOff x="0" y="0"/>
          <a:chExt cx="0" cy="0"/>
        </a:xfrm>
      </p:grpSpPr>
      <p:sp>
        <p:nvSpPr>
          <p:cNvPr id="340" name="Google Shape;340;p157"/>
          <p:cNvSpPr/>
          <p:nvPr/>
        </p:nvSpPr>
        <p:spPr>
          <a:xfrm>
            <a:off x="0" y="3352800"/>
            <a:ext cx="8686800" cy="2743200"/>
          </a:xfrm>
          <a:prstGeom prst="rect">
            <a:avLst/>
          </a:prstGeom>
          <a:solidFill>
            <a:srgbClr val="10114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341" name="Google Shape;341;p157"/>
          <p:cNvSpPr/>
          <p:nvPr/>
        </p:nvSpPr>
        <p:spPr>
          <a:xfrm>
            <a:off x="2895600" y="6096000"/>
            <a:ext cx="2895600" cy="76200"/>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42" name="Google Shape;342;p157"/>
          <p:cNvSpPr/>
          <p:nvPr/>
        </p:nvSpPr>
        <p:spPr>
          <a:xfrm>
            <a:off x="0" y="6096000"/>
            <a:ext cx="2895600" cy="76200"/>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43" name="Google Shape;343;p157"/>
          <p:cNvSpPr/>
          <p:nvPr/>
        </p:nvSpPr>
        <p:spPr>
          <a:xfrm>
            <a:off x="5791200" y="6096000"/>
            <a:ext cx="2895600" cy="7620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descr="BITS_university_logo_whitevert.png" id="344" name="Google Shape;344;p157"/>
          <p:cNvPicPr preferRelativeResize="0"/>
          <p:nvPr/>
        </p:nvPicPr>
        <p:blipFill rotWithShape="1">
          <a:blip r:embed="rId3">
            <a:alphaModFix/>
          </a:blip>
          <a:srcRect b="28592" l="0" r="0" t="2"/>
          <a:stretch/>
        </p:blipFill>
        <p:spPr>
          <a:xfrm>
            <a:off x="76200" y="3352800"/>
            <a:ext cx="2057400" cy="1979613"/>
          </a:xfrm>
          <a:prstGeom prst="rect">
            <a:avLst/>
          </a:prstGeom>
          <a:noFill/>
          <a:ln>
            <a:noFill/>
          </a:ln>
        </p:spPr>
      </p:pic>
      <p:sp>
        <p:nvSpPr>
          <p:cNvPr id="345" name="Google Shape;345;p157"/>
          <p:cNvSpPr txBox="1"/>
          <p:nvPr/>
        </p:nvSpPr>
        <p:spPr>
          <a:xfrm>
            <a:off x="-76200" y="5257800"/>
            <a:ext cx="2209800" cy="5540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900"/>
              <a:buFont typeface="Arial"/>
              <a:buNone/>
            </a:pPr>
            <a:r>
              <a:rPr b="1" i="0" lang="en-US" sz="2900" u="none" cap="none" strike="noStrike">
                <a:solidFill>
                  <a:srgbClr val="FFFFFF"/>
                </a:solidFill>
                <a:latin typeface="Arial"/>
                <a:ea typeface="Arial"/>
                <a:cs typeface="Arial"/>
                <a:sym typeface="Arial"/>
              </a:rPr>
              <a:t>BITS</a:t>
            </a:r>
            <a:r>
              <a:rPr b="0" i="0" lang="en-US" sz="2900" u="none" cap="none" strike="noStrike">
                <a:solidFill>
                  <a:srgbClr val="FFFFFF"/>
                </a:solidFill>
                <a:latin typeface="Arial"/>
                <a:ea typeface="Arial"/>
                <a:cs typeface="Arial"/>
                <a:sym typeface="Arial"/>
              </a:rPr>
              <a:t> Pilani</a:t>
            </a:r>
            <a:endParaRPr b="0" i="0" sz="1400" u="none" cap="none" strike="noStrike">
              <a:solidFill>
                <a:srgbClr val="000000"/>
              </a:solidFill>
              <a:latin typeface="Arial"/>
              <a:ea typeface="Arial"/>
              <a:cs typeface="Arial"/>
              <a:sym typeface="Arial"/>
            </a:endParaRPr>
          </a:p>
        </p:txBody>
      </p:sp>
      <p:sp>
        <p:nvSpPr>
          <p:cNvPr id="346" name="Google Shape;346;p157"/>
          <p:cNvSpPr txBox="1"/>
          <p:nvPr/>
        </p:nvSpPr>
        <p:spPr>
          <a:xfrm>
            <a:off x="152400" y="5667375"/>
            <a:ext cx="1905000"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Arial"/>
                <a:ea typeface="Arial"/>
                <a:cs typeface="Arial"/>
                <a:sym typeface="Arial"/>
              </a:rPr>
              <a:t>Pilani Campus</a:t>
            </a:r>
            <a:endParaRPr b="0" i="0" sz="1400" u="none" cap="none" strike="noStrike">
              <a:solidFill>
                <a:srgbClr val="000000"/>
              </a:solidFill>
              <a:latin typeface="Arial"/>
              <a:ea typeface="Arial"/>
              <a:cs typeface="Arial"/>
              <a:sym typeface="Arial"/>
            </a:endParaRPr>
          </a:p>
        </p:txBody>
      </p:sp>
      <p:sp>
        <p:nvSpPr>
          <p:cNvPr id="347" name="Google Shape;347;p157"/>
          <p:cNvSpPr txBox="1"/>
          <p:nvPr>
            <p:ph idx="1" type="body"/>
          </p:nvPr>
        </p:nvSpPr>
        <p:spPr>
          <a:xfrm>
            <a:off x="2514600" y="5410200"/>
            <a:ext cx="6019800" cy="533400"/>
          </a:xfrm>
          <a:prstGeom prst="rect">
            <a:avLst/>
          </a:prstGeom>
          <a:noFill/>
          <a:ln>
            <a:noFill/>
          </a:ln>
        </p:spPr>
        <p:txBody>
          <a:bodyPr anchorCtr="0" anchor="b" bIns="45700" lIns="91425" spcFirstLastPara="1" rIns="91425" wrap="square" tIns="45700">
            <a:noAutofit/>
          </a:bodyPr>
          <a:lstStyle>
            <a:lvl1pPr indent="-228600" lvl="0" marL="457200" algn="r">
              <a:lnSpc>
                <a:spcPct val="100000"/>
              </a:lnSpc>
              <a:spcBef>
                <a:spcPts val="0"/>
              </a:spcBef>
              <a:spcAft>
                <a:spcPts val="0"/>
              </a:spcAft>
              <a:buClr>
                <a:schemeClr val="lt1"/>
              </a:buClr>
              <a:buSzPts val="1800"/>
              <a:buNone/>
              <a:defRPr sz="1800">
                <a:solidFill>
                  <a:schemeClr val="lt1"/>
                </a:solidFil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48" name="Google Shape;348;p157"/>
          <p:cNvSpPr txBox="1"/>
          <p:nvPr>
            <p:ph type="title"/>
          </p:nvPr>
        </p:nvSpPr>
        <p:spPr>
          <a:xfrm>
            <a:off x="2514600" y="3810000"/>
            <a:ext cx="6019800" cy="1524000"/>
          </a:xfrm>
          <a:prstGeom prst="rect">
            <a:avLst/>
          </a:prstGeom>
          <a:noFill/>
          <a:ln>
            <a:noFill/>
          </a:ln>
        </p:spPr>
        <p:txBody>
          <a:bodyPr anchorCtr="0" anchor="ctr" bIns="45700" lIns="91425" spcFirstLastPara="1" rIns="91425" wrap="square" tIns="45700">
            <a:noAutofit/>
          </a:bodyPr>
          <a:lstStyle>
            <a:lvl1pPr lvl="0" algn="l">
              <a:lnSpc>
                <a:spcPct val="90909"/>
              </a:lnSpc>
              <a:spcBef>
                <a:spcPts val="0"/>
              </a:spcBef>
              <a:spcAft>
                <a:spcPts val="0"/>
              </a:spcAft>
              <a:buClr>
                <a:schemeClr val="lt1"/>
              </a:buClr>
              <a:buSzPts val="4400"/>
              <a:buFont typeface="Calibri"/>
              <a:buNone/>
              <a:defRPr sz="4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49" name="Shape 349"/>
        <p:cNvGrpSpPr/>
        <p:nvPr/>
      </p:nvGrpSpPr>
      <p:grpSpPr>
        <a:xfrm>
          <a:off x="0" y="0"/>
          <a:ext cx="0" cy="0"/>
          <a:chOff x="0" y="0"/>
          <a:chExt cx="0" cy="0"/>
        </a:xfrm>
      </p:grpSpPr>
      <p:sp>
        <p:nvSpPr>
          <p:cNvPr id="350" name="Google Shape;350;p15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1" name="Google Shape;351;p15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352" name="Google Shape;352;p1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353" name="Google Shape;353;p1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354" name="Google Shape;354;p1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55" name="Shape 355"/>
        <p:cNvGrpSpPr/>
        <p:nvPr/>
      </p:nvGrpSpPr>
      <p:grpSpPr>
        <a:xfrm>
          <a:off x="0" y="0"/>
          <a:ext cx="0" cy="0"/>
          <a:chOff x="0" y="0"/>
          <a:chExt cx="0" cy="0"/>
        </a:xfrm>
      </p:grpSpPr>
      <p:sp>
        <p:nvSpPr>
          <p:cNvPr id="356" name="Google Shape;356;p15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7" name="Google Shape;357;p15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58" name="Google Shape;358;p15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359" name="Google Shape;359;p15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360" name="Google Shape;360;p1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61" name="Shape 361"/>
        <p:cNvGrpSpPr/>
        <p:nvPr/>
      </p:nvGrpSpPr>
      <p:grpSpPr>
        <a:xfrm>
          <a:off x="0" y="0"/>
          <a:ext cx="0" cy="0"/>
          <a:chOff x="0" y="0"/>
          <a:chExt cx="0" cy="0"/>
        </a:xfrm>
      </p:grpSpPr>
      <p:sp>
        <p:nvSpPr>
          <p:cNvPr id="362" name="Google Shape;362;p16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3" name="Google Shape;363;p16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64" name="Google Shape;364;p16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365" name="Google Shape;365;p16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366" name="Google Shape;366;p16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67" name="Shape 367"/>
        <p:cNvGrpSpPr/>
        <p:nvPr/>
      </p:nvGrpSpPr>
      <p:grpSpPr>
        <a:xfrm>
          <a:off x="0" y="0"/>
          <a:ext cx="0" cy="0"/>
          <a:chOff x="0" y="0"/>
          <a:chExt cx="0" cy="0"/>
        </a:xfrm>
      </p:grpSpPr>
      <p:sp>
        <p:nvSpPr>
          <p:cNvPr id="368" name="Google Shape;368;p16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9" name="Google Shape;369;p16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0" name="Google Shape;370;p16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1" name="Google Shape;371;p16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372" name="Google Shape;372;p16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373" name="Google Shape;373;p16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74" name="Shape 374"/>
        <p:cNvGrpSpPr/>
        <p:nvPr/>
      </p:nvGrpSpPr>
      <p:grpSpPr>
        <a:xfrm>
          <a:off x="0" y="0"/>
          <a:ext cx="0" cy="0"/>
          <a:chOff x="0" y="0"/>
          <a:chExt cx="0" cy="0"/>
        </a:xfrm>
      </p:grpSpPr>
      <p:sp>
        <p:nvSpPr>
          <p:cNvPr id="375" name="Google Shape;375;p16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6" name="Google Shape;376;p16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377" name="Google Shape;377;p16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378" name="Google Shape;378;p16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379" name="Google Shape;379;p16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380" name="Google Shape;380;p16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381" name="Google Shape;381;p16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382" name="Google Shape;382;p16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83" name="Shape 383"/>
        <p:cNvGrpSpPr/>
        <p:nvPr/>
      </p:nvGrpSpPr>
      <p:grpSpPr>
        <a:xfrm>
          <a:off x="0" y="0"/>
          <a:ext cx="0" cy="0"/>
          <a:chOff x="0" y="0"/>
          <a:chExt cx="0" cy="0"/>
        </a:xfrm>
      </p:grpSpPr>
      <p:sp>
        <p:nvSpPr>
          <p:cNvPr id="384" name="Google Shape;384;p16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5" name="Google Shape;385;p16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386" name="Google Shape;386;p16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387" name="Google Shape;387;p1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88" name="Shape 388"/>
        <p:cNvGrpSpPr/>
        <p:nvPr/>
      </p:nvGrpSpPr>
      <p:grpSpPr>
        <a:xfrm>
          <a:off x="0" y="0"/>
          <a:ext cx="0" cy="0"/>
          <a:chOff x="0" y="0"/>
          <a:chExt cx="0" cy="0"/>
        </a:xfrm>
      </p:grpSpPr>
      <p:sp>
        <p:nvSpPr>
          <p:cNvPr id="389" name="Google Shape;389;p16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390" name="Google Shape;390;p16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391" name="Google Shape;391;p16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92" name="Shape 392"/>
        <p:cNvGrpSpPr/>
        <p:nvPr/>
      </p:nvGrpSpPr>
      <p:grpSpPr>
        <a:xfrm>
          <a:off x="0" y="0"/>
          <a:ext cx="0" cy="0"/>
          <a:chOff x="0" y="0"/>
          <a:chExt cx="0" cy="0"/>
        </a:xfrm>
      </p:grpSpPr>
      <p:sp>
        <p:nvSpPr>
          <p:cNvPr id="393" name="Google Shape;393;p16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4" name="Google Shape;394;p16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395" name="Google Shape;395;p16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396" name="Google Shape;396;p16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397" name="Google Shape;397;p16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398" name="Google Shape;398;p16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99" name="Shape 399"/>
        <p:cNvGrpSpPr/>
        <p:nvPr/>
      </p:nvGrpSpPr>
      <p:grpSpPr>
        <a:xfrm>
          <a:off x="0" y="0"/>
          <a:ext cx="0" cy="0"/>
          <a:chOff x="0" y="0"/>
          <a:chExt cx="0" cy="0"/>
        </a:xfrm>
      </p:grpSpPr>
      <p:sp>
        <p:nvSpPr>
          <p:cNvPr id="400" name="Google Shape;400;p16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1" name="Google Shape;401;p166"/>
          <p:cNvSpPr/>
          <p:nvPr>
            <p:ph idx="2" type="pic"/>
          </p:nvPr>
        </p:nvSpPr>
        <p:spPr>
          <a:xfrm>
            <a:off x="1792288" y="612775"/>
            <a:ext cx="5486400" cy="4114800"/>
          </a:xfrm>
          <a:prstGeom prst="rect">
            <a:avLst/>
          </a:prstGeom>
          <a:noFill/>
          <a:ln>
            <a:noFill/>
          </a:ln>
        </p:spPr>
      </p:sp>
      <p:sp>
        <p:nvSpPr>
          <p:cNvPr id="402" name="Google Shape;402;p16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403" name="Google Shape;403;p16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404" name="Google Shape;404;p16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405" name="Google Shape;405;p16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406" name="Shape 406"/>
        <p:cNvGrpSpPr/>
        <p:nvPr/>
      </p:nvGrpSpPr>
      <p:grpSpPr>
        <a:xfrm>
          <a:off x="0" y="0"/>
          <a:ext cx="0" cy="0"/>
          <a:chOff x="0" y="0"/>
          <a:chExt cx="0" cy="0"/>
        </a:xfrm>
      </p:grpSpPr>
      <p:sp>
        <p:nvSpPr>
          <p:cNvPr id="407" name="Google Shape;407;p16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8" name="Google Shape;408;p16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09" name="Google Shape;409;p16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410" name="Google Shape;410;p16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411" name="Google Shape;411;p16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412" name="Shape 412"/>
        <p:cNvGrpSpPr/>
        <p:nvPr/>
      </p:nvGrpSpPr>
      <p:grpSpPr>
        <a:xfrm>
          <a:off x="0" y="0"/>
          <a:ext cx="0" cy="0"/>
          <a:chOff x="0" y="0"/>
          <a:chExt cx="0" cy="0"/>
        </a:xfrm>
      </p:grpSpPr>
      <p:sp>
        <p:nvSpPr>
          <p:cNvPr id="413" name="Google Shape;413;p16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4" name="Google Shape;414;p16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15" name="Google Shape;415;p16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416" name="Google Shape;416;p16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417" name="Google Shape;417;p16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Title and Content">
  <p:cSld name="11_Title and Content">
    <p:spTree>
      <p:nvGrpSpPr>
        <p:cNvPr id="430" name="Shape 430"/>
        <p:cNvGrpSpPr/>
        <p:nvPr/>
      </p:nvGrpSpPr>
      <p:grpSpPr>
        <a:xfrm>
          <a:off x="0" y="0"/>
          <a:ext cx="0" cy="0"/>
          <a:chOff x="0" y="0"/>
          <a:chExt cx="0" cy="0"/>
        </a:xfrm>
      </p:grpSpPr>
      <p:sp>
        <p:nvSpPr>
          <p:cNvPr id="431" name="Google Shape;431;p104"/>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432" name="Google Shape;432;p104"/>
          <p:cNvGrpSpPr/>
          <p:nvPr/>
        </p:nvGrpSpPr>
        <p:grpSpPr>
          <a:xfrm>
            <a:off x="2084388" y="6550025"/>
            <a:ext cx="7059612" cy="49213"/>
            <a:chOff x="2083888" y="6550671"/>
            <a:chExt cx="7060112" cy="48665"/>
          </a:xfrm>
        </p:grpSpPr>
        <p:sp>
          <p:nvSpPr>
            <p:cNvPr id="433" name="Google Shape;433;p104"/>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434" name="Google Shape;434;p104"/>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435" name="Google Shape;435;p104"/>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436" name="Google Shape;436;p104"/>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437" name="Google Shape;437;p104"/>
          <p:cNvGrpSpPr/>
          <p:nvPr/>
        </p:nvGrpSpPr>
        <p:grpSpPr>
          <a:xfrm>
            <a:off x="2133600" y="6553200"/>
            <a:ext cx="7010400" cy="46038"/>
            <a:chOff x="1905000" y="6553200"/>
            <a:chExt cx="7010400" cy="45719"/>
          </a:xfrm>
        </p:grpSpPr>
        <p:sp>
          <p:nvSpPr>
            <p:cNvPr id="438" name="Google Shape;438;p104"/>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439" name="Google Shape;439;p104"/>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440" name="Google Shape;440;p104"/>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441" name="Google Shape;441;p104"/>
          <p:cNvGrpSpPr/>
          <p:nvPr/>
        </p:nvGrpSpPr>
        <p:grpSpPr>
          <a:xfrm>
            <a:off x="0" y="1295400"/>
            <a:ext cx="7010400" cy="46038"/>
            <a:chOff x="1905000" y="6553200"/>
            <a:chExt cx="7010400" cy="45719"/>
          </a:xfrm>
        </p:grpSpPr>
        <p:sp>
          <p:nvSpPr>
            <p:cNvPr id="442" name="Google Shape;442;p104"/>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443" name="Google Shape;443;p104"/>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444" name="Google Shape;444;p104"/>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
        <p:nvSpPr>
          <p:cNvPr id="445" name="Google Shape;445;p104"/>
          <p:cNvSpPr txBox="1"/>
          <p:nvPr>
            <p:ph idx="1" type="body"/>
          </p:nvPr>
        </p:nvSpPr>
        <p:spPr>
          <a:xfrm>
            <a:off x="304800" y="1493837"/>
            <a:ext cx="8229600" cy="4525963"/>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indent="-330200" lvl="1" marL="914400" marR="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46" name="Google Shape;446;p104"/>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47" name="Shape 447"/>
        <p:cNvGrpSpPr/>
        <p:nvPr/>
      </p:nvGrpSpPr>
      <p:grpSpPr>
        <a:xfrm>
          <a:off x="0" y="0"/>
          <a:ext cx="0" cy="0"/>
          <a:chOff x="0" y="0"/>
          <a:chExt cx="0" cy="0"/>
        </a:xfrm>
      </p:grpSpPr>
      <p:sp>
        <p:nvSpPr>
          <p:cNvPr id="448" name="Google Shape;448;p169"/>
          <p:cNvSpPr txBox="1"/>
          <p:nvPr>
            <p:ph type="ctrTitle"/>
          </p:nvPr>
        </p:nvSpPr>
        <p:spPr>
          <a:xfrm>
            <a:off x="685800" y="2130425"/>
            <a:ext cx="7772400" cy="147002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49" name="Google Shape;449;p16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450" name="Google Shape;450;p169"/>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451" name="Google Shape;451;p169"/>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452" name="Google Shape;452;p169"/>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53" name="Shape 453"/>
        <p:cNvGrpSpPr/>
        <p:nvPr/>
      </p:nvGrpSpPr>
      <p:grpSpPr>
        <a:xfrm>
          <a:off x="0" y="0"/>
          <a:ext cx="0" cy="0"/>
          <a:chOff x="0" y="0"/>
          <a:chExt cx="0" cy="0"/>
        </a:xfrm>
      </p:grpSpPr>
      <p:sp>
        <p:nvSpPr>
          <p:cNvPr id="454" name="Google Shape;454;p170"/>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55" name="Google Shape;455;p17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56" name="Google Shape;456;p170"/>
          <p:cNvSpPr txBox="1"/>
          <p:nvPr>
            <p:ph idx="11" type="ftr"/>
          </p:nvPr>
        </p:nvSpPr>
        <p:spPr>
          <a:xfrm>
            <a:off x="2195736" y="6237312"/>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12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457" name="Google Shape;457;p170"/>
          <p:cNvSpPr txBox="1"/>
          <p:nvPr>
            <p:ph idx="12" type="sldNum"/>
          </p:nvPr>
        </p:nvSpPr>
        <p:spPr>
          <a:xfrm>
            <a:off x="8532440" y="6237312"/>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and Content">
  <p:cSld name="4_Title and Content">
    <p:spTree>
      <p:nvGrpSpPr>
        <p:cNvPr id="458" name="Shape 458"/>
        <p:cNvGrpSpPr/>
        <p:nvPr/>
      </p:nvGrpSpPr>
      <p:grpSpPr>
        <a:xfrm>
          <a:off x="0" y="0"/>
          <a:ext cx="0" cy="0"/>
          <a:chOff x="0" y="0"/>
          <a:chExt cx="0" cy="0"/>
        </a:xfrm>
      </p:grpSpPr>
      <p:sp>
        <p:nvSpPr>
          <p:cNvPr id="459" name="Google Shape;459;p171"/>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60" name="Google Shape;460;p17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61" name="Google Shape;461;p171"/>
          <p:cNvSpPr txBox="1"/>
          <p:nvPr>
            <p:ph idx="11" type="ftr"/>
          </p:nvPr>
        </p:nvSpPr>
        <p:spPr>
          <a:xfrm>
            <a:off x="2195736" y="6237312"/>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12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462" name="Google Shape;462;p171"/>
          <p:cNvSpPr txBox="1"/>
          <p:nvPr>
            <p:ph idx="12" type="sldNum"/>
          </p:nvPr>
        </p:nvSpPr>
        <p:spPr>
          <a:xfrm>
            <a:off x="8532440" y="6237312"/>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and Content">
  <p:cSld name="3_Title and Content">
    <p:spTree>
      <p:nvGrpSpPr>
        <p:cNvPr id="463" name="Shape 463"/>
        <p:cNvGrpSpPr/>
        <p:nvPr/>
      </p:nvGrpSpPr>
      <p:grpSpPr>
        <a:xfrm>
          <a:off x="0" y="0"/>
          <a:ext cx="0" cy="0"/>
          <a:chOff x="0" y="0"/>
          <a:chExt cx="0" cy="0"/>
        </a:xfrm>
      </p:grpSpPr>
      <p:sp>
        <p:nvSpPr>
          <p:cNvPr id="464" name="Google Shape;464;p172"/>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65" name="Google Shape;465;p17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66" name="Google Shape;466;p172"/>
          <p:cNvSpPr txBox="1"/>
          <p:nvPr>
            <p:ph idx="11" type="ftr"/>
          </p:nvPr>
        </p:nvSpPr>
        <p:spPr>
          <a:xfrm>
            <a:off x="2195736" y="6237312"/>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12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467" name="Google Shape;467;p172"/>
          <p:cNvSpPr txBox="1"/>
          <p:nvPr>
            <p:ph idx="12" type="sldNum"/>
          </p:nvPr>
        </p:nvSpPr>
        <p:spPr>
          <a:xfrm>
            <a:off x="8532440" y="6237312"/>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p:cSld name="2_Title and Content">
    <p:spTree>
      <p:nvGrpSpPr>
        <p:cNvPr id="468" name="Shape 468"/>
        <p:cNvGrpSpPr/>
        <p:nvPr/>
      </p:nvGrpSpPr>
      <p:grpSpPr>
        <a:xfrm>
          <a:off x="0" y="0"/>
          <a:ext cx="0" cy="0"/>
          <a:chOff x="0" y="0"/>
          <a:chExt cx="0" cy="0"/>
        </a:xfrm>
      </p:grpSpPr>
      <p:sp>
        <p:nvSpPr>
          <p:cNvPr id="469" name="Google Shape;469;p173"/>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70" name="Google Shape;470;p17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71" name="Google Shape;471;p173"/>
          <p:cNvSpPr txBox="1"/>
          <p:nvPr>
            <p:ph idx="11" type="ftr"/>
          </p:nvPr>
        </p:nvSpPr>
        <p:spPr>
          <a:xfrm>
            <a:off x="2195736" y="6237312"/>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12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472" name="Google Shape;472;p173"/>
          <p:cNvSpPr txBox="1"/>
          <p:nvPr>
            <p:ph idx="12" type="sldNum"/>
          </p:nvPr>
        </p:nvSpPr>
        <p:spPr>
          <a:xfrm>
            <a:off x="8532440" y="6237312"/>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73" name="Shape 473"/>
        <p:cNvGrpSpPr/>
        <p:nvPr/>
      </p:nvGrpSpPr>
      <p:grpSpPr>
        <a:xfrm>
          <a:off x="0" y="0"/>
          <a:ext cx="0" cy="0"/>
          <a:chOff x="0" y="0"/>
          <a:chExt cx="0" cy="0"/>
        </a:xfrm>
      </p:grpSpPr>
      <p:sp>
        <p:nvSpPr>
          <p:cNvPr id="474" name="Google Shape;474;p17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1"/>
              </a:buClr>
              <a:buSzPts val="4000"/>
              <a:buFont typeface="Calibri"/>
              <a:buNone/>
              <a:defRPr b="1" i="0" sz="4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75" name="Google Shape;475;p17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476" name="Google Shape;476;p174"/>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477" name="Google Shape;477;p174"/>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478" name="Google Shape;478;p174"/>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79" name="Shape 479"/>
        <p:cNvGrpSpPr/>
        <p:nvPr/>
      </p:nvGrpSpPr>
      <p:grpSpPr>
        <a:xfrm>
          <a:off x="0" y="0"/>
          <a:ext cx="0" cy="0"/>
          <a:chOff x="0" y="0"/>
          <a:chExt cx="0" cy="0"/>
        </a:xfrm>
      </p:grpSpPr>
      <p:sp>
        <p:nvSpPr>
          <p:cNvPr id="480" name="Google Shape;480;p175"/>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81" name="Google Shape;481;p17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82" name="Google Shape;482;p17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83" name="Google Shape;483;p175"/>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484" name="Google Shape;484;p175"/>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485" name="Google Shape;485;p175"/>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86" name="Shape 486"/>
        <p:cNvGrpSpPr/>
        <p:nvPr/>
      </p:nvGrpSpPr>
      <p:grpSpPr>
        <a:xfrm>
          <a:off x="0" y="0"/>
          <a:ext cx="0" cy="0"/>
          <a:chOff x="0" y="0"/>
          <a:chExt cx="0" cy="0"/>
        </a:xfrm>
      </p:grpSpPr>
      <p:sp>
        <p:nvSpPr>
          <p:cNvPr id="487" name="Google Shape;487;p176"/>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88" name="Google Shape;488;p17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89" name="Google Shape;489;p17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90" name="Google Shape;490;p17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1" name="Google Shape;491;p17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92" name="Google Shape;492;p176"/>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493" name="Google Shape;493;p176"/>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494" name="Google Shape;494;p176"/>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5" name="Shape 495"/>
        <p:cNvGrpSpPr/>
        <p:nvPr/>
      </p:nvGrpSpPr>
      <p:grpSpPr>
        <a:xfrm>
          <a:off x="0" y="0"/>
          <a:ext cx="0" cy="0"/>
          <a:chOff x="0" y="0"/>
          <a:chExt cx="0" cy="0"/>
        </a:xfrm>
      </p:grpSpPr>
      <p:sp>
        <p:nvSpPr>
          <p:cNvPr id="496" name="Google Shape;496;p177"/>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97" name="Google Shape;497;p177"/>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498" name="Google Shape;498;p177"/>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499" name="Google Shape;499;p177"/>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0" name="Shape 500"/>
        <p:cNvGrpSpPr/>
        <p:nvPr/>
      </p:nvGrpSpPr>
      <p:grpSpPr>
        <a:xfrm>
          <a:off x="0" y="0"/>
          <a:ext cx="0" cy="0"/>
          <a:chOff x="0" y="0"/>
          <a:chExt cx="0" cy="0"/>
        </a:xfrm>
      </p:grpSpPr>
      <p:sp>
        <p:nvSpPr>
          <p:cNvPr id="501" name="Google Shape;501;p178"/>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502" name="Google Shape;502;p178"/>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503" name="Google Shape;503;p178"/>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04" name="Shape 504"/>
        <p:cNvGrpSpPr/>
        <p:nvPr/>
      </p:nvGrpSpPr>
      <p:grpSpPr>
        <a:xfrm>
          <a:off x="0" y="0"/>
          <a:ext cx="0" cy="0"/>
          <a:chOff x="0" y="0"/>
          <a:chExt cx="0" cy="0"/>
        </a:xfrm>
      </p:grpSpPr>
      <p:sp>
        <p:nvSpPr>
          <p:cNvPr id="505" name="Google Shape;505;p17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chemeClr val="dk1"/>
              </a:buClr>
              <a:buSzPts val="2000"/>
              <a:buFont typeface="Calibri"/>
              <a:buNone/>
              <a:defRPr b="1" i="0" sz="2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06" name="Google Shape;506;p17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07" name="Google Shape;507;p17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08" name="Google Shape;508;p179"/>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509" name="Google Shape;509;p179"/>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510" name="Google Shape;510;p179"/>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11" name="Shape 511"/>
        <p:cNvGrpSpPr/>
        <p:nvPr/>
      </p:nvGrpSpPr>
      <p:grpSpPr>
        <a:xfrm>
          <a:off x="0" y="0"/>
          <a:ext cx="0" cy="0"/>
          <a:chOff x="0" y="0"/>
          <a:chExt cx="0" cy="0"/>
        </a:xfrm>
      </p:grpSpPr>
      <p:sp>
        <p:nvSpPr>
          <p:cNvPr id="512" name="Google Shape;512;p18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chemeClr val="dk1"/>
              </a:buClr>
              <a:buSzPts val="2000"/>
              <a:buFont typeface="Calibri"/>
              <a:buNone/>
              <a:defRPr b="1" i="0" sz="2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13" name="Google Shape;513;p180"/>
          <p:cNvSpPr/>
          <p:nvPr>
            <p:ph idx="2" type="pic"/>
          </p:nvPr>
        </p:nvSpPr>
        <p:spPr>
          <a:xfrm>
            <a:off x="1792288" y="612775"/>
            <a:ext cx="5486400" cy="4114800"/>
          </a:xfrm>
          <a:prstGeom prst="rect">
            <a:avLst/>
          </a:prstGeom>
          <a:noFill/>
          <a:ln>
            <a:noFill/>
          </a:ln>
        </p:spPr>
      </p:sp>
      <p:sp>
        <p:nvSpPr>
          <p:cNvPr id="514" name="Google Shape;514;p18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15" name="Google Shape;515;p180"/>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516" name="Google Shape;516;p180"/>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517" name="Google Shape;517;p180"/>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18" name="Shape 518"/>
        <p:cNvGrpSpPr/>
        <p:nvPr/>
      </p:nvGrpSpPr>
      <p:grpSpPr>
        <a:xfrm>
          <a:off x="0" y="0"/>
          <a:ext cx="0" cy="0"/>
          <a:chOff x="0" y="0"/>
          <a:chExt cx="0" cy="0"/>
        </a:xfrm>
      </p:grpSpPr>
      <p:sp>
        <p:nvSpPr>
          <p:cNvPr id="519" name="Google Shape;519;p181"/>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20" name="Google Shape;520;p18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21" name="Google Shape;521;p181"/>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522" name="Google Shape;522;p181"/>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523" name="Google Shape;523;p181"/>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524" name="Shape 524"/>
        <p:cNvGrpSpPr/>
        <p:nvPr/>
      </p:nvGrpSpPr>
      <p:grpSpPr>
        <a:xfrm>
          <a:off x="0" y="0"/>
          <a:ext cx="0" cy="0"/>
          <a:chOff x="0" y="0"/>
          <a:chExt cx="0" cy="0"/>
        </a:xfrm>
      </p:grpSpPr>
      <p:sp>
        <p:nvSpPr>
          <p:cNvPr id="525" name="Google Shape;525;p182"/>
          <p:cNvSpPr txBox="1"/>
          <p:nvPr>
            <p:ph type="title"/>
          </p:nvPr>
        </p:nvSpPr>
        <p:spPr>
          <a:xfrm rot="5400000">
            <a:off x="4732338" y="2171701"/>
            <a:ext cx="5851525" cy="20574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26" name="Google Shape;526;p18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27" name="Google Shape;527;p182"/>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528" name="Google Shape;528;p182"/>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529" name="Google Shape;529;p182"/>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and Content">
  <p:cSld name="5_Title and Content">
    <p:spTree>
      <p:nvGrpSpPr>
        <p:cNvPr id="530" name="Shape 530"/>
        <p:cNvGrpSpPr/>
        <p:nvPr/>
      </p:nvGrpSpPr>
      <p:grpSpPr>
        <a:xfrm>
          <a:off x="0" y="0"/>
          <a:ext cx="0" cy="0"/>
          <a:chOff x="0" y="0"/>
          <a:chExt cx="0" cy="0"/>
        </a:xfrm>
      </p:grpSpPr>
      <p:sp>
        <p:nvSpPr>
          <p:cNvPr id="531" name="Google Shape;531;p183"/>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532" name="Google Shape;532;p183"/>
          <p:cNvGrpSpPr/>
          <p:nvPr/>
        </p:nvGrpSpPr>
        <p:grpSpPr>
          <a:xfrm>
            <a:off x="2084388" y="6550025"/>
            <a:ext cx="7059612" cy="49213"/>
            <a:chOff x="2083888" y="6550671"/>
            <a:chExt cx="7060112" cy="48665"/>
          </a:xfrm>
        </p:grpSpPr>
        <p:sp>
          <p:nvSpPr>
            <p:cNvPr id="533" name="Google Shape;533;p183"/>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34" name="Google Shape;534;p183"/>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35" name="Google Shape;535;p183"/>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536" name="Google Shape;536;p183"/>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537" name="Google Shape;537;p183"/>
          <p:cNvGrpSpPr/>
          <p:nvPr/>
        </p:nvGrpSpPr>
        <p:grpSpPr>
          <a:xfrm>
            <a:off x="2133600" y="6553200"/>
            <a:ext cx="7010400" cy="46038"/>
            <a:chOff x="1905000" y="6553200"/>
            <a:chExt cx="7010400" cy="45719"/>
          </a:xfrm>
        </p:grpSpPr>
        <p:sp>
          <p:nvSpPr>
            <p:cNvPr id="538" name="Google Shape;538;p183"/>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39" name="Google Shape;539;p183"/>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40" name="Google Shape;540;p183"/>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541" name="Google Shape;541;p183"/>
          <p:cNvGrpSpPr/>
          <p:nvPr/>
        </p:nvGrpSpPr>
        <p:grpSpPr>
          <a:xfrm>
            <a:off x="0" y="1295400"/>
            <a:ext cx="7010400" cy="46038"/>
            <a:chOff x="1905000" y="6553200"/>
            <a:chExt cx="7010400" cy="45719"/>
          </a:xfrm>
        </p:grpSpPr>
        <p:sp>
          <p:nvSpPr>
            <p:cNvPr id="542" name="Google Shape;542;p183"/>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43" name="Google Shape;543;p183"/>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44" name="Google Shape;544;p183"/>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
        <p:nvSpPr>
          <p:cNvPr id="545" name="Google Shape;545;p183"/>
          <p:cNvSpPr txBox="1"/>
          <p:nvPr>
            <p:ph idx="1" type="body"/>
          </p:nvPr>
        </p:nvSpPr>
        <p:spPr>
          <a:xfrm>
            <a:off x="304800" y="1493837"/>
            <a:ext cx="8229600" cy="4525963"/>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indent="-330200" lvl="1" marL="914400" marR="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46" name="Google Shape;546;p183"/>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Title and Content">
  <p:cSld name="14_Title and Content">
    <p:spTree>
      <p:nvGrpSpPr>
        <p:cNvPr id="547" name="Shape 547"/>
        <p:cNvGrpSpPr/>
        <p:nvPr/>
      </p:nvGrpSpPr>
      <p:grpSpPr>
        <a:xfrm>
          <a:off x="0" y="0"/>
          <a:ext cx="0" cy="0"/>
          <a:chOff x="0" y="0"/>
          <a:chExt cx="0" cy="0"/>
        </a:xfrm>
      </p:grpSpPr>
      <p:sp>
        <p:nvSpPr>
          <p:cNvPr id="548" name="Google Shape;548;p184"/>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549" name="Google Shape;549;p184"/>
          <p:cNvGrpSpPr/>
          <p:nvPr/>
        </p:nvGrpSpPr>
        <p:grpSpPr>
          <a:xfrm>
            <a:off x="2084388" y="6550025"/>
            <a:ext cx="7059612" cy="49213"/>
            <a:chOff x="2083888" y="6550671"/>
            <a:chExt cx="7060112" cy="48665"/>
          </a:xfrm>
        </p:grpSpPr>
        <p:sp>
          <p:nvSpPr>
            <p:cNvPr id="550" name="Google Shape;550;p184"/>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51" name="Google Shape;551;p184"/>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52" name="Google Shape;552;p184"/>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553" name="Google Shape;553;p184"/>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554" name="Google Shape;554;p184"/>
          <p:cNvGrpSpPr/>
          <p:nvPr/>
        </p:nvGrpSpPr>
        <p:grpSpPr>
          <a:xfrm>
            <a:off x="2133600" y="6553200"/>
            <a:ext cx="7010400" cy="46038"/>
            <a:chOff x="1905000" y="6553200"/>
            <a:chExt cx="7010400" cy="45719"/>
          </a:xfrm>
        </p:grpSpPr>
        <p:sp>
          <p:nvSpPr>
            <p:cNvPr id="555" name="Google Shape;555;p184"/>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56" name="Google Shape;556;p184"/>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57" name="Google Shape;557;p184"/>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558" name="Google Shape;558;p184"/>
          <p:cNvGrpSpPr/>
          <p:nvPr/>
        </p:nvGrpSpPr>
        <p:grpSpPr>
          <a:xfrm>
            <a:off x="0" y="1295400"/>
            <a:ext cx="7010400" cy="46038"/>
            <a:chOff x="1905000" y="6553200"/>
            <a:chExt cx="7010400" cy="45719"/>
          </a:xfrm>
        </p:grpSpPr>
        <p:sp>
          <p:nvSpPr>
            <p:cNvPr id="559" name="Google Shape;559;p184"/>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60" name="Google Shape;560;p184"/>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61" name="Google Shape;561;p184"/>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
        <p:nvSpPr>
          <p:cNvPr id="562" name="Google Shape;562;p184"/>
          <p:cNvSpPr txBox="1"/>
          <p:nvPr>
            <p:ph idx="1" type="body"/>
          </p:nvPr>
        </p:nvSpPr>
        <p:spPr>
          <a:xfrm>
            <a:off x="304800" y="1493837"/>
            <a:ext cx="8229600" cy="4525963"/>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indent="-330200" lvl="1" marL="914400" marR="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63" name="Google Shape;563;p184"/>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Title and Content">
  <p:cSld name="17_Title and Content">
    <p:spTree>
      <p:nvGrpSpPr>
        <p:cNvPr id="564" name="Shape 564"/>
        <p:cNvGrpSpPr/>
        <p:nvPr/>
      </p:nvGrpSpPr>
      <p:grpSpPr>
        <a:xfrm>
          <a:off x="0" y="0"/>
          <a:ext cx="0" cy="0"/>
          <a:chOff x="0" y="0"/>
          <a:chExt cx="0" cy="0"/>
        </a:xfrm>
      </p:grpSpPr>
      <p:sp>
        <p:nvSpPr>
          <p:cNvPr id="565" name="Google Shape;565;p185"/>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566" name="Google Shape;566;p185"/>
          <p:cNvGrpSpPr/>
          <p:nvPr/>
        </p:nvGrpSpPr>
        <p:grpSpPr>
          <a:xfrm>
            <a:off x="2084388" y="6550025"/>
            <a:ext cx="7059612" cy="49213"/>
            <a:chOff x="2083888" y="6550671"/>
            <a:chExt cx="7060112" cy="48665"/>
          </a:xfrm>
        </p:grpSpPr>
        <p:sp>
          <p:nvSpPr>
            <p:cNvPr id="567" name="Google Shape;567;p185"/>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68" name="Google Shape;568;p185"/>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69" name="Google Shape;569;p185"/>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570" name="Google Shape;570;p185"/>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571" name="Google Shape;571;p185"/>
          <p:cNvGrpSpPr/>
          <p:nvPr/>
        </p:nvGrpSpPr>
        <p:grpSpPr>
          <a:xfrm>
            <a:off x="2133600" y="6553200"/>
            <a:ext cx="7010400" cy="46038"/>
            <a:chOff x="1905000" y="6553200"/>
            <a:chExt cx="7010400" cy="45719"/>
          </a:xfrm>
        </p:grpSpPr>
        <p:sp>
          <p:nvSpPr>
            <p:cNvPr id="572" name="Google Shape;572;p185"/>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73" name="Google Shape;573;p185"/>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74" name="Google Shape;574;p185"/>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575" name="Google Shape;575;p185"/>
          <p:cNvGrpSpPr/>
          <p:nvPr/>
        </p:nvGrpSpPr>
        <p:grpSpPr>
          <a:xfrm>
            <a:off x="0" y="1295400"/>
            <a:ext cx="7010400" cy="46038"/>
            <a:chOff x="1905000" y="6553200"/>
            <a:chExt cx="7010400" cy="45719"/>
          </a:xfrm>
        </p:grpSpPr>
        <p:sp>
          <p:nvSpPr>
            <p:cNvPr id="576" name="Google Shape;576;p185"/>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77" name="Google Shape;577;p185"/>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78" name="Google Shape;578;p185"/>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
        <p:nvSpPr>
          <p:cNvPr id="579" name="Google Shape;579;p185"/>
          <p:cNvSpPr txBox="1"/>
          <p:nvPr>
            <p:ph idx="1" type="body"/>
          </p:nvPr>
        </p:nvSpPr>
        <p:spPr>
          <a:xfrm>
            <a:off x="304800" y="1493837"/>
            <a:ext cx="8229600" cy="4525963"/>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indent="-330200" lvl="1" marL="914400" marR="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80" name="Google Shape;580;p185"/>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_Title and Content">
  <p:cSld name="20_Title and Content">
    <p:spTree>
      <p:nvGrpSpPr>
        <p:cNvPr id="581" name="Shape 581"/>
        <p:cNvGrpSpPr/>
        <p:nvPr/>
      </p:nvGrpSpPr>
      <p:grpSpPr>
        <a:xfrm>
          <a:off x="0" y="0"/>
          <a:ext cx="0" cy="0"/>
          <a:chOff x="0" y="0"/>
          <a:chExt cx="0" cy="0"/>
        </a:xfrm>
      </p:grpSpPr>
      <p:sp>
        <p:nvSpPr>
          <p:cNvPr id="582" name="Google Shape;582;p186"/>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583" name="Google Shape;583;p186"/>
          <p:cNvGrpSpPr/>
          <p:nvPr/>
        </p:nvGrpSpPr>
        <p:grpSpPr>
          <a:xfrm>
            <a:off x="2084388" y="6550025"/>
            <a:ext cx="7059612" cy="49213"/>
            <a:chOff x="2083888" y="6550671"/>
            <a:chExt cx="7060112" cy="48665"/>
          </a:xfrm>
        </p:grpSpPr>
        <p:sp>
          <p:nvSpPr>
            <p:cNvPr id="584" name="Google Shape;584;p186"/>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85" name="Google Shape;585;p186"/>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86" name="Google Shape;586;p186"/>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587" name="Google Shape;587;p186"/>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588" name="Google Shape;588;p186"/>
          <p:cNvGrpSpPr/>
          <p:nvPr/>
        </p:nvGrpSpPr>
        <p:grpSpPr>
          <a:xfrm>
            <a:off x="2133600" y="6553200"/>
            <a:ext cx="7010400" cy="46038"/>
            <a:chOff x="1905000" y="6553200"/>
            <a:chExt cx="7010400" cy="45719"/>
          </a:xfrm>
        </p:grpSpPr>
        <p:sp>
          <p:nvSpPr>
            <p:cNvPr id="589" name="Google Shape;589;p186"/>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90" name="Google Shape;590;p186"/>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91" name="Google Shape;591;p186"/>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592" name="Google Shape;592;p186"/>
          <p:cNvGrpSpPr/>
          <p:nvPr/>
        </p:nvGrpSpPr>
        <p:grpSpPr>
          <a:xfrm>
            <a:off x="0" y="1295400"/>
            <a:ext cx="7010400" cy="46038"/>
            <a:chOff x="1905000" y="6553200"/>
            <a:chExt cx="7010400" cy="45719"/>
          </a:xfrm>
        </p:grpSpPr>
        <p:sp>
          <p:nvSpPr>
            <p:cNvPr id="593" name="Google Shape;593;p186"/>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94" name="Google Shape;594;p186"/>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595" name="Google Shape;595;p186"/>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
        <p:nvSpPr>
          <p:cNvPr id="596" name="Google Shape;596;p186"/>
          <p:cNvSpPr txBox="1"/>
          <p:nvPr>
            <p:ph idx="1" type="body"/>
          </p:nvPr>
        </p:nvSpPr>
        <p:spPr>
          <a:xfrm>
            <a:off x="304800" y="1493837"/>
            <a:ext cx="8229600" cy="4525963"/>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indent="-330200" lvl="1" marL="914400" marR="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97" name="Google Shape;597;p186"/>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Title and Content">
  <p:cSld name="21_Title and Content">
    <p:spTree>
      <p:nvGrpSpPr>
        <p:cNvPr id="598" name="Shape 598"/>
        <p:cNvGrpSpPr/>
        <p:nvPr/>
      </p:nvGrpSpPr>
      <p:grpSpPr>
        <a:xfrm>
          <a:off x="0" y="0"/>
          <a:ext cx="0" cy="0"/>
          <a:chOff x="0" y="0"/>
          <a:chExt cx="0" cy="0"/>
        </a:xfrm>
      </p:grpSpPr>
      <p:sp>
        <p:nvSpPr>
          <p:cNvPr id="599" name="Google Shape;599;p187"/>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600" name="Google Shape;600;p187"/>
          <p:cNvGrpSpPr/>
          <p:nvPr/>
        </p:nvGrpSpPr>
        <p:grpSpPr>
          <a:xfrm>
            <a:off x="2084388" y="6550025"/>
            <a:ext cx="7059612" cy="49213"/>
            <a:chOff x="2083888" y="6550671"/>
            <a:chExt cx="7060112" cy="48665"/>
          </a:xfrm>
        </p:grpSpPr>
        <p:sp>
          <p:nvSpPr>
            <p:cNvPr id="601" name="Google Shape;601;p187"/>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602" name="Google Shape;602;p187"/>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603" name="Google Shape;603;p187"/>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604" name="Google Shape;604;p187"/>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605" name="Google Shape;605;p187"/>
          <p:cNvGrpSpPr/>
          <p:nvPr/>
        </p:nvGrpSpPr>
        <p:grpSpPr>
          <a:xfrm>
            <a:off x="2133600" y="6553200"/>
            <a:ext cx="7010400" cy="46038"/>
            <a:chOff x="1905000" y="6553200"/>
            <a:chExt cx="7010400" cy="45719"/>
          </a:xfrm>
        </p:grpSpPr>
        <p:sp>
          <p:nvSpPr>
            <p:cNvPr id="606" name="Google Shape;606;p187"/>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607" name="Google Shape;607;p187"/>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608" name="Google Shape;608;p187"/>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609" name="Google Shape;609;p187"/>
          <p:cNvGrpSpPr/>
          <p:nvPr/>
        </p:nvGrpSpPr>
        <p:grpSpPr>
          <a:xfrm>
            <a:off x="0" y="1295400"/>
            <a:ext cx="7010400" cy="46038"/>
            <a:chOff x="1905000" y="6553200"/>
            <a:chExt cx="7010400" cy="45719"/>
          </a:xfrm>
        </p:grpSpPr>
        <p:sp>
          <p:nvSpPr>
            <p:cNvPr id="610" name="Google Shape;610;p187"/>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611" name="Google Shape;611;p187"/>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612" name="Google Shape;612;p187"/>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
        <p:nvSpPr>
          <p:cNvPr id="613" name="Google Shape;613;p187"/>
          <p:cNvSpPr txBox="1"/>
          <p:nvPr>
            <p:ph idx="1" type="body"/>
          </p:nvPr>
        </p:nvSpPr>
        <p:spPr>
          <a:xfrm>
            <a:off x="304800" y="1493837"/>
            <a:ext cx="8229600" cy="4525963"/>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indent="-330200" lvl="1" marL="914400" marR="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14" name="Google Shape;614;p187"/>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_Title and Content">
  <p:cSld name="22_Title and Content">
    <p:spTree>
      <p:nvGrpSpPr>
        <p:cNvPr id="615" name="Shape 615"/>
        <p:cNvGrpSpPr/>
        <p:nvPr/>
      </p:nvGrpSpPr>
      <p:grpSpPr>
        <a:xfrm>
          <a:off x="0" y="0"/>
          <a:ext cx="0" cy="0"/>
          <a:chOff x="0" y="0"/>
          <a:chExt cx="0" cy="0"/>
        </a:xfrm>
      </p:grpSpPr>
      <p:sp>
        <p:nvSpPr>
          <p:cNvPr id="616" name="Google Shape;616;p188"/>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617" name="Google Shape;617;p188"/>
          <p:cNvGrpSpPr/>
          <p:nvPr/>
        </p:nvGrpSpPr>
        <p:grpSpPr>
          <a:xfrm>
            <a:off x="2084388" y="6550025"/>
            <a:ext cx="7059612" cy="49213"/>
            <a:chOff x="2083888" y="6550671"/>
            <a:chExt cx="7060112" cy="48665"/>
          </a:xfrm>
        </p:grpSpPr>
        <p:sp>
          <p:nvSpPr>
            <p:cNvPr id="618" name="Google Shape;618;p188"/>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619" name="Google Shape;619;p188"/>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620" name="Google Shape;620;p188"/>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621" name="Google Shape;621;p188"/>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622" name="Google Shape;622;p188"/>
          <p:cNvGrpSpPr/>
          <p:nvPr/>
        </p:nvGrpSpPr>
        <p:grpSpPr>
          <a:xfrm>
            <a:off x="2133600" y="6553200"/>
            <a:ext cx="7010400" cy="46038"/>
            <a:chOff x="1905000" y="6553200"/>
            <a:chExt cx="7010400" cy="45719"/>
          </a:xfrm>
        </p:grpSpPr>
        <p:sp>
          <p:nvSpPr>
            <p:cNvPr id="623" name="Google Shape;623;p188"/>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624" name="Google Shape;624;p188"/>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625" name="Google Shape;625;p188"/>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626" name="Google Shape;626;p188"/>
          <p:cNvGrpSpPr/>
          <p:nvPr/>
        </p:nvGrpSpPr>
        <p:grpSpPr>
          <a:xfrm>
            <a:off x="0" y="1295400"/>
            <a:ext cx="7010400" cy="46038"/>
            <a:chOff x="1905000" y="6553200"/>
            <a:chExt cx="7010400" cy="45719"/>
          </a:xfrm>
        </p:grpSpPr>
        <p:sp>
          <p:nvSpPr>
            <p:cNvPr id="627" name="Google Shape;627;p188"/>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628" name="Google Shape;628;p188"/>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629" name="Google Shape;629;p188"/>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
        <p:nvSpPr>
          <p:cNvPr id="630" name="Google Shape;630;p188"/>
          <p:cNvSpPr txBox="1"/>
          <p:nvPr>
            <p:ph idx="1" type="body"/>
          </p:nvPr>
        </p:nvSpPr>
        <p:spPr>
          <a:xfrm>
            <a:off x="304800" y="1493837"/>
            <a:ext cx="8229600" cy="4525963"/>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indent="-330200" lvl="1" marL="914400" marR="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31" name="Google Shape;631;p188"/>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Title and Content">
  <p:cSld name="13_Title and Content">
    <p:spTree>
      <p:nvGrpSpPr>
        <p:cNvPr id="632" name="Shape 632"/>
        <p:cNvGrpSpPr/>
        <p:nvPr/>
      </p:nvGrpSpPr>
      <p:grpSpPr>
        <a:xfrm>
          <a:off x="0" y="0"/>
          <a:ext cx="0" cy="0"/>
          <a:chOff x="0" y="0"/>
          <a:chExt cx="0" cy="0"/>
        </a:xfrm>
      </p:grpSpPr>
      <p:sp>
        <p:nvSpPr>
          <p:cNvPr id="633" name="Google Shape;633;p189"/>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634" name="Google Shape;634;p189"/>
          <p:cNvGrpSpPr/>
          <p:nvPr/>
        </p:nvGrpSpPr>
        <p:grpSpPr>
          <a:xfrm>
            <a:off x="2084388" y="6550025"/>
            <a:ext cx="7059612" cy="49213"/>
            <a:chOff x="2083888" y="6550671"/>
            <a:chExt cx="7060112" cy="48665"/>
          </a:xfrm>
        </p:grpSpPr>
        <p:sp>
          <p:nvSpPr>
            <p:cNvPr id="635" name="Google Shape;635;p189"/>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636" name="Google Shape;636;p189"/>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637" name="Google Shape;637;p189"/>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638" name="Google Shape;638;p189"/>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639" name="Google Shape;639;p189"/>
          <p:cNvGrpSpPr/>
          <p:nvPr/>
        </p:nvGrpSpPr>
        <p:grpSpPr>
          <a:xfrm>
            <a:off x="2133600" y="6553200"/>
            <a:ext cx="7010400" cy="46038"/>
            <a:chOff x="1905000" y="6553200"/>
            <a:chExt cx="7010400" cy="45719"/>
          </a:xfrm>
        </p:grpSpPr>
        <p:sp>
          <p:nvSpPr>
            <p:cNvPr id="640" name="Google Shape;640;p189"/>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641" name="Google Shape;641;p189"/>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642" name="Google Shape;642;p189"/>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643" name="Google Shape;643;p189"/>
          <p:cNvGrpSpPr/>
          <p:nvPr/>
        </p:nvGrpSpPr>
        <p:grpSpPr>
          <a:xfrm>
            <a:off x="0" y="1295400"/>
            <a:ext cx="7010400" cy="46038"/>
            <a:chOff x="1905000" y="6553200"/>
            <a:chExt cx="7010400" cy="45719"/>
          </a:xfrm>
        </p:grpSpPr>
        <p:sp>
          <p:nvSpPr>
            <p:cNvPr id="644" name="Google Shape;644;p189"/>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645" name="Google Shape;645;p189"/>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646" name="Google Shape;646;p189"/>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
        <p:nvSpPr>
          <p:cNvPr id="647" name="Google Shape;647;p189"/>
          <p:cNvSpPr txBox="1"/>
          <p:nvPr>
            <p:ph idx="1" type="body"/>
          </p:nvPr>
        </p:nvSpPr>
        <p:spPr>
          <a:xfrm>
            <a:off x="304800" y="1493837"/>
            <a:ext cx="8229600" cy="4525963"/>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indent="-330200" lvl="1" marL="914400" marR="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48" name="Google Shape;648;p189"/>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_Title and Content">
  <p:cSld name="19_Title and Content">
    <p:spTree>
      <p:nvGrpSpPr>
        <p:cNvPr id="649" name="Shape 649"/>
        <p:cNvGrpSpPr/>
        <p:nvPr/>
      </p:nvGrpSpPr>
      <p:grpSpPr>
        <a:xfrm>
          <a:off x="0" y="0"/>
          <a:ext cx="0" cy="0"/>
          <a:chOff x="0" y="0"/>
          <a:chExt cx="0" cy="0"/>
        </a:xfrm>
      </p:grpSpPr>
      <p:sp>
        <p:nvSpPr>
          <p:cNvPr id="650" name="Google Shape;650;p190"/>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651" name="Google Shape;651;p190"/>
          <p:cNvGrpSpPr/>
          <p:nvPr/>
        </p:nvGrpSpPr>
        <p:grpSpPr>
          <a:xfrm>
            <a:off x="2084388" y="6550025"/>
            <a:ext cx="7059612" cy="49213"/>
            <a:chOff x="2083888" y="6550671"/>
            <a:chExt cx="7060112" cy="48665"/>
          </a:xfrm>
        </p:grpSpPr>
        <p:sp>
          <p:nvSpPr>
            <p:cNvPr id="652" name="Google Shape;652;p190"/>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653" name="Google Shape;653;p190"/>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654" name="Google Shape;654;p190"/>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655" name="Google Shape;655;p190"/>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656" name="Google Shape;656;p190"/>
          <p:cNvGrpSpPr/>
          <p:nvPr/>
        </p:nvGrpSpPr>
        <p:grpSpPr>
          <a:xfrm>
            <a:off x="2133600" y="6553200"/>
            <a:ext cx="7010400" cy="46038"/>
            <a:chOff x="1905000" y="6553200"/>
            <a:chExt cx="7010400" cy="45719"/>
          </a:xfrm>
        </p:grpSpPr>
        <p:sp>
          <p:nvSpPr>
            <p:cNvPr id="657" name="Google Shape;657;p190"/>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658" name="Google Shape;658;p190"/>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659" name="Google Shape;659;p190"/>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660" name="Google Shape;660;p190"/>
          <p:cNvGrpSpPr/>
          <p:nvPr/>
        </p:nvGrpSpPr>
        <p:grpSpPr>
          <a:xfrm>
            <a:off x="0" y="1295400"/>
            <a:ext cx="7010400" cy="46038"/>
            <a:chOff x="1905000" y="6553200"/>
            <a:chExt cx="7010400" cy="45719"/>
          </a:xfrm>
        </p:grpSpPr>
        <p:sp>
          <p:nvSpPr>
            <p:cNvPr id="661" name="Google Shape;661;p190"/>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662" name="Google Shape;662;p190"/>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663" name="Google Shape;663;p190"/>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
        <p:nvSpPr>
          <p:cNvPr id="664" name="Google Shape;664;p190"/>
          <p:cNvSpPr txBox="1"/>
          <p:nvPr>
            <p:ph idx="1" type="body"/>
          </p:nvPr>
        </p:nvSpPr>
        <p:spPr>
          <a:xfrm>
            <a:off x="304800" y="1493837"/>
            <a:ext cx="8229600" cy="4525963"/>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indent="-330200" lvl="1" marL="914400" marR="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65" name="Google Shape;665;p190"/>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78" name="Shape 678"/>
        <p:cNvGrpSpPr/>
        <p:nvPr/>
      </p:nvGrpSpPr>
      <p:grpSpPr>
        <a:xfrm>
          <a:off x="0" y="0"/>
          <a:ext cx="0" cy="0"/>
          <a:chOff x="0" y="0"/>
          <a:chExt cx="0" cy="0"/>
        </a:xfrm>
      </p:grpSpPr>
      <p:sp>
        <p:nvSpPr>
          <p:cNvPr id="679" name="Google Shape;679;p106"/>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80" name="Google Shape;680;p10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81" name="Google Shape;681;p106"/>
          <p:cNvSpPr txBox="1"/>
          <p:nvPr>
            <p:ph idx="11" type="ftr"/>
          </p:nvPr>
        </p:nvSpPr>
        <p:spPr>
          <a:xfrm>
            <a:off x="2195736" y="6237312"/>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82" name="Google Shape;682;p106"/>
          <p:cNvSpPr txBox="1"/>
          <p:nvPr>
            <p:ph idx="12" type="sldNum"/>
          </p:nvPr>
        </p:nvSpPr>
        <p:spPr>
          <a:xfrm>
            <a:off x="8532440" y="6237312"/>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1"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1"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1"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1"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1"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1"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1"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1"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1"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83" name="Shape 683"/>
        <p:cNvGrpSpPr/>
        <p:nvPr/>
      </p:nvGrpSpPr>
      <p:grpSpPr>
        <a:xfrm>
          <a:off x="0" y="0"/>
          <a:ext cx="0" cy="0"/>
          <a:chOff x="0" y="0"/>
          <a:chExt cx="0" cy="0"/>
        </a:xfrm>
      </p:grpSpPr>
      <p:sp>
        <p:nvSpPr>
          <p:cNvPr id="684" name="Google Shape;684;p116"/>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85" name="Google Shape;685;p116"/>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86" name="Google Shape;686;p116"/>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87" name="Shape 687"/>
        <p:cNvGrpSpPr/>
        <p:nvPr/>
      </p:nvGrpSpPr>
      <p:grpSpPr>
        <a:xfrm>
          <a:off x="0" y="0"/>
          <a:ext cx="0" cy="0"/>
          <a:chOff x="0" y="0"/>
          <a:chExt cx="0" cy="0"/>
        </a:xfrm>
      </p:grpSpPr>
      <p:sp>
        <p:nvSpPr>
          <p:cNvPr id="688" name="Google Shape;688;p191"/>
          <p:cNvSpPr txBox="1"/>
          <p:nvPr>
            <p:ph type="ctrTitle"/>
          </p:nvPr>
        </p:nvSpPr>
        <p:spPr>
          <a:xfrm>
            <a:off x="685800" y="2130425"/>
            <a:ext cx="7772400" cy="147002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89" name="Google Shape;689;p19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690" name="Google Shape;690;p191"/>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91" name="Google Shape;691;p191"/>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92" name="Google Shape;692;p191"/>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93" name="Shape 693"/>
        <p:cNvGrpSpPr/>
        <p:nvPr/>
      </p:nvGrpSpPr>
      <p:grpSpPr>
        <a:xfrm>
          <a:off x="0" y="0"/>
          <a:ext cx="0" cy="0"/>
          <a:chOff x="0" y="0"/>
          <a:chExt cx="0" cy="0"/>
        </a:xfrm>
      </p:grpSpPr>
      <p:sp>
        <p:nvSpPr>
          <p:cNvPr id="694" name="Google Shape;694;p19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1"/>
              </a:buClr>
              <a:buSzPts val="4000"/>
              <a:buFont typeface="Calibri"/>
              <a:buNone/>
              <a:defRPr b="1" i="0" sz="4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95" name="Google Shape;695;p19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696" name="Google Shape;696;p192"/>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97" name="Google Shape;697;p192"/>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98" name="Google Shape;698;p192"/>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99" name="Shape 699"/>
        <p:cNvGrpSpPr/>
        <p:nvPr/>
      </p:nvGrpSpPr>
      <p:grpSpPr>
        <a:xfrm>
          <a:off x="0" y="0"/>
          <a:ext cx="0" cy="0"/>
          <a:chOff x="0" y="0"/>
          <a:chExt cx="0" cy="0"/>
        </a:xfrm>
      </p:grpSpPr>
      <p:sp>
        <p:nvSpPr>
          <p:cNvPr id="700" name="Google Shape;700;p193"/>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01" name="Google Shape;701;p19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702" name="Google Shape;702;p19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703" name="Google Shape;703;p193"/>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704" name="Google Shape;704;p193"/>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705" name="Google Shape;705;p193"/>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06" name="Shape 706"/>
        <p:cNvGrpSpPr/>
        <p:nvPr/>
      </p:nvGrpSpPr>
      <p:grpSpPr>
        <a:xfrm>
          <a:off x="0" y="0"/>
          <a:ext cx="0" cy="0"/>
          <a:chOff x="0" y="0"/>
          <a:chExt cx="0" cy="0"/>
        </a:xfrm>
      </p:grpSpPr>
      <p:sp>
        <p:nvSpPr>
          <p:cNvPr id="707" name="Google Shape;707;p194"/>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08" name="Google Shape;708;p19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709" name="Google Shape;709;p19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710" name="Google Shape;710;p19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711" name="Google Shape;711;p19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712" name="Google Shape;712;p194"/>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713" name="Google Shape;713;p194"/>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714" name="Google Shape;714;p194"/>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15" name="Shape 715"/>
        <p:cNvGrpSpPr/>
        <p:nvPr/>
      </p:nvGrpSpPr>
      <p:grpSpPr>
        <a:xfrm>
          <a:off x="0" y="0"/>
          <a:ext cx="0" cy="0"/>
          <a:chOff x="0" y="0"/>
          <a:chExt cx="0" cy="0"/>
        </a:xfrm>
      </p:grpSpPr>
      <p:sp>
        <p:nvSpPr>
          <p:cNvPr id="716" name="Google Shape;716;p195"/>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17" name="Google Shape;717;p195"/>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718" name="Google Shape;718;p195"/>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719" name="Google Shape;719;p195"/>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20" name="Shape 720"/>
        <p:cNvGrpSpPr/>
        <p:nvPr/>
      </p:nvGrpSpPr>
      <p:grpSpPr>
        <a:xfrm>
          <a:off x="0" y="0"/>
          <a:ext cx="0" cy="0"/>
          <a:chOff x="0" y="0"/>
          <a:chExt cx="0" cy="0"/>
        </a:xfrm>
      </p:grpSpPr>
      <p:sp>
        <p:nvSpPr>
          <p:cNvPr id="721" name="Google Shape;721;p19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chemeClr val="dk1"/>
              </a:buClr>
              <a:buSzPts val="2000"/>
              <a:buFont typeface="Calibri"/>
              <a:buNone/>
              <a:defRPr b="1" i="0" sz="2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22" name="Google Shape;722;p19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723" name="Google Shape;723;p19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724" name="Google Shape;724;p196"/>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725" name="Google Shape;725;p196"/>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726" name="Google Shape;726;p196"/>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27" name="Shape 727"/>
        <p:cNvGrpSpPr/>
        <p:nvPr/>
      </p:nvGrpSpPr>
      <p:grpSpPr>
        <a:xfrm>
          <a:off x="0" y="0"/>
          <a:ext cx="0" cy="0"/>
          <a:chOff x="0" y="0"/>
          <a:chExt cx="0" cy="0"/>
        </a:xfrm>
      </p:grpSpPr>
      <p:sp>
        <p:nvSpPr>
          <p:cNvPr id="728" name="Google Shape;728;p19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chemeClr val="dk1"/>
              </a:buClr>
              <a:buSzPts val="2000"/>
              <a:buFont typeface="Calibri"/>
              <a:buNone/>
              <a:defRPr b="1" i="0" sz="2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29" name="Google Shape;729;p197"/>
          <p:cNvSpPr/>
          <p:nvPr>
            <p:ph idx="2" type="pic"/>
          </p:nvPr>
        </p:nvSpPr>
        <p:spPr>
          <a:xfrm>
            <a:off x="1792288" y="612775"/>
            <a:ext cx="5486400" cy="4114800"/>
          </a:xfrm>
          <a:prstGeom prst="rect">
            <a:avLst/>
          </a:prstGeom>
          <a:noFill/>
          <a:ln>
            <a:noFill/>
          </a:ln>
        </p:spPr>
      </p:sp>
      <p:sp>
        <p:nvSpPr>
          <p:cNvPr id="730" name="Google Shape;730;p19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731" name="Google Shape;731;p197"/>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732" name="Google Shape;732;p197"/>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733" name="Google Shape;733;p197"/>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34" name="Shape 734"/>
        <p:cNvGrpSpPr/>
        <p:nvPr/>
      </p:nvGrpSpPr>
      <p:grpSpPr>
        <a:xfrm>
          <a:off x="0" y="0"/>
          <a:ext cx="0" cy="0"/>
          <a:chOff x="0" y="0"/>
          <a:chExt cx="0" cy="0"/>
        </a:xfrm>
      </p:grpSpPr>
      <p:sp>
        <p:nvSpPr>
          <p:cNvPr id="735" name="Google Shape;735;p198"/>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36" name="Google Shape;736;p19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37" name="Google Shape;737;p198"/>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738" name="Google Shape;738;p198"/>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739" name="Google Shape;739;p198"/>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0" name="Shape 740"/>
        <p:cNvGrpSpPr/>
        <p:nvPr/>
      </p:nvGrpSpPr>
      <p:grpSpPr>
        <a:xfrm>
          <a:off x="0" y="0"/>
          <a:ext cx="0" cy="0"/>
          <a:chOff x="0" y="0"/>
          <a:chExt cx="0" cy="0"/>
        </a:xfrm>
      </p:grpSpPr>
      <p:sp>
        <p:nvSpPr>
          <p:cNvPr id="741" name="Google Shape;741;p199"/>
          <p:cNvSpPr txBox="1"/>
          <p:nvPr>
            <p:ph type="title"/>
          </p:nvPr>
        </p:nvSpPr>
        <p:spPr>
          <a:xfrm rot="5400000">
            <a:off x="4732338" y="2171701"/>
            <a:ext cx="5851525" cy="20574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42" name="Google Shape;742;p19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43" name="Google Shape;743;p199"/>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744" name="Google Shape;744;p199"/>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745" name="Google Shape;745;p199"/>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bg>
      <p:bgPr>
        <a:blipFill>
          <a:blip r:embed="rId2">
            <a:alphaModFix/>
          </a:blip>
          <a:stretch>
            <a:fillRect/>
          </a:stretch>
        </a:blipFill>
      </p:bgPr>
    </p:bg>
    <p:spTree>
      <p:nvGrpSpPr>
        <p:cNvPr id="746" name="Shape 746"/>
        <p:cNvGrpSpPr/>
        <p:nvPr/>
      </p:nvGrpSpPr>
      <p:grpSpPr>
        <a:xfrm>
          <a:off x="0" y="0"/>
          <a:ext cx="0" cy="0"/>
          <a:chOff x="0" y="0"/>
          <a:chExt cx="0" cy="0"/>
        </a:xfrm>
      </p:grpSpPr>
      <p:sp>
        <p:nvSpPr>
          <p:cNvPr id="747" name="Google Shape;747;p200"/>
          <p:cNvSpPr/>
          <p:nvPr/>
        </p:nvSpPr>
        <p:spPr>
          <a:xfrm>
            <a:off x="0" y="3352800"/>
            <a:ext cx="8686800" cy="2743200"/>
          </a:xfrm>
          <a:prstGeom prst="rect">
            <a:avLst/>
          </a:prstGeom>
          <a:solidFill>
            <a:srgbClr val="10114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748" name="Google Shape;748;p200"/>
          <p:cNvSpPr/>
          <p:nvPr/>
        </p:nvSpPr>
        <p:spPr>
          <a:xfrm>
            <a:off x="2895600" y="6096000"/>
            <a:ext cx="2895600" cy="76200"/>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749" name="Google Shape;749;p200"/>
          <p:cNvSpPr/>
          <p:nvPr/>
        </p:nvSpPr>
        <p:spPr>
          <a:xfrm>
            <a:off x="0" y="6096000"/>
            <a:ext cx="2895600" cy="76200"/>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750" name="Google Shape;750;p200"/>
          <p:cNvSpPr/>
          <p:nvPr/>
        </p:nvSpPr>
        <p:spPr>
          <a:xfrm>
            <a:off x="5791200" y="6096000"/>
            <a:ext cx="2895600" cy="7620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Arial"/>
              <a:buNone/>
            </a:pPr>
            <a:r>
              <a:t/>
            </a:r>
            <a:endParaRPr b="0" i="0" sz="1600" u="none" cap="none" strike="noStrike">
              <a:solidFill>
                <a:srgbClr val="FFFFFF"/>
              </a:solidFill>
              <a:latin typeface="Arial"/>
              <a:ea typeface="Arial"/>
              <a:cs typeface="Arial"/>
              <a:sym typeface="Arial"/>
            </a:endParaRPr>
          </a:p>
        </p:txBody>
      </p:sp>
      <p:pic>
        <p:nvPicPr>
          <p:cNvPr descr="BITS_university_logo_whitevert.png" id="751" name="Google Shape;751;p200"/>
          <p:cNvPicPr preferRelativeResize="0"/>
          <p:nvPr/>
        </p:nvPicPr>
        <p:blipFill rotWithShape="1">
          <a:blip r:embed="rId3">
            <a:alphaModFix/>
          </a:blip>
          <a:srcRect b="28592" l="0" r="0" t="2"/>
          <a:stretch/>
        </p:blipFill>
        <p:spPr>
          <a:xfrm>
            <a:off x="76200" y="3352800"/>
            <a:ext cx="2057400" cy="1979613"/>
          </a:xfrm>
          <a:prstGeom prst="rect">
            <a:avLst/>
          </a:prstGeom>
          <a:noFill/>
          <a:ln>
            <a:noFill/>
          </a:ln>
        </p:spPr>
      </p:pic>
      <p:sp>
        <p:nvSpPr>
          <p:cNvPr id="752" name="Google Shape;752;p200"/>
          <p:cNvSpPr txBox="1"/>
          <p:nvPr/>
        </p:nvSpPr>
        <p:spPr>
          <a:xfrm>
            <a:off x="-76200" y="5257800"/>
            <a:ext cx="2209800" cy="5540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900"/>
              <a:buFont typeface="Arial"/>
              <a:buNone/>
            </a:pPr>
            <a:r>
              <a:rPr b="1" i="0" lang="en-US" sz="2900" u="none" cap="none" strike="noStrike">
                <a:solidFill>
                  <a:srgbClr val="FFFFFF"/>
                </a:solidFill>
                <a:latin typeface="Arial"/>
                <a:ea typeface="Arial"/>
                <a:cs typeface="Arial"/>
                <a:sym typeface="Arial"/>
              </a:rPr>
              <a:t>BITS</a:t>
            </a:r>
            <a:r>
              <a:rPr b="0" i="0" lang="en-US" sz="2900" u="none" cap="none" strike="noStrike">
                <a:solidFill>
                  <a:srgbClr val="FFFFFF"/>
                </a:solidFill>
                <a:latin typeface="Arial"/>
                <a:ea typeface="Arial"/>
                <a:cs typeface="Arial"/>
                <a:sym typeface="Arial"/>
              </a:rPr>
              <a:t> Pilani</a:t>
            </a:r>
            <a:endParaRPr b="0" i="0" sz="1400" u="none" cap="none" strike="noStrike">
              <a:solidFill>
                <a:srgbClr val="000000"/>
              </a:solidFill>
              <a:latin typeface="Arial"/>
              <a:ea typeface="Arial"/>
              <a:cs typeface="Arial"/>
              <a:sym typeface="Arial"/>
            </a:endParaRPr>
          </a:p>
        </p:txBody>
      </p:sp>
      <p:sp>
        <p:nvSpPr>
          <p:cNvPr id="753" name="Google Shape;753;p200"/>
          <p:cNvSpPr txBox="1"/>
          <p:nvPr/>
        </p:nvSpPr>
        <p:spPr>
          <a:xfrm>
            <a:off x="152400" y="5667375"/>
            <a:ext cx="1905000"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Pilani Campus</a:t>
            </a:r>
            <a:endParaRPr b="0" i="0" sz="1400" u="none" cap="none" strike="noStrike">
              <a:solidFill>
                <a:srgbClr val="000000"/>
              </a:solidFill>
              <a:latin typeface="Arial"/>
              <a:ea typeface="Arial"/>
              <a:cs typeface="Arial"/>
              <a:sym typeface="Arial"/>
            </a:endParaRPr>
          </a:p>
        </p:txBody>
      </p:sp>
      <p:sp>
        <p:nvSpPr>
          <p:cNvPr id="754" name="Google Shape;754;p200"/>
          <p:cNvSpPr/>
          <p:nvPr/>
        </p:nvSpPr>
        <p:spPr>
          <a:xfrm>
            <a:off x="0" y="3352800"/>
            <a:ext cx="8686800" cy="2743200"/>
          </a:xfrm>
          <a:prstGeom prst="rect">
            <a:avLst/>
          </a:prstGeom>
          <a:solidFill>
            <a:srgbClr val="10114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755" name="Google Shape;755;p200"/>
          <p:cNvSpPr/>
          <p:nvPr/>
        </p:nvSpPr>
        <p:spPr>
          <a:xfrm>
            <a:off x="2895600" y="6096000"/>
            <a:ext cx="2895600" cy="76200"/>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756" name="Google Shape;756;p200"/>
          <p:cNvSpPr/>
          <p:nvPr/>
        </p:nvSpPr>
        <p:spPr>
          <a:xfrm>
            <a:off x="0" y="6096000"/>
            <a:ext cx="2895600" cy="76200"/>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757" name="Google Shape;757;p200"/>
          <p:cNvSpPr/>
          <p:nvPr/>
        </p:nvSpPr>
        <p:spPr>
          <a:xfrm>
            <a:off x="5791200" y="6096000"/>
            <a:ext cx="2895600" cy="7620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Arial"/>
              <a:buNone/>
            </a:pPr>
            <a:r>
              <a:t/>
            </a:r>
            <a:endParaRPr b="0" i="0" sz="1600" u="none" cap="none" strike="noStrike">
              <a:solidFill>
                <a:srgbClr val="FFFFFF"/>
              </a:solidFill>
              <a:latin typeface="Arial"/>
              <a:ea typeface="Arial"/>
              <a:cs typeface="Arial"/>
              <a:sym typeface="Arial"/>
            </a:endParaRPr>
          </a:p>
        </p:txBody>
      </p:sp>
      <p:pic>
        <p:nvPicPr>
          <p:cNvPr descr="BITS_university_logo_whitevert.png" id="758" name="Google Shape;758;p200"/>
          <p:cNvPicPr preferRelativeResize="0"/>
          <p:nvPr/>
        </p:nvPicPr>
        <p:blipFill rotWithShape="1">
          <a:blip r:embed="rId3">
            <a:alphaModFix/>
          </a:blip>
          <a:srcRect b="28592" l="0" r="0" t="2"/>
          <a:stretch/>
        </p:blipFill>
        <p:spPr>
          <a:xfrm>
            <a:off x="76200" y="3352800"/>
            <a:ext cx="2057400" cy="1979613"/>
          </a:xfrm>
          <a:prstGeom prst="rect">
            <a:avLst/>
          </a:prstGeom>
          <a:noFill/>
          <a:ln>
            <a:noFill/>
          </a:ln>
        </p:spPr>
      </p:pic>
      <p:sp>
        <p:nvSpPr>
          <p:cNvPr id="759" name="Google Shape;759;p200"/>
          <p:cNvSpPr txBox="1"/>
          <p:nvPr/>
        </p:nvSpPr>
        <p:spPr>
          <a:xfrm>
            <a:off x="-76200" y="5257800"/>
            <a:ext cx="2209800" cy="5540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900"/>
              <a:buFont typeface="Arial"/>
              <a:buNone/>
            </a:pPr>
            <a:r>
              <a:rPr b="1" i="0" lang="en-US" sz="2900" u="none" cap="none" strike="noStrike">
                <a:solidFill>
                  <a:srgbClr val="FFFFFF"/>
                </a:solidFill>
                <a:latin typeface="Arial"/>
                <a:ea typeface="Arial"/>
                <a:cs typeface="Arial"/>
                <a:sym typeface="Arial"/>
              </a:rPr>
              <a:t>BITS</a:t>
            </a:r>
            <a:r>
              <a:rPr b="0" i="0" lang="en-US" sz="2900" u="none" cap="none" strike="noStrike">
                <a:solidFill>
                  <a:srgbClr val="FFFFFF"/>
                </a:solidFill>
                <a:latin typeface="Arial"/>
                <a:ea typeface="Arial"/>
                <a:cs typeface="Arial"/>
                <a:sym typeface="Arial"/>
              </a:rPr>
              <a:t> Pilani</a:t>
            </a:r>
            <a:endParaRPr b="0" i="0" sz="1400" u="none" cap="none" strike="noStrike">
              <a:solidFill>
                <a:srgbClr val="000000"/>
              </a:solidFill>
              <a:latin typeface="Arial"/>
              <a:ea typeface="Arial"/>
              <a:cs typeface="Arial"/>
              <a:sym typeface="Arial"/>
            </a:endParaRPr>
          </a:p>
        </p:txBody>
      </p:sp>
      <p:sp>
        <p:nvSpPr>
          <p:cNvPr id="760" name="Google Shape;760;p200"/>
          <p:cNvSpPr txBox="1"/>
          <p:nvPr/>
        </p:nvSpPr>
        <p:spPr>
          <a:xfrm>
            <a:off x="152400" y="5667375"/>
            <a:ext cx="1905000"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Pilani Campus</a:t>
            </a:r>
            <a:endParaRPr b="0" i="0" sz="1400" u="none" cap="none" strike="noStrike">
              <a:solidFill>
                <a:srgbClr val="000000"/>
              </a:solidFill>
              <a:latin typeface="Arial"/>
              <a:ea typeface="Arial"/>
              <a:cs typeface="Arial"/>
              <a:sym typeface="Arial"/>
            </a:endParaRPr>
          </a:p>
        </p:txBody>
      </p:sp>
      <p:sp>
        <p:nvSpPr>
          <p:cNvPr id="761" name="Google Shape;761;p200"/>
          <p:cNvSpPr txBox="1"/>
          <p:nvPr>
            <p:ph idx="1" type="body"/>
          </p:nvPr>
        </p:nvSpPr>
        <p:spPr>
          <a:xfrm>
            <a:off x="2514600" y="5410200"/>
            <a:ext cx="6019800" cy="533400"/>
          </a:xfrm>
          <a:prstGeom prst="rect">
            <a:avLst/>
          </a:prstGeom>
          <a:noFill/>
          <a:ln>
            <a:noFill/>
          </a:ln>
        </p:spPr>
        <p:txBody>
          <a:bodyPr anchorCtr="0" anchor="b" bIns="45700" lIns="91425" spcFirstLastPara="1" rIns="91425" wrap="square" tIns="45700">
            <a:noAutofit/>
          </a:bodyPr>
          <a:lstStyle>
            <a:lvl1pPr indent="-228600" lvl="0" marL="457200" algn="r">
              <a:lnSpc>
                <a:spcPct val="100000"/>
              </a:lnSpc>
              <a:spcBef>
                <a:spcPts val="0"/>
              </a:spcBef>
              <a:spcAft>
                <a:spcPts val="0"/>
              </a:spcAft>
              <a:buClr>
                <a:schemeClr val="lt1"/>
              </a:buClr>
              <a:buSzPts val="1800"/>
              <a:buNone/>
              <a:defRPr sz="1800">
                <a:solidFill>
                  <a:schemeClr val="lt1"/>
                </a:solidFil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62" name="Google Shape;762;p200"/>
          <p:cNvSpPr txBox="1"/>
          <p:nvPr>
            <p:ph type="title"/>
          </p:nvPr>
        </p:nvSpPr>
        <p:spPr>
          <a:xfrm>
            <a:off x="2514600" y="3810000"/>
            <a:ext cx="6019800" cy="1524000"/>
          </a:xfrm>
          <a:prstGeom prst="rect">
            <a:avLst/>
          </a:prstGeom>
          <a:noFill/>
          <a:ln>
            <a:noFill/>
          </a:ln>
        </p:spPr>
        <p:txBody>
          <a:bodyPr anchorCtr="0" anchor="t" bIns="45700" lIns="91425" spcFirstLastPara="1" rIns="91425" wrap="square" tIns="45700">
            <a:noAutofit/>
          </a:bodyPr>
          <a:lstStyle>
            <a:lvl1pPr lvl="0" marR="0" rtl="0" algn="l">
              <a:lnSpc>
                <a:spcPct val="90909"/>
              </a:lnSpc>
              <a:spcBef>
                <a:spcPts val="0"/>
              </a:spcBef>
              <a:spcAft>
                <a:spcPts val="0"/>
              </a:spcAft>
              <a:buClr>
                <a:schemeClr val="lt1"/>
              </a:buClr>
              <a:buSzPts val="4400"/>
              <a:buFont typeface="Calibri"/>
              <a:buNone/>
              <a:defRPr b="0" i="0" sz="44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766" name="Shape 766"/>
        <p:cNvGrpSpPr/>
        <p:nvPr/>
      </p:nvGrpSpPr>
      <p:grpSpPr>
        <a:xfrm>
          <a:off x="0" y="0"/>
          <a:ext cx="0" cy="0"/>
          <a:chOff x="0" y="0"/>
          <a:chExt cx="0" cy="0"/>
        </a:xfrm>
      </p:grpSpPr>
      <p:sp>
        <p:nvSpPr>
          <p:cNvPr id="767" name="Google Shape;767;p108"/>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600" u="none" cap="none" strike="noStrike">
              <a:solidFill>
                <a:srgbClr val="000000"/>
              </a:solidFill>
              <a:latin typeface="Tahoma"/>
              <a:ea typeface="Tahoma"/>
              <a:cs typeface="Tahoma"/>
              <a:sym typeface="Tahoma"/>
            </a:endParaRPr>
          </a:p>
        </p:txBody>
      </p:sp>
      <p:grpSp>
        <p:nvGrpSpPr>
          <p:cNvPr id="768" name="Google Shape;768;p108"/>
          <p:cNvGrpSpPr/>
          <p:nvPr/>
        </p:nvGrpSpPr>
        <p:grpSpPr>
          <a:xfrm>
            <a:off x="2084388" y="6550025"/>
            <a:ext cx="7059612" cy="49213"/>
            <a:chOff x="2083888" y="6550671"/>
            <a:chExt cx="7060112" cy="48665"/>
          </a:xfrm>
        </p:grpSpPr>
        <p:sp>
          <p:nvSpPr>
            <p:cNvPr id="769" name="Google Shape;769;p108"/>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FFFFFF"/>
                </a:solidFill>
                <a:latin typeface="Tahoma"/>
                <a:ea typeface="Tahoma"/>
                <a:cs typeface="Tahoma"/>
                <a:sym typeface="Tahoma"/>
              </a:endParaRPr>
            </a:p>
          </p:txBody>
        </p:sp>
        <p:sp>
          <p:nvSpPr>
            <p:cNvPr id="770" name="Google Shape;770;p108"/>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FFFFFF"/>
                </a:solidFill>
                <a:latin typeface="Tahoma"/>
                <a:ea typeface="Tahoma"/>
                <a:cs typeface="Tahoma"/>
                <a:sym typeface="Tahoma"/>
              </a:endParaRPr>
            </a:p>
          </p:txBody>
        </p:sp>
        <p:sp>
          <p:nvSpPr>
            <p:cNvPr id="771" name="Google Shape;771;p108"/>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FFFFFF"/>
                </a:solidFill>
                <a:latin typeface="Tahoma"/>
                <a:ea typeface="Tahoma"/>
                <a:cs typeface="Tahoma"/>
                <a:sym typeface="Tahoma"/>
              </a:endParaRPr>
            </a:p>
          </p:txBody>
        </p:sp>
      </p:grpSp>
      <p:pic>
        <p:nvPicPr>
          <p:cNvPr descr="Picture 7.png" id="772" name="Google Shape;772;p108"/>
          <p:cNvPicPr preferRelativeResize="0"/>
          <p:nvPr/>
        </p:nvPicPr>
        <p:blipFill rotWithShape="1">
          <a:blip r:embed="rId2">
            <a:alphaModFix/>
          </a:blip>
          <a:srcRect b="5333" l="1923" r="0" t="0"/>
          <a:stretch/>
        </p:blipFill>
        <p:spPr>
          <a:xfrm>
            <a:off x="6629400" y="0"/>
            <a:ext cx="2193925" cy="692150"/>
          </a:xfrm>
          <a:prstGeom prst="rect">
            <a:avLst/>
          </a:prstGeom>
          <a:noFill/>
          <a:ln>
            <a:noFill/>
          </a:ln>
        </p:spPr>
      </p:pic>
      <p:grpSp>
        <p:nvGrpSpPr>
          <p:cNvPr id="773" name="Google Shape;773;p108"/>
          <p:cNvGrpSpPr/>
          <p:nvPr/>
        </p:nvGrpSpPr>
        <p:grpSpPr>
          <a:xfrm>
            <a:off x="2133600" y="6553200"/>
            <a:ext cx="7010400" cy="46038"/>
            <a:chOff x="1905000" y="6553200"/>
            <a:chExt cx="7010400" cy="45719"/>
          </a:xfrm>
        </p:grpSpPr>
        <p:sp>
          <p:nvSpPr>
            <p:cNvPr id="774" name="Google Shape;774;p108"/>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FFFFFF"/>
                </a:solidFill>
                <a:latin typeface="Tahoma"/>
                <a:ea typeface="Tahoma"/>
                <a:cs typeface="Tahoma"/>
                <a:sym typeface="Tahoma"/>
              </a:endParaRPr>
            </a:p>
          </p:txBody>
        </p:sp>
        <p:sp>
          <p:nvSpPr>
            <p:cNvPr id="775" name="Google Shape;775;p108"/>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FFFFFF"/>
                </a:solidFill>
                <a:latin typeface="Tahoma"/>
                <a:ea typeface="Tahoma"/>
                <a:cs typeface="Tahoma"/>
                <a:sym typeface="Tahoma"/>
              </a:endParaRPr>
            </a:p>
          </p:txBody>
        </p:sp>
        <p:sp>
          <p:nvSpPr>
            <p:cNvPr id="776" name="Google Shape;776;p108"/>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FFFFFF"/>
                </a:solidFill>
                <a:latin typeface="Tahoma"/>
                <a:ea typeface="Tahoma"/>
                <a:cs typeface="Tahoma"/>
                <a:sym typeface="Tahoma"/>
              </a:endParaRPr>
            </a:p>
          </p:txBody>
        </p:sp>
      </p:grpSp>
      <p:grpSp>
        <p:nvGrpSpPr>
          <p:cNvPr id="777" name="Google Shape;777;p108"/>
          <p:cNvGrpSpPr/>
          <p:nvPr/>
        </p:nvGrpSpPr>
        <p:grpSpPr>
          <a:xfrm>
            <a:off x="0" y="1295400"/>
            <a:ext cx="7010400" cy="46038"/>
            <a:chOff x="1905000" y="6553200"/>
            <a:chExt cx="7010400" cy="45719"/>
          </a:xfrm>
        </p:grpSpPr>
        <p:sp>
          <p:nvSpPr>
            <p:cNvPr id="778" name="Google Shape;778;p108"/>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FFFFFF"/>
                </a:solidFill>
                <a:latin typeface="Tahoma"/>
                <a:ea typeface="Tahoma"/>
                <a:cs typeface="Tahoma"/>
                <a:sym typeface="Tahoma"/>
              </a:endParaRPr>
            </a:p>
          </p:txBody>
        </p:sp>
        <p:sp>
          <p:nvSpPr>
            <p:cNvPr id="779" name="Google Shape;779;p108"/>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FFFFFF"/>
                </a:solidFill>
                <a:latin typeface="Tahoma"/>
                <a:ea typeface="Tahoma"/>
                <a:cs typeface="Tahoma"/>
                <a:sym typeface="Tahoma"/>
              </a:endParaRPr>
            </a:p>
          </p:txBody>
        </p:sp>
        <p:sp>
          <p:nvSpPr>
            <p:cNvPr id="780" name="Google Shape;780;p108"/>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FFFFFF"/>
                </a:solidFill>
                <a:latin typeface="Tahoma"/>
                <a:ea typeface="Tahoma"/>
                <a:cs typeface="Tahoma"/>
                <a:sym typeface="Tahoma"/>
              </a:endParaRPr>
            </a:p>
          </p:txBody>
        </p:sp>
      </p:grpSp>
      <p:sp>
        <p:nvSpPr>
          <p:cNvPr id="781" name="Google Shape;781;p108"/>
          <p:cNvSpPr txBox="1"/>
          <p:nvPr>
            <p:ph idx="1" type="body"/>
          </p:nvPr>
        </p:nvSpPr>
        <p:spPr>
          <a:xfrm>
            <a:off x="304800" y="1493837"/>
            <a:ext cx="8229600" cy="4525963"/>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indent="-330200" lvl="1" marL="914400" marR="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82" name="Google Shape;782;p108"/>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1_Blank">
    <p:spTree>
      <p:nvGrpSpPr>
        <p:cNvPr id="783" name="Shape 783"/>
        <p:cNvGrpSpPr/>
        <p:nvPr/>
      </p:nvGrpSpPr>
      <p:grpSpPr>
        <a:xfrm>
          <a:off x="0" y="0"/>
          <a:ext cx="0" cy="0"/>
          <a:chOff x="0" y="0"/>
          <a:chExt cx="0" cy="0"/>
        </a:xfrm>
      </p:grpSpPr>
      <p:grpSp>
        <p:nvGrpSpPr>
          <p:cNvPr id="784" name="Google Shape;784;p109"/>
          <p:cNvGrpSpPr/>
          <p:nvPr/>
        </p:nvGrpSpPr>
        <p:grpSpPr>
          <a:xfrm>
            <a:off x="0" y="1295400"/>
            <a:ext cx="7010400" cy="46038"/>
            <a:chOff x="1905000" y="6553200"/>
            <a:chExt cx="7010400" cy="45719"/>
          </a:xfrm>
        </p:grpSpPr>
        <p:sp>
          <p:nvSpPr>
            <p:cNvPr id="785" name="Google Shape;785;p109"/>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FFFFFF"/>
                </a:solidFill>
                <a:latin typeface="Tahoma"/>
                <a:ea typeface="Tahoma"/>
                <a:cs typeface="Tahoma"/>
                <a:sym typeface="Tahoma"/>
              </a:endParaRPr>
            </a:p>
          </p:txBody>
        </p:sp>
        <p:sp>
          <p:nvSpPr>
            <p:cNvPr id="786" name="Google Shape;786;p109"/>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FFFFFF"/>
                </a:solidFill>
                <a:latin typeface="Tahoma"/>
                <a:ea typeface="Tahoma"/>
                <a:cs typeface="Tahoma"/>
                <a:sym typeface="Tahoma"/>
              </a:endParaRPr>
            </a:p>
          </p:txBody>
        </p:sp>
        <p:sp>
          <p:nvSpPr>
            <p:cNvPr id="787" name="Google Shape;787;p109"/>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FFFFFF"/>
                </a:solidFill>
                <a:latin typeface="Tahoma"/>
                <a:ea typeface="Tahoma"/>
                <a:cs typeface="Tahoma"/>
                <a:sym typeface="Tahoma"/>
              </a:endParaRPr>
            </a:p>
          </p:txBody>
        </p:sp>
      </p:grpSp>
      <p:grpSp>
        <p:nvGrpSpPr>
          <p:cNvPr id="788" name="Google Shape;788;p109"/>
          <p:cNvGrpSpPr/>
          <p:nvPr/>
        </p:nvGrpSpPr>
        <p:grpSpPr>
          <a:xfrm>
            <a:off x="2133600" y="6553200"/>
            <a:ext cx="7010400" cy="46038"/>
            <a:chOff x="1905000" y="6553200"/>
            <a:chExt cx="7010400" cy="45719"/>
          </a:xfrm>
        </p:grpSpPr>
        <p:sp>
          <p:nvSpPr>
            <p:cNvPr id="789" name="Google Shape;789;p109"/>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FFFFFF"/>
                </a:solidFill>
                <a:latin typeface="Tahoma"/>
                <a:ea typeface="Tahoma"/>
                <a:cs typeface="Tahoma"/>
                <a:sym typeface="Tahoma"/>
              </a:endParaRPr>
            </a:p>
          </p:txBody>
        </p:sp>
        <p:sp>
          <p:nvSpPr>
            <p:cNvPr id="790" name="Google Shape;790;p109"/>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FFFFFF"/>
                </a:solidFill>
                <a:latin typeface="Tahoma"/>
                <a:ea typeface="Tahoma"/>
                <a:cs typeface="Tahoma"/>
                <a:sym typeface="Tahoma"/>
              </a:endParaRPr>
            </a:p>
          </p:txBody>
        </p:sp>
        <p:sp>
          <p:nvSpPr>
            <p:cNvPr id="791" name="Google Shape;791;p109"/>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FFFFFF"/>
                </a:solidFill>
                <a:latin typeface="Tahoma"/>
                <a:ea typeface="Tahoma"/>
                <a:cs typeface="Tahoma"/>
                <a:sym typeface="Tahoma"/>
              </a:endParaRPr>
            </a:p>
          </p:txBody>
        </p:sp>
      </p:grpSp>
      <p:pic>
        <p:nvPicPr>
          <p:cNvPr descr="Picture 7.png" id="792" name="Google Shape;792;p109"/>
          <p:cNvPicPr preferRelativeResize="0"/>
          <p:nvPr/>
        </p:nvPicPr>
        <p:blipFill rotWithShape="1">
          <a:blip r:embed="rId2">
            <a:alphaModFix/>
          </a:blip>
          <a:srcRect b="5333" l="1923" r="0" t="0"/>
          <a:stretch/>
        </p:blipFill>
        <p:spPr>
          <a:xfrm>
            <a:off x="6629400" y="0"/>
            <a:ext cx="2193925" cy="692150"/>
          </a:xfrm>
          <a:prstGeom prst="rect">
            <a:avLst/>
          </a:prstGeom>
          <a:noFill/>
          <a:ln>
            <a:noFill/>
          </a:ln>
        </p:spPr>
      </p:pic>
      <p:sp>
        <p:nvSpPr>
          <p:cNvPr id="793" name="Google Shape;793;p109"/>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Deemed to be University under Section 3 of UGC Act, 1956</a:t>
            </a:r>
            <a:endParaRPr b="0" i="0" sz="1600" u="none" cap="none" strike="noStrike">
              <a:solidFill>
                <a:srgbClr val="000000"/>
              </a:solidFill>
              <a:latin typeface="Tahoma"/>
              <a:ea typeface="Tahoma"/>
              <a:cs typeface="Tahoma"/>
              <a:sym typeface="Tahoma"/>
            </a:endParaRPr>
          </a:p>
        </p:txBody>
      </p:sp>
      <p:sp>
        <p:nvSpPr>
          <p:cNvPr id="794" name="Google Shape;794;p109"/>
          <p:cNvSpPr txBox="1"/>
          <p:nvPr>
            <p:ph idx="1"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one">
  <p:cSld name="Blank_one">
    <p:spTree>
      <p:nvGrpSpPr>
        <p:cNvPr id="795" name="Shape 795"/>
        <p:cNvGrpSpPr/>
        <p:nvPr/>
      </p:nvGrpSpPr>
      <p:grpSpPr>
        <a:xfrm>
          <a:off x="0" y="0"/>
          <a:ext cx="0" cy="0"/>
          <a:chOff x="0" y="0"/>
          <a:chExt cx="0" cy="0"/>
        </a:xfrm>
      </p:grpSpPr>
      <p:sp>
        <p:nvSpPr>
          <p:cNvPr id="796" name="Google Shape;796;p110"/>
          <p:cNvSpPr txBox="1"/>
          <p:nvPr/>
        </p:nvSpPr>
        <p:spPr>
          <a:xfrm>
            <a:off x="8153400" y="6550025"/>
            <a:ext cx="990600"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a:t>
            </a:r>
            <a:endParaRPr b="0" i="0" sz="1100" u="none" cap="none" strike="noStrike">
              <a:solidFill>
                <a:srgbClr val="101141"/>
              </a:solidFill>
              <a:latin typeface="Arial"/>
              <a:ea typeface="Arial"/>
              <a:cs typeface="Arial"/>
              <a:sym typeface="Arial"/>
            </a:endParaRPr>
          </a:p>
        </p:txBody>
      </p:sp>
      <p:grpSp>
        <p:nvGrpSpPr>
          <p:cNvPr id="797" name="Google Shape;797;p110"/>
          <p:cNvGrpSpPr/>
          <p:nvPr/>
        </p:nvGrpSpPr>
        <p:grpSpPr>
          <a:xfrm>
            <a:off x="2084388" y="6550025"/>
            <a:ext cx="7059612" cy="49213"/>
            <a:chOff x="2083888" y="6550671"/>
            <a:chExt cx="7060112" cy="48665"/>
          </a:xfrm>
        </p:grpSpPr>
        <p:sp>
          <p:nvSpPr>
            <p:cNvPr id="798" name="Google Shape;798;p110"/>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799" name="Google Shape;799;p110"/>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800" name="Google Shape;800;p110"/>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801" name="Google Shape;801;p110"/>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802" name="Google Shape;802;p110"/>
          <p:cNvGrpSpPr/>
          <p:nvPr/>
        </p:nvGrpSpPr>
        <p:grpSpPr>
          <a:xfrm>
            <a:off x="2133600" y="6553200"/>
            <a:ext cx="7010400" cy="46038"/>
            <a:chOff x="1905000" y="6553200"/>
            <a:chExt cx="7010400" cy="45719"/>
          </a:xfrm>
        </p:grpSpPr>
        <p:sp>
          <p:nvSpPr>
            <p:cNvPr id="803" name="Google Shape;803;p110"/>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804" name="Google Shape;804;p110"/>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805" name="Google Shape;805;p110"/>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806" name="Google Shape;806;p110"/>
          <p:cNvGrpSpPr/>
          <p:nvPr/>
        </p:nvGrpSpPr>
        <p:grpSpPr>
          <a:xfrm>
            <a:off x="0" y="1295400"/>
            <a:ext cx="7010400" cy="46038"/>
            <a:chOff x="1905000" y="6553200"/>
            <a:chExt cx="7010400" cy="45719"/>
          </a:xfrm>
        </p:grpSpPr>
        <p:sp>
          <p:nvSpPr>
            <p:cNvPr id="807" name="Google Shape;807;p110"/>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808" name="Google Shape;808;p110"/>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809" name="Google Shape;809;p110"/>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810" name="Shape 810"/>
        <p:cNvGrpSpPr/>
        <p:nvPr/>
      </p:nvGrpSpPr>
      <p:grpSpPr>
        <a:xfrm>
          <a:off x="0" y="0"/>
          <a:ext cx="0" cy="0"/>
          <a:chOff x="0" y="0"/>
          <a:chExt cx="0" cy="0"/>
        </a:xfrm>
      </p:grpSpPr>
      <p:sp>
        <p:nvSpPr>
          <p:cNvPr id="811" name="Google Shape;811;p201"/>
          <p:cNvSpPr/>
          <p:nvPr/>
        </p:nvSpPr>
        <p:spPr>
          <a:xfrm>
            <a:off x="0" y="3352800"/>
            <a:ext cx="8686800" cy="2743200"/>
          </a:xfrm>
          <a:prstGeom prst="rect">
            <a:avLst/>
          </a:prstGeom>
          <a:solidFill>
            <a:srgbClr val="10114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Arial"/>
              <a:ea typeface="Arial"/>
              <a:cs typeface="Arial"/>
              <a:sym typeface="Arial"/>
            </a:endParaRPr>
          </a:p>
        </p:txBody>
      </p:sp>
      <p:sp>
        <p:nvSpPr>
          <p:cNvPr id="812" name="Google Shape;812;p201"/>
          <p:cNvSpPr/>
          <p:nvPr/>
        </p:nvSpPr>
        <p:spPr>
          <a:xfrm>
            <a:off x="2895600" y="6096000"/>
            <a:ext cx="2895600" cy="76200"/>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813" name="Google Shape;813;p201"/>
          <p:cNvSpPr/>
          <p:nvPr/>
        </p:nvSpPr>
        <p:spPr>
          <a:xfrm>
            <a:off x="0" y="6096000"/>
            <a:ext cx="2895600" cy="76200"/>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814" name="Google Shape;814;p201"/>
          <p:cNvSpPr/>
          <p:nvPr/>
        </p:nvSpPr>
        <p:spPr>
          <a:xfrm>
            <a:off x="5791200" y="6096000"/>
            <a:ext cx="2895600" cy="7620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pic>
        <p:nvPicPr>
          <p:cNvPr descr="BITS_university_logo_whitevert.png" id="815" name="Google Shape;815;p201"/>
          <p:cNvPicPr preferRelativeResize="0"/>
          <p:nvPr/>
        </p:nvPicPr>
        <p:blipFill rotWithShape="1">
          <a:blip r:embed="rId2">
            <a:alphaModFix/>
          </a:blip>
          <a:srcRect b="28592" l="0" r="0" t="2"/>
          <a:stretch/>
        </p:blipFill>
        <p:spPr>
          <a:xfrm>
            <a:off x="76200" y="3352800"/>
            <a:ext cx="2057400" cy="1979613"/>
          </a:xfrm>
          <a:prstGeom prst="rect">
            <a:avLst/>
          </a:prstGeom>
          <a:noFill/>
          <a:ln>
            <a:noFill/>
          </a:ln>
        </p:spPr>
      </p:pic>
      <p:sp>
        <p:nvSpPr>
          <p:cNvPr id="816" name="Google Shape;816;p201"/>
          <p:cNvSpPr txBox="1"/>
          <p:nvPr/>
        </p:nvSpPr>
        <p:spPr>
          <a:xfrm>
            <a:off x="-76200" y="5257800"/>
            <a:ext cx="2209800" cy="5540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900"/>
              <a:buFont typeface="Arial"/>
              <a:buNone/>
            </a:pPr>
            <a:r>
              <a:rPr b="1" i="0" lang="en-US" sz="2900" u="none" cap="none" strike="noStrike">
                <a:solidFill>
                  <a:srgbClr val="FFFFFF"/>
                </a:solidFill>
                <a:latin typeface="Arial"/>
                <a:ea typeface="Arial"/>
                <a:cs typeface="Arial"/>
                <a:sym typeface="Arial"/>
              </a:rPr>
              <a:t>BITS</a:t>
            </a:r>
            <a:r>
              <a:rPr b="0" i="0" lang="en-US" sz="2900" u="none" cap="none" strike="noStrike">
                <a:solidFill>
                  <a:srgbClr val="FFFFFF"/>
                </a:solidFill>
                <a:latin typeface="Arial"/>
                <a:ea typeface="Arial"/>
                <a:cs typeface="Arial"/>
                <a:sym typeface="Arial"/>
              </a:rPr>
              <a:t> Pilani</a:t>
            </a:r>
            <a:endParaRPr b="0" i="0" sz="1400" u="none" cap="none" strike="noStrike">
              <a:solidFill>
                <a:srgbClr val="000000"/>
              </a:solidFill>
              <a:latin typeface="Arial"/>
              <a:ea typeface="Arial"/>
              <a:cs typeface="Arial"/>
              <a:sym typeface="Arial"/>
            </a:endParaRPr>
          </a:p>
        </p:txBody>
      </p:sp>
      <p:sp>
        <p:nvSpPr>
          <p:cNvPr id="817" name="Google Shape;817;p201"/>
          <p:cNvSpPr txBox="1"/>
          <p:nvPr/>
        </p:nvSpPr>
        <p:spPr>
          <a:xfrm>
            <a:off x="152400" y="5667375"/>
            <a:ext cx="1905000"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Pilani Campus</a:t>
            </a:r>
            <a:endParaRPr b="0" i="0" sz="1400" u="none" cap="none" strike="noStrike">
              <a:solidFill>
                <a:srgbClr val="000000"/>
              </a:solidFill>
              <a:latin typeface="Arial"/>
              <a:ea typeface="Arial"/>
              <a:cs typeface="Arial"/>
              <a:sym typeface="Arial"/>
            </a:endParaRPr>
          </a:p>
        </p:txBody>
      </p:sp>
      <p:sp>
        <p:nvSpPr>
          <p:cNvPr id="818" name="Google Shape;818;p201"/>
          <p:cNvSpPr txBox="1"/>
          <p:nvPr>
            <p:ph type="title"/>
          </p:nvPr>
        </p:nvSpPr>
        <p:spPr>
          <a:xfrm>
            <a:off x="2514600" y="3810000"/>
            <a:ext cx="6019800" cy="1524000"/>
          </a:xfrm>
          <a:prstGeom prst="rect">
            <a:avLst/>
          </a:prstGeom>
          <a:noFill/>
          <a:ln>
            <a:noFill/>
          </a:ln>
        </p:spPr>
        <p:txBody>
          <a:bodyPr anchorCtr="0" anchor="ctr" bIns="45700" lIns="91425" spcFirstLastPara="1" rIns="91425" wrap="square" tIns="45700">
            <a:noAutofit/>
          </a:bodyPr>
          <a:lstStyle>
            <a:lvl1pPr lvl="0" algn="l">
              <a:lnSpc>
                <a:spcPct val="90909"/>
              </a:lnSpc>
              <a:spcBef>
                <a:spcPts val="0"/>
              </a:spcBef>
              <a:spcAft>
                <a:spcPts val="0"/>
              </a:spcAft>
              <a:buSzPts val="1400"/>
              <a:buNone/>
              <a:defRPr sz="4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819" name="Shape 819"/>
        <p:cNvGrpSpPr/>
        <p:nvPr/>
      </p:nvGrpSpPr>
      <p:grpSpPr>
        <a:xfrm>
          <a:off x="0" y="0"/>
          <a:ext cx="0" cy="0"/>
          <a:chOff x="0" y="0"/>
          <a:chExt cx="0" cy="0"/>
        </a:xfrm>
      </p:grpSpPr>
      <p:sp>
        <p:nvSpPr>
          <p:cNvPr id="820" name="Google Shape;820;p202"/>
          <p:cNvSpPr/>
          <p:nvPr/>
        </p:nvSpPr>
        <p:spPr>
          <a:xfrm>
            <a:off x="0" y="3352800"/>
            <a:ext cx="8686800" cy="2743200"/>
          </a:xfrm>
          <a:prstGeom prst="rect">
            <a:avLst/>
          </a:prstGeom>
          <a:solidFill>
            <a:srgbClr val="10114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Arial"/>
              <a:ea typeface="Arial"/>
              <a:cs typeface="Arial"/>
              <a:sym typeface="Arial"/>
            </a:endParaRPr>
          </a:p>
        </p:txBody>
      </p:sp>
      <p:sp>
        <p:nvSpPr>
          <p:cNvPr id="821" name="Google Shape;821;p202"/>
          <p:cNvSpPr/>
          <p:nvPr/>
        </p:nvSpPr>
        <p:spPr>
          <a:xfrm>
            <a:off x="2895600" y="6096000"/>
            <a:ext cx="2895600" cy="76200"/>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822" name="Google Shape;822;p202"/>
          <p:cNvSpPr/>
          <p:nvPr/>
        </p:nvSpPr>
        <p:spPr>
          <a:xfrm>
            <a:off x="0" y="6096000"/>
            <a:ext cx="2895600" cy="76200"/>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823" name="Google Shape;823;p202"/>
          <p:cNvSpPr/>
          <p:nvPr/>
        </p:nvSpPr>
        <p:spPr>
          <a:xfrm>
            <a:off x="5791200" y="6096000"/>
            <a:ext cx="2895600" cy="7620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pic>
        <p:nvPicPr>
          <p:cNvPr descr="BITS_university_logo_whitevert.png" id="824" name="Google Shape;824;p202"/>
          <p:cNvPicPr preferRelativeResize="0"/>
          <p:nvPr/>
        </p:nvPicPr>
        <p:blipFill rotWithShape="1">
          <a:blip r:embed="rId2">
            <a:alphaModFix/>
          </a:blip>
          <a:srcRect b="28592" l="0" r="0" t="2"/>
          <a:stretch/>
        </p:blipFill>
        <p:spPr>
          <a:xfrm>
            <a:off x="76200" y="3352800"/>
            <a:ext cx="2057400" cy="1979613"/>
          </a:xfrm>
          <a:prstGeom prst="rect">
            <a:avLst/>
          </a:prstGeom>
          <a:noFill/>
          <a:ln>
            <a:noFill/>
          </a:ln>
        </p:spPr>
      </p:pic>
      <p:sp>
        <p:nvSpPr>
          <p:cNvPr id="825" name="Google Shape;825;p202"/>
          <p:cNvSpPr txBox="1"/>
          <p:nvPr/>
        </p:nvSpPr>
        <p:spPr>
          <a:xfrm>
            <a:off x="-76200" y="5257800"/>
            <a:ext cx="2209800" cy="5540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900"/>
              <a:buFont typeface="Arial"/>
              <a:buNone/>
            </a:pPr>
            <a:r>
              <a:rPr b="1" i="0" lang="en-US" sz="2900" u="none" cap="none" strike="noStrike">
                <a:solidFill>
                  <a:srgbClr val="FFFFFF"/>
                </a:solidFill>
                <a:latin typeface="Arial"/>
                <a:ea typeface="Arial"/>
                <a:cs typeface="Arial"/>
                <a:sym typeface="Arial"/>
              </a:rPr>
              <a:t>BITS</a:t>
            </a:r>
            <a:r>
              <a:rPr b="0" i="0" lang="en-US" sz="2900" u="none" cap="none" strike="noStrike">
                <a:solidFill>
                  <a:srgbClr val="FFFFFF"/>
                </a:solidFill>
                <a:latin typeface="Arial"/>
                <a:ea typeface="Arial"/>
                <a:cs typeface="Arial"/>
                <a:sym typeface="Arial"/>
              </a:rPr>
              <a:t> Pilani</a:t>
            </a:r>
            <a:endParaRPr b="0" i="0" sz="1400" u="none" cap="none" strike="noStrike">
              <a:solidFill>
                <a:srgbClr val="000000"/>
              </a:solidFill>
              <a:latin typeface="Arial"/>
              <a:ea typeface="Arial"/>
              <a:cs typeface="Arial"/>
              <a:sym typeface="Arial"/>
            </a:endParaRPr>
          </a:p>
        </p:txBody>
      </p:sp>
      <p:sp>
        <p:nvSpPr>
          <p:cNvPr id="826" name="Google Shape;826;p202"/>
          <p:cNvSpPr txBox="1"/>
          <p:nvPr/>
        </p:nvSpPr>
        <p:spPr>
          <a:xfrm>
            <a:off x="152400" y="5667375"/>
            <a:ext cx="1905000"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Pilani Campus</a:t>
            </a:r>
            <a:endParaRPr b="0" i="0" sz="1400" u="none" cap="none" strike="noStrike">
              <a:solidFill>
                <a:srgbClr val="000000"/>
              </a:solidFill>
              <a:latin typeface="Arial"/>
              <a:ea typeface="Arial"/>
              <a:cs typeface="Arial"/>
              <a:sym typeface="Arial"/>
            </a:endParaRPr>
          </a:p>
        </p:txBody>
      </p:sp>
      <p:sp>
        <p:nvSpPr>
          <p:cNvPr id="827" name="Google Shape;827;p202"/>
          <p:cNvSpPr/>
          <p:nvPr/>
        </p:nvSpPr>
        <p:spPr>
          <a:xfrm>
            <a:off x="0" y="3352800"/>
            <a:ext cx="8686800" cy="2743200"/>
          </a:xfrm>
          <a:prstGeom prst="rect">
            <a:avLst/>
          </a:prstGeom>
          <a:solidFill>
            <a:srgbClr val="10114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Arial"/>
              <a:ea typeface="Arial"/>
              <a:cs typeface="Arial"/>
              <a:sym typeface="Arial"/>
            </a:endParaRPr>
          </a:p>
        </p:txBody>
      </p:sp>
      <p:sp>
        <p:nvSpPr>
          <p:cNvPr id="828" name="Google Shape;828;p202"/>
          <p:cNvSpPr/>
          <p:nvPr/>
        </p:nvSpPr>
        <p:spPr>
          <a:xfrm>
            <a:off x="2895600" y="6096000"/>
            <a:ext cx="2895600" cy="76200"/>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829" name="Google Shape;829;p202"/>
          <p:cNvSpPr/>
          <p:nvPr/>
        </p:nvSpPr>
        <p:spPr>
          <a:xfrm>
            <a:off x="0" y="6096000"/>
            <a:ext cx="2895600" cy="76200"/>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830" name="Google Shape;830;p202"/>
          <p:cNvSpPr/>
          <p:nvPr/>
        </p:nvSpPr>
        <p:spPr>
          <a:xfrm>
            <a:off x="5791200" y="6096000"/>
            <a:ext cx="2895600" cy="7620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pic>
        <p:nvPicPr>
          <p:cNvPr descr="BITS_university_logo_whitevert.png" id="831" name="Google Shape;831;p202"/>
          <p:cNvPicPr preferRelativeResize="0"/>
          <p:nvPr/>
        </p:nvPicPr>
        <p:blipFill rotWithShape="1">
          <a:blip r:embed="rId2">
            <a:alphaModFix/>
          </a:blip>
          <a:srcRect b="28592" l="0" r="0" t="2"/>
          <a:stretch/>
        </p:blipFill>
        <p:spPr>
          <a:xfrm>
            <a:off x="76200" y="3352800"/>
            <a:ext cx="2057400" cy="1979613"/>
          </a:xfrm>
          <a:prstGeom prst="rect">
            <a:avLst/>
          </a:prstGeom>
          <a:noFill/>
          <a:ln>
            <a:noFill/>
          </a:ln>
        </p:spPr>
      </p:pic>
      <p:sp>
        <p:nvSpPr>
          <p:cNvPr id="832" name="Google Shape;832;p202"/>
          <p:cNvSpPr txBox="1"/>
          <p:nvPr/>
        </p:nvSpPr>
        <p:spPr>
          <a:xfrm>
            <a:off x="-76200" y="5257800"/>
            <a:ext cx="2209800" cy="5540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900"/>
              <a:buFont typeface="Arial"/>
              <a:buNone/>
            </a:pPr>
            <a:r>
              <a:rPr b="1" i="0" lang="en-US" sz="2900" u="none" cap="none" strike="noStrike">
                <a:solidFill>
                  <a:srgbClr val="FFFFFF"/>
                </a:solidFill>
                <a:latin typeface="Arial"/>
                <a:ea typeface="Arial"/>
                <a:cs typeface="Arial"/>
                <a:sym typeface="Arial"/>
              </a:rPr>
              <a:t>BITS</a:t>
            </a:r>
            <a:r>
              <a:rPr b="0" i="0" lang="en-US" sz="2900" u="none" cap="none" strike="noStrike">
                <a:solidFill>
                  <a:srgbClr val="FFFFFF"/>
                </a:solidFill>
                <a:latin typeface="Arial"/>
                <a:ea typeface="Arial"/>
                <a:cs typeface="Arial"/>
                <a:sym typeface="Arial"/>
              </a:rPr>
              <a:t> Pilani</a:t>
            </a:r>
            <a:endParaRPr b="0" i="0" sz="1400" u="none" cap="none" strike="noStrike">
              <a:solidFill>
                <a:srgbClr val="000000"/>
              </a:solidFill>
              <a:latin typeface="Arial"/>
              <a:ea typeface="Arial"/>
              <a:cs typeface="Arial"/>
              <a:sym typeface="Arial"/>
            </a:endParaRPr>
          </a:p>
        </p:txBody>
      </p:sp>
      <p:sp>
        <p:nvSpPr>
          <p:cNvPr id="833" name="Google Shape;833;p202"/>
          <p:cNvSpPr txBox="1"/>
          <p:nvPr/>
        </p:nvSpPr>
        <p:spPr>
          <a:xfrm>
            <a:off x="152400" y="5667375"/>
            <a:ext cx="1905000"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Pilani Campus</a:t>
            </a:r>
            <a:endParaRPr b="0" i="0" sz="1400" u="none" cap="none" strike="noStrike">
              <a:solidFill>
                <a:srgbClr val="000000"/>
              </a:solidFill>
              <a:latin typeface="Arial"/>
              <a:ea typeface="Arial"/>
              <a:cs typeface="Arial"/>
              <a:sym typeface="Arial"/>
            </a:endParaRPr>
          </a:p>
        </p:txBody>
      </p:sp>
      <p:sp>
        <p:nvSpPr>
          <p:cNvPr id="834" name="Google Shape;834;p202"/>
          <p:cNvSpPr txBox="1"/>
          <p:nvPr>
            <p:ph idx="1" type="body"/>
          </p:nvPr>
        </p:nvSpPr>
        <p:spPr>
          <a:xfrm>
            <a:off x="2514600" y="5410200"/>
            <a:ext cx="6019800" cy="533400"/>
          </a:xfrm>
          <a:prstGeom prst="rect">
            <a:avLst/>
          </a:prstGeom>
          <a:noFill/>
          <a:ln>
            <a:noFill/>
          </a:ln>
        </p:spPr>
        <p:txBody>
          <a:bodyPr anchorCtr="0" anchor="b" bIns="45700" lIns="91425" spcFirstLastPara="1" rIns="91425" wrap="square" tIns="45700">
            <a:noAutofit/>
          </a:bodyPr>
          <a:lstStyle>
            <a:lvl1pPr indent="-228600" lvl="0" marL="457200" algn="r">
              <a:lnSpc>
                <a:spcPct val="100000"/>
              </a:lnSpc>
              <a:spcBef>
                <a:spcPts val="0"/>
              </a:spcBef>
              <a:spcAft>
                <a:spcPts val="0"/>
              </a:spcAft>
              <a:buClr>
                <a:schemeClr val="lt1"/>
              </a:buClr>
              <a:buSzPts val="1800"/>
              <a:buNone/>
              <a:defRPr sz="1800">
                <a:solidFill>
                  <a:schemeClr val="lt1"/>
                </a:solidFil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35" name="Google Shape;835;p202"/>
          <p:cNvSpPr txBox="1"/>
          <p:nvPr>
            <p:ph type="title"/>
          </p:nvPr>
        </p:nvSpPr>
        <p:spPr>
          <a:xfrm>
            <a:off x="2514600" y="3810000"/>
            <a:ext cx="6019800" cy="1524000"/>
          </a:xfrm>
          <a:prstGeom prst="rect">
            <a:avLst/>
          </a:prstGeom>
          <a:noFill/>
          <a:ln>
            <a:noFill/>
          </a:ln>
        </p:spPr>
        <p:txBody>
          <a:bodyPr anchorCtr="0" anchor="ctr" bIns="45700" lIns="91425" spcFirstLastPara="1" rIns="91425" wrap="square" tIns="45700">
            <a:noAutofit/>
          </a:bodyPr>
          <a:lstStyle>
            <a:lvl1pPr lvl="0" algn="l">
              <a:lnSpc>
                <a:spcPct val="90909"/>
              </a:lnSpc>
              <a:spcBef>
                <a:spcPts val="0"/>
              </a:spcBef>
              <a:spcAft>
                <a:spcPts val="0"/>
              </a:spcAft>
              <a:buSzPts val="1400"/>
              <a:buNone/>
              <a:defRPr sz="4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836" name="Shape 836"/>
        <p:cNvGrpSpPr/>
        <p:nvPr/>
      </p:nvGrpSpPr>
      <p:grpSpPr>
        <a:xfrm>
          <a:off x="0" y="0"/>
          <a:ext cx="0" cy="0"/>
          <a:chOff x="0" y="0"/>
          <a:chExt cx="0" cy="0"/>
        </a:xfrm>
      </p:grpSpPr>
      <p:pic>
        <p:nvPicPr>
          <p:cNvPr descr="\\Server\D\jyoti\FI023_BITS_v1\styleguide img\IMG_5627_b.jpg" id="837" name="Google Shape;837;p203"/>
          <p:cNvPicPr preferRelativeResize="0"/>
          <p:nvPr/>
        </p:nvPicPr>
        <p:blipFill rotWithShape="1">
          <a:blip r:embed="rId2">
            <a:alphaModFix/>
          </a:blip>
          <a:srcRect b="0" l="0" r="0" t="0"/>
          <a:stretch/>
        </p:blipFill>
        <p:spPr>
          <a:xfrm>
            <a:off x="0" y="0"/>
            <a:ext cx="9144000" cy="6858000"/>
          </a:xfrm>
          <a:prstGeom prst="rect">
            <a:avLst/>
          </a:prstGeom>
          <a:noFill/>
          <a:ln>
            <a:noFill/>
          </a:ln>
        </p:spPr>
      </p:pic>
      <p:sp>
        <p:nvSpPr>
          <p:cNvPr id="838" name="Google Shape;838;p203"/>
          <p:cNvSpPr/>
          <p:nvPr/>
        </p:nvSpPr>
        <p:spPr>
          <a:xfrm>
            <a:off x="0" y="4281488"/>
            <a:ext cx="9144000" cy="2576512"/>
          </a:xfrm>
          <a:prstGeom prst="rect">
            <a:avLst/>
          </a:prstGeom>
          <a:solidFill>
            <a:schemeClr val="lt1"/>
          </a:solidFill>
          <a:ln cap="flat" cmpd="sng" w="9525">
            <a:solidFill>
              <a:srgbClr val="4A7DBA"/>
            </a:solidFill>
            <a:prstDash val="solid"/>
            <a:round/>
            <a:headEnd len="sm" w="sm" type="none"/>
            <a:tailEnd len="sm" w="sm" type="none"/>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pic>
        <p:nvPicPr>
          <p:cNvPr descr="Picture 7.png" id="839" name="Google Shape;839;p203"/>
          <p:cNvPicPr preferRelativeResize="0"/>
          <p:nvPr/>
        </p:nvPicPr>
        <p:blipFill rotWithShape="1">
          <a:blip r:embed="rId3">
            <a:alphaModFix/>
          </a:blip>
          <a:srcRect b="5334" l="1923" r="0" t="0"/>
          <a:stretch/>
        </p:blipFill>
        <p:spPr>
          <a:xfrm>
            <a:off x="6629400" y="0"/>
            <a:ext cx="2193925" cy="692150"/>
          </a:xfrm>
          <a:prstGeom prst="rect">
            <a:avLst/>
          </a:prstGeom>
          <a:noFill/>
          <a:ln>
            <a:noFill/>
          </a:ln>
        </p:spPr>
      </p:pic>
      <p:sp>
        <p:nvSpPr>
          <p:cNvPr id="840" name="Google Shape;840;p203"/>
          <p:cNvSpPr/>
          <p:nvPr/>
        </p:nvSpPr>
        <p:spPr>
          <a:xfrm>
            <a:off x="2882900" y="6775450"/>
            <a:ext cx="2895600" cy="76200"/>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841" name="Google Shape;841;p203"/>
          <p:cNvSpPr/>
          <p:nvPr/>
        </p:nvSpPr>
        <p:spPr>
          <a:xfrm>
            <a:off x="-12700" y="6775450"/>
            <a:ext cx="2895600" cy="76200"/>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842" name="Google Shape;842;p203"/>
          <p:cNvSpPr/>
          <p:nvPr/>
        </p:nvSpPr>
        <p:spPr>
          <a:xfrm>
            <a:off x="5778500" y="6775450"/>
            <a:ext cx="2895600" cy="7620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843" name="Google Shape;843;p203"/>
          <p:cNvSpPr txBox="1"/>
          <p:nvPr/>
        </p:nvSpPr>
        <p:spPr>
          <a:xfrm>
            <a:off x="6858000" y="762000"/>
            <a:ext cx="2209800" cy="5540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900"/>
              <a:buFont typeface="Arial"/>
              <a:buNone/>
            </a:pPr>
            <a:r>
              <a:rPr b="1" i="0" lang="en-US" sz="2900" u="none" cap="none" strike="noStrike">
                <a:solidFill>
                  <a:srgbClr val="FFFFFF"/>
                </a:solidFill>
                <a:latin typeface="Arial"/>
                <a:ea typeface="Arial"/>
                <a:cs typeface="Arial"/>
                <a:sym typeface="Arial"/>
              </a:rPr>
              <a:t>BITS</a:t>
            </a:r>
            <a:r>
              <a:rPr b="0" i="0" lang="en-US" sz="2900" u="none" cap="none" strike="noStrike">
                <a:solidFill>
                  <a:srgbClr val="FFFFFF"/>
                </a:solidFill>
                <a:latin typeface="Arial"/>
                <a:ea typeface="Arial"/>
                <a:cs typeface="Arial"/>
                <a:sym typeface="Arial"/>
              </a:rPr>
              <a:t> Pilani</a:t>
            </a:r>
            <a:endParaRPr b="0" i="0" sz="1400" u="none" cap="none" strike="noStrike">
              <a:solidFill>
                <a:srgbClr val="000000"/>
              </a:solidFill>
              <a:latin typeface="Arial"/>
              <a:ea typeface="Arial"/>
              <a:cs typeface="Arial"/>
              <a:sym typeface="Arial"/>
            </a:endParaRPr>
          </a:p>
        </p:txBody>
      </p:sp>
      <p:sp>
        <p:nvSpPr>
          <p:cNvPr id="844" name="Google Shape;844;p203"/>
          <p:cNvSpPr txBox="1"/>
          <p:nvPr/>
        </p:nvSpPr>
        <p:spPr>
          <a:xfrm>
            <a:off x="7086600" y="1171575"/>
            <a:ext cx="1905000"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Pilani Campus</a:t>
            </a:r>
            <a:endParaRPr b="0" i="0" sz="1400" u="none" cap="none" strike="noStrike">
              <a:solidFill>
                <a:srgbClr val="000000"/>
              </a:solidFill>
              <a:latin typeface="Arial"/>
              <a:ea typeface="Arial"/>
              <a:cs typeface="Arial"/>
              <a:sym typeface="Arial"/>
            </a:endParaRPr>
          </a:p>
        </p:txBody>
      </p:sp>
      <p:sp>
        <p:nvSpPr>
          <p:cNvPr id="845" name="Google Shape;845;p203"/>
          <p:cNvSpPr txBox="1"/>
          <p:nvPr>
            <p:ph idx="1" type="body"/>
          </p:nvPr>
        </p:nvSpPr>
        <p:spPr>
          <a:xfrm>
            <a:off x="304800" y="4648200"/>
            <a:ext cx="8458200" cy="1600200"/>
          </a:xfrm>
          <a:prstGeom prst="rect">
            <a:avLst/>
          </a:prstGeom>
          <a:noFill/>
          <a:ln>
            <a:noFill/>
          </a:ln>
        </p:spPr>
        <p:txBody>
          <a:bodyPr anchorCtr="0" anchor="t" bIns="45700" lIns="91425" spcFirstLastPara="1" rIns="91425" wrap="square" tIns="45700">
            <a:noAutofit/>
          </a:bodyPr>
          <a:lstStyle>
            <a:lvl1pPr indent="-228600" lvl="0" marL="457200" algn="l">
              <a:lnSpc>
                <a:spcPct val="104999"/>
              </a:lnSpc>
              <a:spcBef>
                <a:spcPts val="0"/>
              </a:spcBef>
              <a:spcAft>
                <a:spcPts val="0"/>
              </a:spcAft>
              <a:buClr>
                <a:schemeClr val="dk1"/>
              </a:buClr>
              <a:buSzPts val="4000"/>
              <a:buNone/>
              <a:defRPr b="1" sz="40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Blank_one">
  <p:cSld name="3_Blank_one">
    <p:spTree>
      <p:nvGrpSpPr>
        <p:cNvPr id="846" name="Shape 846"/>
        <p:cNvGrpSpPr/>
        <p:nvPr/>
      </p:nvGrpSpPr>
      <p:grpSpPr>
        <a:xfrm>
          <a:off x="0" y="0"/>
          <a:ext cx="0" cy="0"/>
          <a:chOff x="0" y="0"/>
          <a:chExt cx="0" cy="0"/>
        </a:xfrm>
      </p:grpSpPr>
      <p:sp>
        <p:nvSpPr>
          <p:cNvPr id="847" name="Google Shape;847;p204"/>
          <p:cNvSpPr txBox="1"/>
          <p:nvPr/>
        </p:nvSpPr>
        <p:spPr>
          <a:xfrm>
            <a:off x="8153400" y="6550025"/>
            <a:ext cx="990600"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a:t>
            </a:r>
            <a:endParaRPr b="0" i="0" sz="1100" u="none" cap="none" strike="noStrike">
              <a:solidFill>
                <a:srgbClr val="101141"/>
              </a:solidFill>
              <a:latin typeface="Arial"/>
              <a:ea typeface="Arial"/>
              <a:cs typeface="Arial"/>
              <a:sym typeface="Arial"/>
            </a:endParaRPr>
          </a:p>
        </p:txBody>
      </p:sp>
      <p:grpSp>
        <p:nvGrpSpPr>
          <p:cNvPr id="848" name="Google Shape;848;p204"/>
          <p:cNvGrpSpPr/>
          <p:nvPr/>
        </p:nvGrpSpPr>
        <p:grpSpPr>
          <a:xfrm>
            <a:off x="2084388" y="6550025"/>
            <a:ext cx="7059612" cy="49213"/>
            <a:chOff x="2083888" y="6550671"/>
            <a:chExt cx="7060112" cy="48665"/>
          </a:xfrm>
        </p:grpSpPr>
        <p:sp>
          <p:nvSpPr>
            <p:cNvPr id="849" name="Google Shape;849;p204"/>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850" name="Google Shape;850;p204"/>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851" name="Google Shape;851;p204"/>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852" name="Google Shape;852;p204"/>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853" name="Google Shape;853;p204"/>
          <p:cNvGrpSpPr/>
          <p:nvPr/>
        </p:nvGrpSpPr>
        <p:grpSpPr>
          <a:xfrm>
            <a:off x="2133600" y="6553200"/>
            <a:ext cx="7010400" cy="46038"/>
            <a:chOff x="1905000" y="6553200"/>
            <a:chExt cx="7010400" cy="45719"/>
          </a:xfrm>
        </p:grpSpPr>
        <p:sp>
          <p:nvSpPr>
            <p:cNvPr id="854" name="Google Shape;854;p204"/>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855" name="Google Shape;855;p204"/>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856" name="Google Shape;856;p204"/>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857" name="Google Shape;857;p204"/>
          <p:cNvGrpSpPr/>
          <p:nvPr/>
        </p:nvGrpSpPr>
        <p:grpSpPr>
          <a:xfrm>
            <a:off x="0" y="1295400"/>
            <a:ext cx="7010400" cy="46038"/>
            <a:chOff x="1905000" y="6553200"/>
            <a:chExt cx="7010400" cy="45719"/>
          </a:xfrm>
        </p:grpSpPr>
        <p:sp>
          <p:nvSpPr>
            <p:cNvPr id="858" name="Google Shape;858;p204"/>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859" name="Google Shape;859;p204"/>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860" name="Google Shape;860;p204"/>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Blank_one">
  <p:cSld name="2_Blank_one">
    <p:spTree>
      <p:nvGrpSpPr>
        <p:cNvPr id="861" name="Shape 861"/>
        <p:cNvGrpSpPr/>
        <p:nvPr/>
      </p:nvGrpSpPr>
      <p:grpSpPr>
        <a:xfrm>
          <a:off x="0" y="0"/>
          <a:ext cx="0" cy="0"/>
          <a:chOff x="0" y="0"/>
          <a:chExt cx="0" cy="0"/>
        </a:xfrm>
      </p:grpSpPr>
      <p:sp>
        <p:nvSpPr>
          <p:cNvPr id="862" name="Google Shape;862;p205"/>
          <p:cNvSpPr txBox="1"/>
          <p:nvPr/>
        </p:nvSpPr>
        <p:spPr>
          <a:xfrm>
            <a:off x="8153400" y="6550025"/>
            <a:ext cx="990600"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a:t>
            </a:r>
            <a:endParaRPr b="0" i="0" sz="1100" u="none" cap="none" strike="noStrike">
              <a:solidFill>
                <a:srgbClr val="101141"/>
              </a:solidFill>
              <a:latin typeface="Arial"/>
              <a:ea typeface="Arial"/>
              <a:cs typeface="Arial"/>
              <a:sym typeface="Arial"/>
            </a:endParaRPr>
          </a:p>
        </p:txBody>
      </p:sp>
      <p:grpSp>
        <p:nvGrpSpPr>
          <p:cNvPr id="863" name="Google Shape;863;p205"/>
          <p:cNvGrpSpPr/>
          <p:nvPr/>
        </p:nvGrpSpPr>
        <p:grpSpPr>
          <a:xfrm>
            <a:off x="2084388" y="6550025"/>
            <a:ext cx="7059612" cy="49213"/>
            <a:chOff x="2083888" y="6550671"/>
            <a:chExt cx="7060112" cy="48665"/>
          </a:xfrm>
        </p:grpSpPr>
        <p:sp>
          <p:nvSpPr>
            <p:cNvPr id="864" name="Google Shape;864;p205"/>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865" name="Google Shape;865;p205"/>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866" name="Google Shape;866;p205"/>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867" name="Google Shape;867;p205"/>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868" name="Google Shape;868;p205"/>
          <p:cNvGrpSpPr/>
          <p:nvPr/>
        </p:nvGrpSpPr>
        <p:grpSpPr>
          <a:xfrm>
            <a:off x="2133600" y="6553200"/>
            <a:ext cx="7010400" cy="46038"/>
            <a:chOff x="1905000" y="6553200"/>
            <a:chExt cx="7010400" cy="45719"/>
          </a:xfrm>
        </p:grpSpPr>
        <p:sp>
          <p:nvSpPr>
            <p:cNvPr id="869" name="Google Shape;869;p205"/>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870" name="Google Shape;870;p205"/>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871" name="Google Shape;871;p205"/>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872" name="Google Shape;872;p205"/>
          <p:cNvGrpSpPr/>
          <p:nvPr/>
        </p:nvGrpSpPr>
        <p:grpSpPr>
          <a:xfrm>
            <a:off x="0" y="1295400"/>
            <a:ext cx="7010400" cy="46038"/>
            <a:chOff x="1905000" y="6553200"/>
            <a:chExt cx="7010400" cy="45719"/>
          </a:xfrm>
        </p:grpSpPr>
        <p:sp>
          <p:nvSpPr>
            <p:cNvPr id="873" name="Google Shape;873;p205"/>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874" name="Google Shape;874;p205"/>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875" name="Google Shape;875;p205"/>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_one">
  <p:cSld name="1_Blank_one">
    <p:spTree>
      <p:nvGrpSpPr>
        <p:cNvPr id="876" name="Shape 876"/>
        <p:cNvGrpSpPr/>
        <p:nvPr/>
      </p:nvGrpSpPr>
      <p:grpSpPr>
        <a:xfrm>
          <a:off x="0" y="0"/>
          <a:ext cx="0" cy="0"/>
          <a:chOff x="0" y="0"/>
          <a:chExt cx="0" cy="0"/>
        </a:xfrm>
      </p:grpSpPr>
      <p:sp>
        <p:nvSpPr>
          <p:cNvPr id="877" name="Google Shape;877;p206"/>
          <p:cNvSpPr txBox="1"/>
          <p:nvPr/>
        </p:nvSpPr>
        <p:spPr>
          <a:xfrm>
            <a:off x="8153400" y="6550025"/>
            <a:ext cx="990600"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a:t>
            </a:r>
            <a:endParaRPr b="0" i="0" sz="1100" u="none" cap="none" strike="noStrike">
              <a:solidFill>
                <a:srgbClr val="101141"/>
              </a:solidFill>
              <a:latin typeface="Arial"/>
              <a:ea typeface="Arial"/>
              <a:cs typeface="Arial"/>
              <a:sym typeface="Arial"/>
            </a:endParaRPr>
          </a:p>
        </p:txBody>
      </p:sp>
      <p:grpSp>
        <p:nvGrpSpPr>
          <p:cNvPr id="878" name="Google Shape;878;p206"/>
          <p:cNvGrpSpPr/>
          <p:nvPr/>
        </p:nvGrpSpPr>
        <p:grpSpPr>
          <a:xfrm>
            <a:off x="2084388" y="6550025"/>
            <a:ext cx="7059612" cy="49213"/>
            <a:chOff x="2083888" y="6550671"/>
            <a:chExt cx="7060112" cy="48665"/>
          </a:xfrm>
        </p:grpSpPr>
        <p:sp>
          <p:nvSpPr>
            <p:cNvPr id="879" name="Google Shape;879;p206"/>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880" name="Google Shape;880;p206"/>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881" name="Google Shape;881;p206"/>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882" name="Google Shape;882;p206"/>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883" name="Google Shape;883;p206"/>
          <p:cNvGrpSpPr/>
          <p:nvPr/>
        </p:nvGrpSpPr>
        <p:grpSpPr>
          <a:xfrm>
            <a:off x="2133600" y="6553200"/>
            <a:ext cx="7010400" cy="46038"/>
            <a:chOff x="1905000" y="6553200"/>
            <a:chExt cx="7010400" cy="45719"/>
          </a:xfrm>
        </p:grpSpPr>
        <p:sp>
          <p:nvSpPr>
            <p:cNvPr id="884" name="Google Shape;884;p206"/>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885" name="Google Shape;885;p206"/>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886" name="Google Shape;886;p206"/>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887" name="Google Shape;887;p206"/>
          <p:cNvGrpSpPr/>
          <p:nvPr/>
        </p:nvGrpSpPr>
        <p:grpSpPr>
          <a:xfrm>
            <a:off x="0" y="1295400"/>
            <a:ext cx="7010400" cy="46038"/>
            <a:chOff x="1905000" y="6553200"/>
            <a:chExt cx="7010400" cy="45719"/>
          </a:xfrm>
        </p:grpSpPr>
        <p:sp>
          <p:nvSpPr>
            <p:cNvPr id="888" name="Google Shape;888;p206"/>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889" name="Google Shape;889;p206"/>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890" name="Google Shape;890;p206"/>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891" name="Shape 891"/>
        <p:cNvGrpSpPr/>
        <p:nvPr/>
      </p:nvGrpSpPr>
      <p:grpSpPr>
        <a:xfrm>
          <a:off x="0" y="0"/>
          <a:ext cx="0" cy="0"/>
          <a:chOff x="0" y="0"/>
          <a:chExt cx="0" cy="0"/>
        </a:xfrm>
      </p:grpSpPr>
      <p:pic>
        <p:nvPicPr>
          <p:cNvPr descr="Picture 7.png" id="892" name="Google Shape;892;p207"/>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893" name="Google Shape;893;p207"/>
          <p:cNvGrpSpPr/>
          <p:nvPr/>
        </p:nvGrpSpPr>
        <p:grpSpPr>
          <a:xfrm>
            <a:off x="0" y="1295400"/>
            <a:ext cx="7010400" cy="46038"/>
            <a:chOff x="1905000" y="6553200"/>
            <a:chExt cx="7010400" cy="45719"/>
          </a:xfrm>
        </p:grpSpPr>
        <p:sp>
          <p:nvSpPr>
            <p:cNvPr id="894" name="Google Shape;894;p207"/>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895" name="Google Shape;895;p207"/>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896" name="Google Shape;896;p207"/>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897" name="Google Shape;897;p207"/>
          <p:cNvGrpSpPr/>
          <p:nvPr/>
        </p:nvGrpSpPr>
        <p:grpSpPr>
          <a:xfrm>
            <a:off x="2133600" y="6553200"/>
            <a:ext cx="7010400" cy="46038"/>
            <a:chOff x="1905000" y="6553200"/>
            <a:chExt cx="7010400" cy="45719"/>
          </a:xfrm>
        </p:grpSpPr>
        <p:sp>
          <p:nvSpPr>
            <p:cNvPr id="898" name="Google Shape;898;p207"/>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899" name="Google Shape;899;p207"/>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900" name="Google Shape;900;p207"/>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
        <p:nvSpPr>
          <p:cNvPr id="901" name="Google Shape;901;p207"/>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sp>
        <p:nvSpPr>
          <p:cNvPr id="902" name="Google Shape;902;p20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560"/>
              </a:spcBef>
              <a:spcAft>
                <a:spcPts val="0"/>
              </a:spcAft>
              <a:buClr>
                <a:srgbClr val="101141"/>
              </a:buClr>
              <a:buSzPts val="2800"/>
              <a:buFont typeface="Arial"/>
              <a:buNone/>
              <a:defRPr sz="2800"/>
            </a:lvl1pPr>
            <a:lvl2pPr indent="-330200" lvl="1" marL="914400" marR="0" algn="l">
              <a:lnSpc>
                <a:spcPct val="100000"/>
              </a:lnSpc>
              <a:spcBef>
                <a:spcPts val="320"/>
              </a:spcBef>
              <a:spcAft>
                <a:spcPts val="0"/>
              </a:spcAft>
              <a:buClr>
                <a:schemeClr val="dk1"/>
              </a:buClr>
              <a:buSzPts val="1600"/>
              <a:buFont typeface="Arial"/>
              <a:buChar char="–"/>
              <a:defRPr sz="16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903" name="Google Shape;903;p207"/>
          <p:cNvSpPr txBox="1"/>
          <p:nvPr>
            <p:ph idx="2" type="body"/>
          </p:nvPr>
        </p:nvSpPr>
        <p:spPr>
          <a:xfrm>
            <a:off x="4953000" y="1600200"/>
            <a:ext cx="4038600" cy="4525963"/>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560"/>
              </a:spcBef>
              <a:spcAft>
                <a:spcPts val="0"/>
              </a:spcAft>
              <a:buClr>
                <a:srgbClr val="101141"/>
              </a:buClr>
              <a:buSzPts val="2800"/>
              <a:buFont typeface="Arial"/>
              <a:buNone/>
              <a:defRPr sz="2800"/>
            </a:lvl1pPr>
            <a:lvl2pPr indent="-330200" lvl="1" marL="914400" marR="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904" name="Google Shape;904;p207"/>
          <p:cNvSpPr txBox="1"/>
          <p:nvPr>
            <p:ph idx="3"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905" name="Shape 905"/>
        <p:cNvGrpSpPr/>
        <p:nvPr/>
      </p:nvGrpSpPr>
      <p:grpSpPr>
        <a:xfrm>
          <a:off x="0" y="0"/>
          <a:ext cx="0" cy="0"/>
          <a:chOff x="0" y="0"/>
          <a:chExt cx="0" cy="0"/>
        </a:xfrm>
      </p:grpSpPr>
      <p:grpSp>
        <p:nvGrpSpPr>
          <p:cNvPr id="906" name="Google Shape;906;p208"/>
          <p:cNvGrpSpPr/>
          <p:nvPr/>
        </p:nvGrpSpPr>
        <p:grpSpPr>
          <a:xfrm>
            <a:off x="0" y="1295400"/>
            <a:ext cx="7010400" cy="46038"/>
            <a:chOff x="1905000" y="6553200"/>
            <a:chExt cx="7010400" cy="45719"/>
          </a:xfrm>
        </p:grpSpPr>
        <p:sp>
          <p:nvSpPr>
            <p:cNvPr id="907" name="Google Shape;907;p208"/>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908" name="Google Shape;908;p208"/>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909" name="Google Shape;909;p208"/>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910" name="Google Shape;910;p208"/>
          <p:cNvGrpSpPr/>
          <p:nvPr/>
        </p:nvGrpSpPr>
        <p:grpSpPr>
          <a:xfrm>
            <a:off x="2133600" y="6553200"/>
            <a:ext cx="7010400" cy="46038"/>
            <a:chOff x="1905000" y="6553200"/>
            <a:chExt cx="7010400" cy="45719"/>
          </a:xfrm>
        </p:grpSpPr>
        <p:sp>
          <p:nvSpPr>
            <p:cNvPr id="911" name="Google Shape;911;p208"/>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912" name="Google Shape;912;p208"/>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913" name="Google Shape;913;p208"/>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914" name="Google Shape;914;p208"/>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sp>
        <p:nvSpPr>
          <p:cNvPr id="915" name="Google Shape;915;p208"/>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Deemed to be University under Section 3 of UGC Act, 1956</a:t>
            </a:r>
            <a:endParaRPr b="0" i="0" sz="1400" u="none" cap="none" strike="noStrike">
              <a:solidFill>
                <a:srgbClr val="000000"/>
              </a:solidFill>
              <a:latin typeface="Arial"/>
              <a:ea typeface="Arial"/>
              <a:cs typeface="Arial"/>
              <a:sym typeface="Arial"/>
            </a:endParaRPr>
          </a:p>
        </p:txBody>
      </p:sp>
      <p:sp>
        <p:nvSpPr>
          <p:cNvPr id="916" name="Google Shape;916;p208"/>
          <p:cNvSpPr txBox="1"/>
          <p:nvPr>
            <p:ph idx="1" type="body"/>
          </p:nvPr>
        </p:nvSpPr>
        <p:spPr>
          <a:xfrm>
            <a:off x="457200" y="1535112"/>
            <a:ext cx="4040188" cy="827087"/>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917" name="Google Shape;917;p208"/>
          <p:cNvSpPr txBox="1"/>
          <p:nvPr>
            <p:ph idx="2" type="body"/>
          </p:nvPr>
        </p:nvSpPr>
        <p:spPr>
          <a:xfrm>
            <a:off x="457200" y="2362199"/>
            <a:ext cx="4040188" cy="3763963"/>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918" name="Google Shape;918;p208"/>
          <p:cNvSpPr txBox="1"/>
          <p:nvPr>
            <p:ph idx="3" type="body"/>
          </p:nvPr>
        </p:nvSpPr>
        <p:spPr>
          <a:xfrm>
            <a:off x="4645025" y="1535112"/>
            <a:ext cx="4041775" cy="827087"/>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919" name="Google Shape;919;p208"/>
          <p:cNvSpPr txBox="1"/>
          <p:nvPr>
            <p:ph idx="4" type="body"/>
          </p:nvPr>
        </p:nvSpPr>
        <p:spPr>
          <a:xfrm>
            <a:off x="4645025" y="2362199"/>
            <a:ext cx="4041775" cy="3763963"/>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920" name="Google Shape;920;p208"/>
          <p:cNvSpPr txBox="1"/>
          <p:nvPr>
            <p:ph idx="5"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921" name="Shape 921"/>
        <p:cNvGrpSpPr/>
        <p:nvPr/>
      </p:nvGrpSpPr>
      <p:grpSpPr>
        <a:xfrm>
          <a:off x="0" y="0"/>
          <a:ext cx="0" cy="0"/>
          <a:chOff x="0" y="0"/>
          <a:chExt cx="0" cy="0"/>
        </a:xfrm>
      </p:grpSpPr>
      <p:grpSp>
        <p:nvGrpSpPr>
          <p:cNvPr id="922" name="Google Shape;922;p209"/>
          <p:cNvGrpSpPr/>
          <p:nvPr/>
        </p:nvGrpSpPr>
        <p:grpSpPr>
          <a:xfrm>
            <a:off x="0" y="1295400"/>
            <a:ext cx="7010400" cy="46038"/>
            <a:chOff x="1905000" y="6553200"/>
            <a:chExt cx="7010400" cy="45719"/>
          </a:xfrm>
        </p:grpSpPr>
        <p:sp>
          <p:nvSpPr>
            <p:cNvPr id="923" name="Google Shape;923;p209"/>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924" name="Google Shape;924;p209"/>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925" name="Google Shape;925;p209"/>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926" name="Google Shape;926;p209"/>
          <p:cNvGrpSpPr/>
          <p:nvPr/>
        </p:nvGrpSpPr>
        <p:grpSpPr>
          <a:xfrm>
            <a:off x="2133600" y="6553200"/>
            <a:ext cx="7010400" cy="46038"/>
            <a:chOff x="1905000" y="6553200"/>
            <a:chExt cx="7010400" cy="45719"/>
          </a:xfrm>
        </p:grpSpPr>
        <p:sp>
          <p:nvSpPr>
            <p:cNvPr id="927" name="Google Shape;927;p209"/>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928" name="Google Shape;928;p209"/>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929" name="Google Shape;929;p209"/>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930" name="Google Shape;930;p209"/>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sp>
        <p:nvSpPr>
          <p:cNvPr id="931" name="Google Shape;931;p209"/>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Deemed to be University under Section 3 of UGC Act, 1956</a:t>
            </a:r>
            <a:endParaRPr b="0" i="0" sz="1400" u="none" cap="none" strike="noStrike">
              <a:solidFill>
                <a:srgbClr val="000000"/>
              </a:solidFill>
              <a:latin typeface="Arial"/>
              <a:ea typeface="Arial"/>
              <a:cs typeface="Arial"/>
              <a:sym typeface="Arial"/>
            </a:endParaRPr>
          </a:p>
        </p:txBody>
      </p:sp>
      <p:sp>
        <p:nvSpPr>
          <p:cNvPr id="932" name="Google Shape;932;p209"/>
          <p:cNvSpPr txBox="1"/>
          <p:nvPr>
            <p:ph idx="1"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933" name="Shape 933"/>
        <p:cNvGrpSpPr/>
        <p:nvPr/>
      </p:nvGrpSpPr>
      <p:grpSpPr>
        <a:xfrm>
          <a:off x="0" y="0"/>
          <a:ext cx="0" cy="0"/>
          <a:chOff x="0" y="0"/>
          <a:chExt cx="0" cy="0"/>
        </a:xfrm>
      </p:grpSpPr>
      <p:grpSp>
        <p:nvGrpSpPr>
          <p:cNvPr id="934" name="Google Shape;934;p210"/>
          <p:cNvGrpSpPr/>
          <p:nvPr/>
        </p:nvGrpSpPr>
        <p:grpSpPr>
          <a:xfrm>
            <a:off x="0" y="1295400"/>
            <a:ext cx="7010400" cy="46038"/>
            <a:chOff x="1905000" y="6553200"/>
            <a:chExt cx="7010400" cy="45719"/>
          </a:xfrm>
        </p:grpSpPr>
        <p:sp>
          <p:nvSpPr>
            <p:cNvPr id="935" name="Google Shape;935;p210"/>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936" name="Google Shape;936;p210"/>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937" name="Google Shape;937;p210"/>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938" name="Google Shape;938;p210"/>
          <p:cNvGrpSpPr/>
          <p:nvPr/>
        </p:nvGrpSpPr>
        <p:grpSpPr>
          <a:xfrm>
            <a:off x="2133600" y="6553200"/>
            <a:ext cx="7010400" cy="46038"/>
            <a:chOff x="1905000" y="6553200"/>
            <a:chExt cx="7010400" cy="45719"/>
          </a:xfrm>
        </p:grpSpPr>
        <p:sp>
          <p:nvSpPr>
            <p:cNvPr id="939" name="Google Shape;939;p210"/>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940" name="Google Shape;940;p210"/>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941" name="Google Shape;941;p210"/>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942" name="Google Shape;942;p210"/>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sp>
        <p:nvSpPr>
          <p:cNvPr id="943" name="Google Shape;943;p210"/>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sp>
        <p:nvSpPr>
          <p:cNvPr id="944" name="Google Shape;944;p210"/>
          <p:cNvSpPr txBox="1"/>
          <p:nvPr>
            <p:ph idx="1" type="body"/>
          </p:nvPr>
        </p:nvSpPr>
        <p:spPr>
          <a:xfrm>
            <a:off x="3575050" y="1600200"/>
            <a:ext cx="5111750" cy="4525963"/>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945" name="Google Shape;945;p210"/>
          <p:cNvSpPr txBox="1"/>
          <p:nvPr>
            <p:ph idx="2" type="body"/>
          </p:nvPr>
        </p:nvSpPr>
        <p:spPr>
          <a:xfrm>
            <a:off x="457200" y="1600200"/>
            <a:ext cx="3008313" cy="4525963"/>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946" name="Google Shape;946;p210"/>
          <p:cNvSpPr txBox="1"/>
          <p:nvPr>
            <p:ph idx="3"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spTree>
      <p:nvGrpSpPr>
        <p:cNvPr id="947" name="Shape 947"/>
        <p:cNvGrpSpPr/>
        <p:nvPr/>
      </p:nvGrpSpPr>
      <p:grpSpPr>
        <a:xfrm>
          <a:off x="0" y="0"/>
          <a:ext cx="0" cy="0"/>
          <a:chOff x="0" y="0"/>
          <a:chExt cx="0" cy="0"/>
        </a:xfrm>
      </p:grpSpPr>
      <p:grpSp>
        <p:nvGrpSpPr>
          <p:cNvPr id="948" name="Google Shape;948;p211"/>
          <p:cNvGrpSpPr/>
          <p:nvPr/>
        </p:nvGrpSpPr>
        <p:grpSpPr>
          <a:xfrm>
            <a:off x="0" y="1295400"/>
            <a:ext cx="7010400" cy="46038"/>
            <a:chOff x="1905000" y="6553200"/>
            <a:chExt cx="7010400" cy="45719"/>
          </a:xfrm>
        </p:grpSpPr>
        <p:sp>
          <p:nvSpPr>
            <p:cNvPr id="949" name="Google Shape;949;p211"/>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950" name="Google Shape;950;p211"/>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951" name="Google Shape;951;p211"/>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952" name="Google Shape;952;p211"/>
          <p:cNvGrpSpPr/>
          <p:nvPr/>
        </p:nvGrpSpPr>
        <p:grpSpPr>
          <a:xfrm>
            <a:off x="2133600" y="6553200"/>
            <a:ext cx="7010400" cy="46038"/>
            <a:chOff x="1905000" y="6553200"/>
            <a:chExt cx="7010400" cy="45719"/>
          </a:xfrm>
        </p:grpSpPr>
        <p:sp>
          <p:nvSpPr>
            <p:cNvPr id="953" name="Google Shape;953;p211"/>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954" name="Google Shape;954;p211"/>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955" name="Google Shape;955;p211"/>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956" name="Google Shape;956;p211"/>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sp>
        <p:nvSpPr>
          <p:cNvPr id="957" name="Google Shape;957;p211"/>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sp>
        <p:nvSpPr>
          <p:cNvPr id="958" name="Google Shape;958;p211"/>
          <p:cNvSpPr txBox="1"/>
          <p:nvPr>
            <p:ph type="title"/>
          </p:nvPr>
        </p:nvSpPr>
        <p:spPr>
          <a:xfrm>
            <a:off x="1792288" y="5407025"/>
            <a:ext cx="5486400" cy="3048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SzPts val="1400"/>
              <a:buNone/>
              <a:defRPr b="1" sz="1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9" name="Google Shape;959;p211"/>
          <p:cNvSpPr/>
          <p:nvPr>
            <p:ph idx="2" type="pic"/>
          </p:nvPr>
        </p:nvSpPr>
        <p:spPr>
          <a:xfrm>
            <a:off x="1792288" y="1828800"/>
            <a:ext cx="5486400" cy="3429000"/>
          </a:xfrm>
          <a:prstGeom prst="rect">
            <a:avLst/>
          </a:prstGeom>
          <a:solidFill>
            <a:schemeClr val="lt1"/>
          </a:solidFill>
          <a:ln cap="flat" cmpd="sng" w="57150">
            <a:solidFill>
              <a:srgbClr val="DAE5F1"/>
            </a:solidFill>
            <a:prstDash val="solid"/>
            <a:round/>
            <a:headEnd len="sm" w="sm" type="none"/>
            <a:tailEnd len="sm" w="sm" type="none"/>
          </a:ln>
        </p:spPr>
      </p:sp>
      <p:sp>
        <p:nvSpPr>
          <p:cNvPr id="960" name="Google Shape;960;p211"/>
          <p:cNvSpPr txBox="1"/>
          <p:nvPr>
            <p:ph idx="1" type="body"/>
          </p:nvPr>
        </p:nvSpPr>
        <p:spPr>
          <a:xfrm>
            <a:off x="1792288" y="5711825"/>
            <a:ext cx="5486400" cy="304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20"/>
              </a:spcBef>
              <a:spcAft>
                <a:spcPts val="0"/>
              </a:spcAft>
              <a:buClr>
                <a:schemeClr val="dk1"/>
              </a:buClr>
              <a:buSzPts val="1600"/>
              <a:buNone/>
              <a:defRPr sz="16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961" name="Google Shape;961;p211"/>
          <p:cNvSpPr txBox="1"/>
          <p:nvPr>
            <p:ph idx="3"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p:cSld name="Title and Vertical Text">
    <p:spTree>
      <p:nvGrpSpPr>
        <p:cNvPr id="962" name="Shape 962"/>
        <p:cNvGrpSpPr/>
        <p:nvPr/>
      </p:nvGrpSpPr>
      <p:grpSpPr>
        <a:xfrm>
          <a:off x="0" y="0"/>
          <a:ext cx="0" cy="0"/>
          <a:chOff x="0" y="0"/>
          <a:chExt cx="0" cy="0"/>
        </a:xfrm>
      </p:grpSpPr>
      <p:grpSp>
        <p:nvGrpSpPr>
          <p:cNvPr id="963" name="Google Shape;963;p212"/>
          <p:cNvGrpSpPr/>
          <p:nvPr/>
        </p:nvGrpSpPr>
        <p:grpSpPr>
          <a:xfrm>
            <a:off x="0" y="1295400"/>
            <a:ext cx="7010400" cy="46038"/>
            <a:chOff x="1905000" y="6553200"/>
            <a:chExt cx="7010400" cy="45719"/>
          </a:xfrm>
        </p:grpSpPr>
        <p:sp>
          <p:nvSpPr>
            <p:cNvPr id="964" name="Google Shape;964;p212"/>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965" name="Google Shape;965;p212"/>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966" name="Google Shape;966;p212"/>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967" name="Google Shape;967;p212"/>
          <p:cNvGrpSpPr/>
          <p:nvPr/>
        </p:nvGrpSpPr>
        <p:grpSpPr>
          <a:xfrm>
            <a:off x="2133600" y="6553200"/>
            <a:ext cx="7010400" cy="46038"/>
            <a:chOff x="1905000" y="6553200"/>
            <a:chExt cx="7010400" cy="45719"/>
          </a:xfrm>
        </p:grpSpPr>
        <p:sp>
          <p:nvSpPr>
            <p:cNvPr id="968" name="Google Shape;968;p212"/>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969" name="Google Shape;969;p212"/>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970" name="Google Shape;970;p212"/>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971" name="Google Shape;971;p212"/>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sp>
        <p:nvSpPr>
          <p:cNvPr id="972" name="Google Shape;972;p212"/>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sp>
        <p:nvSpPr>
          <p:cNvPr id="973" name="Google Shape;973;p212"/>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974" name="Google Shape;974;p212"/>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p:cSld name="Vertical Title and Text">
    <p:spTree>
      <p:nvGrpSpPr>
        <p:cNvPr id="975" name="Shape 975"/>
        <p:cNvGrpSpPr/>
        <p:nvPr/>
      </p:nvGrpSpPr>
      <p:grpSpPr>
        <a:xfrm>
          <a:off x="0" y="0"/>
          <a:ext cx="0" cy="0"/>
          <a:chOff x="0" y="0"/>
          <a:chExt cx="0" cy="0"/>
        </a:xfrm>
      </p:grpSpPr>
      <p:grpSp>
        <p:nvGrpSpPr>
          <p:cNvPr id="976" name="Google Shape;976;p213"/>
          <p:cNvGrpSpPr/>
          <p:nvPr/>
        </p:nvGrpSpPr>
        <p:grpSpPr>
          <a:xfrm rot="5400000">
            <a:off x="5006182" y="2567781"/>
            <a:ext cx="5181600" cy="46037"/>
            <a:chOff x="1905000" y="6553200"/>
            <a:chExt cx="7010400" cy="45719"/>
          </a:xfrm>
        </p:grpSpPr>
        <p:sp>
          <p:nvSpPr>
            <p:cNvPr id="977" name="Google Shape;977;p213"/>
            <p:cNvSpPr/>
            <p:nvPr/>
          </p:nvSpPr>
          <p:spPr>
            <a:xfrm>
              <a:off x="4267574" y="6553200"/>
              <a:ext cx="2328209"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978" name="Google Shape;978;p213"/>
            <p:cNvSpPr/>
            <p:nvPr/>
          </p:nvSpPr>
          <p:spPr>
            <a:xfrm>
              <a:off x="1905000" y="6553200"/>
              <a:ext cx="2362574"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979" name="Google Shape;979;p213"/>
            <p:cNvSpPr/>
            <p:nvPr/>
          </p:nvSpPr>
          <p:spPr>
            <a:xfrm>
              <a:off x="6587191" y="6553200"/>
              <a:ext cx="2328209"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980" name="Google Shape;980;p213"/>
          <p:cNvPicPr preferRelativeResize="0"/>
          <p:nvPr/>
        </p:nvPicPr>
        <p:blipFill rotWithShape="1">
          <a:blip r:embed="rId2">
            <a:alphaModFix/>
          </a:blip>
          <a:srcRect b="0" l="5336" r="0" t="1923"/>
          <a:stretch/>
        </p:blipFill>
        <p:spPr>
          <a:xfrm>
            <a:off x="-7938" y="381000"/>
            <a:ext cx="692151" cy="2193925"/>
          </a:xfrm>
          <a:prstGeom prst="rect">
            <a:avLst/>
          </a:prstGeom>
          <a:noFill/>
          <a:ln>
            <a:noFill/>
          </a:ln>
        </p:spPr>
      </p:pic>
      <p:sp>
        <p:nvSpPr>
          <p:cNvPr id="981" name="Google Shape;981;p213"/>
          <p:cNvSpPr txBox="1"/>
          <p:nvPr/>
        </p:nvSpPr>
        <p:spPr>
          <a:xfrm rot="5400000">
            <a:off x="-2794793" y="3809206"/>
            <a:ext cx="5867400" cy="23018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900"/>
              <a:buFont typeface="Arial"/>
              <a:buNone/>
            </a:pPr>
            <a:r>
              <a:rPr b="1" i="0" lang="en-US" sz="900" u="none" cap="none" strike="noStrike">
                <a:solidFill>
                  <a:srgbClr val="101141"/>
                </a:solidFill>
                <a:latin typeface="Arial"/>
                <a:ea typeface="Arial"/>
                <a:cs typeface="Arial"/>
                <a:sym typeface="Arial"/>
              </a:rPr>
              <a:t>BITS </a:t>
            </a:r>
            <a:r>
              <a:rPr b="0" i="0" lang="en-US" sz="9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sp>
        <p:nvSpPr>
          <p:cNvPr id="982" name="Google Shape;982;p213"/>
          <p:cNvSpPr txBox="1"/>
          <p:nvPr>
            <p:ph idx="1" type="body"/>
          </p:nvPr>
        </p:nvSpPr>
        <p:spPr>
          <a:xfrm rot="5400000">
            <a:off x="1303338" y="296862"/>
            <a:ext cx="5851525" cy="60198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983" name="Google Shape;983;p213"/>
          <p:cNvSpPr txBox="1"/>
          <p:nvPr>
            <p:ph idx="2" type="body"/>
          </p:nvPr>
        </p:nvSpPr>
        <p:spPr>
          <a:xfrm rot="5400000">
            <a:off x="5410200" y="2743200"/>
            <a:ext cx="58674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Header">
  <p:cSld name="1_Section Header">
    <p:spTree>
      <p:nvGrpSpPr>
        <p:cNvPr id="984" name="Shape 984"/>
        <p:cNvGrpSpPr/>
        <p:nvPr/>
      </p:nvGrpSpPr>
      <p:grpSpPr>
        <a:xfrm>
          <a:off x="0" y="0"/>
          <a:ext cx="0" cy="0"/>
          <a:chOff x="0" y="0"/>
          <a:chExt cx="0" cy="0"/>
        </a:xfrm>
      </p:grpSpPr>
      <p:pic>
        <p:nvPicPr>
          <p:cNvPr descr="\\Server\D\jyoti\FI023_BITS_v1\styleguide img\IMG_5627_b.jpg" id="985" name="Google Shape;985;p214"/>
          <p:cNvPicPr preferRelativeResize="0"/>
          <p:nvPr/>
        </p:nvPicPr>
        <p:blipFill rotWithShape="1">
          <a:blip r:embed="rId2">
            <a:alphaModFix/>
          </a:blip>
          <a:srcRect b="0" l="0" r="0" t="0"/>
          <a:stretch/>
        </p:blipFill>
        <p:spPr>
          <a:xfrm>
            <a:off x="0" y="0"/>
            <a:ext cx="9144000" cy="6858000"/>
          </a:xfrm>
          <a:prstGeom prst="rect">
            <a:avLst/>
          </a:prstGeom>
          <a:noFill/>
          <a:ln>
            <a:noFill/>
          </a:ln>
        </p:spPr>
      </p:pic>
      <p:sp>
        <p:nvSpPr>
          <p:cNvPr id="986" name="Google Shape;986;p214"/>
          <p:cNvSpPr/>
          <p:nvPr/>
        </p:nvSpPr>
        <p:spPr>
          <a:xfrm>
            <a:off x="0" y="4281488"/>
            <a:ext cx="9144000" cy="2576512"/>
          </a:xfrm>
          <a:prstGeom prst="rect">
            <a:avLst/>
          </a:prstGeom>
          <a:solidFill>
            <a:schemeClr val="lt1"/>
          </a:solidFill>
          <a:ln cap="flat" cmpd="sng" w="9525">
            <a:solidFill>
              <a:srgbClr val="4A7DBA"/>
            </a:solidFill>
            <a:prstDash val="solid"/>
            <a:round/>
            <a:headEnd len="sm" w="sm" type="none"/>
            <a:tailEnd len="sm" w="sm" type="none"/>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pic>
        <p:nvPicPr>
          <p:cNvPr descr="Picture 7.png" id="987" name="Google Shape;987;p214"/>
          <p:cNvPicPr preferRelativeResize="0"/>
          <p:nvPr/>
        </p:nvPicPr>
        <p:blipFill rotWithShape="1">
          <a:blip r:embed="rId3">
            <a:alphaModFix/>
          </a:blip>
          <a:srcRect b="5334" l="1923" r="0" t="0"/>
          <a:stretch/>
        </p:blipFill>
        <p:spPr>
          <a:xfrm>
            <a:off x="6629400" y="0"/>
            <a:ext cx="2193925" cy="692150"/>
          </a:xfrm>
          <a:prstGeom prst="rect">
            <a:avLst/>
          </a:prstGeom>
          <a:noFill/>
          <a:ln>
            <a:noFill/>
          </a:ln>
        </p:spPr>
      </p:pic>
      <p:sp>
        <p:nvSpPr>
          <p:cNvPr id="988" name="Google Shape;988;p214"/>
          <p:cNvSpPr/>
          <p:nvPr/>
        </p:nvSpPr>
        <p:spPr>
          <a:xfrm>
            <a:off x="2882900" y="6775450"/>
            <a:ext cx="2895600" cy="76200"/>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989" name="Google Shape;989;p214"/>
          <p:cNvSpPr/>
          <p:nvPr/>
        </p:nvSpPr>
        <p:spPr>
          <a:xfrm>
            <a:off x="-12700" y="6775450"/>
            <a:ext cx="2895600" cy="76200"/>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990" name="Google Shape;990;p214"/>
          <p:cNvSpPr/>
          <p:nvPr/>
        </p:nvSpPr>
        <p:spPr>
          <a:xfrm>
            <a:off x="5778500" y="6775450"/>
            <a:ext cx="2895600" cy="7620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991" name="Google Shape;991;p214"/>
          <p:cNvSpPr txBox="1"/>
          <p:nvPr/>
        </p:nvSpPr>
        <p:spPr>
          <a:xfrm>
            <a:off x="6858000" y="762000"/>
            <a:ext cx="2209800" cy="5540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900"/>
              <a:buFont typeface="Arial"/>
              <a:buNone/>
            </a:pPr>
            <a:r>
              <a:rPr b="1" i="0" lang="en-US" sz="2900" u="none" cap="none" strike="noStrike">
                <a:solidFill>
                  <a:srgbClr val="FFFFFF"/>
                </a:solidFill>
                <a:latin typeface="Arial"/>
                <a:ea typeface="Arial"/>
                <a:cs typeface="Arial"/>
                <a:sym typeface="Arial"/>
              </a:rPr>
              <a:t>BITS</a:t>
            </a:r>
            <a:r>
              <a:rPr b="0" i="0" lang="en-US" sz="2900" u="none" cap="none" strike="noStrike">
                <a:solidFill>
                  <a:srgbClr val="FFFFFF"/>
                </a:solidFill>
                <a:latin typeface="Arial"/>
                <a:ea typeface="Arial"/>
                <a:cs typeface="Arial"/>
                <a:sym typeface="Arial"/>
              </a:rPr>
              <a:t> Pilani</a:t>
            </a:r>
            <a:endParaRPr b="0" i="0" sz="1400" u="none" cap="none" strike="noStrike">
              <a:solidFill>
                <a:srgbClr val="000000"/>
              </a:solidFill>
              <a:latin typeface="Arial"/>
              <a:ea typeface="Arial"/>
              <a:cs typeface="Arial"/>
              <a:sym typeface="Arial"/>
            </a:endParaRPr>
          </a:p>
        </p:txBody>
      </p:sp>
      <p:sp>
        <p:nvSpPr>
          <p:cNvPr id="992" name="Google Shape;992;p214"/>
          <p:cNvSpPr txBox="1"/>
          <p:nvPr/>
        </p:nvSpPr>
        <p:spPr>
          <a:xfrm>
            <a:off x="7086600" y="1171575"/>
            <a:ext cx="1905000"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Pilani Campus</a:t>
            </a:r>
            <a:endParaRPr b="0" i="0" sz="1400" u="none" cap="none" strike="noStrike">
              <a:solidFill>
                <a:srgbClr val="000000"/>
              </a:solidFill>
              <a:latin typeface="Arial"/>
              <a:ea typeface="Arial"/>
              <a:cs typeface="Arial"/>
              <a:sym typeface="Arial"/>
            </a:endParaRPr>
          </a:p>
        </p:txBody>
      </p:sp>
      <p:sp>
        <p:nvSpPr>
          <p:cNvPr id="993" name="Google Shape;993;p214"/>
          <p:cNvSpPr txBox="1"/>
          <p:nvPr>
            <p:ph idx="1" type="body"/>
          </p:nvPr>
        </p:nvSpPr>
        <p:spPr>
          <a:xfrm>
            <a:off x="304800" y="4648200"/>
            <a:ext cx="8458200" cy="1600200"/>
          </a:xfrm>
          <a:prstGeom prst="rect">
            <a:avLst/>
          </a:prstGeom>
          <a:noFill/>
          <a:ln>
            <a:noFill/>
          </a:ln>
        </p:spPr>
        <p:txBody>
          <a:bodyPr anchorCtr="0" anchor="t" bIns="45700" lIns="91425" spcFirstLastPara="1" rIns="91425" wrap="square" tIns="45700">
            <a:noAutofit/>
          </a:bodyPr>
          <a:lstStyle>
            <a:lvl1pPr indent="-228600" lvl="0" marL="457200" algn="l">
              <a:lnSpc>
                <a:spcPct val="104999"/>
              </a:lnSpc>
              <a:spcBef>
                <a:spcPts val="0"/>
              </a:spcBef>
              <a:spcAft>
                <a:spcPts val="0"/>
              </a:spcAft>
              <a:buClr>
                <a:schemeClr val="dk1"/>
              </a:buClr>
              <a:buSzPts val="4000"/>
              <a:buNone/>
              <a:defRPr b="1" sz="40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994" name="Shape 994"/>
        <p:cNvGrpSpPr/>
        <p:nvPr/>
      </p:nvGrpSpPr>
      <p:grpSpPr>
        <a:xfrm>
          <a:off x="0" y="0"/>
          <a:ext cx="0" cy="0"/>
          <a:chOff x="0" y="0"/>
          <a:chExt cx="0" cy="0"/>
        </a:xfrm>
      </p:grpSpPr>
      <p:sp>
        <p:nvSpPr>
          <p:cNvPr id="995" name="Google Shape;995;p215"/>
          <p:cNvSpPr/>
          <p:nvPr/>
        </p:nvSpPr>
        <p:spPr>
          <a:xfrm>
            <a:off x="0" y="3352800"/>
            <a:ext cx="8686800" cy="2743200"/>
          </a:xfrm>
          <a:prstGeom prst="rect">
            <a:avLst/>
          </a:prstGeom>
          <a:solidFill>
            <a:srgbClr val="10114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Arial"/>
              <a:ea typeface="Arial"/>
              <a:cs typeface="Arial"/>
              <a:sym typeface="Arial"/>
            </a:endParaRPr>
          </a:p>
        </p:txBody>
      </p:sp>
      <p:sp>
        <p:nvSpPr>
          <p:cNvPr id="996" name="Google Shape;996;p215"/>
          <p:cNvSpPr/>
          <p:nvPr/>
        </p:nvSpPr>
        <p:spPr>
          <a:xfrm>
            <a:off x="2895600" y="6096000"/>
            <a:ext cx="2895600" cy="76200"/>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997" name="Google Shape;997;p215"/>
          <p:cNvSpPr/>
          <p:nvPr/>
        </p:nvSpPr>
        <p:spPr>
          <a:xfrm>
            <a:off x="0" y="6096000"/>
            <a:ext cx="2895600" cy="76200"/>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998" name="Google Shape;998;p215"/>
          <p:cNvSpPr/>
          <p:nvPr/>
        </p:nvSpPr>
        <p:spPr>
          <a:xfrm>
            <a:off x="5791200" y="6096000"/>
            <a:ext cx="2895600" cy="7620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pic>
        <p:nvPicPr>
          <p:cNvPr descr="BITS_university_logo_whitevert.png" id="999" name="Google Shape;999;p215"/>
          <p:cNvPicPr preferRelativeResize="0"/>
          <p:nvPr/>
        </p:nvPicPr>
        <p:blipFill rotWithShape="1">
          <a:blip r:embed="rId2">
            <a:alphaModFix/>
          </a:blip>
          <a:srcRect b="28592" l="0" r="0" t="2"/>
          <a:stretch/>
        </p:blipFill>
        <p:spPr>
          <a:xfrm>
            <a:off x="76200" y="3352800"/>
            <a:ext cx="2057400" cy="1979613"/>
          </a:xfrm>
          <a:prstGeom prst="rect">
            <a:avLst/>
          </a:prstGeom>
          <a:noFill/>
          <a:ln>
            <a:noFill/>
          </a:ln>
        </p:spPr>
      </p:pic>
      <p:sp>
        <p:nvSpPr>
          <p:cNvPr id="1000" name="Google Shape;1000;p215"/>
          <p:cNvSpPr txBox="1"/>
          <p:nvPr/>
        </p:nvSpPr>
        <p:spPr>
          <a:xfrm>
            <a:off x="-76200" y="5257800"/>
            <a:ext cx="2209800" cy="5540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900"/>
              <a:buFont typeface="Arial"/>
              <a:buNone/>
            </a:pPr>
            <a:r>
              <a:rPr b="1" i="0" lang="en-US" sz="2900" u="none" cap="none" strike="noStrike">
                <a:solidFill>
                  <a:srgbClr val="FFFFFF"/>
                </a:solidFill>
                <a:latin typeface="Arial"/>
                <a:ea typeface="Arial"/>
                <a:cs typeface="Arial"/>
                <a:sym typeface="Arial"/>
              </a:rPr>
              <a:t>BITS</a:t>
            </a:r>
            <a:r>
              <a:rPr b="0" i="0" lang="en-US" sz="2900" u="none" cap="none" strike="noStrike">
                <a:solidFill>
                  <a:srgbClr val="FFFFFF"/>
                </a:solidFill>
                <a:latin typeface="Arial"/>
                <a:ea typeface="Arial"/>
                <a:cs typeface="Arial"/>
                <a:sym typeface="Arial"/>
              </a:rPr>
              <a:t> Pilani</a:t>
            </a:r>
            <a:endParaRPr b="0" i="0" sz="1400" u="none" cap="none" strike="noStrike">
              <a:solidFill>
                <a:srgbClr val="000000"/>
              </a:solidFill>
              <a:latin typeface="Arial"/>
              <a:ea typeface="Arial"/>
              <a:cs typeface="Arial"/>
              <a:sym typeface="Arial"/>
            </a:endParaRPr>
          </a:p>
        </p:txBody>
      </p:sp>
      <p:sp>
        <p:nvSpPr>
          <p:cNvPr id="1001" name="Google Shape;1001;p215"/>
          <p:cNvSpPr txBox="1"/>
          <p:nvPr/>
        </p:nvSpPr>
        <p:spPr>
          <a:xfrm>
            <a:off x="152400" y="5667375"/>
            <a:ext cx="1905000"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Pilani Campus</a:t>
            </a:r>
            <a:endParaRPr b="0" i="0" sz="1400" u="none" cap="none" strike="noStrike">
              <a:solidFill>
                <a:srgbClr val="000000"/>
              </a:solidFill>
              <a:latin typeface="Arial"/>
              <a:ea typeface="Arial"/>
              <a:cs typeface="Arial"/>
              <a:sym typeface="Arial"/>
            </a:endParaRPr>
          </a:p>
        </p:txBody>
      </p:sp>
      <p:sp>
        <p:nvSpPr>
          <p:cNvPr id="1002" name="Google Shape;1002;p215"/>
          <p:cNvSpPr txBox="1"/>
          <p:nvPr>
            <p:ph idx="1" type="body"/>
          </p:nvPr>
        </p:nvSpPr>
        <p:spPr>
          <a:xfrm>
            <a:off x="2514600" y="5410200"/>
            <a:ext cx="6019800" cy="533400"/>
          </a:xfrm>
          <a:prstGeom prst="rect">
            <a:avLst/>
          </a:prstGeom>
          <a:noFill/>
          <a:ln>
            <a:noFill/>
          </a:ln>
        </p:spPr>
        <p:txBody>
          <a:bodyPr anchorCtr="0" anchor="b" bIns="45700" lIns="91425" spcFirstLastPara="1" rIns="91425" wrap="square" tIns="45700">
            <a:noAutofit/>
          </a:bodyPr>
          <a:lstStyle>
            <a:lvl1pPr indent="-228600" lvl="0" marL="457200" algn="r">
              <a:lnSpc>
                <a:spcPct val="100000"/>
              </a:lnSpc>
              <a:spcBef>
                <a:spcPts val="0"/>
              </a:spcBef>
              <a:spcAft>
                <a:spcPts val="0"/>
              </a:spcAft>
              <a:buClr>
                <a:schemeClr val="lt1"/>
              </a:buClr>
              <a:buSzPts val="1800"/>
              <a:buNone/>
              <a:defRPr sz="1800">
                <a:solidFill>
                  <a:schemeClr val="lt1"/>
                </a:solidFil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03" name="Google Shape;1003;p215"/>
          <p:cNvSpPr txBox="1"/>
          <p:nvPr>
            <p:ph type="title"/>
          </p:nvPr>
        </p:nvSpPr>
        <p:spPr>
          <a:xfrm>
            <a:off x="2514600" y="3810000"/>
            <a:ext cx="6019800" cy="1524000"/>
          </a:xfrm>
          <a:prstGeom prst="rect">
            <a:avLst/>
          </a:prstGeom>
          <a:noFill/>
          <a:ln>
            <a:noFill/>
          </a:ln>
        </p:spPr>
        <p:txBody>
          <a:bodyPr anchorCtr="0" anchor="ctr" bIns="45700" lIns="91425" spcFirstLastPara="1" rIns="91425" wrap="square" tIns="45700">
            <a:noAutofit/>
          </a:bodyPr>
          <a:lstStyle>
            <a:lvl1pPr lvl="0" algn="l">
              <a:lnSpc>
                <a:spcPct val="90909"/>
              </a:lnSpc>
              <a:spcBef>
                <a:spcPts val="0"/>
              </a:spcBef>
              <a:spcAft>
                <a:spcPts val="0"/>
              </a:spcAft>
              <a:buSzPts val="1400"/>
              <a:buNone/>
              <a:defRPr sz="4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Title and Content">
  <p:cSld name="16_Title and Content">
    <p:spTree>
      <p:nvGrpSpPr>
        <p:cNvPr id="1004" name="Shape 1004"/>
        <p:cNvGrpSpPr/>
        <p:nvPr/>
      </p:nvGrpSpPr>
      <p:grpSpPr>
        <a:xfrm>
          <a:off x="0" y="0"/>
          <a:ext cx="0" cy="0"/>
          <a:chOff x="0" y="0"/>
          <a:chExt cx="0" cy="0"/>
        </a:xfrm>
      </p:grpSpPr>
      <p:sp>
        <p:nvSpPr>
          <p:cNvPr id="1005" name="Google Shape;1005;p216"/>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1006" name="Google Shape;1006;p216"/>
          <p:cNvGrpSpPr/>
          <p:nvPr/>
        </p:nvGrpSpPr>
        <p:grpSpPr>
          <a:xfrm>
            <a:off x="2084388" y="6550025"/>
            <a:ext cx="7059612" cy="49213"/>
            <a:chOff x="2083888" y="6550671"/>
            <a:chExt cx="7060112" cy="48665"/>
          </a:xfrm>
        </p:grpSpPr>
        <p:sp>
          <p:nvSpPr>
            <p:cNvPr id="1007" name="Google Shape;1007;p216"/>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008" name="Google Shape;1008;p216"/>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009" name="Google Shape;1009;p216"/>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1010" name="Google Shape;1010;p216"/>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1011" name="Google Shape;1011;p216"/>
          <p:cNvGrpSpPr/>
          <p:nvPr/>
        </p:nvGrpSpPr>
        <p:grpSpPr>
          <a:xfrm>
            <a:off x="2133600" y="6553200"/>
            <a:ext cx="7010400" cy="46038"/>
            <a:chOff x="1905000" y="6553200"/>
            <a:chExt cx="7010400" cy="45719"/>
          </a:xfrm>
        </p:grpSpPr>
        <p:sp>
          <p:nvSpPr>
            <p:cNvPr id="1012" name="Google Shape;1012;p216"/>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013" name="Google Shape;1013;p216"/>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014" name="Google Shape;1014;p216"/>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1015" name="Google Shape;1015;p216"/>
          <p:cNvGrpSpPr/>
          <p:nvPr/>
        </p:nvGrpSpPr>
        <p:grpSpPr>
          <a:xfrm>
            <a:off x="0" y="1295400"/>
            <a:ext cx="7010400" cy="46038"/>
            <a:chOff x="1905000" y="6553200"/>
            <a:chExt cx="7010400" cy="45719"/>
          </a:xfrm>
        </p:grpSpPr>
        <p:sp>
          <p:nvSpPr>
            <p:cNvPr id="1016" name="Google Shape;1016;p216"/>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017" name="Google Shape;1017;p216"/>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018" name="Google Shape;1018;p216"/>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
        <p:nvSpPr>
          <p:cNvPr id="1019" name="Google Shape;1019;p216"/>
          <p:cNvSpPr txBox="1"/>
          <p:nvPr>
            <p:ph idx="1" type="body"/>
          </p:nvPr>
        </p:nvSpPr>
        <p:spPr>
          <a:xfrm>
            <a:off x="304800" y="1493837"/>
            <a:ext cx="8229600" cy="4525963"/>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indent="-330200" lvl="1" marL="914400" marR="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20" name="Google Shape;1020;p216"/>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Title and Content">
  <p:cSld name="15_Title and Content">
    <p:spTree>
      <p:nvGrpSpPr>
        <p:cNvPr id="1021" name="Shape 1021"/>
        <p:cNvGrpSpPr/>
        <p:nvPr/>
      </p:nvGrpSpPr>
      <p:grpSpPr>
        <a:xfrm>
          <a:off x="0" y="0"/>
          <a:ext cx="0" cy="0"/>
          <a:chOff x="0" y="0"/>
          <a:chExt cx="0" cy="0"/>
        </a:xfrm>
      </p:grpSpPr>
      <p:sp>
        <p:nvSpPr>
          <p:cNvPr id="1022" name="Google Shape;1022;p217"/>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1023" name="Google Shape;1023;p217"/>
          <p:cNvGrpSpPr/>
          <p:nvPr/>
        </p:nvGrpSpPr>
        <p:grpSpPr>
          <a:xfrm>
            <a:off x="2084388" y="6550025"/>
            <a:ext cx="7059612" cy="49213"/>
            <a:chOff x="2083888" y="6550671"/>
            <a:chExt cx="7060112" cy="48665"/>
          </a:xfrm>
        </p:grpSpPr>
        <p:sp>
          <p:nvSpPr>
            <p:cNvPr id="1024" name="Google Shape;1024;p217"/>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025" name="Google Shape;1025;p217"/>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026" name="Google Shape;1026;p217"/>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1027" name="Google Shape;1027;p217"/>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1028" name="Google Shape;1028;p217"/>
          <p:cNvGrpSpPr/>
          <p:nvPr/>
        </p:nvGrpSpPr>
        <p:grpSpPr>
          <a:xfrm>
            <a:off x="2133600" y="6553200"/>
            <a:ext cx="7010400" cy="46038"/>
            <a:chOff x="1905000" y="6553200"/>
            <a:chExt cx="7010400" cy="45719"/>
          </a:xfrm>
        </p:grpSpPr>
        <p:sp>
          <p:nvSpPr>
            <p:cNvPr id="1029" name="Google Shape;1029;p217"/>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030" name="Google Shape;1030;p217"/>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031" name="Google Shape;1031;p217"/>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1032" name="Google Shape;1032;p217"/>
          <p:cNvGrpSpPr/>
          <p:nvPr/>
        </p:nvGrpSpPr>
        <p:grpSpPr>
          <a:xfrm>
            <a:off x="0" y="1295400"/>
            <a:ext cx="7010400" cy="46038"/>
            <a:chOff x="1905000" y="6553200"/>
            <a:chExt cx="7010400" cy="45719"/>
          </a:xfrm>
        </p:grpSpPr>
        <p:sp>
          <p:nvSpPr>
            <p:cNvPr id="1033" name="Google Shape;1033;p217"/>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034" name="Google Shape;1034;p217"/>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035" name="Google Shape;1035;p217"/>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
        <p:nvSpPr>
          <p:cNvPr id="1036" name="Google Shape;1036;p217"/>
          <p:cNvSpPr txBox="1"/>
          <p:nvPr>
            <p:ph idx="1" type="body"/>
          </p:nvPr>
        </p:nvSpPr>
        <p:spPr>
          <a:xfrm>
            <a:off x="304800" y="1493837"/>
            <a:ext cx="8229600" cy="4525963"/>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indent="-330200" lvl="1" marL="914400" marR="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37" name="Google Shape;1037;p217"/>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Title and Content">
  <p:cSld name="14_Title and Content">
    <p:spTree>
      <p:nvGrpSpPr>
        <p:cNvPr id="1038" name="Shape 1038"/>
        <p:cNvGrpSpPr/>
        <p:nvPr/>
      </p:nvGrpSpPr>
      <p:grpSpPr>
        <a:xfrm>
          <a:off x="0" y="0"/>
          <a:ext cx="0" cy="0"/>
          <a:chOff x="0" y="0"/>
          <a:chExt cx="0" cy="0"/>
        </a:xfrm>
      </p:grpSpPr>
      <p:sp>
        <p:nvSpPr>
          <p:cNvPr id="1039" name="Google Shape;1039;p218"/>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1040" name="Google Shape;1040;p218"/>
          <p:cNvGrpSpPr/>
          <p:nvPr/>
        </p:nvGrpSpPr>
        <p:grpSpPr>
          <a:xfrm>
            <a:off x="2084388" y="6550025"/>
            <a:ext cx="7059612" cy="49213"/>
            <a:chOff x="2083888" y="6550671"/>
            <a:chExt cx="7060112" cy="48665"/>
          </a:xfrm>
        </p:grpSpPr>
        <p:sp>
          <p:nvSpPr>
            <p:cNvPr id="1041" name="Google Shape;1041;p218"/>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042" name="Google Shape;1042;p218"/>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043" name="Google Shape;1043;p218"/>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1044" name="Google Shape;1044;p218"/>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1045" name="Google Shape;1045;p218"/>
          <p:cNvGrpSpPr/>
          <p:nvPr/>
        </p:nvGrpSpPr>
        <p:grpSpPr>
          <a:xfrm>
            <a:off x="2133600" y="6553200"/>
            <a:ext cx="7010400" cy="46038"/>
            <a:chOff x="1905000" y="6553200"/>
            <a:chExt cx="7010400" cy="45719"/>
          </a:xfrm>
        </p:grpSpPr>
        <p:sp>
          <p:nvSpPr>
            <p:cNvPr id="1046" name="Google Shape;1046;p218"/>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047" name="Google Shape;1047;p218"/>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048" name="Google Shape;1048;p218"/>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1049" name="Google Shape;1049;p218"/>
          <p:cNvGrpSpPr/>
          <p:nvPr/>
        </p:nvGrpSpPr>
        <p:grpSpPr>
          <a:xfrm>
            <a:off x="0" y="1295400"/>
            <a:ext cx="7010400" cy="46038"/>
            <a:chOff x="1905000" y="6553200"/>
            <a:chExt cx="7010400" cy="45719"/>
          </a:xfrm>
        </p:grpSpPr>
        <p:sp>
          <p:nvSpPr>
            <p:cNvPr id="1050" name="Google Shape;1050;p218"/>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051" name="Google Shape;1051;p218"/>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052" name="Google Shape;1052;p218"/>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
        <p:nvSpPr>
          <p:cNvPr id="1053" name="Google Shape;1053;p218"/>
          <p:cNvSpPr txBox="1"/>
          <p:nvPr>
            <p:ph idx="1" type="body"/>
          </p:nvPr>
        </p:nvSpPr>
        <p:spPr>
          <a:xfrm>
            <a:off x="304800" y="1493837"/>
            <a:ext cx="8229600" cy="4525963"/>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indent="-330200" lvl="1" marL="914400" marR="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54" name="Google Shape;1054;p218"/>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Title and Content">
  <p:cSld name="13_Title and Content">
    <p:spTree>
      <p:nvGrpSpPr>
        <p:cNvPr id="1055" name="Shape 1055"/>
        <p:cNvGrpSpPr/>
        <p:nvPr/>
      </p:nvGrpSpPr>
      <p:grpSpPr>
        <a:xfrm>
          <a:off x="0" y="0"/>
          <a:ext cx="0" cy="0"/>
          <a:chOff x="0" y="0"/>
          <a:chExt cx="0" cy="0"/>
        </a:xfrm>
      </p:grpSpPr>
      <p:sp>
        <p:nvSpPr>
          <p:cNvPr id="1056" name="Google Shape;1056;p219"/>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1057" name="Google Shape;1057;p219"/>
          <p:cNvGrpSpPr/>
          <p:nvPr/>
        </p:nvGrpSpPr>
        <p:grpSpPr>
          <a:xfrm>
            <a:off x="2084388" y="6550025"/>
            <a:ext cx="7059612" cy="49213"/>
            <a:chOff x="2083888" y="6550671"/>
            <a:chExt cx="7060112" cy="48665"/>
          </a:xfrm>
        </p:grpSpPr>
        <p:sp>
          <p:nvSpPr>
            <p:cNvPr id="1058" name="Google Shape;1058;p219"/>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059" name="Google Shape;1059;p219"/>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060" name="Google Shape;1060;p219"/>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1061" name="Google Shape;1061;p219"/>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1062" name="Google Shape;1062;p219"/>
          <p:cNvGrpSpPr/>
          <p:nvPr/>
        </p:nvGrpSpPr>
        <p:grpSpPr>
          <a:xfrm>
            <a:off x="2133600" y="6553200"/>
            <a:ext cx="7010400" cy="46038"/>
            <a:chOff x="1905000" y="6553200"/>
            <a:chExt cx="7010400" cy="45719"/>
          </a:xfrm>
        </p:grpSpPr>
        <p:sp>
          <p:nvSpPr>
            <p:cNvPr id="1063" name="Google Shape;1063;p219"/>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064" name="Google Shape;1064;p219"/>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065" name="Google Shape;1065;p219"/>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1066" name="Google Shape;1066;p219"/>
          <p:cNvGrpSpPr/>
          <p:nvPr/>
        </p:nvGrpSpPr>
        <p:grpSpPr>
          <a:xfrm>
            <a:off x="0" y="1295400"/>
            <a:ext cx="7010400" cy="46038"/>
            <a:chOff x="1905000" y="6553200"/>
            <a:chExt cx="7010400" cy="45719"/>
          </a:xfrm>
        </p:grpSpPr>
        <p:sp>
          <p:nvSpPr>
            <p:cNvPr id="1067" name="Google Shape;1067;p219"/>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068" name="Google Shape;1068;p219"/>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069" name="Google Shape;1069;p219"/>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
        <p:nvSpPr>
          <p:cNvPr id="1070" name="Google Shape;1070;p219"/>
          <p:cNvSpPr txBox="1"/>
          <p:nvPr>
            <p:ph idx="1" type="body"/>
          </p:nvPr>
        </p:nvSpPr>
        <p:spPr>
          <a:xfrm>
            <a:off x="304800" y="1493837"/>
            <a:ext cx="8229600" cy="4525963"/>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indent="-330200" lvl="1" marL="914400" marR="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71" name="Google Shape;1071;p219"/>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Title and Content">
  <p:cSld name="11_Title and Content">
    <p:spTree>
      <p:nvGrpSpPr>
        <p:cNvPr id="1072" name="Shape 1072"/>
        <p:cNvGrpSpPr/>
        <p:nvPr/>
      </p:nvGrpSpPr>
      <p:grpSpPr>
        <a:xfrm>
          <a:off x="0" y="0"/>
          <a:ext cx="0" cy="0"/>
          <a:chOff x="0" y="0"/>
          <a:chExt cx="0" cy="0"/>
        </a:xfrm>
      </p:grpSpPr>
      <p:sp>
        <p:nvSpPr>
          <p:cNvPr id="1073" name="Google Shape;1073;p220"/>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1074" name="Google Shape;1074;p220"/>
          <p:cNvGrpSpPr/>
          <p:nvPr/>
        </p:nvGrpSpPr>
        <p:grpSpPr>
          <a:xfrm>
            <a:off x="2084388" y="6550025"/>
            <a:ext cx="7059612" cy="49213"/>
            <a:chOff x="2083888" y="6550671"/>
            <a:chExt cx="7060112" cy="48665"/>
          </a:xfrm>
        </p:grpSpPr>
        <p:sp>
          <p:nvSpPr>
            <p:cNvPr id="1075" name="Google Shape;1075;p220"/>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076" name="Google Shape;1076;p220"/>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077" name="Google Shape;1077;p220"/>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1078" name="Google Shape;1078;p220"/>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1079" name="Google Shape;1079;p220"/>
          <p:cNvGrpSpPr/>
          <p:nvPr/>
        </p:nvGrpSpPr>
        <p:grpSpPr>
          <a:xfrm>
            <a:off x="2133600" y="6553200"/>
            <a:ext cx="7010400" cy="46038"/>
            <a:chOff x="1905000" y="6553200"/>
            <a:chExt cx="7010400" cy="45719"/>
          </a:xfrm>
        </p:grpSpPr>
        <p:sp>
          <p:nvSpPr>
            <p:cNvPr id="1080" name="Google Shape;1080;p220"/>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081" name="Google Shape;1081;p220"/>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082" name="Google Shape;1082;p220"/>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1083" name="Google Shape;1083;p220"/>
          <p:cNvGrpSpPr/>
          <p:nvPr/>
        </p:nvGrpSpPr>
        <p:grpSpPr>
          <a:xfrm>
            <a:off x="0" y="1295400"/>
            <a:ext cx="7010400" cy="46038"/>
            <a:chOff x="1905000" y="6553200"/>
            <a:chExt cx="7010400" cy="45719"/>
          </a:xfrm>
        </p:grpSpPr>
        <p:sp>
          <p:nvSpPr>
            <p:cNvPr id="1084" name="Google Shape;1084;p220"/>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085" name="Google Shape;1085;p220"/>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086" name="Google Shape;1086;p220"/>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
        <p:nvSpPr>
          <p:cNvPr id="1087" name="Google Shape;1087;p220"/>
          <p:cNvSpPr txBox="1"/>
          <p:nvPr>
            <p:ph idx="1" type="body"/>
          </p:nvPr>
        </p:nvSpPr>
        <p:spPr>
          <a:xfrm>
            <a:off x="304800" y="1493837"/>
            <a:ext cx="8229600" cy="4525963"/>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indent="-330200" lvl="1" marL="914400" marR="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88" name="Google Shape;1088;p220"/>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Title and Content">
  <p:cSld name="10_Title and Content">
    <p:spTree>
      <p:nvGrpSpPr>
        <p:cNvPr id="1089" name="Shape 1089"/>
        <p:cNvGrpSpPr/>
        <p:nvPr/>
      </p:nvGrpSpPr>
      <p:grpSpPr>
        <a:xfrm>
          <a:off x="0" y="0"/>
          <a:ext cx="0" cy="0"/>
          <a:chOff x="0" y="0"/>
          <a:chExt cx="0" cy="0"/>
        </a:xfrm>
      </p:grpSpPr>
      <p:sp>
        <p:nvSpPr>
          <p:cNvPr id="1090" name="Google Shape;1090;p221"/>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1091" name="Google Shape;1091;p221"/>
          <p:cNvGrpSpPr/>
          <p:nvPr/>
        </p:nvGrpSpPr>
        <p:grpSpPr>
          <a:xfrm>
            <a:off x="2084388" y="6550025"/>
            <a:ext cx="7059612" cy="49213"/>
            <a:chOff x="2083888" y="6550671"/>
            <a:chExt cx="7060112" cy="48665"/>
          </a:xfrm>
        </p:grpSpPr>
        <p:sp>
          <p:nvSpPr>
            <p:cNvPr id="1092" name="Google Shape;1092;p221"/>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093" name="Google Shape;1093;p221"/>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094" name="Google Shape;1094;p221"/>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1095" name="Google Shape;1095;p221"/>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1096" name="Google Shape;1096;p221"/>
          <p:cNvGrpSpPr/>
          <p:nvPr/>
        </p:nvGrpSpPr>
        <p:grpSpPr>
          <a:xfrm>
            <a:off x="2133600" y="6553200"/>
            <a:ext cx="7010400" cy="46038"/>
            <a:chOff x="1905000" y="6553200"/>
            <a:chExt cx="7010400" cy="45719"/>
          </a:xfrm>
        </p:grpSpPr>
        <p:sp>
          <p:nvSpPr>
            <p:cNvPr id="1097" name="Google Shape;1097;p221"/>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098" name="Google Shape;1098;p221"/>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099" name="Google Shape;1099;p221"/>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1100" name="Google Shape;1100;p221"/>
          <p:cNvGrpSpPr/>
          <p:nvPr/>
        </p:nvGrpSpPr>
        <p:grpSpPr>
          <a:xfrm>
            <a:off x="0" y="1295400"/>
            <a:ext cx="7010400" cy="46038"/>
            <a:chOff x="1905000" y="6553200"/>
            <a:chExt cx="7010400" cy="45719"/>
          </a:xfrm>
        </p:grpSpPr>
        <p:sp>
          <p:nvSpPr>
            <p:cNvPr id="1101" name="Google Shape;1101;p221"/>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102" name="Google Shape;1102;p221"/>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103" name="Google Shape;1103;p221"/>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
        <p:nvSpPr>
          <p:cNvPr id="1104" name="Google Shape;1104;p221"/>
          <p:cNvSpPr txBox="1"/>
          <p:nvPr>
            <p:ph idx="1" type="body"/>
          </p:nvPr>
        </p:nvSpPr>
        <p:spPr>
          <a:xfrm>
            <a:off x="304800" y="1493837"/>
            <a:ext cx="8229600" cy="4525963"/>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indent="-330200" lvl="1" marL="914400" marR="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105" name="Google Shape;1105;p221"/>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Title and Content">
  <p:cSld name="9_Title and Content">
    <p:spTree>
      <p:nvGrpSpPr>
        <p:cNvPr id="1106" name="Shape 1106"/>
        <p:cNvGrpSpPr/>
        <p:nvPr/>
      </p:nvGrpSpPr>
      <p:grpSpPr>
        <a:xfrm>
          <a:off x="0" y="0"/>
          <a:ext cx="0" cy="0"/>
          <a:chOff x="0" y="0"/>
          <a:chExt cx="0" cy="0"/>
        </a:xfrm>
      </p:grpSpPr>
      <p:sp>
        <p:nvSpPr>
          <p:cNvPr id="1107" name="Google Shape;1107;p222"/>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1108" name="Google Shape;1108;p222"/>
          <p:cNvGrpSpPr/>
          <p:nvPr/>
        </p:nvGrpSpPr>
        <p:grpSpPr>
          <a:xfrm>
            <a:off x="2084388" y="6550025"/>
            <a:ext cx="7059612" cy="49213"/>
            <a:chOff x="2083888" y="6550671"/>
            <a:chExt cx="7060112" cy="48665"/>
          </a:xfrm>
        </p:grpSpPr>
        <p:sp>
          <p:nvSpPr>
            <p:cNvPr id="1109" name="Google Shape;1109;p222"/>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110" name="Google Shape;1110;p222"/>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111" name="Google Shape;1111;p222"/>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1112" name="Google Shape;1112;p222"/>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1113" name="Google Shape;1113;p222"/>
          <p:cNvGrpSpPr/>
          <p:nvPr/>
        </p:nvGrpSpPr>
        <p:grpSpPr>
          <a:xfrm>
            <a:off x="2133600" y="6553200"/>
            <a:ext cx="7010400" cy="46038"/>
            <a:chOff x="1905000" y="6553200"/>
            <a:chExt cx="7010400" cy="45719"/>
          </a:xfrm>
        </p:grpSpPr>
        <p:sp>
          <p:nvSpPr>
            <p:cNvPr id="1114" name="Google Shape;1114;p222"/>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115" name="Google Shape;1115;p222"/>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116" name="Google Shape;1116;p222"/>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1117" name="Google Shape;1117;p222"/>
          <p:cNvGrpSpPr/>
          <p:nvPr/>
        </p:nvGrpSpPr>
        <p:grpSpPr>
          <a:xfrm>
            <a:off x="0" y="1295400"/>
            <a:ext cx="7010400" cy="46038"/>
            <a:chOff x="1905000" y="6553200"/>
            <a:chExt cx="7010400" cy="45719"/>
          </a:xfrm>
        </p:grpSpPr>
        <p:sp>
          <p:nvSpPr>
            <p:cNvPr id="1118" name="Google Shape;1118;p222"/>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119" name="Google Shape;1119;p222"/>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120" name="Google Shape;1120;p222"/>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
        <p:nvSpPr>
          <p:cNvPr id="1121" name="Google Shape;1121;p222"/>
          <p:cNvSpPr txBox="1"/>
          <p:nvPr>
            <p:ph idx="1" type="body"/>
          </p:nvPr>
        </p:nvSpPr>
        <p:spPr>
          <a:xfrm>
            <a:off x="304800" y="1493837"/>
            <a:ext cx="8229600" cy="4525963"/>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indent="-330200" lvl="1" marL="914400" marR="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122" name="Google Shape;1122;p222"/>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Title and Content">
  <p:cSld name="8_Title and Content">
    <p:spTree>
      <p:nvGrpSpPr>
        <p:cNvPr id="1123" name="Shape 1123"/>
        <p:cNvGrpSpPr/>
        <p:nvPr/>
      </p:nvGrpSpPr>
      <p:grpSpPr>
        <a:xfrm>
          <a:off x="0" y="0"/>
          <a:ext cx="0" cy="0"/>
          <a:chOff x="0" y="0"/>
          <a:chExt cx="0" cy="0"/>
        </a:xfrm>
      </p:grpSpPr>
      <p:sp>
        <p:nvSpPr>
          <p:cNvPr id="1124" name="Google Shape;1124;p223"/>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1125" name="Google Shape;1125;p223"/>
          <p:cNvGrpSpPr/>
          <p:nvPr/>
        </p:nvGrpSpPr>
        <p:grpSpPr>
          <a:xfrm>
            <a:off x="2084388" y="6550025"/>
            <a:ext cx="7059612" cy="49213"/>
            <a:chOff x="2083888" y="6550671"/>
            <a:chExt cx="7060112" cy="48665"/>
          </a:xfrm>
        </p:grpSpPr>
        <p:sp>
          <p:nvSpPr>
            <p:cNvPr id="1126" name="Google Shape;1126;p223"/>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127" name="Google Shape;1127;p223"/>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128" name="Google Shape;1128;p223"/>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1129" name="Google Shape;1129;p223"/>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1130" name="Google Shape;1130;p223"/>
          <p:cNvGrpSpPr/>
          <p:nvPr/>
        </p:nvGrpSpPr>
        <p:grpSpPr>
          <a:xfrm>
            <a:off x="2133600" y="6553200"/>
            <a:ext cx="7010400" cy="46038"/>
            <a:chOff x="1905000" y="6553200"/>
            <a:chExt cx="7010400" cy="45719"/>
          </a:xfrm>
        </p:grpSpPr>
        <p:sp>
          <p:nvSpPr>
            <p:cNvPr id="1131" name="Google Shape;1131;p223"/>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132" name="Google Shape;1132;p223"/>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133" name="Google Shape;1133;p223"/>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1134" name="Google Shape;1134;p223"/>
          <p:cNvGrpSpPr/>
          <p:nvPr/>
        </p:nvGrpSpPr>
        <p:grpSpPr>
          <a:xfrm>
            <a:off x="0" y="1295400"/>
            <a:ext cx="7010400" cy="46038"/>
            <a:chOff x="1905000" y="6553200"/>
            <a:chExt cx="7010400" cy="45719"/>
          </a:xfrm>
        </p:grpSpPr>
        <p:sp>
          <p:nvSpPr>
            <p:cNvPr id="1135" name="Google Shape;1135;p223"/>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136" name="Google Shape;1136;p223"/>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137" name="Google Shape;1137;p223"/>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
        <p:nvSpPr>
          <p:cNvPr id="1138" name="Google Shape;1138;p223"/>
          <p:cNvSpPr txBox="1"/>
          <p:nvPr>
            <p:ph idx="1" type="body"/>
          </p:nvPr>
        </p:nvSpPr>
        <p:spPr>
          <a:xfrm>
            <a:off x="304800" y="1493837"/>
            <a:ext cx="8229600" cy="4525963"/>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indent="-330200" lvl="1" marL="914400" marR="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139" name="Google Shape;1139;p223"/>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1140" name="Shape 1140"/>
        <p:cNvGrpSpPr/>
        <p:nvPr/>
      </p:nvGrpSpPr>
      <p:grpSpPr>
        <a:xfrm>
          <a:off x="0" y="0"/>
          <a:ext cx="0" cy="0"/>
          <a:chOff x="0" y="0"/>
          <a:chExt cx="0" cy="0"/>
        </a:xfrm>
      </p:grpSpPr>
      <p:sp>
        <p:nvSpPr>
          <p:cNvPr id="1141" name="Google Shape;1141;p224"/>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1142" name="Google Shape;1142;p224"/>
          <p:cNvGrpSpPr/>
          <p:nvPr/>
        </p:nvGrpSpPr>
        <p:grpSpPr>
          <a:xfrm>
            <a:off x="2084388" y="6550025"/>
            <a:ext cx="7059612" cy="49213"/>
            <a:chOff x="2083888" y="6550671"/>
            <a:chExt cx="7060112" cy="48665"/>
          </a:xfrm>
        </p:grpSpPr>
        <p:sp>
          <p:nvSpPr>
            <p:cNvPr id="1143" name="Google Shape;1143;p224"/>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144" name="Google Shape;1144;p224"/>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145" name="Google Shape;1145;p224"/>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1146" name="Google Shape;1146;p224"/>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1147" name="Google Shape;1147;p224"/>
          <p:cNvGrpSpPr/>
          <p:nvPr/>
        </p:nvGrpSpPr>
        <p:grpSpPr>
          <a:xfrm>
            <a:off x="2133600" y="6553200"/>
            <a:ext cx="7010400" cy="46038"/>
            <a:chOff x="1905000" y="6553200"/>
            <a:chExt cx="7010400" cy="45719"/>
          </a:xfrm>
        </p:grpSpPr>
        <p:sp>
          <p:nvSpPr>
            <p:cNvPr id="1148" name="Google Shape;1148;p224"/>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149" name="Google Shape;1149;p224"/>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150" name="Google Shape;1150;p224"/>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1151" name="Google Shape;1151;p224"/>
          <p:cNvGrpSpPr/>
          <p:nvPr/>
        </p:nvGrpSpPr>
        <p:grpSpPr>
          <a:xfrm>
            <a:off x="0" y="1295400"/>
            <a:ext cx="7010400" cy="46038"/>
            <a:chOff x="1905000" y="6553200"/>
            <a:chExt cx="7010400" cy="45719"/>
          </a:xfrm>
        </p:grpSpPr>
        <p:sp>
          <p:nvSpPr>
            <p:cNvPr id="1152" name="Google Shape;1152;p224"/>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153" name="Google Shape;1153;p224"/>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154" name="Google Shape;1154;p224"/>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
        <p:nvSpPr>
          <p:cNvPr id="1155" name="Google Shape;1155;p224"/>
          <p:cNvSpPr txBox="1"/>
          <p:nvPr>
            <p:ph idx="1" type="body"/>
          </p:nvPr>
        </p:nvSpPr>
        <p:spPr>
          <a:xfrm>
            <a:off x="304800" y="1493837"/>
            <a:ext cx="8229600" cy="4525963"/>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indent="-330200" lvl="1" marL="914400" marR="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156" name="Google Shape;1156;p224"/>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p:cSld name="2_Title and Content">
    <p:spTree>
      <p:nvGrpSpPr>
        <p:cNvPr id="1157" name="Shape 1157"/>
        <p:cNvGrpSpPr/>
        <p:nvPr/>
      </p:nvGrpSpPr>
      <p:grpSpPr>
        <a:xfrm>
          <a:off x="0" y="0"/>
          <a:ext cx="0" cy="0"/>
          <a:chOff x="0" y="0"/>
          <a:chExt cx="0" cy="0"/>
        </a:xfrm>
      </p:grpSpPr>
      <p:pic>
        <p:nvPicPr>
          <p:cNvPr id="1158" name="Google Shape;1158;p225"/>
          <p:cNvPicPr preferRelativeResize="0"/>
          <p:nvPr/>
        </p:nvPicPr>
        <p:blipFill rotWithShape="1">
          <a:blip r:embed="rId2">
            <a:alphaModFix amt="50000"/>
          </a:blip>
          <a:srcRect b="-541" l="0" r="0" t="-542"/>
          <a:stretch/>
        </p:blipFill>
        <p:spPr>
          <a:xfrm>
            <a:off x="3563108" y="2223656"/>
            <a:ext cx="2017786" cy="2729344"/>
          </a:xfrm>
          <a:prstGeom prst="rect">
            <a:avLst/>
          </a:prstGeom>
          <a:noFill/>
          <a:ln>
            <a:noFill/>
          </a:ln>
        </p:spPr>
      </p:pic>
      <p:pic>
        <p:nvPicPr>
          <p:cNvPr id="1159" name="Google Shape;1159;p225"/>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1160" name="Google Shape;1160;p225"/>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1161" name="Google Shape;1161;p225"/>
          <p:cNvSpPr txBox="1"/>
          <p:nvPr>
            <p:ph type="title"/>
          </p:nvPr>
        </p:nvSpPr>
        <p:spPr>
          <a:xfrm>
            <a:off x="628650" y="160569"/>
            <a:ext cx="6991350" cy="76436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400"/>
              <a:buNone/>
              <a:defRPr b="1" sz="2400">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2" name="Google Shape;1162;p225"/>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163" name="Google Shape;1163;p225"/>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and Content">
  <p:cSld name="3_Title and Content">
    <p:spTree>
      <p:nvGrpSpPr>
        <p:cNvPr id="1164" name="Shape 1164"/>
        <p:cNvGrpSpPr/>
        <p:nvPr/>
      </p:nvGrpSpPr>
      <p:grpSpPr>
        <a:xfrm>
          <a:off x="0" y="0"/>
          <a:ext cx="0" cy="0"/>
          <a:chOff x="0" y="0"/>
          <a:chExt cx="0" cy="0"/>
        </a:xfrm>
      </p:grpSpPr>
      <p:pic>
        <p:nvPicPr>
          <p:cNvPr id="1165" name="Google Shape;1165;p226"/>
          <p:cNvPicPr preferRelativeResize="0"/>
          <p:nvPr/>
        </p:nvPicPr>
        <p:blipFill rotWithShape="1">
          <a:blip r:embed="rId2">
            <a:alphaModFix amt="50000"/>
          </a:blip>
          <a:srcRect b="-541" l="0" r="0" t="-542"/>
          <a:stretch/>
        </p:blipFill>
        <p:spPr>
          <a:xfrm>
            <a:off x="3563108" y="2223656"/>
            <a:ext cx="2017786" cy="2729344"/>
          </a:xfrm>
          <a:prstGeom prst="rect">
            <a:avLst/>
          </a:prstGeom>
          <a:noFill/>
          <a:ln>
            <a:noFill/>
          </a:ln>
        </p:spPr>
      </p:pic>
      <p:pic>
        <p:nvPicPr>
          <p:cNvPr id="1166" name="Google Shape;1166;p226"/>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1167" name="Google Shape;1167;p226"/>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1168" name="Google Shape;1168;p226"/>
          <p:cNvSpPr txBox="1"/>
          <p:nvPr>
            <p:ph type="title"/>
          </p:nvPr>
        </p:nvSpPr>
        <p:spPr>
          <a:xfrm>
            <a:off x="628650" y="160569"/>
            <a:ext cx="6991350" cy="76436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400"/>
              <a:buNone/>
              <a:defRPr b="1" sz="2400">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9" name="Google Shape;1169;p226"/>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170" name="Google Shape;1170;p226"/>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and Content">
  <p:cSld name="4_Title and Content">
    <p:spTree>
      <p:nvGrpSpPr>
        <p:cNvPr id="1171" name="Shape 1171"/>
        <p:cNvGrpSpPr/>
        <p:nvPr/>
      </p:nvGrpSpPr>
      <p:grpSpPr>
        <a:xfrm>
          <a:off x="0" y="0"/>
          <a:ext cx="0" cy="0"/>
          <a:chOff x="0" y="0"/>
          <a:chExt cx="0" cy="0"/>
        </a:xfrm>
      </p:grpSpPr>
      <p:pic>
        <p:nvPicPr>
          <p:cNvPr id="1172" name="Google Shape;1172;p227"/>
          <p:cNvPicPr preferRelativeResize="0"/>
          <p:nvPr/>
        </p:nvPicPr>
        <p:blipFill rotWithShape="1">
          <a:blip r:embed="rId2">
            <a:alphaModFix amt="50000"/>
          </a:blip>
          <a:srcRect b="-541" l="0" r="0" t="-542"/>
          <a:stretch/>
        </p:blipFill>
        <p:spPr>
          <a:xfrm>
            <a:off x="3563108" y="2223656"/>
            <a:ext cx="2017786" cy="2729344"/>
          </a:xfrm>
          <a:prstGeom prst="rect">
            <a:avLst/>
          </a:prstGeom>
          <a:noFill/>
          <a:ln>
            <a:noFill/>
          </a:ln>
        </p:spPr>
      </p:pic>
      <p:pic>
        <p:nvPicPr>
          <p:cNvPr id="1173" name="Google Shape;1173;p227"/>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1174" name="Google Shape;1174;p227"/>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1175" name="Google Shape;1175;p227"/>
          <p:cNvSpPr txBox="1"/>
          <p:nvPr>
            <p:ph type="title"/>
          </p:nvPr>
        </p:nvSpPr>
        <p:spPr>
          <a:xfrm>
            <a:off x="628650" y="160569"/>
            <a:ext cx="6991350" cy="76436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400"/>
              <a:buNone/>
              <a:defRPr b="1" sz="2400">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6" name="Google Shape;1176;p227"/>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177" name="Google Shape;1177;p227"/>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and Content">
  <p:cSld name="5_Title and Content">
    <p:spTree>
      <p:nvGrpSpPr>
        <p:cNvPr id="1178" name="Shape 1178"/>
        <p:cNvGrpSpPr/>
        <p:nvPr/>
      </p:nvGrpSpPr>
      <p:grpSpPr>
        <a:xfrm>
          <a:off x="0" y="0"/>
          <a:ext cx="0" cy="0"/>
          <a:chOff x="0" y="0"/>
          <a:chExt cx="0" cy="0"/>
        </a:xfrm>
      </p:grpSpPr>
      <p:pic>
        <p:nvPicPr>
          <p:cNvPr id="1179" name="Google Shape;1179;p228"/>
          <p:cNvPicPr preferRelativeResize="0"/>
          <p:nvPr/>
        </p:nvPicPr>
        <p:blipFill rotWithShape="1">
          <a:blip r:embed="rId2">
            <a:alphaModFix amt="50000"/>
          </a:blip>
          <a:srcRect b="-541" l="0" r="0" t="-542"/>
          <a:stretch/>
        </p:blipFill>
        <p:spPr>
          <a:xfrm>
            <a:off x="3563108" y="2223656"/>
            <a:ext cx="2017786" cy="2729344"/>
          </a:xfrm>
          <a:prstGeom prst="rect">
            <a:avLst/>
          </a:prstGeom>
          <a:noFill/>
          <a:ln>
            <a:noFill/>
          </a:ln>
        </p:spPr>
      </p:pic>
      <p:pic>
        <p:nvPicPr>
          <p:cNvPr id="1180" name="Google Shape;1180;p228"/>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1181" name="Google Shape;1181;p228"/>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1182" name="Google Shape;1182;p228"/>
          <p:cNvSpPr txBox="1"/>
          <p:nvPr>
            <p:ph type="title"/>
          </p:nvPr>
        </p:nvSpPr>
        <p:spPr>
          <a:xfrm>
            <a:off x="628650" y="160569"/>
            <a:ext cx="6991350" cy="76436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400"/>
              <a:buNone/>
              <a:defRPr b="1" sz="2400">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3" name="Google Shape;1183;p228"/>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184" name="Google Shape;1184;p228"/>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Title and Content">
  <p:cSld name="6_Title and Content">
    <p:spTree>
      <p:nvGrpSpPr>
        <p:cNvPr id="1185" name="Shape 1185"/>
        <p:cNvGrpSpPr/>
        <p:nvPr/>
      </p:nvGrpSpPr>
      <p:grpSpPr>
        <a:xfrm>
          <a:off x="0" y="0"/>
          <a:ext cx="0" cy="0"/>
          <a:chOff x="0" y="0"/>
          <a:chExt cx="0" cy="0"/>
        </a:xfrm>
      </p:grpSpPr>
      <p:pic>
        <p:nvPicPr>
          <p:cNvPr id="1186" name="Google Shape;1186;p229"/>
          <p:cNvPicPr preferRelativeResize="0"/>
          <p:nvPr/>
        </p:nvPicPr>
        <p:blipFill rotWithShape="1">
          <a:blip r:embed="rId2">
            <a:alphaModFix amt="50000"/>
          </a:blip>
          <a:srcRect b="-541" l="0" r="0" t="-542"/>
          <a:stretch/>
        </p:blipFill>
        <p:spPr>
          <a:xfrm>
            <a:off x="3563108" y="2223656"/>
            <a:ext cx="2017786" cy="2729344"/>
          </a:xfrm>
          <a:prstGeom prst="rect">
            <a:avLst/>
          </a:prstGeom>
          <a:noFill/>
          <a:ln>
            <a:noFill/>
          </a:ln>
        </p:spPr>
      </p:pic>
      <p:pic>
        <p:nvPicPr>
          <p:cNvPr id="1187" name="Google Shape;1187;p229"/>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1188" name="Google Shape;1188;p229"/>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1189" name="Google Shape;1189;p229"/>
          <p:cNvSpPr txBox="1"/>
          <p:nvPr>
            <p:ph type="title"/>
          </p:nvPr>
        </p:nvSpPr>
        <p:spPr>
          <a:xfrm>
            <a:off x="628650" y="160569"/>
            <a:ext cx="6991350" cy="76436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400"/>
              <a:buNone/>
              <a:defRPr b="1" sz="2400">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0" name="Google Shape;1190;p229"/>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191" name="Google Shape;1191;p229"/>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Blank" type="obj">
  <p:cSld name="OBJECT">
    <p:spTree>
      <p:nvGrpSpPr>
        <p:cNvPr id="1192" name="Shape 1192"/>
        <p:cNvGrpSpPr/>
        <p:nvPr/>
      </p:nvGrpSpPr>
      <p:grpSpPr>
        <a:xfrm>
          <a:off x="0" y="0"/>
          <a:ext cx="0" cy="0"/>
          <a:chOff x="0" y="0"/>
          <a:chExt cx="0" cy="0"/>
        </a:xfrm>
      </p:grpSpPr>
      <p:sp>
        <p:nvSpPr>
          <p:cNvPr id="1193" name="Google Shape;1193;p230"/>
          <p:cNvSpPr txBox="1"/>
          <p:nvPr>
            <p:ph idx="11" type="ftr"/>
          </p:nvPr>
        </p:nvSpPr>
        <p:spPr>
          <a:xfrm>
            <a:off x="0" y="0"/>
            <a:ext cx="3000000" cy="3000000"/>
          </a:xfrm>
          <a:prstGeom prst="rect">
            <a:avLst/>
          </a:prstGeom>
          <a:noFill/>
          <a:ln>
            <a:noFill/>
          </a:ln>
        </p:spPr>
        <p:txBody>
          <a:bodyPr anchorCtr="0" anchor="t" bIns="0" lIns="0" spcFirstLastPara="1" rIns="0" wrap="square" tIns="0">
            <a:noAutofit/>
          </a:bodyPr>
          <a:lstStyle>
            <a:lvl1pPr lvl="0" marR="0" rtl="0" algn="ctr">
              <a:lnSpc>
                <a:spcPct val="100000"/>
              </a:lnSpc>
              <a:spcBef>
                <a:spcPts val="0"/>
              </a:spcBef>
              <a:spcAft>
                <a:spcPts val="0"/>
              </a:spcAft>
              <a:buClr>
                <a:srgbClr val="000000"/>
              </a:buClr>
              <a:buSzPts val="1400"/>
              <a:buFont typeface="Arial"/>
              <a:buNone/>
              <a:defRPr b="0" i="0" sz="1600" u="none" cap="none" strike="noStrike">
                <a:solidFill>
                  <a:srgbClr val="888888"/>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194" name="Google Shape;1194;p230"/>
          <p:cNvSpPr txBox="1"/>
          <p:nvPr>
            <p:ph idx="10" type="dt"/>
          </p:nvPr>
        </p:nvSpPr>
        <p:spPr>
          <a:xfrm>
            <a:off x="0" y="0"/>
            <a:ext cx="3000000" cy="3000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rgbClr val="888888"/>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195" name="Google Shape;1195;p230"/>
          <p:cNvSpPr txBox="1"/>
          <p:nvPr>
            <p:ph idx="12" type="sldNum"/>
          </p:nvPr>
        </p:nvSpPr>
        <p:spPr>
          <a:xfrm>
            <a:off x="0" y="0"/>
            <a:ext cx="3000000" cy="30000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888888"/>
              </a:buClr>
              <a:buSzPts val="1600"/>
              <a:buFont typeface="Tahoma"/>
              <a:buNone/>
              <a:defRPr b="0" i="0" sz="1600" u="none" cap="none" strike="noStrike">
                <a:solidFill>
                  <a:srgbClr val="888888"/>
                </a:solidFill>
                <a:latin typeface="Tahoma"/>
                <a:ea typeface="Tahoma"/>
                <a:cs typeface="Tahoma"/>
                <a:sym typeface="Tahoma"/>
              </a:defRPr>
            </a:lvl1pPr>
            <a:lvl2pPr indent="0" lvl="1" marL="0" marR="0" rtl="0" algn="r">
              <a:lnSpc>
                <a:spcPct val="100000"/>
              </a:lnSpc>
              <a:spcBef>
                <a:spcPts val="0"/>
              </a:spcBef>
              <a:spcAft>
                <a:spcPts val="0"/>
              </a:spcAft>
              <a:buClr>
                <a:srgbClr val="888888"/>
              </a:buClr>
              <a:buSzPts val="1600"/>
              <a:buFont typeface="Tahoma"/>
              <a:buNone/>
              <a:defRPr b="0" i="0" sz="1600" u="none" cap="none" strike="noStrike">
                <a:solidFill>
                  <a:srgbClr val="888888"/>
                </a:solidFill>
                <a:latin typeface="Tahoma"/>
                <a:ea typeface="Tahoma"/>
                <a:cs typeface="Tahoma"/>
                <a:sym typeface="Tahoma"/>
              </a:defRPr>
            </a:lvl2pPr>
            <a:lvl3pPr indent="0" lvl="2" marL="0" marR="0" rtl="0" algn="r">
              <a:lnSpc>
                <a:spcPct val="100000"/>
              </a:lnSpc>
              <a:spcBef>
                <a:spcPts val="0"/>
              </a:spcBef>
              <a:spcAft>
                <a:spcPts val="0"/>
              </a:spcAft>
              <a:buClr>
                <a:srgbClr val="888888"/>
              </a:buClr>
              <a:buSzPts val="1600"/>
              <a:buFont typeface="Tahoma"/>
              <a:buNone/>
              <a:defRPr b="0" i="0" sz="1600" u="none" cap="none" strike="noStrike">
                <a:solidFill>
                  <a:srgbClr val="888888"/>
                </a:solidFill>
                <a:latin typeface="Tahoma"/>
                <a:ea typeface="Tahoma"/>
                <a:cs typeface="Tahoma"/>
                <a:sym typeface="Tahoma"/>
              </a:defRPr>
            </a:lvl3pPr>
            <a:lvl4pPr indent="0" lvl="3" marL="0" marR="0" rtl="0" algn="r">
              <a:lnSpc>
                <a:spcPct val="100000"/>
              </a:lnSpc>
              <a:spcBef>
                <a:spcPts val="0"/>
              </a:spcBef>
              <a:spcAft>
                <a:spcPts val="0"/>
              </a:spcAft>
              <a:buClr>
                <a:srgbClr val="888888"/>
              </a:buClr>
              <a:buSzPts val="1600"/>
              <a:buFont typeface="Tahoma"/>
              <a:buNone/>
              <a:defRPr b="0" i="0" sz="1600" u="none" cap="none" strike="noStrike">
                <a:solidFill>
                  <a:srgbClr val="888888"/>
                </a:solidFill>
                <a:latin typeface="Tahoma"/>
                <a:ea typeface="Tahoma"/>
                <a:cs typeface="Tahoma"/>
                <a:sym typeface="Tahoma"/>
              </a:defRPr>
            </a:lvl4pPr>
            <a:lvl5pPr indent="0" lvl="4" marL="0" marR="0" rtl="0" algn="r">
              <a:lnSpc>
                <a:spcPct val="100000"/>
              </a:lnSpc>
              <a:spcBef>
                <a:spcPts val="0"/>
              </a:spcBef>
              <a:spcAft>
                <a:spcPts val="0"/>
              </a:spcAft>
              <a:buClr>
                <a:srgbClr val="888888"/>
              </a:buClr>
              <a:buSzPts val="1600"/>
              <a:buFont typeface="Tahoma"/>
              <a:buNone/>
              <a:defRPr b="0" i="0" sz="1600" u="none" cap="none" strike="noStrike">
                <a:solidFill>
                  <a:srgbClr val="888888"/>
                </a:solidFill>
                <a:latin typeface="Tahoma"/>
                <a:ea typeface="Tahoma"/>
                <a:cs typeface="Tahoma"/>
                <a:sym typeface="Tahoma"/>
              </a:defRPr>
            </a:lvl5pPr>
            <a:lvl6pPr indent="0" lvl="5" marL="0" marR="0" rtl="0" algn="r">
              <a:lnSpc>
                <a:spcPct val="100000"/>
              </a:lnSpc>
              <a:spcBef>
                <a:spcPts val="0"/>
              </a:spcBef>
              <a:spcAft>
                <a:spcPts val="0"/>
              </a:spcAft>
              <a:buClr>
                <a:srgbClr val="888888"/>
              </a:buClr>
              <a:buSzPts val="1600"/>
              <a:buFont typeface="Tahoma"/>
              <a:buNone/>
              <a:defRPr b="0" i="0" sz="1600" u="none" cap="none" strike="noStrike">
                <a:solidFill>
                  <a:srgbClr val="888888"/>
                </a:solidFill>
                <a:latin typeface="Tahoma"/>
                <a:ea typeface="Tahoma"/>
                <a:cs typeface="Tahoma"/>
                <a:sym typeface="Tahoma"/>
              </a:defRPr>
            </a:lvl6pPr>
            <a:lvl7pPr indent="0" lvl="6" marL="0" marR="0" rtl="0" algn="r">
              <a:lnSpc>
                <a:spcPct val="100000"/>
              </a:lnSpc>
              <a:spcBef>
                <a:spcPts val="0"/>
              </a:spcBef>
              <a:spcAft>
                <a:spcPts val="0"/>
              </a:spcAft>
              <a:buClr>
                <a:srgbClr val="888888"/>
              </a:buClr>
              <a:buSzPts val="1600"/>
              <a:buFont typeface="Tahoma"/>
              <a:buNone/>
              <a:defRPr b="0" i="0" sz="1600" u="none" cap="none" strike="noStrike">
                <a:solidFill>
                  <a:srgbClr val="888888"/>
                </a:solidFill>
                <a:latin typeface="Tahoma"/>
                <a:ea typeface="Tahoma"/>
                <a:cs typeface="Tahoma"/>
                <a:sym typeface="Tahoma"/>
              </a:defRPr>
            </a:lvl7pPr>
            <a:lvl8pPr indent="0" lvl="7" marL="0" marR="0" rtl="0" algn="r">
              <a:lnSpc>
                <a:spcPct val="100000"/>
              </a:lnSpc>
              <a:spcBef>
                <a:spcPts val="0"/>
              </a:spcBef>
              <a:spcAft>
                <a:spcPts val="0"/>
              </a:spcAft>
              <a:buClr>
                <a:srgbClr val="888888"/>
              </a:buClr>
              <a:buSzPts val="1600"/>
              <a:buFont typeface="Tahoma"/>
              <a:buNone/>
              <a:defRPr b="0" i="0" sz="1600" u="none" cap="none" strike="noStrike">
                <a:solidFill>
                  <a:srgbClr val="888888"/>
                </a:solidFill>
                <a:latin typeface="Tahoma"/>
                <a:ea typeface="Tahoma"/>
                <a:cs typeface="Tahoma"/>
                <a:sym typeface="Tahoma"/>
              </a:defRPr>
            </a:lvl8pPr>
            <a:lvl9pPr indent="0" lvl="8" marL="0" marR="0" rtl="0" algn="r">
              <a:lnSpc>
                <a:spcPct val="100000"/>
              </a:lnSpc>
              <a:spcBef>
                <a:spcPts val="0"/>
              </a:spcBef>
              <a:spcAft>
                <a:spcPts val="0"/>
              </a:spcAft>
              <a:buClr>
                <a:srgbClr val="888888"/>
              </a:buClr>
              <a:buSzPts val="1600"/>
              <a:buFont typeface="Tahoma"/>
              <a:buNone/>
              <a:defRPr b="0" i="0" sz="1600" u="none" cap="none" strike="noStrike">
                <a:solidFill>
                  <a:srgbClr val="888888"/>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over Content" type="txOverObj">
  <p:cSld name="TEXT_OVER_OBJECT">
    <p:spTree>
      <p:nvGrpSpPr>
        <p:cNvPr id="1196" name="Shape 1196"/>
        <p:cNvGrpSpPr/>
        <p:nvPr/>
      </p:nvGrpSpPr>
      <p:grpSpPr>
        <a:xfrm>
          <a:off x="0" y="0"/>
          <a:ext cx="0" cy="0"/>
          <a:chOff x="0" y="0"/>
          <a:chExt cx="0" cy="0"/>
        </a:xfrm>
      </p:grpSpPr>
      <p:sp>
        <p:nvSpPr>
          <p:cNvPr id="1197" name="Google Shape;1197;p2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8" name="Google Shape;1198;p231"/>
          <p:cNvSpPr txBox="1"/>
          <p:nvPr>
            <p:ph idx="1" type="body"/>
          </p:nvPr>
        </p:nvSpPr>
        <p:spPr>
          <a:xfrm>
            <a:off x="457200" y="1600200"/>
            <a:ext cx="8229600" cy="2185988"/>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199" name="Google Shape;1199;p231"/>
          <p:cNvSpPr txBox="1"/>
          <p:nvPr>
            <p:ph idx="2" type="body"/>
          </p:nvPr>
        </p:nvSpPr>
        <p:spPr>
          <a:xfrm>
            <a:off x="457200" y="3938588"/>
            <a:ext cx="8229600" cy="2187575"/>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200" name="Google Shape;1200;p231"/>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201" name="Google Shape;1201;p231"/>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202" name="Google Shape;1202;p23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1203" name="Shape 1203"/>
        <p:cNvGrpSpPr/>
        <p:nvPr/>
      </p:nvGrpSpPr>
      <p:grpSpPr>
        <a:xfrm>
          <a:off x="0" y="0"/>
          <a:ext cx="0" cy="0"/>
          <a:chOff x="0" y="0"/>
          <a:chExt cx="0" cy="0"/>
        </a:xfrm>
      </p:grpSpPr>
      <p:sp>
        <p:nvSpPr>
          <p:cNvPr id="1204" name="Google Shape;1204;p2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05" name="Google Shape;1205;p23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206" name="Google Shape;1206;p23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207" name="Google Shape;1207;p232"/>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208" name="Google Shape;1208;p232"/>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209" name="Google Shape;1209;p232"/>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10" name="Shape 1210"/>
        <p:cNvGrpSpPr/>
        <p:nvPr/>
      </p:nvGrpSpPr>
      <p:grpSpPr>
        <a:xfrm>
          <a:off x="0" y="0"/>
          <a:ext cx="0" cy="0"/>
          <a:chOff x="0" y="0"/>
          <a:chExt cx="0" cy="0"/>
        </a:xfrm>
      </p:grpSpPr>
      <p:sp>
        <p:nvSpPr>
          <p:cNvPr id="1211" name="Google Shape;1211;p2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2" name="Google Shape;1212;p233"/>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213" name="Google Shape;1213;p233"/>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214" name="Google Shape;1214;p233"/>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1215" name="Shape 1215"/>
        <p:cNvGrpSpPr/>
        <p:nvPr/>
      </p:nvGrpSpPr>
      <p:grpSpPr>
        <a:xfrm>
          <a:off x="0" y="0"/>
          <a:ext cx="0" cy="0"/>
          <a:chOff x="0" y="0"/>
          <a:chExt cx="0" cy="0"/>
        </a:xfrm>
      </p:grpSpPr>
      <p:sp>
        <p:nvSpPr>
          <p:cNvPr id="1216" name="Google Shape;1216;p234"/>
          <p:cNvSpPr txBox="1"/>
          <p:nvPr>
            <p:ph type="title"/>
          </p:nvPr>
        </p:nvSpPr>
        <p:spPr>
          <a:xfrm>
            <a:off x="457200" y="274638"/>
            <a:ext cx="8229600" cy="1143000"/>
          </a:xfrm>
          <a:prstGeom prst="rect">
            <a:avLst/>
          </a:prstGeom>
          <a:noFill/>
          <a:ln>
            <a:noFill/>
          </a:ln>
        </p:spPr>
        <p:txBody>
          <a:bodyPr anchorCtr="0" anchor="ctr" bIns="0" lIns="0" spcFirstLastPara="1" rIns="0" wrap="square" tIns="0">
            <a:normAutofit/>
          </a:bodyPr>
          <a:lstStyle>
            <a:lvl1pPr lvl="0" algn="l">
              <a:lnSpc>
                <a:spcPct val="100000"/>
              </a:lnSpc>
              <a:spcBef>
                <a:spcPts val="0"/>
              </a:spcBef>
              <a:spcAft>
                <a:spcPts val="0"/>
              </a:spcAft>
              <a:buSzPts val="1400"/>
              <a:buNone/>
              <a:defRPr b="0" i="0" sz="2100">
                <a:solidFill>
                  <a:schemeClr val="dk1"/>
                </a:solidFill>
                <a:latin typeface="Libre Franklin Medium"/>
                <a:ea typeface="Libre Franklin Medium"/>
                <a:cs typeface="Libre Franklin Medium"/>
                <a:sym typeface="Libre Franklin Medium"/>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7" name="Google Shape;1217;p234"/>
          <p:cNvSpPr txBox="1"/>
          <p:nvPr>
            <p:ph idx="1" type="body"/>
          </p:nvPr>
        </p:nvSpPr>
        <p:spPr>
          <a:xfrm>
            <a:off x="457200" y="1577340"/>
            <a:ext cx="3977640" cy="492443"/>
          </a:xfrm>
          <a:prstGeom prst="rect">
            <a:avLst/>
          </a:prstGeom>
          <a:noFill/>
          <a:ln>
            <a:noFill/>
          </a:ln>
        </p:spPr>
        <p:txBody>
          <a:bodyPr anchorCtr="0" anchor="t" bIns="0" lIns="0" spcFirstLastPara="1" rIns="0" wrap="square" tIns="0">
            <a:spAutoFit/>
          </a:bodyPr>
          <a:lstStyle>
            <a:lvl1pPr indent="-431800" lvl="0" marL="457200" algn="l">
              <a:lnSpc>
                <a:spcPct val="100000"/>
              </a:lnSpc>
              <a:spcBef>
                <a:spcPts val="640"/>
              </a:spcBef>
              <a:spcAft>
                <a:spcPts val="0"/>
              </a:spcAft>
              <a:buClr>
                <a:schemeClr val="dk1"/>
              </a:buClr>
              <a:buSzPts val="32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218" name="Google Shape;1218;p234"/>
          <p:cNvSpPr txBox="1"/>
          <p:nvPr>
            <p:ph idx="2" type="body"/>
          </p:nvPr>
        </p:nvSpPr>
        <p:spPr>
          <a:xfrm>
            <a:off x="4709160" y="1577340"/>
            <a:ext cx="3977640" cy="492443"/>
          </a:xfrm>
          <a:prstGeom prst="rect">
            <a:avLst/>
          </a:prstGeom>
          <a:noFill/>
          <a:ln>
            <a:noFill/>
          </a:ln>
        </p:spPr>
        <p:txBody>
          <a:bodyPr anchorCtr="0" anchor="t" bIns="0" lIns="0" spcFirstLastPara="1" rIns="0" wrap="square" tIns="0">
            <a:spAutoFit/>
          </a:bodyPr>
          <a:lstStyle>
            <a:lvl1pPr indent="-431800" lvl="0" marL="457200" algn="l">
              <a:lnSpc>
                <a:spcPct val="100000"/>
              </a:lnSpc>
              <a:spcBef>
                <a:spcPts val="640"/>
              </a:spcBef>
              <a:spcAft>
                <a:spcPts val="0"/>
              </a:spcAft>
              <a:buClr>
                <a:schemeClr val="dk1"/>
              </a:buClr>
              <a:buSzPts val="32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219" name="Google Shape;1219;p234"/>
          <p:cNvSpPr txBox="1"/>
          <p:nvPr>
            <p:ph idx="11" type="ftr"/>
          </p:nvPr>
        </p:nvSpPr>
        <p:spPr>
          <a:xfrm>
            <a:off x="4096345" y="6564312"/>
            <a:ext cx="951547" cy="169545"/>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750" u="none" cap="none" strike="noStrike">
                <a:solidFill>
                  <a:srgbClr val="7F7F7F"/>
                </a:solidFill>
                <a:latin typeface="Libre Franklin Medium"/>
                <a:ea typeface="Libre Franklin Medium"/>
                <a:cs typeface="Libre Franklin Medium"/>
                <a:sym typeface="Libre Franklin Medium"/>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220" name="Google Shape;1220;p234"/>
          <p:cNvSpPr txBox="1"/>
          <p:nvPr>
            <p:ph idx="10" type="dt"/>
          </p:nvPr>
        </p:nvSpPr>
        <p:spPr>
          <a:xfrm>
            <a:off x="457200" y="6377940"/>
            <a:ext cx="2103120" cy="3429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rgbClr val="888888"/>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221" name="Google Shape;1221;p234"/>
          <p:cNvSpPr txBox="1"/>
          <p:nvPr>
            <p:ph idx="12" type="sldNum"/>
          </p:nvPr>
        </p:nvSpPr>
        <p:spPr>
          <a:xfrm>
            <a:off x="8736711" y="6549624"/>
            <a:ext cx="173831" cy="184150"/>
          </a:xfrm>
          <a:prstGeom prst="rect">
            <a:avLst/>
          </a:prstGeom>
          <a:noFill/>
          <a:ln>
            <a:noFill/>
          </a:ln>
        </p:spPr>
        <p:txBody>
          <a:bodyPr anchorCtr="0" anchor="t" bIns="0" lIns="0" spcFirstLastPara="1" rIns="0" wrap="square" tIns="0">
            <a:noAutofit/>
          </a:bodyPr>
          <a:lstStyle>
            <a:lvl1pPr indent="0" lvl="0" marL="28575" marR="0" rtl="0" algn="l">
              <a:lnSpc>
                <a:spcPct val="100000"/>
              </a:lnSpc>
              <a:spcBef>
                <a:spcPts val="0"/>
              </a:spcBef>
              <a:spcAft>
                <a:spcPts val="0"/>
              </a:spcAft>
              <a:buClr>
                <a:srgbClr val="000000"/>
              </a:buClr>
              <a:buSzPts val="825"/>
              <a:buFont typeface="Libre Franklin Medium"/>
              <a:buNone/>
              <a:defRPr b="0" i="0" sz="825" u="none" cap="none" strike="noStrike">
                <a:solidFill>
                  <a:srgbClr val="000000"/>
                </a:solidFill>
                <a:latin typeface="Libre Franklin Medium"/>
                <a:ea typeface="Libre Franklin Medium"/>
                <a:cs typeface="Libre Franklin Medium"/>
                <a:sym typeface="Libre Franklin Medium"/>
              </a:defRPr>
            </a:lvl1pPr>
            <a:lvl2pPr indent="0" lvl="1" marL="28575" marR="0" rtl="0" algn="l">
              <a:lnSpc>
                <a:spcPct val="100000"/>
              </a:lnSpc>
              <a:spcBef>
                <a:spcPts val="0"/>
              </a:spcBef>
              <a:spcAft>
                <a:spcPts val="0"/>
              </a:spcAft>
              <a:buClr>
                <a:srgbClr val="000000"/>
              </a:buClr>
              <a:buSzPts val="825"/>
              <a:buFont typeface="Libre Franklin Medium"/>
              <a:buNone/>
              <a:defRPr b="0" i="0" sz="825" u="none" cap="none" strike="noStrike">
                <a:solidFill>
                  <a:srgbClr val="000000"/>
                </a:solidFill>
                <a:latin typeface="Libre Franklin Medium"/>
                <a:ea typeface="Libre Franklin Medium"/>
                <a:cs typeface="Libre Franklin Medium"/>
                <a:sym typeface="Libre Franklin Medium"/>
              </a:defRPr>
            </a:lvl2pPr>
            <a:lvl3pPr indent="0" lvl="2" marL="28575" marR="0" rtl="0" algn="l">
              <a:lnSpc>
                <a:spcPct val="100000"/>
              </a:lnSpc>
              <a:spcBef>
                <a:spcPts val="0"/>
              </a:spcBef>
              <a:spcAft>
                <a:spcPts val="0"/>
              </a:spcAft>
              <a:buClr>
                <a:srgbClr val="000000"/>
              </a:buClr>
              <a:buSzPts val="825"/>
              <a:buFont typeface="Libre Franklin Medium"/>
              <a:buNone/>
              <a:defRPr b="0" i="0" sz="825" u="none" cap="none" strike="noStrike">
                <a:solidFill>
                  <a:srgbClr val="000000"/>
                </a:solidFill>
                <a:latin typeface="Libre Franklin Medium"/>
                <a:ea typeface="Libre Franklin Medium"/>
                <a:cs typeface="Libre Franklin Medium"/>
                <a:sym typeface="Libre Franklin Medium"/>
              </a:defRPr>
            </a:lvl3pPr>
            <a:lvl4pPr indent="0" lvl="3" marL="28575" marR="0" rtl="0" algn="l">
              <a:lnSpc>
                <a:spcPct val="100000"/>
              </a:lnSpc>
              <a:spcBef>
                <a:spcPts val="0"/>
              </a:spcBef>
              <a:spcAft>
                <a:spcPts val="0"/>
              </a:spcAft>
              <a:buClr>
                <a:srgbClr val="000000"/>
              </a:buClr>
              <a:buSzPts val="825"/>
              <a:buFont typeface="Libre Franklin Medium"/>
              <a:buNone/>
              <a:defRPr b="0" i="0" sz="825" u="none" cap="none" strike="noStrike">
                <a:solidFill>
                  <a:srgbClr val="000000"/>
                </a:solidFill>
                <a:latin typeface="Libre Franklin Medium"/>
                <a:ea typeface="Libre Franklin Medium"/>
                <a:cs typeface="Libre Franklin Medium"/>
                <a:sym typeface="Libre Franklin Medium"/>
              </a:defRPr>
            </a:lvl4pPr>
            <a:lvl5pPr indent="0" lvl="4" marL="28575" marR="0" rtl="0" algn="l">
              <a:lnSpc>
                <a:spcPct val="100000"/>
              </a:lnSpc>
              <a:spcBef>
                <a:spcPts val="0"/>
              </a:spcBef>
              <a:spcAft>
                <a:spcPts val="0"/>
              </a:spcAft>
              <a:buClr>
                <a:srgbClr val="000000"/>
              </a:buClr>
              <a:buSzPts val="825"/>
              <a:buFont typeface="Libre Franklin Medium"/>
              <a:buNone/>
              <a:defRPr b="0" i="0" sz="825" u="none" cap="none" strike="noStrike">
                <a:solidFill>
                  <a:srgbClr val="000000"/>
                </a:solidFill>
                <a:latin typeface="Libre Franklin Medium"/>
                <a:ea typeface="Libre Franklin Medium"/>
                <a:cs typeface="Libre Franklin Medium"/>
                <a:sym typeface="Libre Franklin Medium"/>
              </a:defRPr>
            </a:lvl5pPr>
            <a:lvl6pPr indent="0" lvl="5" marL="28575" marR="0" rtl="0" algn="l">
              <a:lnSpc>
                <a:spcPct val="100000"/>
              </a:lnSpc>
              <a:spcBef>
                <a:spcPts val="0"/>
              </a:spcBef>
              <a:spcAft>
                <a:spcPts val="0"/>
              </a:spcAft>
              <a:buClr>
                <a:srgbClr val="000000"/>
              </a:buClr>
              <a:buSzPts val="825"/>
              <a:buFont typeface="Libre Franklin Medium"/>
              <a:buNone/>
              <a:defRPr b="0" i="0" sz="825" u="none" cap="none" strike="noStrike">
                <a:solidFill>
                  <a:srgbClr val="000000"/>
                </a:solidFill>
                <a:latin typeface="Libre Franklin Medium"/>
                <a:ea typeface="Libre Franklin Medium"/>
                <a:cs typeface="Libre Franklin Medium"/>
                <a:sym typeface="Libre Franklin Medium"/>
              </a:defRPr>
            </a:lvl6pPr>
            <a:lvl7pPr indent="0" lvl="6" marL="28575" marR="0" rtl="0" algn="l">
              <a:lnSpc>
                <a:spcPct val="100000"/>
              </a:lnSpc>
              <a:spcBef>
                <a:spcPts val="0"/>
              </a:spcBef>
              <a:spcAft>
                <a:spcPts val="0"/>
              </a:spcAft>
              <a:buClr>
                <a:srgbClr val="000000"/>
              </a:buClr>
              <a:buSzPts val="825"/>
              <a:buFont typeface="Libre Franklin Medium"/>
              <a:buNone/>
              <a:defRPr b="0" i="0" sz="825" u="none" cap="none" strike="noStrike">
                <a:solidFill>
                  <a:srgbClr val="000000"/>
                </a:solidFill>
                <a:latin typeface="Libre Franklin Medium"/>
                <a:ea typeface="Libre Franklin Medium"/>
                <a:cs typeface="Libre Franklin Medium"/>
                <a:sym typeface="Libre Franklin Medium"/>
              </a:defRPr>
            </a:lvl7pPr>
            <a:lvl8pPr indent="0" lvl="7" marL="28575" marR="0" rtl="0" algn="l">
              <a:lnSpc>
                <a:spcPct val="100000"/>
              </a:lnSpc>
              <a:spcBef>
                <a:spcPts val="0"/>
              </a:spcBef>
              <a:spcAft>
                <a:spcPts val="0"/>
              </a:spcAft>
              <a:buClr>
                <a:srgbClr val="000000"/>
              </a:buClr>
              <a:buSzPts val="825"/>
              <a:buFont typeface="Libre Franklin Medium"/>
              <a:buNone/>
              <a:defRPr b="0" i="0" sz="825" u="none" cap="none" strike="noStrike">
                <a:solidFill>
                  <a:srgbClr val="000000"/>
                </a:solidFill>
                <a:latin typeface="Libre Franklin Medium"/>
                <a:ea typeface="Libre Franklin Medium"/>
                <a:cs typeface="Libre Franklin Medium"/>
                <a:sym typeface="Libre Franklin Medium"/>
              </a:defRPr>
            </a:lvl8pPr>
            <a:lvl9pPr indent="0" lvl="8" marL="28575" marR="0" rtl="0" algn="l">
              <a:lnSpc>
                <a:spcPct val="100000"/>
              </a:lnSpc>
              <a:spcBef>
                <a:spcPts val="0"/>
              </a:spcBef>
              <a:spcAft>
                <a:spcPts val="0"/>
              </a:spcAft>
              <a:buClr>
                <a:srgbClr val="000000"/>
              </a:buClr>
              <a:buSzPts val="825"/>
              <a:buFont typeface="Libre Franklin Medium"/>
              <a:buNone/>
              <a:defRPr b="0" i="0" sz="825" u="none" cap="none" strike="noStrike">
                <a:solidFill>
                  <a:srgbClr val="000000"/>
                </a:solidFill>
                <a:latin typeface="Libre Franklin Medium"/>
                <a:ea typeface="Libre Franklin Medium"/>
                <a:cs typeface="Libre Franklin Medium"/>
                <a:sym typeface="Libre Franklin Medium"/>
              </a:defRPr>
            </a:lvl9pPr>
          </a:lstStyle>
          <a:p>
            <a:pPr indent="0" lvl="0" marL="28575"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Title and Content">
  <p:cSld name="17_Title and Content">
    <p:spTree>
      <p:nvGrpSpPr>
        <p:cNvPr id="1222" name="Shape 1222"/>
        <p:cNvGrpSpPr/>
        <p:nvPr/>
      </p:nvGrpSpPr>
      <p:grpSpPr>
        <a:xfrm>
          <a:off x="0" y="0"/>
          <a:ext cx="0" cy="0"/>
          <a:chOff x="0" y="0"/>
          <a:chExt cx="0" cy="0"/>
        </a:xfrm>
      </p:grpSpPr>
      <p:sp>
        <p:nvSpPr>
          <p:cNvPr id="1223" name="Google Shape;1223;p235"/>
          <p:cNvSpPr txBox="1"/>
          <p:nvPr>
            <p:ph type="title"/>
          </p:nvPr>
        </p:nvSpPr>
        <p:spPr>
          <a:xfrm>
            <a:off x="457200" y="274638"/>
            <a:ext cx="8229600" cy="1143000"/>
          </a:xfrm>
          <a:prstGeom prst="rect">
            <a:avLst/>
          </a:prstGeom>
          <a:noFill/>
          <a:ln>
            <a:noFill/>
          </a:ln>
        </p:spPr>
        <p:txBody>
          <a:bodyPr anchorCtr="0" anchor="ctr" bIns="0" lIns="0" spcFirstLastPara="1" rIns="0" wrap="square" tIns="0">
            <a:normAutofit/>
          </a:bodyPr>
          <a:lstStyle>
            <a:lvl1pPr lvl="0" algn="l">
              <a:lnSpc>
                <a:spcPct val="100000"/>
              </a:lnSpc>
              <a:spcBef>
                <a:spcPts val="0"/>
              </a:spcBef>
              <a:spcAft>
                <a:spcPts val="0"/>
              </a:spcAft>
              <a:buSzPts val="1400"/>
              <a:buNone/>
              <a:defRPr b="0" i="0" sz="2774">
                <a:solidFill>
                  <a:srgbClr val="3333B2"/>
                </a:solidFill>
                <a:latin typeface="Tahoma"/>
                <a:ea typeface="Tahoma"/>
                <a:cs typeface="Tahoma"/>
                <a:sym typeface="Tahom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4" name="Google Shape;1224;p235"/>
          <p:cNvSpPr txBox="1"/>
          <p:nvPr>
            <p:ph idx="1" type="body"/>
          </p:nvPr>
        </p:nvSpPr>
        <p:spPr>
          <a:xfrm>
            <a:off x="457200" y="1600200"/>
            <a:ext cx="8229600" cy="4525963"/>
          </a:xfrm>
          <a:prstGeom prst="rect">
            <a:avLst/>
          </a:prstGeom>
          <a:noFill/>
          <a:ln>
            <a:noFill/>
          </a:ln>
        </p:spPr>
        <p:txBody>
          <a:bodyPr anchorCtr="0" anchor="t" bIns="0" lIns="0" spcFirstLastPara="1" rIns="0" wrap="square" tIns="0">
            <a:noAutofit/>
          </a:bodyPr>
          <a:lstStyle>
            <a:lvl1pPr indent="-367030" lvl="0" marL="457200" algn="l">
              <a:lnSpc>
                <a:spcPct val="100000"/>
              </a:lnSpc>
              <a:spcBef>
                <a:spcPts val="436"/>
              </a:spcBef>
              <a:spcAft>
                <a:spcPts val="0"/>
              </a:spcAft>
              <a:buClr>
                <a:schemeClr val="dk1"/>
              </a:buClr>
              <a:buSzPts val="2180"/>
              <a:buChar char="•"/>
              <a:defRPr b="0" i="0" sz="2180">
                <a:solidFill>
                  <a:schemeClr val="dk1"/>
                </a:solidFill>
                <a:latin typeface="Tahoma"/>
                <a:ea typeface="Tahoma"/>
                <a:cs typeface="Tahoma"/>
                <a:sym typeface="Tahoma"/>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225" name="Google Shape;1225;p235"/>
          <p:cNvSpPr txBox="1"/>
          <p:nvPr>
            <p:ph idx="11" type="ftr"/>
          </p:nvPr>
        </p:nvSpPr>
        <p:spPr>
          <a:xfrm>
            <a:off x="3108960" y="6377940"/>
            <a:ext cx="2926080" cy="342899"/>
          </a:xfrm>
          <a:prstGeom prst="rect">
            <a:avLst/>
          </a:prstGeom>
          <a:noFill/>
          <a:ln>
            <a:noFill/>
          </a:ln>
        </p:spPr>
        <p:txBody>
          <a:bodyPr anchorCtr="0" anchor="t" bIns="0" lIns="0" spcFirstLastPara="1" rIns="0" wrap="square" tIns="0">
            <a:noAutofit/>
          </a:bodyPr>
          <a:lstStyle>
            <a:lvl1pPr lvl="0" marR="0" rtl="0" algn="ctr">
              <a:lnSpc>
                <a:spcPct val="100000"/>
              </a:lnSpc>
              <a:spcBef>
                <a:spcPts val="0"/>
              </a:spcBef>
              <a:spcAft>
                <a:spcPts val="0"/>
              </a:spcAft>
              <a:buClr>
                <a:srgbClr val="000000"/>
              </a:buClr>
              <a:buSzPts val="1400"/>
              <a:buFont typeface="Arial"/>
              <a:buNone/>
              <a:defRPr b="0" i="0" sz="1600" u="none" cap="none" strike="noStrike">
                <a:solidFill>
                  <a:srgbClr val="888888"/>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226" name="Google Shape;1226;p235"/>
          <p:cNvSpPr txBox="1"/>
          <p:nvPr>
            <p:ph idx="10" type="dt"/>
          </p:nvPr>
        </p:nvSpPr>
        <p:spPr>
          <a:xfrm>
            <a:off x="457201" y="6377940"/>
            <a:ext cx="2103120" cy="342899"/>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rgbClr val="888888"/>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227" name="Google Shape;1227;p235"/>
          <p:cNvSpPr txBox="1"/>
          <p:nvPr>
            <p:ph idx="12" type="sldNum"/>
          </p:nvPr>
        </p:nvSpPr>
        <p:spPr>
          <a:xfrm>
            <a:off x="6583681" y="6377940"/>
            <a:ext cx="2103120" cy="342899"/>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888888"/>
              </a:buClr>
              <a:buSzPts val="1600"/>
              <a:buFont typeface="Tahoma"/>
              <a:buNone/>
              <a:defRPr b="0" i="0" sz="1600" u="none" cap="none" strike="noStrike">
                <a:solidFill>
                  <a:srgbClr val="888888"/>
                </a:solidFill>
                <a:latin typeface="Tahoma"/>
                <a:ea typeface="Tahoma"/>
                <a:cs typeface="Tahoma"/>
                <a:sym typeface="Tahoma"/>
              </a:defRPr>
            </a:lvl1pPr>
            <a:lvl2pPr indent="0" lvl="1" marL="0" marR="0" rtl="0" algn="r">
              <a:lnSpc>
                <a:spcPct val="100000"/>
              </a:lnSpc>
              <a:spcBef>
                <a:spcPts val="0"/>
              </a:spcBef>
              <a:spcAft>
                <a:spcPts val="0"/>
              </a:spcAft>
              <a:buClr>
                <a:srgbClr val="888888"/>
              </a:buClr>
              <a:buSzPts val="1600"/>
              <a:buFont typeface="Tahoma"/>
              <a:buNone/>
              <a:defRPr b="0" i="0" sz="1600" u="none" cap="none" strike="noStrike">
                <a:solidFill>
                  <a:srgbClr val="888888"/>
                </a:solidFill>
                <a:latin typeface="Tahoma"/>
                <a:ea typeface="Tahoma"/>
                <a:cs typeface="Tahoma"/>
                <a:sym typeface="Tahoma"/>
              </a:defRPr>
            </a:lvl2pPr>
            <a:lvl3pPr indent="0" lvl="2" marL="0" marR="0" rtl="0" algn="r">
              <a:lnSpc>
                <a:spcPct val="100000"/>
              </a:lnSpc>
              <a:spcBef>
                <a:spcPts val="0"/>
              </a:spcBef>
              <a:spcAft>
                <a:spcPts val="0"/>
              </a:spcAft>
              <a:buClr>
                <a:srgbClr val="888888"/>
              </a:buClr>
              <a:buSzPts val="1600"/>
              <a:buFont typeface="Tahoma"/>
              <a:buNone/>
              <a:defRPr b="0" i="0" sz="1600" u="none" cap="none" strike="noStrike">
                <a:solidFill>
                  <a:srgbClr val="888888"/>
                </a:solidFill>
                <a:latin typeface="Tahoma"/>
                <a:ea typeface="Tahoma"/>
                <a:cs typeface="Tahoma"/>
                <a:sym typeface="Tahoma"/>
              </a:defRPr>
            </a:lvl3pPr>
            <a:lvl4pPr indent="0" lvl="3" marL="0" marR="0" rtl="0" algn="r">
              <a:lnSpc>
                <a:spcPct val="100000"/>
              </a:lnSpc>
              <a:spcBef>
                <a:spcPts val="0"/>
              </a:spcBef>
              <a:spcAft>
                <a:spcPts val="0"/>
              </a:spcAft>
              <a:buClr>
                <a:srgbClr val="888888"/>
              </a:buClr>
              <a:buSzPts val="1600"/>
              <a:buFont typeface="Tahoma"/>
              <a:buNone/>
              <a:defRPr b="0" i="0" sz="1600" u="none" cap="none" strike="noStrike">
                <a:solidFill>
                  <a:srgbClr val="888888"/>
                </a:solidFill>
                <a:latin typeface="Tahoma"/>
                <a:ea typeface="Tahoma"/>
                <a:cs typeface="Tahoma"/>
                <a:sym typeface="Tahoma"/>
              </a:defRPr>
            </a:lvl4pPr>
            <a:lvl5pPr indent="0" lvl="4" marL="0" marR="0" rtl="0" algn="r">
              <a:lnSpc>
                <a:spcPct val="100000"/>
              </a:lnSpc>
              <a:spcBef>
                <a:spcPts val="0"/>
              </a:spcBef>
              <a:spcAft>
                <a:spcPts val="0"/>
              </a:spcAft>
              <a:buClr>
                <a:srgbClr val="888888"/>
              </a:buClr>
              <a:buSzPts val="1600"/>
              <a:buFont typeface="Tahoma"/>
              <a:buNone/>
              <a:defRPr b="0" i="0" sz="1600" u="none" cap="none" strike="noStrike">
                <a:solidFill>
                  <a:srgbClr val="888888"/>
                </a:solidFill>
                <a:latin typeface="Tahoma"/>
                <a:ea typeface="Tahoma"/>
                <a:cs typeface="Tahoma"/>
                <a:sym typeface="Tahoma"/>
              </a:defRPr>
            </a:lvl5pPr>
            <a:lvl6pPr indent="0" lvl="5" marL="0" marR="0" rtl="0" algn="r">
              <a:lnSpc>
                <a:spcPct val="100000"/>
              </a:lnSpc>
              <a:spcBef>
                <a:spcPts val="0"/>
              </a:spcBef>
              <a:spcAft>
                <a:spcPts val="0"/>
              </a:spcAft>
              <a:buClr>
                <a:srgbClr val="888888"/>
              </a:buClr>
              <a:buSzPts val="1600"/>
              <a:buFont typeface="Tahoma"/>
              <a:buNone/>
              <a:defRPr b="0" i="0" sz="1600" u="none" cap="none" strike="noStrike">
                <a:solidFill>
                  <a:srgbClr val="888888"/>
                </a:solidFill>
                <a:latin typeface="Tahoma"/>
                <a:ea typeface="Tahoma"/>
                <a:cs typeface="Tahoma"/>
                <a:sym typeface="Tahoma"/>
              </a:defRPr>
            </a:lvl6pPr>
            <a:lvl7pPr indent="0" lvl="6" marL="0" marR="0" rtl="0" algn="r">
              <a:lnSpc>
                <a:spcPct val="100000"/>
              </a:lnSpc>
              <a:spcBef>
                <a:spcPts val="0"/>
              </a:spcBef>
              <a:spcAft>
                <a:spcPts val="0"/>
              </a:spcAft>
              <a:buClr>
                <a:srgbClr val="888888"/>
              </a:buClr>
              <a:buSzPts val="1600"/>
              <a:buFont typeface="Tahoma"/>
              <a:buNone/>
              <a:defRPr b="0" i="0" sz="1600" u="none" cap="none" strike="noStrike">
                <a:solidFill>
                  <a:srgbClr val="888888"/>
                </a:solidFill>
                <a:latin typeface="Tahoma"/>
                <a:ea typeface="Tahoma"/>
                <a:cs typeface="Tahoma"/>
                <a:sym typeface="Tahoma"/>
              </a:defRPr>
            </a:lvl7pPr>
            <a:lvl8pPr indent="0" lvl="7" marL="0" marR="0" rtl="0" algn="r">
              <a:lnSpc>
                <a:spcPct val="100000"/>
              </a:lnSpc>
              <a:spcBef>
                <a:spcPts val="0"/>
              </a:spcBef>
              <a:spcAft>
                <a:spcPts val="0"/>
              </a:spcAft>
              <a:buClr>
                <a:srgbClr val="888888"/>
              </a:buClr>
              <a:buSzPts val="1600"/>
              <a:buFont typeface="Tahoma"/>
              <a:buNone/>
              <a:defRPr b="0" i="0" sz="1600" u="none" cap="none" strike="noStrike">
                <a:solidFill>
                  <a:srgbClr val="888888"/>
                </a:solidFill>
                <a:latin typeface="Tahoma"/>
                <a:ea typeface="Tahoma"/>
                <a:cs typeface="Tahoma"/>
                <a:sym typeface="Tahoma"/>
              </a:defRPr>
            </a:lvl8pPr>
            <a:lvl9pPr indent="0" lvl="8" marL="0" marR="0" rtl="0" algn="r">
              <a:lnSpc>
                <a:spcPct val="100000"/>
              </a:lnSpc>
              <a:spcBef>
                <a:spcPts val="0"/>
              </a:spcBef>
              <a:spcAft>
                <a:spcPts val="0"/>
              </a:spcAft>
              <a:buClr>
                <a:srgbClr val="888888"/>
              </a:buClr>
              <a:buSzPts val="1600"/>
              <a:buFont typeface="Tahoma"/>
              <a:buNone/>
              <a:defRPr b="0" i="0" sz="1600" u="none" cap="none" strike="noStrike">
                <a:solidFill>
                  <a:srgbClr val="888888"/>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40" name="Shape 1240"/>
        <p:cNvGrpSpPr/>
        <p:nvPr/>
      </p:nvGrpSpPr>
      <p:grpSpPr>
        <a:xfrm>
          <a:off x="0" y="0"/>
          <a:ext cx="0" cy="0"/>
          <a:chOff x="0" y="0"/>
          <a:chExt cx="0" cy="0"/>
        </a:xfrm>
      </p:grpSpPr>
      <p:sp>
        <p:nvSpPr>
          <p:cNvPr id="1241" name="Google Shape;1241;p112"/>
          <p:cNvSpPr txBox="1"/>
          <p:nvPr>
            <p:ph idx="10" type="dt"/>
          </p:nvPr>
        </p:nvSpPr>
        <p:spPr>
          <a:xfrm>
            <a:off x="457200" y="6356352"/>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242" name="Google Shape;1242;p112"/>
          <p:cNvSpPr txBox="1"/>
          <p:nvPr>
            <p:ph idx="11" type="ftr"/>
          </p:nvPr>
        </p:nvSpPr>
        <p:spPr>
          <a:xfrm>
            <a:off x="3124200" y="6356352"/>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243" name="Google Shape;1243;p112"/>
          <p:cNvSpPr txBox="1"/>
          <p:nvPr>
            <p:ph idx="12" type="sldNum"/>
          </p:nvPr>
        </p:nvSpPr>
        <p:spPr>
          <a:xfrm>
            <a:off x="6553200" y="6356352"/>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one">
  <p:cSld name="Blank_one">
    <p:spTree>
      <p:nvGrpSpPr>
        <p:cNvPr id="1244" name="Shape 1244"/>
        <p:cNvGrpSpPr/>
        <p:nvPr/>
      </p:nvGrpSpPr>
      <p:grpSpPr>
        <a:xfrm>
          <a:off x="0" y="0"/>
          <a:ext cx="0" cy="0"/>
          <a:chOff x="0" y="0"/>
          <a:chExt cx="0" cy="0"/>
        </a:xfrm>
      </p:grpSpPr>
      <p:sp>
        <p:nvSpPr>
          <p:cNvPr id="1245" name="Google Shape;1245;p113"/>
          <p:cNvSpPr txBox="1"/>
          <p:nvPr/>
        </p:nvSpPr>
        <p:spPr>
          <a:xfrm>
            <a:off x="8153400" y="6550026"/>
            <a:ext cx="990600" cy="21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825"/>
              <a:buFont typeface="Arial"/>
              <a:buNone/>
            </a:pPr>
            <a:r>
              <a:rPr b="1" i="0" lang="en-US" sz="825" u="none" cap="none" strike="noStrike">
                <a:solidFill>
                  <a:srgbClr val="101141"/>
                </a:solidFill>
                <a:latin typeface="Arial"/>
                <a:ea typeface="Arial"/>
                <a:cs typeface="Arial"/>
                <a:sym typeface="Arial"/>
              </a:rPr>
              <a:t>BITS </a:t>
            </a:r>
            <a:r>
              <a:rPr b="0" i="0" lang="en-US" sz="825" u="none" cap="none" strike="noStrike">
                <a:solidFill>
                  <a:srgbClr val="101141"/>
                </a:solidFill>
                <a:latin typeface="Arial"/>
                <a:ea typeface="Arial"/>
                <a:cs typeface="Arial"/>
                <a:sym typeface="Arial"/>
              </a:rPr>
              <a:t>Pilani</a:t>
            </a:r>
            <a:endParaRPr b="0" i="0" sz="825" u="none" cap="none" strike="noStrike">
              <a:solidFill>
                <a:srgbClr val="101141"/>
              </a:solidFill>
              <a:latin typeface="Arial"/>
              <a:ea typeface="Arial"/>
              <a:cs typeface="Arial"/>
              <a:sym typeface="Arial"/>
            </a:endParaRPr>
          </a:p>
        </p:txBody>
      </p:sp>
      <p:grpSp>
        <p:nvGrpSpPr>
          <p:cNvPr id="1246" name="Google Shape;1246;p113"/>
          <p:cNvGrpSpPr/>
          <p:nvPr/>
        </p:nvGrpSpPr>
        <p:grpSpPr>
          <a:xfrm>
            <a:off x="2084388" y="6550027"/>
            <a:ext cx="7059612" cy="49213"/>
            <a:chOff x="2083888" y="6550671"/>
            <a:chExt cx="7060112" cy="48665"/>
          </a:xfrm>
        </p:grpSpPr>
        <p:sp>
          <p:nvSpPr>
            <p:cNvPr id="1247" name="Google Shape;1247;p113"/>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248" name="Google Shape;1248;p113"/>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249" name="Google Shape;1249;p113"/>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pic>
        <p:nvPicPr>
          <p:cNvPr descr="Picture 7.png" id="1250" name="Google Shape;1250;p113"/>
          <p:cNvPicPr preferRelativeResize="0"/>
          <p:nvPr/>
        </p:nvPicPr>
        <p:blipFill rotWithShape="1">
          <a:blip r:embed="rId2">
            <a:alphaModFix/>
          </a:blip>
          <a:srcRect b="5334" l="1923" r="0" t="0"/>
          <a:stretch/>
        </p:blipFill>
        <p:spPr>
          <a:xfrm>
            <a:off x="6629401" y="0"/>
            <a:ext cx="2193925" cy="692150"/>
          </a:xfrm>
          <a:prstGeom prst="rect">
            <a:avLst/>
          </a:prstGeom>
          <a:noFill/>
          <a:ln>
            <a:noFill/>
          </a:ln>
        </p:spPr>
      </p:pic>
      <p:grpSp>
        <p:nvGrpSpPr>
          <p:cNvPr id="1251" name="Google Shape;1251;p113"/>
          <p:cNvGrpSpPr/>
          <p:nvPr/>
        </p:nvGrpSpPr>
        <p:grpSpPr>
          <a:xfrm>
            <a:off x="2133600" y="6553200"/>
            <a:ext cx="7010400" cy="46038"/>
            <a:chOff x="1905000" y="6553200"/>
            <a:chExt cx="7010400" cy="45719"/>
          </a:xfrm>
        </p:grpSpPr>
        <p:sp>
          <p:nvSpPr>
            <p:cNvPr id="1252" name="Google Shape;1252;p113"/>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253" name="Google Shape;1253;p113"/>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254" name="Google Shape;1254;p113"/>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grpSp>
        <p:nvGrpSpPr>
          <p:cNvPr id="1255" name="Google Shape;1255;p113"/>
          <p:cNvGrpSpPr/>
          <p:nvPr/>
        </p:nvGrpSpPr>
        <p:grpSpPr>
          <a:xfrm>
            <a:off x="0" y="1295400"/>
            <a:ext cx="7010400" cy="46038"/>
            <a:chOff x="1905000" y="6553200"/>
            <a:chExt cx="7010400" cy="45719"/>
          </a:xfrm>
        </p:grpSpPr>
        <p:sp>
          <p:nvSpPr>
            <p:cNvPr id="1256" name="Google Shape;1256;p113"/>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257" name="Google Shape;1257;p113"/>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258" name="Google Shape;1258;p113"/>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59" name="Shape 1259"/>
        <p:cNvGrpSpPr/>
        <p:nvPr/>
      </p:nvGrpSpPr>
      <p:grpSpPr>
        <a:xfrm>
          <a:off x="0" y="0"/>
          <a:ext cx="0" cy="0"/>
          <a:chOff x="0" y="0"/>
          <a:chExt cx="0" cy="0"/>
        </a:xfrm>
      </p:grpSpPr>
      <p:sp>
        <p:nvSpPr>
          <p:cNvPr id="1260" name="Google Shape;1260;p115"/>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61" name="Google Shape;1261;p115"/>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262" name="Google Shape;1262;p115"/>
          <p:cNvSpPr txBox="1"/>
          <p:nvPr>
            <p:ph idx="11" type="ftr"/>
          </p:nvPr>
        </p:nvSpPr>
        <p:spPr>
          <a:xfrm>
            <a:off x="2195737" y="6237314"/>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9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263" name="Google Shape;1263;p115"/>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64" name="Shape 1264"/>
        <p:cNvGrpSpPr/>
        <p:nvPr/>
      </p:nvGrpSpPr>
      <p:grpSpPr>
        <a:xfrm>
          <a:off x="0" y="0"/>
          <a:ext cx="0" cy="0"/>
          <a:chOff x="0" y="0"/>
          <a:chExt cx="0" cy="0"/>
        </a:xfrm>
      </p:grpSpPr>
      <p:sp>
        <p:nvSpPr>
          <p:cNvPr id="1265" name="Google Shape;1265;p236"/>
          <p:cNvSpPr txBox="1"/>
          <p:nvPr>
            <p:ph type="ctrTitle"/>
          </p:nvPr>
        </p:nvSpPr>
        <p:spPr>
          <a:xfrm>
            <a:off x="685800" y="2130427"/>
            <a:ext cx="7772400" cy="147002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66" name="Google Shape;1266;p23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480"/>
              </a:spcBef>
              <a:spcAft>
                <a:spcPts val="0"/>
              </a:spcAft>
              <a:buClr>
                <a:srgbClr val="888888"/>
              </a:buClr>
              <a:buSzPts val="2400"/>
              <a:buNone/>
              <a:defRPr>
                <a:solidFill>
                  <a:srgbClr val="888888"/>
                </a:solidFill>
              </a:defRPr>
            </a:lvl1pPr>
            <a:lvl2pPr lvl="1" algn="ctr">
              <a:lnSpc>
                <a:spcPct val="100000"/>
              </a:lnSpc>
              <a:spcBef>
                <a:spcPts val="420"/>
              </a:spcBef>
              <a:spcAft>
                <a:spcPts val="0"/>
              </a:spcAft>
              <a:buClr>
                <a:srgbClr val="888888"/>
              </a:buClr>
              <a:buSzPts val="2100"/>
              <a:buNone/>
              <a:defRPr>
                <a:solidFill>
                  <a:srgbClr val="888888"/>
                </a:solidFill>
              </a:defRPr>
            </a:lvl2pPr>
            <a:lvl3pPr lvl="2" algn="ctr">
              <a:lnSpc>
                <a:spcPct val="100000"/>
              </a:lnSpc>
              <a:spcBef>
                <a:spcPts val="360"/>
              </a:spcBef>
              <a:spcAft>
                <a:spcPts val="0"/>
              </a:spcAft>
              <a:buClr>
                <a:srgbClr val="888888"/>
              </a:buClr>
              <a:buSzPts val="1800"/>
              <a:buNone/>
              <a:defRPr>
                <a:solidFill>
                  <a:srgbClr val="888888"/>
                </a:solidFill>
              </a:defRPr>
            </a:lvl3pPr>
            <a:lvl4pPr lvl="3" algn="ctr">
              <a:lnSpc>
                <a:spcPct val="100000"/>
              </a:lnSpc>
              <a:spcBef>
                <a:spcPts val="300"/>
              </a:spcBef>
              <a:spcAft>
                <a:spcPts val="0"/>
              </a:spcAft>
              <a:buClr>
                <a:srgbClr val="888888"/>
              </a:buClr>
              <a:buSzPts val="1500"/>
              <a:buNone/>
              <a:defRPr>
                <a:solidFill>
                  <a:srgbClr val="888888"/>
                </a:solidFill>
              </a:defRPr>
            </a:lvl4pPr>
            <a:lvl5pPr lvl="4" algn="ctr">
              <a:lnSpc>
                <a:spcPct val="100000"/>
              </a:lnSpc>
              <a:spcBef>
                <a:spcPts val="300"/>
              </a:spcBef>
              <a:spcAft>
                <a:spcPts val="0"/>
              </a:spcAft>
              <a:buClr>
                <a:srgbClr val="888888"/>
              </a:buClr>
              <a:buSzPts val="1500"/>
              <a:buNone/>
              <a:defRPr>
                <a:solidFill>
                  <a:srgbClr val="888888"/>
                </a:solidFill>
              </a:defRPr>
            </a:lvl5pPr>
            <a:lvl6pPr lvl="5" algn="ctr">
              <a:lnSpc>
                <a:spcPct val="100000"/>
              </a:lnSpc>
              <a:spcBef>
                <a:spcPts val="300"/>
              </a:spcBef>
              <a:spcAft>
                <a:spcPts val="0"/>
              </a:spcAft>
              <a:buClr>
                <a:srgbClr val="888888"/>
              </a:buClr>
              <a:buSzPts val="1500"/>
              <a:buNone/>
              <a:defRPr>
                <a:solidFill>
                  <a:srgbClr val="888888"/>
                </a:solidFill>
              </a:defRPr>
            </a:lvl6pPr>
            <a:lvl7pPr lvl="6" algn="ctr">
              <a:lnSpc>
                <a:spcPct val="100000"/>
              </a:lnSpc>
              <a:spcBef>
                <a:spcPts val="300"/>
              </a:spcBef>
              <a:spcAft>
                <a:spcPts val="0"/>
              </a:spcAft>
              <a:buClr>
                <a:srgbClr val="888888"/>
              </a:buClr>
              <a:buSzPts val="1500"/>
              <a:buNone/>
              <a:defRPr>
                <a:solidFill>
                  <a:srgbClr val="888888"/>
                </a:solidFill>
              </a:defRPr>
            </a:lvl7pPr>
            <a:lvl8pPr lvl="7" algn="ctr">
              <a:lnSpc>
                <a:spcPct val="100000"/>
              </a:lnSpc>
              <a:spcBef>
                <a:spcPts val="300"/>
              </a:spcBef>
              <a:spcAft>
                <a:spcPts val="0"/>
              </a:spcAft>
              <a:buClr>
                <a:srgbClr val="888888"/>
              </a:buClr>
              <a:buSzPts val="1500"/>
              <a:buNone/>
              <a:defRPr>
                <a:solidFill>
                  <a:srgbClr val="888888"/>
                </a:solidFill>
              </a:defRPr>
            </a:lvl8pPr>
            <a:lvl9pPr lvl="8" algn="ctr">
              <a:lnSpc>
                <a:spcPct val="100000"/>
              </a:lnSpc>
              <a:spcBef>
                <a:spcPts val="300"/>
              </a:spcBef>
              <a:spcAft>
                <a:spcPts val="0"/>
              </a:spcAft>
              <a:buClr>
                <a:srgbClr val="888888"/>
              </a:buClr>
              <a:buSzPts val="1500"/>
              <a:buNone/>
              <a:defRPr>
                <a:solidFill>
                  <a:srgbClr val="888888"/>
                </a:solidFill>
              </a:defRPr>
            </a:lvl9pPr>
          </a:lstStyle>
          <a:p/>
        </p:txBody>
      </p:sp>
      <p:sp>
        <p:nvSpPr>
          <p:cNvPr id="1267" name="Google Shape;1267;p236"/>
          <p:cNvSpPr txBox="1"/>
          <p:nvPr>
            <p:ph idx="10" type="dt"/>
          </p:nvPr>
        </p:nvSpPr>
        <p:spPr>
          <a:xfrm>
            <a:off x="457200" y="6356352"/>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268" name="Google Shape;1268;p236"/>
          <p:cNvSpPr txBox="1"/>
          <p:nvPr>
            <p:ph idx="11" type="ftr"/>
          </p:nvPr>
        </p:nvSpPr>
        <p:spPr>
          <a:xfrm>
            <a:off x="3124200" y="6356352"/>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269" name="Google Shape;1269;p236"/>
          <p:cNvSpPr txBox="1"/>
          <p:nvPr>
            <p:ph idx="12" type="sldNum"/>
          </p:nvPr>
        </p:nvSpPr>
        <p:spPr>
          <a:xfrm>
            <a:off x="6553200" y="6356352"/>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7_Title and Content">
  <p:cSld name="37_Title and Content">
    <p:spTree>
      <p:nvGrpSpPr>
        <p:cNvPr id="1270" name="Shape 1270"/>
        <p:cNvGrpSpPr/>
        <p:nvPr/>
      </p:nvGrpSpPr>
      <p:grpSpPr>
        <a:xfrm>
          <a:off x="0" y="0"/>
          <a:ext cx="0" cy="0"/>
          <a:chOff x="0" y="0"/>
          <a:chExt cx="0" cy="0"/>
        </a:xfrm>
      </p:grpSpPr>
      <p:sp>
        <p:nvSpPr>
          <p:cNvPr id="1271" name="Google Shape;1271;p237"/>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72" name="Google Shape;1272;p237"/>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273" name="Google Shape;1273;p237"/>
          <p:cNvSpPr txBox="1"/>
          <p:nvPr>
            <p:ph idx="11" type="ftr"/>
          </p:nvPr>
        </p:nvSpPr>
        <p:spPr>
          <a:xfrm>
            <a:off x="2195737" y="6237314"/>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9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274" name="Google Shape;1274;p237"/>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6_Title and Content">
  <p:cSld name="36_Title and Content">
    <p:spTree>
      <p:nvGrpSpPr>
        <p:cNvPr id="1275" name="Shape 1275"/>
        <p:cNvGrpSpPr/>
        <p:nvPr/>
      </p:nvGrpSpPr>
      <p:grpSpPr>
        <a:xfrm>
          <a:off x="0" y="0"/>
          <a:ext cx="0" cy="0"/>
          <a:chOff x="0" y="0"/>
          <a:chExt cx="0" cy="0"/>
        </a:xfrm>
      </p:grpSpPr>
      <p:sp>
        <p:nvSpPr>
          <p:cNvPr id="1276" name="Google Shape;1276;p238"/>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77" name="Google Shape;1277;p238"/>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278" name="Google Shape;1278;p238"/>
          <p:cNvSpPr txBox="1"/>
          <p:nvPr>
            <p:ph idx="11" type="ftr"/>
          </p:nvPr>
        </p:nvSpPr>
        <p:spPr>
          <a:xfrm>
            <a:off x="2195737" y="6237314"/>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9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279" name="Google Shape;1279;p238"/>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_Title and Content">
  <p:cSld name="35_Title and Content">
    <p:spTree>
      <p:nvGrpSpPr>
        <p:cNvPr id="1280" name="Shape 1280"/>
        <p:cNvGrpSpPr/>
        <p:nvPr/>
      </p:nvGrpSpPr>
      <p:grpSpPr>
        <a:xfrm>
          <a:off x="0" y="0"/>
          <a:ext cx="0" cy="0"/>
          <a:chOff x="0" y="0"/>
          <a:chExt cx="0" cy="0"/>
        </a:xfrm>
      </p:grpSpPr>
      <p:sp>
        <p:nvSpPr>
          <p:cNvPr id="1281" name="Google Shape;1281;p239"/>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82" name="Google Shape;1282;p239"/>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283" name="Google Shape;1283;p239"/>
          <p:cNvSpPr txBox="1"/>
          <p:nvPr>
            <p:ph idx="11" type="ftr"/>
          </p:nvPr>
        </p:nvSpPr>
        <p:spPr>
          <a:xfrm>
            <a:off x="2195737" y="6237314"/>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9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284" name="Google Shape;1284;p239"/>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4_Title and Content">
  <p:cSld name="34_Title and Content">
    <p:spTree>
      <p:nvGrpSpPr>
        <p:cNvPr id="1285" name="Shape 1285"/>
        <p:cNvGrpSpPr/>
        <p:nvPr/>
      </p:nvGrpSpPr>
      <p:grpSpPr>
        <a:xfrm>
          <a:off x="0" y="0"/>
          <a:ext cx="0" cy="0"/>
          <a:chOff x="0" y="0"/>
          <a:chExt cx="0" cy="0"/>
        </a:xfrm>
      </p:grpSpPr>
      <p:sp>
        <p:nvSpPr>
          <p:cNvPr id="1286" name="Google Shape;1286;p240"/>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87" name="Google Shape;1287;p240"/>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288" name="Google Shape;1288;p240"/>
          <p:cNvSpPr txBox="1"/>
          <p:nvPr>
            <p:ph idx="11" type="ftr"/>
          </p:nvPr>
        </p:nvSpPr>
        <p:spPr>
          <a:xfrm>
            <a:off x="2195737" y="6237314"/>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9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289" name="Google Shape;1289;p240"/>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_Title and Content">
  <p:cSld name="33_Title and Content">
    <p:spTree>
      <p:nvGrpSpPr>
        <p:cNvPr id="1290" name="Shape 1290"/>
        <p:cNvGrpSpPr/>
        <p:nvPr/>
      </p:nvGrpSpPr>
      <p:grpSpPr>
        <a:xfrm>
          <a:off x="0" y="0"/>
          <a:ext cx="0" cy="0"/>
          <a:chOff x="0" y="0"/>
          <a:chExt cx="0" cy="0"/>
        </a:xfrm>
      </p:grpSpPr>
      <p:sp>
        <p:nvSpPr>
          <p:cNvPr id="1291" name="Google Shape;1291;p241"/>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92" name="Google Shape;1292;p241"/>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293" name="Google Shape;1293;p241"/>
          <p:cNvSpPr txBox="1"/>
          <p:nvPr>
            <p:ph idx="11" type="ftr"/>
          </p:nvPr>
        </p:nvSpPr>
        <p:spPr>
          <a:xfrm>
            <a:off x="2195737" y="6237314"/>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9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294" name="Google Shape;1294;p241"/>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2_Title and Content">
  <p:cSld name="32_Title and Content">
    <p:spTree>
      <p:nvGrpSpPr>
        <p:cNvPr id="1295" name="Shape 1295"/>
        <p:cNvGrpSpPr/>
        <p:nvPr/>
      </p:nvGrpSpPr>
      <p:grpSpPr>
        <a:xfrm>
          <a:off x="0" y="0"/>
          <a:ext cx="0" cy="0"/>
          <a:chOff x="0" y="0"/>
          <a:chExt cx="0" cy="0"/>
        </a:xfrm>
      </p:grpSpPr>
      <p:sp>
        <p:nvSpPr>
          <p:cNvPr id="1296" name="Google Shape;1296;p242"/>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97" name="Google Shape;1297;p242"/>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298" name="Google Shape;1298;p242"/>
          <p:cNvSpPr txBox="1"/>
          <p:nvPr>
            <p:ph idx="11" type="ftr"/>
          </p:nvPr>
        </p:nvSpPr>
        <p:spPr>
          <a:xfrm>
            <a:off x="2195737" y="6237314"/>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9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299" name="Google Shape;1299;p242"/>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_Title and Content">
  <p:cSld name="31_Title and Content">
    <p:spTree>
      <p:nvGrpSpPr>
        <p:cNvPr id="1300" name="Shape 1300"/>
        <p:cNvGrpSpPr/>
        <p:nvPr/>
      </p:nvGrpSpPr>
      <p:grpSpPr>
        <a:xfrm>
          <a:off x="0" y="0"/>
          <a:ext cx="0" cy="0"/>
          <a:chOff x="0" y="0"/>
          <a:chExt cx="0" cy="0"/>
        </a:xfrm>
      </p:grpSpPr>
      <p:sp>
        <p:nvSpPr>
          <p:cNvPr id="1301" name="Google Shape;1301;p243"/>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02" name="Google Shape;1302;p243"/>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303" name="Google Shape;1303;p243"/>
          <p:cNvSpPr txBox="1"/>
          <p:nvPr>
            <p:ph idx="11" type="ftr"/>
          </p:nvPr>
        </p:nvSpPr>
        <p:spPr>
          <a:xfrm>
            <a:off x="2195737" y="6237314"/>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9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304" name="Google Shape;1304;p243"/>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_Title and Content">
  <p:cSld name="30_Title and Content">
    <p:spTree>
      <p:nvGrpSpPr>
        <p:cNvPr id="1305" name="Shape 1305"/>
        <p:cNvGrpSpPr/>
        <p:nvPr/>
      </p:nvGrpSpPr>
      <p:grpSpPr>
        <a:xfrm>
          <a:off x="0" y="0"/>
          <a:ext cx="0" cy="0"/>
          <a:chOff x="0" y="0"/>
          <a:chExt cx="0" cy="0"/>
        </a:xfrm>
      </p:grpSpPr>
      <p:sp>
        <p:nvSpPr>
          <p:cNvPr id="1306" name="Google Shape;1306;p244"/>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07" name="Google Shape;1307;p244"/>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308" name="Google Shape;1308;p244"/>
          <p:cNvSpPr txBox="1"/>
          <p:nvPr>
            <p:ph idx="11" type="ftr"/>
          </p:nvPr>
        </p:nvSpPr>
        <p:spPr>
          <a:xfrm>
            <a:off x="2195737" y="6237314"/>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9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309" name="Google Shape;1309;p244"/>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9_Title and Content">
  <p:cSld name="29_Title and Content">
    <p:spTree>
      <p:nvGrpSpPr>
        <p:cNvPr id="1310" name="Shape 1310"/>
        <p:cNvGrpSpPr/>
        <p:nvPr/>
      </p:nvGrpSpPr>
      <p:grpSpPr>
        <a:xfrm>
          <a:off x="0" y="0"/>
          <a:ext cx="0" cy="0"/>
          <a:chOff x="0" y="0"/>
          <a:chExt cx="0" cy="0"/>
        </a:xfrm>
      </p:grpSpPr>
      <p:sp>
        <p:nvSpPr>
          <p:cNvPr id="1311" name="Google Shape;1311;p245"/>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12" name="Google Shape;1312;p245"/>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313" name="Google Shape;1313;p245"/>
          <p:cNvSpPr txBox="1"/>
          <p:nvPr>
            <p:ph idx="11" type="ftr"/>
          </p:nvPr>
        </p:nvSpPr>
        <p:spPr>
          <a:xfrm>
            <a:off x="2195737" y="6237314"/>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9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314" name="Google Shape;1314;p245"/>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_Title and Content">
  <p:cSld name="28_Title and Content">
    <p:spTree>
      <p:nvGrpSpPr>
        <p:cNvPr id="1315" name="Shape 1315"/>
        <p:cNvGrpSpPr/>
        <p:nvPr/>
      </p:nvGrpSpPr>
      <p:grpSpPr>
        <a:xfrm>
          <a:off x="0" y="0"/>
          <a:ext cx="0" cy="0"/>
          <a:chOff x="0" y="0"/>
          <a:chExt cx="0" cy="0"/>
        </a:xfrm>
      </p:grpSpPr>
      <p:sp>
        <p:nvSpPr>
          <p:cNvPr id="1316" name="Google Shape;1316;p246"/>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17" name="Google Shape;1317;p246"/>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318" name="Google Shape;1318;p246"/>
          <p:cNvSpPr txBox="1"/>
          <p:nvPr>
            <p:ph idx="11" type="ftr"/>
          </p:nvPr>
        </p:nvSpPr>
        <p:spPr>
          <a:xfrm>
            <a:off x="2195737" y="6237314"/>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9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319" name="Google Shape;1319;p246"/>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7_Title and Content">
  <p:cSld name="27_Title and Content">
    <p:spTree>
      <p:nvGrpSpPr>
        <p:cNvPr id="1320" name="Shape 1320"/>
        <p:cNvGrpSpPr/>
        <p:nvPr/>
      </p:nvGrpSpPr>
      <p:grpSpPr>
        <a:xfrm>
          <a:off x="0" y="0"/>
          <a:ext cx="0" cy="0"/>
          <a:chOff x="0" y="0"/>
          <a:chExt cx="0" cy="0"/>
        </a:xfrm>
      </p:grpSpPr>
      <p:sp>
        <p:nvSpPr>
          <p:cNvPr id="1321" name="Google Shape;1321;p247"/>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22" name="Google Shape;1322;p247"/>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323" name="Google Shape;1323;p247"/>
          <p:cNvSpPr txBox="1"/>
          <p:nvPr>
            <p:ph idx="11" type="ftr"/>
          </p:nvPr>
        </p:nvSpPr>
        <p:spPr>
          <a:xfrm>
            <a:off x="2195737" y="6237314"/>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9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324" name="Google Shape;1324;p247"/>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6_Title and Content">
  <p:cSld name="26_Title and Content">
    <p:spTree>
      <p:nvGrpSpPr>
        <p:cNvPr id="1325" name="Shape 1325"/>
        <p:cNvGrpSpPr/>
        <p:nvPr/>
      </p:nvGrpSpPr>
      <p:grpSpPr>
        <a:xfrm>
          <a:off x="0" y="0"/>
          <a:ext cx="0" cy="0"/>
          <a:chOff x="0" y="0"/>
          <a:chExt cx="0" cy="0"/>
        </a:xfrm>
      </p:grpSpPr>
      <p:sp>
        <p:nvSpPr>
          <p:cNvPr id="1326" name="Google Shape;1326;p248"/>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27" name="Google Shape;1327;p248"/>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328" name="Google Shape;1328;p248"/>
          <p:cNvSpPr txBox="1"/>
          <p:nvPr>
            <p:ph idx="11" type="ftr"/>
          </p:nvPr>
        </p:nvSpPr>
        <p:spPr>
          <a:xfrm>
            <a:off x="2195737" y="6237314"/>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9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329" name="Google Shape;1329;p248"/>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5_Title and Content">
  <p:cSld name="25_Title and Content">
    <p:spTree>
      <p:nvGrpSpPr>
        <p:cNvPr id="1330" name="Shape 1330"/>
        <p:cNvGrpSpPr/>
        <p:nvPr/>
      </p:nvGrpSpPr>
      <p:grpSpPr>
        <a:xfrm>
          <a:off x="0" y="0"/>
          <a:ext cx="0" cy="0"/>
          <a:chOff x="0" y="0"/>
          <a:chExt cx="0" cy="0"/>
        </a:xfrm>
      </p:grpSpPr>
      <p:sp>
        <p:nvSpPr>
          <p:cNvPr id="1331" name="Google Shape;1331;p249"/>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32" name="Google Shape;1332;p249"/>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333" name="Google Shape;1333;p249"/>
          <p:cNvSpPr txBox="1"/>
          <p:nvPr>
            <p:ph idx="11" type="ftr"/>
          </p:nvPr>
        </p:nvSpPr>
        <p:spPr>
          <a:xfrm>
            <a:off x="2195737" y="6237314"/>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9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334" name="Google Shape;1334;p249"/>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_Title and Content">
  <p:cSld name="24_Title and Content">
    <p:spTree>
      <p:nvGrpSpPr>
        <p:cNvPr id="1335" name="Shape 1335"/>
        <p:cNvGrpSpPr/>
        <p:nvPr/>
      </p:nvGrpSpPr>
      <p:grpSpPr>
        <a:xfrm>
          <a:off x="0" y="0"/>
          <a:ext cx="0" cy="0"/>
          <a:chOff x="0" y="0"/>
          <a:chExt cx="0" cy="0"/>
        </a:xfrm>
      </p:grpSpPr>
      <p:sp>
        <p:nvSpPr>
          <p:cNvPr id="1336" name="Google Shape;1336;p250"/>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37" name="Google Shape;1337;p250"/>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338" name="Google Shape;1338;p250"/>
          <p:cNvSpPr txBox="1"/>
          <p:nvPr>
            <p:ph idx="11" type="ftr"/>
          </p:nvPr>
        </p:nvSpPr>
        <p:spPr>
          <a:xfrm>
            <a:off x="2195737" y="6237314"/>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9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339" name="Google Shape;1339;p250"/>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_Title and Content">
  <p:cSld name="23_Title and Content">
    <p:spTree>
      <p:nvGrpSpPr>
        <p:cNvPr id="1340" name="Shape 1340"/>
        <p:cNvGrpSpPr/>
        <p:nvPr/>
      </p:nvGrpSpPr>
      <p:grpSpPr>
        <a:xfrm>
          <a:off x="0" y="0"/>
          <a:ext cx="0" cy="0"/>
          <a:chOff x="0" y="0"/>
          <a:chExt cx="0" cy="0"/>
        </a:xfrm>
      </p:grpSpPr>
      <p:sp>
        <p:nvSpPr>
          <p:cNvPr id="1341" name="Google Shape;1341;p251"/>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42" name="Google Shape;1342;p251"/>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343" name="Google Shape;1343;p251"/>
          <p:cNvSpPr txBox="1"/>
          <p:nvPr>
            <p:ph idx="11" type="ftr"/>
          </p:nvPr>
        </p:nvSpPr>
        <p:spPr>
          <a:xfrm>
            <a:off x="2195737" y="6237314"/>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9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344" name="Google Shape;1344;p251"/>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_Title and Content">
  <p:cSld name="22_Title and Content">
    <p:spTree>
      <p:nvGrpSpPr>
        <p:cNvPr id="1345" name="Shape 1345"/>
        <p:cNvGrpSpPr/>
        <p:nvPr/>
      </p:nvGrpSpPr>
      <p:grpSpPr>
        <a:xfrm>
          <a:off x="0" y="0"/>
          <a:ext cx="0" cy="0"/>
          <a:chOff x="0" y="0"/>
          <a:chExt cx="0" cy="0"/>
        </a:xfrm>
      </p:grpSpPr>
      <p:sp>
        <p:nvSpPr>
          <p:cNvPr id="1346" name="Google Shape;1346;p252"/>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47" name="Google Shape;1347;p252"/>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348" name="Google Shape;1348;p252"/>
          <p:cNvSpPr txBox="1"/>
          <p:nvPr>
            <p:ph idx="11" type="ftr"/>
          </p:nvPr>
        </p:nvSpPr>
        <p:spPr>
          <a:xfrm>
            <a:off x="2195737" y="6237314"/>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9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349" name="Google Shape;1349;p252"/>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Title and Content">
  <p:cSld name="21_Title and Content">
    <p:spTree>
      <p:nvGrpSpPr>
        <p:cNvPr id="1350" name="Shape 1350"/>
        <p:cNvGrpSpPr/>
        <p:nvPr/>
      </p:nvGrpSpPr>
      <p:grpSpPr>
        <a:xfrm>
          <a:off x="0" y="0"/>
          <a:ext cx="0" cy="0"/>
          <a:chOff x="0" y="0"/>
          <a:chExt cx="0" cy="0"/>
        </a:xfrm>
      </p:grpSpPr>
      <p:sp>
        <p:nvSpPr>
          <p:cNvPr id="1351" name="Google Shape;1351;p253"/>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52" name="Google Shape;1352;p253"/>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353" name="Google Shape;1353;p253"/>
          <p:cNvSpPr txBox="1"/>
          <p:nvPr>
            <p:ph idx="11" type="ftr"/>
          </p:nvPr>
        </p:nvSpPr>
        <p:spPr>
          <a:xfrm>
            <a:off x="2195737" y="6237314"/>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9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354" name="Google Shape;1354;p253"/>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_Title and Content">
  <p:cSld name="20_Title and Content">
    <p:spTree>
      <p:nvGrpSpPr>
        <p:cNvPr id="1355" name="Shape 1355"/>
        <p:cNvGrpSpPr/>
        <p:nvPr/>
      </p:nvGrpSpPr>
      <p:grpSpPr>
        <a:xfrm>
          <a:off x="0" y="0"/>
          <a:ext cx="0" cy="0"/>
          <a:chOff x="0" y="0"/>
          <a:chExt cx="0" cy="0"/>
        </a:xfrm>
      </p:grpSpPr>
      <p:sp>
        <p:nvSpPr>
          <p:cNvPr id="1356" name="Google Shape;1356;p254"/>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57" name="Google Shape;1357;p254"/>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358" name="Google Shape;1358;p254"/>
          <p:cNvSpPr txBox="1"/>
          <p:nvPr>
            <p:ph idx="11" type="ftr"/>
          </p:nvPr>
        </p:nvSpPr>
        <p:spPr>
          <a:xfrm>
            <a:off x="2195737" y="6237314"/>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9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359" name="Google Shape;1359;p254"/>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_Title and Content">
  <p:cSld name="19_Title and Content">
    <p:spTree>
      <p:nvGrpSpPr>
        <p:cNvPr id="1360" name="Shape 1360"/>
        <p:cNvGrpSpPr/>
        <p:nvPr/>
      </p:nvGrpSpPr>
      <p:grpSpPr>
        <a:xfrm>
          <a:off x="0" y="0"/>
          <a:ext cx="0" cy="0"/>
          <a:chOff x="0" y="0"/>
          <a:chExt cx="0" cy="0"/>
        </a:xfrm>
      </p:grpSpPr>
      <p:sp>
        <p:nvSpPr>
          <p:cNvPr id="1361" name="Google Shape;1361;p255"/>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62" name="Google Shape;1362;p255"/>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363" name="Google Shape;1363;p255"/>
          <p:cNvSpPr txBox="1"/>
          <p:nvPr>
            <p:ph idx="11" type="ftr"/>
          </p:nvPr>
        </p:nvSpPr>
        <p:spPr>
          <a:xfrm>
            <a:off x="2195737" y="6237314"/>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9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364" name="Google Shape;1364;p255"/>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Title and Content">
  <p:cSld name="18_Title and Content">
    <p:spTree>
      <p:nvGrpSpPr>
        <p:cNvPr id="1365" name="Shape 1365"/>
        <p:cNvGrpSpPr/>
        <p:nvPr/>
      </p:nvGrpSpPr>
      <p:grpSpPr>
        <a:xfrm>
          <a:off x="0" y="0"/>
          <a:ext cx="0" cy="0"/>
          <a:chOff x="0" y="0"/>
          <a:chExt cx="0" cy="0"/>
        </a:xfrm>
      </p:grpSpPr>
      <p:sp>
        <p:nvSpPr>
          <p:cNvPr id="1366" name="Google Shape;1366;p256"/>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67" name="Google Shape;1367;p256"/>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368" name="Google Shape;1368;p256"/>
          <p:cNvSpPr txBox="1"/>
          <p:nvPr>
            <p:ph idx="11" type="ftr"/>
          </p:nvPr>
        </p:nvSpPr>
        <p:spPr>
          <a:xfrm>
            <a:off x="2195737" y="6237314"/>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9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369" name="Google Shape;1369;p256"/>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Title and Content">
  <p:cSld name="17_Title and Content">
    <p:spTree>
      <p:nvGrpSpPr>
        <p:cNvPr id="1370" name="Shape 1370"/>
        <p:cNvGrpSpPr/>
        <p:nvPr/>
      </p:nvGrpSpPr>
      <p:grpSpPr>
        <a:xfrm>
          <a:off x="0" y="0"/>
          <a:ext cx="0" cy="0"/>
          <a:chOff x="0" y="0"/>
          <a:chExt cx="0" cy="0"/>
        </a:xfrm>
      </p:grpSpPr>
      <p:sp>
        <p:nvSpPr>
          <p:cNvPr id="1371" name="Google Shape;1371;p257"/>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72" name="Google Shape;1372;p257"/>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373" name="Google Shape;1373;p257"/>
          <p:cNvSpPr txBox="1"/>
          <p:nvPr>
            <p:ph idx="11" type="ftr"/>
          </p:nvPr>
        </p:nvSpPr>
        <p:spPr>
          <a:xfrm>
            <a:off x="2195737" y="6237314"/>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9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374" name="Google Shape;1374;p257"/>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Title and Content">
  <p:cSld name="16_Title and Content">
    <p:spTree>
      <p:nvGrpSpPr>
        <p:cNvPr id="1375" name="Shape 1375"/>
        <p:cNvGrpSpPr/>
        <p:nvPr/>
      </p:nvGrpSpPr>
      <p:grpSpPr>
        <a:xfrm>
          <a:off x="0" y="0"/>
          <a:ext cx="0" cy="0"/>
          <a:chOff x="0" y="0"/>
          <a:chExt cx="0" cy="0"/>
        </a:xfrm>
      </p:grpSpPr>
      <p:sp>
        <p:nvSpPr>
          <p:cNvPr id="1376" name="Google Shape;1376;p258"/>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77" name="Google Shape;1377;p258"/>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378" name="Google Shape;1378;p258"/>
          <p:cNvSpPr txBox="1"/>
          <p:nvPr>
            <p:ph idx="11" type="ftr"/>
          </p:nvPr>
        </p:nvSpPr>
        <p:spPr>
          <a:xfrm>
            <a:off x="2195737" y="6237314"/>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9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379" name="Google Shape;1379;p258"/>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Title and Content">
  <p:cSld name="15_Title and Content">
    <p:spTree>
      <p:nvGrpSpPr>
        <p:cNvPr id="1380" name="Shape 1380"/>
        <p:cNvGrpSpPr/>
        <p:nvPr/>
      </p:nvGrpSpPr>
      <p:grpSpPr>
        <a:xfrm>
          <a:off x="0" y="0"/>
          <a:ext cx="0" cy="0"/>
          <a:chOff x="0" y="0"/>
          <a:chExt cx="0" cy="0"/>
        </a:xfrm>
      </p:grpSpPr>
      <p:sp>
        <p:nvSpPr>
          <p:cNvPr id="1381" name="Google Shape;1381;p259"/>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82" name="Google Shape;1382;p259"/>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383" name="Google Shape;1383;p259"/>
          <p:cNvSpPr txBox="1"/>
          <p:nvPr>
            <p:ph idx="11" type="ftr"/>
          </p:nvPr>
        </p:nvSpPr>
        <p:spPr>
          <a:xfrm>
            <a:off x="2195737" y="6237314"/>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9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384" name="Google Shape;1384;p259"/>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Title and Content">
  <p:cSld name="14_Title and Content">
    <p:spTree>
      <p:nvGrpSpPr>
        <p:cNvPr id="1385" name="Shape 1385"/>
        <p:cNvGrpSpPr/>
        <p:nvPr/>
      </p:nvGrpSpPr>
      <p:grpSpPr>
        <a:xfrm>
          <a:off x="0" y="0"/>
          <a:ext cx="0" cy="0"/>
          <a:chOff x="0" y="0"/>
          <a:chExt cx="0" cy="0"/>
        </a:xfrm>
      </p:grpSpPr>
      <p:sp>
        <p:nvSpPr>
          <p:cNvPr id="1386" name="Google Shape;1386;p260"/>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87" name="Google Shape;1387;p260"/>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388" name="Google Shape;1388;p260"/>
          <p:cNvSpPr txBox="1"/>
          <p:nvPr>
            <p:ph idx="11" type="ftr"/>
          </p:nvPr>
        </p:nvSpPr>
        <p:spPr>
          <a:xfrm>
            <a:off x="2195737" y="6237314"/>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9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389" name="Google Shape;1389;p260"/>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Title and Content">
  <p:cSld name="13_Title and Content">
    <p:spTree>
      <p:nvGrpSpPr>
        <p:cNvPr id="1390" name="Shape 1390"/>
        <p:cNvGrpSpPr/>
        <p:nvPr/>
      </p:nvGrpSpPr>
      <p:grpSpPr>
        <a:xfrm>
          <a:off x="0" y="0"/>
          <a:ext cx="0" cy="0"/>
          <a:chOff x="0" y="0"/>
          <a:chExt cx="0" cy="0"/>
        </a:xfrm>
      </p:grpSpPr>
      <p:sp>
        <p:nvSpPr>
          <p:cNvPr id="1391" name="Google Shape;1391;p261"/>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92" name="Google Shape;1392;p261"/>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393" name="Google Shape;1393;p261"/>
          <p:cNvSpPr txBox="1"/>
          <p:nvPr>
            <p:ph idx="11" type="ftr"/>
          </p:nvPr>
        </p:nvSpPr>
        <p:spPr>
          <a:xfrm>
            <a:off x="2195737" y="6237314"/>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9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394" name="Google Shape;1394;p261"/>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Title and Content">
  <p:cSld name="12_Title and Content">
    <p:spTree>
      <p:nvGrpSpPr>
        <p:cNvPr id="1395" name="Shape 1395"/>
        <p:cNvGrpSpPr/>
        <p:nvPr/>
      </p:nvGrpSpPr>
      <p:grpSpPr>
        <a:xfrm>
          <a:off x="0" y="0"/>
          <a:ext cx="0" cy="0"/>
          <a:chOff x="0" y="0"/>
          <a:chExt cx="0" cy="0"/>
        </a:xfrm>
      </p:grpSpPr>
      <p:sp>
        <p:nvSpPr>
          <p:cNvPr id="1396" name="Google Shape;1396;p262"/>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97" name="Google Shape;1397;p262"/>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398" name="Google Shape;1398;p262"/>
          <p:cNvSpPr txBox="1"/>
          <p:nvPr>
            <p:ph idx="11" type="ftr"/>
          </p:nvPr>
        </p:nvSpPr>
        <p:spPr>
          <a:xfrm>
            <a:off x="2195737" y="6237314"/>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9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399" name="Google Shape;1399;p262"/>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and Content">
  <p:cSld name="5_Title and Content">
    <p:spTree>
      <p:nvGrpSpPr>
        <p:cNvPr id="1400" name="Shape 1400"/>
        <p:cNvGrpSpPr/>
        <p:nvPr/>
      </p:nvGrpSpPr>
      <p:grpSpPr>
        <a:xfrm>
          <a:off x="0" y="0"/>
          <a:ext cx="0" cy="0"/>
          <a:chOff x="0" y="0"/>
          <a:chExt cx="0" cy="0"/>
        </a:xfrm>
      </p:grpSpPr>
      <p:sp>
        <p:nvSpPr>
          <p:cNvPr id="1401" name="Google Shape;1401;p263"/>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02" name="Google Shape;1402;p263"/>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403" name="Google Shape;1403;p263"/>
          <p:cNvSpPr txBox="1"/>
          <p:nvPr>
            <p:ph idx="11" type="ftr"/>
          </p:nvPr>
        </p:nvSpPr>
        <p:spPr>
          <a:xfrm>
            <a:off x="2195737" y="6237314"/>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9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404" name="Google Shape;1404;p263"/>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and Content">
  <p:cSld name="4_Title and Content">
    <p:spTree>
      <p:nvGrpSpPr>
        <p:cNvPr id="1405" name="Shape 1405"/>
        <p:cNvGrpSpPr/>
        <p:nvPr/>
      </p:nvGrpSpPr>
      <p:grpSpPr>
        <a:xfrm>
          <a:off x="0" y="0"/>
          <a:ext cx="0" cy="0"/>
          <a:chOff x="0" y="0"/>
          <a:chExt cx="0" cy="0"/>
        </a:xfrm>
      </p:grpSpPr>
      <p:sp>
        <p:nvSpPr>
          <p:cNvPr id="1406" name="Google Shape;1406;p264"/>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07" name="Google Shape;1407;p264"/>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408" name="Google Shape;1408;p264"/>
          <p:cNvSpPr txBox="1"/>
          <p:nvPr>
            <p:ph idx="11" type="ftr"/>
          </p:nvPr>
        </p:nvSpPr>
        <p:spPr>
          <a:xfrm>
            <a:off x="2195737" y="6237314"/>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9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409" name="Google Shape;1409;p264"/>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p:cSld name="2_Title and Content">
    <p:spTree>
      <p:nvGrpSpPr>
        <p:cNvPr id="1410" name="Shape 1410"/>
        <p:cNvGrpSpPr/>
        <p:nvPr/>
      </p:nvGrpSpPr>
      <p:grpSpPr>
        <a:xfrm>
          <a:off x="0" y="0"/>
          <a:ext cx="0" cy="0"/>
          <a:chOff x="0" y="0"/>
          <a:chExt cx="0" cy="0"/>
        </a:xfrm>
      </p:grpSpPr>
      <p:sp>
        <p:nvSpPr>
          <p:cNvPr id="1411" name="Google Shape;1411;p265"/>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12" name="Google Shape;1412;p265"/>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413" name="Google Shape;1413;p265"/>
          <p:cNvSpPr txBox="1"/>
          <p:nvPr>
            <p:ph idx="11" type="ftr"/>
          </p:nvPr>
        </p:nvSpPr>
        <p:spPr>
          <a:xfrm>
            <a:off x="2195737" y="6237314"/>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9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414" name="Google Shape;1414;p265"/>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200"/>
              <a:buFont typeface="Tahoma"/>
              <a:buNone/>
              <a:defRPr b="1" i="0" sz="12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15" name="Shape 1415"/>
        <p:cNvGrpSpPr/>
        <p:nvPr/>
      </p:nvGrpSpPr>
      <p:grpSpPr>
        <a:xfrm>
          <a:off x="0" y="0"/>
          <a:ext cx="0" cy="0"/>
          <a:chOff x="0" y="0"/>
          <a:chExt cx="0" cy="0"/>
        </a:xfrm>
      </p:grpSpPr>
      <p:sp>
        <p:nvSpPr>
          <p:cNvPr id="1416" name="Google Shape;1416;p266"/>
          <p:cNvSpPr txBox="1"/>
          <p:nvPr>
            <p:ph type="title"/>
          </p:nvPr>
        </p:nvSpPr>
        <p:spPr>
          <a:xfrm>
            <a:off x="722313" y="4406902"/>
            <a:ext cx="7772400" cy="13620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1"/>
              </a:buClr>
              <a:buSzPts val="3000"/>
              <a:buFont typeface="Calibri"/>
              <a:buNone/>
              <a:defRPr b="1" i="0" sz="3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17" name="Google Shape;1417;p26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300"/>
              </a:spcBef>
              <a:spcAft>
                <a:spcPts val="0"/>
              </a:spcAft>
              <a:buClr>
                <a:srgbClr val="888888"/>
              </a:buClr>
              <a:buSzPts val="1500"/>
              <a:buNone/>
              <a:defRPr sz="1500">
                <a:solidFill>
                  <a:srgbClr val="888888"/>
                </a:solidFill>
              </a:defRPr>
            </a:lvl1pPr>
            <a:lvl2pPr indent="-228600" lvl="1" marL="914400" algn="l">
              <a:lnSpc>
                <a:spcPct val="100000"/>
              </a:lnSpc>
              <a:spcBef>
                <a:spcPts val="270"/>
              </a:spcBef>
              <a:spcAft>
                <a:spcPts val="0"/>
              </a:spcAft>
              <a:buClr>
                <a:srgbClr val="888888"/>
              </a:buClr>
              <a:buSzPts val="1350"/>
              <a:buNone/>
              <a:defRPr sz="1350">
                <a:solidFill>
                  <a:srgbClr val="888888"/>
                </a:solidFill>
              </a:defRPr>
            </a:lvl2pPr>
            <a:lvl3pPr indent="-228600" lvl="2" marL="1371600" algn="l">
              <a:lnSpc>
                <a:spcPct val="100000"/>
              </a:lnSpc>
              <a:spcBef>
                <a:spcPts val="240"/>
              </a:spcBef>
              <a:spcAft>
                <a:spcPts val="0"/>
              </a:spcAft>
              <a:buClr>
                <a:srgbClr val="888888"/>
              </a:buClr>
              <a:buSzPts val="1200"/>
              <a:buNone/>
              <a:defRPr sz="1200">
                <a:solidFill>
                  <a:srgbClr val="888888"/>
                </a:solidFill>
              </a:defRPr>
            </a:lvl3pPr>
            <a:lvl4pPr indent="-228600" lvl="3" marL="1828800" algn="l">
              <a:lnSpc>
                <a:spcPct val="100000"/>
              </a:lnSpc>
              <a:spcBef>
                <a:spcPts val="210"/>
              </a:spcBef>
              <a:spcAft>
                <a:spcPts val="0"/>
              </a:spcAft>
              <a:buClr>
                <a:srgbClr val="888888"/>
              </a:buClr>
              <a:buSzPts val="1050"/>
              <a:buNone/>
              <a:defRPr sz="1050">
                <a:solidFill>
                  <a:srgbClr val="888888"/>
                </a:solidFill>
              </a:defRPr>
            </a:lvl4pPr>
            <a:lvl5pPr indent="-228600" lvl="4" marL="2286000" algn="l">
              <a:lnSpc>
                <a:spcPct val="100000"/>
              </a:lnSpc>
              <a:spcBef>
                <a:spcPts val="210"/>
              </a:spcBef>
              <a:spcAft>
                <a:spcPts val="0"/>
              </a:spcAft>
              <a:buClr>
                <a:srgbClr val="888888"/>
              </a:buClr>
              <a:buSzPts val="1050"/>
              <a:buNone/>
              <a:defRPr sz="1050">
                <a:solidFill>
                  <a:srgbClr val="888888"/>
                </a:solidFill>
              </a:defRPr>
            </a:lvl5pPr>
            <a:lvl6pPr indent="-228600" lvl="5" marL="2743200" algn="l">
              <a:lnSpc>
                <a:spcPct val="100000"/>
              </a:lnSpc>
              <a:spcBef>
                <a:spcPts val="210"/>
              </a:spcBef>
              <a:spcAft>
                <a:spcPts val="0"/>
              </a:spcAft>
              <a:buClr>
                <a:srgbClr val="888888"/>
              </a:buClr>
              <a:buSzPts val="1050"/>
              <a:buNone/>
              <a:defRPr sz="1050">
                <a:solidFill>
                  <a:srgbClr val="888888"/>
                </a:solidFill>
              </a:defRPr>
            </a:lvl6pPr>
            <a:lvl7pPr indent="-228600" lvl="6" marL="3200400" algn="l">
              <a:lnSpc>
                <a:spcPct val="100000"/>
              </a:lnSpc>
              <a:spcBef>
                <a:spcPts val="210"/>
              </a:spcBef>
              <a:spcAft>
                <a:spcPts val="0"/>
              </a:spcAft>
              <a:buClr>
                <a:srgbClr val="888888"/>
              </a:buClr>
              <a:buSzPts val="1050"/>
              <a:buNone/>
              <a:defRPr sz="1050">
                <a:solidFill>
                  <a:srgbClr val="888888"/>
                </a:solidFill>
              </a:defRPr>
            </a:lvl7pPr>
            <a:lvl8pPr indent="-228600" lvl="7" marL="3657600" algn="l">
              <a:lnSpc>
                <a:spcPct val="100000"/>
              </a:lnSpc>
              <a:spcBef>
                <a:spcPts val="210"/>
              </a:spcBef>
              <a:spcAft>
                <a:spcPts val="0"/>
              </a:spcAft>
              <a:buClr>
                <a:srgbClr val="888888"/>
              </a:buClr>
              <a:buSzPts val="1050"/>
              <a:buNone/>
              <a:defRPr sz="1050">
                <a:solidFill>
                  <a:srgbClr val="888888"/>
                </a:solidFill>
              </a:defRPr>
            </a:lvl8pPr>
            <a:lvl9pPr indent="-228600" lvl="8" marL="4114800" algn="l">
              <a:lnSpc>
                <a:spcPct val="100000"/>
              </a:lnSpc>
              <a:spcBef>
                <a:spcPts val="210"/>
              </a:spcBef>
              <a:spcAft>
                <a:spcPts val="0"/>
              </a:spcAft>
              <a:buClr>
                <a:srgbClr val="888888"/>
              </a:buClr>
              <a:buSzPts val="1050"/>
              <a:buNone/>
              <a:defRPr sz="1050">
                <a:solidFill>
                  <a:srgbClr val="888888"/>
                </a:solidFill>
              </a:defRPr>
            </a:lvl9pPr>
          </a:lstStyle>
          <a:p/>
        </p:txBody>
      </p:sp>
      <p:sp>
        <p:nvSpPr>
          <p:cNvPr id="1418" name="Google Shape;1418;p266"/>
          <p:cNvSpPr txBox="1"/>
          <p:nvPr>
            <p:ph idx="10" type="dt"/>
          </p:nvPr>
        </p:nvSpPr>
        <p:spPr>
          <a:xfrm>
            <a:off x="457200" y="6356352"/>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419" name="Google Shape;1419;p266"/>
          <p:cNvSpPr txBox="1"/>
          <p:nvPr>
            <p:ph idx="11" type="ftr"/>
          </p:nvPr>
        </p:nvSpPr>
        <p:spPr>
          <a:xfrm>
            <a:off x="3124200" y="6356352"/>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420" name="Google Shape;1420;p266"/>
          <p:cNvSpPr txBox="1"/>
          <p:nvPr>
            <p:ph idx="12" type="sldNum"/>
          </p:nvPr>
        </p:nvSpPr>
        <p:spPr>
          <a:xfrm>
            <a:off x="6553200" y="6356352"/>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421" name="Shape 1421"/>
        <p:cNvGrpSpPr/>
        <p:nvPr/>
      </p:nvGrpSpPr>
      <p:grpSpPr>
        <a:xfrm>
          <a:off x="0" y="0"/>
          <a:ext cx="0" cy="0"/>
          <a:chOff x="0" y="0"/>
          <a:chExt cx="0" cy="0"/>
        </a:xfrm>
      </p:grpSpPr>
      <p:sp>
        <p:nvSpPr>
          <p:cNvPr id="1422" name="Google Shape;1422;p267"/>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23" name="Google Shape;1423;p267"/>
          <p:cNvSpPr txBox="1"/>
          <p:nvPr>
            <p:ph idx="1" type="body"/>
          </p:nvPr>
        </p:nvSpPr>
        <p:spPr>
          <a:xfrm>
            <a:off x="457200" y="1600202"/>
            <a:ext cx="4038600" cy="4525963"/>
          </a:xfrm>
          <a:prstGeom prst="rect">
            <a:avLst/>
          </a:prstGeom>
          <a:noFill/>
          <a:ln>
            <a:noFill/>
          </a:ln>
        </p:spPr>
        <p:txBody>
          <a:bodyPr anchorCtr="0" anchor="t" bIns="45700" lIns="91425" spcFirstLastPara="1" rIns="91425" wrap="square" tIns="45700">
            <a:normAutofit/>
          </a:bodyPr>
          <a:lstStyle>
            <a:lvl1pPr indent="-361950" lvl="0" marL="457200" algn="l">
              <a:lnSpc>
                <a:spcPct val="100000"/>
              </a:lnSpc>
              <a:spcBef>
                <a:spcPts val="420"/>
              </a:spcBef>
              <a:spcAft>
                <a:spcPts val="0"/>
              </a:spcAft>
              <a:buClr>
                <a:schemeClr val="dk1"/>
              </a:buClr>
              <a:buSzPts val="2100"/>
              <a:buChar char="•"/>
              <a:defRPr sz="2100"/>
            </a:lvl1pPr>
            <a:lvl2pPr indent="-342900" lvl="1" marL="914400" algn="l">
              <a:lnSpc>
                <a:spcPct val="100000"/>
              </a:lnSpc>
              <a:spcBef>
                <a:spcPts val="360"/>
              </a:spcBef>
              <a:spcAft>
                <a:spcPts val="0"/>
              </a:spcAft>
              <a:buClr>
                <a:schemeClr val="dk1"/>
              </a:buClr>
              <a:buSzPts val="1800"/>
              <a:buChar char="–"/>
              <a:defRPr sz="1800"/>
            </a:lvl2pPr>
            <a:lvl3pPr indent="-323850" lvl="2" marL="1371600" algn="l">
              <a:lnSpc>
                <a:spcPct val="100000"/>
              </a:lnSpc>
              <a:spcBef>
                <a:spcPts val="300"/>
              </a:spcBef>
              <a:spcAft>
                <a:spcPts val="0"/>
              </a:spcAft>
              <a:buClr>
                <a:schemeClr val="dk1"/>
              </a:buClr>
              <a:buSzPts val="1500"/>
              <a:buChar char="•"/>
              <a:defRPr sz="1500"/>
            </a:lvl3pPr>
            <a:lvl4pPr indent="-314325" lvl="3" marL="1828800" algn="l">
              <a:lnSpc>
                <a:spcPct val="100000"/>
              </a:lnSpc>
              <a:spcBef>
                <a:spcPts val="270"/>
              </a:spcBef>
              <a:spcAft>
                <a:spcPts val="0"/>
              </a:spcAft>
              <a:buClr>
                <a:schemeClr val="dk1"/>
              </a:buClr>
              <a:buSzPts val="1350"/>
              <a:buChar char="–"/>
              <a:defRPr sz="1350"/>
            </a:lvl4pPr>
            <a:lvl5pPr indent="-314325" lvl="4" marL="2286000" algn="l">
              <a:lnSpc>
                <a:spcPct val="100000"/>
              </a:lnSpc>
              <a:spcBef>
                <a:spcPts val="270"/>
              </a:spcBef>
              <a:spcAft>
                <a:spcPts val="0"/>
              </a:spcAft>
              <a:buClr>
                <a:schemeClr val="dk1"/>
              </a:buClr>
              <a:buSzPts val="1350"/>
              <a:buChar char="»"/>
              <a:defRPr sz="1350"/>
            </a:lvl5pPr>
            <a:lvl6pPr indent="-314325" lvl="5" marL="2743200" algn="l">
              <a:lnSpc>
                <a:spcPct val="100000"/>
              </a:lnSpc>
              <a:spcBef>
                <a:spcPts val="270"/>
              </a:spcBef>
              <a:spcAft>
                <a:spcPts val="0"/>
              </a:spcAft>
              <a:buClr>
                <a:schemeClr val="dk1"/>
              </a:buClr>
              <a:buSzPts val="1350"/>
              <a:buChar char="•"/>
              <a:defRPr sz="1350"/>
            </a:lvl6pPr>
            <a:lvl7pPr indent="-314325" lvl="6" marL="3200400" algn="l">
              <a:lnSpc>
                <a:spcPct val="100000"/>
              </a:lnSpc>
              <a:spcBef>
                <a:spcPts val="270"/>
              </a:spcBef>
              <a:spcAft>
                <a:spcPts val="0"/>
              </a:spcAft>
              <a:buClr>
                <a:schemeClr val="dk1"/>
              </a:buClr>
              <a:buSzPts val="1350"/>
              <a:buChar char="•"/>
              <a:defRPr sz="1350"/>
            </a:lvl7pPr>
            <a:lvl8pPr indent="-314325" lvl="7" marL="3657600" algn="l">
              <a:lnSpc>
                <a:spcPct val="100000"/>
              </a:lnSpc>
              <a:spcBef>
                <a:spcPts val="270"/>
              </a:spcBef>
              <a:spcAft>
                <a:spcPts val="0"/>
              </a:spcAft>
              <a:buClr>
                <a:schemeClr val="dk1"/>
              </a:buClr>
              <a:buSzPts val="1350"/>
              <a:buChar char="•"/>
              <a:defRPr sz="1350"/>
            </a:lvl8pPr>
            <a:lvl9pPr indent="-314325" lvl="8" marL="4114800" algn="l">
              <a:lnSpc>
                <a:spcPct val="100000"/>
              </a:lnSpc>
              <a:spcBef>
                <a:spcPts val="270"/>
              </a:spcBef>
              <a:spcAft>
                <a:spcPts val="0"/>
              </a:spcAft>
              <a:buClr>
                <a:schemeClr val="dk1"/>
              </a:buClr>
              <a:buSzPts val="1350"/>
              <a:buChar char="•"/>
              <a:defRPr sz="1350"/>
            </a:lvl9pPr>
          </a:lstStyle>
          <a:p/>
        </p:txBody>
      </p:sp>
      <p:sp>
        <p:nvSpPr>
          <p:cNvPr id="1424" name="Google Shape;1424;p267"/>
          <p:cNvSpPr txBox="1"/>
          <p:nvPr>
            <p:ph idx="2" type="body"/>
          </p:nvPr>
        </p:nvSpPr>
        <p:spPr>
          <a:xfrm>
            <a:off x="4648200" y="1600202"/>
            <a:ext cx="4038600" cy="4525963"/>
          </a:xfrm>
          <a:prstGeom prst="rect">
            <a:avLst/>
          </a:prstGeom>
          <a:noFill/>
          <a:ln>
            <a:noFill/>
          </a:ln>
        </p:spPr>
        <p:txBody>
          <a:bodyPr anchorCtr="0" anchor="t" bIns="45700" lIns="91425" spcFirstLastPara="1" rIns="91425" wrap="square" tIns="45700">
            <a:normAutofit/>
          </a:bodyPr>
          <a:lstStyle>
            <a:lvl1pPr indent="-361950" lvl="0" marL="457200" algn="l">
              <a:lnSpc>
                <a:spcPct val="100000"/>
              </a:lnSpc>
              <a:spcBef>
                <a:spcPts val="420"/>
              </a:spcBef>
              <a:spcAft>
                <a:spcPts val="0"/>
              </a:spcAft>
              <a:buClr>
                <a:schemeClr val="dk1"/>
              </a:buClr>
              <a:buSzPts val="2100"/>
              <a:buChar char="•"/>
              <a:defRPr sz="2100"/>
            </a:lvl1pPr>
            <a:lvl2pPr indent="-342900" lvl="1" marL="914400" algn="l">
              <a:lnSpc>
                <a:spcPct val="100000"/>
              </a:lnSpc>
              <a:spcBef>
                <a:spcPts val="360"/>
              </a:spcBef>
              <a:spcAft>
                <a:spcPts val="0"/>
              </a:spcAft>
              <a:buClr>
                <a:schemeClr val="dk1"/>
              </a:buClr>
              <a:buSzPts val="1800"/>
              <a:buChar char="–"/>
              <a:defRPr sz="1800"/>
            </a:lvl2pPr>
            <a:lvl3pPr indent="-323850" lvl="2" marL="1371600" algn="l">
              <a:lnSpc>
                <a:spcPct val="100000"/>
              </a:lnSpc>
              <a:spcBef>
                <a:spcPts val="300"/>
              </a:spcBef>
              <a:spcAft>
                <a:spcPts val="0"/>
              </a:spcAft>
              <a:buClr>
                <a:schemeClr val="dk1"/>
              </a:buClr>
              <a:buSzPts val="1500"/>
              <a:buChar char="•"/>
              <a:defRPr sz="1500"/>
            </a:lvl3pPr>
            <a:lvl4pPr indent="-314325" lvl="3" marL="1828800" algn="l">
              <a:lnSpc>
                <a:spcPct val="100000"/>
              </a:lnSpc>
              <a:spcBef>
                <a:spcPts val="270"/>
              </a:spcBef>
              <a:spcAft>
                <a:spcPts val="0"/>
              </a:spcAft>
              <a:buClr>
                <a:schemeClr val="dk1"/>
              </a:buClr>
              <a:buSzPts val="1350"/>
              <a:buChar char="–"/>
              <a:defRPr sz="1350"/>
            </a:lvl4pPr>
            <a:lvl5pPr indent="-314325" lvl="4" marL="2286000" algn="l">
              <a:lnSpc>
                <a:spcPct val="100000"/>
              </a:lnSpc>
              <a:spcBef>
                <a:spcPts val="270"/>
              </a:spcBef>
              <a:spcAft>
                <a:spcPts val="0"/>
              </a:spcAft>
              <a:buClr>
                <a:schemeClr val="dk1"/>
              </a:buClr>
              <a:buSzPts val="1350"/>
              <a:buChar char="»"/>
              <a:defRPr sz="1350"/>
            </a:lvl5pPr>
            <a:lvl6pPr indent="-314325" lvl="5" marL="2743200" algn="l">
              <a:lnSpc>
                <a:spcPct val="100000"/>
              </a:lnSpc>
              <a:spcBef>
                <a:spcPts val="270"/>
              </a:spcBef>
              <a:spcAft>
                <a:spcPts val="0"/>
              </a:spcAft>
              <a:buClr>
                <a:schemeClr val="dk1"/>
              </a:buClr>
              <a:buSzPts val="1350"/>
              <a:buChar char="•"/>
              <a:defRPr sz="1350"/>
            </a:lvl6pPr>
            <a:lvl7pPr indent="-314325" lvl="6" marL="3200400" algn="l">
              <a:lnSpc>
                <a:spcPct val="100000"/>
              </a:lnSpc>
              <a:spcBef>
                <a:spcPts val="270"/>
              </a:spcBef>
              <a:spcAft>
                <a:spcPts val="0"/>
              </a:spcAft>
              <a:buClr>
                <a:schemeClr val="dk1"/>
              </a:buClr>
              <a:buSzPts val="1350"/>
              <a:buChar char="•"/>
              <a:defRPr sz="1350"/>
            </a:lvl7pPr>
            <a:lvl8pPr indent="-314325" lvl="7" marL="3657600" algn="l">
              <a:lnSpc>
                <a:spcPct val="100000"/>
              </a:lnSpc>
              <a:spcBef>
                <a:spcPts val="270"/>
              </a:spcBef>
              <a:spcAft>
                <a:spcPts val="0"/>
              </a:spcAft>
              <a:buClr>
                <a:schemeClr val="dk1"/>
              </a:buClr>
              <a:buSzPts val="1350"/>
              <a:buChar char="•"/>
              <a:defRPr sz="1350"/>
            </a:lvl8pPr>
            <a:lvl9pPr indent="-314325" lvl="8" marL="4114800" algn="l">
              <a:lnSpc>
                <a:spcPct val="100000"/>
              </a:lnSpc>
              <a:spcBef>
                <a:spcPts val="270"/>
              </a:spcBef>
              <a:spcAft>
                <a:spcPts val="0"/>
              </a:spcAft>
              <a:buClr>
                <a:schemeClr val="dk1"/>
              </a:buClr>
              <a:buSzPts val="1350"/>
              <a:buChar char="•"/>
              <a:defRPr sz="1350"/>
            </a:lvl9pPr>
          </a:lstStyle>
          <a:p/>
        </p:txBody>
      </p:sp>
      <p:sp>
        <p:nvSpPr>
          <p:cNvPr id="1425" name="Google Shape;1425;p267"/>
          <p:cNvSpPr txBox="1"/>
          <p:nvPr>
            <p:ph idx="10" type="dt"/>
          </p:nvPr>
        </p:nvSpPr>
        <p:spPr>
          <a:xfrm>
            <a:off x="457200" y="6356352"/>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426" name="Google Shape;1426;p267"/>
          <p:cNvSpPr txBox="1"/>
          <p:nvPr>
            <p:ph idx="11" type="ftr"/>
          </p:nvPr>
        </p:nvSpPr>
        <p:spPr>
          <a:xfrm>
            <a:off x="3124200" y="6356352"/>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427" name="Google Shape;1427;p267"/>
          <p:cNvSpPr txBox="1"/>
          <p:nvPr>
            <p:ph idx="12" type="sldNum"/>
          </p:nvPr>
        </p:nvSpPr>
        <p:spPr>
          <a:xfrm>
            <a:off x="6553200" y="6356352"/>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428" name="Shape 1428"/>
        <p:cNvGrpSpPr/>
        <p:nvPr/>
      </p:nvGrpSpPr>
      <p:grpSpPr>
        <a:xfrm>
          <a:off x="0" y="0"/>
          <a:ext cx="0" cy="0"/>
          <a:chOff x="0" y="0"/>
          <a:chExt cx="0" cy="0"/>
        </a:xfrm>
      </p:grpSpPr>
      <p:sp>
        <p:nvSpPr>
          <p:cNvPr id="1429" name="Google Shape;1429;p268"/>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30" name="Google Shape;1430;p26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360"/>
              </a:spcBef>
              <a:spcAft>
                <a:spcPts val="0"/>
              </a:spcAft>
              <a:buClr>
                <a:schemeClr val="dk1"/>
              </a:buClr>
              <a:buSzPts val="1800"/>
              <a:buNone/>
              <a:defRPr b="1" sz="1800"/>
            </a:lvl1pPr>
            <a:lvl2pPr indent="-228600" lvl="1" marL="914400" algn="l">
              <a:lnSpc>
                <a:spcPct val="100000"/>
              </a:lnSpc>
              <a:spcBef>
                <a:spcPts val="300"/>
              </a:spcBef>
              <a:spcAft>
                <a:spcPts val="0"/>
              </a:spcAft>
              <a:buClr>
                <a:schemeClr val="dk1"/>
              </a:buClr>
              <a:buSzPts val="1500"/>
              <a:buNone/>
              <a:defRPr b="1" sz="1500"/>
            </a:lvl2pPr>
            <a:lvl3pPr indent="-228600" lvl="2" marL="1371600" algn="l">
              <a:lnSpc>
                <a:spcPct val="100000"/>
              </a:lnSpc>
              <a:spcBef>
                <a:spcPts val="270"/>
              </a:spcBef>
              <a:spcAft>
                <a:spcPts val="0"/>
              </a:spcAft>
              <a:buClr>
                <a:schemeClr val="dk1"/>
              </a:buClr>
              <a:buSzPts val="1350"/>
              <a:buNone/>
              <a:defRPr b="1" sz="1350"/>
            </a:lvl3pPr>
            <a:lvl4pPr indent="-228600" lvl="3" marL="1828800" algn="l">
              <a:lnSpc>
                <a:spcPct val="100000"/>
              </a:lnSpc>
              <a:spcBef>
                <a:spcPts val="240"/>
              </a:spcBef>
              <a:spcAft>
                <a:spcPts val="0"/>
              </a:spcAft>
              <a:buClr>
                <a:schemeClr val="dk1"/>
              </a:buClr>
              <a:buSzPts val="1200"/>
              <a:buNone/>
              <a:defRPr b="1" sz="1200"/>
            </a:lvl4pPr>
            <a:lvl5pPr indent="-228600" lvl="4" marL="2286000" algn="l">
              <a:lnSpc>
                <a:spcPct val="100000"/>
              </a:lnSpc>
              <a:spcBef>
                <a:spcPts val="240"/>
              </a:spcBef>
              <a:spcAft>
                <a:spcPts val="0"/>
              </a:spcAft>
              <a:buClr>
                <a:schemeClr val="dk1"/>
              </a:buClr>
              <a:buSzPts val="1200"/>
              <a:buNone/>
              <a:defRPr b="1" sz="1200"/>
            </a:lvl5pPr>
            <a:lvl6pPr indent="-228600" lvl="5" marL="2743200" algn="l">
              <a:lnSpc>
                <a:spcPct val="100000"/>
              </a:lnSpc>
              <a:spcBef>
                <a:spcPts val="240"/>
              </a:spcBef>
              <a:spcAft>
                <a:spcPts val="0"/>
              </a:spcAft>
              <a:buClr>
                <a:schemeClr val="dk1"/>
              </a:buClr>
              <a:buSzPts val="1200"/>
              <a:buNone/>
              <a:defRPr b="1" sz="1200"/>
            </a:lvl6pPr>
            <a:lvl7pPr indent="-228600" lvl="6" marL="3200400" algn="l">
              <a:lnSpc>
                <a:spcPct val="100000"/>
              </a:lnSpc>
              <a:spcBef>
                <a:spcPts val="240"/>
              </a:spcBef>
              <a:spcAft>
                <a:spcPts val="0"/>
              </a:spcAft>
              <a:buClr>
                <a:schemeClr val="dk1"/>
              </a:buClr>
              <a:buSzPts val="1200"/>
              <a:buNone/>
              <a:defRPr b="1" sz="1200"/>
            </a:lvl7pPr>
            <a:lvl8pPr indent="-228600" lvl="7" marL="3657600" algn="l">
              <a:lnSpc>
                <a:spcPct val="100000"/>
              </a:lnSpc>
              <a:spcBef>
                <a:spcPts val="240"/>
              </a:spcBef>
              <a:spcAft>
                <a:spcPts val="0"/>
              </a:spcAft>
              <a:buClr>
                <a:schemeClr val="dk1"/>
              </a:buClr>
              <a:buSzPts val="1200"/>
              <a:buNone/>
              <a:defRPr b="1" sz="1200"/>
            </a:lvl8pPr>
            <a:lvl9pPr indent="-228600" lvl="8" marL="4114800" algn="l">
              <a:lnSpc>
                <a:spcPct val="100000"/>
              </a:lnSpc>
              <a:spcBef>
                <a:spcPts val="240"/>
              </a:spcBef>
              <a:spcAft>
                <a:spcPts val="0"/>
              </a:spcAft>
              <a:buClr>
                <a:schemeClr val="dk1"/>
              </a:buClr>
              <a:buSzPts val="1200"/>
              <a:buNone/>
              <a:defRPr b="1" sz="1200"/>
            </a:lvl9pPr>
          </a:lstStyle>
          <a:p/>
        </p:txBody>
      </p:sp>
      <p:sp>
        <p:nvSpPr>
          <p:cNvPr id="1431" name="Google Shape;1431;p26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sz="1800"/>
            </a:lvl1pPr>
            <a:lvl2pPr indent="-323850" lvl="1" marL="914400" algn="l">
              <a:lnSpc>
                <a:spcPct val="100000"/>
              </a:lnSpc>
              <a:spcBef>
                <a:spcPts val="300"/>
              </a:spcBef>
              <a:spcAft>
                <a:spcPts val="0"/>
              </a:spcAft>
              <a:buClr>
                <a:schemeClr val="dk1"/>
              </a:buClr>
              <a:buSzPts val="1500"/>
              <a:buChar char="–"/>
              <a:defRPr sz="1500"/>
            </a:lvl2pPr>
            <a:lvl3pPr indent="-314325" lvl="2" marL="1371600" algn="l">
              <a:lnSpc>
                <a:spcPct val="100000"/>
              </a:lnSpc>
              <a:spcBef>
                <a:spcPts val="270"/>
              </a:spcBef>
              <a:spcAft>
                <a:spcPts val="0"/>
              </a:spcAft>
              <a:buClr>
                <a:schemeClr val="dk1"/>
              </a:buClr>
              <a:buSzPts val="1350"/>
              <a:buChar char="•"/>
              <a:defRPr sz="1350"/>
            </a:lvl3pPr>
            <a:lvl4pPr indent="-304800" lvl="3" marL="1828800" algn="l">
              <a:lnSpc>
                <a:spcPct val="100000"/>
              </a:lnSpc>
              <a:spcBef>
                <a:spcPts val="240"/>
              </a:spcBef>
              <a:spcAft>
                <a:spcPts val="0"/>
              </a:spcAft>
              <a:buClr>
                <a:schemeClr val="dk1"/>
              </a:buClr>
              <a:buSzPts val="1200"/>
              <a:buChar char="–"/>
              <a:defRPr sz="1200"/>
            </a:lvl4pPr>
            <a:lvl5pPr indent="-304800" lvl="4" marL="2286000" algn="l">
              <a:lnSpc>
                <a:spcPct val="100000"/>
              </a:lnSpc>
              <a:spcBef>
                <a:spcPts val="240"/>
              </a:spcBef>
              <a:spcAft>
                <a:spcPts val="0"/>
              </a:spcAft>
              <a:buClr>
                <a:schemeClr val="dk1"/>
              </a:buClr>
              <a:buSzPts val="1200"/>
              <a:buChar char="»"/>
              <a:defRPr sz="1200"/>
            </a:lvl5pPr>
            <a:lvl6pPr indent="-304800" lvl="5" marL="2743200" algn="l">
              <a:lnSpc>
                <a:spcPct val="100000"/>
              </a:lnSpc>
              <a:spcBef>
                <a:spcPts val="240"/>
              </a:spcBef>
              <a:spcAft>
                <a:spcPts val="0"/>
              </a:spcAft>
              <a:buClr>
                <a:schemeClr val="dk1"/>
              </a:buClr>
              <a:buSzPts val="1200"/>
              <a:buChar char="•"/>
              <a:defRPr sz="1200"/>
            </a:lvl6pPr>
            <a:lvl7pPr indent="-304800" lvl="6" marL="3200400" algn="l">
              <a:lnSpc>
                <a:spcPct val="100000"/>
              </a:lnSpc>
              <a:spcBef>
                <a:spcPts val="240"/>
              </a:spcBef>
              <a:spcAft>
                <a:spcPts val="0"/>
              </a:spcAft>
              <a:buClr>
                <a:schemeClr val="dk1"/>
              </a:buClr>
              <a:buSzPts val="1200"/>
              <a:buChar char="•"/>
              <a:defRPr sz="1200"/>
            </a:lvl7pPr>
            <a:lvl8pPr indent="-304800" lvl="7" marL="3657600" algn="l">
              <a:lnSpc>
                <a:spcPct val="100000"/>
              </a:lnSpc>
              <a:spcBef>
                <a:spcPts val="240"/>
              </a:spcBef>
              <a:spcAft>
                <a:spcPts val="0"/>
              </a:spcAft>
              <a:buClr>
                <a:schemeClr val="dk1"/>
              </a:buClr>
              <a:buSzPts val="1200"/>
              <a:buChar char="•"/>
              <a:defRPr sz="1200"/>
            </a:lvl8pPr>
            <a:lvl9pPr indent="-304800" lvl="8" marL="4114800" algn="l">
              <a:lnSpc>
                <a:spcPct val="100000"/>
              </a:lnSpc>
              <a:spcBef>
                <a:spcPts val="240"/>
              </a:spcBef>
              <a:spcAft>
                <a:spcPts val="0"/>
              </a:spcAft>
              <a:buClr>
                <a:schemeClr val="dk1"/>
              </a:buClr>
              <a:buSzPts val="1200"/>
              <a:buChar char="•"/>
              <a:defRPr sz="1200"/>
            </a:lvl9pPr>
          </a:lstStyle>
          <a:p/>
        </p:txBody>
      </p:sp>
      <p:sp>
        <p:nvSpPr>
          <p:cNvPr id="1432" name="Google Shape;1432;p268"/>
          <p:cNvSpPr txBox="1"/>
          <p:nvPr>
            <p:ph idx="3" type="body"/>
          </p:nvPr>
        </p:nvSpPr>
        <p:spPr>
          <a:xfrm>
            <a:off x="4645026"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360"/>
              </a:spcBef>
              <a:spcAft>
                <a:spcPts val="0"/>
              </a:spcAft>
              <a:buClr>
                <a:schemeClr val="dk1"/>
              </a:buClr>
              <a:buSzPts val="1800"/>
              <a:buNone/>
              <a:defRPr b="1" sz="1800"/>
            </a:lvl1pPr>
            <a:lvl2pPr indent="-228600" lvl="1" marL="914400" algn="l">
              <a:lnSpc>
                <a:spcPct val="100000"/>
              </a:lnSpc>
              <a:spcBef>
                <a:spcPts val="300"/>
              </a:spcBef>
              <a:spcAft>
                <a:spcPts val="0"/>
              </a:spcAft>
              <a:buClr>
                <a:schemeClr val="dk1"/>
              </a:buClr>
              <a:buSzPts val="1500"/>
              <a:buNone/>
              <a:defRPr b="1" sz="1500"/>
            </a:lvl2pPr>
            <a:lvl3pPr indent="-228600" lvl="2" marL="1371600" algn="l">
              <a:lnSpc>
                <a:spcPct val="100000"/>
              </a:lnSpc>
              <a:spcBef>
                <a:spcPts val="270"/>
              </a:spcBef>
              <a:spcAft>
                <a:spcPts val="0"/>
              </a:spcAft>
              <a:buClr>
                <a:schemeClr val="dk1"/>
              </a:buClr>
              <a:buSzPts val="1350"/>
              <a:buNone/>
              <a:defRPr b="1" sz="1350"/>
            </a:lvl3pPr>
            <a:lvl4pPr indent="-228600" lvl="3" marL="1828800" algn="l">
              <a:lnSpc>
                <a:spcPct val="100000"/>
              </a:lnSpc>
              <a:spcBef>
                <a:spcPts val="240"/>
              </a:spcBef>
              <a:spcAft>
                <a:spcPts val="0"/>
              </a:spcAft>
              <a:buClr>
                <a:schemeClr val="dk1"/>
              </a:buClr>
              <a:buSzPts val="1200"/>
              <a:buNone/>
              <a:defRPr b="1" sz="1200"/>
            </a:lvl4pPr>
            <a:lvl5pPr indent="-228600" lvl="4" marL="2286000" algn="l">
              <a:lnSpc>
                <a:spcPct val="100000"/>
              </a:lnSpc>
              <a:spcBef>
                <a:spcPts val="240"/>
              </a:spcBef>
              <a:spcAft>
                <a:spcPts val="0"/>
              </a:spcAft>
              <a:buClr>
                <a:schemeClr val="dk1"/>
              </a:buClr>
              <a:buSzPts val="1200"/>
              <a:buNone/>
              <a:defRPr b="1" sz="1200"/>
            </a:lvl5pPr>
            <a:lvl6pPr indent="-228600" lvl="5" marL="2743200" algn="l">
              <a:lnSpc>
                <a:spcPct val="100000"/>
              </a:lnSpc>
              <a:spcBef>
                <a:spcPts val="240"/>
              </a:spcBef>
              <a:spcAft>
                <a:spcPts val="0"/>
              </a:spcAft>
              <a:buClr>
                <a:schemeClr val="dk1"/>
              </a:buClr>
              <a:buSzPts val="1200"/>
              <a:buNone/>
              <a:defRPr b="1" sz="1200"/>
            </a:lvl6pPr>
            <a:lvl7pPr indent="-228600" lvl="6" marL="3200400" algn="l">
              <a:lnSpc>
                <a:spcPct val="100000"/>
              </a:lnSpc>
              <a:spcBef>
                <a:spcPts val="240"/>
              </a:spcBef>
              <a:spcAft>
                <a:spcPts val="0"/>
              </a:spcAft>
              <a:buClr>
                <a:schemeClr val="dk1"/>
              </a:buClr>
              <a:buSzPts val="1200"/>
              <a:buNone/>
              <a:defRPr b="1" sz="1200"/>
            </a:lvl7pPr>
            <a:lvl8pPr indent="-228600" lvl="7" marL="3657600" algn="l">
              <a:lnSpc>
                <a:spcPct val="100000"/>
              </a:lnSpc>
              <a:spcBef>
                <a:spcPts val="240"/>
              </a:spcBef>
              <a:spcAft>
                <a:spcPts val="0"/>
              </a:spcAft>
              <a:buClr>
                <a:schemeClr val="dk1"/>
              </a:buClr>
              <a:buSzPts val="1200"/>
              <a:buNone/>
              <a:defRPr b="1" sz="1200"/>
            </a:lvl8pPr>
            <a:lvl9pPr indent="-228600" lvl="8" marL="4114800" algn="l">
              <a:lnSpc>
                <a:spcPct val="100000"/>
              </a:lnSpc>
              <a:spcBef>
                <a:spcPts val="240"/>
              </a:spcBef>
              <a:spcAft>
                <a:spcPts val="0"/>
              </a:spcAft>
              <a:buClr>
                <a:schemeClr val="dk1"/>
              </a:buClr>
              <a:buSzPts val="1200"/>
              <a:buNone/>
              <a:defRPr b="1" sz="1200"/>
            </a:lvl9pPr>
          </a:lstStyle>
          <a:p/>
        </p:txBody>
      </p:sp>
      <p:sp>
        <p:nvSpPr>
          <p:cNvPr id="1433" name="Google Shape;1433;p268"/>
          <p:cNvSpPr txBox="1"/>
          <p:nvPr>
            <p:ph idx="4" type="body"/>
          </p:nvPr>
        </p:nvSpPr>
        <p:spPr>
          <a:xfrm>
            <a:off x="4645026" y="2174875"/>
            <a:ext cx="4041775" cy="395128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sz="1800"/>
            </a:lvl1pPr>
            <a:lvl2pPr indent="-323850" lvl="1" marL="914400" algn="l">
              <a:lnSpc>
                <a:spcPct val="100000"/>
              </a:lnSpc>
              <a:spcBef>
                <a:spcPts val="300"/>
              </a:spcBef>
              <a:spcAft>
                <a:spcPts val="0"/>
              </a:spcAft>
              <a:buClr>
                <a:schemeClr val="dk1"/>
              </a:buClr>
              <a:buSzPts val="1500"/>
              <a:buChar char="–"/>
              <a:defRPr sz="1500"/>
            </a:lvl2pPr>
            <a:lvl3pPr indent="-314325" lvl="2" marL="1371600" algn="l">
              <a:lnSpc>
                <a:spcPct val="100000"/>
              </a:lnSpc>
              <a:spcBef>
                <a:spcPts val="270"/>
              </a:spcBef>
              <a:spcAft>
                <a:spcPts val="0"/>
              </a:spcAft>
              <a:buClr>
                <a:schemeClr val="dk1"/>
              </a:buClr>
              <a:buSzPts val="1350"/>
              <a:buChar char="•"/>
              <a:defRPr sz="1350"/>
            </a:lvl3pPr>
            <a:lvl4pPr indent="-304800" lvl="3" marL="1828800" algn="l">
              <a:lnSpc>
                <a:spcPct val="100000"/>
              </a:lnSpc>
              <a:spcBef>
                <a:spcPts val="240"/>
              </a:spcBef>
              <a:spcAft>
                <a:spcPts val="0"/>
              </a:spcAft>
              <a:buClr>
                <a:schemeClr val="dk1"/>
              </a:buClr>
              <a:buSzPts val="1200"/>
              <a:buChar char="–"/>
              <a:defRPr sz="1200"/>
            </a:lvl4pPr>
            <a:lvl5pPr indent="-304800" lvl="4" marL="2286000" algn="l">
              <a:lnSpc>
                <a:spcPct val="100000"/>
              </a:lnSpc>
              <a:spcBef>
                <a:spcPts val="240"/>
              </a:spcBef>
              <a:spcAft>
                <a:spcPts val="0"/>
              </a:spcAft>
              <a:buClr>
                <a:schemeClr val="dk1"/>
              </a:buClr>
              <a:buSzPts val="1200"/>
              <a:buChar char="»"/>
              <a:defRPr sz="1200"/>
            </a:lvl5pPr>
            <a:lvl6pPr indent="-304800" lvl="5" marL="2743200" algn="l">
              <a:lnSpc>
                <a:spcPct val="100000"/>
              </a:lnSpc>
              <a:spcBef>
                <a:spcPts val="240"/>
              </a:spcBef>
              <a:spcAft>
                <a:spcPts val="0"/>
              </a:spcAft>
              <a:buClr>
                <a:schemeClr val="dk1"/>
              </a:buClr>
              <a:buSzPts val="1200"/>
              <a:buChar char="•"/>
              <a:defRPr sz="1200"/>
            </a:lvl6pPr>
            <a:lvl7pPr indent="-304800" lvl="6" marL="3200400" algn="l">
              <a:lnSpc>
                <a:spcPct val="100000"/>
              </a:lnSpc>
              <a:spcBef>
                <a:spcPts val="240"/>
              </a:spcBef>
              <a:spcAft>
                <a:spcPts val="0"/>
              </a:spcAft>
              <a:buClr>
                <a:schemeClr val="dk1"/>
              </a:buClr>
              <a:buSzPts val="1200"/>
              <a:buChar char="•"/>
              <a:defRPr sz="1200"/>
            </a:lvl7pPr>
            <a:lvl8pPr indent="-304800" lvl="7" marL="3657600" algn="l">
              <a:lnSpc>
                <a:spcPct val="100000"/>
              </a:lnSpc>
              <a:spcBef>
                <a:spcPts val="240"/>
              </a:spcBef>
              <a:spcAft>
                <a:spcPts val="0"/>
              </a:spcAft>
              <a:buClr>
                <a:schemeClr val="dk1"/>
              </a:buClr>
              <a:buSzPts val="1200"/>
              <a:buChar char="•"/>
              <a:defRPr sz="1200"/>
            </a:lvl8pPr>
            <a:lvl9pPr indent="-304800" lvl="8" marL="4114800" algn="l">
              <a:lnSpc>
                <a:spcPct val="100000"/>
              </a:lnSpc>
              <a:spcBef>
                <a:spcPts val="240"/>
              </a:spcBef>
              <a:spcAft>
                <a:spcPts val="0"/>
              </a:spcAft>
              <a:buClr>
                <a:schemeClr val="dk1"/>
              </a:buClr>
              <a:buSzPts val="1200"/>
              <a:buChar char="•"/>
              <a:defRPr sz="1200"/>
            </a:lvl9pPr>
          </a:lstStyle>
          <a:p/>
        </p:txBody>
      </p:sp>
      <p:sp>
        <p:nvSpPr>
          <p:cNvPr id="1434" name="Google Shape;1434;p268"/>
          <p:cNvSpPr txBox="1"/>
          <p:nvPr>
            <p:ph idx="10" type="dt"/>
          </p:nvPr>
        </p:nvSpPr>
        <p:spPr>
          <a:xfrm>
            <a:off x="457200" y="6356352"/>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435" name="Google Shape;1435;p268"/>
          <p:cNvSpPr txBox="1"/>
          <p:nvPr>
            <p:ph idx="11" type="ftr"/>
          </p:nvPr>
        </p:nvSpPr>
        <p:spPr>
          <a:xfrm>
            <a:off x="3124200" y="6356352"/>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436" name="Google Shape;1436;p268"/>
          <p:cNvSpPr txBox="1"/>
          <p:nvPr>
            <p:ph idx="12" type="sldNum"/>
          </p:nvPr>
        </p:nvSpPr>
        <p:spPr>
          <a:xfrm>
            <a:off x="6553200" y="6356352"/>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437" name="Shape 1437"/>
        <p:cNvGrpSpPr/>
        <p:nvPr/>
      </p:nvGrpSpPr>
      <p:grpSpPr>
        <a:xfrm>
          <a:off x="0" y="0"/>
          <a:ext cx="0" cy="0"/>
          <a:chOff x="0" y="0"/>
          <a:chExt cx="0" cy="0"/>
        </a:xfrm>
      </p:grpSpPr>
      <p:sp>
        <p:nvSpPr>
          <p:cNvPr id="1438" name="Google Shape;1438;p269"/>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39" name="Google Shape;1439;p269"/>
          <p:cNvSpPr txBox="1"/>
          <p:nvPr>
            <p:ph idx="10" type="dt"/>
          </p:nvPr>
        </p:nvSpPr>
        <p:spPr>
          <a:xfrm>
            <a:off x="457200" y="6356352"/>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440" name="Google Shape;1440;p269"/>
          <p:cNvSpPr txBox="1"/>
          <p:nvPr>
            <p:ph idx="11" type="ftr"/>
          </p:nvPr>
        </p:nvSpPr>
        <p:spPr>
          <a:xfrm>
            <a:off x="3124200" y="6356352"/>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441" name="Google Shape;1441;p269"/>
          <p:cNvSpPr txBox="1"/>
          <p:nvPr>
            <p:ph idx="12" type="sldNum"/>
          </p:nvPr>
        </p:nvSpPr>
        <p:spPr>
          <a:xfrm>
            <a:off x="6553200" y="6356352"/>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442" name="Shape 1442"/>
        <p:cNvGrpSpPr/>
        <p:nvPr/>
      </p:nvGrpSpPr>
      <p:grpSpPr>
        <a:xfrm>
          <a:off x="0" y="0"/>
          <a:ext cx="0" cy="0"/>
          <a:chOff x="0" y="0"/>
          <a:chExt cx="0" cy="0"/>
        </a:xfrm>
      </p:grpSpPr>
      <p:sp>
        <p:nvSpPr>
          <p:cNvPr id="1443" name="Google Shape;1443;p270"/>
          <p:cNvSpPr txBox="1"/>
          <p:nvPr>
            <p:ph type="title"/>
          </p:nvPr>
        </p:nvSpPr>
        <p:spPr>
          <a:xfrm>
            <a:off x="457201" y="273050"/>
            <a:ext cx="3008313" cy="116205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chemeClr val="dk1"/>
              </a:buClr>
              <a:buSzPts val="1500"/>
              <a:buFont typeface="Calibri"/>
              <a:buNone/>
              <a:defRPr b="1" i="0" sz="15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44" name="Google Shape;1444;p270"/>
          <p:cNvSpPr txBox="1"/>
          <p:nvPr>
            <p:ph idx="1" type="body"/>
          </p:nvPr>
        </p:nvSpPr>
        <p:spPr>
          <a:xfrm>
            <a:off x="3575050" y="273052"/>
            <a:ext cx="5111750" cy="5853113"/>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61950" lvl="1" marL="914400" algn="l">
              <a:lnSpc>
                <a:spcPct val="100000"/>
              </a:lnSpc>
              <a:spcBef>
                <a:spcPts val="420"/>
              </a:spcBef>
              <a:spcAft>
                <a:spcPts val="0"/>
              </a:spcAft>
              <a:buClr>
                <a:schemeClr val="dk1"/>
              </a:buClr>
              <a:buSzPts val="2100"/>
              <a:buChar char="–"/>
              <a:defRPr sz="2100"/>
            </a:lvl2pPr>
            <a:lvl3pPr indent="-342900" lvl="2" marL="1371600" algn="l">
              <a:lnSpc>
                <a:spcPct val="100000"/>
              </a:lnSpc>
              <a:spcBef>
                <a:spcPts val="360"/>
              </a:spcBef>
              <a:spcAft>
                <a:spcPts val="0"/>
              </a:spcAft>
              <a:buClr>
                <a:schemeClr val="dk1"/>
              </a:buClr>
              <a:buSzPts val="1800"/>
              <a:buChar char="•"/>
              <a:defRPr sz="1800"/>
            </a:lvl3pPr>
            <a:lvl4pPr indent="-323850" lvl="3" marL="1828800" algn="l">
              <a:lnSpc>
                <a:spcPct val="100000"/>
              </a:lnSpc>
              <a:spcBef>
                <a:spcPts val="300"/>
              </a:spcBef>
              <a:spcAft>
                <a:spcPts val="0"/>
              </a:spcAft>
              <a:buClr>
                <a:schemeClr val="dk1"/>
              </a:buClr>
              <a:buSzPts val="1500"/>
              <a:buChar char="–"/>
              <a:defRPr sz="1500"/>
            </a:lvl4pPr>
            <a:lvl5pPr indent="-323850" lvl="4" marL="2286000" algn="l">
              <a:lnSpc>
                <a:spcPct val="100000"/>
              </a:lnSpc>
              <a:spcBef>
                <a:spcPts val="300"/>
              </a:spcBef>
              <a:spcAft>
                <a:spcPts val="0"/>
              </a:spcAft>
              <a:buClr>
                <a:schemeClr val="dk1"/>
              </a:buClr>
              <a:buSzPts val="1500"/>
              <a:buChar char="»"/>
              <a:defRPr sz="1500"/>
            </a:lvl5pPr>
            <a:lvl6pPr indent="-323850" lvl="5" marL="2743200" algn="l">
              <a:lnSpc>
                <a:spcPct val="100000"/>
              </a:lnSpc>
              <a:spcBef>
                <a:spcPts val="300"/>
              </a:spcBef>
              <a:spcAft>
                <a:spcPts val="0"/>
              </a:spcAft>
              <a:buClr>
                <a:schemeClr val="dk1"/>
              </a:buClr>
              <a:buSzPts val="1500"/>
              <a:buChar char="•"/>
              <a:defRPr sz="1500"/>
            </a:lvl6pPr>
            <a:lvl7pPr indent="-323850" lvl="6" marL="3200400" algn="l">
              <a:lnSpc>
                <a:spcPct val="100000"/>
              </a:lnSpc>
              <a:spcBef>
                <a:spcPts val="300"/>
              </a:spcBef>
              <a:spcAft>
                <a:spcPts val="0"/>
              </a:spcAft>
              <a:buClr>
                <a:schemeClr val="dk1"/>
              </a:buClr>
              <a:buSzPts val="1500"/>
              <a:buChar char="•"/>
              <a:defRPr sz="1500"/>
            </a:lvl7pPr>
            <a:lvl8pPr indent="-323850" lvl="7" marL="3657600" algn="l">
              <a:lnSpc>
                <a:spcPct val="100000"/>
              </a:lnSpc>
              <a:spcBef>
                <a:spcPts val="300"/>
              </a:spcBef>
              <a:spcAft>
                <a:spcPts val="0"/>
              </a:spcAft>
              <a:buClr>
                <a:schemeClr val="dk1"/>
              </a:buClr>
              <a:buSzPts val="1500"/>
              <a:buChar char="•"/>
              <a:defRPr sz="1500"/>
            </a:lvl8pPr>
            <a:lvl9pPr indent="-323850" lvl="8" marL="4114800" algn="l">
              <a:lnSpc>
                <a:spcPct val="100000"/>
              </a:lnSpc>
              <a:spcBef>
                <a:spcPts val="300"/>
              </a:spcBef>
              <a:spcAft>
                <a:spcPts val="0"/>
              </a:spcAft>
              <a:buClr>
                <a:schemeClr val="dk1"/>
              </a:buClr>
              <a:buSzPts val="1500"/>
              <a:buChar char="•"/>
              <a:defRPr sz="1500"/>
            </a:lvl9pPr>
          </a:lstStyle>
          <a:p/>
        </p:txBody>
      </p:sp>
      <p:sp>
        <p:nvSpPr>
          <p:cNvPr id="1445" name="Google Shape;1445;p270"/>
          <p:cNvSpPr txBox="1"/>
          <p:nvPr>
            <p:ph idx="2" type="body"/>
          </p:nvPr>
        </p:nvSpPr>
        <p:spPr>
          <a:xfrm>
            <a:off x="457201" y="1435102"/>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10"/>
              </a:spcBef>
              <a:spcAft>
                <a:spcPts val="0"/>
              </a:spcAft>
              <a:buClr>
                <a:schemeClr val="dk1"/>
              </a:buClr>
              <a:buSzPts val="1050"/>
              <a:buNone/>
              <a:defRPr sz="1050"/>
            </a:lvl1pPr>
            <a:lvl2pPr indent="-228600" lvl="1" marL="914400" algn="l">
              <a:lnSpc>
                <a:spcPct val="100000"/>
              </a:lnSpc>
              <a:spcBef>
                <a:spcPts val="180"/>
              </a:spcBef>
              <a:spcAft>
                <a:spcPts val="0"/>
              </a:spcAft>
              <a:buClr>
                <a:schemeClr val="dk1"/>
              </a:buClr>
              <a:buSzPts val="900"/>
              <a:buNone/>
              <a:defRPr sz="900"/>
            </a:lvl2pPr>
            <a:lvl3pPr indent="-228600" lvl="2" marL="1371600" algn="l">
              <a:lnSpc>
                <a:spcPct val="100000"/>
              </a:lnSpc>
              <a:spcBef>
                <a:spcPts val="150"/>
              </a:spcBef>
              <a:spcAft>
                <a:spcPts val="0"/>
              </a:spcAft>
              <a:buClr>
                <a:schemeClr val="dk1"/>
              </a:buClr>
              <a:buSzPts val="750"/>
              <a:buNone/>
              <a:defRPr sz="750"/>
            </a:lvl3pPr>
            <a:lvl4pPr indent="-228600" lvl="3" marL="1828800" algn="l">
              <a:lnSpc>
                <a:spcPct val="100000"/>
              </a:lnSpc>
              <a:spcBef>
                <a:spcPts val="135"/>
              </a:spcBef>
              <a:spcAft>
                <a:spcPts val="0"/>
              </a:spcAft>
              <a:buClr>
                <a:schemeClr val="dk1"/>
              </a:buClr>
              <a:buSzPts val="675"/>
              <a:buNone/>
              <a:defRPr sz="675"/>
            </a:lvl4pPr>
            <a:lvl5pPr indent="-228600" lvl="4" marL="2286000" algn="l">
              <a:lnSpc>
                <a:spcPct val="100000"/>
              </a:lnSpc>
              <a:spcBef>
                <a:spcPts val="135"/>
              </a:spcBef>
              <a:spcAft>
                <a:spcPts val="0"/>
              </a:spcAft>
              <a:buClr>
                <a:schemeClr val="dk1"/>
              </a:buClr>
              <a:buSzPts val="675"/>
              <a:buNone/>
              <a:defRPr sz="675"/>
            </a:lvl5pPr>
            <a:lvl6pPr indent="-228600" lvl="5" marL="2743200" algn="l">
              <a:lnSpc>
                <a:spcPct val="100000"/>
              </a:lnSpc>
              <a:spcBef>
                <a:spcPts val="135"/>
              </a:spcBef>
              <a:spcAft>
                <a:spcPts val="0"/>
              </a:spcAft>
              <a:buClr>
                <a:schemeClr val="dk1"/>
              </a:buClr>
              <a:buSzPts val="675"/>
              <a:buNone/>
              <a:defRPr sz="675"/>
            </a:lvl6pPr>
            <a:lvl7pPr indent="-228600" lvl="6" marL="3200400" algn="l">
              <a:lnSpc>
                <a:spcPct val="100000"/>
              </a:lnSpc>
              <a:spcBef>
                <a:spcPts val="135"/>
              </a:spcBef>
              <a:spcAft>
                <a:spcPts val="0"/>
              </a:spcAft>
              <a:buClr>
                <a:schemeClr val="dk1"/>
              </a:buClr>
              <a:buSzPts val="675"/>
              <a:buNone/>
              <a:defRPr sz="675"/>
            </a:lvl7pPr>
            <a:lvl8pPr indent="-228600" lvl="7" marL="3657600" algn="l">
              <a:lnSpc>
                <a:spcPct val="100000"/>
              </a:lnSpc>
              <a:spcBef>
                <a:spcPts val="135"/>
              </a:spcBef>
              <a:spcAft>
                <a:spcPts val="0"/>
              </a:spcAft>
              <a:buClr>
                <a:schemeClr val="dk1"/>
              </a:buClr>
              <a:buSzPts val="675"/>
              <a:buNone/>
              <a:defRPr sz="675"/>
            </a:lvl8pPr>
            <a:lvl9pPr indent="-228600" lvl="8" marL="4114800" algn="l">
              <a:lnSpc>
                <a:spcPct val="100000"/>
              </a:lnSpc>
              <a:spcBef>
                <a:spcPts val="135"/>
              </a:spcBef>
              <a:spcAft>
                <a:spcPts val="0"/>
              </a:spcAft>
              <a:buClr>
                <a:schemeClr val="dk1"/>
              </a:buClr>
              <a:buSzPts val="675"/>
              <a:buNone/>
              <a:defRPr sz="675"/>
            </a:lvl9pPr>
          </a:lstStyle>
          <a:p/>
        </p:txBody>
      </p:sp>
      <p:sp>
        <p:nvSpPr>
          <p:cNvPr id="1446" name="Google Shape;1446;p270"/>
          <p:cNvSpPr txBox="1"/>
          <p:nvPr>
            <p:ph idx="10" type="dt"/>
          </p:nvPr>
        </p:nvSpPr>
        <p:spPr>
          <a:xfrm>
            <a:off x="457200" y="6356352"/>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447" name="Google Shape;1447;p270"/>
          <p:cNvSpPr txBox="1"/>
          <p:nvPr>
            <p:ph idx="11" type="ftr"/>
          </p:nvPr>
        </p:nvSpPr>
        <p:spPr>
          <a:xfrm>
            <a:off x="3124200" y="6356352"/>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448" name="Google Shape;1448;p270"/>
          <p:cNvSpPr txBox="1"/>
          <p:nvPr>
            <p:ph idx="12" type="sldNum"/>
          </p:nvPr>
        </p:nvSpPr>
        <p:spPr>
          <a:xfrm>
            <a:off x="6553200" y="6356352"/>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49" name="Shape 1449"/>
        <p:cNvGrpSpPr/>
        <p:nvPr/>
      </p:nvGrpSpPr>
      <p:grpSpPr>
        <a:xfrm>
          <a:off x="0" y="0"/>
          <a:ext cx="0" cy="0"/>
          <a:chOff x="0" y="0"/>
          <a:chExt cx="0" cy="0"/>
        </a:xfrm>
      </p:grpSpPr>
      <p:sp>
        <p:nvSpPr>
          <p:cNvPr id="1450" name="Google Shape;1450;p27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chemeClr val="dk1"/>
              </a:buClr>
              <a:buSzPts val="1500"/>
              <a:buFont typeface="Calibri"/>
              <a:buNone/>
              <a:defRPr b="1" i="0" sz="15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51" name="Google Shape;1451;p271"/>
          <p:cNvSpPr/>
          <p:nvPr>
            <p:ph idx="2" type="pic"/>
          </p:nvPr>
        </p:nvSpPr>
        <p:spPr>
          <a:xfrm>
            <a:off x="1792288" y="612775"/>
            <a:ext cx="5486400" cy="4114800"/>
          </a:xfrm>
          <a:prstGeom prst="rect">
            <a:avLst/>
          </a:prstGeom>
          <a:noFill/>
          <a:ln>
            <a:noFill/>
          </a:ln>
        </p:spPr>
      </p:sp>
      <p:sp>
        <p:nvSpPr>
          <p:cNvPr id="1452" name="Google Shape;1452;p27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10"/>
              </a:spcBef>
              <a:spcAft>
                <a:spcPts val="0"/>
              </a:spcAft>
              <a:buClr>
                <a:schemeClr val="dk1"/>
              </a:buClr>
              <a:buSzPts val="1050"/>
              <a:buNone/>
              <a:defRPr sz="1050"/>
            </a:lvl1pPr>
            <a:lvl2pPr indent="-228600" lvl="1" marL="914400" algn="l">
              <a:lnSpc>
                <a:spcPct val="100000"/>
              </a:lnSpc>
              <a:spcBef>
                <a:spcPts val="180"/>
              </a:spcBef>
              <a:spcAft>
                <a:spcPts val="0"/>
              </a:spcAft>
              <a:buClr>
                <a:schemeClr val="dk1"/>
              </a:buClr>
              <a:buSzPts val="900"/>
              <a:buNone/>
              <a:defRPr sz="900"/>
            </a:lvl2pPr>
            <a:lvl3pPr indent="-228600" lvl="2" marL="1371600" algn="l">
              <a:lnSpc>
                <a:spcPct val="100000"/>
              </a:lnSpc>
              <a:spcBef>
                <a:spcPts val="150"/>
              </a:spcBef>
              <a:spcAft>
                <a:spcPts val="0"/>
              </a:spcAft>
              <a:buClr>
                <a:schemeClr val="dk1"/>
              </a:buClr>
              <a:buSzPts val="750"/>
              <a:buNone/>
              <a:defRPr sz="750"/>
            </a:lvl3pPr>
            <a:lvl4pPr indent="-228600" lvl="3" marL="1828800" algn="l">
              <a:lnSpc>
                <a:spcPct val="100000"/>
              </a:lnSpc>
              <a:spcBef>
                <a:spcPts val="135"/>
              </a:spcBef>
              <a:spcAft>
                <a:spcPts val="0"/>
              </a:spcAft>
              <a:buClr>
                <a:schemeClr val="dk1"/>
              </a:buClr>
              <a:buSzPts val="675"/>
              <a:buNone/>
              <a:defRPr sz="675"/>
            </a:lvl4pPr>
            <a:lvl5pPr indent="-228600" lvl="4" marL="2286000" algn="l">
              <a:lnSpc>
                <a:spcPct val="100000"/>
              </a:lnSpc>
              <a:spcBef>
                <a:spcPts val="135"/>
              </a:spcBef>
              <a:spcAft>
                <a:spcPts val="0"/>
              </a:spcAft>
              <a:buClr>
                <a:schemeClr val="dk1"/>
              </a:buClr>
              <a:buSzPts val="675"/>
              <a:buNone/>
              <a:defRPr sz="675"/>
            </a:lvl5pPr>
            <a:lvl6pPr indent="-228600" lvl="5" marL="2743200" algn="l">
              <a:lnSpc>
                <a:spcPct val="100000"/>
              </a:lnSpc>
              <a:spcBef>
                <a:spcPts val="135"/>
              </a:spcBef>
              <a:spcAft>
                <a:spcPts val="0"/>
              </a:spcAft>
              <a:buClr>
                <a:schemeClr val="dk1"/>
              </a:buClr>
              <a:buSzPts val="675"/>
              <a:buNone/>
              <a:defRPr sz="675"/>
            </a:lvl6pPr>
            <a:lvl7pPr indent="-228600" lvl="6" marL="3200400" algn="l">
              <a:lnSpc>
                <a:spcPct val="100000"/>
              </a:lnSpc>
              <a:spcBef>
                <a:spcPts val="135"/>
              </a:spcBef>
              <a:spcAft>
                <a:spcPts val="0"/>
              </a:spcAft>
              <a:buClr>
                <a:schemeClr val="dk1"/>
              </a:buClr>
              <a:buSzPts val="675"/>
              <a:buNone/>
              <a:defRPr sz="675"/>
            </a:lvl7pPr>
            <a:lvl8pPr indent="-228600" lvl="7" marL="3657600" algn="l">
              <a:lnSpc>
                <a:spcPct val="100000"/>
              </a:lnSpc>
              <a:spcBef>
                <a:spcPts val="135"/>
              </a:spcBef>
              <a:spcAft>
                <a:spcPts val="0"/>
              </a:spcAft>
              <a:buClr>
                <a:schemeClr val="dk1"/>
              </a:buClr>
              <a:buSzPts val="675"/>
              <a:buNone/>
              <a:defRPr sz="675"/>
            </a:lvl8pPr>
            <a:lvl9pPr indent="-228600" lvl="8" marL="4114800" algn="l">
              <a:lnSpc>
                <a:spcPct val="100000"/>
              </a:lnSpc>
              <a:spcBef>
                <a:spcPts val="135"/>
              </a:spcBef>
              <a:spcAft>
                <a:spcPts val="0"/>
              </a:spcAft>
              <a:buClr>
                <a:schemeClr val="dk1"/>
              </a:buClr>
              <a:buSzPts val="675"/>
              <a:buNone/>
              <a:defRPr sz="675"/>
            </a:lvl9pPr>
          </a:lstStyle>
          <a:p/>
        </p:txBody>
      </p:sp>
      <p:sp>
        <p:nvSpPr>
          <p:cNvPr id="1453" name="Google Shape;1453;p271"/>
          <p:cNvSpPr txBox="1"/>
          <p:nvPr>
            <p:ph idx="10" type="dt"/>
          </p:nvPr>
        </p:nvSpPr>
        <p:spPr>
          <a:xfrm>
            <a:off x="457200" y="6356352"/>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454" name="Google Shape;1454;p271"/>
          <p:cNvSpPr txBox="1"/>
          <p:nvPr>
            <p:ph idx="11" type="ftr"/>
          </p:nvPr>
        </p:nvSpPr>
        <p:spPr>
          <a:xfrm>
            <a:off x="3124200" y="6356352"/>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455" name="Google Shape;1455;p271"/>
          <p:cNvSpPr txBox="1"/>
          <p:nvPr>
            <p:ph idx="12" type="sldNum"/>
          </p:nvPr>
        </p:nvSpPr>
        <p:spPr>
          <a:xfrm>
            <a:off x="6553200" y="6356352"/>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56" name="Shape 1456"/>
        <p:cNvGrpSpPr/>
        <p:nvPr/>
      </p:nvGrpSpPr>
      <p:grpSpPr>
        <a:xfrm>
          <a:off x="0" y="0"/>
          <a:ext cx="0" cy="0"/>
          <a:chOff x="0" y="0"/>
          <a:chExt cx="0" cy="0"/>
        </a:xfrm>
      </p:grpSpPr>
      <p:sp>
        <p:nvSpPr>
          <p:cNvPr id="1457" name="Google Shape;1457;p272"/>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58" name="Google Shape;1458;p272"/>
          <p:cNvSpPr txBox="1"/>
          <p:nvPr>
            <p:ph idx="1" type="body"/>
          </p:nvPr>
        </p:nvSpPr>
        <p:spPr>
          <a:xfrm rot="5400000">
            <a:off x="2309019" y="-251617"/>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459" name="Google Shape;1459;p272"/>
          <p:cNvSpPr txBox="1"/>
          <p:nvPr>
            <p:ph idx="10" type="dt"/>
          </p:nvPr>
        </p:nvSpPr>
        <p:spPr>
          <a:xfrm>
            <a:off x="457200" y="6356352"/>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460" name="Google Shape;1460;p272"/>
          <p:cNvSpPr txBox="1"/>
          <p:nvPr>
            <p:ph idx="11" type="ftr"/>
          </p:nvPr>
        </p:nvSpPr>
        <p:spPr>
          <a:xfrm>
            <a:off x="3124200" y="6356352"/>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461" name="Google Shape;1461;p272"/>
          <p:cNvSpPr txBox="1"/>
          <p:nvPr>
            <p:ph idx="12" type="sldNum"/>
          </p:nvPr>
        </p:nvSpPr>
        <p:spPr>
          <a:xfrm>
            <a:off x="6553200" y="6356352"/>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62" name="Shape 1462"/>
        <p:cNvGrpSpPr/>
        <p:nvPr/>
      </p:nvGrpSpPr>
      <p:grpSpPr>
        <a:xfrm>
          <a:off x="0" y="0"/>
          <a:ext cx="0" cy="0"/>
          <a:chOff x="0" y="0"/>
          <a:chExt cx="0" cy="0"/>
        </a:xfrm>
      </p:grpSpPr>
      <p:sp>
        <p:nvSpPr>
          <p:cNvPr id="1463" name="Google Shape;1463;p273"/>
          <p:cNvSpPr txBox="1"/>
          <p:nvPr>
            <p:ph type="title"/>
          </p:nvPr>
        </p:nvSpPr>
        <p:spPr>
          <a:xfrm rot="5400000">
            <a:off x="4732338" y="2171703"/>
            <a:ext cx="5851525" cy="20574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64" name="Google Shape;1464;p273"/>
          <p:cNvSpPr txBox="1"/>
          <p:nvPr>
            <p:ph idx="1" type="body"/>
          </p:nvPr>
        </p:nvSpPr>
        <p:spPr>
          <a:xfrm rot="5400000">
            <a:off x="541338" y="190502"/>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465" name="Google Shape;1465;p273"/>
          <p:cNvSpPr txBox="1"/>
          <p:nvPr>
            <p:ph idx="10" type="dt"/>
          </p:nvPr>
        </p:nvSpPr>
        <p:spPr>
          <a:xfrm>
            <a:off x="457200" y="6356352"/>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466" name="Google Shape;1466;p273"/>
          <p:cNvSpPr txBox="1"/>
          <p:nvPr>
            <p:ph idx="11" type="ftr"/>
          </p:nvPr>
        </p:nvSpPr>
        <p:spPr>
          <a:xfrm>
            <a:off x="3124200" y="6356352"/>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467" name="Google Shape;1467;p273"/>
          <p:cNvSpPr txBox="1"/>
          <p:nvPr>
            <p:ph idx="12" type="sldNum"/>
          </p:nvPr>
        </p:nvSpPr>
        <p:spPr>
          <a:xfrm>
            <a:off x="6553200" y="6356352"/>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bg>
      <p:bgPr>
        <a:blipFill>
          <a:blip r:embed="rId2">
            <a:alphaModFix/>
          </a:blip>
          <a:stretch>
            <a:fillRect/>
          </a:stretch>
        </a:blipFill>
      </p:bgPr>
    </p:bg>
    <p:spTree>
      <p:nvGrpSpPr>
        <p:cNvPr id="1468" name="Shape 1468"/>
        <p:cNvGrpSpPr/>
        <p:nvPr/>
      </p:nvGrpSpPr>
      <p:grpSpPr>
        <a:xfrm>
          <a:off x="0" y="0"/>
          <a:ext cx="0" cy="0"/>
          <a:chOff x="0" y="0"/>
          <a:chExt cx="0" cy="0"/>
        </a:xfrm>
      </p:grpSpPr>
      <p:sp>
        <p:nvSpPr>
          <p:cNvPr id="1469" name="Google Shape;1469;p274"/>
          <p:cNvSpPr/>
          <p:nvPr/>
        </p:nvSpPr>
        <p:spPr>
          <a:xfrm>
            <a:off x="0" y="3352800"/>
            <a:ext cx="8686800" cy="2743200"/>
          </a:xfrm>
          <a:prstGeom prst="rect">
            <a:avLst/>
          </a:prstGeom>
          <a:solidFill>
            <a:srgbClr val="10114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Arial"/>
              <a:ea typeface="Arial"/>
              <a:cs typeface="Arial"/>
              <a:sym typeface="Arial"/>
            </a:endParaRPr>
          </a:p>
        </p:txBody>
      </p:sp>
      <p:sp>
        <p:nvSpPr>
          <p:cNvPr id="1470" name="Google Shape;1470;p274"/>
          <p:cNvSpPr/>
          <p:nvPr/>
        </p:nvSpPr>
        <p:spPr>
          <a:xfrm>
            <a:off x="2895600" y="6096000"/>
            <a:ext cx="2895600" cy="76200"/>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471" name="Google Shape;1471;p274"/>
          <p:cNvSpPr/>
          <p:nvPr/>
        </p:nvSpPr>
        <p:spPr>
          <a:xfrm>
            <a:off x="0" y="6096000"/>
            <a:ext cx="2895600" cy="76200"/>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472" name="Google Shape;1472;p274"/>
          <p:cNvSpPr/>
          <p:nvPr/>
        </p:nvSpPr>
        <p:spPr>
          <a:xfrm>
            <a:off x="5791200" y="6096000"/>
            <a:ext cx="2895600" cy="7620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pic>
        <p:nvPicPr>
          <p:cNvPr descr="BITS_university_logo_whitevert.png" id="1473" name="Google Shape;1473;p274"/>
          <p:cNvPicPr preferRelativeResize="0"/>
          <p:nvPr/>
        </p:nvPicPr>
        <p:blipFill rotWithShape="1">
          <a:blip r:embed="rId3">
            <a:alphaModFix/>
          </a:blip>
          <a:srcRect b="28592" l="0" r="0" t="2"/>
          <a:stretch/>
        </p:blipFill>
        <p:spPr>
          <a:xfrm>
            <a:off x="76200" y="3352802"/>
            <a:ext cx="2057400" cy="1979613"/>
          </a:xfrm>
          <a:prstGeom prst="rect">
            <a:avLst/>
          </a:prstGeom>
          <a:noFill/>
          <a:ln>
            <a:noFill/>
          </a:ln>
        </p:spPr>
      </p:pic>
      <p:sp>
        <p:nvSpPr>
          <p:cNvPr id="1474" name="Google Shape;1474;p274"/>
          <p:cNvSpPr txBox="1"/>
          <p:nvPr/>
        </p:nvSpPr>
        <p:spPr>
          <a:xfrm>
            <a:off x="-76200" y="5257800"/>
            <a:ext cx="2209800" cy="4270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175"/>
              <a:buFont typeface="Arial"/>
              <a:buNone/>
            </a:pPr>
            <a:r>
              <a:rPr b="1" i="0" lang="en-US" sz="2175" u="none" cap="none" strike="noStrike">
                <a:solidFill>
                  <a:srgbClr val="FFFFFF"/>
                </a:solidFill>
                <a:latin typeface="Arial"/>
                <a:ea typeface="Arial"/>
                <a:cs typeface="Arial"/>
                <a:sym typeface="Arial"/>
              </a:rPr>
              <a:t>BITS</a:t>
            </a:r>
            <a:r>
              <a:rPr b="0" i="0" lang="en-US" sz="2175" u="none" cap="none" strike="noStrike">
                <a:solidFill>
                  <a:srgbClr val="FFFFFF"/>
                </a:solidFill>
                <a:latin typeface="Arial"/>
                <a:ea typeface="Arial"/>
                <a:cs typeface="Arial"/>
                <a:sym typeface="Arial"/>
              </a:rPr>
              <a:t> Pilani</a:t>
            </a:r>
            <a:endParaRPr b="0" i="0" sz="1400" u="none" cap="none" strike="noStrike">
              <a:solidFill>
                <a:srgbClr val="000000"/>
              </a:solidFill>
              <a:latin typeface="Arial"/>
              <a:ea typeface="Arial"/>
              <a:cs typeface="Arial"/>
              <a:sym typeface="Arial"/>
            </a:endParaRPr>
          </a:p>
        </p:txBody>
      </p:sp>
      <p:sp>
        <p:nvSpPr>
          <p:cNvPr id="1475" name="Google Shape;1475;p274"/>
          <p:cNvSpPr txBox="1"/>
          <p:nvPr/>
        </p:nvSpPr>
        <p:spPr>
          <a:xfrm>
            <a:off x="152400" y="5667376"/>
            <a:ext cx="1905000" cy="2308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Pilani Campus</a:t>
            </a:r>
            <a:endParaRPr b="0" i="0" sz="1400" u="none" cap="none" strike="noStrike">
              <a:solidFill>
                <a:srgbClr val="000000"/>
              </a:solidFill>
              <a:latin typeface="Arial"/>
              <a:ea typeface="Arial"/>
              <a:cs typeface="Arial"/>
              <a:sym typeface="Arial"/>
            </a:endParaRPr>
          </a:p>
        </p:txBody>
      </p:sp>
      <p:sp>
        <p:nvSpPr>
          <p:cNvPr id="1476" name="Google Shape;1476;p274"/>
          <p:cNvSpPr/>
          <p:nvPr/>
        </p:nvSpPr>
        <p:spPr>
          <a:xfrm>
            <a:off x="0" y="3352800"/>
            <a:ext cx="8686800" cy="2743200"/>
          </a:xfrm>
          <a:prstGeom prst="rect">
            <a:avLst/>
          </a:prstGeom>
          <a:solidFill>
            <a:srgbClr val="10114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Arial"/>
              <a:ea typeface="Arial"/>
              <a:cs typeface="Arial"/>
              <a:sym typeface="Arial"/>
            </a:endParaRPr>
          </a:p>
        </p:txBody>
      </p:sp>
      <p:sp>
        <p:nvSpPr>
          <p:cNvPr id="1477" name="Google Shape;1477;p274"/>
          <p:cNvSpPr/>
          <p:nvPr/>
        </p:nvSpPr>
        <p:spPr>
          <a:xfrm>
            <a:off x="2895600" y="6096000"/>
            <a:ext cx="2895600" cy="76200"/>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478" name="Google Shape;1478;p274"/>
          <p:cNvSpPr/>
          <p:nvPr/>
        </p:nvSpPr>
        <p:spPr>
          <a:xfrm>
            <a:off x="0" y="6096000"/>
            <a:ext cx="2895600" cy="76200"/>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479" name="Google Shape;1479;p274"/>
          <p:cNvSpPr/>
          <p:nvPr/>
        </p:nvSpPr>
        <p:spPr>
          <a:xfrm>
            <a:off x="5791200" y="6096000"/>
            <a:ext cx="2895600" cy="7620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pic>
        <p:nvPicPr>
          <p:cNvPr descr="BITS_university_logo_whitevert.png" id="1480" name="Google Shape;1480;p274"/>
          <p:cNvPicPr preferRelativeResize="0"/>
          <p:nvPr/>
        </p:nvPicPr>
        <p:blipFill rotWithShape="1">
          <a:blip r:embed="rId3">
            <a:alphaModFix/>
          </a:blip>
          <a:srcRect b="28592" l="0" r="0" t="2"/>
          <a:stretch/>
        </p:blipFill>
        <p:spPr>
          <a:xfrm>
            <a:off x="76200" y="3352802"/>
            <a:ext cx="2057400" cy="1979613"/>
          </a:xfrm>
          <a:prstGeom prst="rect">
            <a:avLst/>
          </a:prstGeom>
          <a:noFill/>
          <a:ln>
            <a:noFill/>
          </a:ln>
        </p:spPr>
      </p:pic>
      <p:sp>
        <p:nvSpPr>
          <p:cNvPr id="1481" name="Google Shape;1481;p274"/>
          <p:cNvSpPr txBox="1"/>
          <p:nvPr/>
        </p:nvSpPr>
        <p:spPr>
          <a:xfrm>
            <a:off x="-76200" y="5257800"/>
            <a:ext cx="2209800" cy="4270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175"/>
              <a:buFont typeface="Arial"/>
              <a:buNone/>
            </a:pPr>
            <a:r>
              <a:rPr b="1" i="0" lang="en-US" sz="2175" u="none" cap="none" strike="noStrike">
                <a:solidFill>
                  <a:srgbClr val="FFFFFF"/>
                </a:solidFill>
                <a:latin typeface="Arial"/>
                <a:ea typeface="Arial"/>
                <a:cs typeface="Arial"/>
                <a:sym typeface="Arial"/>
              </a:rPr>
              <a:t>BITS</a:t>
            </a:r>
            <a:r>
              <a:rPr b="0" i="0" lang="en-US" sz="2175" u="none" cap="none" strike="noStrike">
                <a:solidFill>
                  <a:srgbClr val="FFFFFF"/>
                </a:solidFill>
                <a:latin typeface="Arial"/>
                <a:ea typeface="Arial"/>
                <a:cs typeface="Arial"/>
                <a:sym typeface="Arial"/>
              </a:rPr>
              <a:t> Pilani</a:t>
            </a:r>
            <a:endParaRPr b="0" i="0" sz="1400" u="none" cap="none" strike="noStrike">
              <a:solidFill>
                <a:srgbClr val="000000"/>
              </a:solidFill>
              <a:latin typeface="Arial"/>
              <a:ea typeface="Arial"/>
              <a:cs typeface="Arial"/>
              <a:sym typeface="Arial"/>
            </a:endParaRPr>
          </a:p>
        </p:txBody>
      </p:sp>
      <p:sp>
        <p:nvSpPr>
          <p:cNvPr id="1482" name="Google Shape;1482;p274"/>
          <p:cNvSpPr txBox="1"/>
          <p:nvPr/>
        </p:nvSpPr>
        <p:spPr>
          <a:xfrm>
            <a:off x="152400" y="5667376"/>
            <a:ext cx="1905000" cy="2308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Pilani Campus</a:t>
            </a:r>
            <a:endParaRPr b="0" i="0" sz="1400" u="none" cap="none" strike="noStrike">
              <a:solidFill>
                <a:srgbClr val="000000"/>
              </a:solidFill>
              <a:latin typeface="Arial"/>
              <a:ea typeface="Arial"/>
              <a:cs typeface="Arial"/>
              <a:sym typeface="Arial"/>
            </a:endParaRPr>
          </a:p>
        </p:txBody>
      </p:sp>
      <p:sp>
        <p:nvSpPr>
          <p:cNvPr id="1483" name="Google Shape;1483;p274"/>
          <p:cNvSpPr txBox="1"/>
          <p:nvPr>
            <p:ph idx="1" type="body"/>
          </p:nvPr>
        </p:nvSpPr>
        <p:spPr>
          <a:xfrm>
            <a:off x="2514600" y="5410200"/>
            <a:ext cx="6019800" cy="533400"/>
          </a:xfrm>
          <a:prstGeom prst="rect">
            <a:avLst/>
          </a:prstGeom>
          <a:noFill/>
          <a:ln>
            <a:noFill/>
          </a:ln>
        </p:spPr>
        <p:txBody>
          <a:bodyPr anchorCtr="0" anchor="b" bIns="45700" lIns="91425" spcFirstLastPara="1" rIns="91425" wrap="square" tIns="45700">
            <a:noAutofit/>
          </a:bodyPr>
          <a:lstStyle>
            <a:lvl1pPr indent="-228600" lvl="0" marL="457200" algn="r">
              <a:lnSpc>
                <a:spcPct val="100000"/>
              </a:lnSpc>
              <a:spcBef>
                <a:spcPts val="0"/>
              </a:spcBef>
              <a:spcAft>
                <a:spcPts val="0"/>
              </a:spcAft>
              <a:buClr>
                <a:schemeClr val="lt1"/>
              </a:buClr>
              <a:buSzPts val="1350"/>
              <a:buNone/>
              <a:defRPr sz="1350">
                <a:solidFill>
                  <a:schemeClr val="lt1"/>
                </a:solidFil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484" name="Google Shape;1484;p274"/>
          <p:cNvSpPr txBox="1"/>
          <p:nvPr>
            <p:ph type="title"/>
          </p:nvPr>
        </p:nvSpPr>
        <p:spPr>
          <a:xfrm>
            <a:off x="2514600" y="3810000"/>
            <a:ext cx="6019800" cy="1524000"/>
          </a:xfrm>
          <a:prstGeom prst="rect">
            <a:avLst/>
          </a:prstGeom>
          <a:noFill/>
          <a:ln>
            <a:noFill/>
          </a:ln>
        </p:spPr>
        <p:txBody>
          <a:bodyPr anchorCtr="0" anchor="t" bIns="45700" lIns="91425" spcFirstLastPara="1" rIns="91425" wrap="square" tIns="45700">
            <a:noAutofit/>
          </a:bodyPr>
          <a:lstStyle>
            <a:lvl1pPr lvl="0" marR="0" rtl="0" algn="l">
              <a:lnSpc>
                <a:spcPct val="90909"/>
              </a:lnSpc>
              <a:spcBef>
                <a:spcPts val="0"/>
              </a:spcBef>
              <a:spcAft>
                <a:spcPts val="0"/>
              </a:spcAft>
              <a:buClr>
                <a:schemeClr val="lt1"/>
              </a:buClr>
              <a:buSzPts val="3300"/>
              <a:buFont typeface="Calibri"/>
              <a:buNone/>
              <a:defRPr b="0" i="0" sz="33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and Content">
  <p:cSld name="3_Title and Content">
    <p:spTree>
      <p:nvGrpSpPr>
        <p:cNvPr id="1485" name="Shape 1485"/>
        <p:cNvGrpSpPr/>
        <p:nvPr/>
      </p:nvGrpSpPr>
      <p:grpSpPr>
        <a:xfrm>
          <a:off x="0" y="0"/>
          <a:ext cx="0" cy="0"/>
          <a:chOff x="0" y="0"/>
          <a:chExt cx="0" cy="0"/>
        </a:xfrm>
      </p:grpSpPr>
    </p:spTree>
  </p:cSld>
  <p:clrMapOvr>
    <a:masterClrMapping/>
  </p:clrMapOvr>
</p:sldLayout>
</file>

<file path=ppt/slideLayouts/slideLayout1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Title and Content">
  <p:cSld name="6_Title and Content">
    <p:spTree>
      <p:nvGrpSpPr>
        <p:cNvPr id="1486" name="Shape 1486"/>
        <p:cNvGrpSpPr/>
        <p:nvPr/>
      </p:nvGrpSpPr>
      <p:grpSpPr>
        <a:xfrm>
          <a:off x="0" y="0"/>
          <a:ext cx="0" cy="0"/>
          <a:chOff x="0" y="0"/>
          <a:chExt cx="0" cy="0"/>
        </a:xfrm>
      </p:grpSpPr>
    </p:spTree>
  </p:cSld>
  <p:clrMapOvr>
    <a:masterClrMapping/>
  </p:clrMapOvr>
</p:sldLayout>
</file>

<file path=ppt/slideLayouts/slideLayout1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Title and Content">
  <p:cSld name="7_Title and Content">
    <p:spTree>
      <p:nvGrpSpPr>
        <p:cNvPr id="1487" name="Shape 1487"/>
        <p:cNvGrpSpPr/>
        <p:nvPr/>
      </p:nvGrpSpPr>
      <p:grpSpPr>
        <a:xfrm>
          <a:off x="0" y="0"/>
          <a:ext cx="0" cy="0"/>
          <a:chOff x="0" y="0"/>
          <a:chExt cx="0" cy="0"/>
        </a:xfrm>
      </p:grpSpPr>
    </p:spTree>
  </p:cSld>
  <p:clrMapOvr>
    <a:masterClrMapping/>
  </p:clrMapOvr>
</p:sldLayout>
</file>

<file path=ppt/slideLayouts/slideLayout1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Title and Content">
  <p:cSld name="8_Title and Content">
    <p:spTree>
      <p:nvGrpSpPr>
        <p:cNvPr id="1488" name="Shape 1488"/>
        <p:cNvGrpSpPr/>
        <p:nvPr/>
      </p:nvGrpSpPr>
      <p:grpSpPr>
        <a:xfrm>
          <a:off x="0" y="0"/>
          <a:ext cx="0" cy="0"/>
          <a:chOff x="0" y="0"/>
          <a:chExt cx="0" cy="0"/>
        </a:xfrm>
      </p:grpSpPr>
    </p:spTree>
  </p:cSld>
  <p:clrMapOvr>
    <a:masterClrMapping/>
  </p:clrMapOvr>
</p:sldLayout>
</file>

<file path=ppt/slideLayouts/slideLayout1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Title and Content">
  <p:cSld name="9_Title and Content">
    <p:spTree>
      <p:nvGrpSpPr>
        <p:cNvPr id="1489" name="Shape 1489"/>
        <p:cNvGrpSpPr/>
        <p:nvPr/>
      </p:nvGrpSpPr>
      <p:grpSpPr>
        <a:xfrm>
          <a:off x="0" y="0"/>
          <a:ext cx="0" cy="0"/>
          <a:chOff x="0" y="0"/>
          <a:chExt cx="0" cy="0"/>
        </a:xfrm>
      </p:grpSpPr>
    </p:spTree>
  </p:cSld>
  <p:clrMapOvr>
    <a:masterClrMapping/>
  </p:clrMapOvr>
</p:sldLayout>
</file>

<file path=ppt/slideLayouts/slideLayout1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Title and Content">
  <p:cSld name="10_Title and Content">
    <p:spTree>
      <p:nvGrpSpPr>
        <p:cNvPr id="1490" name="Shape 1490"/>
        <p:cNvGrpSpPr/>
        <p:nvPr/>
      </p:nvGrpSpPr>
      <p:grpSpPr>
        <a:xfrm>
          <a:off x="0" y="0"/>
          <a:ext cx="0" cy="0"/>
          <a:chOff x="0" y="0"/>
          <a:chExt cx="0" cy="0"/>
        </a:xfrm>
      </p:grpSpPr>
    </p:spTree>
  </p:cSld>
  <p:clrMapOvr>
    <a:masterClrMapping/>
  </p:clrMapOvr>
</p:sldLayout>
</file>

<file path=ppt/slideLayouts/slideLayout1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1491" name="Shape 1491"/>
        <p:cNvGrpSpPr/>
        <p:nvPr/>
      </p:nvGrpSpPr>
      <p:grpSpPr>
        <a:xfrm>
          <a:off x="0" y="0"/>
          <a:ext cx="0" cy="0"/>
          <a:chOff x="0" y="0"/>
          <a:chExt cx="0" cy="0"/>
        </a:xfrm>
      </p:grpSpPr>
      <p:sp>
        <p:nvSpPr>
          <p:cNvPr id="1492" name="Google Shape;1492;p281"/>
          <p:cNvSpPr txBox="1"/>
          <p:nvPr/>
        </p:nvSpPr>
        <p:spPr>
          <a:xfrm>
            <a:off x="3276600" y="6596065"/>
            <a:ext cx="5867400" cy="21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825"/>
              <a:buFont typeface="Arial"/>
              <a:buNone/>
            </a:pPr>
            <a:r>
              <a:rPr b="1" i="0" lang="en-US" sz="825" u="none" cap="none" strike="noStrike">
                <a:solidFill>
                  <a:srgbClr val="101141"/>
                </a:solidFill>
                <a:latin typeface="Arial"/>
                <a:ea typeface="Arial"/>
                <a:cs typeface="Arial"/>
                <a:sym typeface="Arial"/>
              </a:rPr>
              <a:t>BITS </a:t>
            </a:r>
            <a:r>
              <a:rPr b="0" i="0" lang="en-US" sz="825"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1493" name="Google Shape;1493;p281"/>
          <p:cNvGrpSpPr/>
          <p:nvPr/>
        </p:nvGrpSpPr>
        <p:grpSpPr>
          <a:xfrm>
            <a:off x="2084388" y="6550027"/>
            <a:ext cx="7059612" cy="49213"/>
            <a:chOff x="2083888" y="6550671"/>
            <a:chExt cx="7060112" cy="48665"/>
          </a:xfrm>
        </p:grpSpPr>
        <p:sp>
          <p:nvSpPr>
            <p:cNvPr id="1494" name="Google Shape;1494;p281"/>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495" name="Google Shape;1495;p281"/>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496" name="Google Shape;1496;p281"/>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pic>
        <p:nvPicPr>
          <p:cNvPr descr="Picture 7.png" id="1497" name="Google Shape;1497;p281"/>
          <p:cNvPicPr preferRelativeResize="0"/>
          <p:nvPr/>
        </p:nvPicPr>
        <p:blipFill rotWithShape="1">
          <a:blip r:embed="rId2">
            <a:alphaModFix/>
          </a:blip>
          <a:srcRect b="5334" l="1923" r="0" t="0"/>
          <a:stretch/>
        </p:blipFill>
        <p:spPr>
          <a:xfrm>
            <a:off x="6629401" y="0"/>
            <a:ext cx="2193925" cy="692150"/>
          </a:xfrm>
          <a:prstGeom prst="rect">
            <a:avLst/>
          </a:prstGeom>
          <a:noFill/>
          <a:ln>
            <a:noFill/>
          </a:ln>
        </p:spPr>
      </p:pic>
      <p:grpSp>
        <p:nvGrpSpPr>
          <p:cNvPr id="1498" name="Google Shape;1498;p281"/>
          <p:cNvGrpSpPr/>
          <p:nvPr/>
        </p:nvGrpSpPr>
        <p:grpSpPr>
          <a:xfrm>
            <a:off x="2133600" y="6553200"/>
            <a:ext cx="7010400" cy="46038"/>
            <a:chOff x="1905000" y="6553200"/>
            <a:chExt cx="7010400" cy="45719"/>
          </a:xfrm>
        </p:grpSpPr>
        <p:sp>
          <p:nvSpPr>
            <p:cNvPr id="1499" name="Google Shape;1499;p281"/>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500" name="Google Shape;1500;p281"/>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501" name="Google Shape;1501;p281"/>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grpSp>
        <p:nvGrpSpPr>
          <p:cNvPr id="1502" name="Google Shape;1502;p281"/>
          <p:cNvGrpSpPr/>
          <p:nvPr/>
        </p:nvGrpSpPr>
        <p:grpSpPr>
          <a:xfrm>
            <a:off x="0" y="1295400"/>
            <a:ext cx="7010400" cy="46038"/>
            <a:chOff x="1905000" y="6553200"/>
            <a:chExt cx="7010400" cy="45719"/>
          </a:xfrm>
        </p:grpSpPr>
        <p:sp>
          <p:nvSpPr>
            <p:cNvPr id="1503" name="Google Shape;1503;p281"/>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504" name="Google Shape;1504;p281"/>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505" name="Google Shape;1505;p281"/>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sp>
        <p:nvSpPr>
          <p:cNvPr id="1506" name="Google Shape;1506;p281"/>
          <p:cNvSpPr txBox="1"/>
          <p:nvPr>
            <p:ph idx="1" type="body"/>
          </p:nvPr>
        </p:nvSpPr>
        <p:spPr>
          <a:xfrm>
            <a:off x="304800" y="1493839"/>
            <a:ext cx="8229600" cy="4525963"/>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360"/>
              </a:spcBef>
              <a:spcAft>
                <a:spcPts val="0"/>
              </a:spcAft>
              <a:buClr>
                <a:srgbClr val="101141"/>
              </a:buClr>
              <a:buSzPts val="1800"/>
              <a:buFont typeface="Arial"/>
              <a:buNone/>
              <a:defRPr sz="1800">
                <a:latin typeface="Arial"/>
                <a:ea typeface="Arial"/>
                <a:cs typeface="Arial"/>
                <a:sym typeface="Arial"/>
              </a:defRPr>
            </a:lvl1pPr>
            <a:lvl2pPr indent="-304800" lvl="1" marL="914400" marR="0" algn="l">
              <a:lnSpc>
                <a:spcPct val="100000"/>
              </a:lnSpc>
              <a:spcBef>
                <a:spcPts val="240"/>
              </a:spcBef>
              <a:spcAft>
                <a:spcPts val="0"/>
              </a:spcAft>
              <a:buClr>
                <a:schemeClr val="dk1"/>
              </a:buClr>
              <a:buSzPts val="1200"/>
              <a:buFont typeface="Arial"/>
              <a:buChar char="–"/>
              <a:defRPr sz="12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507" name="Google Shape;1507;p281"/>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700"/>
              <a:buNone/>
              <a:defRPr b="1" sz="27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Title and Content">
  <p:cSld name="11_Title and Content">
    <p:spTree>
      <p:nvGrpSpPr>
        <p:cNvPr id="1508" name="Shape 1508"/>
        <p:cNvGrpSpPr/>
        <p:nvPr/>
      </p:nvGrpSpPr>
      <p:grpSpPr>
        <a:xfrm>
          <a:off x="0" y="0"/>
          <a:ext cx="0" cy="0"/>
          <a:chOff x="0" y="0"/>
          <a:chExt cx="0" cy="0"/>
        </a:xfrm>
      </p:grpSpPr>
    </p:spTree>
  </p:cSld>
  <p:clrMapOvr>
    <a:masterClrMapping/>
  </p:clrMapOvr>
</p:sldLayout>
</file>

<file path=ppt/slideLayouts/slideLayout1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p:cSld name="1_Blank">
    <p:spTree>
      <p:nvGrpSpPr>
        <p:cNvPr id="1509" name="Shape 1509"/>
        <p:cNvGrpSpPr/>
        <p:nvPr/>
      </p:nvGrpSpPr>
      <p:grpSpPr>
        <a:xfrm>
          <a:off x="0" y="0"/>
          <a:ext cx="0" cy="0"/>
          <a:chOff x="0" y="0"/>
          <a:chExt cx="0" cy="0"/>
        </a:xfrm>
      </p:grpSpPr>
      <p:grpSp>
        <p:nvGrpSpPr>
          <p:cNvPr id="1510" name="Google Shape;1510;p283"/>
          <p:cNvGrpSpPr/>
          <p:nvPr/>
        </p:nvGrpSpPr>
        <p:grpSpPr>
          <a:xfrm>
            <a:off x="0" y="1295400"/>
            <a:ext cx="7010400" cy="46038"/>
            <a:chOff x="1905000" y="6553200"/>
            <a:chExt cx="7010400" cy="45719"/>
          </a:xfrm>
        </p:grpSpPr>
        <p:sp>
          <p:nvSpPr>
            <p:cNvPr id="1511" name="Google Shape;1511;p283"/>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512" name="Google Shape;1512;p283"/>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513" name="Google Shape;1513;p283"/>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1514" name="Google Shape;1514;p283"/>
          <p:cNvGrpSpPr/>
          <p:nvPr/>
        </p:nvGrpSpPr>
        <p:grpSpPr>
          <a:xfrm>
            <a:off x="2133600" y="6553200"/>
            <a:ext cx="7010400" cy="46038"/>
            <a:chOff x="1905000" y="6553200"/>
            <a:chExt cx="7010400" cy="45719"/>
          </a:xfrm>
        </p:grpSpPr>
        <p:sp>
          <p:nvSpPr>
            <p:cNvPr id="1515" name="Google Shape;1515;p283"/>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516" name="Google Shape;1516;p283"/>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517" name="Google Shape;1517;p283"/>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1518" name="Google Shape;1518;p283"/>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sp>
        <p:nvSpPr>
          <p:cNvPr id="1519" name="Google Shape;1519;p283"/>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Deemed to be University under Section 3 of UGC Act, 1956</a:t>
            </a:r>
            <a:endParaRPr b="0" i="0" sz="1400" u="none" cap="none" strike="noStrike">
              <a:solidFill>
                <a:srgbClr val="000000"/>
              </a:solidFill>
              <a:latin typeface="Arial"/>
              <a:ea typeface="Arial"/>
              <a:cs typeface="Arial"/>
              <a:sym typeface="Arial"/>
            </a:endParaRPr>
          </a:p>
        </p:txBody>
      </p:sp>
      <p:sp>
        <p:nvSpPr>
          <p:cNvPr id="1520" name="Google Shape;1520;p283"/>
          <p:cNvSpPr txBox="1"/>
          <p:nvPr>
            <p:ph idx="1"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527" name="Shape 1527"/>
        <p:cNvGrpSpPr/>
        <p:nvPr/>
      </p:nvGrpSpPr>
      <p:grpSpPr>
        <a:xfrm>
          <a:off x="0" y="0"/>
          <a:ext cx="0" cy="0"/>
          <a:chOff x="0" y="0"/>
          <a:chExt cx="0" cy="0"/>
        </a:xfrm>
      </p:grpSpPr>
      <p:grpSp>
        <p:nvGrpSpPr>
          <p:cNvPr id="1528" name="Google Shape;1528;p118"/>
          <p:cNvGrpSpPr/>
          <p:nvPr/>
        </p:nvGrpSpPr>
        <p:grpSpPr>
          <a:xfrm>
            <a:off x="0" y="1295400"/>
            <a:ext cx="7010400" cy="46038"/>
            <a:chOff x="1905000" y="6553200"/>
            <a:chExt cx="7010400" cy="45719"/>
          </a:xfrm>
        </p:grpSpPr>
        <p:sp>
          <p:nvSpPr>
            <p:cNvPr id="1529" name="Google Shape;1529;p118"/>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530" name="Google Shape;1530;p118"/>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531" name="Google Shape;1531;p118"/>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1532" name="Google Shape;1532;p118"/>
          <p:cNvGrpSpPr/>
          <p:nvPr/>
        </p:nvGrpSpPr>
        <p:grpSpPr>
          <a:xfrm>
            <a:off x="2133600" y="6553200"/>
            <a:ext cx="7010400" cy="46038"/>
            <a:chOff x="1905000" y="6553200"/>
            <a:chExt cx="7010400" cy="45719"/>
          </a:xfrm>
        </p:grpSpPr>
        <p:sp>
          <p:nvSpPr>
            <p:cNvPr id="1533" name="Google Shape;1533;p118"/>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534" name="Google Shape;1534;p118"/>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535" name="Google Shape;1535;p118"/>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1536" name="Google Shape;1536;p118"/>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sp>
        <p:nvSpPr>
          <p:cNvPr id="1537" name="Google Shape;1537;p118"/>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Deemed to be University under Section 3 of UGC Act, 1956</a:t>
            </a:r>
            <a:endParaRPr b="0" i="0" sz="1400" u="none" cap="none" strike="noStrike">
              <a:solidFill>
                <a:srgbClr val="000000"/>
              </a:solidFill>
              <a:latin typeface="Arial"/>
              <a:ea typeface="Arial"/>
              <a:cs typeface="Arial"/>
              <a:sym typeface="Arial"/>
            </a:endParaRPr>
          </a:p>
        </p:txBody>
      </p:sp>
      <p:sp>
        <p:nvSpPr>
          <p:cNvPr id="1538" name="Google Shape;1538;p118"/>
          <p:cNvSpPr txBox="1"/>
          <p:nvPr>
            <p:ph idx="1"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blipFill>
          <a:blip r:embed="rId2">
            <a:alphaModFix/>
          </a:blip>
          <a:stretch>
            <a:fillRect/>
          </a:stretch>
        </a:blipFill>
      </p:bgPr>
    </p:bg>
    <p:spTree>
      <p:nvGrpSpPr>
        <p:cNvPr id="1539" name="Shape 1539"/>
        <p:cNvGrpSpPr/>
        <p:nvPr/>
      </p:nvGrpSpPr>
      <p:grpSpPr>
        <a:xfrm>
          <a:off x="0" y="0"/>
          <a:ext cx="0" cy="0"/>
          <a:chOff x="0" y="0"/>
          <a:chExt cx="0" cy="0"/>
        </a:xfrm>
      </p:grpSpPr>
      <p:sp>
        <p:nvSpPr>
          <p:cNvPr id="1540" name="Google Shape;1540;p284"/>
          <p:cNvSpPr/>
          <p:nvPr/>
        </p:nvSpPr>
        <p:spPr>
          <a:xfrm>
            <a:off x="0" y="3352800"/>
            <a:ext cx="8686800" cy="2743200"/>
          </a:xfrm>
          <a:prstGeom prst="rect">
            <a:avLst/>
          </a:prstGeom>
          <a:solidFill>
            <a:srgbClr val="10114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Arial"/>
              <a:ea typeface="Arial"/>
              <a:cs typeface="Arial"/>
              <a:sym typeface="Arial"/>
            </a:endParaRPr>
          </a:p>
        </p:txBody>
      </p:sp>
      <p:sp>
        <p:nvSpPr>
          <p:cNvPr id="1541" name="Google Shape;1541;p284"/>
          <p:cNvSpPr/>
          <p:nvPr/>
        </p:nvSpPr>
        <p:spPr>
          <a:xfrm>
            <a:off x="2895600" y="6096000"/>
            <a:ext cx="2895600" cy="76200"/>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542" name="Google Shape;1542;p284"/>
          <p:cNvSpPr/>
          <p:nvPr/>
        </p:nvSpPr>
        <p:spPr>
          <a:xfrm>
            <a:off x="0" y="6096000"/>
            <a:ext cx="2895600" cy="76200"/>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543" name="Google Shape;1543;p284"/>
          <p:cNvSpPr/>
          <p:nvPr/>
        </p:nvSpPr>
        <p:spPr>
          <a:xfrm>
            <a:off x="5791200" y="6096000"/>
            <a:ext cx="2895600" cy="7620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pic>
        <p:nvPicPr>
          <p:cNvPr descr="BITS_university_logo_whitevert.png" id="1544" name="Google Shape;1544;p284"/>
          <p:cNvPicPr preferRelativeResize="0"/>
          <p:nvPr/>
        </p:nvPicPr>
        <p:blipFill rotWithShape="1">
          <a:blip r:embed="rId3">
            <a:alphaModFix/>
          </a:blip>
          <a:srcRect b="28592" l="0" r="0" t="2"/>
          <a:stretch/>
        </p:blipFill>
        <p:spPr>
          <a:xfrm>
            <a:off x="76200" y="3352800"/>
            <a:ext cx="2057400" cy="1979613"/>
          </a:xfrm>
          <a:prstGeom prst="rect">
            <a:avLst/>
          </a:prstGeom>
          <a:noFill/>
          <a:ln>
            <a:noFill/>
          </a:ln>
        </p:spPr>
      </p:pic>
      <p:sp>
        <p:nvSpPr>
          <p:cNvPr id="1545" name="Google Shape;1545;p284"/>
          <p:cNvSpPr txBox="1"/>
          <p:nvPr/>
        </p:nvSpPr>
        <p:spPr>
          <a:xfrm>
            <a:off x="-76200" y="5257800"/>
            <a:ext cx="2209800" cy="5540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900"/>
              <a:buFont typeface="Arial"/>
              <a:buNone/>
            </a:pPr>
            <a:r>
              <a:rPr b="1" i="0" lang="en-US" sz="2900" u="none" cap="none" strike="noStrike">
                <a:solidFill>
                  <a:srgbClr val="FFFFFF"/>
                </a:solidFill>
                <a:latin typeface="Arial"/>
                <a:ea typeface="Arial"/>
                <a:cs typeface="Arial"/>
                <a:sym typeface="Arial"/>
              </a:rPr>
              <a:t>BITS</a:t>
            </a:r>
            <a:r>
              <a:rPr b="0" i="0" lang="en-US" sz="2900" u="none" cap="none" strike="noStrike">
                <a:solidFill>
                  <a:srgbClr val="FFFFFF"/>
                </a:solidFill>
                <a:latin typeface="Arial"/>
                <a:ea typeface="Arial"/>
                <a:cs typeface="Arial"/>
                <a:sym typeface="Arial"/>
              </a:rPr>
              <a:t> Pilani</a:t>
            </a:r>
            <a:endParaRPr b="0" i="0" sz="1400" u="none" cap="none" strike="noStrike">
              <a:solidFill>
                <a:srgbClr val="000000"/>
              </a:solidFill>
              <a:latin typeface="Arial"/>
              <a:ea typeface="Arial"/>
              <a:cs typeface="Arial"/>
              <a:sym typeface="Arial"/>
            </a:endParaRPr>
          </a:p>
        </p:txBody>
      </p:sp>
      <p:sp>
        <p:nvSpPr>
          <p:cNvPr id="1546" name="Google Shape;1546;p284"/>
          <p:cNvSpPr txBox="1"/>
          <p:nvPr/>
        </p:nvSpPr>
        <p:spPr>
          <a:xfrm>
            <a:off x="152400" y="5667375"/>
            <a:ext cx="1905000"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Pilani Campus</a:t>
            </a:r>
            <a:endParaRPr b="0" i="0" sz="1400" u="none" cap="none" strike="noStrike">
              <a:solidFill>
                <a:srgbClr val="000000"/>
              </a:solidFill>
              <a:latin typeface="Arial"/>
              <a:ea typeface="Arial"/>
              <a:cs typeface="Arial"/>
              <a:sym typeface="Arial"/>
            </a:endParaRPr>
          </a:p>
        </p:txBody>
      </p:sp>
      <p:sp>
        <p:nvSpPr>
          <p:cNvPr id="1547" name="Google Shape;1547;p284"/>
          <p:cNvSpPr txBox="1"/>
          <p:nvPr>
            <p:ph type="title"/>
          </p:nvPr>
        </p:nvSpPr>
        <p:spPr>
          <a:xfrm>
            <a:off x="2514600" y="3810000"/>
            <a:ext cx="6019800" cy="1524000"/>
          </a:xfrm>
          <a:prstGeom prst="rect">
            <a:avLst/>
          </a:prstGeom>
          <a:noFill/>
          <a:ln>
            <a:noFill/>
          </a:ln>
        </p:spPr>
        <p:txBody>
          <a:bodyPr anchorCtr="0" anchor="ctr" bIns="45700" lIns="91425" spcFirstLastPara="1" rIns="91425" wrap="square" tIns="45700">
            <a:noAutofit/>
          </a:bodyPr>
          <a:lstStyle>
            <a:lvl1pPr lvl="0" algn="l">
              <a:lnSpc>
                <a:spcPct val="90909"/>
              </a:lnSpc>
              <a:spcBef>
                <a:spcPts val="0"/>
              </a:spcBef>
              <a:spcAft>
                <a:spcPts val="0"/>
              </a:spcAft>
              <a:buSzPts val="1400"/>
              <a:buNone/>
              <a:defRPr sz="4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bg>
      <p:bgPr>
        <a:blipFill>
          <a:blip r:embed="rId2">
            <a:alphaModFix/>
          </a:blip>
          <a:stretch>
            <a:fillRect/>
          </a:stretch>
        </a:blipFill>
      </p:bgPr>
    </p:bg>
    <p:spTree>
      <p:nvGrpSpPr>
        <p:cNvPr id="1548" name="Shape 1548"/>
        <p:cNvGrpSpPr/>
        <p:nvPr/>
      </p:nvGrpSpPr>
      <p:grpSpPr>
        <a:xfrm>
          <a:off x="0" y="0"/>
          <a:ext cx="0" cy="0"/>
          <a:chOff x="0" y="0"/>
          <a:chExt cx="0" cy="0"/>
        </a:xfrm>
      </p:grpSpPr>
      <p:sp>
        <p:nvSpPr>
          <p:cNvPr id="1549" name="Google Shape;1549;p285"/>
          <p:cNvSpPr/>
          <p:nvPr/>
        </p:nvSpPr>
        <p:spPr>
          <a:xfrm>
            <a:off x="0" y="3352800"/>
            <a:ext cx="8686800" cy="2743200"/>
          </a:xfrm>
          <a:prstGeom prst="rect">
            <a:avLst/>
          </a:prstGeom>
          <a:solidFill>
            <a:srgbClr val="10114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Arial"/>
              <a:ea typeface="Arial"/>
              <a:cs typeface="Arial"/>
              <a:sym typeface="Arial"/>
            </a:endParaRPr>
          </a:p>
        </p:txBody>
      </p:sp>
      <p:sp>
        <p:nvSpPr>
          <p:cNvPr id="1550" name="Google Shape;1550;p285"/>
          <p:cNvSpPr/>
          <p:nvPr/>
        </p:nvSpPr>
        <p:spPr>
          <a:xfrm>
            <a:off x="2895600" y="6096000"/>
            <a:ext cx="2895600" cy="76200"/>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551" name="Google Shape;1551;p285"/>
          <p:cNvSpPr/>
          <p:nvPr/>
        </p:nvSpPr>
        <p:spPr>
          <a:xfrm>
            <a:off x="0" y="6096000"/>
            <a:ext cx="2895600" cy="76200"/>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552" name="Google Shape;1552;p285"/>
          <p:cNvSpPr/>
          <p:nvPr/>
        </p:nvSpPr>
        <p:spPr>
          <a:xfrm>
            <a:off x="5791200" y="6096000"/>
            <a:ext cx="2895600" cy="7620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pic>
        <p:nvPicPr>
          <p:cNvPr descr="BITS_university_logo_whitevert.png" id="1553" name="Google Shape;1553;p285"/>
          <p:cNvPicPr preferRelativeResize="0"/>
          <p:nvPr/>
        </p:nvPicPr>
        <p:blipFill rotWithShape="1">
          <a:blip r:embed="rId3">
            <a:alphaModFix/>
          </a:blip>
          <a:srcRect b="28592" l="0" r="0" t="2"/>
          <a:stretch/>
        </p:blipFill>
        <p:spPr>
          <a:xfrm>
            <a:off x="76200" y="3352800"/>
            <a:ext cx="2057400" cy="1979613"/>
          </a:xfrm>
          <a:prstGeom prst="rect">
            <a:avLst/>
          </a:prstGeom>
          <a:noFill/>
          <a:ln>
            <a:noFill/>
          </a:ln>
        </p:spPr>
      </p:pic>
      <p:sp>
        <p:nvSpPr>
          <p:cNvPr id="1554" name="Google Shape;1554;p285"/>
          <p:cNvSpPr txBox="1"/>
          <p:nvPr/>
        </p:nvSpPr>
        <p:spPr>
          <a:xfrm>
            <a:off x="-76200" y="5257800"/>
            <a:ext cx="2209800" cy="5540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900"/>
              <a:buFont typeface="Arial"/>
              <a:buNone/>
            </a:pPr>
            <a:r>
              <a:rPr b="1" i="0" lang="en-US" sz="2900" u="none" cap="none" strike="noStrike">
                <a:solidFill>
                  <a:srgbClr val="FFFFFF"/>
                </a:solidFill>
                <a:latin typeface="Arial"/>
                <a:ea typeface="Arial"/>
                <a:cs typeface="Arial"/>
                <a:sym typeface="Arial"/>
              </a:rPr>
              <a:t>BITS</a:t>
            </a:r>
            <a:r>
              <a:rPr b="0" i="0" lang="en-US" sz="2900" u="none" cap="none" strike="noStrike">
                <a:solidFill>
                  <a:srgbClr val="FFFFFF"/>
                </a:solidFill>
                <a:latin typeface="Arial"/>
                <a:ea typeface="Arial"/>
                <a:cs typeface="Arial"/>
                <a:sym typeface="Arial"/>
              </a:rPr>
              <a:t> Pilani</a:t>
            </a:r>
            <a:endParaRPr b="0" i="0" sz="1400" u="none" cap="none" strike="noStrike">
              <a:solidFill>
                <a:srgbClr val="000000"/>
              </a:solidFill>
              <a:latin typeface="Arial"/>
              <a:ea typeface="Arial"/>
              <a:cs typeface="Arial"/>
              <a:sym typeface="Arial"/>
            </a:endParaRPr>
          </a:p>
        </p:txBody>
      </p:sp>
      <p:sp>
        <p:nvSpPr>
          <p:cNvPr id="1555" name="Google Shape;1555;p285"/>
          <p:cNvSpPr txBox="1"/>
          <p:nvPr/>
        </p:nvSpPr>
        <p:spPr>
          <a:xfrm>
            <a:off x="152400" y="5667375"/>
            <a:ext cx="1905000"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Pilani Campus</a:t>
            </a:r>
            <a:endParaRPr b="0" i="0" sz="1400" u="none" cap="none" strike="noStrike">
              <a:solidFill>
                <a:srgbClr val="000000"/>
              </a:solidFill>
              <a:latin typeface="Arial"/>
              <a:ea typeface="Arial"/>
              <a:cs typeface="Arial"/>
              <a:sym typeface="Arial"/>
            </a:endParaRPr>
          </a:p>
        </p:txBody>
      </p:sp>
      <p:sp>
        <p:nvSpPr>
          <p:cNvPr id="1556" name="Google Shape;1556;p285"/>
          <p:cNvSpPr/>
          <p:nvPr/>
        </p:nvSpPr>
        <p:spPr>
          <a:xfrm>
            <a:off x="0" y="3352800"/>
            <a:ext cx="8686800" cy="2743200"/>
          </a:xfrm>
          <a:prstGeom prst="rect">
            <a:avLst/>
          </a:prstGeom>
          <a:solidFill>
            <a:srgbClr val="10114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Arial"/>
              <a:ea typeface="Arial"/>
              <a:cs typeface="Arial"/>
              <a:sym typeface="Arial"/>
            </a:endParaRPr>
          </a:p>
        </p:txBody>
      </p:sp>
      <p:sp>
        <p:nvSpPr>
          <p:cNvPr id="1557" name="Google Shape;1557;p285"/>
          <p:cNvSpPr/>
          <p:nvPr/>
        </p:nvSpPr>
        <p:spPr>
          <a:xfrm>
            <a:off x="2895600" y="6096000"/>
            <a:ext cx="2895600" cy="76200"/>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558" name="Google Shape;1558;p285"/>
          <p:cNvSpPr/>
          <p:nvPr/>
        </p:nvSpPr>
        <p:spPr>
          <a:xfrm>
            <a:off x="0" y="6096000"/>
            <a:ext cx="2895600" cy="76200"/>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559" name="Google Shape;1559;p285"/>
          <p:cNvSpPr/>
          <p:nvPr/>
        </p:nvSpPr>
        <p:spPr>
          <a:xfrm>
            <a:off x="5791200" y="6096000"/>
            <a:ext cx="2895600" cy="7620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pic>
        <p:nvPicPr>
          <p:cNvPr descr="BITS_university_logo_whitevert.png" id="1560" name="Google Shape;1560;p285"/>
          <p:cNvPicPr preferRelativeResize="0"/>
          <p:nvPr/>
        </p:nvPicPr>
        <p:blipFill rotWithShape="1">
          <a:blip r:embed="rId3">
            <a:alphaModFix/>
          </a:blip>
          <a:srcRect b="28592" l="0" r="0" t="2"/>
          <a:stretch/>
        </p:blipFill>
        <p:spPr>
          <a:xfrm>
            <a:off x="76200" y="3352800"/>
            <a:ext cx="2057400" cy="1979613"/>
          </a:xfrm>
          <a:prstGeom prst="rect">
            <a:avLst/>
          </a:prstGeom>
          <a:noFill/>
          <a:ln>
            <a:noFill/>
          </a:ln>
        </p:spPr>
      </p:pic>
      <p:sp>
        <p:nvSpPr>
          <p:cNvPr id="1561" name="Google Shape;1561;p285"/>
          <p:cNvSpPr txBox="1"/>
          <p:nvPr/>
        </p:nvSpPr>
        <p:spPr>
          <a:xfrm>
            <a:off x="-76200" y="5257800"/>
            <a:ext cx="2209800" cy="5540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900"/>
              <a:buFont typeface="Arial"/>
              <a:buNone/>
            </a:pPr>
            <a:r>
              <a:rPr b="1" i="0" lang="en-US" sz="2900" u="none" cap="none" strike="noStrike">
                <a:solidFill>
                  <a:srgbClr val="FFFFFF"/>
                </a:solidFill>
                <a:latin typeface="Arial"/>
                <a:ea typeface="Arial"/>
                <a:cs typeface="Arial"/>
                <a:sym typeface="Arial"/>
              </a:rPr>
              <a:t>BITS</a:t>
            </a:r>
            <a:r>
              <a:rPr b="0" i="0" lang="en-US" sz="2900" u="none" cap="none" strike="noStrike">
                <a:solidFill>
                  <a:srgbClr val="FFFFFF"/>
                </a:solidFill>
                <a:latin typeface="Arial"/>
                <a:ea typeface="Arial"/>
                <a:cs typeface="Arial"/>
                <a:sym typeface="Arial"/>
              </a:rPr>
              <a:t> Pilani</a:t>
            </a:r>
            <a:endParaRPr b="0" i="0" sz="1400" u="none" cap="none" strike="noStrike">
              <a:solidFill>
                <a:srgbClr val="000000"/>
              </a:solidFill>
              <a:latin typeface="Arial"/>
              <a:ea typeface="Arial"/>
              <a:cs typeface="Arial"/>
              <a:sym typeface="Arial"/>
            </a:endParaRPr>
          </a:p>
        </p:txBody>
      </p:sp>
      <p:sp>
        <p:nvSpPr>
          <p:cNvPr id="1562" name="Google Shape;1562;p285"/>
          <p:cNvSpPr txBox="1"/>
          <p:nvPr/>
        </p:nvSpPr>
        <p:spPr>
          <a:xfrm>
            <a:off x="152400" y="5667375"/>
            <a:ext cx="1905000"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Pilani Campus</a:t>
            </a:r>
            <a:endParaRPr b="0" i="0" sz="1400" u="none" cap="none" strike="noStrike">
              <a:solidFill>
                <a:srgbClr val="000000"/>
              </a:solidFill>
              <a:latin typeface="Arial"/>
              <a:ea typeface="Arial"/>
              <a:cs typeface="Arial"/>
              <a:sym typeface="Arial"/>
            </a:endParaRPr>
          </a:p>
        </p:txBody>
      </p:sp>
      <p:sp>
        <p:nvSpPr>
          <p:cNvPr id="1563" name="Google Shape;1563;p285"/>
          <p:cNvSpPr txBox="1"/>
          <p:nvPr>
            <p:ph idx="1" type="body"/>
          </p:nvPr>
        </p:nvSpPr>
        <p:spPr>
          <a:xfrm>
            <a:off x="2514600" y="5410200"/>
            <a:ext cx="6019800" cy="533400"/>
          </a:xfrm>
          <a:prstGeom prst="rect">
            <a:avLst/>
          </a:prstGeom>
          <a:noFill/>
          <a:ln>
            <a:noFill/>
          </a:ln>
        </p:spPr>
        <p:txBody>
          <a:bodyPr anchorCtr="0" anchor="b" bIns="45700" lIns="91425" spcFirstLastPara="1" rIns="91425" wrap="square" tIns="45700">
            <a:noAutofit/>
          </a:bodyPr>
          <a:lstStyle>
            <a:lvl1pPr indent="-228600" lvl="0" marL="457200" algn="r">
              <a:lnSpc>
                <a:spcPct val="100000"/>
              </a:lnSpc>
              <a:spcBef>
                <a:spcPts val="0"/>
              </a:spcBef>
              <a:spcAft>
                <a:spcPts val="0"/>
              </a:spcAft>
              <a:buClr>
                <a:schemeClr val="lt1"/>
              </a:buClr>
              <a:buSzPts val="1800"/>
              <a:buNone/>
              <a:defRPr sz="1800">
                <a:solidFill>
                  <a:schemeClr val="lt1"/>
                </a:solidFil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564" name="Google Shape;1564;p285"/>
          <p:cNvSpPr txBox="1"/>
          <p:nvPr>
            <p:ph type="title"/>
          </p:nvPr>
        </p:nvSpPr>
        <p:spPr>
          <a:xfrm>
            <a:off x="2514600" y="3810000"/>
            <a:ext cx="6019800" cy="1524000"/>
          </a:xfrm>
          <a:prstGeom prst="rect">
            <a:avLst/>
          </a:prstGeom>
          <a:noFill/>
          <a:ln>
            <a:noFill/>
          </a:ln>
        </p:spPr>
        <p:txBody>
          <a:bodyPr anchorCtr="0" anchor="ctr" bIns="45700" lIns="91425" spcFirstLastPara="1" rIns="91425" wrap="square" tIns="45700">
            <a:noAutofit/>
          </a:bodyPr>
          <a:lstStyle>
            <a:lvl1pPr lvl="0" algn="l">
              <a:lnSpc>
                <a:spcPct val="90909"/>
              </a:lnSpc>
              <a:spcBef>
                <a:spcPts val="0"/>
              </a:spcBef>
              <a:spcAft>
                <a:spcPts val="0"/>
              </a:spcAft>
              <a:buSzPts val="1400"/>
              <a:buNone/>
              <a:defRPr sz="4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1565" name="Shape 1565"/>
        <p:cNvGrpSpPr/>
        <p:nvPr/>
      </p:nvGrpSpPr>
      <p:grpSpPr>
        <a:xfrm>
          <a:off x="0" y="0"/>
          <a:ext cx="0" cy="0"/>
          <a:chOff x="0" y="0"/>
          <a:chExt cx="0" cy="0"/>
        </a:xfrm>
      </p:grpSpPr>
      <p:pic>
        <p:nvPicPr>
          <p:cNvPr descr="\\Server\D\jyoti\FI023_BITS_v1\styleguide img\IMG_5627_b.jpg" id="1566" name="Google Shape;1566;p286"/>
          <p:cNvPicPr preferRelativeResize="0"/>
          <p:nvPr/>
        </p:nvPicPr>
        <p:blipFill rotWithShape="1">
          <a:blip r:embed="rId2">
            <a:alphaModFix/>
          </a:blip>
          <a:srcRect b="0" l="0" r="0" t="0"/>
          <a:stretch/>
        </p:blipFill>
        <p:spPr>
          <a:xfrm>
            <a:off x="0" y="0"/>
            <a:ext cx="9144000" cy="6858000"/>
          </a:xfrm>
          <a:prstGeom prst="rect">
            <a:avLst/>
          </a:prstGeom>
          <a:noFill/>
          <a:ln>
            <a:noFill/>
          </a:ln>
        </p:spPr>
      </p:pic>
      <p:sp>
        <p:nvSpPr>
          <p:cNvPr id="1567" name="Google Shape;1567;p286"/>
          <p:cNvSpPr/>
          <p:nvPr/>
        </p:nvSpPr>
        <p:spPr>
          <a:xfrm>
            <a:off x="0" y="4281488"/>
            <a:ext cx="9144000" cy="2576512"/>
          </a:xfrm>
          <a:prstGeom prst="rect">
            <a:avLst/>
          </a:prstGeom>
          <a:solidFill>
            <a:schemeClr val="lt1"/>
          </a:solidFill>
          <a:ln cap="flat" cmpd="sng" w="9525">
            <a:solidFill>
              <a:srgbClr val="4A7DBA"/>
            </a:solidFill>
            <a:prstDash val="solid"/>
            <a:round/>
            <a:headEnd len="sm" w="sm" type="none"/>
            <a:tailEnd len="sm" w="sm" type="none"/>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pic>
        <p:nvPicPr>
          <p:cNvPr descr="Picture 7.png" id="1568" name="Google Shape;1568;p286"/>
          <p:cNvPicPr preferRelativeResize="0"/>
          <p:nvPr/>
        </p:nvPicPr>
        <p:blipFill rotWithShape="1">
          <a:blip r:embed="rId3">
            <a:alphaModFix/>
          </a:blip>
          <a:srcRect b="5334" l="1923" r="0" t="0"/>
          <a:stretch/>
        </p:blipFill>
        <p:spPr>
          <a:xfrm>
            <a:off x="6629400" y="0"/>
            <a:ext cx="2193925" cy="692150"/>
          </a:xfrm>
          <a:prstGeom prst="rect">
            <a:avLst/>
          </a:prstGeom>
          <a:noFill/>
          <a:ln>
            <a:noFill/>
          </a:ln>
        </p:spPr>
      </p:pic>
      <p:sp>
        <p:nvSpPr>
          <p:cNvPr id="1569" name="Google Shape;1569;p286"/>
          <p:cNvSpPr/>
          <p:nvPr/>
        </p:nvSpPr>
        <p:spPr>
          <a:xfrm>
            <a:off x="2882900" y="6775450"/>
            <a:ext cx="2895600" cy="76200"/>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570" name="Google Shape;1570;p286"/>
          <p:cNvSpPr/>
          <p:nvPr/>
        </p:nvSpPr>
        <p:spPr>
          <a:xfrm>
            <a:off x="-12700" y="6775450"/>
            <a:ext cx="2895600" cy="76200"/>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571" name="Google Shape;1571;p286"/>
          <p:cNvSpPr/>
          <p:nvPr/>
        </p:nvSpPr>
        <p:spPr>
          <a:xfrm>
            <a:off x="5778500" y="6775450"/>
            <a:ext cx="2895600" cy="7620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572" name="Google Shape;1572;p286"/>
          <p:cNvSpPr txBox="1"/>
          <p:nvPr/>
        </p:nvSpPr>
        <p:spPr>
          <a:xfrm>
            <a:off x="6858000" y="762000"/>
            <a:ext cx="2209800" cy="5540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900"/>
              <a:buFont typeface="Arial"/>
              <a:buNone/>
            </a:pPr>
            <a:r>
              <a:rPr b="1" i="0" lang="en-US" sz="2900" u="none" cap="none" strike="noStrike">
                <a:solidFill>
                  <a:srgbClr val="FFFFFF"/>
                </a:solidFill>
                <a:latin typeface="Arial"/>
                <a:ea typeface="Arial"/>
                <a:cs typeface="Arial"/>
                <a:sym typeface="Arial"/>
              </a:rPr>
              <a:t>BITS</a:t>
            </a:r>
            <a:r>
              <a:rPr b="0" i="0" lang="en-US" sz="2900" u="none" cap="none" strike="noStrike">
                <a:solidFill>
                  <a:srgbClr val="FFFFFF"/>
                </a:solidFill>
                <a:latin typeface="Arial"/>
                <a:ea typeface="Arial"/>
                <a:cs typeface="Arial"/>
                <a:sym typeface="Arial"/>
              </a:rPr>
              <a:t> Pilani</a:t>
            </a:r>
            <a:endParaRPr b="0" i="0" sz="1400" u="none" cap="none" strike="noStrike">
              <a:solidFill>
                <a:srgbClr val="000000"/>
              </a:solidFill>
              <a:latin typeface="Arial"/>
              <a:ea typeface="Arial"/>
              <a:cs typeface="Arial"/>
              <a:sym typeface="Arial"/>
            </a:endParaRPr>
          </a:p>
        </p:txBody>
      </p:sp>
      <p:sp>
        <p:nvSpPr>
          <p:cNvPr id="1573" name="Google Shape;1573;p286"/>
          <p:cNvSpPr txBox="1"/>
          <p:nvPr/>
        </p:nvSpPr>
        <p:spPr>
          <a:xfrm>
            <a:off x="7086600" y="1171575"/>
            <a:ext cx="1905000"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Pilani Campus</a:t>
            </a:r>
            <a:endParaRPr b="0" i="0" sz="1400" u="none" cap="none" strike="noStrike">
              <a:solidFill>
                <a:srgbClr val="000000"/>
              </a:solidFill>
              <a:latin typeface="Arial"/>
              <a:ea typeface="Arial"/>
              <a:cs typeface="Arial"/>
              <a:sym typeface="Arial"/>
            </a:endParaRPr>
          </a:p>
        </p:txBody>
      </p:sp>
      <p:sp>
        <p:nvSpPr>
          <p:cNvPr id="1574" name="Google Shape;1574;p286"/>
          <p:cNvSpPr txBox="1"/>
          <p:nvPr>
            <p:ph idx="1" type="body"/>
          </p:nvPr>
        </p:nvSpPr>
        <p:spPr>
          <a:xfrm>
            <a:off x="304800" y="4648200"/>
            <a:ext cx="8458200" cy="1600200"/>
          </a:xfrm>
          <a:prstGeom prst="rect">
            <a:avLst/>
          </a:prstGeom>
          <a:noFill/>
          <a:ln>
            <a:noFill/>
          </a:ln>
        </p:spPr>
        <p:txBody>
          <a:bodyPr anchorCtr="0" anchor="t" bIns="45700" lIns="91425" spcFirstLastPara="1" rIns="91425" wrap="square" tIns="45700">
            <a:noAutofit/>
          </a:bodyPr>
          <a:lstStyle>
            <a:lvl1pPr indent="-228600" lvl="0" marL="457200" algn="l">
              <a:lnSpc>
                <a:spcPct val="104999"/>
              </a:lnSpc>
              <a:spcBef>
                <a:spcPts val="0"/>
              </a:spcBef>
              <a:spcAft>
                <a:spcPts val="0"/>
              </a:spcAft>
              <a:buClr>
                <a:schemeClr val="dk1"/>
              </a:buClr>
              <a:buSzPts val="4000"/>
              <a:buNone/>
              <a:defRPr b="1" sz="40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575" name="Shape 1575"/>
        <p:cNvGrpSpPr/>
        <p:nvPr/>
      </p:nvGrpSpPr>
      <p:grpSpPr>
        <a:xfrm>
          <a:off x="0" y="0"/>
          <a:ext cx="0" cy="0"/>
          <a:chOff x="0" y="0"/>
          <a:chExt cx="0" cy="0"/>
        </a:xfrm>
      </p:grpSpPr>
      <p:sp>
        <p:nvSpPr>
          <p:cNvPr id="1576" name="Google Shape;1576;p287"/>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1577" name="Google Shape;1577;p287"/>
          <p:cNvGrpSpPr/>
          <p:nvPr/>
        </p:nvGrpSpPr>
        <p:grpSpPr>
          <a:xfrm>
            <a:off x="2084388" y="6550025"/>
            <a:ext cx="7059612" cy="49213"/>
            <a:chOff x="2083888" y="6550671"/>
            <a:chExt cx="7060112" cy="48665"/>
          </a:xfrm>
        </p:grpSpPr>
        <p:sp>
          <p:nvSpPr>
            <p:cNvPr id="1578" name="Google Shape;1578;p287"/>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579" name="Google Shape;1579;p287"/>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580" name="Google Shape;1580;p287"/>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1581" name="Google Shape;1581;p287"/>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1582" name="Google Shape;1582;p287"/>
          <p:cNvGrpSpPr/>
          <p:nvPr/>
        </p:nvGrpSpPr>
        <p:grpSpPr>
          <a:xfrm>
            <a:off x="2133600" y="6553200"/>
            <a:ext cx="7010400" cy="46038"/>
            <a:chOff x="1905000" y="6553200"/>
            <a:chExt cx="7010400" cy="45719"/>
          </a:xfrm>
        </p:grpSpPr>
        <p:sp>
          <p:nvSpPr>
            <p:cNvPr id="1583" name="Google Shape;1583;p287"/>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584" name="Google Shape;1584;p287"/>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585" name="Google Shape;1585;p287"/>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1586" name="Google Shape;1586;p287"/>
          <p:cNvGrpSpPr/>
          <p:nvPr/>
        </p:nvGrpSpPr>
        <p:grpSpPr>
          <a:xfrm>
            <a:off x="0" y="1295400"/>
            <a:ext cx="7010400" cy="46038"/>
            <a:chOff x="1905000" y="6553200"/>
            <a:chExt cx="7010400" cy="45719"/>
          </a:xfrm>
        </p:grpSpPr>
        <p:sp>
          <p:nvSpPr>
            <p:cNvPr id="1587" name="Google Shape;1587;p287"/>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588" name="Google Shape;1588;p287"/>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589" name="Google Shape;1589;p287"/>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
        <p:nvSpPr>
          <p:cNvPr id="1590" name="Google Shape;1590;p287"/>
          <p:cNvSpPr txBox="1"/>
          <p:nvPr>
            <p:ph idx="1" type="body"/>
          </p:nvPr>
        </p:nvSpPr>
        <p:spPr>
          <a:xfrm>
            <a:off x="304800" y="1493837"/>
            <a:ext cx="8229600" cy="4525963"/>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indent="-330200" lvl="1" marL="914400" marR="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591" name="Google Shape;1591;p287"/>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1592" name="Shape 1592"/>
        <p:cNvGrpSpPr/>
        <p:nvPr/>
      </p:nvGrpSpPr>
      <p:grpSpPr>
        <a:xfrm>
          <a:off x="0" y="0"/>
          <a:ext cx="0" cy="0"/>
          <a:chOff x="0" y="0"/>
          <a:chExt cx="0" cy="0"/>
        </a:xfrm>
      </p:grpSpPr>
      <p:pic>
        <p:nvPicPr>
          <p:cNvPr descr="Picture 7.png" id="1593" name="Google Shape;1593;p288"/>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1594" name="Google Shape;1594;p288"/>
          <p:cNvGrpSpPr/>
          <p:nvPr/>
        </p:nvGrpSpPr>
        <p:grpSpPr>
          <a:xfrm>
            <a:off x="0" y="1295400"/>
            <a:ext cx="7010400" cy="46038"/>
            <a:chOff x="1905000" y="6553200"/>
            <a:chExt cx="7010400" cy="45719"/>
          </a:xfrm>
        </p:grpSpPr>
        <p:sp>
          <p:nvSpPr>
            <p:cNvPr id="1595" name="Google Shape;1595;p288"/>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596" name="Google Shape;1596;p288"/>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597" name="Google Shape;1597;p288"/>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1598" name="Google Shape;1598;p288"/>
          <p:cNvGrpSpPr/>
          <p:nvPr/>
        </p:nvGrpSpPr>
        <p:grpSpPr>
          <a:xfrm>
            <a:off x="2133600" y="6553200"/>
            <a:ext cx="7010400" cy="46038"/>
            <a:chOff x="1905000" y="6553200"/>
            <a:chExt cx="7010400" cy="45719"/>
          </a:xfrm>
        </p:grpSpPr>
        <p:sp>
          <p:nvSpPr>
            <p:cNvPr id="1599" name="Google Shape;1599;p288"/>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600" name="Google Shape;1600;p288"/>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601" name="Google Shape;1601;p288"/>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
        <p:nvSpPr>
          <p:cNvPr id="1602" name="Google Shape;1602;p288"/>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sp>
        <p:nvSpPr>
          <p:cNvPr id="1603" name="Google Shape;1603;p28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560"/>
              </a:spcBef>
              <a:spcAft>
                <a:spcPts val="0"/>
              </a:spcAft>
              <a:buClr>
                <a:srgbClr val="101141"/>
              </a:buClr>
              <a:buSzPts val="2800"/>
              <a:buFont typeface="Arial"/>
              <a:buNone/>
              <a:defRPr sz="2800"/>
            </a:lvl1pPr>
            <a:lvl2pPr indent="-330200" lvl="1" marL="914400" marR="0" algn="l">
              <a:lnSpc>
                <a:spcPct val="100000"/>
              </a:lnSpc>
              <a:spcBef>
                <a:spcPts val="320"/>
              </a:spcBef>
              <a:spcAft>
                <a:spcPts val="0"/>
              </a:spcAft>
              <a:buClr>
                <a:schemeClr val="dk1"/>
              </a:buClr>
              <a:buSzPts val="1600"/>
              <a:buFont typeface="Arial"/>
              <a:buChar char="–"/>
              <a:defRPr sz="16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604" name="Google Shape;1604;p288"/>
          <p:cNvSpPr txBox="1"/>
          <p:nvPr>
            <p:ph idx="2" type="body"/>
          </p:nvPr>
        </p:nvSpPr>
        <p:spPr>
          <a:xfrm>
            <a:off x="4953000" y="1600200"/>
            <a:ext cx="4038600" cy="4525963"/>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560"/>
              </a:spcBef>
              <a:spcAft>
                <a:spcPts val="0"/>
              </a:spcAft>
              <a:buClr>
                <a:srgbClr val="101141"/>
              </a:buClr>
              <a:buSzPts val="2800"/>
              <a:buFont typeface="Arial"/>
              <a:buNone/>
              <a:defRPr sz="2800"/>
            </a:lvl1pPr>
            <a:lvl2pPr indent="-330200" lvl="1" marL="914400" marR="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605" name="Google Shape;1605;p288"/>
          <p:cNvSpPr txBox="1"/>
          <p:nvPr>
            <p:ph idx="3"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1606" name="Shape 1606"/>
        <p:cNvGrpSpPr/>
        <p:nvPr/>
      </p:nvGrpSpPr>
      <p:grpSpPr>
        <a:xfrm>
          <a:off x="0" y="0"/>
          <a:ext cx="0" cy="0"/>
          <a:chOff x="0" y="0"/>
          <a:chExt cx="0" cy="0"/>
        </a:xfrm>
      </p:grpSpPr>
      <p:grpSp>
        <p:nvGrpSpPr>
          <p:cNvPr id="1607" name="Google Shape;1607;p289"/>
          <p:cNvGrpSpPr/>
          <p:nvPr/>
        </p:nvGrpSpPr>
        <p:grpSpPr>
          <a:xfrm>
            <a:off x="0" y="1295400"/>
            <a:ext cx="7010400" cy="46038"/>
            <a:chOff x="1905000" y="6553200"/>
            <a:chExt cx="7010400" cy="45719"/>
          </a:xfrm>
        </p:grpSpPr>
        <p:sp>
          <p:nvSpPr>
            <p:cNvPr id="1608" name="Google Shape;1608;p289"/>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609" name="Google Shape;1609;p289"/>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610" name="Google Shape;1610;p289"/>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1611" name="Google Shape;1611;p289"/>
          <p:cNvGrpSpPr/>
          <p:nvPr/>
        </p:nvGrpSpPr>
        <p:grpSpPr>
          <a:xfrm>
            <a:off x="2133600" y="6553200"/>
            <a:ext cx="7010400" cy="46038"/>
            <a:chOff x="1905000" y="6553200"/>
            <a:chExt cx="7010400" cy="45719"/>
          </a:xfrm>
        </p:grpSpPr>
        <p:sp>
          <p:nvSpPr>
            <p:cNvPr id="1612" name="Google Shape;1612;p289"/>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613" name="Google Shape;1613;p289"/>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614" name="Google Shape;1614;p289"/>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1615" name="Google Shape;1615;p289"/>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sp>
        <p:nvSpPr>
          <p:cNvPr id="1616" name="Google Shape;1616;p289"/>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Deemed to be University under Section 3 of UGC Act, 1956</a:t>
            </a:r>
            <a:endParaRPr b="0" i="0" sz="1400" u="none" cap="none" strike="noStrike">
              <a:solidFill>
                <a:srgbClr val="000000"/>
              </a:solidFill>
              <a:latin typeface="Arial"/>
              <a:ea typeface="Arial"/>
              <a:cs typeface="Arial"/>
              <a:sym typeface="Arial"/>
            </a:endParaRPr>
          </a:p>
        </p:txBody>
      </p:sp>
      <p:sp>
        <p:nvSpPr>
          <p:cNvPr id="1617" name="Google Shape;1617;p289"/>
          <p:cNvSpPr txBox="1"/>
          <p:nvPr>
            <p:ph idx="1" type="body"/>
          </p:nvPr>
        </p:nvSpPr>
        <p:spPr>
          <a:xfrm>
            <a:off x="457200" y="1535112"/>
            <a:ext cx="4040188" cy="827087"/>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618" name="Google Shape;1618;p289"/>
          <p:cNvSpPr txBox="1"/>
          <p:nvPr>
            <p:ph idx="2" type="body"/>
          </p:nvPr>
        </p:nvSpPr>
        <p:spPr>
          <a:xfrm>
            <a:off x="457200" y="2362199"/>
            <a:ext cx="4040188" cy="3763963"/>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619" name="Google Shape;1619;p289"/>
          <p:cNvSpPr txBox="1"/>
          <p:nvPr>
            <p:ph idx="3" type="body"/>
          </p:nvPr>
        </p:nvSpPr>
        <p:spPr>
          <a:xfrm>
            <a:off x="4645025" y="1535112"/>
            <a:ext cx="4041775" cy="827087"/>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620" name="Google Shape;1620;p289"/>
          <p:cNvSpPr txBox="1"/>
          <p:nvPr>
            <p:ph idx="4" type="body"/>
          </p:nvPr>
        </p:nvSpPr>
        <p:spPr>
          <a:xfrm>
            <a:off x="4645025" y="2362199"/>
            <a:ext cx="4041775" cy="3763963"/>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621" name="Google Shape;1621;p289"/>
          <p:cNvSpPr txBox="1"/>
          <p:nvPr>
            <p:ph idx="5"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1622" name="Shape 1622"/>
        <p:cNvGrpSpPr/>
        <p:nvPr/>
      </p:nvGrpSpPr>
      <p:grpSpPr>
        <a:xfrm>
          <a:off x="0" y="0"/>
          <a:ext cx="0" cy="0"/>
          <a:chOff x="0" y="0"/>
          <a:chExt cx="0" cy="0"/>
        </a:xfrm>
      </p:grpSpPr>
      <p:grpSp>
        <p:nvGrpSpPr>
          <p:cNvPr id="1623" name="Google Shape;1623;p290"/>
          <p:cNvGrpSpPr/>
          <p:nvPr/>
        </p:nvGrpSpPr>
        <p:grpSpPr>
          <a:xfrm>
            <a:off x="0" y="1295400"/>
            <a:ext cx="7010400" cy="46038"/>
            <a:chOff x="1905000" y="6553200"/>
            <a:chExt cx="7010400" cy="45719"/>
          </a:xfrm>
        </p:grpSpPr>
        <p:sp>
          <p:nvSpPr>
            <p:cNvPr id="1624" name="Google Shape;1624;p290"/>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625" name="Google Shape;1625;p290"/>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626" name="Google Shape;1626;p290"/>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1627" name="Google Shape;1627;p290"/>
          <p:cNvGrpSpPr/>
          <p:nvPr/>
        </p:nvGrpSpPr>
        <p:grpSpPr>
          <a:xfrm>
            <a:off x="2133600" y="6553200"/>
            <a:ext cx="7010400" cy="46038"/>
            <a:chOff x="1905000" y="6553200"/>
            <a:chExt cx="7010400" cy="45719"/>
          </a:xfrm>
        </p:grpSpPr>
        <p:sp>
          <p:nvSpPr>
            <p:cNvPr id="1628" name="Google Shape;1628;p290"/>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629" name="Google Shape;1629;p290"/>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630" name="Google Shape;1630;p290"/>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1631" name="Google Shape;1631;p290"/>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sp>
        <p:nvSpPr>
          <p:cNvPr id="1632" name="Google Shape;1632;p290"/>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sp>
        <p:nvSpPr>
          <p:cNvPr id="1633" name="Google Shape;1633;p290"/>
          <p:cNvSpPr txBox="1"/>
          <p:nvPr>
            <p:ph idx="1" type="body"/>
          </p:nvPr>
        </p:nvSpPr>
        <p:spPr>
          <a:xfrm>
            <a:off x="3575050" y="1600200"/>
            <a:ext cx="5111750" cy="4525963"/>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1634" name="Google Shape;1634;p290"/>
          <p:cNvSpPr txBox="1"/>
          <p:nvPr>
            <p:ph idx="2" type="body"/>
          </p:nvPr>
        </p:nvSpPr>
        <p:spPr>
          <a:xfrm>
            <a:off x="457200" y="1600200"/>
            <a:ext cx="3008313" cy="4525963"/>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635" name="Google Shape;1635;p290"/>
          <p:cNvSpPr txBox="1"/>
          <p:nvPr>
            <p:ph idx="3"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spTree>
      <p:nvGrpSpPr>
        <p:cNvPr id="1636" name="Shape 1636"/>
        <p:cNvGrpSpPr/>
        <p:nvPr/>
      </p:nvGrpSpPr>
      <p:grpSpPr>
        <a:xfrm>
          <a:off x="0" y="0"/>
          <a:ext cx="0" cy="0"/>
          <a:chOff x="0" y="0"/>
          <a:chExt cx="0" cy="0"/>
        </a:xfrm>
      </p:grpSpPr>
      <p:grpSp>
        <p:nvGrpSpPr>
          <p:cNvPr id="1637" name="Google Shape;1637;p291"/>
          <p:cNvGrpSpPr/>
          <p:nvPr/>
        </p:nvGrpSpPr>
        <p:grpSpPr>
          <a:xfrm>
            <a:off x="0" y="1295400"/>
            <a:ext cx="7010400" cy="46038"/>
            <a:chOff x="1905000" y="6553200"/>
            <a:chExt cx="7010400" cy="45719"/>
          </a:xfrm>
        </p:grpSpPr>
        <p:sp>
          <p:nvSpPr>
            <p:cNvPr id="1638" name="Google Shape;1638;p291"/>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639" name="Google Shape;1639;p291"/>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640" name="Google Shape;1640;p291"/>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1641" name="Google Shape;1641;p291"/>
          <p:cNvGrpSpPr/>
          <p:nvPr/>
        </p:nvGrpSpPr>
        <p:grpSpPr>
          <a:xfrm>
            <a:off x="2133600" y="6553200"/>
            <a:ext cx="7010400" cy="46038"/>
            <a:chOff x="1905000" y="6553200"/>
            <a:chExt cx="7010400" cy="45719"/>
          </a:xfrm>
        </p:grpSpPr>
        <p:sp>
          <p:nvSpPr>
            <p:cNvPr id="1642" name="Google Shape;1642;p291"/>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643" name="Google Shape;1643;p291"/>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644" name="Google Shape;1644;p291"/>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1645" name="Google Shape;1645;p291"/>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sp>
        <p:nvSpPr>
          <p:cNvPr id="1646" name="Google Shape;1646;p291"/>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sp>
        <p:nvSpPr>
          <p:cNvPr id="1647" name="Google Shape;1647;p291"/>
          <p:cNvSpPr txBox="1"/>
          <p:nvPr>
            <p:ph type="title"/>
          </p:nvPr>
        </p:nvSpPr>
        <p:spPr>
          <a:xfrm>
            <a:off x="1792288" y="5407025"/>
            <a:ext cx="5486400" cy="3048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SzPts val="1400"/>
              <a:buNone/>
              <a:defRPr b="1" sz="1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48" name="Google Shape;1648;p291"/>
          <p:cNvSpPr/>
          <p:nvPr>
            <p:ph idx="2" type="pic"/>
          </p:nvPr>
        </p:nvSpPr>
        <p:spPr>
          <a:xfrm>
            <a:off x="1792288" y="1828800"/>
            <a:ext cx="5486400" cy="3429000"/>
          </a:xfrm>
          <a:prstGeom prst="rect">
            <a:avLst/>
          </a:prstGeom>
          <a:solidFill>
            <a:schemeClr val="lt1"/>
          </a:solidFill>
          <a:ln cap="flat" cmpd="sng" w="57150">
            <a:solidFill>
              <a:srgbClr val="DAE5F1"/>
            </a:solidFill>
            <a:prstDash val="solid"/>
            <a:round/>
            <a:headEnd len="sm" w="sm" type="none"/>
            <a:tailEnd len="sm" w="sm" type="none"/>
          </a:ln>
        </p:spPr>
      </p:sp>
      <p:sp>
        <p:nvSpPr>
          <p:cNvPr id="1649" name="Google Shape;1649;p291"/>
          <p:cNvSpPr txBox="1"/>
          <p:nvPr>
            <p:ph idx="1" type="body"/>
          </p:nvPr>
        </p:nvSpPr>
        <p:spPr>
          <a:xfrm>
            <a:off x="1792288" y="5711825"/>
            <a:ext cx="5486400" cy="304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20"/>
              </a:spcBef>
              <a:spcAft>
                <a:spcPts val="0"/>
              </a:spcAft>
              <a:buClr>
                <a:schemeClr val="dk1"/>
              </a:buClr>
              <a:buSzPts val="1600"/>
              <a:buNone/>
              <a:defRPr sz="16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650" name="Google Shape;1650;p291"/>
          <p:cNvSpPr txBox="1"/>
          <p:nvPr>
            <p:ph idx="3"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p:cSld name="Title and Vertical Text">
    <p:spTree>
      <p:nvGrpSpPr>
        <p:cNvPr id="1651" name="Shape 1651"/>
        <p:cNvGrpSpPr/>
        <p:nvPr/>
      </p:nvGrpSpPr>
      <p:grpSpPr>
        <a:xfrm>
          <a:off x="0" y="0"/>
          <a:ext cx="0" cy="0"/>
          <a:chOff x="0" y="0"/>
          <a:chExt cx="0" cy="0"/>
        </a:xfrm>
      </p:grpSpPr>
      <p:grpSp>
        <p:nvGrpSpPr>
          <p:cNvPr id="1652" name="Google Shape;1652;p292"/>
          <p:cNvGrpSpPr/>
          <p:nvPr/>
        </p:nvGrpSpPr>
        <p:grpSpPr>
          <a:xfrm>
            <a:off x="0" y="1295400"/>
            <a:ext cx="7010400" cy="46038"/>
            <a:chOff x="1905000" y="6553200"/>
            <a:chExt cx="7010400" cy="45719"/>
          </a:xfrm>
        </p:grpSpPr>
        <p:sp>
          <p:nvSpPr>
            <p:cNvPr id="1653" name="Google Shape;1653;p292"/>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654" name="Google Shape;1654;p292"/>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655" name="Google Shape;1655;p292"/>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1656" name="Google Shape;1656;p292"/>
          <p:cNvGrpSpPr/>
          <p:nvPr/>
        </p:nvGrpSpPr>
        <p:grpSpPr>
          <a:xfrm>
            <a:off x="2133600" y="6553200"/>
            <a:ext cx="7010400" cy="46038"/>
            <a:chOff x="1905000" y="6553200"/>
            <a:chExt cx="7010400" cy="45719"/>
          </a:xfrm>
        </p:grpSpPr>
        <p:sp>
          <p:nvSpPr>
            <p:cNvPr id="1657" name="Google Shape;1657;p292"/>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658" name="Google Shape;1658;p292"/>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659" name="Google Shape;1659;p292"/>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1660" name="Google Shape;1660;p292"/>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sp>
        <p:nvSpPr>
          <p:cNvPr id="1661" name="Google Shape;1661;p292"/>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sp>
        <p:nvSpPr>
          <p:cNvPr id="1662" name="Google Shape;1662;p292"/>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663" name="Google Shape;1663;p292"/>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p:cSld name="Vertical Title and Text">
    <p:spTree>
      <p:nvGrpSpPr>
        <p:cNvPr id="1664" name="Shape 1664"/>
        <p:cNvGrpSpPr/>
        <p:nvPr/>
      </p:nvGrpSpPr>
      <p:grpSpPr>
        <a:xfrm>
          <a:off x="0" y="0"/>
          <a:ext cx="0" cy="0"/>
          <a:chOff x="0" y="0"/>
          <a:chExt cx="0" cy="0"/>
        </a:xfrm>
      </p:grpSpPr>
      <p:grpSp>
        <p:nvGrpSpPr>
          <p:cNvPr id="1665" name="Google Shape;1665;p293"/>
          <p:cNvGrpSpPr/>
          <p:nvPr/>
        </p:nvGrpSpPr>
        <p:grpSpPr>
          <a:xfrm rot="5400000">
            <a:off x="5006182" y="2567781"/>
            <a:ext cx="5181600" cy="46037"/>
            <a:chOff x="1905000" y="6553200"/>
            <a:chExt cx="7010400" cy="45719"/>
          </a:xfrm>
        </p:grpSpPr>
        <p:sp>
          <p:nvSpPr>
            <p:cNvPr id="1666" name="Google Shape;1666;p293"/>
            <p:cNvSpPr/>
            <p:nvPr/>
          </p:nvSpPr>
          <p:spPr>
            <a:xfrm>
              <a:off x="4267574" y="6553200"/>
              <a:ext cx="2328209"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667" name="Google Shape;1667;p293"/>
            <p:cNvSpPr/>
            <p:nvPr/>
          </p:nvSpPr>
          <p:spPr>
            <a:xfrm>
              <a:off x="1905000" y="6553200"/>
              <a:ext cx="2362574"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668" name="Google Shape;1668;p293"/>
            <p:cNvSpPr/>
            <p:nvPr/>
          </p:nvSpPr>
          <p:spPr>
            <a:xfrm>
              <a:off x="6587191" y="6553200"/>
              <a:ext cx="2328209"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1669" name="Google Shape;1669;p293"/>
          <p:cNvPicPr preferRelativeResize="0"/>
          <p:nvPr/>
        </p:nvPicPr>
        <p:blipFill rotWithShape="1">
          <a:blip r:embed="rId2">
            <a:alphaModFix/>
          </a:blip>
          <a:srcRect b="0" l="5336" r="0" t="1923"/>
          <a:stretch/>
        </p:blipFill>
        <p:spPr>
          <a:xfrm>
            <a:off x="-7938" y="381000"/>
            <a:ext cx="692151" cy="2193925"/>
          </a:xfrm>
          <a:prstGeom prst="rect">
            <a:avLst/>
          </a:prstGeom>
          <a:noFill/>
          <a:ln>
            <a:noFill/>
          </a:ln>
        </p:spPr>
      </p:pic>
      <p:sp>
        <p:nvSpPr>
          <p:cNvPr id="1670" name="Google Shape;1670;p293"/>
          <p:cNvSpPr txBox="1"/>
          <p:nvPr/>
        </p:nvSpPr>
        <p:spPr>
          <a:xfrm rot="5400000">
            <a:off x="-2794793" y="3809206"/>
            <a:ext cx="5867400" cy="23018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900"/>
              <a:buFont typeface="Arial"/>
              <a:buNone/>
            </a:pPr>
            <a:r>
              <a:rPr b="1" i="0" lang="en-US" sz="900" u="none" cap="none" strike="noStrike">
                <a:solidFill>
                  <a:srgbClr val="101141"/>
                </a:solidFill>
                <a:latin typeface="Arial"/>
                <a:ea typeface="Arial"/>
                <a:cs typeface="Arial"/>
                <a:sym typeface="Arial"/>
              </a:rPr>
              <a:t>BITS </a:t>
            </a:r>
            <a:r>
              <a:rPr b="0" i="0" lang="en-US" sz="9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sp>
        <p:nvSpPr>
          <p:cNvPr id="1671" name="Google Shape;1671;p293"/>
          <p:cNvSpPr txBox="1"/>
          <p:nvPr>
            <p:ph idx="1" type="body"/>
          </p:nvPr>
        </p:nvSpPr>
        <p:spPr>
          <a:xfrm rot="5400000">
            <a:off x="1303338" y="296862"/>
            <a:ext cx="5851525" cy="60198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672" name="Google Shape;1672;p293"/>
          <p:cNvSpPr txBox="1"/>
          <p:nvPr>
            <p:ph idx="2" type="body"/>
          </p:nvPr>
        </p:nvSpPr>
        <p:spPr>
          <a:xfrm rot="5400000">
            <a:off x="5410200" y="2743200"/>
            <a:ext cx="58674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bg>
      <p:bgPr>
        <a:blipFill>
          <a:blip r:embed="rId2">
            <a:alphaModFix/>
          </a:blip>
          <a:stretch>
            <a:fillRect/>
          </a:stretch>
        </a:blipFill>
      </p:bgPr>
    </p:bg>
    <p:spTree>
      <p:nvGrpSpPr>
        <p:cNvPr id="1673" name="Shape 1673"/>
        <p:cNvGrpSpPr/>
        <p:nvPr/>
      </p:nvGrpSpPr>
      <p:grpSpPr>
        <a:xfrm>
          <a:off x="0" y="0"/>
          <a:ext cx="0" cy="0"/>
          <a:chOff x="0" y="0"/>
          <a:chExt cx="0" cy="0"/>
        </a:xfrm>
      </p:grpSpPr>
      <p:sp>
        <p:nvSpPr>
          <p:cNvPr id="1674" name="Google Shape;1674;p294"/>
          <p:cNvSpPr/>
          <p:nvPr/>
        </p:nvSpPr>
        <p:spPr>
          <a:xfrm>
            <a:off x="0" y="3352800"/>
            <a:ext cx="8686800" cy="2743200"/>
          </a:xfrm>
          <a:prstGeom prst="rect">
            <a:avLst/>
          </a:prstGeom>
          <a:solidFill>
            <a:srgbClr val="10114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Arial"/>
              <a:ea typeface="Arial"/>
              <a:cs typeface="Arial"/>
              <a:sym typeface="Arial"/>
            </a:endParaRPr>
          </a:p>
        </p:txBody>
      </p:sp>
      <p:sp>
        <p:nvSpPr>
          <p:cNvPr id="1675" name="Google Shape;1675;p294"/>
          <p:cNvSpPr/>
          <p:nvPr/>
        </p:nvSpPr>
        <p:spPr>
          <a:xfrm>
            <a:off x="2895600" y="6096000"/>
            <a:ext cx="2895600" cy="76200"/>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676" name="Google Shape;1676;p294"/>
          <p:cNvSpPr/>
          <p:nvPr/>
        </p:nvSpPr>
        <p:spPr>
          <a:xfrm>
            <a:off x="0" y="6096000"/>
            <a:ext cx="2895600" cy="76200"/>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677" name="Google Shape;1677;p294"/>
          <p:cNvSpPr/>
          <p:nvPr/>
        </p:nvSpPr>
        <p:spPr>
          <a:xfrm>
            <a:off x="5791200" y="6096000"/>
            <a:ext cx="2895600" cy="7620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pic>
        <p:nvPicPr>
          <p:cNvPr descr="BITS_university_logo_whitevert.png" id="1678" name="Google Shape;1678;p294"/>
          <p:cNvPicPr preferRelativeResize="0"/>
          <p:nvPr/>
        </p:nvPicPr>
        <p:blipFill rotWithShape="1">
          <a:blip r:embed="rId3">
            <a:alphaModFix/>
          </a:blip>
          <a:srcRect b="28592" l="0" r="0" t="2"/>
          <a:stretch/>
        </p:blipFill>
        <p:spPr>
          <a:xfrm>
            <a:off x="76200" y="3352800"/>
            <a:ext cx="2057400" cy="1979613"/>
          </a:xfrm>
          <a:prstGeom prst="rect">
            <a:avLst/>
          </a:prstGeom>
          <a:noFill/>
          <a:ln>
            <a:noFill/>
          </a:ln>
        </p:spPr>
      </p:pic>
      <p:sp>
        <p:nvSpPr>
          <p:cNvPr id="1679" name="Google Shape;1679;p294"/>
          <p:cNvSpPr txBox="1"/>
          <p:nvPr/>
        </p:nvSpPr>
        <p:spPr>
          <a:xfrm>
            <a:off x="-76200" y="5257800"/>
            <a:ext cx="2209800" cy="5540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900"/>
              <a:buFont typeface="Arial"/>
              <a:buNone/>
            </a:pPr>
            <a:r>
              <a:rPr b="1" i="0" lang="en-US" sz="2900" u="none" cap="none" strike="noStrike">
                <a:solidFill>
                  <a:srgbClr val="FFFFFF"/>
                </a:solidFill>
                <a:latin typeface="Arial"/>
                <a:ea typeface="Arial"/>
                <a:cs typeface="Arial"/>
                <a:sym typeface="Arial"/>
              </a:rPr>
              <a:t>BITS</a:t>
            </a:r>
            <a:r>
              <a:rPr b="0" i="0" lang="en-US" sz="2900" u="none" cap="none" strike="noStrike">
                <a:solidFill>
                  <a:srgbClr val="FFFFFF"/>
                </a:solidFill>
                <a:latin typeface="Arial"/>
                <a:ea typeface="Arial"/>
                <a:cs typeface="Arial"/>
                <a:sym typeface="Arial"/>
              </a:rPr>
              <a:t> Pilani</a:t>
            </a:r>
            <a:endParaRPr b="0" i="0" sz="1400" u="none" cap="none" strike="noStrike">
              <a:solidFill>
                <a:srgbClr val="000000"/>
              </a:solidFill>
              <a:latin typeface="Arial"/>
              <a:ea typeface="Arial"/>
              <a:cs typeface="Arial"/>
              <a:sym typeface="Arial"/>
            </a:endParaRPr>
          </a:p>
        </p:txBody>
      </p:sp>
      <p:sp>
        <p:nvSpPr>
          <p:cNvPr id="1680" name="Google Shape;1680;p294"/>
          <p:cNvSpPr txBox="1"/>
          <p:nvPr/>
        </p:nvSpPr>
        <p:spPr>
          <a:xfrm>
            <a:off x="152400" y="5667375"/>
            <a:ext cx="1905000"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Pilani Campus</a:t>
            </a:r>
            <a:endParaRPr b="0" i="0" sz="1400" u="none" cap="none" strike="noStrike">
              <a:solidFill>
                <a:srgbClr val="000000"/>
              </a:solidFill>
              <a:latin typeface="Arial"/>
              <a:ea typeface="Arial"/>
              <a:cs typeface="Arial"/>
              <a:sym typeface="Arial"/>
            </a:endParaRPr>
          </a:p>
        </p:txBody>
      </p:sp>
      <p:sp>
        <p:nvSpPr>
          <p:cNvPr id="1681" name="Google Shape;1681;p294"/>
          <p:cNvSpPr txBox="1"/>
          <p:nvPr>
            <p:ph idx="1" type="body"/>
          </p:nvPr>
        </p:nvSpPr>
        <p:spPr>
          <a:xfrm>
            <a:off x="2514600" y="5410200"/>
            <a:ext cx="6019800" cy="533400"/>
          </a:xfrm>
          <a:prstGeom prst="rect">
            <a:avLst/>
          </a:prstGeom>
          <a:noFill/>
          <a:ln>
            <a:noFill/>
          </a:ln>
        </p:spPr>
        <p:txBody>
          <a:bodyPr anchorCtr="0" anchor="b" bIns="45700" lIns="91425" spcFirstLastPara="1" rIns="91425" wrap="square" tIns="45700">
            <a:noAutofit/>
          </a:bodyPr>
          <a:lstStyle>
            <a:lvl1pPr indent="-228600" lvl="0" marL="457200" algn="r">
              <a:lnSpc>
                <a:spcPct val="100000"/>
              </a:lnSpc>
              <a:spcBef>
                <a:spcPts val="0"/>
              </a:spcBef>
              <a:spcAft>
                <a:spcPts val="0"/>
              </a:spcAft>
              <a:buClr>
                <a:schemeClr val="lt1"/>
              </a:buClr>
              <a:buSzPts val="1800"/>
              <a:buNone/>
              <a:defRPr sz="1800">
                <a:solidFill>
                  <a:schemeClr val="lt1"/>
                </a:solidFil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682" name="Google Shape;1682;p294"/>
          <p:cNvSpPr txBox="1"/>
          <p:nvPr>
            <p:ph type="title"/>
          </p:nvPr>
        </p:nvSpPr>
        <p:spPr>
          <a:xfrm>
            <a:off x="2514600" y="3810000"/>
            <a:ext cx="6019800" cy="1524000"/>
          </a:xfrm>
          <a:prstGeom prst="rect">
            <a:avLst/>
          </a:prstGeom>
          <a:noFill/>
          <a:ln>
            <a:noFill/>
          </a:ln>
        </p:spPr>
        <p:txBody>
          <a:bodyPr anchorCtr="0" anchor="ctr" bIns="45700" lIns="91425" spcFirstLastPara="1" rIns="91425" wrap="square" tIns="45700">
            <a:noAutofit/>
          </a:bodyPr>
          <a:lstStyle>
            <a:lvl1pPr lvl="0" algn="l">
              <a:lnSpc>
                <a:spcPct val="90909"/>
              </a:lnSpc>
              <a:spcBef>
                <a:spcPts val="0"/>
              </a:spcBef>
              <a:spcAft>
                <a:spcPts val="0"/>
              </a:spcAft>
              <a:buSzPts val="1400"/>
              <a:buNone/>
              <a:defRPr sz="4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type="title">
  <p:cSld name="TITLE">
    <p:spTree>
      <p:nvGrpSpPr>
        <p:cNvPr id="1683" name="Shape 1683"/>
        <p:cNvGrpSpPr/>
        <p:nvPr/>
      </p:nvGrpSpPr>
      <p:grpSpPr>
        <a:xfrm>
          <a:off x="0" y="0"/>
          <a:ext cx="0" cy="0"/>
          <a:chOff x="0" y="0"/>
          <a:chExt cx="0" cy="0"/>
        </a:xfrm>
      </p:grpSpPr>
      <p:sp>
        <p:nvSpPr>
          <p:cNvPr id="1684" name="Google Shape;1684;p295"/>
          <p:cNvSpPr txBox="1"/>
          <p:nvPr>
            <p:ph type="ctrTitle"/>
          </p:nvPr>
        </p:nvSpPr>
        <p:spPr>
          <a:xfrm>
            <a:off x="1143000" y="1122363"/>
            <a:ext cx="6858000" cy="2387600"/>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SzPts val="1400"/>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85" name="Google Shape;1685;p295"/>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Autofit/>
          </a:bodyPr>
          <a:lstStyle>
            <a:lvl1pPr lvl="0" algn="ctr">
              <a:lnSpc>
                <a:spcPct val="100000"/>
              </a:lnSpc>
              <a:spcBef>
                <a:spcPts val="480"/>
              </a:spcBef>
              <a:spcAft>
                <a:spcPts val="0"/>
              </a:spcAft>
              <a:buClr>
                <a:schemeClr val="dk1"/>
              </a:buClr>
              <a:buSzPts val="2400"/>
              <a:buNone/>
              <a:defRPr sz="2400"/>
            </a:lvl1pPr>
            <a:lvl2pPr lvl="1" algn="ctr">
              <a:lnSpc>
                <a:spcPct val="100000"/>
              </a:lnSpc>
              <a:spcBef>
                <a:spcPts val="400"/>
              </a:spcBef>
              <a:spcAft>
                <a:spcPts val="0"/>
              </a:spcAft>
              <a:buClr>
                <a:schemeClr val="dk1"/>
              </a:buClr>
              <a:buSzPts val="2000"/>
              <a:buNone/>
              <a:defRPr sz="2000"/>
            </a:lvl2pPr>
            <a:lvl3pPr lvl="2" algn="ctr">
              <a:lnSpc>
                <a:spcPct val="100000"/>
              </a:lnSpc>
              <a:spcBef>
                <a:spcPts val="360"/>
              </a:spcBef>
              <a:spcAft>
                <a:spcPts val="0"/>
              </a:spcAft>
              <a:buClr>
                <a:schemeClr val="dk1"/>
              </a:buClr>
              <a:buSzPts val="1800"/>
              <a:buNone/>
              <a:defRPr sz="1800"/>
            </a:lvl3pPr>
            <a:lvl4pPr lvl="3" algn="ctr">
              <a:lnSpc>
                <a:spcPct val="100000"/>
              </a:lnSpc>
              <a:spcBef>
                <a:spcPts val="320"/>
              </a:spcBef>
              <a:spcAft>
                <a:spcPts val="0"/>
              </a:spcAft>
              <a:buClr>
                <a:schemeClr val="dk1"/>
              </a:buClr>
              <a:buSzPts val="1600"/>
              <a:buNone/>
              <a:defRPr sz="1600"/>
            </a:lvl4pPr>
            <a:lvl5pPr lvl="4" algn="ctr">
              <a:lnSpc>
                <a:spcPct val="100000"/>
              </a:lnSpc>
              <a:spcBef>
                <a:spcPts val="320"/>
              </a:spcBef>
              <a:spcAft>
                <a:spcPts val="0"/>
              </a:spcAft>
              <a:buClr>
                <a:schemeClr val="dk1"/>
              </a:buClr>
              <a:buSzPts val="1600"/>
              <a:buNone/>
              <a:defRPr sz="1600"/>
            </a:lvl5pPr>
            <a:lvl6pPr lvl="5" algn="ctr">
              <a:lnSpc>
                <a:spcPct val="100000"/>
              </a:lnSpc>
              <a:spcBef>
                <a:spcPts val="320"/>
              </a:spcBef>
              <a:spcAft>
                <a:spcPts val="0"/>
              </a:spcAft>
              <a:buClr>
                <a:schemeClr val="dk1"/>
              </a:buClr>
              <a:buSzPts val="1600"/>
              <a:buNone/>
              <a:defRPr sz="1600"/>
            </a:lvl6pPr>
            <a:lvl7pPr lvl="6" algn="ctr">
              <a:lnSpc>
                <a:spcPct val="100000"/>
              </a:lnSpc>
              <a:spcBef>
                <a:spcPts val="320"/>
              </a:spcBef>
              <a:spcAft>
                <a:spcPts val="0"/>
              </a:spcAft>
              <a:buClr>
                <a:schemeClr val="dk1"/>
              </a:buClr>
              <a:buSzPts val="1600"/>
              <a:buNone/>
              <a:defRPr sz="1600"/>
            </a:lvl7pPr>
            <a:lvl8pPr lvl="7" algn="ctr">
              <a:lnSpc>
                <a:spcPct val="100000"/>
              </a:lnSpc>
              <a:spcBef>
                <a:spcPts val="320"/>
              </a:spcBef>
              <a:spcAft>
                <a:spcPts val="0"/>
              </a:spcAft>
              <a:buClr>
                <a:schemeClr val="dk1"/>
              </a:buClr>
              <a:buSzPts val="1600"/>
              <a:buNone/>
              <a:defRPr sz="1600"/>
            </a:lvl8pPr>
            <a:lvl9pPr lvl="8" algn="ctr">
              <a:lnSpc>
                <a:spcPct val="100000"/>
              </a:lnSpc>
              <a:spcBef>
                <a:spcPts val="320"/>
              </a:spcBef>
              <a:spcAft>
                <a:spcPts val="0"/>
              </a:spcAft>
              <a:buClr>
                <a:schemeClr val="dk1"/>
              </a:buClr>
              <a:buSzPts val="1600"/>
              <a:buNone/>
              <a:defRPr sz="1600"/>
            </a:lvl9pPr>
          </a:lstStyle>
          <a:p/>
        </p:txBody>
      </p:sp>
      <p:sp>
        <p:nvSpPr>
          <p:cNvPr id="1686" name="Google Shape;1686;p29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87" name="Google Shape;1687;p29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88" name="Google Shape;1688;p29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689" name="Shape 1689"/>
        <p:cNvGrpSpPr/>
        <p:nvPr/>
      </p:nvGrpSpPr>
      <p:grpSpPr>
        <a:xfrm>
          <a:off x="0" y="0"/>
          <a:ext cx="0" cy="0"/>
          <a:chOff x="0" y="0"/>
          <a:chExt cx="0" cy="0"/>
        </a:xfrm>
      </p:grpSpPr>
      <p:sp>
        <p:nvSpPr>
          <p:cNvPr id="1690" name="Google Shape;1690;p29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91" name="Google Shape;1691;p29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692" name="Google Shape;1692;p296"/>
          <p:cNvSpPr txBox="1"/>
          <p:nvPr>
            <p:ph idx="2" type="body"/>
          </p:nvPr>
        </p:nvSpPr>
        <p:spPr>
          <a:xfrm>
            <a:off x="4648200" y="1600200"/>
            <a:ext cx="4038600" cy="2185988"/>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693" name="Google Shape;1693;p296"/>
          <p:cNvSpPr txBox="1"/>
          <p:nvPr>
            <p:ph idx="3" type="body"/>
          </p:nvPr>
        </p:nvSpPr>
        <p:spPr>
          <a:xfrm>
            <a:off x="4648200" y="3938588"/>
            <a:ext cx="4038600" cy="2187575"/>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694" name="Google Shape;1694;p296"/>
          <p:cNvSpPr txBox="1"/>
          <p:nvPr>
            <p:ph idx="10" type="dt"/>
          </p:nvPr>
        </p:nvSpPr>
        <p:spPr>
          <a:xfrm>
            <a:off x="457200" y="6245225"/>
            <a:ext cx="2133600" cy="47625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95" name="Google Shape;1695;p296"/>
          <p:cNvSpPr txBox="1"/>
          <p:nvPr>
            <p:ph idx="11" type="ftr"/>
          </p:nvPr>
        </p:nvSpPr>
        <p:spPr>
          <a:xfrm>
            <a:off x="3124200" y="6245225"/>
            <a:ext cx="2895600" cy="476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96" name="Google Shape;1696;p296"/>
          <p:cNvSpPr txBox="1"/>
          <p:nvPr>
            <p:ph idx="12" type="sldNum"/>
          </p:nvPr>
        </p:nvSpPr>
        <p:spPr>
          <a:xfrm>
            <a:off x="6553200" y="6245225"/>
            <a:ext cx="2133600" cy="47625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type="twoObj">
  <p:cSld name="TWO_OBJECTS">
    <p:spTree>
      <p:nvGrpSpPr>
        <p:cNvPr id="1697" name="Shape 1697"/>
        <p:cNvGrpSpPr/>
        <p:nvPr/>
      </p:nvGrpSpPr>
      <p:grpSpPr>
        <a:xfrm>
          <a:off x="0" y="0"/>
          <a:ext cx="0" cy="0"/>
          <a:chOff x="0" y="0"/>
          <a:chExt cx="0" cy="0"/>
        </a:xfrm>
      </p:grpSpPr>
      <p:sp>
        <p:nvSpPr>
          <p:cNvPr id="1698" name="Google Shape;1698;p29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99" name="Google Shape;1699;p29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700" name="Google Shape;1700;p29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701" name="Google Shape;1701;p29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02" name="Google Shape;1702;p29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03" name="Google Shape;1703;p29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type="blank">
  <p:cSld name="BLANK">
    <p:spTree>
      <p:nvGrpSpPr>
        <p:cNvPr id="1704" name="Shape 1704"/>
        <p:cNvGrpSpPr/>
        <p:nvPr/>
      </p:nvGrpSpPr>
      <p:grpSpPr>
        <a:xfrm>
          <a:off x="0" y="0"/>
          <a:ext cx="0" cy="0"/>
          <a:chOff x="0" y="0"/>
          <a:chExt cx="0" cy="0"/>
        </a:xfrm>
      </p:grpSpPr>
      <p:sp>
        <p:nvSpPr>
          <p:cNvPr id="1705" name="Google Shape;1705;p29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06" name="Google Shape;1706;p29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07" name="Google Shape;1707;p29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Section Header" type="secHead">
  <p:cSld name="SECTION_HEADER">
    <p:spTree>
      <p:nvGrpSpPr>
        <p:cNvPr id="1708" name="Shape 1708"/>
        <p:cNvGrpSpPr/>
        <p:nvPr/>
      </p:nvGrpSpPr>
      <p:grpSpPr>
        <a:xfrm>
          <a:off x="0" y="0"/>
          <a:ext cx="0" cy="0"/>
          <a:chOff x="0" y="0"/>
          <a:chExt cx="0" cy="0"/>
        </a:xfrm>
      </p:grpSpPr>
      <p:sp>
        <p:nvSpPr>
          <p:cNvPr id="1709" name="Google Shape;1709;p29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SzPts val="1400"/>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10" name="Google Shape;1710;p29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1711" name="Google Shape;1711;p29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12" name="Google Shape;1712;p29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13" name="Google Shape;1713;p29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ype="tx">
  <p:cSld name="TITLE_AND_BODY">
    <p:spTree>
      <p:nvGrpSpPr>
        <p:cNvPr id="1714" name="Shape 1714"/>
        <p:cNvGrpSpPr/>
        <p:nvPr/>
      </p:nvGrpSpPr>
      <p:grpSpPr>
        <a:xfrm>
          <a:off x="0" y="0"/>
          <a:ext cx="0" cy="0"/>
          <a:chOff x="0" y="0"/>
          <a:chExt cx="0" cy="0"/>
        </a:xfrm>
      </p:grpSpPr>
      <p:sp>
        <p:nvSpPr>
          <p:cNvPr id="1715" name="Google Shape;1715;p300"/>
          <p:cNvSpPr txBox="1"/>
          <p:nvPr>
            <p:ph type="title"/>
          </p:nvPr>
        </p:nvSpPr>
        <p:spPr>
          <a:xfrm>
            <a:off x="685800" y="228600"/>
            <a:ext cx="7772400" cy="9906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400"/>
              <a:buFont typeface="Arial"/>
              <a:buNone/>
              <a:defRPr/>
            </a:lvl1pPr>
            <a:lvl2pPr lvl="1" algn="ctr">
              <a:lnSpc>
                <a:spcPct val="100000"/>
              </a:lnSpc>
              <a:spcBef>
                <a:spcPts val="0"/>
              </a:spcBef>
              <a:spcAft>
                <a:spcPts val="0"/>
              </a:spcAft>
              <a:buClr>
                <a:schemeClr val="dk1"/>
              </a:buClr>
              <a:buSzPts val="1400"/>
              <a:buFont typeface="Arial"/>
              <a:buNone/>
              <a:defRPr/>
            </a:lvl2pPr>
            <a:lvl3pPr lvl="2" algn="ctr">
              <a:lnSpc>
                <a:spcPct val="100000"/>
              </a:lnSpc>
              <a:spcBef>
                <a:spcPts val="0"/>
              </a:spcBef>
              <a:spcAft>
                <a:spcPts val="0"/>
              </a:spcAft>
              <a:buClr>
                <a:schemeClr val="dk1"/>
              </a:buClr>
              <a:buSzPts val="1400"/>
              <a:buFont typeface="Arial"/>
              <a:buNone/>
              <a:defRPr/>
            </a:lvl3pPr>
            <a:lvl4pPr lvl="3" algn="ctr">
              <a:lnSpc>
                <a:spcPct val="100000"/>
              </a:lnSpc>
              <a:spcBef>
                <a:spcPts val="0"/>
              </a:spcBef>
              <a:spcAft>
                <a:spcPts val="0"/>
              </a:spcAft>
              <a:buClr>
                <a:schemeClr val="dk1"/>
              </a:buClr>
              <a:buSzPts val="1400"/>
              <a:buFont typeface="Arial"/>
              <a:buNone/>
              <a:defRPr/>
            </a:lvl4pPr>
            <a:lvl5pPr lvl="4" algn="ctr">
              <a:lnSpc>
                <a:spcPct val="100000"/>
              </a:lnSpc>
              <a:spcBef>
                <a:spcPts val="0"/>
              </a:spcBef>
              <a:spcAft>
                <a:spcPts val="0"/>
              </a:spcAft>
              <a:buClr>
                <a:schemeClr val="dk1"/>
              </a:buClr>
              <a:buSzPts val="1400"/>
              <a:buFont typeface="Arial"/>
              <a:buNone/>
              <a:defRPr/>
            </a:lvl5pPr>
            <a:lvl6pPr lvl="5" algn="ctr">
              <a:lnSpc>
                <a:spcPct val="100000"/>
              </a:lnSpc>
              <a:spcBef>
                <a:spcPts val="0"/>
              </a:spcBef>
              <a:spcAft>
                <a:spcPts val="0"/>
              </a:spcAft>
              <a:buClr>
                <a:schemeClr val="dk1"/>
              </a:buClr>
              <a:buSzPts val="1400"/>
              <a:buFont typeface="Arial"/>
              <a:buNone/>
              <a:defRPr/>
            </a:lvl6pPr>
            <a:lvl7pPr lvl="6" algn="ctr">
              <a:lnSpc>
                <a:spcPct val="100000"/>
              </a:lnSpc>
              <a:spcBef>
                <a:spcPts val="0"/>
              </a:spcBef>
              <a:spcAft>
                <a:spcPts val="0"/>
              </a:spcAft>
              <a:buClr>
                <a:schemeClr val="dk1"/>
              </a:buClr>
              <a:buSzPts val="1400"/>
              <a:buFont typeface="Arial"/>
              <a:buNone/>
              <a:defRPr/>
            </a:lvl7pPr>
            <a:lvl8pPr lvl="7" algn="ctr">
              <a:lnSpc>
                <a:spcPct val="100000"/>
              </a:lnSpc>
              <a:spcBef>
                <a:spcPts val="0"/>
              </a:spcBef>
              <a:spcAft>
                <a:spcPts val="0"/>
              </a:spcAft>
              <a:buClr>
                <a:schemeClr val="dk1"/>
              </a:buClr>
              <a:buSzPts val="1400"/>
              <a:buFont typeface="Arial"/>
              <a:buNone/>
              <a:defRPr/>
            </a:lvl8pPr>
            <a:lvl9pPr lvl="8" algn="ctr">
              <a:lnSpc>
                <a:spcPct val="100000"/>
              </a:lnSpc>
              <a:spcBef>
                <a:spcPts val="0"/>
              </a:spcBef>
              <a:spcAft>
                <a:spcPts val="0"/>
              </a:spcAft>
              <a:buClr>
                <a:schemeClr val="dk1"/>
              </a:buClr>
              <a:buSzPts val="1400"/>
              <a:buFont typeface="Arial"/>
              <a:buNone/>
              <a:defRPr/>
            </a:lvl9pPr>
          </a:lstStyle>
          <a:p/>
        </p:txBody>
      </p:sp>
      <p:sp>
        <p:nvSpPr>
          <p:cNvPr id="1716" name="Google Shape;1716;p300"/>
          <p:cNvSpPr txBox="1"/>
          <p:nvPr>
            <p:ph idx="1" type="body"/>
          </p:nvPr>
        </p:nvSpPr>
        <p:spPr>
          <a:xfrm>
            <a:off x="685800" y="1371600"/>
            <a:ext cx="7772400" cy="46878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717" name="Google Shape;1717;p300"/>
          <p:cNvSpPr txBox="1"/>
          <p:nvPr>
            <p:ph idx="10" type="dt"/>
          </p:nvPr>
        </p:nvSpPr>
        <p:spPr>
          <a:xfrm>
            <a:off x="228600" y="6400800"/>
            <a:ext cx="19050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rgbClr val="888888"/>
              </a:buClr>
              <a:buSzPts val="1400"/>
              <a:buFont typeface="Arial"/>
              <a:buNone/>
              <a:defRPr/>
            </a:lvl1pPr>
            <a:lvl2pPr lvl="1" algn="l">
              <a:lnSpc>
                <a:spcPct val="100000"/>
              </a:lnSpc>
              <a:spcBef>
                <a:spcPts val="0"/>
              </a:spcBef>
              <a:spcAft>
                <a:spcPts val="0"/>
              </a:spcAft>
              <a:buClr>
                <a:schemeClr val="dk1"/>
              </a:buClr>
              <a:buSzPts val="1400"/>
              <a:buFont typeface="Tahoma"/>
              <a:buNone/>
              <a:defRPr/>
            </a:lvl2pPr>
            <a:lvl3pPr lvl="2" algn="l">
              <a:lnSpc>
                <a:spcPct val="100000"/>
              </a:lnSpc>
              <a:spcBef>
                <a:spcPts val="0"/>
              </a:spcBef>
              <a:spcAft>
                <a:spcPts val="0"/>
              </a:spcAft>
              <a:buClr>
                <a:schemeClr val="dk1"/>
              </a:buClr>
              <a:buSzPts val="1400"/>
              <a:buFont typeface="Tahoma"/>
              <a:buNone/>
              <a:defRPr/>
            </a:lvl3pPr>
            <a:lvl4pPr lvl="3" algn="l">
              <a:lnSpc>
                <a:spcPct val="100000"/>
              </a:lnSpc>
              <a:spcBef>
                <a:spcPts val="0"/>
              </a:spcBef>
              <a:spcAft>
                <a:spcPts val="0"/>
              </a:spcAft>
              <a:buClr>
                <a:schemeClr val="dk1"/>
              </a:buClr>
              <a:buSzPts val="1400"/>
              <a:buFont typeface="Tahoma"/>
              <a:buNone/>
              <a:defRPr/>
            </a:lvl4pPr>
            <a:lvl5pPr lvl="4" algn="l">
              <a:lnSpc>
                <a:spcPct val="100000"/>
              </a:lnSpc>
              <a:spcBef>
                <a:spcPts val="0"/>
              </a:spcBef>
              <a:spcAft>
                <a:spcPts val="0"/>
              </a:spcAft>
              <a:buClr>
                <a:schemeClr val="dk1"/>
              </a:buClr>
              <a:buSzPts val="1400"/>
              <a:buFont typeface="Tahoma"/>
              <a:buNone/>
              <a:defRPr/>
            </a:lvl5pPr>
            <a:lvl6pPr lvl="5" algn="l">
              <a:lnSpc>
                <a:spcPct val="100000"/>
              </a:lnSpc>
              <a:spcBef>
                <a:spcPts val="0"/>
              </a:spcBef>
              <a:spcAft>
                <a:spcPts val="0"/>
              </a:spcAft>
              <a:buClr>
                <a:schemeClr val="dk1"/>
              </a:buClr>
              <a:buSzPts val="1400"/>
              <a:buFont typeface="Tahoma"/>
              <a:buNone/>
              <a:defRPr/>
            </a:lvl6pPr>
            <a:lvl7pPr lvl="6" algn="l">
              <a:lnSpc>
                <a:spcPct val="100000"/>
              </a:lnSpc>
              <a:spcBef>
                <a:spcPts val="0"/>
              </a:spcBef>
              <a:spcAft>
                <a:spcPts val="0"/>
              </a:spcAft>
              <a:buClr>
                <a:schemeClr val="dk1"/>
              </a:buClr>
              <a:buSzPts val="1400"/>
              <a:buFont typeface="Tahoma"/>
              <a:buNone/>
              <a:defRPr/>
            </a:lvl7pPr>
            <a:lvl8pPr lvl="7" algn="l">
              <a:lnSpc>
                <a:spcPct val="100000"/>
              </a:lnSpc>
              <a:spcBef>
                <a:spcPts val="0"/>
              </a:spcBef>
              <a:spcAft>
                <a:spcPts val="0"/>
              </a:spcAft>
              <a:buClr>
                <a:schemeClr val="dk1"/>
              </a:buClr>
              <a:buSzPts val="1400"/>
              <a:buFont typeface="Tahoma"/>
              <a:buNone/>
              <a:defRPr/>
            </a:lvl8pPr>
            <a:lvl9pPr lvl="8" algn="l">
              <a:lnSpc>
                <a:spcPct val="100000"/>
              </a:lnSpc>
              <a:spcBef>
                <a:spcPts val="0"/>
              </a:spcBef>
              <a:spcAft>
                <a:spcPts val="0"/>
              </a:spcAft>
              <a:buClr>
                <a:schemeClr val="dk1"/>
              </a:buClr>
              <a:buSzPts val="1400"/>
              <a:buFont typeface="Tahoma"/>
              <a:buNone/>
              <a:defRPr/>
            </a:lvl9pPr>
          </a:lstStyle>
          <a:p/>
        </p:txBody>
      </p:sp>
      <p:sp>
        <p:nvSpPr>
          <p:cNvPr id="1718" name="Google Shape;1718;p300"/>
          <p:cNvSpPr txBox="1"/>
          <p:nvPr>
            <p:ph idx="11" type="ftr"/>
          </p:nvPr>
        </p:nvSpPr>
        <p:spPr>
          <a:xfrm>
            <a:off x="3124200" y="6400800"/>
            <a:ext cx="2895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rgbClr val="888888"/>
              </a:buClr>
              <a:buSzPts val="1400"/>
              <a:buFont typeface="Arial"/>
              <a:buNone/>
              <a:defRPr/>
            </a:lvl1pPr>
            <a:lvl2pPr lvl="1" algn="l">
              <a:lnSpc>
                <a:spcPct val="100000"/>
              </a:lnSpc>
              <a:spcBef>
                <a:spcPts val="0"/>
              </a:spcBef>
              <a:spcAft>
                <a:spcPts val="0"/>
              </a:spcAft>
              <a:buClr>
                <a:schemeClr val="dk1"/>
              </a:buClr>
              <a:buSzPts val="1400"/>
              <a:buFont typeface="Tahoma"/>
              <a:buNone/>
              <a:defRPr/>
            </a:lvl2pPr>
            <a:lvl3pPr lvl="2" algn="l">
              <a:lnSpc>
                <a:spcPct val="100000"/>
              </a:lnSpc>
              <a:spcBef>
                <a:spcPts val="0"/>
              </a:spcBef>
              <a:spcAft>
                <a:spcPts val="0"/>
              </a:spcAft>
              <a:buClr>
                <a:schemeClr val="dk1"/>
              </a:buClr>
              <a:buSzPts val="1400"/>
              <a:buFont typeface="Tahoma"/>
              <a:buNone/>
              <a:defRPr/>
            </a:lvl3pPr>
            <a:lvl4pPr lvl="3" algn="l">
              <a:lnSpc>
                <a:spcPct val="100000"/>
              </a:lnSpc>
              <a:spcBef>
                <a:spcPts val="0"/>
              </a:spcBef>
              <a:spcAft>
                <a:spcPts val="0"/>
              </a:spcAft>
              <a:buClr>
                <a:schemeClr val="dk1"/>
              </a:buClr>
              <a:buSzPts val="1400"/>
              <a:buFont typeface="Tahoma"/>
              <a:buNone/>
              <a:defRPr/>
            </a:lvl4pPr>
            <a:lvl5pPr lvl="4" algn="l">
              <a:lnSpc>
                <a:spcPct val="100000"/>
              </a:lnSpc>
              <a:spcBef>
                <a:spcPts val="0"/>
              </a:spcBef>
              <a:spcAft>
                <a:spcPts val="0"/>
              </a:spcAft>
              <a:buClr>
                <a:schemeClr val="dk1"/>
              </a:buClr>
              <a:buSzPts val="1400"/>
              <a:buFont typeface="Tahoma"/>
              <a:buNone/>
              <a:defRPr/>
            </a:lvl5pPr>
            <a:lvl6pPr lvl="5" algn="l">
              <a:lnSpc>
                <a:spcPct val="100000"/>
              </a:lnSpc>
              <a:spcBef>
                <a:spcPts val="0"/>
              </a:spcBef>
              <a:spcAft>
                <a:spcPts val="0"/>
              </a:spcAft>
              <a:buClr>
                <a:schemeClr val="dk1"/>
              </a:buClr>
              <a:buSzPts val="1400"/>
              <a:buFont typeface="Tahoma"/>
              <a:buNone/>
              <a:defRPr/>
            </a:lvl6pPr>
            <a:lvl7pPr lvl="6" algn="l">
              <a:lnSpc>
                <a:spcPct val="100000"/>
              </a:lnSpc>
              <a:spcBef>
                <a:spcPts val="0"/>
              </a:spcBef>
              <a:spcAft>
                <a:spcPts val="0"/>
              </a:spcAft>
              <a:buClr>
                <a:schemeClr val="dk1"/>
              </a:buClr>
              <a:buSzPts val="1400"/>
              <a:buFont typeface="Tahoma"/>
              <a:buNone/>
              <a:defRPr/>
            </a:lvl7pPr>
            <a:lvl8pPr lvl="7" algn="l">
              <a:lnSpc>
                <a:spcPct val="100000"/>
              </a:lnSpc>
              <a:spcBef>
                <a:spcPts val="0"/>
              </a:spcBef>
              <a:spcAft>
                <a:spcPts val="0"/>
              </a:spcAft>
              <a:buClr>
                <a:schemeClr val="dk1"/>
              </a:buClr>
              <a:buSzPts val="1400"/>
              <a:buFont typeface="Tahoma"/>
              <a:buNone/>
              <a:defRPr/>
            </a:lvl8pPr>
            <a:lvl9pPr lvl="8" algn="l">
              <a:lnSpc>
                <a:spcPct val="100000"/>
              </a:lnSpc>
              <a:spcBef>
                <a:spcPts val="0"/>
              </a:spcBef>
              <a:spcAft>
                <a:spcPts val="0"/>
              </a:spcAft>
              <a:buClr>
                <a:schemeClr val="dk1"/>
              </a:buClr>
              <a:buSzPts val="1400"/>
              <a:buFont typeface="Tahoma"/>
              <a:buNone/>
              <a:defRPr/>
            </a:lvl9pPr>
          </a:lstStyle>
          <a:p/>
        </p:txBody>
      </p:sp>
      <p:sp>
        <p:nvSpPr>
          <p:cNvPr id="1719" name="Google Shape;1719;p300"/>
          <p:cNvSpPr txBox="1"/>
          <p:nvPr>
            <p:ph idx="12" type="sldNum"/>
          </p:nvPr>
        </p:nvSpPr>
        <p:spPr>
          <a:xfrm>
            <a:off x="6934200" y="64008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Helvetica Neue"/>
              <a:buNone/>
              <a:defRPr b="0" i="0" sz="1200" u="none" cap="none" strike="noStrike">
                <a:solidFill>
                  <a:srgbClr val="888888"/>
                </a:solidFill>
                <a:latin typeface="Helvetica Neue"/>
                <a:ea typeface="Helvetica Neue"/>
                <a:cs typeface="Helvetica Neue"/>
                <a:sym typeface="Helvetica Neue"/>
              </a:defRPr>
            </a:lvl1pPr>
            <a:lvl2pPr indent="0" lvl="1" marL="0" marR="0" algn="r">
              <a:lnSpc>
                <a:spcPct val="100000"/>
              </a:lnSpc>
              <a:spcBef>
                <a:spcPts val="0"/>
              </a:spcBef>
              <a:spcAft>
                <a:spcPts val="0"/>
              </a:spcAft>
              <a:buClr>
                <a:srgbClr val="888888"/>
              </a:buClr>
              <a:buSzPts val="1200"/>
              <a:buFont typeface="Helvetica Neue"/>
              <a:buNone/>
              <a:defRPr b="0" i="0" sz="1200" u="none" cap="none" strike="noStrike">
                <a:solidFill>
                  <a:srgbClr val="888888"/>
                </a:solidFill>
                <a:latin typeface="Helvetica Neue"/>
                <a:ea typeface="Helvetica Neue"/>
                <a:cs typeface="Helvetica Neue"/>
                <a:sym typeface="Helvetica Neue"/>
              </a:defRPr>
            </a:lvl2pPr>
            <a:lvl3pPr indent="0" lvl="2" marL="0" marR="0" algn="r">
              <a:lnSpc>
                <a:spcPct val="100000"/>
              </a:lnSpc>
              <a:spcBef>
                <a:spcPts val="0"/>
              </a:spcBef>
              <a:spcAft>
                <a:spcPts val="0"/>
              </a:spcAft>
              <a:buClr>
                <a:srgbClr val="888888"/>
              </a:buClr>
              <a:buSzPts val="1200"/>
              <a:buFont typeface="Helvetica Neue"/>
              <a:buNone/>
              <a:defRPr b="0" i="0" sz="1200" u="none" cap="none" strike="noStrike">
                <a:solidFill>
                  <a:srgbClr val="888888"/>
                </a:solidFill>
                <a:latin typeface="Helvetica Neue"/>
                <a:ea typeface="Helvetica Neue"/>
                <a:cs typeface="Helvetica Neue"/>
                <a:sym typeface="Helvetica Neue"/>
              </a:defRPr>
            </a:lvl3pPr>
            <a:lvl4pPr indent="0" lvl="3" marL="0" marR="0" algn="r">
              <a:lnSpc>
                <a:spcPct val="100000"/>
              </a:lnSpc>
              <a:spcBef>
                <a:spcPts val="0"/>
              </a:spcBef>
              <a:spcAft>
                <a:spcPts val="0"/>
              </a:spcAft>
              <a:buClr>
                <a:srgbClr val="888888"/>
              </a:buClr>
              <a:buSzPts val="1200"/>
              <a:buFont typeface="Helvetica Neue"/>
              <a:buNone/>
              <a:defRPr b="0" i="0" sz="1200" u="none" cap="none" strike="noStrike">
                <a:solidFill>
                  <a:srgbClr val="888888"/>
                </a:solidFill>
                <a:latin typeface="Helvetica Neue"/>
                <a:ea typeface="Helvetica Neue"/>
                <a:cs typeface="Helvetica Neue"/>
                <a:sym typeface="Helvetica Neue"/>
              </a:defRPr>
            </a:lvl4pPr>
            <a:lvl5pPr indent="0" lvl="4" marL="0" marR="0" algn="r">
              <a:lnSpc>
                <a:spcPct val="100000"/>
              </a:lnSpc>
              <a:spcBef>
                <a:spcPts val="0"/>
              </a:spcBef>
              <a:spcAft>
                <a:spcPts val="0"/>
              </a:spcAft>
              <a:buClr>
                <a:srgbClr val="888888"/>
              </a:buClr>
              <a:buSzPts val="1200"/>
              <a:buFont typeface="Helvetica Neue"/>
              <a:buNone/>
              <a:defRPr b="0" i="0" sz="1200" u="none" cap="none" strike="noStrike">
                <a:solidFill>
                  <a:srgbClr val="888888"/>
                </a:solidFill>
                <a:latin typeface="Helvetica Neue"/>
                <a:ea typeface="Helvetica Neue"/>
                <a:cs typeface="Helvetica Neue"/>
                <a:sym typeface="Helvetica Neue"/>
              </a:defRPr>
            </a:lvl5pPr>
            <a:lvl6pPr indent="0" lvl="5" marL="0" marR="0" algn="r">
              <a:lnSpc>
                <a:spcPct val="100000"/>
              </a:lnSpc>
              <a:spcBef>
                <a:spcPts val="0"/>
              </a:spcBef>
              <a:spcAft>
                <a:spcPts val="0"/>
              </a:spcAft>
              <a:buClr>
                <a:srgbClr val="888888"/>
              </a:buClr>
              <a:buSzPts val="1200"/>
              <a:buFont typeface="Helvetica Neue"/>
              <a:buNone/>
              <a:defRPr b="0" i="0" sz="1200" u="none" cap="none" strike="noStrike">
                <a:solidFill>
                  <a:srgbClr val="888888"/>
                </a:solidFill>
                <a:latin typeface="Helvetica Neue"/>
                <a:ea typeface="Helvetica Neue"/>
                <a:cs typeface="Helvetica Neue"/>
                <a:sym typeface="Helvetica Neue"/>
              </a:defRPr>
            </a:lvl6pPr>
            <a:lvl7pPr indent="0" lvl="6" marL="0" marR="0" algn="r">
              <a:lnSpc>
                <a:spcPct val="100000"/>
              </a:lnSpc>
              <a:spcBef>
                <a:spcPts val="0"/>
              </a:spcBef>
              <a:spcAft>
                <a:spcPts val="0"/>
              </a:spcAft>
              <a:buClr>
                <a:srgbClr val="888888"/>
              </a:buClr>
              <a:buSzPts val="1200"/>
              <a:buFont typeface="Helvetica Neue"/>
              <a:buNone/>
              <a:defRPr b="0" i="0" sz="1200" u="none" cap="none" strike="noStrike">
                <a:solidFill>
                  <a:srgbClr val="888888"/>
                </a:solidFill>
                <a:latin typeface="Helvetica Neue"/>
                <a:ea typeface="Helvetica Neue"/>
                <a:cs typeface="Helvetica Neue"/>
                <a:sym typeface="Helvetica Neue"/>
              </a:defRPr>
            </a:lvl7pPr>
            <a:lvl8pPr indent="0" lvl="7" marL="0" marR="0" algn="r">
              <a:lnSpc>
                <a:spcPct val="100000"/>
              </a:lnSpc>
              <a:spcBef>
                <a:spcPts val="0"/>
              </a:spcBef>
              <a:spcAft>
                <a:spcPts val="0"/>
              </a:spcAft>
              <a:buClr>
                <a:srgbClr val="888888"/>
              </a:buClr>
              <a:buSzPts val="1200"/>
              <a:buFont typeface="Helvetica Neue"/>
              <a:buNone/>
              <a:defRPr b="0" i="0" sz="1200" u="none" cap="none" strike="noStrike">
                <a:solidFill>
                  <a:srgbClr val="888888"/>
                </a:solidFill>
                <a:latin typeface="Helvetica Neue"/>
                <a:ea typeface="Helvetica Neue"/>
                <a:cs typeface="Helvetica Neue"/>
                <a:sym typeface="Helvetica Neue"/>
              </a:defRPr>
            </a:lvl8pPr>
            <a:lvl9pPr indent="0" lvl="8" marL="0" marR="0" algn="r">
              <a:lnSpc>
                <a:spcPct val="100000"/>
              </a:lnSpc>
              <a:spcBef>
                <a:spcPts val="0"/>
              </a:spcBef>
              <a:spcAft>
                <a:spcPts val="0"/>
              </a:spcAft>
              <a:buClr>
                <a:srgbClr val="888888"/>
              </a:buClr>
              <a:buSzPts val="1200"/>
              <a:buFont typeface="Helvetica Neue"/>
              <a:buNone/>
              <a:defRPr b="0" i="0" sz="1200" u="none" cap="none" strike="noStrike">
                <a:solidFill>
                  <a:srgbClr val="888888"/>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Blank">
  <p:cSld name="4_Blank">
    <p:spTree>
      <p:nvGrpSpPr>
        <p:cNvPr id="1720" name="Shape 1720"/>
        <p:cNvGrpSpPr/>
        <p:nvPr/>
      </p:nvGrpSpPr>
      <p:grpSpPr>
        <a:xfrm>
          <a:off x="0" y="0"/>
          <a:ext cx="0" cy="0"/>
          <a:chOff x="0" y="0"/>
          <a:chExt cx="0" cy="0"/>
        </a:xfrm>
      </p:grpSpPr>
      <p:grpSp>
        <p:nvGrpSpPr>
          <p:cNvPr id="1721" name="Google Shape;1721;p301"/>
          <p:cNvGrpSpPr/>
          <p:nvPr/>
        </p:nvGrpSpPr>
        <p:grpSpPr>
          <a:xfrm>
            <a:off x="0" y="1295400"/>
            <a:ext cx="7010400" cy="46038"/>
            <a:chOff x="1905000" y="6553200"/>
            <a:chExt cx="7010400" cy="45719"/>
          </a:xfrm>
        </p:grpSpPr>
        <p:sp>
          <p:nvSpPr>
            <p:cNvPr id="1722" name="Google Shape;1722;p301"/>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723" name="Google Shape;1723;p301"/>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724" name="Google Shape;1724;p301"/>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1725" name="Google Shape;1725;p301"/>
          <p:cNvGrpSpPr/>
          <p:nvPr/>
        </p:nvGrpSpPr>
        <p:grpSpPr>
          <a:xfrm>
            <a:off x="2133600" y="6553200"/>
            <a:ext cx="7010400" cy="46038"/>
            <a:chOff x="1905000" y="6553200"/>
            <a:chExt cx="7010400" cy="45719"/>
          </a:xfrm>
        </p:grpSpPr>
        <p:sp>
          <p:nvSpPr>
            <p:cNvPr id="1726" name="Google Shape;1726;p301"/>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727" name="Google Shape;1727;p301"/>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728" name="Google Shape;1728;p301"/>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1729" name="Google Shape;1729;p301"/>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sp>
        <p:nvSpPr>
          <p:cNvPr id="1730" name="Google Shape;1730;p301"/>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0" i="0" lang="en-US" sz="1100" u="none" cap="none" strike="noStrike">
                <a:solidFill>
                  <a:srgbClr val="101141"/>
                </a:solidFill>
                <a:latin typeface="Arial"/>
                <a:ea typeface="Arial"/>
                <a:cs typeface="Arial"/>
                <a:sym typeface="Arial"/>
              </a:rPr>
              <a:t>BITS Pilani, Hyderabad Campus</a:t>
            </a:r>
            <a:endParaRPr b="0" i="0" sz="1400" u="none" cap="none" strike="noStrike">
              <a:solidFill>
                <a:srgbClr val="000000"/>
              </a:solidFill>
              <a:latin typeface="Arial"/>
              <a:ea typeface="Arial"/>
              <a:cs typeface="Arial"/>
              <a:sym typeface="Arial"/>
            </a:endParaRPr>
          </a:p>
        </p:txBody>
      </p:sp>
      <p:sp>
        <p:nvSpPr>
          <p:cNvPr id="1731" name="Google Shape;1731;p301"/>
          <p:cNvSpPr txBox="1"/>
          <p:nvPr>
            <p:ph idx="1"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Blank">
  <p:cSld name="5_Blank">
    <p:spTree>
      <p:nvGrpSpPr>
        <p:cNvPr id="1732" name="Shape 1732"/>
        <p:cNvGrpSpPr/>
        <p:nvPr/>
      </p:nvGrpSpPr>
      <p:grpSpPr>
        <a:xfrm>
          <a:off x="0" y="0"/>
          <a:ext cx="0" cy="0"/>
          <a:chOff x="0" y="0"/>
          <a:chExt cx="0" cy="0"/>
        </a:xfrm>
      </p:grpSpPr>
      <p:grpSp>
        <p:nvGrpSpPr>
          <p:cNvPr id="1733" name="Google Shape;1733;p302"/>
          <p:cNvGrpSpPr/>
          <p:nvPr/>
        </p:nvGrpSpPr>
        <p:grpSpPr>
          <a:xfrm>
            <a:off x="0" y="1295400"/>
            <a:ext cx="7010400" cy="46038"/>
            <a:chOff x="1905000" y="6553200"/>
            <a:chExt cx="7010400" cy="45719"/>
          </a:xfrm>
        </p:grpSpPr>
        <p:sp>
          <p:nvSpPr>
            <p:cNvPr id="1734" name="Google Shape;1734;p302"/>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735" name="Google Shape;1735;p302"/>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736" name="Google Shape;1736;p302"/>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1737" name="Google Shape;1737;p302"/>
          <p:cNvGrpSpPr/>
          <p:nvPr/>
        </p:nvGrpSpPr>
        <p:grpSpPr>
          <a:xfrm>
            <a:off x="2133600" y="6553200"/>
            <a:ext cx="7010400" cy="46038"/>
            <a:chOff x="1905000" y="6553200"/>
            <a:chExt cx="7010400" cy="45719"/>
          </a:xfrm>
        </p:grpSpPr>
        <p:sp>
          <p:nvSpPr>
            <p:cNvPr id="1738" name="Google Shape;1738;p302"/>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739" name="Google Shape;1739;p302"/>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740" name="Google Shape;1740;p302"/>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1741" name="Google Shape;1741;p302"/>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sp>
        <p:nvSpPr>
          <p:cNvPr id="1742" name="Google Shape;1742;p302"/>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0" i="0" lang="en-US" sz="1100" u="none" cap="none" strike="noStrike">
                <a:solidFill>
                  <a:srgbClr val="101141"/>
                </a:solidFill>
                <a:latin typeface="Arial"/>
                <a:ea typeface="Arial"/>
                <a:cs typeface="Arial"/>
                <a:sym typeface="Arial"/>
              </a:rPr>
              <a:t>BITS Pilani, Hyderabad Campus</a:t>
            </a:r>
            <a:endParaRPr b="0" i="0" sz="1400" u="none" cap="none" strike="noStrike">
              <a:solidFill>
                <a:srgbClr val="000000"/>
              </a:solidFill>
              <a:latin typeface="Arial"/>
              <a:ea typeface="Arial"/>
              <a:cs typeface="Arial"/>
              <a:sym typeface="Arial"/>
            </a:endParaRPr>
          </a:p>
        </p:txBody>
      </p:sp>
      <p:sp>
        <p:nvSpPr>
          <p:cNvPr id="1743" name="Google Shape;1743;p302"/>
          <p:cNvSpPr txBox="1"/>
          <p:nvPr>
            <p:ph idx="1"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Blank">
  <p:cSld name="6_Blank">
    <p:spTree>
      <p:nvGrpSpPr>
        <p:cNvPr id="1744" name="Shape 1744"/>
        <p:cNvGrpSpPr/>
        <p:nvPr/>
      </p:nvGrpSpPr>
      <p:grpSpPr>
        <a:xfrm>
          <a:off x="0" y="0"/>
          <a:ext cx="0" cy="0"/>
          <a:chOff x="0" y="0"/>
          <a:chExt cx="0" cy="0"/>
        </a:xfrm>
      </p:grpSpPr>
      <p:grpSp>
        <p:nvGrpSpPr>
          <p:cNvPr id="1745" name="Google Shape;1745;p303"/>
          <p:cNvGrpSpPr/>
          <p:nvPr/>
        </p:nvGrpSpPr>
        <p:grpSpPr>
          <a:xfrm>
            <a:off x="0" y="1295400"/>
            <a:ext cx="7010400" cy="46038"/>
            <a:chOff x="1905000" y="6553200"/>
            <a:chExt cx="7010400" cy="45719"/>
          </a:xfrm>
        </p:grpSpPr>
        <p:sp>
          <p:nvSpPr>
            <p:cNvPr id="1746" name="Google Shape;1746;p303"/>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747" name="Google Shape;1747;p303"/>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748" name="Google Shape;1748;p303"/>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1749" name="Google Shape;1749;p303"/>
          <p:cNvGrpSpPr/>
          <p:nvPr/>
        </p:nvGrpSpPr>
        <p:grpSpPr>
          <a:xfrm>
            <a:off x="2133600" y="6553200"/>
            <a:ext cx="7010400" cy="46038"/>
            <a:chOff x="1905000" y="6553200"/>
            <a:chExt cx="7010400" cy="45719"/>
          </a:xfrm>
        </p:grpSpPr>
        <p:sp>
          <p:nvSpPr>
            <p:cNvPr id="1750" name="Google Shape;1750;p303"/>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751" name="Google Shape;1751;p303"/>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752" name="Google Shape;1752;p303"/>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1753" name="Google Shape;1753;p303"/>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sp>
        <p:nvSpPr>
          <p:cNvPr id="1754" name="Google Shape;1754;p303"/>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0" i="0" lang="en-US" sz="1100" u="none" cap="none" strike="noStrike">
                <a:solidFill>
                  <a:srgbClr val="101141"/>
                </a:solidFill>
                <a:latin typeface="Arial"/>
                <a:ea typeface="Arial"/>
                <a:cs typeface="Arial"/>
                <a:sym typeface="Arial"/>
              </a:rPr>
              <a:t>BITS Pilani, Hyderabad Campus</a:t>
            </a:r>
            <a:endParaRPr b="0" i="0" sz="1400" u="none" cap="none" strike="noStrike">
              <a:solidFill>
                <a:srgbClr val="000000"/>
              </a:solidFill>
              <a:latin typeface="Arial"/>
              <a:ea typeface="Arial"/>
              <a:cs typeface="Arial"/>
              <a:sym typeface="Arial"/>
            </a:endParaRPr>
          </a:p>
        </p:txBody>
      </p:sp>
      <p:sp>
        <p:nvSpPr>
          <p:cNvPr id="1755" name="Google Shape;1755;p303"/>
          <p:cNvSpPr txBox="1"/>
          <p:nvPr>
            <p:ph idx="1"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Blank">
  <p:cSld name="11_Blank">
    <p:spTree>
      <p:nvGrpSpPr>
        <p:cNvPr id="1756" name="Shape 1756"/>
        <p:cNvGrpSpPr/>
        <p:nvPr/>
      </p:nvGrpSpPr>
      <p:grpSpPr>
        <a:xfrm>
          <a:off x="0" y="0"/>
          <a:ext cx="0" cy="0"/>
          <a:chOff x="0" y="0"/>
          <a:chExt cx="0" cy="0"/>
        </a:xfrm>
      </p:grpSpPr>
      <p:grpSp>
        <p:nvGrpSpPr>
          <p:cNvPr id="1757" name="Google Shape;1757;p304"/>
          <p:cNvGrpSpPr/>
          <p:nvPr/>
        </p:nvGrpSpPr>
        <p:grpSpPr>
          <a:xfrm>
            <a:off x="0" y="1295400"/>
            <a:ext cx="7010400" cy="46038"/>
            <a:chOff x="1905000" y="6553200"/>
            <a:chExt cx="7010400" cy="45719"/>
          </a:xfrm>
        </p:grpSpPr>
        <p:sp>
          <p:nvSpPr>
            <p:cNvPr id="1758" name="Google Shape;1758;p304"/>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759" name="Google Shape;1759;p304"/>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760" name="Google Shape;1760;p304"/>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1761" name="Google Shape;1761;p304"/>
          <p:cNvGrpSpPr/>
          <p:nvPr/>
        </p:nvGrpSpPr>
        <p:grpSpPr>
          <a:xfrm>
            <a:off x="2133600" y="6553200"/>
            <a:ext cx="7010400" cy="46038"/>
            <a:chOff x="1905000" y="6553200"/>
            <a:chExt cx="7010400" cy="45719"/>
          </a:xfrm>
        </p:grpSpPr>
        <p:sp>
          <p:nvSpPr>
            <p:cNvPr id="1762" name="Google Shape;1762;p304"/>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763" name="Google Shape;1763;p304"/>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764" name="Google Shape;1764;p304"/>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1765" name="Google Shape;1765;p304"/>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sp>
        <p:nvSpPr>
          <p:cNvPr id="1766" name="Google Shape;1766;p304"/>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0" i="0" lang="en-US" sz="1100" u="none" cap="none" strike="noStrike">
                <a:solidFill>
                  <a:srgbClr val="101141"/>
                </a:solidFill>
                <a:latin typeface="Arial"/>
                <a:ea typeface="Arial"/>
                <a:cs typeface="Arial"/>
                <a:sym typeface="Arial"/>
              </a:rPr>
              <a:t>BITS Pilani, Hyderabad Campus</a:t>
            </a:r>
            <a:endParaRPr b="0" i="0" sz="1400" u="none" cap="none" strike="noStrike">
              <a:solidFill>
                <a:srgbClr val="000000"/>
              </a:solidFill>
              <a:latin typeface="Arial"/>
              <a:ea typeface="Arial"/>
              <a:cs typeface="Arial"/>
              <a:sym typeface="Arial"/>
            </a:endParaRPr>
          </a:p>
        </p:txBody>
      </p:sp>
      <p:sp>
        <p:nvSpPr>
          <p:cNvPr id="1767" name="Google Shape;1767;p304"/>
          <p:cNvSpPr txBox="1"/>
          <p:nvPr>
            <p:ph idx="1"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68" name="Shape 1768"/>
        <p:cNvGrpSpPr/>
        <p:nvPr/>
      </p:nvGrpSpPr>
      <p:grpSpPr>
        <a:xfrm>
          <a:off x="0" y="0"/>
          <a:ext cx="0" cy="0"/>
          <a:chOff x="0" y="0"/>
          <a:chExt cx="0" cy="0"/>
        </a:xfrm>
      </p:grpSpPr>
      <p:sp>
        <p:nvSpPr>
          <p:cNvPr id="1769" name="Google Shape;1769;p30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70" name="Google Shape;1770;p30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71" name="Google Shape;1771;p30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72" name="Google Shape;1772;p30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p:cSld name="2_Title and Content">
    <p:spTree>
      <p:nvGrpSpPr>
        <p:cNvPr id="1773" name="Shape 1773"/>
        <p:cNvGrpSpPr/>
        <p:nvPr/>
      </p:nvGrpSpPr>
      <p:grpSpPr>
        <a:xfrm>
          <a:off x="0" y="0"/>
          <a:ext cx="0" cy="0"/>
          <a:chOff x="0" y="0"/>
          <a:chExt cx="0" cy="0"/>
        </a:xfrm>
      </p:grpSpPr>
      <p:sp>
        <p:nvSpPr>
          <p:cNvPr id="1774" name="Google Shape;1774;p306"/>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0" i="0" lang="en-US" sz="1100" u="none" cap="none" strike="noStrike">
                <a:solidFill>
                  <a:srgbClr val="101141"/>
                </a:solidFill>
                <a:latin typeface="Arial"/>
                <a:ea typeface="Arial"/>
                <a:cs typeface="Arial"/>
                <a:sym typeface="Arial"/>
              </a:rPr>
              <a:t>BITS Pilani, Hyderabad Campus</a:t>
            </a:r>
            <a:endParaRPr b="0" i="0" sz="1400" u="none" cap="none" strike="noStrike">
              <a:solidFill>
                <a:srgbClr val="000000"/>
              </a:solidFill>
              <a:latin typeface="Arial"/>
              <a:ea typeface="Arial"/>
              <a:cs typeface="Arial"/>
              <a:sym typeface="Arial"/>
            </a:endParaRPr>
          </a:p>
        </p:txBody>
      </p:sp>
      <p:grpSp>
        <p:nvGrpSpPr>
          <p:cNvPr id="1775" name="Google Shape;1775;p306"/>
          <p:cNvGrpSpPr/>
          <p:nvPr/>
        </p:nvGrpSpPr>
        <p:grpSpPr>
          <a:xfrm>
            <a:off x="2084388" y="6550025"/>
            <a:ext cx="7059612" cy="49213"/>
            <a:chOff x="2083888" y="6550671"/>
            <a:chExt cx="7060112" cy="48665"/>
          </a:xfrm>
        </p:grpSpPr>
        <p:sp>
          <p:nvSpPr>
            <p:cNvPr id="1776" name="Google Shape;1776;p306"/>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777" name="Google Shape;1777;p306"/>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778" name="Google Shape;1778;p306"/>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1779" name="Google Shape;1779;p306"/>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1780" name="Google Shape;1780;p306"/>
          <p:cNvGrpSpPr/>
          <p:nvPr/>
        </p:nvGrpSpPr>
        <p:grpSpPr>
          <a:xfrm>
            <a:off x="2133600" y="6553200"/>
            <a:ext cx="7010400" cy="46038"/>
            <a:chOff x="1905000" y="6553200"/>
            <a:chExt cx="7010400" cy="45719"/>
          </a:xfrm>
        </p:grpSpPr>
        <p:sp>
          <p:nvSpPr>
            <p:cNvPr id="1781" name="Google Shape;1781;p306"/>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782" name="Google Shape;1782;p306"/>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783" name="Google Shape;1783;p306"/>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1784" name="Google Shape;1784;p306"/>
          <p:cNvGrpSpPr/>
          <p:nvPr/>
        </p:nvGrpSpPr>
        <p:grpSpPr>
          <a:xfrm>
            <a:off x="0" y="1295400"/>
            <a:ext cx="7010400" cy="46038"/>
            <a:chOff x="1905000" y="6553200"/>
            <a:chExt cx="7010400" cy="45719"/>
          </a:xfrm>
        </p:grpSpPr>
        <p:sp>
          <p:nvSpPr>
            <p:cNvPr id="1785" name="Google Shape;1785;p306"/>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786" name="Google Shape;1786;p306"/>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787" name="Google Shape;1787;p306"/>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
        <p:nvSpPr>
          <p:cNvPr id="1788" name="Google Shape;1788;p306"/>
          <p:cNvSpPr txBox="1"/>
          <p:nvPr>
            <p:ph idx="1" type="body"/>
          </p:nvPr>
        </p:nvSpPr>
        <p:spPr>
          <a:xfrm>
            <a:off x="304800" y="1493837"/>
            <a:ext cx="8229600" cy="4525963"/>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indent="-330200" lvl="1" marL="914400" marR="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789" name="Google Shape;1789;p306"/>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and Content">
  <p:cSld name="4_Title and Content">
    <p:spTree>
      <p:nvGrpSpPr>
        <p:cNvPr id="1790" name="Shape 1790"/>
        <p:cNvGrpSpPr/>
        <p:nvPr/>
      </p:nvGrpSpPr>
      <p:grpSpPr>
        <a:xfrm>
          <a:off x="0" y="0"/>
          <a:ext cx="0" cy="0"/>
          <a:chOff x="0" y="0"/>
          <a:chExt cx="0" cy="0"/>
        </a:xfrm>
      </p:grpSpPr>
      <p:sp>
        <p:nvSpPr>
          <p:cNvPr id="1791" name="Google Shape;1791;p307"/>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0" i="0" lang="en-US" sz="1100" u="none" cap="none" strike="noStrike">
                <a:solidFill>
                  <a:srgbClr val="101141"/>
                </a:solidFill>
                <a:latin typeface="Arial"/>
                <a:ea typeface="Arial"/>
                <a:cs typeface="Arial"/>
                <a:sym typeface="Arial"/>
              </a:rPr>
              <a:t>BITS Pilani, Hyderabad Campus</a:t>
            </a:r>
            <a:endParaRPr b="0" i="0" sz="1400" u="none" cap="none" strike="noStrike">
              <a:solidFill>
                <a:srgbClr val="000000"/>
              </a:solidFill>
              <a:latin typeface="Arial"/>
              <a:ea typeface="Arial"/>
              <a:cs typeface="Arial"/>
              <a:sym typeface="Arial"/>
            </a:endParaRPr>
          </a:p>
        </p:txBody>
      </p:sp>
      <p:grpSp>
        <p:nvGrpSpPr>
          <p:cNvPr id="1792" name="Google Shape;1792;p307"/>
          <p:cNvGrpSpPr/>
          <p:nvPr/>
        </p:nvGrpSpPr>
        <p:grpSpPr>
          <a:xfrm>
            <a:off x="2084388" y="6550025"/>
            <a:ext cx="7059612" cy="49213"/>
            <a:chOff x="2083888" y="6550671"/>
            <a:chExt cx="7060112" cy="48665"/>
          </a:xfrm>
        </p:grpSpPr>
        <p:sp>
          <p:nvSpPr>
            <p:cNvPr id="1793" name="Google Shape;1793;p307"/>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794" name="Google Shape;1794;p307"/>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795" name="Google Shape;1795;p307"/>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1796" name="Google Shape;1796;p307"/>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1797" name="Google Shape;1797;p307"/>
          <p:cNvGrpSpPr/>
          <p:nvPr/>
        </p:nvGrpSpPr>
        <p:grpSpPr>
          <a:xfrm>
            <a:off x="2133600" y="6553200"/>
            <a:ext cx="7010400" cy="46038"/>
            <a:chOff x="1905000" y="6553200"/>
            <a:chExt cx="7010400" cy="45719"/>
          </a:xfrm>
        </p:grpSpPr>
        <p:sp>
          <p:nvSpPr>
            <p:cNvPr id="1798" name="Google Shape;1798;p307"/>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799" name="Google Shape;1799;p307"/>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800" name="Google Shape;1800;p307"/>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1801" name="Google Shape;1801;p307"/>
          <p:cNvGrpSpPr/>
          <p:nvPr/>
        </p:nvGrpSpPr>
        <p:grpSpPr>
          <a:xfrm>
            <a:off x="0" y="1295400"/>
            <a:ext cx="7010400" cy="46038"/>
            <a:chOff x="1905000" y="6553200"/>
            <a:chExt cx="7010400" cy="45719"/>
          </a:xfrm>
        </p:grpSpPr>
        <p:sp>
          <p:nvSpPr>
            <p:cNvPr id="1802" name="Google Shape;1802;p307"/>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803" name="Google Shape;1803;p307"/>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804" name="Google Shape;1804;p307"/>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
        <p:nvSpPr>
          <p:cNvPr id="1805" name="Google Shape;1805;p307"/>
          <p:cNvSpPr txBox="1"/>
          <p:nvPr>
            <p:ph idx="1" type="body"/>
          </p:nvPr>
        </p:nvSpPr>
        <p:spPr>
          <a:xfrm>
            <a:off x="304800" y="1493837"/>
            <a:ext cx="8229600" cy="4525963"/>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indent="-330200" lvl="1" marL="914400" marR="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06" name="Google Shape;1806;p307"/>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Blank">
  <p:cSld name="10_Blank">
    <p:spTree>
      <p:nvGrpSpPr>
        <p:cNvPr id="1807" name="Shape 1807"/>
        <p:cNvGrpSpPr/>
        <p:nvPr/>
      </p:nvGrpSpPr>
      <p:grpSpPr>
        <a:xfrm>
          <a:off x="0" y="0"/>
          <a:ext cx="0" cy="0"/>
          <a:chOff x="0" y="0"/>
          <a:chExt cx="0" cy="0"/>
        </a:xfrm>
      </p:grpSpPr>
      <p:grpSp>
        <p:nvGrpSpPr>
          <p:cNvPr id="1808" name="Google Shape;1808;p308"/>
          <p:cNvGrpSpPr/>
          <p:nvPr/>
        </p:nvGrpSpPr>
        <p:grpSpPr>
          <a:xfrm>
            <a:off x="0" y="1295400"/>
            <a:ext cx="7010400" cy="46038"/>
            <a:chOff x="1905000" y="6553200"/>
            <a:chExt cx="7010400" cy="45719"/>
          </a:xfrm>
        </p:grpSpPr>
        <p:sp>
          <p:nvSpPr>
            <p:cNvPr id="1809" name="Google Shape;1809;p308"/>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810" name="Google Shape;1810;p308"/>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811" name="Google Shape;1811;p308"/>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1812" name="Google Shape;1812;p308"/>
          <p:cNvGrpSpPr/>
          <p:nvPr/>
        </p:nvGrpSpPr>
        <p:grpSpPr>
          <a:xfrm>
            <a:off x="2133600" y="6553200"/>
            <a:ext cx="7010400" cy="46038"/>
            <a:chOff x="1905000" y="6553200"/>
            <a:chExt cx="7010400" cy="45719"/>
          </a:xfrm>
        </p:grpSpPr>
        <p:sp>
          <p:nvSpPr>
            <p:cNvPr id="1813" name="Google Shape;1813;p308"/>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814" name="Google Shape;1814;p308"/>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815" name="Google Shape;1815;p308"/>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1816" name="Google Shape;1816;p308"/>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sp>
        <p:nvSpPr>
          <p:cNvPr id="1817" name="Google Shape;1817;p308"/>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0" i="0" lang="en-US" sz="1100" u="none" cap="none" strike="noStrike">
                <a:solidFill>
                  <a:srgbClr val="101141"/>
                </a:solidFill>
                <a:latin typeface="Arial"/>
                <a:ea typeface="Arial"/>
                <a:cs typeface="Arial"/>
                <a:sym typeface="Arial"/>
              </a:rPr>
              <a:t>BITS Pilani, Hyderabad Campus</a:t>
            </a:r>
            <a:endParaRPr b="0" i="0" sz="1400" u="none" cap="none" strike="noStrike">
              <a:solidFill>
                <a:srgbClr val="000000"/>
              </a:solidFill>
              <a:latin typeface="Arial"/>
              <a:ea typeface="Arial"/>
              <a:cs typeface="Arial"/>
              <a:sym typeface="Arial"/>
            </a:endParaRPr>
          </a:p>
        </p:txBody>
      </p:sp>
      <p:sp>
        <p:nvSpPr>
          <p:cNvPr id="1818" name="Google Shape;1818;p308"/>
          <p:cNvSpPr txBox="1"/>
          <p:nvPr>
            <p:ph idx="1"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and Content">
  <p:cSld name="3_Title and Content">
    <p:spTree>
      <p:nvGrpSpPr>
        <p:cNvPr id="1819" name="Shape 1819"/>
        <p:cNvGrpSpPr/>
        <p:nvPr/>
      </p:nvGrpSpPr>
      <p:grpSpPr>
        <a:xfrm>
          <a:off x="0" y="0"/>
          <a:ext cx="0" cy="0"/>
          <a:chOff x="0" y="0"/>
          <a:chExt cx="0" cy="0"/>
        </a:xfrm>
      </p:grpSpPr>
      <p:sp>
        <p:nvSpPr>
          <p:cNvPr id="1820" name="Google Shape;1820;p309"/>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1821" name="Google Shape;1821;p309"/>
          <p:cNvGrpSpPr/>
          <p:nvPr/>
        </p:nvGrpSpPr>
        <p:grpSpPr>
          <a:xfrm>
            <a:off x="2084388" y="6550025"/>
            <a:ext cx="7059612" cy="49213"/>
            <a:chOff x="2083888" y="6550671"/>
            <a:chExt cx="7060112" cy="48665"/>
          </a:xfrm>
        </p:grpSpPr>
        <p:sp>
          <p:nvSpPr>
            <p:cNvPr id="1822" name="Google Shape;1822;p309"/>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823" name="Google Shape;1823;p309"/>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824" name="Google Shape;1824;p309"/>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Tahoma"/>
                <a:buNone/>
              </a:pPr>
              <a:r>
                <a:t/>
              </a:r>
              <a:endParaRPr b="0" i="0" sz="1800" u="none" cap="none" strike="noStrike">
                <a:solidFill>
                  <a:srgbClr val="FFFFFF"/>
                </a:solidFill>
                <a:latin typeface="Calibri"/>
                <a:ea typeface="Calibri"/>
                <a:cs typeface="Calibri"/>
                <a:sym typeface="Calibri"/>
              </a:endParaRPr>
            </a:p>
          </p:txBody>
        </p:sp>
      </p:grpSp>
      <p:pic>
        <p:nvPicPr>
          <p:cNvPr descr="Picture 7.png" id="1825" name="Google Shape;1825;p309"/>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1826" name="Google Shape;1826;p309"/>
          <p:cNvGrpSpPr/>
          <p:nvPr/>
        </p:nvGrpSpPr>
        <p:grpSpPr>
          <a:xfrm>
            <a:off x="2133600" y="6553200"/>
            <a:ext cx="7010400" cy="46038"/>
            <a:chOff x="1905000" y="6553200"/>
            <a:chExt cx="7010400" cy="45719"/>
          </a:xfrm>
        </p:grpSpPr>
        <p:sp>
          <p:nvSpPr>
            <p:cNvPr id="1827" name="Google Shape;1827;p309"/>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828" name="Google Shape;1828;p309"/>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829" name="Google Shape;1829;p309"/>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Tahoma"/>
                <a:buNone/>
              </a:pPr>
              <a:r>
                <a:t/>
              </a:r>
              <a:endParaRPr b="0" i="0" sz="1800" u="none" cap="none" strike="noStrike">
                <a:solidFill>
                  <a:srgbClr val="FFFFFF"/>
                </a:solidFill>
                <a:latin typeface="Calibri"/>
                <a:ea typeface="Calibri"/>
                <a:cs typeface="Calibri"/>
                <a:sym typeface="Calibri"/>
              </a:endParaRPr>
            </a:p>
          </p:txBody>
        </p:sp>
      </p:grpSp>
      <p:grpSp>
        <p:nvGrpSpPr>
          <p:cNvPr id="1830" name="Google Shape;1830;p309"/>
          <p:cNvGrpSpPr/>
          <p:nvPr/>
        </p:nvGrpSpPr>
        <p:grpSpPr>
          <a:xfrm>
            <a:off x="0" y="1295400"/>
            <a:ext cx="7010400" cy="46038"/>
            <a:chOff x="1905000" y="6553200"/>
            <a:chExt cx="7010400" cy="45719"/>
          </a:xfrm>
        </p:grpSpPr>
        <p:sp>
          <p:nvSpPr>
            <p:cNvPr id="1831" name="Google Shape;1831;p309"/>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832" name="Google Shape;1832;p309"/>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833" name="Google Shape;1833;p309"/>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Tahoma"/>
                <a:buNone/>
              </a:pPr>
              <a:r>
                <a:t/>
              </a:r>
              <a:endParaRPr b="0" i="0" sz="1800" u="none" cap="none" strike="noStrike">
                <a:solidFill>
                  <a:srgbClr val="FFFFFF"/>
                </a:solidFill>
                <a:latin typeface="Calibri"/>
                <a:ea typeface="Calibri"/>
                <a:cs typeface="Calibri"/>
                <a:sym typeface="Calibri"/>
              </a:endParaRPr>
            </a:p>
          </p:txBody>
        </p:sp>
      </p:grpSp>
      <p:sp>
        <p:nvSpPr>
          <p:cNvPr id="1834" name="Google Shape;1834;p309"/>
          <p:cNvSpPr txBox="1"/>
          <p:nvPr>
            <p:ph idx="1" type="body"/>
          </p:nvPr>
        </p:nvSpPr>
        <p:spPr>
          <a:xfrm>
            <a:off x="304800" y="1493837"/>
            <a:ext cx="8229600" cy="4525963"/>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indent="-330200" lvl="1" marL="914400" marR="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35" name="Google Shape;1835;p309"/>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842" name="Shape 1842"/>
        <p:cNvGrpSpPr/>
        <p:nvPr/>
      </p:nvGrpSpPr>
      <p:grpSpPr>
        <a:xfrm>
          <a:off x="0" y="0"/>
          <a:ext cx="0" cy="0"/>
          <a:chOff x="0" y="0"/>
          <a:chExt cx="0" cy="0"/>
        </a:xfrm>
      </p:grpSpPr>
      <p:sp>
        <p:nvSpPr>
          <p:cNvPr id="1843" name="Google Shape;1843;p121"/>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1844" name="Google Shape;1844;p121"/>
          <p:cNvGrpSpPr/>
          <p:nvPr/>
        </p:nvGrpSpPr>
        <p:grpSpPr>
          <a:xfrm>
            <a:off x="2084388" y="6550025"/>
            <a:ext cx="7059612" cy="49213"/>
            <a:chOff x="2083888" y="6550671"/>
            <a:chExt cx="7060112" cy="48665"/>
          </a:xfrm>
        </p:grpSpPr>
        <p:sp>
          <p:nvSpPr>
            <p:cNvPr id="1845" name="Google Shape;1845;p121"/>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846" name="Google Shape;1846;p121"/>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847" name="Google Shape;1847;p121"/>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grpSp>
      <p:pic>
        <p:nvPicPr>
          <p:cNvPr descr="Picture 7.png" id="1848" name="Google Shape;1848;p121"/>
          <p:cNvPicPr preferRelativeResize="0"/>
          <p:nvPr/>
        </p:nvPicPr>
        <p:blipFill rotWithShape="1">
          <a:blip r:embed="rId2">
            <a:alphaModFix/>
          </a:blip>
          <a:srcRect b="5333" l="1923" r="0" t="0"/>
          <a:stretch/>
        </p:blipFill>
        <p:spPr>
          <a:xfrm>
            <a:off x="6629400" y="0"/>
            <a:ext cx="2193925" cy="692150"/>
          </a:xfrm>
          <a:prstGeom prst="rect">
            <a:avLst/>
          </a:prstGeom>
          <a:noFill/>
          <a:ln>
            <a:noFill/>
          </a:ln>
        </p:spPr>
      </p:pic>
      <p:grpSp>
        <p:nvGrpSpPr>
          <p:cNvPr id="1849" name="Google Shape;1849;p121"/>
          <p:cNvGrpSpPr/>
          <p:nvPr/>
        </p:nvGrpSpPr>
        <p:grpSpPr>
          <a:xfrm>
            <a:off x="2133600" y="6553200"/>
            <a:ext cx="7010400" cy="46038"/>
            <a:chOff x="1905000" y="6553200"/>
            <a:chExt cx="7010400" cy="45719"/>
          </a:xfrm>
        </p:grpSpPr>
        <p:sp>
          <p:nvSpPr>
            <p:cNvPr id="1850" name="Google Shape;1850;p121"/>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851" name="Google Shape;1851;p121"/>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852" name="Google Shape;1852;p121"/>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grpSp>
      <p:grpSp>
        <p:nvGrpSpPr>
          <p:cNvPr id="1853" name="Google Shape;1853;p121"/>
          <p:cNvGrpSpPr/>
          <p:nvPr/>
        </p:nvGrpSpPr>
        <p:grpSpPr>
          <a:xfrm>
            <a:off x="0" y="1295400"/>
            <a:ext cx="7010400" cy="46038"/>
            <a:chOff x="1905000" y="6553200"/>
            <a:chExt cx="7010400" cy="45719"/>
          </a:xfrm>
        </p:grpSpPr>
        <p:sp>
          <p:nvSpPr>
            <p:cNvPr id="1854" name="Google Shape;1854;p121"/>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855" name="Google Shape;1855;p121"/>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856" name="Google Shape;1856;p121"/>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grpSp>
      <p:sp>
        <p:nvSpPr>
          <p:cNvPr id="1857" name="Google Shape;1857;p121"/>
          <p:cNvSpPr txBox="1"/>
          <p:nvPr>
            <p:ph idx="1" type="body"/>
          </p:nvPr>
        </p:nvSpPr>
        <p:spPr>
          <a:xfrm>
            <a:off x="304800" y="1600200"/>
            <a:ext cx="8229600" cy="4525963"/>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indent="-330200" lvl="1" marL="914400" marR="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58" name="Google Shape;1858;p121"/>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p:cSld name="1_Blank">
    <p:spTree>
      <p:nvGrpSpPr>
        <p:cNvPr id="1859" name="Shape 1859"/>
        <p:cNvGrpSpPr/>
        <p:nvPr/>
      </p:nvGrpSpPr>
      <p:grpSpPr>
        <a:xfrm>
          <a:off x="0" y="0"/>
          <a:ext cx="0" cy="0"/>
          <a:chOff x="0" y="0"/>
          <a:chExt cx="0" cy="0"/>
        </a:xfrm>
      </p:grpSpPr>
      <p:grpSp>
        <p:nvGrpSpPr>
          <p:cNvPr id="1860" name="Google Shape;1860;p120"/>
          <p:cNvGrpSpPr/>
          <p:nvPr/>
        </p:nvGrpSpPr>
        <p:grpSpPr>
          <a:xfrm>
            <a:off x="0" y="1295400"/>
            <a:ext cx="7010400" cy="46038"/>
            <a:chOff x="1905000" y="6553200"/>
            <a:chExt cx="7010400" cy="45719"/>
          </a:xfrm>
        </p:grpSpPr>
        <p:sp>
          <p:nvSpPr>
            <p:cNvPr id="1861" name="Google Shape;1861;p120"/>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Arial"/>
                <a:ea typeface="Arial"/>
                <a:cs typeface="Arial"/>
                <a:sym typeface="Arial"/>
              </a:endParaRPr>
            </a:p>
          </p:txBody>
        </p:sp>
        <p:sp>
          <p:nvSpPr>
            <p:cNvPr id="1862" name="Google Shape;1862;p120"/>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Arial"/>
                <a:ea typeface="Arial"/>
                <a:cs typeface="Arial"/>
                <a:sym typeface="Arial"/>
              </a:endParaRPr>
            </a:p>
          </p:txBody>
        </p:sp>
        <p:sp>
          <p:nvSpPr>
            <p:cNvPr id="1863" name="Google Shape;1863;p120"/>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Arial"/>
                <a:ea typeface="Arial"/>
                <a:cs typeface="Arial"/>
                <a:sym typeface="Arial"/>
              </a:endParaRPr>
            </a:p>
          </p:txBody>
        </p:sp>
      </p:grpSp>
      <p:grpSp>
        <p:nvGrpSpPr>
          <p:cNvPr id="1864" name="Google Shape;1864;p120"/>
          <p:cNvGrpSpPr/>
          <p:nvPr/>
        </p:nvGrpSpPr>
        <p:grpSpPr>
          <a:xfrm>
            <a:off x="2133600" y="6553200"/>
            <a:ext cx="7010400" cy="46038"/>
            <a:chOff x="1905000" y="6553200"/>
            <a:chExt cx="7010400" cy="45719"/>
          </a:xfrm>
        </p:grpSpPr>
        <p:sp>
          <p:nvSpPr>
            <p:cNvPr id="1865" name="Google Shape;1865;p120"/>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Arial"/>
                <a:ea typeface="Arial"/>
                <a:cs typeface="Arial"/>
                <a:sym typeface="Arial"/>
              </a:endParaRPr>
            </a:p>
          </p:txBody>
        </p:sp>
        <p:sp>
          <p:nvSpPr>
            <p:cNvPr id="1866" name="Google Shape;1866;p120"/>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Arial"/>
                <a:ea typeface="Arial"/>
                <a:cs typeface="Arial"/>
                <a:sym typeface="Arial"/>
              </a:endParaRPr>
            </a:p>
          </p:txBody>
        </p:sp>
        <p:sp>
          <p:nvSpPr>
            <p:cNvPr id="1867" name="Google Shape;1867;p120"/>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Arial"/>
                <a:ea typeface="Arial"/>
                <a:cs typeface="Arial"/>
                <a:sym typeface="Arial"/>
              </a:endParaRPr>
            </a:p>
          </p:txBody>
        </p:sp>
      </p:grpSp>
      <p:pic>
        <p:nvPicPr>
          <p:cNvPr descr="Picture 7.png" id="1868" name="Google Shape;1868;p120"/>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sp>
        <p:nvSpPr>
          <p:cNvPr id="1869" name="Google Shape;1869;p120"/>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Deemed to be University under Section 3 of UGC Act, 1956</a:t>
            </a:r>
            <a:endParaRPr b="0" i="0" sz="1400" u="none" cap="none" strike="noStrike">
              <a:solidFill>
                <a:srgbClr val="000000"/>
              </a:solidFill>
              <a:latin typeface="Arial"/>
              <a:ea typeface="Arial"/>
              <a:cs typeface="Arial"/>
              <a:sym typeface="Arial"/>
            </a:endParaRPr>
          </a:p>
        </p:txBody>
      </p:sp>
      <p:sp>
        <p:nvSpPr>
          <p:cNvPr id="1870" name="Google Shape;1870;p120"/>
          <p:cNvSpPr txBox="1"/>
          <p:nvPr>
            <p:ph idx="1"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3200"/>
              <a:buNone/>
              <a:defRPr b="1" sz="3600">
                <a:latin typeface="Arial"/>
                <a:ea typeface="Arial"/>
                <a:cs typeface="Arial"/>
                <a:sym typeface="Arial"/>
              </a:defRPr>
            </a:lvl1pPr>
            <a:lvl2pPr indent="-406400" lvl="1" marL="914400" algn="l">
              <a:lnSpc>
                <a:spcPct val="100000"/>
              </a:lnSpc>
              <a:spcBef>
                <a:spcPts val="560"/>
              </a:spcBef>
              <a:spcAft>
                <a:spcPts val="0"/>
              </a:spcAft>
              <a:buSzPts val="2800"/>
              <a:buChar char="–"/>
              <a:defRPr/>
            </a:lvl2pPr>
            <a:lvl3pPr indent="-381000" lvl="2" marL="1371600" algn="l">
              <a:lnSpc>
                <a:spcPct val="100000"/>
              </a:lnSpc>
              <a:spcBef>
                <a:spcPts val="480"/>
              </a:spcBef>
              <a:spcAft>
                <a:spcPts val="0"/>
              </a:spcAft>
              <a:buSzPts val="2400"/>
              <a:buChar char="•"/>
              <a:defRPr/>
            </a:lvl3pPr>
            <a:lvl4pPr indent="-355600" lvl="3" marL="1828800" algn="l">
              <a:lnSpc>
                <a:spcPct val="100000"/>
              </a:lnSpc>
              <a:spcBef>
                <a:spcPts val="400"/>
              </a:spcBef>
              <a:spcAft>
                <a:spcPts val="0"/>
              </a:spcAft>
              <a:buSzPts val="2000"/>
              <a:buChar char="–"/>
              <a:defRPr/>
            </a:lvl4pPr>
            <a:lvl5pPr indent="-355600" lvl="4" marL="2286000" algn="l">
              <a:lnSpc>
                <a:spcPct val="100000"/>
              </a:lnSpc>
              <a:spcBef>
                <a:spcPts val="400"/>
              </a:spcBef>
              <a:spcAft>
                <a:spcPts val="0"/>
              </a:spcAft>
              <a:buSzPts val="2000"/>
              <a:buChar char="»"/>
              <a:defRPr/>
            </a:lvl5pPr>
            <a:lvl6pPr indent="-355600" lvl="5" marL="2743200" algn="l">
              <a:lnSpc>
                <a:spcPct val="100000"/>
              </a:lnSpc>
              <a:spcBef>
                <a:spcPts val="400"/>
              </a:spcBef>
              <a:spcAft>
                <a:spcPts val="0"/>
              </a:spcAft>
              <a:buSzPts val="2000"/>
              <a:buChar char="•"/>
              <a:defRPr/>
            </a:lvl6pPr>
            <a:lvl7pPr indent="-355600" lvl="6" marL="3200400" algn="l">
              <a:lnSpc>
                <a:spcPct val="100000"/>
              </a:lnSpc>
              <a:spcBef>
                <a:spcPts val="400"/>
              </a:spcBef>
              <a:spcAft>
                <a:spcPts val="0"/>
              </a:spcAft>
              <a:buSzPts val="2000"/>
              <a:buChar char="•"/>
              <a:defRPr/>
            </a:lvl7pPr>
            <a:lvl8pPr indent="-355600" lvl="7" marL="3657600" algn="l">
              <a:lnSpc>
                <a:spcPct val="100000"/>
              </a:lnSpc>
              <a:spcBef>
                <a:spcPts val="400"/>
              </a:spcBef>
              <a:spcAft>
                <a:spcPts val="0"/>
              </a:spcAft>
              <a:buSzPts val="2000"/>
              <a:buChar char="•"/>
              <a:defRPr/>
            </a:lvl8pPr>
            <a:lvl9pPr indent="-355600" lvl="8" marL="4114800" algn="l">
              <a:lnSpc>
                <a:spcPct val="100000"/>
              </a:lnSpc>
              <a:spcBef>
                <a:spcPts val="400"/>
              </a:spcBef>
              <a:spcAft>
                <a:spcPts val="0"/>
              </a:spcAft>
              <a:buSzPts val="2000"/>
              <a:buChar char="•"/>
              <a:defRPr/>
            </a:lvl9pPr>
          </a:lstStyle>
          <a:p/>
        </p:txBody>
      </p:sp>
    </p:spTree>
  </p:cSld>
  <p:clrMapOvr>
    <a:masterClrMapping/>
  </p:clrMapOvr>
</p:sldLayout>
</file>

<file path=ppt/slideLayouts/slideLayout1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blipFill>
          <a:blip r:embed="rId2">
            <a:alphaModFix/>
          </a:blip>
          <a:stretch>
            <a:fillRect/>
          </a:stretch>
        </a:blipFill>
      </p:bgPr>
    </p:bg>
    <p:spTree>
      <p:nvGrpSpPr>
        <p:cNvPr id="1871" name="Shape 1871"/>
        <p:cNvGrpSpPr/>
        <p:nvPr/>
      </p:nvGrpSpPr>
      <p:grpSpPr>
        <a:xfrm>
          <a:off x="0" y="0"/>
          <a:ext cx="0" cy="0"/>
          <a:chOff x="0" y="0"/>
          <a:chExt cx="0" cy="0"/>
        </a:xfrm>
      </p:grpSpPr>
      <p:sp>
        <p:nvSpPr>
          <p:cNvPr id="1872" name="Google Shape;1872;p310"/>
          <p:cNvSpPr/>
          <p:nvPr/>
        </p:nvSpPr>
        <p:spPr>
          <a:xfrm>
            <a:off x="0" y="3352800"/>
            <a:ext cx="8686800" cy="2743200"/>
          </a:xfrm>
          <a:prstGeom prst="rect">
            <a:avLst/>
          </a:prstGeom>
          <a:solidFill>
            <a:srgbClr val="10114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873" name="Google Shape;1873;p310"/>
          <p:cNvSpPr/>
          <p:nvPr/>
        </p:nvSpPr>
        <p:spPr>
          <a:xfrm>
            <a:off x="2895600" y="6096000"/>
            <a:ext cx="2895600" cy="76200"/>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874" name="Google Shape;1874;p310"/>
          <p:cNvSpPr/>
          <p:nvPr/>
        </p:nvSpPr>
        <p:spPr>
          <a:xfrm>
            <a:off x="0" y="6096000"/>
            <a:ext cx="2895600" cy="76200"/>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875" name="Google Shape;1875;p310"/>
          <p:cNvSpPr/>
          <p:nvPr/>
        </p:nvSpPr>
        <p:spPr>
          <a:xfrm>
            <a:off x="5791200" y="6096000"/>
            <a:ext cx="2895600" cy="7620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pic>
        <p:nvPicPr>
          <p:cNvPr descr="BITS_university_logo_whitevert.png" id="1876" name="Google Shape;1876;p310"/>
          <p:cNvPicPr preferRelativeResize="0"/>
          <p:nvPr/>
        </p:nvPicPr>
        <p:blipFill rotWithShape="1">
          <a:blip r:embed="rId3">
            <a:alphaModFix/>
          </a:blip>
          <a:srcRect b="28592" l="0" r="0" t="2"/>
          <a:stretch/>
        </p:blipFill>
        <p:spPr>
          <a:xfrm>
            <a:off x="76200" y="3352800"/>
            <a:ext cx="2057400" cy="1979613"/>
          </a:xfrm>
          <a:prstGeom prst="rect">
            <a:avLst/>
          </a:prstGeom>
          <a:noFill/>
          <a:ln>
            <a:noFill/>
          </a:ln>
        </p:spPr>
      </p:pic>
      <p:sp>
        <p:nvSpPr>
          <p:cNvPr id="1877" name="Google Shape;1877;p310"/>
          <p:cNvSpPr txBox="1"/>
          <p:nvPr/>
        </p:nvSpPr>
        <p:spPr>
          <a:xfrm>
            <a:off x="-76200" y="5257800"/>
            <a:ext cx="2209800" cy="5540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900"/>
              <a:buFont typeface="Arial"/>
              <a:buNone/>
            </a:pPr>
            <a:r>
              <a:rPr b="1" i="0" lang="en-US" sz="2900" u="none" cap="none" strike="noStrike">
                <a:solidFill>
                  <a:srgbClr val="FFFFFF"/>
                </a:solidFill>
                <a:latin typeface="Arial"/>
                <a:ea typeface="Arial"/>
                <a:cs typeface="Arial"/>
                <a:sym typeface="Arial"/>
              </a:rPr>
              <a:t>BITS</a:t>
            </a:r>
            <a:r>
              <a:rPr b="0" i="0" lang="en-US" sz="2900" u="none" cap="none" strike="noStrike">
                <a:solidFill>
                  <a:srgbClr val="FFFFFF"/>
                </a:solidFill>
                <a:latin typeface="Arial"/>
                <a:ea typeface="Arial"/>
                <a:cs typeface="Arial"/>
                <a:sym typeface="Arial"/>
              </a:rPr>
              <a:t> Pilani</a:t>
            </a:r>
            <a:endParaRPr b="0" i="0" sz="1400" u="none" cap="none" strike="noStrike">
              <a:solidFill>
                <a:srgbClr val="000000"/>
              </a:solidFill>
              <a:latin typeface="Arial"/>
              <a:ea typeface="Arial"/>
              <a:cs typeface="Arial"/>
              <a:sym typeface="Arial"/>
            </a:endParaRPr>
          </a:p>
        </p:txBody>
      </p:sp>
      <p:sp>
        <p:nvSpPr>
          <p:cNvPr id="1878" name="Google Shape;1878;p310"/>
          <p:cNvSpPr txBox="1"/>
          <p:nvPr/>
        </p:nvSpPr>
        <p:spPr>
          <a:xfrm>
            <a:off x="152400" y="5667375"/>
            <a:ext cx="1905000"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Pilani Campus</a:t>
            </a:r>
            <a:endParaRPr b="0" i="0" sz="1400" u="none" cap="none" strike="noStrike">
              <a:solidFill>
                <a:srgbClr val="000000"/>
              </a:solidFill>
              <a:latin typeface="Arial"/>
              <a:ea typeface="Arial"/>
              <a:cs typeface="Arial"/>
              <a:sym typeface="Arial"/>
            </a:endParaRPr>
          </a:p>
        </p:txBody>
      </p:sp>
      <p:sp>
        <p:nvSpPr>
          <p:cNvPr id="1879" name="Google Shape;1879;p310"/>
          <p:cNvSpPr txBox="1"/>
          <p:nvPr>
            <p:ph type="title"/>
          </p:nvPr>
        </p:nvSpPr>
        <p:spPr>
          <a:xfrm>
            <a:off x="2514600" y="3810000"/>
            <a:ext cx="6019800" cy="1524000"/>
          </a:xfrm>
          <a:prstGeom prst="rect">
            <a:avLst/>
          </a:prstGeom>
          <a:noFill/>
          <a:ln>
            <a:noFill/>
          </a:ln>
        </p:spPr>
        <p:txBody>
          <a:bodyPr anchorCtr="0" anchor="ctr" bIns="45700" lIns="91425" spcFirstLastPara="1" rIns="91425" wrap="square" tIns="45700">
            <a:noAutofit/>
          </a:bodyPr>
          <a:lstStyle>
            <a:lvl1pPr lvl="0" algn="ctr">
              <a:lnSpc>
                <a:spcPct val="90909"/>
              </a:lnSpc>
              <a:spcBef>
                <a:spcPts val="0"/>
              </a:spcBef>
              <a:spcAft>
                <a:spcPts val="0"/>
              </a:spcAft>
              <a:buSzPts val="1400"/>
              <a:buNone/>
              <a:defRPr sz="4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bg>
      <p:bgPr>
        <a:blipFill>
          <a:blip r:embed="rId2">
            <a:alphaModFix/>
          </a:blip>
          <a:stretch>
            <a:fillRect/>
          </a:stretch>
        </a:blipFill>
      </p:bgPr>
    </p:bg>
    <p:spTree>
      <p:nvGrpSpPr>
        <p:cNvPr id="1880" name="Shape 1880"/>
        <p:cNvGrpSpPr/>
        <p:nvPr/>
      </p:nvGrpSpPr>
      <p:grpSpPr>
        <a:xfrm>
          <a:off x="0" y="0"/>
          <a:ext cx="0" cy="0"/>
          <a:chOff x="0" y="0"/>
          <a:chExt cx="0" cy="0"/>
        </a:xfrm>
      </p:grpSpPr>
      <p:sp>
        <p:nvSpPr>
          <p:cNvPr id="1881" name="Google Shape;1881;p311"/>
          <p:cNvSpPr/>
          <p:nvPr/>
        </p:nvSpPr>
        <p:spPr>
          <a:xfrm>
            <a:off x="0" y="3352800"/>
            <a:ext cx="8686800" cy="2743200"/>
          </a:xfrm>
          <a:prstGeom prst="rect">
            <a:avLst/>
          </a:prstGeom>
          <a:solidFill>
            <a:srgbClr val="10114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882" name="Google Shape;1882;p311"/>
          <p:cNvSpPr/>
          <p:nvPr/>
        </p:nvSpPr>
        <p:spPr>
          <a:xfrm>
            <a:off x="2895600" y="6096000"/>
            <a:ext cx="2895600" cy="76200"/>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883" name="Google Shape;1883;p311"/>
          <p:cNvSpPr/>
          <p:nvPr/>
        </p:nvSpPr>
        <p:spPr>
          <a:xfrm>
            <a:off x="0" y="6096000"/>
            <a:ext cx="2895600" cy="76200"/>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884" name="Google Shape;1884;p311"/>
          <p:cNvSpPr/>
          <p:nvPr/>
        </p:nvSpPr>
        <p:spPr>
          <a:xfrm>
            <a:off x="5791200" y="6096000"/>
            <a:ext cx="2895600" cy="7620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pic>
        <p:nvPicPr>
          <p:cNvPr descr="BITS_university_logo_whitevert.png" id="1885" name="Google Shape;1885;p311"/>
          <p:cNvPicPr preferRelativeResize="0"/>
          <p:nvPr/>
        </p:nvPicPr>
        <p:blipFill rotWithShape="1">
          <a:blip r:embed="rId3">
            <a:alphaModFix/>
          </a:blip>
          <a:srcRect b="28592" l="0" r="0" t="2"/>
          <a:stretch/>
        </p:blipFill>
        <p:spPr>
          <a:xfrm>
            <a:off x="76200" y="3352800"/>
            <a:ext cx="2057400" cy="1979613"/>
          </a:xfrm>
          <a:prstGeom prst="rect">
            <a:avLst/>
          </a:prstGeom>
          <a:noFill/>
          <a:ln>
            <a:noFill/>
          </a:ln>
        </p:spPr>
      </p:pic>
      <p:sp>
        <p:nvSpPr>
          <p:cNvPr id="1886" name="Google Shape;1886;p311"/>
          <p:cNvSpPr txBox="1"/>
          <p:nvPr/>
        </p:nvSpPr>
        <p:spPr>
          <a:xfrm>
            <a:off x="-76200" y="5257800"/>
            <a:ext cx="2209800" cy="5540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900"/>
              <a:buFont typeface="Arial"/>
              <a:buNone/>
            </a:pPr>
            <a:r>
              <a:rPr b="1" i="0" lang="en-US" sz="2900" u="none" cap="none" strike="noStrike">
                <a:solidFill>
                  <a:srgbClr val="FFFFFF"/>
                </a:solidFill>
                <a:latin typeface="Arial"/>
                <a:ea typeface="Arial"/>
                <a:cs typeface="Arial"/>
                <a:sym typeface="Arial"/>
              </a:rPr>
              <a:t>BITS</a:t>
            </a:r>
            <a:r>
              <a:rPr b="0" i="0" lang="en-US" sz="2900" u="none" cap="none" strike="noStrike">
                <a:solidFill>
                  <a:srgbClr val="FFFFFF"/>
                </a:solidFill>
                <a:latin typeface="Arial"/>
                <a:ea typeface="Arial"/>
                <a:cs typeface="Arial"/>
                <a:sym typeface="Arial"/>
              </a:rPr>
              <a:t> Pilani</a:t>
            </a:r>
            <a:endParaRPr b="0" i="0" sz="1400" u="none" cap="none" strike="noStrike">
              <a:solidFill>
                <a:srgbClr val="000000"/>
              </a:solidFill>
              <a:latin typeface="Arial"/>
              <a:ea typeface="Arial"/>
              <a:cs typeface="Arial"/>
              <a:sym typeface="Arial"/>
            </a:endParaRPr>
          </a:p>
        </p:txBody>
      </p:sp>
      <p:sp>
        <p:nvSpPr>
          <p:cNvPr id="1887" name="Google Shape;1887;p311"/>
          <p:cNvSpPr txBox="1"/>
          <p:nvPr/>
        </p:nvSpPr>
        <p:spPr>
          <a:xfrm>
            <a:off x="152400" y="5667375"/>
            <a:ext cx="1905000"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Pilani Campus</a:t>
            </a:r>
            <a:endParaRPr b="0" i="0" sz="1400" u="none" cap="none" strike="noStrike">
              <a:solidFill>
                <a:srgbClr val="000000"/>
              </a:solidFill>
              <a:latin typeface="Arial"/>
              <a:ea typeface="Arial"/>
              <a:cs typeface="Arial"/>
              <a:sym typeface="Arial"/>
            </a:endParaRPr>
          </a:p>
        </p:txBody>
      </p:sp>
      <p:sp>
        <p:nvSpPr>
          <p:cNvPr id="1888" name="Google Shape;1888;p311"/>
          <p:cNvSpPr txBox="1"/>
          <p:nvPr>
            <p:ph idx="1" type="body"/>
          </p:nvPr>
        </p:nvSpPr>
        <p:spPr>
          <a:xfrm>
            <a:off x="2514600" y="5410200"/>
            <a:ext cx="6019800" cy="533400"/>
          </a:xfrm>
          <a:prstGeom prst="rect">
            <a:avLst/>
          </a:prstGeom>
          <a:noFill/>
          <a:ln>
            <a:noFill/>
          </a:ln>
        </p:spPr>
        <p:txBody>
          <a:bodyPr anchorCtr="0" anchor="b" bIns="45700" lIns="91425" spcFirstLastPara="1" rIns="91425" wrap="square" tIns="45700">
            <a:noAutofit/>
          </a:bodyPr>
          <a:lstStyle>
            <a:lvl1pPr indent="-228600" lvl="0" marL="457200" algn="r">
              <a:lnSpc>
                <a:spcPct val="100000"/>
              </a:lnSpc>
              <a:spcBef>
                <a:spcPts val="0"/>
              </a:spcBef>
              <a:spcAft>
                <a:spcPts val="0"/>
              </a:spcAft>
              <a:buClr>
                <a:schemeClr val="lt1"/>
              </a:buClr>
              <a:buSzPts val="1800"/>
              <a:buNone/>
              <a:defRPr sz="1800">
                <a:solidFill>
                  <a:schemeClr val="lt1"/>
                </a:solidFil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89" name="Google Shape;1889;p311"/>
          <p:cNvSpPr txBox="1"/>
          <p:nvPr>
            <p:ph type="title"/>
          </p:nvPr>
        </p:nvSpPr>
        <p:spPr>
          <a:xfrm>
            <a:off x="2514600" y="3810000"/>
            <a:ext cx="6019800" cy="1524000"/>
          </a:xfrm>
          <a:prstGeom prst="rect">
            <a:avLst/>
          </a:prstGeom>
          <a:noFill/>
          <a:ln>
            <a:noFill/>
          </a:ln>
        </p:spPr>
        <p:txBody>
          <a:bodyPr anchorCtr="0" anchor="ctr" bIns="45700" lIns="91425" spcFirstLastPara="1" rIns="91425" wrap="square" tIns="45700">
            <a:noAutofit/>
          </a:bodyPr>
          <a:lstStyle>
            <a:lvl1pPr lvl="0" algn="l">
              <a:lnSpc>
                <a:spcPct val="90909"/>
              </a:lnSpc>
              <a:spcBef>
                <a:spcPts val="0"/>
              </a:spcBef>
              <a:spcAft>
                <a:spcPts val="0"/>
              </a:spcAft>
              <a:buSzPts val="1400"/>
              <a:buNone/>
              <a:defRPr sz="4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1890" name="Shape 1890"/>
        <p:cNvGrpSpPr/>
        <p:nvPr/>
      </p:nvGrpSpPr>
      <p:grpSpPr>
        <a:xfrm>
          <a:off x="0" y="0"/>
          <a:ext cx="0" cy="0"/>
          <a:chOff x="0" y="0"/>
          <a:chExt cx="0" cy="0"/>
        </a:xfrm>
      </p:grpSpPr>
      <p:pic>
        <p:nvPicPr>
          <p:cNvPr descr="\\Server\D\jyoti\FI023_BITS_v1\styleguide img\IMG_5627_b.jpg" id="1891" name="Google Shape;1891;p312"/>
          <p:cNvPicPr preferRelativeResize="0"/>
          <p:nvPr/>
        </p:nvPicPr>
        <p:blipFill rotWithShape="1">
          <a:blip r:embed="rId2">
            <a:alphaModFix/>
          </a:blip>
          <a:srcRect b="0" l="0" r="0" t="0"/>
          <a:stretch/>
        </p:blipFill>
        <p:spPr>
          <a:xfrm>
            <a:off x="0" y="0"/>
            <a:ext cx="9144000" cy="6858000"/>
          </a:xfrm>
          <a:prstGeom prst="rect">
            <a:avLst/>
          </a:prstGeom>
          <a:noFill/>
          <a:ln>
            <a:noFill/>
          </a:ln>
        </p:spPr>
      </p:pic>
      <p:sp>
        <p:nvSpPr>
          <p:cNvPr id="1892" name="Google Shape;1892;p312"/>
          <p:cNvSpPr/>
          <p:nvPr/>
        </p:nvSpPr>
        <p:spPr>
          <a:xfrm>
            <a:off x="0" y="4281488"/>
            <a:ext cx="9144000" cy="2576512"/>
          </a:xfrm>
          <a:prstGeom prst="rect">
            <a:avLst/>
          </a:prstGeom>
          <a:solidFill>
            <a:schemeClr val="lt1"/>
          </a:solidFill>
          <a:ln cap="flat" cmpd="sng" w="9525">
            <a:solidFill>
              <a:srgbClr val="4A7DBA"/>
            </a:solidFill>
            <a:prstDash val="solid"/>
            <a:round/>
            <a:headEnd len="sm" w="sm" type="none"/>
            <a:tailEnd len="sm" w="sm" type="none"/>
          </a:ln>
          <a:effectLst>
            <a:outerShdw blurRad="40000" rotWithShape="0" dir="5400000" dist="23000">
              <a:srgbClr val="000000">
                <a:alpha val="3411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pic>
        <p:nvPicPr>
          <p:cNvPr descr="Picture 7.png" id="1893" name="Google Shape;1893;p312"/>
          <p:cNvPicPr preferRelativeResize="0"/>
          <p:nvPr/>
        </p:nvPicPr>
        <p:blipFill rotWithShape="1">
          <a:blip r:embed="rId3">
            <a:alphaModFix/>
          </a:blip>
          <a:srcRect b="5333" l="1923" r="0" t="0"/>
          <a:stretch/>
        </p:blipFill>
        <p:spPr>
          <a:xfrm>
            <a:off x="6629400" y="0"/>
            <a:ext cx="2193925" cy="692150"/>
          </a:xfrm>
          <a:prstGeom prst="rect">
            <a:avLst/>
          </a:prstGeom>
          <a:noFill/>
          <a:ln>
            <a:noFill/>
          </a:ln>
        </p:spPr>
      </p:pic>
      <p:sp>
        <p:nvSpPr>
          <p:cNvPr id="1894" name="Google Shape;1894;p312"/>
          <p:cNvSpPr/>
          <p:nvPr/>
        </p:nvSpPr>
        <p:spPr>
          <a:xfrm>
            <a:off x="2882900" y="6775450"/>
            <a:ext cx="2895600" cy="76200"/>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895" name="Google Shape;1895;p312"/>
          <p:cNvSpPr/>
          <p:nvPr/>
        </p:nvSpPr>
        <p:spPr>
          <a:xfrm>
            <a:off x="-12700" y="6775450"/>
            <a:ext cx="2895600" cy="76200"/>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896" name="Google Shape;1896;p312"/>
          <p:cNvSpPr/>
          <p:nvPr/>
        </p:nvSpPr>
        <p:spPr>
          <a:xfrm>
            <a:off x="5778500" y="6775450"/>
            <a:ext cx="2895600" cy="7620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897" name="Google Shape;1897;p312"/>
          <p:cNvSpPr txBox="1"/>
          <p:nvPr/>
        </p:nvSpPr>
        <p:spPr>
          <a:xfrm>
            <a:off x="6858000" y="762000"/>
            <a:ext cx="2209800" cy="5540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900"/>
              <a:buFont typeface="Arial"/>
              <a:buNone/>
            </a:pPr>
            <a:r>
              <a:rPr b="1" i="0" lang="en-US" sz="2900" u="none" cap="none" strike="noStrike">
                <a:solidFill>
                  <a:srgbClr val="FFFFFF"/>
                </a:solidFill>
                <a:latin typeface="Arial"/>
                <a:ea typeface="Arial"/>
                <a:cs typeface="Arial"/>
                <a:sym typeface="Arial"/>
              </a:rPr>
              <a:t>BITS</a:t>
            </a:r>
            <a:r>
              <a:rPr b="0" i="0" lang="en-US" sz="2900" u="none" cap="none" strike="noStrike">
                <a:solidFill>
                  <a:srgbClr val="FFFFFF"/>
                </a:solidFill>
                <a:latin typeface="Arial"/>
                <a:ea typeface="Arial"/>
                <a:cs typeface="Arial"/>
                <a:sym typeface="Arial"/>
              </a:rPr>
              <a:t> Pilani</a:t>
            </a:r>
            <a:endParaRPr b="0" i="0" sz="1400" u="none" cap="none" strike="noStrike">
              <a:solidFill>
                <a:srgbClr val="000000"/>
              </a:solidFill>
              <a:latin typeface="Arial"/>
              <a:ea typeface="Arial"/>
              <a:cs typeface="Arial"/>
              <a:sym typeface="Arial"/>
            </a:endParaRPr>
          </a:p>
        </p:txBody>
      </p:sp>
      <p:sp>
        <p:nvSpPr>
          <p:cNvPr id="1898" name="Google Shape;1898;p312"/>
          <p:cNvSpPr txBox="1"/>
          <p:nvPr/>
        </p:nvSpPr>
        <p:spPr>
          <a:xfrm>
            <a:off x="7086600" y="1171575"/>
            <a:ext cx="1905000"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Pilani Campus</a:t>
            </a:r>
            <a:endParaRPr b="0" i="0" sz="1400" u="none" cap="none" strike="noStrike">
              <a:solidFill>
                <a:srgbClr val="000000"/>
              </a:solidFill>
              <a:latin typeface="Arial"/>
              <a:ea typeface="Arial"/>
              <a:cs typeface="Arial"/>
              <a:sym typeface="Arial"/>
            </a:endParaRPr>
          </a:p>
        </p:txBody>
      </p:sp>
      <p:sp>
        <p:nvSpPr>
          <p:cNvPr id="1899" name="Google Shape;1899;p312"/>
          <p:cNvSpPr txBox="1"/>
          <p:nvPr>
            <p:ph idx="1" type="body"/>
          </p:nvPr>
        </p:nvSpPr>
        <p:spPr>
          <a:xfrm>
            <a:off x="304800" y="4648200"/>
            <a:ext cx="8458200" cy="1600200"/>
          </a:xfrm>
          <a:prstGeom prst="rect">
            <a:avLst/>
          </a:prstGeom>
          <a:noFill/>
          <a:ln>
            <a:noFill/>
          </a:ln>
        </p:spPr>
        <p:txBody>
          <a:bodyPr anchorCtr="0" anchor="t" bIns="45700" lIns="91425" spcFirstLastPara="1" rIns="91425" wrap="square" tIns="45700">
            <a:noAutofit/>
          </a:bodyPr>
          <a:lstStyle>
            <a:lvl1pPr indent="-228600" lvl="0" marL="457200" algn="l">
              <a:lnSpc>
                <a:spcPct val="104999"/>
              </a:lnSpc>
              <a:spcBef>
                <a:spcPts val="0"/>
              </a:spcBef>
              <a:spcAft>
                <a:spcPts val="0"/>
              </a:spcAft>
              <a:buClr>
                <a:schemeClr val="dk1"/>
              </a:buClr>
              <a:buSzPts val="4000"/>
              <a:buNone/>
              <a:defRPr b="1" sz="40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1900" name="Shape 1900"/>
        <p:cNvGrpSpPr/>
        <p:nvPr/>
      </p:nvGrpSpPr>
      <p:grpSpPr>
        <a:xfrm>
          <a:off x="0" y="0"/>
          <a:ext cx="0" cy="0"/>
          <a:chOff x="0" y="0"/>
          <a:chExt cx="0" cy="0"/>
        </a:xfrm>
      </p:grpSpPr>
      <p:pic>
        <p:nvPicPr>
          <p:cNvPr descr="Picture 7.png" id="1901" name="Google Shape;1901;p313"/>
          <p:cNvPicPr preferRelativeResize="0"/>
          <p:nvPr/>
        </p:nvPicPr>
        <p:blipFill rotWithShape="1">
          <a:blip r:embed="rId2">
            <a:alphaModFix/>
          </a:blip>
          <a:srcRect b="5333" l="1923" r="0" t="0"/>
          <a:stretch/>
        </p:blipFill>
        <p:spPr>
          <a:xfrm>
            <a:off x="6629400" y="0"/>
            <a:ext cx="2193925" cy="692150"/>
          </a:xfrm>
          <a:prstGeom prst="rect">
            <a:avLst/>
          </a:prstGeom>
          <a:noFill/>
          <a:ln>
            <a:noFill/>
          </a:ln>
        </p:spPr>
      </p:pic>
      <p:grpSp>
        <p:nvGrpSpPr>
          <p:cNvPr id="1902" name="Google Shape;1902;p313"/>
          <p:cNvGrpSpPr/>
          <p:nvPr/>
        </p:nvGrpSpPr>
        <p:grpSpPr>
          <a:xfrm>
            <a:off x="0" y="1295400"/>
            <a:ext cx="7010400" cy="46038"/>
            <a:chOff x="1905000" y="6553200"/>
            <a:chExt cx="7010400" cy="45719"/>
          </a:xfrm>
        </p:grpSpPr>
        <p:sp>
          <p:nvSpPr>
            <p:cNvPr id="1903" name="Google Shape;1903;p313"/>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904" name="Google Shape;1904;p313"/>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905" name="Google Shape;1905;p313"/>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grpSp>
      <p:grpSp>
        <p:nvGrpSpPr>
          <p:cNvPr id="1906" name="Google Shape;1906;p313"/>
          <p:cNvGrpSpPr/>
          <p:nvPr/>
        </p:nvGrpSpPr>
        <p:grpSpPr>
          <a:xfrm>
            <a:off x="2133600" y="6553200"/>
            <a:ext cx="7010400" cy="46038"/>
            <a:chOff x="1905000" y="6553200"/>
            <a:chExt cx="7010400" cy="45719"/>
          </a:xfrm>
        </p:grpSpPr>
        <p:sp>
          <p:nvSpPr>
            <p:cNvPr id="1907" name="Google Shape;1907;p313"/>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908" name="Google Shape;1908;p313"/>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909" name="Google Shape;1909;p313"/>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grpSp>
      <p:sp>
        <p:nvSpPr>
          <p:cNvPr id="1910" name="Google Shape;1910;p313"/>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sp>
        <p:nvSpPr>
          <p:cNvPr id="1911" name="Google Shape;1911;p31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560"/>
              </a:spcBef>
              <a:spcAft>
                <a:spcPts val="0"/>
              </a:spcAft>
              <a:buClr>
                <a:srgbClr val="101141"/>
              </a:buClr>
              <a:buSzPts val="2800"/>
              <a:buFont typeface="Arial"/>
              <a:buNone/>
              <a:defRPr sz="2800"/>
            </a:lvl1pPr>
            <a:lvl2pPr indent="-330200" lvl="1" marL="914400" marR="0" algn="l">
              <a:lnSpc>
                <a:spcPct val="100000"/>
              </a:lnSpc>
              <a:spcBef>
                <a:spcPts val="320"/>
              </a:spcBef>
              <a:spcAft>
                <a:spcPts val="0"/>
              </a:spcAft>
              <a:buClr>
                <a:schemeClr val="dk1"/>
              </a:buClr>
              <a:buSzPts val="1600"/>
              <a:buFont typeface="Arial"/>
              <a:buChar char="–"/>
              <a:defRPr sz="16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912" name="Google Shape;1912;p313"/>
          <p:cNvSpPr txBox="1"/>
          <p:nvPr>
            <p:ph idx="2" type="body"/>
          </p:nvPr>
        </p:nvSpPr>
        <p:spPr>
          <a:xfrm>
            <a:off x="4953000" y="1600200"/>
            <a:ext cx="4038600" cy="4525963"/>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560"/>
              </a:spcBef>
              <a:spcAft>
                <a:spcPts val="0"/>
              </a:spcAft>
              <a:buClr>
                <a:srgbClr val="101141"/>
              </a:buClr>
              <a:buSzPts val="2800"/>
              <a:buFont typeface="Arial"/>
              <a:buNone/>
              <a:defRPr sz="2800"/>
            </a:lvl1pPr>
            <a:lvl2pPr indent="-330200" lvl="1" marL="914400" marR="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913" name="Google Shape;1913;p313"/>
          <p:cNvSpPr txBox="1"/>
          <p:nvPr>
            <p:ph idx="3"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1914" name="Shape 1914"/>
        <p:cNvGrpSpPr/>
        <p:nvPr/>
      </p:nvGrpSpPr>
      <p:grpSpPr>
        <a:xfrm>
          <a:off x="0" y="0"/>
          <a:ext cx="0" cy="0"/>
          <a:chOff x="0" y="0"/>
          <a:chExt cx="0" cy="0"/>
        </a:xfrm>
      </p:grpSpPr>
      <p:grpSp>
        <p:nvGrpSpPr>
          <p:cNvPr id="1915" name="Google Shape;1915;p314"/>
          <p:cNvGrpSpPr/>
          <p:nvPr/>
        </p:nvGrpSpPr>
        <p:grpSpPr>
          <a:xfrm>
            <a:off x="0" y="1295400"/>
            <a:ext cx="7010400" cy="46038"/>
            <a:chOff x="1905000" y="6553200"/>
            <a:chExt cx="7010400" cy="45719"/>
          </a:xfrm>
        </p:grpSpPr>
        <p:sp>
          <p:nvSpPr>
            <p:cNvPr id="1916" name="Google Shape;1916;p314"/>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917" name="Google Shape;1917;p314"/>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918" name="Google Shape;1918;p314"/>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grpSp>
      <p:grpSp>
        <p:nvGrpSpPr>
          <p:cNvPr id="1919" name="Google Shape;1919;p314"/>
          <p:cNvGrpSpPr/>
          <p:nvPr/>
        </p:nvGrpSpPr>
        <p:grpSpPr>
          <a:xfrm>
            <a:off x="2133600" y="6553200"/>
            <a:ext cx="7010400" cy="46038"/>
            <a:chOff x="1905000" y="6553200"/>
            <a:chExt cx="7010400" cy="45719"/>
          </a:xfrm>
        </p:grpSpPr>
        <p:sp>
          <p:nvSpPr>
            <p:cNvPr id="1920" name="Google Shape;1920;p314"/>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921" name="Google Shape;1921;p314"/>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922" name="Google Shape;1922;p314"/>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grpSp>
      <p:pic>
        <p:nvPicPr>
          <p:cNvPr descr="Picture 7.png" id="1923" name="Google Shape;1923;p314"/>
          <p:cNvPicPr preferRelativeResize="0"/>
          <p:nvPr/>
        </p:nvPicPr>
        <p:blipFill rotWithShape="1">
          <a:blip r:embed="rId2">
            <a:alphaModFix/>
          </a:blip>
          <a:srcRect b="5333" l="1923" r="0" t="0"/>
          <a:stretch/>
        </p:blipFill>
        <p:spPr>
          <a:xfrm>
            <a:off x="6629400" y="0"/>
            <a:ext cx="2193925" cy="692150"/>
          </a:xfrm>
          <a:prstGeom prst="rect">
            <a:avLst/>
          </a:prstGeom>
          <a:noFill/>
          <a:ln>
            <a:noFill/>
          </a:ln>
        </p:spPr>
      </p:pic>
      <p:sp>
        <p:nvSpPr>
          <p:cNvPr id="1924" name="Google Shape;1924;p314"/>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Deemed to be University under Section 3 of UGC Act, 1956</a:t>
            </a:r>
            <a:endParaRPr b="0" i="0" sz="1400" u="none" cap="none" strike="noStrike">
              <a:solidFill>
                <a:srgbClr val="000000"/>
              </a:solidFill>
              <a:latin typeface="Arial"/>
              <a:ea typeface="Arial"/>
              <a:cs typeface="Arial"/>
              <a:sym typeface="Arial"/>
            </a:endParaRPr>
          </a:p>
        </p:txBody>
      </p:sp>
      <p:sp>
        <p:nvSpPr>
          <p:cNvPr id="1925" name="Google Shape;1925;p314"/>
          <p:cNvSpPr txBox="1"/>
          <p:nvPr>
            <p:ph idx="1" type="body"/>
          </p:nvPr>
        </p:nvSpPr>
        <p:spPr>
          <a:xfrm>
            <a:off x="457200" y="1535112"/>
            <a:ext cx="4040188" cy="827087"/>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926" name="Google Shape;1926;p314"/>
          <p:cNvSpPr txBox="1"/>
          <p:nvPr>
            <p:ph idx="2" type="body"/>
          </p:nvPr>
        </p:nvSpPr>
        <p:spPr>
          <a:xfrm>
            <a:off x="457200" y="2362199"/>
            <a:ext cx="4040188" cy="3763963"/>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927" name="Google Shape;1927;p314"/>
          <p:cNvSpPr txBox="1"/>
          <p:nvPr>
            <p:ph idx="3" type="body"/>
          </p:nvPr>
        </p:nvSpPr>
        <p:spPr>
          <a:xfrm>
            <a:off x="4645025" y="1535112"/>
            <a:ext cx="4041775" cy="827087"/>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928" name="Google Shape;1928;p314"/>
          <p:cNvSpPr txBox="1"/>
          <p:nvPr>
            <p:ph idx="4" type="body"/>
          </p:nvPr>
        </p:nvSpPr>
        <p:spPr>
          <a:xfrm>
            <a:off x="4645025" y="2362199"/>
            <a:ext cx="4041775" cy="3763963"/>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929" name="Google Shape;1929;p314"/>
          <p:cNvSpPr txBox="1"/>
          <p:nvPr>
            <p:ph idx="5"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930" name="Shape 1930"/>
        <p:cNvGrpSpPr/>
        <p:nvPr/>
      </p:nvGrpSpPr>
      <p:grpSpPr>
        <a:xfrm>
          <a:off x="0" y="0"/>
          <a:ext cx="0" cy="0"/>
          <a:chOff x="0" y="0"/>
          <a:chExt cx="0" cy="0"/>
        </a:xfrm>
      </p:grpSpPr>
      <p:grpSp>
        <p:nvGrpSpPr>
          <p:cNvPr id="1931" name="Google Shape;1931;p315"/>
          <p:cNvGrpSpPr/>
          <p:nvPr/>
        </p:nvGrpSpPr>
        <p:grpSpPr>
          <a:xfrm>
            <a:off x="0" y="1295400"/>
            <a:ext cx="7010400" cy="46038"/>
            <a:chOff x="1905000" y="6553200"/>
            <a:chExt cx="7010400" cy="45719"/>
          </a:xfrm>
        </p:grpSpPr>
        <p:sp>
          <p:nvSpPr>
            <p:cNvPr id="1932" name="Google Shape;1932;p315"/>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933" name="Google Shape;1933;p315"/>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934" name="Google Shape;1934;p315"/>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grpSp>
      <p:grpSp>
        <p:nvGrpSpPr>
          <p:cNvPr id="1935" name="Google Shape;1935;p315"/>
          <p:cNvGrpSpPr/>
          <p:nvPr/>
        </p:nvGrpSpPr>
        <p:grpSpPr>
          <a:xfrm>
            <a:off x="2133600" y="6553200"/>
            <a:ext cx="7010400" cy="46038"/>
            <a:chOff x="1905000" y="6553200"/>
            <a:chExt cx="7010400" cy="45719"/>
          </a:xfrm>
        </p:grpSpPr>
        <p:sp>
          <p:nvSpPr>
            <p:cNvPr id="1936" name="Google Shape;1936;p315"/>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937" name="Google Shape;1937;p315"/>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938" name="Google Shape;1938;p315"/>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grpSp>
      <p:pic>
        <p:nvPicPr>
          <p:cNvPr descr="Picture 7.png" id="1939" name="Google Shape;1939;p315"/>
          <p:cNvPicPr preferRelativeResize="0"/>
          <p:nvPr/>
        </p:nvPicPr>
        <p:blipFill rotWithShape="1">
          <a:blip r:embed="rId2">
            <a:alphaModFix/>
          </a:blip>
          <a:srcRect b="5333" l="1923" r="0" t="0"/>
          <a:stretch/>
        </p:blipFill>
        <p:spPr>
          <a:xfrm>
            <a:off x="6629400" y="0"/>
            <a:ext cx="2193925" cy="692150"/>
          </a:xfrm>
          <a:prstGeom prst="rect">
            <a:avLst/>
          </a:prstGeom>
          <a:noFill/>
          <a:ln>
            <a:noFill/>
          </a:ln>
        </p:spPr>
      </p:pic>
      <p:sp>
        <p:nvSpPr>
          <p:cNvPr id="1940" name="Google Shape;1940;p315"/>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Deemed to be University under Section 3 of UGC Act, 1956</a:t>
            </a:r>
            <a:endParaRPr b="0" i="0" sz="1400" u="none" cap="none" strike="noStrike">
              <a:solidFill>
                <a:srgbClr val="000000"/>
              </a:solidFill>
              <a:latin typeface="Arial"/>
              <a:ea typeface="Arial"/>
              <a:cs typeface="Arial"/>
              <a:sym typeface="Arial"/>
            </a:endParaRPr>
          </a:p>
        </p:txBody>
      </p:sp>
      <p:sp>
        <p:nvSpPr>
          <p:cNvPr id="1941" name="Google Shape;1941;p315"/>
          <p:cNvSpPr txBox="1"/>
          <p:nvPr>
            <p:ph idx="1"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1942" name="Shape 1942"/>
        <p:cNvGrpSpPr/>
        <p:nvPr/>
      </p:nvGrpSpPr>
      <p:grpSpPr>
        <a:xfrm>
          <a:off x="0" y="0"/>
          <a:ext cx="0" cy="0"/>
          <a:chOff x="0" y="0"/>
          <a:chExt cx="0" cy="0"/>
        </a:xfrm>
      </p:grpSpPr>
      <p:grpSp>
        <p:nvGrpSpPr>
          <p:cNvPr id="1943" name="Google Shape;1943;p316"/>
          <p:cNvGrpSpPr/>
          <p:nvPr/>
        </p:nvGrpSpPr>
        <p:grpSpPr>
          <a:xfrm>
            <a:off x="0" y="1295400"/>
            <a:ext cx="7010400" cy="46038"/>
            <a:chOff x="1905000" y="6553200"/>
            <a:chExt cx="7010400" cy="45719"/>
          </a:xfrm>
        </p:grpSpPr>
        <p:sp>
          <p:nvSpPr>
            <p:cNvPr id="1944" name="Google Shape;1944;p316"/>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945" name="Google Shape;1945;p316"/>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946" name="Google Shape;1946;p316"/>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grpSp>
      <p:grpSp>
        <p:nvGrpSpPr>
          <p:cNvPr id="1947" name="Google Shape;1947;p316"/>
          <p:cNvGrpSpPr/>
          <p:nvPr/>
        </p:nvGrpSpPr>
        <p:grpSpPr>
          <a:xfrm>
            <a:off x="2133600" y="6553200"/>
            <a:ext cx="7010400" cy="46038"/>
            <a:chOff x="1905000" y="6553200"/>
            <a:chExt cx="7010400" cy="45719"/>
          </a:xfrm>
        </p:grpSpPr>
        <p:sp>
          <p:nvSpPr>
            <p:cNvPr id="1948" name="Google Shape;1948;p316"/>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949" name="Google Shape;1949;p316"/>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950" name="Google Shape;1950;p316"/>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grpSp>
      <p:pic>
        <p:nvPicPr>
          <p:cNvPr descr="Picture 7.png" id="1951" name="Google Shape;1951;p316"/>
          <p:cNvPicPr preferRelativeResize="0"/>
          <p:nvPr/>
        </p:nvPicPr>
        <p:blipFill rotWithShape="1">
          <a:blip r:embed="rId2">
            <a:alphaModFix/>
          </a:blip>
          <a:srcRect b="5333" l="1923" r="0" t="0"/>
          <a:stretch/>
        </p:blipFill>
        <p:spPr>
          <a:xfrm>
            <a:off x="6629400" y="0"/>
            <a:ext cx="2193925" cy="692150"/>
          </a:xfrm>
          <a:prstGeom prst="rect">
            <a:avLst/>
          </a:prstGeom>
          <a:noFill/>
          <a:ln>
            <a:noFill/>
          </a:ln>
        </p:spPr>
      </p:pic>
      <p:sp>
        <p:nvSpPr>
          <p:cNvPr id="1952" name="Google Shape;1952;p316"/>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sp>
        <p:nvSpPr>
          <p:cNvPr id="1953" name="Google Shape;1953;p316"/>
          <p:cNvSpPr txBox="1"/>
          <p:nvPr>
            <p:ph idx="1" type="body"/>
          </p:nvPr>
        </p:nvSpPr>
        <p:spPr>
          <a:xfrm>
            <a:off x="3575050" y="1600200"/>
            <a:ext cx="5111750" cy="4525963"/>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1954" name="Google Shape;1954;p316"/>
          <p:cNvSpPr txBox="1"/>
          <p:nvPr>
            <p:ph idx="2" type="body"/>
          </p:nvPr>
        </p:nvSpPr>
        <p:spPr>
          <a:xfrm>
            <a:off x="457200" y="1600200"/>
            <a:ext cx="3008313" cy="4525963"/>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955" name="Google Shape;1955;p316"/>
          <p:cNvSpPr txBox="1"/>
          <p:nvPr>
            <p:ph idx="3"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spTree>
      <p:nvGrpSpPr>
        <p:cNvPr id="1956" name="Shape 1956"/>
        <p:cNvGrpSpPr/>
        <p:nvPr/>
      </p:nvGrpSpPr>
      <p:grpSpPr>
        <a:xfrm>
          <a:off x="0" y="0"/>
          <a:ext cx="0" cy="0"/>
          <a:chOff x="0" y="0"/>
          <a:chExt cx="0" cy="0"/>
        </a:xfrm>
      </p:grpSpPr>
      <p:grpSp>
        <p:nvGrpSpPr>
          <p:cNvPr id="1957" name="Google Shape;1957;p317"/>
          <p:cNvGrpSpPr/>
          <p:nvPr/>
        </p:nvGrpSpPr>
        <p:grpSpPr>
          <a:xfrm>
            <a:off x="0" y="1295400"/>
            <a:ext cx="7010400" cy="46038"/>
            <a:chOff x="1905000" y="6553200"/>
            <a:chExt cx="7010400" cy="45719"/>
          </a:xfrm>
        </p:grpSpPr>
        <p:sp>
          <p:nvSpPr>
            <p:cNvPr id="1958" name="Google Shape;1958;p317"/>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959" name="Google Shape;1959;p317"/>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960" name="Google Shape;1960;p317"/>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grpSp>
      <p:grpSp>
        <p:nvGrpSpPr>
          <p:cNvPr id="1961" name="Google Shape;1961;p317"/>
          <p:cNvGrpSpPr/>
          <p:nvPr/>
        </p:nvGrpSpPr>
        <p:grpSpPr>
          <a:xfrm>
            <a:off x="2133600" y="6553200"/>
            <a:ext cx="7010400" cy="46038"/>
            <a:chOff x="1905000" y="6553200"/>
            <a:chExt cx="7010400" cy="45719"/>
          </a:xfrm>
        </p:grpSpPr>
        <p:sp>
          <p:nvSpPr>
            <p:cNvPr id="1962" name="Google Shape;1962;p317"/>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963" name="Google Shape;1963;p317"/>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964" name="Google Shape;1964;p317"/>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grpSp>
      <p:pic>
        <p:nvPicPr>
          <p:cNvPr descr="Picture 7.png" id="1965" name="Google Shape;1965;p317"/>
          <p:cNvPicPr preferRelativeResize="0"/>
          <p:nvPr/>
        </p:nvPicPr>
        <p:blipFill rotWithShape="1">
          <a:blip r:embed="rId2">
            <a:alphaModFix/>
          </a:blip>
          <a:srcRect b="5333" l="1923" r="0" t="0"/>
          <a:stretch/>
        </p:blipFill>
        <p:spPr>
          <a:xfrm>
            <a:off x="6629400" y="0"/>
            <a:ext cx="2193925" cy="692150"/>
          </a:xfrm>
          <a:prstGeom prst="rect">
            <a:avLst/>
          </a:prstGeom>
          <a:noFill/>
          <a:ln>
            <a:noFill/>
          </a:ln>
        </p:spPr>
      </p:pic>
      <p:sp>
        <p:nvSpPr>
          <p:cNvPr id="1966" name="Google Shape;1966;p317"/>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sp>
        <p:nvSpPr>
          <p:cNvPr id="1967" name="Google Shape;1967;p317"/>
          <p:cNvSpPr txBox="1"/>
          <p:nvPr>
            <p:ph type="title"/>
          </p:nvPr>
        </p:nvSpPr>
        <p:spPr>
          <a:xfrm>
            <a:off x="1792288" y="5407025"/>
            <a:ext cx="5486400" cy="3048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SzPts val="1400"/>
              <a:buNone/>
              <a:defRPr b="1" sz="1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68" name="Google Shape;1968;p317"/>
          <p:cNvSpPr/>
          <p:nvPr>
            <p:ph idx="2" type="pic"/>
          </p:nvPr>
        </p:nvSpPr>
        <p:spPr>
          <a:xfrm>
            <a:off x="1792288" y="1828800"/>
            <a:ext cx="5486400" cy="3429000"/>
          </a:xfrm>
          <a:prstGeom prst="rect">
            <a:avLst/>
          </a:prstGeom>
          <a:solidFill>
            <a:schemeClr val="lt1"/>
          </a:solidFill>
          <a:ln cap="flat" cmpd="sng" w="57150">
            <a:solidFill>
              <a:srgbClr val="DAE5F1"/>
            </a:solidFill>
            <a:prstDash val="solid"/>
            <a:round/>
            <a:headEnd len="sm" w="sm" type="none"/>
            <a:tailEnd len="sm" w="sm" type="none"/>
          </a:ln>
        </p:spPr>
      </p:sp>
      <p:sp>
        <p:nvSpPr>
          <p:cNvPr id="1969" name="Google Shape;1969;p317"/>
          <p:cNvSpPr txBox="1"/>
          <p:nvPr>
            <p:ph idx="1" type="body"/>
          </p:nvPr>
        </p:nvSpPr>
        <p:spPr>
          <a:xfrm>
            <a:off x="1792288" y="5711825"/>
            <a:ext cx="5486400" cy="304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20"/>
              </a:spcBef>
              <a:spcAft>
                <a:spcPts val="0"/>
              </a:spcAft>
              <a:buClr>
                <a:schemeClr val="dk1"/>
              </a:buClr>
              <a:buSzPts val="1600"/>
              <a:buNone/>
              <a:defRPr sz="16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970" name="Google Shape;1970;p317"/>
          <p:cNvSpPr txBox="1"/>
          <p:nvPr>
            <p:ph idx="3"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p:cSld name="Title and Vertical Text">
    <p:spTree>
      <p:nvGrpSpPr>
        <p:cNvPr id="1971" name="Shape 1971"/>
        <p:cNvGrpSpPr/>
        <p:nvPr/>
      </p:nvGrpSpPr>
      <p:grpSpPr>
        <a:xfrm>
          <a:off x="0" y="0"/>
          <a:ext cx="0" cy="0"/>
          <a:chOff x="0" y="0"/>
          <a:chExt cx="0" cy="0"/>
        </a:xfrm>
      </p:grpSpPr>
      <p:grpSp>
        <p:nvGrpSpPr>
          <p:cNvPr id="1972" name="Google Shape;1972;p318"/>
          <p:cNvGrpSpPr/>
          <p:nvPr/>
        </p:nvGrpSpPr>
        <p:grpSpPr>
          <a:xfrm>
            <a:off x="0" y="1295400"/>
            <a:ext cx="7010400" cy="46038"/>
            <a:chOff x="1905000" y="6553200"/>
            <a:chExt cx="7010400" cy="45719"/>
          </a:xfrm>
        </p:grpSpPr>
        <p:sp>
          <p:nvSpPr>
            <p:cNvPr id="1973" name="Google Shape;1973;p318"/>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974" name="Google Shape;1974;p318"/>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975" name="Google Shape;1975;p318"/>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grpSp>
      <p:grpSp>
        <p:nvGrpSpPr>
          <p:cNvPr id="1976" name="Google Shape;1976;p318"/>
          <p:cNvGrpSpPr/>
          <p:nvPr/>
        </p:nvGrpSpPr>
        <p:grpSpPr>
          <a:xfrm>
            <a:off x="2133600" y="6553200"/>
            <a:ext cx="7010400" cy="46038"/>
            <a:chOff x="1905000" y="6553200"/>
            <a:chExt cx="7010400" cy="45719"/>
          </a:xfrm>
        </p:grpSpPr>
        <p:sp>
          <p:nvSpPr>
            <p:cNvPr id="1977" name="Google Shape;1977;p318"/>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978" name="Google Shape;1978;p318"/>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979" name="Google Shape;1979;p318"/>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grpSp>
      <p:pic>
        <p:nvPicPr>
          <p:cNvPr descr="Picture 7.png" id="1980" name="Google Shape;1980;p318"/>
          <p:cNvPicPr preferRelativeResize="0"/>
          <p:nvPr/>
        </p:nvPicPr>
        <p:blipFill rotWithShape="1">
          <a:blip r:embed="rId2">
            <a:alphaModFix/>
          </a:blip>
          <a:srcRect b="5333" l="1923" r="0" t="0"/>
          <a:stretch/>
        </p:blipFill>
        <p:spPr>
          <a:xfrm>
            <a:off x="6629400" y="0"/>
            <a:ext cx="2193925" cy="692150"/>
          </a:xfrm>
          <a:prstGeom prst="rect">
            <a:avLst/>
          </a:prstGeom>
          <a:noFill/>
          <a:ln>
            <a:noFill/>
          </a:ln>
        </p:spPr>
      </p:pic>
      <p:sp>
        <p:nvSpPr>
          <p:cNvPr id="1981" name="Google Shape;1981;p318"/>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sp>
        <p:nvSpPr>
          <p:cNvPr id="1982" name="Google Shape;1982;p31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983" name="Google Shape;1983;p318"/>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p:cSld name="Vertical Title and Text">
    <p:spTree>
      <p:nvGrpSpPr>
        <p:cNvPr id="1984" name="Shape 1984"/>
        <p:cNvGrpSpPr/>
        <p:nvPr/>
      </p:nvGrpSpPr>
      <p:grpSpPr>
        <a:xfrm>
          <a:off x="0" y="0"/>
          <a:ext cx="0" cy="0"/>
          <a:chOff x="0" y="0"/>
          <a:chExt cx="0" cy="0"/>
        </a:xfrm>
      </p:grpSpPr>
      <p:grpSp>
        <p:nvGrpSpPr>
          <p:cNvPr id="1985" name="Google Shape;1985;p319"/>
          <p:cNvGrpSpPr/>
          <p:nvPr/>
        </p:nvGrpSpPr>
        <p:grpSpPr>
          <a:xfrm rot="5400000">
            <a:off x="5006182" y="2567781"/>
            <a:ext cx="5181600" cy="46037"/>
            <a:chOff x="1905000" y="6553200"/>
            <a:chExt cx="7010400" cy="45719"/>
          </a:xfrm>
        </p:grpSpPr>
        <p:sp>
          <p:nvSpPr>
            <p:cNvPr id="1986" name="Google Shape;1986;p319"/>
            <p:cNvSpPr/>
            <p:nvPr/>
          </p:nvSpPr>
          <p:spPr>
            <a:xfrm>
              <a:off x="4267574" y="6553200"/>
              <a:ext cx="2328209"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987" name="Google Shape;1987;p319"/>
            <p:cNvSpPr/>
            <p:nvPr/>
          </p:nvSpPr>
          <p:spPr>
            <a:xfrm>
              <a:off x="1905000" y="6553200"/>
              <a:ext cx="2362574"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988" name="Google Shape;1988;p319"/>
            <p:cNvSpPr/>
            <p:nvPr/>
          </p:nvSpPr>
          <p:spPr>
            <a:xfrm>
              <a:off x="6587191" y="6553200"/>
              <a:ext cx="2328209"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FFFFFF"/>
                </a:solidFill>
                <a:latin typeface="Arial"/>
                <a:ea typeface="Arial"/>
                <a:cs typeface="Arial"/>
                <a:sym typeface="Arial"/>
              </a:endParaRPr>
            </a:p>
          </p:txBody>
        </p:sp>
      </p:grpSp>
      <p:pic>
        <p:nvPicPr>
          <p:cNvPr descr="Picture 7.png" id="1989" name="Google Shape;1989;p319"/>
          <p:cNvPicPr preferRelativeResize="0"/>
          <p:nvPr/>
        </p:nvPicPr>
        <p:blipFill rotWithShape="1">
          <a:blip r:embed="rId2">
            <a:alphaModFix/>
          </a:blip>
          <a:srcRect b="0" l="5336" r="0" t="1923"/>
          <a:stretch/>
        </p:blipFill>
        <p:spPr>
          <a:xfrm>
            <a:off x="-7938" y="381000"/>
            <a:ext cx="692151" cy="2193925"/>
          </a:xfrm>
          <a:prstGeom prst="rect">
            <a:avLst/>
          </a:prstGeom>
          <a:noFill/>
          <a:ln>
            <a:noFill/>
          </a:ln>
        </p:spPr>
      </p:pic>
      <p:sp>
        <p:nvSpPr>
          <p:cNvPr id="1990" name="Google Shape;1990;p319"/>
          <p:cNvSpPr txBox="1"/>
          <p:nvPr/>
        </p:nvSpPr>
        <p:spPr>
          <a:xfrm rot="5400000">
            <a:off x="-2794793" y="3809206"/>
            <a:ext cx="5867400" cy="23018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900"/>
              <a:buFont typeface="Arial"/>
              <a:buNone/>
            </a:pPr>
            <a:r>
              <a:rPr b="1" i="0" lang="en-US" sz="900" u="none" cap="none" strike="noStrike">
                <a:solidFill>
                  <a:srgbClr val="101141"/>
                </a:solidFill>
                <a:latin typeface="Arial"/>
                <a:ea typeface="Arial"/>
                <a:cs typeface="Arial"/>
                <a:sym typeface="Arial"/>
              </a:rPr>
              <a:t>BITS </a:t>
            </a:r>
            <a:r>
              <a:rPr b="0" i="0" lang="en-US" sz="9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sp>
        <p:nvSpPr>
          <p:cNvPr id="1991" name="Google Shape;1991;p319"/>
          <p:cNvSpPr txBox="1"/>
          <p:nvPr>
            <p:ph idx="1" type="body"/>
          </p:nvPr>
        </p:nvSpPr>
        <p:spPr>
          <a:xfrm rot="5400000">
            <a:off x="1303338" y="296862"/>
            <a:ext cx="5851525" cy="60198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992" name="Google Shape;1992;p319"/>
          <p:cNvSpPr txBox="1"/>
          <p:nvPr>
            <p:ph idx="2" type="body"/>
          </p:nvPr>
        </p:nvSpPr>
        <p:spPr>
          <a:xfrm rot="5400000">
            <a:off x="5410200" y="2743200"/>
            <a:ext cx="58674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05" name="Shape 2005"/>
        <p:cNvGrpSpPr/>
        <p:nvPr/>
      </p:nvGrpSpPr>
      <p:grpSpPr>
        <a:xfrm>
          <a:off x="0" y="0"/>
          <a:ext cx="0" cy="0"/>
          <a:chOff x="0" y="0"/>
          <a:chExt cx="0" cy="0"/>
        </a:xfrm>
      </p:grpSpPr>
      <p:sp>
        <p:nvSpPr>
          <p:cNvPr id="2006" name="Google Shape;2006;p123"/>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07" name="Google Shape;2007;p1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08" name="Google Shape;2008;p123"/>
          <p:cNvSpPr txBox="1"/>
          <p:nvPr>
            <p:ph idx="11" type="ftr"/>
          </p:nvPr>
        </p:nvSpPr>
        <p:spPr>
          <a:xfrm>
            <a:off x="2195736" y="6237312"/>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12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009" name="Google Shape;2009;p123"/>
          <p:cNvSpPr txBox="1"/>
          <p:nvPr>
            <p:ph idx="12" type="sldNum"/>
          </p:nvPr>
        </p:nvSpPr>
        <p:spPr>
          <a:xfrm>
            <a:off x="8532440" y="6237312"/>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010" name="Shape 2010"/>
        <p:cNvGrpSpPr/>
        <p:nvPr/>
      </p:nvGrpSpPr>
      <p:grpSpPr>
        <a:xfrm>
          <a:off x="0" y="0"/>
          <a:ext cx="0" cy="0"/>
          <a:chOff x="0" y="0"/>
          <a:chExt cx="0" cy="0"/>
        </a:xfrm>
      </p:grpSpPr>
      <p:sp>
        <p:nvSpPr>
          <p:cNvPr id="2011" name="Google Shape;2011;p330"/>
          <p:cNvSpPr txBox="1"/>
          <p:nvPr>
            <p:ph type="ctrTitle"/>
          </p:nvPr>
        </p:nvSpPr>
        <p:spPr>
          <a:xfrm>
            <a:off x="685800" y="2130425"/>
            <a:ext cx="7772400" cy="147002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12" name="Google Shape;2012;p33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013" name="Google Shape;2013;p330"/>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014" name="Google Shape;2014;p330"/>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015" name="Google Shape;2015;p330"/>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016" name="Shape 2016"/>
        <p:cNvGrpSpPr/>
        <p:nvPr/>
      </p:nvGrpSpPr>
      <p:grpSpPr>
        <a:xfrm>
          <a:off x="0" y="0"/>
          <a:ext cx="0" cy="0"/>
          <a:chOff x="0" y="0"/>
          <a:chExt cx="0" cy="0"/>
        </a:xfrm>
      </p:grpSpPr>
      <p:sp>
        <p:nvSpPr>
          <p:cNvPr id="2017" name="Google Shape;2017;p33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1"/>
              </a:buClr>
              <a:buSzPts val="4000"/>
              <a:buFont typeface="Calibri"/>
              <a:buNone/>
              <a:defRPr b="1" i="0" sz="4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18" name="Google Shape;2018;p33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2019" name="Google Shape;2019;p331"/>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020" name="Google Shape;2020;p331"/>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021" name="Google Shape;2021;p331"/>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022" name="Shape 2022"/>
        <p:cNvGrpSpPr/>
        <p:nvPr/>
      </p:nvGrpSpPr>
      <p:grpSpPr>
        <a:xfrm>
          <a:off x="0" y="0"/>
          <a:ext cx="0" cy="0"/>
          <a:chOff x="0" y="0"/>
          <a:chExt cx="0" cy="0"/>
        </a:xfrm>
      </p:grpSpPr>
      <p:sp>
        <p:nvSpPr>
          <p:cNvPr id="2023" name="Google Shape;2023;p332"/>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24" name="Google Shape;2024;p33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2025" name="Google Shape;2025;p33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2026" name="Google Shape;2026;p332"/>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027" name="Google Shape;2027;p332"/>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028" name="Google Shape;2028;p332"/>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029" name="Shape 2029"/>
        <p:cNvGrpSpPr/>
        <p:nvPr/>
      </p:nvGrpSpPr>
      <p:grpSpPr>
        <a:xfrm>
          <a:off x="0" y="0"/>
          <a:ext cx="0" cy="0"/>
          <a:chOff x="0" y="0"/>
          <a:chExt cx="0" cy="0"/>
        </a:xfrm>
      </p:grpSpPr>
      <p:sp>
        <p:nvSpPr>
          <p:cNvPr id="2030" name="Google Shape;2030;p333"/>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31" name="Google Shape;2031;p33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2032" name="Google Shape;2032;p33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2033" name="Google Shape;2033;p33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2034" name="Google Shape;2034;p33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2035" name="Google Shape;2035;p333"/>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036" name="Google Shape;2036;p333"/>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037" name="Google Shape;2037;p333"/>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038" name="Shape 2038"/>
        <p:cNvGrpSpPr/>
        <p:nvPr/>
      </p:nvGrpSpPr>
      <p:grpSpPr>
        <a:xfrm>
          <a:off x="0" y="0"/>
          <a:ext cx="0" cy="0"/>
          <a:chOff x="0" y="0"/>
          <a:chExt cx="0" cy="0"/>
        </a:xfrm>
      </p:grpSpPr>
      <p:sp>
        <p:nvSpPr>
          <p:cNvPr id="2039" name="Google Shape;2039;p334"/>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40" name="Google Shape;2040;p334"/>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041" name="Google Shape;2041;p334"/>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042" name="Google Shape;2042;p334"/>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043" name="Shape 2043"/>
        <p:cNvGrpSpPr/>
        <p:nvPr/>
      </p:nvGrpSpPr>
      <p:grpSpPr>
        <a:xfrm>
          <a:off x="0" y="0"/>
          <a:ext cx="0" cy="0"/>
          <a:chOff x="0" y="0"/>
          <a:chExt cx="0" cy="0"/>
        </a:xfrm>
      </p:grpSpPr>
      <p:sp>
        <p:nvSpPr>
          <p:cNvPr id="2044" name="Google Shape;2044;p335"/>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045" name="Google Shape;2045;p335"/>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046" name="Google Shape;2046;p335"/>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47" name="Shape 2047"/>
        <p:cNvGrpSpPr/>
        <p:nvPr/>
      </p:nvGrpSpPr>
      <p:grpSpPr>
        <a:xfrm>
          <a:off x="0" y="0"/>
          <a:ext cx="0" cy="0"/>
          <a:chOff x="0" y="0"/>
          <a:chExt cx="0" cy="0"/>
        </a:xfrm>
      </p:grpSpPr>
      <p:sp>
        <p:nvSpPr>
          <p:cNvPr id="2048" name="Google Shape;2048;p33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chemeClr val="dk1"/>
              </a:buClr>
              <a:buSzPts val="2000"/>
              <a:buFont typeface="Calibri"/>
              <a:buNone/>
              <a:defRPr b="1" i="0" sz="2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49" name="Google Shape;2049;p33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2050" name="Google Shape;2050;p33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2051" name="Google Shape;2051;p336"/>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052" name="Google Shape;2052;p336"/>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053" name="Google Shape;2053;p336"/>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054" name="Shape 2054"/>
        <p:cNvGrpSpPr/>
        <p:nvPr/>
      </p:nvGrpSpPr>
      <p:grpSpPr>
        <a:xfrm>
          <a:off x="0" y="0"/>
          <a:ext cx="0" cy="0"/>
          <a:chOff x="0" y="0"/>
          <a:chExt cx="0" cy="0"/>
        </a:xfrm>
      </p:grpSpPr>
      <p:sp>
        <p:nvSpPr>
          <p:cNvPr id="2055" name="Google Shape;2055;p33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chemeClr val="dk1"/>
              </a:buClr>
              <a:buSzPts val="2000"/>
              <a:buFont typeface="Calibri"/>
              <a:buNone/>
              <a:defRPr b="1" i="0" sz="2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56" name="Google Shape;2056;p337"/>
          <p:cNvSpPr/>
          <p:nvPr>
            <p:ph idx="2" type="pic"/>
          </p:nvPr>
        </p:nvSpPr>
        <p:spPr>
          <a:xfrm>
            <a:off x="1792288" y="612775"/>
            <a:ext cx="5486400" cy="4114800"/>
          </a:xfrm>
          <a:prstGeom prst="rect">
            <a:avLst/>
          </a:prstGeom>
          <a:noFill/>
          <a:ln>
            <a:noFill/>
          </a:ln>
        </p:spPr>
      </p:sp>
      <p:sp>
        <p:nvSpPr>
          <p:cNvPr id="2057" name="Google Shape;2057;p33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2058" name="Google Shape;2058;p337"/>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059" name="Google Shape;2059;p337"/>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060" name="Google Shape;2060;p337"/>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061" name="Shape 2061"/>
        <p:cNvGrpSpPr/>
        <p:nvPr/>
      </p:nvGrpSpPr>
      <p:grpSpPr>
        <a:xfrm>
          <a:off x="0" y="0"/>
          <a:ext cx="0" cy="0"/>
          <a:chOff x="0" y="0"/>
          <a:chExt cx="0" cy="0"/>
        </a:xfrm>
      </p:grpSpPr>
      <p:sp>
        <p:nvSpPr>
          <p:cNvPr id="2062" name="Google Shape;2062;p338"/>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63" name="Google Shape;2063;p33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64" name="Google Shape;2064;p338"/>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065" name="Google Shape;2065;p338"/>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066" name="Google Shape;2066;p338"/>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067" name="Shape 2067"/>
        <p:cNvGrpSpPr/>
        <p:nvPr/>
      </p:nvGrpSpPr>
      <p:grpSpPr>
        <a:xfrm>
          <a:off x="0" y="0"/>
          <a:ext cx="0" cy="0"/>
          <a:chOff x="0" y="0"/>
          <a:chExt cx="0" cy="0"/>
        </a:xfrm>
      </p:grpSpPr>
      <p:sp>
        <p:nvSpPr>
          <p:cNvPr id="2068" name="Google Shape;2068;p339"/>
          <p:cNvSpPr txBox="1"/>
          <p:nvPr>
            <p:ph type="title"/>
          </p:nvPr>
        </p:nvSpPr>
        <p:spPr>
          <a:xfrm rot="5400000">
            <a:off x="4732338" y="2171701"/>
            <a:ext cx="5851525" cy="20574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69" name="Google Shape;2069;p33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70" name="Google Shape;2070;p339"/>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071" name="Google Shape;2071;p339"/>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072" name="Google Shape;2072;p339"/>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Header">
  <p:cSld name="1_Section Header">
    <p:spTree>
      <p:nvGrpSpPr>
        <p:cNvPr id="2073" name="Shape 2073"/>
        <p:cNvGrpSpPr/>
        <p:nvPr/>
      </p:nvGrpSpPr>
      <p:grpSpPr>
        <a:xfrm>
          <a:off x="0" y="0"/>
          <a:ext cx="0" cy="0"/>
          <a:chOff x="0" y="0"/>
          <a:chExt cx="0" cy="0"/>
        </a:xfrm>
      </p:grpSpPr>
      <p:pic>
        <p:nvPicPr>
          <p:cNvPr descr="\\Server\D\jyoti\FI023_BITS_v1\styleguide img\IMG_5627_b.jpg" id="2074" name="Google Shape;2074;p340"/>
          <p:cNvPicPr preferRelativeResize="0"/>
          <p:nvPr/>
        </p:nvPicPr>
        <p:blipFill rotWithShape="1">
          <a:blip r:embed="rId2">
            <a:alphaModFix/>
          </a:blip>
          <a:srcRect b="0" l="0" r="0" t="0"/>
          <a:stretch/>
        </p:blipFill>
        <p:spPr>
          <a:xfrm>
            <a:off x="0" y="0"/>
            <a:ext cx="9144000" cy="6858000"/>
          </a:xfrm>
          <a:prstGeom prst="rect">
            <a:avLst/>
          </a:prstGeom>
          <a:noFill/>
          <a:ln>
            <a:noFill/>
          </a:ln>
        </p:spPr>
      </p:pic>
      <p:sp>
        <p:nvSpPr>
          <p:cNvPr id="2075" name="Google Shape;2075;p340"/>
          <p:cNvSpPr/>
          <p:nvPr/>
        </p:nvSpPr>
        <p:spPr>
          <a:xfrm>
            <a:off x="0" y="4281488"/>
            <a:ext cx="9144000" cy="2576512"/>
          </a:xfrm>
          <a:prstGeom prst="rect">
            <a:avLst/>
          </a:prstGeom>
          <a:solidFill>
            <a:schemeClr val="lt1"/>
          </a:solidFill>
          <a:ln cap="flat" cmpd="sng" w="9525">
            <a:solidFill>
              <a:srgbClr val="4A7DBA"/>
            </a:solidFill>
            <a:prstDash val="solid"/>
            <a:round/>
            <a:headEnd len="sm" w="sm" type="none"/>
            <a:tailEnd len="sm" w="sm" type="none"/>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pic>
        <p:nvPicPr>
          <p:cNvPr descr="Picture 7.png" id="2076" name="Google Shape;2076;p340"/>
          <p:cNvPicPr preferRelativeResize="0"/>
          <p:nvPr/>
        </p:nvPicPr>
        <p:blipFill rotWithShape="1">
          <a:blip r:embed="rId3">
            <a:alphaModFix/>
          </a:blip>
          <a:srcRect b="5334" l="1923" r="0" t="0"/>
          <a:stretch/>
        </p:blipFill>
        <p:spPr>
          <a:xfrm>
            <a:off x="6629400" y="0"/>
            <a:ext cx="2193925" cy="692150"/>
          </a:xfrm>
          <a:prstGeom prst="rect">
            <a:avLst/>
          </a:prstGeom>
          <a:noFill/>
          <a:ln>
            <a:noFill/>
          </a:ln>
        </p:spPr>
      </p:pic>
      <p:sp>
        <p:nvSpPr>
          <p:cNvPr id="2077" name="Google Shape;2077;p340"/>
          <p:cNvSpPr/>
          <p:nvPr/>
        </p:nvSpPr>
        <p:spPr>
          <a:xfrm>
            <a:off x="2882900" y="6775450"/>
            <a:ext cx="2895600" cy="76200"/>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2078" name="Google Shape;2078;p340"/>
          <p:cNvSpPr/>
          <p:nvPr/>
        </p:nvSpPr>
        <p:spPr>
          <a:xfrm>
            <a:off x="-12700" y="6775450"/>
            <a:ext cx="2895600" cy="76200"/>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2079" name="Google Shape;2079;p340"/>
          <p:cNvSpPr/>
          <p:nvPr/>
        </p:nvSpPr>
        <p:spPr>
          <a:xfrm>
            <a:off x="5778500" y="6775450"/>
            <a:ext cx="2895600" cy="7620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2080" name="Google Shape;2080;p340"/>
          <p:cNvSpPr txBox="1"/>
          <p:nvPr/>
        </p:nvSpPr>
        <p:spPr>
          <a:xfrm>
            <a:off x="6858000" y="762000"/>
            <a:ext cx="2209800" cy="5540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900"/>
              <a:buFont typeface="Arial"/>
              <a:buNone/>
            </a:pPr>
            <a:r>
              <a:rPr b="1" i="0" lang="en-US" sz="2900" u="none" cap="none" strike="noStrike">
                <a:solidFill>
                  <a:srgbClr val="FFFFFF"/>
                </a:solidFill>
                <a:latin typeface="Arial"/>
                <a:ea typeface="Arial"/>
                <a:cs typeface="Arial"/>
                <a:sym typeface="Arial"/>
              </a:rPr>
              <a:t>BITS</a:t>
            </a:r>
            <a:r>
              <a:rPr b="0" i="0" lang="en-US" sz="2900" u="none" cap="none" strike="noStrike">
                <a:solidFill>
                  <a:srgbClr val="FFFFFF"/>
                </a:solidFill>
                <a:latin typeface="Arial"/>
                <a:ea typeface="Arial"/>
                <a:cs typeface="Arial"/>
                <a:sym typeface="Arial"/>
              </a:rPr>
              <a:t> Pilani</a:t>
            </a:r>
            <a:endParaRPr b="0" i="0" sz="1400" u="none" cap="none" strike="noStrike">
              <a:solidFill>
                <a:srgbClr val="000000"/>
              </a:solidFill>
              <a:latin typeface="Arial"/>
              <a:ea typeface="Arial"/>
              <a:cs typeface="Arial"/>
              <a:sym typeface="Arial"/>
            </a:endParaRPr>
          </a:p>
        </p:txBody>
      </p:sp>
      <p:sp>
        <p:nvSpPr>
          <p:cNvPr id="2081" name="Google Shape;2081;p340"/>
          <p:cNvSpPr txBox="1"/>
          <p:nvPr/>
        </p:nvSpPr>
        <p:spPr>
          <a:xfrm>
            <a:off x="7086600" y="1171575"/>
            <a:ext cx="1905000"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Pilani Campus</a:t>
            </a:r>
            <a:endParaRPr b="0" i="0" sz="1400" u="none" cap="none" strike="noStrike">
              <a:solidFill>
                <a:srgbClr val="000000"/>
              </a:solidFill>
              <a:latin typeface="Arial"/>
              <a:ea typeface="Arial"/>
              <a:cs typeface="Arial"/>
              <a:sym typeface="Arial"/>
            </a:endParaRPr>
          </a:p>
        </p:txBody>
      </p:sp>
      <p:sp>
        <p:nvSpPr>
          <p:cNvPr id="2082" name="Google Shape;2082;p340"/>
          <p:cNvSpPr txBox="1"/>
          <p:nvPr>
            <p:ph idx="1" type="body"/>
          </p:nvPr>
        </p:nvSpPr>
        <p:spPr>
          <a:xfrm>
            <a:off x="304800" y="4648200"/>
            <a:ext cx="8458200" cy="1600200"/>
          </a:xfrm>
          <a:prstGeom prst="rect">
            <a:avLst/>
          </a:prstGeom>
          <a:noFill/>
          <a:ln>
            <a:noFill/>
          </a:ln>
        </p:spPr>
        <p:txBody>
          <a:bodyPr anchorCtr="0" anchor="t" bIns="45700" lIns="91425" spcFirstLastPara="1" rIns="91425" wrap="square" tIns="45700">
            <a:noAutofit/>
          </a:bodyPr>
          <a:lstStyle>
            <a:lvl1pPr indent="-228600" lvl="0" marL="457200" algn="l">
              <a:lnSpc>
                <a:spcPct val="104999"/>
              </a:lnSpc>
              <a:spcBef>
                <a:spcPts val="0"/>
              </a:spcBef>
              <a:spcAft>
                <a:spcPts val="0"/>
              </a:spcAft>
              <a:buClr>
                <a:schemeClr val="dk1"/>
              </a:buClr>
              <a:buSzPts val="4000"/>
              <a:buNone/>
              <a:defRPr b="1" sz="40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p:cSld name="2_Title and Content">
    <p:spTree>
      <p:nvGrpSpPr>
        <p:cNvPr id="2083" name="Shape 2083"/>
        <p:cNvGrpSpPr/>
        <p:nvPr/>
      </p:nvGrpSpPr>
      <p:grpSpPr>
        <a:xfrm>
          <a:off x="0" y="0"/>
          <a:ext cx="0" cy="0"/>
          <a:chOff x="0" y="0"/>
          <a:chExt cx="0" cy="0"/>
        </a:xfrm>
      </p:grpSpPr>
      <p:pic>
        <p:nvPicPr>
          <p:cNvPr id="2084" name="Google Shape;2084;p341"/>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085" name="Google Shape;2085;p341"/>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086" name="Google Shape;2086;p341"/>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087" name="Google Shape;2087;p341"/>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88" name="Google Shape;2088;p341"/>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89" name="Google Shape;2089;p341"/>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and Content">
  <p:cSld name="3_Title and Content">
    <p:spTree>
      <p:nvGrpSpPr>
        <p:cNvPr id="2090" name="Shape 2090"/>
        <p:cNvGrpSpPr/>
        <p:nvPr/>
      </p:nvGrpSpPr>
      <p:grpSpPr>
        <a:xfrm>
          <a:off x="0" y="0"/>
          <a:ext cx="0" cy="0"/>
          <a:chOff x="0" y="0"/>
          <a:chExt cx="0" cy="0"/>
        </a:xfrm>
      </p:grpSpPr>
      <p:pic>
        <p:nvPicPr>
          <p:cNvPr id="2091" name="Google Shape;2091;p342"/>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092" name="Google Shape;2092;p342"/>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093" name="Google Shape;2093;p342"/>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094" name="Google Shape;2094;p342"/>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95" name="Google Shape;2095;p342"/>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96" name="Google Shape;2096;p342"/>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and Content">
  <p:cSld name="4_Title and Content">
    <p:spTree>
      <p:nvGrpSpPr>
        <p:cNvPr id="2097" name="Shape 2097"/>
        <p:cNvGrpSpPr/>
        <p:nvPr/>
      </p:nvGrpSpPr>
      <p:grpSpPr>
        <a:xfrm>
          <a:off x="0" y="0"/>
          <a:ext cx="0" cy="0"/>
          <a:chOff x="0" y="0"/>
          <a:chExt cx="0" cy="0"/>
        </a:xfrm>
      </p:grpSpPr>
      <p:pic>
        <p:nvPicPr>
          <p:cNvPr id="2098" name="Google Shape;2098;p343"/>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099" name="Google Shape;2099;p343"/>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100" name="Google Shape;2100;p343"/>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101" name="Google Shape;2101;p343"/>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02" name="Google Shape;2102;p343"/>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103" name="Google Shape;2103;p343"/>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and Content">
  <p:cSld name="5_Title and Content">
    <p:spTree>
      <p:nvGrpSpPr>
        <p:cNvPr id="2104" name="Shape 2104"/>
        <p:cNvGrpSpPr/>
        <p:nvPr/>
      </p:nvGrpSpPr>
      <p:grpSpPr>
        <a:xfrm>
          <a:off x="0" y="0"/>
          <a:ext cx="0" cy="0"/>
          <a:chOff x="0" y="0"/>
          <a:chExt cx="0" cy="0"/>
        </a:xfrm>
      </p:grpSpPr>
      <p:pic>
        <p:nvPicPr>
          <p:cNvPr id="2105" name="Google Shape;2105;p344"/>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106" name="Google Shape;2106;p344"/>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107" name="Google Shape;2107;p344"/>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108" name="Google Shape;2108;p344"/>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09" name="Google Shape;2109;p344"/>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110" name="Google Shape;2110;p344"/>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Title and Content">
  <p:cSld name="6_Title and Content">
    <p:spTree>
      <p:nvGrpSpPr>
        <p:cNvPr id="2111" name="Shape 2111"/>
        <p:cNvGrpSpPr/>
        <p:nvPr/>
      </p:nvGrpSpPr>
      <p:grpSpPr>
        <a:xfrm>
          <a:off x="0" y="0"/>
          <a:ext cx="0" cy="0"/>
          <a:chOff x="0" y="0"/>
          <a:chExt cx="0" cy="0"/>
        </a:xfrm>
      </p:grpSpPr>
      <p:pic>
        <p:nvPicPr>
          <p:cNvPr id="2112" name="Google Shape;2112;p345"/>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113" name="Google Shape;2113;p345"/>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114" name="Google Shape;2114;p345"/>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115" name="Google Shape;2115;p345"/>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16" name="Google Shape;2116;p345"/>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117" name="Google Shape;2117;p345"/>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Title and Content">
  <p:cSld name="10_Title and Content">
    <p:spTree>
      <p:nvGrpSpPr>
        <p:cNvPr id="2118" name="Shape 2118"/>
        <p:cNvGrpSpPr/>
        <p:nvPr/>
      </p:nvGrpSpPr>
      <p:grpSpPr>
        <a:xfrm>
          <a:off x="0" y="0"/>
          <a:ext cx="0" cy="0"/>
          <a:chOff x="0" y="0"/>
          <a:chExt cx="0" cy="0"/>
        </a:xfrm>
      </p:grpSpPr>
      <p:pic>
        <p:nvPicPr>
          <p:cNvPr id="2119" name="Google Shape;2119;p346"/>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120" name="Google Shape;2120;p346"/>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121" name="Google Shape;2121;p346"/>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122" name="Google Shape;2122;p346"/>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23" name="Google Shape;2123;p346"/>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124" name="Google Shape;2124;p346"/>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Title and Content">
  <p:cSld name="11_Title and Content">
    <p:spTree>
      <p:nvGrpSpPr>
        <p:cNvPr id="2125" name="Shape 2125"/>
        <p:cNvGrpSpPr/>
        <p:nvPr/>
      </p:nvGrpSpPr>
      <p:grpSpPr>
        <a:xfrm>
          <a:off x="0" y="0"/>
          <a:ext cx="0" cy="0"/>
          <a:chOff x="0" y="0"/>
          <a:chExt cx="0" cy="0"/>
        </a:xfrm>
      </p:grpSpPr>
      <p:pic>
        <p:nvPicPr>
          <p:cNvPr id="2126" name="Google Shape;2126;p347"/>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127" name="Google Shape;2127;p347"/>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128" name="Google Shape;2128;p347"/>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129" name="Google Shape;2129;p347"/>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30" name="Google Shape;2130;p347"/>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131" name="Google Shape;2131;p347"/>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Title and Content">
  <p:cSld name="12_Title and Content">
    <p:spTree>
      <p:nvGrpSpPr>
        <p:cNvPr id="2132" name="Shape 2132"/>
        <p:cNvGrpSpPr/>
        <p:nvPr/>
      </p:nvGrpSpPr>
      <p:grpSpPr>
        <a:xfrm>
          <a:off x="0" y="0"/>
          <a:ext cx="0" cy="0"/>
          <a:chOff x="0" y="0"/>
          <a:chExt cx="0" cy="0"/>
        </a:xfrm>
      </p:grpSpPr>
      <p:pic>
        <p:nvPicPr>
          <p:cNvPr id="2133" name="Google Shape;2133;p348"/>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134" name="Google Shape;2134;p348"/>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135" name="Google Shape;2135;p348"/>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136" name="Google Shape;2136;p348"/>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37" name="Google Shape;2137;p348"/>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138" name="Google Shape;2138;p348"/>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Title and Content">
  <p:cSld name="13_Title and Content">
    <p:spTree>
      <p:nvGrpSpPr>
        <p:cNvPr id="2139" name="Shape 2139"/>
        <p:cNvGrpSpPr/>
        <p:nvPr/>
      </p:nvGrpSpPr>
      <p:grpSpPr>
        <a:xfrm>
          <a:off x="0" y="0"/>
          <a:ext cx="0" cy="0"/>
          <a:chOff x="0" y="0"/>
          <a:chExt cx="0" cy="0"/>
        </a:xfrm>
      </p:grpSpPr>
      <p:pic>
        <p:nvPicPr>
          <p:cNvPr id="2140" name="Google Shape;2140;p349"/>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141" name="Google Shape;2141;p349"/>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142" name="Google Shape;2142;p349"/>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143" name="Google Shape;2143;p349"/>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44" name="Google Shape;2144;p349"/>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145" name="Google Shape;2145;p349"/>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Title and Content">
  <p:cSld name="14_Title and Content">
    <p:spTree>
      <p:nvGrpSpPr>
        <p:cNvPr id="2146" name="Shape 2146"/>
        <p:cNvGrpSpPr/>
        <p:nvPr/>
      </p:nvGrpSpPr>
      <p:grpSpPr>
        <a:xfrm>
          <a:off x="0" y="0"/>
          <a:ext cx="0" cy="0"/>
          <a:chOff x="0" y="0"/>
          <a:chExt cx="0" cy="0"/>
        </a:xfrm>
      </p:grpSpPr>
      <p:pic>
        <p:nvPicPr>
          <p:cNvPr id="2147" name="Google Shape;2147;p350"/>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148" name="Google Shape;2148;p350"/>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149" name="Google Shape;2149;p350"/>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150" name="Google Shape;2150;p350"/>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51" name="Google Shape;2151;p350"/>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152" name="Google Shape;2152;p350"/>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Title and Content">
  <p:cSld name="15_Title and Content">
    <p:spTree>
      <p:nvGrpSpPr>
        <p:cNvPr id="2153" name="Shape 2153"/>
        <p:cNvGrpSpPr/>
        <p:nvPr/>
      </p:nvGrpSpPr>
      <p:grpSpPr>
        <a:xfrm>
          <a:off x="0" y="0"/>
          <a:ext cx="0" cy="0"/>
          <a:chOff x="0" y="0"/>
          <a:chExt cx="0" cy="0"/>
        </a:xfrm>
      </p:grpSpPr>
      <p:pic>
        <p:nvPicPr>
          <p:cNvPr id="2154" name="Google Shape;2154;p351"/>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155" name="Google Shape;2155;p351"/>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156" name="Google Shape;2156;p351"/>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157" name="Google Shape;2157;p351"/>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58" name="Google Shape;2158;p351"/>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159" name="Google Shape;2159;p351"/>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Title and Content">
  <p:cSld name="16_Title and Content">
    <p:spTree>
      <p:nvGrpSpPr>
        <p:cNvPr id="2160" name="Shape 2160"/>
        <p:cNvGrpSpPr/>
        <p:nvPr/>
      </p:nvGrpSpPr>
      <p:grpSpPr>
        <a:xfrm>
          <a:off x="0" y="0"/>
          <a:ext cx="0" cy="0"/>
          <a:chOff x="0" y="0"/>
          <a:chExt cx="0" cy="0"/>
        </a:xfrm>
      </p:grpSpPr>
      <p:pic>
        <p:nvPicPr>
          <p:cNvPr id="2161" name="Google Shape;2161;p352"/>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162" name="Google Shape;2162;p352"/>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163" name="Google Shape;2163;p352"/>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164" name="Google Shape;2164;p352"/>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65" name="Google Shape;2165;p352"/>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166" name="Google Shape;2166;p352"/>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Title and Content">
  <p:cSld name="17_Title and Content">
    <p:spTree>
      <p:nvGrpSpPr>
        <p:cNvPr id="2167" name="Shape 2167"/>
        <p:cNvGrpSpPr/>
        <p:nvPr/>
      </p:nvGrpSpPr>
      <p:grpSpPr>
        <a:xfrm>
          <a:off x="0" y="0"/>
          <a:ext cx="0" cy="0"/>
          <a:chOff x="0" y="0"/>
          <a:chExt cx="0" cy="0"/>
        </a:xfrm>
      </p:grpSpPr>
      <p:pic>
        <p:nvPicPr>
          <p:cNvPr id="2168" name="Google Shape;2168;p353"/>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169" name="Google Shape;2169;p353"/>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170" name="Google Shape;2170;p353"/>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171" name="Google Shape;2171;p353"/>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72" name="Google Shape;2172;p353"/>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173" name="Google Shape;2173;p353"/>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Title and Content">
  <p:cSld name="18_Title and Content">
    <p:spTree>
      <p:nvGrpSpPr>
        <p:cNvPr id="2174" name="Shape 2174"/>
        <p:cNvGrpSpPr/>
        <p:nvPr/>
      </p:nvGrpSpPr>
      <p:grpSpPr>
        <a:xfrm>
          <a:off x="0" y="0"/>
          <a:ext cx="0" cy="0"/>
          <a:chOff x="0" y="0"/>
          <a:chExt cx="0" cy="0"/>
        </a:xfrm>
      </p:grpSpPr>
      <p:pic>
        <p:nvPicPr>
          <p:cNvPr id="2175" name="Google Shape;2175;p354"/>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176" name="Google Shape;2176;p354"/>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177" name="Google Shape;2177;p354"/>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178" name="Google Shape;2178;p354"/>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79" name="Google Shape;2179;p354"/>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180" name="Google Shape;2180;p354"/>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_Title and Content">
  <p:cSld name="19_Title and Content">
    <p:spTree>
      <p:nvGrpSpPr>
        <p:cNvPr id="2181" name="Shape 2181"/>
        <p:cNvGrpSpPr/>
        <p:nvPr/>
      </p:nvGrpSpPr>
      <p:grpSpPr>
        <a:xfrm>
          <a:off x="0" y="0"/>
          <a:ext cx="0" cy="0"/>
          <a:chOff x="0" y="0"/>
          <a:chExt cx="0" cy="0"/>
        </a:xfrm>
      </p:grpSpPr>
      <p:pic>
        <p:nvPicPr>
          <p:cNvPr id="2182" name="Google Shape;2182;p355"/>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183" name="Google Shape;2183;p355"/>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184" name="Google Shape;2184;p355"/>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185" name="Google Shape;2185;p355"/>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86" name="Google Shape;2186;p355"/>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187" name="Google Shape;2187;p355"/>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_Title and Content">
  <p:cSld name="20_Title and Content">
    <p:spTree>
      <p:nvGrpSpPr>
        <p:cNvPr id="2188" name="Shape 2188"/>
        <p:cNvGrpSpPr/>
        <p:nvPr/>
      </p:nvGrpSpPr>
      <p:grpSpPr>
        <a:xfrm>
          <a:off x="0" y="0"/>
          <a:ext cx="0" cy="0"/>
          <a:chOff x="0" y="0"/>
          <a:chExt cx="0" cy="0"/>
        </a:xfrm>
      </p:grpSpPr>
      <p:pic>
        <p:nvPicPr>
          <p:cNvPr id="2189" name="Google Shape;2189;p356"/>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190" name="Google Shape;2190;p356"/>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191" name="Google Shape;2191;p356"/>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192" name="Google Shape;2192;p356"/>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93" name="Google Shape;2193;p356"/>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194" name="Google Shape;2194;p356"/>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Title and Content">
  <p:cSld name="21_Title and Content">
    <p:spTree>
      <p:nvGrpSpPr>
        <p:cNvPr id="2195" name="Shape 2195"/>
        <p:cNvGrpSpPr/>
        <p:nvPr/>
      </p:nvGrpSpPr>
      <p:grpSpPr>
        <a:xfrm>
          <a:off x="0" y="0"/>
          <a:ext cx="0" cy="0"/>
          <a:chOff x="0" y="0"/>
          <a:chExt cx="0" cy="0"/>
        </a:xfrm>
      </p:grpSpPr>
      <p:pic>
        <p:nvPicPr>
          <p:cNvPr id="2196" name="Google Shape;2196;p357"/>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197" name="Google Shape;2197;p357"/>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198" name="Google Shape;2198;p357"/>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199" name="Google Shape;2199;p357"/>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00" name="Google Shape;2200;p357"/>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01" name="Google Shape;2201;p357"/>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_Title and Content">
  <p:cSld name="22_Title and Content">
    <p:spTree>
      <p:nvGrpSpPr>
        <p:cNvPr id="2202" name="Shape 2202"/>
        <p:cNvGrpSpPr/>
        <p:nvPr/>
      </p:nvGrpSpPr>
      <p:grpSpPr>
        <a:xfrm>
          <a:off x="0" y="0"/>
          <a:ext cx="0" cy="0"/>
          <a:chOff x="0" y="0"/>
          <a:chExt cx="0" cy="0"/>
        </a:xfrm>
      </p:grpSpPr>
      <p:pic>
        <p:nvPicPr>
          <p:cNvPr id="2203" name="Google Shape;2203;p358"/>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204" name="Google Shape;2204;p358"/>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205" name="Google Shape;2205;p358"/>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206" name="Google Shape;2206;p358"/>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07" name="Google Shape;2207;p358"/>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08" name="Google Shape;2208;p358"/>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_Title and Content">
  <p:cSld name="23_Title and Content">
    <p:spTree>
      <p:nvGrpSpPr>
        <p:cNvPr id="2209" name="Shape 2209"/>
        <p:cNvGrpSpPr/>
        <p:nvPr/>
      </p:nvGrpSpPr>
      <p:grpSpPr>
        <a:xfrm>
          <a:off x="0" y="0"/>
          <a:ext cx="0" cy="0"/>
          <a:chOff x="0" y="0"/>
          <a:chExt cx="0" cy="0"/>
        </a:xfrm>
      </p:grpSpPr>
      <p:pic>
        <p:nvPicPr>
          <p:cNvPr id="2210" name="Google Shape;2210;p359"/>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211" name="Google Shape;2211;p359"/>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212" name="Google Shape;2212;p359"/>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213" name="Google Shape;2213;p359"/>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14" name="Google Shape;2214;p359"/>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15" name="Google Shape;2215;p359"/>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_Title and Content">
  <p:cSld name="24_Title and Content">
    <p:spTree>
      <p:nvGrpSpPr>
        <p:cNvPr id="2216" name="Shape 2216"/>
        <p:cNvGrpSpPr/>
        <p:nvPr/>
      </p:nvGrpSpPr>
      <p:grpSpPr>
        <a:xfrm>
          <a:off x="0" y="0"/>
          <a:ext cx="0" cy="0"/>
          <a:chOff x="0" y="0"/>
          <a:chExt cx="0" cy="0"/>
        </a:xfrm>
      </p:grpSpPr>
      <p:pic>
        <p:nvPicPr>
          <p:cNvPr id="2217" name="Google Shape;2217;p360"/>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218" name="Google Shape;2218;p360"/>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219" name="Google Shape;2219;p360"/>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220" name="Google Shape;2220;p360"/>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21" name="Google Shape;2221;p360"/>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22" name="Google Shape;2222;p360"/>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5_Title and Content">
  <p:cSld name="25_Title and Content">
    <p:spTree>
      <p:nvGrpSpPr>
        <p:cNvPr id="2223" name="Shape 2223"/>
        <p:cNvGrpSpPr/>
        <p:nvPr/>
      </p:nvGrpSpPr>
      <p:grpSpPr>
        <a:xfrm>
          <a:off x="0" y="0"/>
          <a:ext cx="0" cy="0"/>
          <a:chOff x="0" y="0"/>
          <a:chExt cx="0" cy="0"/>
        </a:xfrm>
      </p:grpSpPr>
      <p:pic>
        <p:nvPicPr>
          <p:cNvPr id="2224" name="Google Shape;2224;p361"/>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225" name="Google Shape;2225;p361"/>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226" name="Google Shape;2226;p361"/>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227" name="Google Shape;2227;p361"/>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28" name="Google Shape;2228;p361"/>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29" name="Google Shape;2229;p361"/>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6_Title and Content">
  <p:cSld name="26_Title and Content">
    <p:spTree>
      <p:nvGrpSpPr>
        <p:cNvPr id="2230" name="Shape 2230"/>
        <p:cNvGrpSpPr/>
        <p:nvPr/>
      </p:nvGrpSpPr>
      <p:grpSpPr>
        <a:xfrm>
          <a:off x="0" y="0"/>
          <a:ext cx="0" cy="0"/>
          <a:chOff x="0" y="0"/>
          <a:chExt cx="0" cy="0"/>
        </a:xfrm>
      </p:grpSpPr>
      <p:pic>
        <p:nvPicPr>
          <p:cNvPr id="2231" name="Google Shape;2231;p362"/>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232" name="Google Shape;2232;p362"/>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233" name="Google Shape;2233;p362"/>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234" name="Google Shape;2234;p362"/>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35" name="Google Shape;2235;p362"/>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36" name="Google Shape;2236;p362"/>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7_Title and Content">
  <p:cSld name="27_Title and Content">
    <p:spTree>
      <p:nvGrpSpPr>
        <p:cNvPr id="2237" name="Shape 2237"/>
        <p:cNvGrpSpPr/>
        <p:nvPr/>
      </p:nvGrpSpPr>
      <p:grpSpPr>
        <a:xfrm>
          <a:off x="0" y="0"/>
          <a:ext cx="0" cy="0"/>
          <a:chOff x="0" y="0"/>
          <a:chExt cx="0" cy="0"/>
        </a:xfrm>
      </p:grpSpPr>
      <p:pic>
        <p:nvPicPr>
          <p:cNvPr id="2238" name="Google Shape;2238;p363"/>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239" name="Google Shape;2239;p363"/>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240" name="Google Shape;2240;p363"/>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241" name="Google Shape;2241;p363"/>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42" name="Google Shape;2242;p363"/>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43" name="Google Shape;2243;p363"/>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_Title and Content">
  <p:cSld name="28_Title and Content">
    <p:spTree>
      <p:nvGrpSpPr>
        <p:cNvPr id="2244" name="Shape 2244"/>
        <p:cNvGrpSpPr/>
        <p:nvPr/>
      </p:nvGrpSpPr>
      <p:grpSpPr>
        <a:xfrm>
          <a:off x="0" y="0"/>
          <a:ext cx="0" cy="0"/>
          <a:chOff x="0" y="0"/>
          <a:chExt cx="0" cy="0"/>
        </a:xfrm>
      </p:grpSpPr>
      <p:pic>
        <p:nvPicPr>
          <p:cNvPr id="2245" name="Google Shape;2245;p364"/>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246" name="Google Shape;2246;p364"/>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247" name="Google Shape;2247;p364"/>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248" name="Google Shape;2248;p364"/>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49" name="Google Shape;2249;p364"/>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50" name="Google Shape;2250;p364"/>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9_Title and Content">
  <p:cSld name="29_Title and Content">
    <p:spTree>
      <p:nvGrpSpPr>
        <p:cNvPr id="2251" name="Shape 2251"/>
        <p:cNvGrpSpPr/>
        <p:nvPr/>
      </p:nvGrpSpPr>
      <p:grpSpPr>
        <a:xfrm>
          <a:off x="0" y="0"/>
          <a:ext cx="0" cy="0"/>
          <a:chOff x="0" y="0"/>
          <a:chExt cx="0" cy="0"/>
        </a:xfrm>
      </p:grpSpPr>
      <p:pic>
        <p:nvPicPr>
          <p:cNvPr id="2252" name="Google Shape;2252;p365"/>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253" name="Google Shape;2253;p365"/>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254" name="Google Shape;2254;p365"/>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255" name="Google Shape;2255;p365"/>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56" name="Google Shape;2256;p365"/>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57" name="Google Shape;2257;p365"/>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_Title and Content">
  <p:cSld name="30_Title and Content">
    <p:spTree>
      <p:nvGrpSpPr>
        <p:cNvPr id="2258" name="Shape 2258"/>
        <p:cNvGrpSpPr/>
        <p:nvPr/>
      </p:nvGrpSpPr>
      <p:grpSpPr>
        <a:xfrm>
          <a:off x="0" y="0"/>
          <a:ext cx="0" cy="0"/>
          <a:chOff x="0" y="0"/>
          <a:chExt cx="0" cy="0"/>
        </a:xfrm>
      </p:grpSpPr>
      <p:pic>
        <p:nvPicPr>
          <p:cNvPr id="2259" name="Google Shape;2259;p366"/>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260" name="Google Shape;2260;p366"/>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261" name="Google Shape;2261;p366"/>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262" name="Google Shape;2262;p366"/>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63" name="Google Shape;2263;p366"/>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64" name="Google Shape;2264;p366"/>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_Title and Content">
  <p:cSld name="31_Title and Content">
    <p:spTree>
      <p:nvGrpSpPr>
        <p:cNvPr id="2265" name="Shape 2265"/>
        <p:cNvGrpSpPr/>
        <p:nvPr/>
      </p:nvGrpSpPr>
      <p:grpSpPr>
        <a:xfrm>
          <a:off x="0" y="0"/>
          <a:ext cx="0" cy="0"/>
          <a:chOff x="0" y="0"/>
          <a:chExt cx="0" cy="0"/>
        </a:xfrm>
      </p:grpSpPr>
      <p:pic>
        <p:nvPicPr>
          <p:cNvPr id="2266" name="Google Shape;2266;p367"/>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267" name="Google Shape;2267;p367"/>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268" name="Google Shape;2268;p367"/>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269" name="Google Shape;2269;p367"/>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70" name="Google Shape;2270;p367"/>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71" name="Google Shape;2271;p367"/>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2_Title and Content">
  <p:cSld name="32_Title and Content">
    <p:spTree>
      <p:nvGrpSpPr>
        <p:cNvPr id="2272" name="Shape 2272"/>
        <p:cNvGrpSpPr/>
        <p:nvPr/>
      </p:nvGrpSpPr>
      <p:grpSpPr>
        <a:xfrm>
          <a:off x="0" y="0"/>
          <a:ext cx="0" cy="0"/>
          <a:chOff x="0" y="0"/>
          <a:chExt cx="0" cy="0"/>
        </a:xfrm>
      </p:grpSpPr>
      <p:pic>
        <p:nvPicPr>
          <p:cNvPr id="2273" name="Google Shape;2273;p368"/>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274" name="Google Shape;2274;p368"/>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275" name="Google Shape;2275;p368"/>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276" name="Google Shape;2276;p368"/>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77" name="Google Shape;2277;p368"/>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78" name="Google Shape;2278;p368"/>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_Title and Content">
  <p:cSld name="33_Title and Content">
    <p:spTree>
      <p:nvGrpSpPr>
        <p:cNvPr id="2279" name="Shape 2279"/>
        <p:cNvGrpSpPr/>
        <p:nvPr/>
      </p:nvGrpSpPr>
      <p:grpSpPr>
        <a:xfrm>
          <a:off x="0" y="0"/>
          <a:ext cx="0" cy="0"/>
          <a:chOff x="0" y="0"/>
          <a:chExt cx="0" cy="0"/>
        </a:xfrm>
      </p:grpSpPr>
      <p:pic>
        <p:nvPicPr>
          <p:cNvPr id="2280" name="Google Shape;2280;p369"/>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281" name="Google Shape;2281;p369"/>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282" name="Google Shape;2282;p369"/>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283" name="Google Shape;2283;p369"/>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84" name="Google Shape;2284;p369"/>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85" name="Google Shape;2285;p369"/>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2_Title and Content">
  <p:cSld name="42_Title and Content">
    <p:spTree>
      <p:nvGrpSpPr>
        <p:cNvPr id="2286" name="Shape 2286"/>
        <p:cNvGrpSpPr/>
        <p:nvPr/>
      </p:nvGrpSpPr>
      <p:grpSpPr>
        <a:xfrm>
          <a:off x="0" y="0"/>
          <a:ext cx="0" cy="0"/>
          <a:chOff x="0" y="0"/>
          <a:chExt cx="0" cy="0"/>
        </a:xfrm>
      </p:grpSpPr>
      <p:pic>
        <p:nvPicPr>
          <p:cNvPr id="2287" name="Google Shape;2287;p370"/>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288" name="Google Shape;2288;p370"/>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289" name="Google Shape;2289;p370"/>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290" name="Google Shape;2290;p370"/>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91" name="Google Shape;2291;p370"/>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92" name="Google Shape;2292;p370"/>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3_Title and Content">
  <p:cSld name="43_Title and Content">
    <p:spTree>
      <p:nvGrpSpPr>
        <p:cNvPr id="2293" name="Shape 2293"/>
        <p:cNvGrpSpPr/>
        <p:nvPr/>
      </p:nvGrpSpPr>
      <p:grpSpPr>
        <a:xfrm>
          <a:off x="0" y="0"/>
          <a:ext cx="0" cy="0"/>
          <a:chOff x="0" y="0"/>
          <a:chExt cx="0" cy="0"/>
        </a:xfrm>
      </p:grpSpPr>
      <p:pic>
        <p:nvPicPr>
          <p:cNvPr id="2294" name="Google Shape;2294;p371"/>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295" name="Google Shape;2295;p371"/>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296" name="Google Shape;2296;p371"/>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297" name="Google Shape;2297;p371"/>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98" name="Google Shape;2298;p371"/>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99" name="Google Shape;2299;p371"/>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4_Title and Content">
  <p:cSld name="44_Title and Content">
    <p:spTree>
      <p:nvGrpSpPr>
        <p:cNvPr id="2300" name="Shape 2300"/>
        <p:cNvGrpSpPr/>
        <p:nvPr/>
      </p:nvGrpSpPr>
      <p:grpSpPr>
        <a:xfrm>
          <a:off x="0" y="0"/>
          <a:ext cx="0" cy="0"/>
          <a:chOff x="0" y="0"/>
          <a:chExt cx="0" cy="0"/>
        </a:xfrm>
      </p:grpSpPr>
      <p:pic>
        <p:nvPicPr>
          <p:cNvPr id="2301" name="Google Shape;2301;p372"/>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302" name="Google Shape;2302;p372"/>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303" name="Google Shape;2303;p372"/>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304" name="Google Shape;2304;p372"/>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305" name="Google Shape;2305;p372"/>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306" name="Google Shape;2306;p372"/>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5_Title and Content">
  <p:cSld name="45_Title and Content">
    <p:spTree>
      <p:nvGrpSpPr>
        <p:cNvPr id="2307" name="Shape 2307"/>
        <p:cNvGrpSpPr/>
        <p:nvPr/>
      </p:nvGrpSpPr>
      <p:grpSpPr>
        <a:xfrm>
          <a:off x="0" y="0"/>
          <a:ext cx="0" cy="0"/>
          <a:chOff x="0" y="0"/>
          <a:chExt cx="0" cy="0"/>
        </a:xfrm>
      </p:grpSpPr>
      <p:pic>
        <p:nvPicPr>
          <p:cNvPr id="2308" name="Google Shape;2308;p373"/>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309" name="Google Shape;2309;p373"/>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310" name="Google Shape;2310;p373"/>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311" name="Google Shape;2311;p373"/>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312" name="Google Shape;2312;p373"/>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313" name="Google Shape;2313;p373"/>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6_Title and Content">
  <p:cSld name="46_Title and Content">
    <p:spTree>
      <p:nvGrpSpPr>
        <p:cNvPr id="2314" name="Shape 2314"/>
        <p:cNvGrpSpPr/>
        <p:nvPr/>
      </p:nvGrpSpPr>
      <p:grpSpPr>
        <a:xfrm>
          <a:off x="0" y="0"/>
          <a:ext cx="0" cy="0"/>
          <a:chOff x="0" y="0"/>
          <a:chExt cx="0" cy="0"/>
        </a:xfrm>
      </p:grpSpPr>
      <p:pic>
        <p:nvPicPr>
          <p:cNvPr id="2315" name="Google Shape;2315;p374"/>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316" name="Google Shape;2316;p374"/>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317" name="Google Shape;2317;p374"/>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318" name="Google Shape;2318;p374"/>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319" name="Google Shape;2319;p374"/>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320" name="Google Shape;2320;p374"/>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7_Title and Content">
  <p:cSld name="47_Title and Content">
    <p:spTree>
      <p:nvGrpSpPr>
        <p:cNvPr id="2321" name="Shape 2321"/>
        <p:cNvGrpSpPr/>
        <p:nvPr/>
      </p:nvGrpSpPr>
      <p:grpSpPr>
        <a:xfrm>
          <a:off x="0" y="0"/>
          <a:ext cx="0" cy="0"/>
          <a:chOff x="0" y="0"/>
          <a:chExt cx="0" cy="0"/>
        </a:xfrm>
      </p:grpSpPr>
      <p:pic>
        <p:nvPicPr>
          <p:cNvPr id="2322" name="Google Shape;2322;p375"/>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323" name="Google Shape;2323;p375"/>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324" name="Google Shape;2324;p375"/>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325" name="Google Shape;2325;p375"/>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326" name="Google Shape;2326;p375"/>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327" name="Google Shape;2327;p375"/>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8_Title and Content">
  <p:cSld name="48_Title and Content">
    <p:spTree>
      <p:nvGrpSpPr>
        <p:cNvPr id="2328" name="Shape 2328"/>
        <p:cNvGrpSpPr/>
        <p:nvPr/>
      </p:nvGrpSpPr>
      <p:grpSpPr>
        <a:xfrm>
          <a:off x="0" y="0"/>
          <a:ext cx="0" cy="0"/>
          <a:chOff x="0" y="0"/>
          <a:chExt cx="0" cy="0"/>
        </a:xfrm>
      </p:grpSpPr>
      <p:pic>
        <p:nvPicPr>
          <p:cNvPr id="2329" name="Google Shape;2329;p376"/>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330" name="Google Shape;2330;p376"/>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331" name="Google Shape;2331;p376"/>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332" name="Google Shape;2332;p376"/>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333" name="Google Shape;2333;p376"/>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334" name="Google Shape;2334;p376"/>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9_Title and Content">
  <p:cSld name="49_Title and Content">
    <p:spTree>
      <p:nvGrpSpPr>
        <p:cNvPr id="2335" name="Shape 2335"/>
        <p:cNvGrpSpPr/>
        <p:nvPr/>
      </p:nvGrpSpPr>
      <p:grpSpPr>
        <a:xfrm>
          <a:off x="0" y="0"/>
          <a:ext cx="0" cy="0"/>
          <a:chOff x="0" y="0"/>
          <a:chExt cx="0" cy="0"/>
        </a:xfrm>
      </p:grpSpPr>
      <p:pic>
        <p:nvPicPr>
          <p:cNvPr id="2336" name="Google Shape;2336;p377"/>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337" name="Google Shape;2337;p377"/>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338" name="Google Shape;2338;p377"/>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339" name="Google Shape;2339;p377"/>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340" name="Google Shape;2340;p377"/>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341" name="Google Shape;2341;p377"/>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0_Title and Content">
  <p:cSld name="50_Title and Content">
    <p:spTree>
      <p:nvGrpSpPr>
        <p:cNvPr id="2342" name="Shape 2342"/>
        <p:cNvGrpSpPr/>
        <p:nvPr/>
      </p:nvGrpSpPr>
      <p:grpSpPr>
        <a:xfrm>
          <a:off x="0" y="0"/>
          <a:ext cx="0" cy="0"/>
          <a:chOff x="0" y="0"/>
          <a:chExt cx="0" cy="0"/>
        </a:xfrm>
      </p:grpSpPr>
      <p:pic>
        <p:nvPicPr>
          <p:cNvPr id="2343" name="Google Shape;2343;p378"/>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344" name="Google Shape;2344;p378"/>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345" name="Google Shape;2345;p378"/>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346" name="Google Shape;2346;p378"/>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347" name="Google Shape;2347;p378"/>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348" name="Google Shape;2348;p378"/>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1_Title and Content">
  <p:cSld name="51_Title and Content">
    <p:spTree>
      <p:nvGrpSpPr>
        <p:cNvPr id="2349" name="Shape 2349"/>
        <p:cNvGrpSpPr/>
        <p:nvPr/>
      </p:nvGrpSpPr>
      <p:grpSpPr>
        <a:xfrm>
          <a:off x="0" y="0"/>
          <a:ext cx="0" cy="0"/>
          <a:chOff x="0" y="0"/>
          <a:chExt cx="0" cy="0"/>
        </a:xfrm>
      </p:grpSpPr>
      <p:pic>
        <p:nvPicPr>
          <p:cNvPr id="2350" name="Google Shape;2350;p379"/>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351" name="Google Shape;2351;p379"/>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352" name="Google Shape;2352;p379"/>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353" name="Google Shape;2353;p379"/>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354" name="Google Shape;2354;p379"/>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355" name="Google Shape;2355;p379"/>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2_Title and Content">
  <p:cSld name="52_Title and Content">
    <p:spTree>
      <p:nvGrpSpPr>
        <p:cNvPr id="2356" name="Shape 2356"/>
        <p:cNvGrpSpPr/>
        <p:nvPr/>
      </p:nvGrpSpPr>
      <p:grpSpPr>
        <a:xfrm>
          <a:off x="0" y="0"/>
          <a:ext cx="0" cy="0"/>
          <a:chOff x="0" y="0"/>
          <a:chExt cx="0" cy="0"/>
        </a:xfrm>
      </p:grpSpPr>
      <p:pic>
        <p:nvPicPr>
          <p:cNvPr id="2357" name="Google Shape;2357;p380"/>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358" name="Google Shape;2358;p380"/>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359" name="Google Shape;2359;p380"/>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360" name="Google Shape;2360;p380"/>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361" name="Google Shape;2361;p380"/>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362" name="Google Shape;2362;p380"/>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3_Title and Content">
  <p:cSld name="53_Title and Content">
    <p:spTree>
      <p:nvGrpSpPr>
        <p:cNvPr id="2363" name="Shape 2363"/>
        <p:cNvGrpSpPr/>
        <p:nvPr/>
      </p:nvGrpSpPr>
      <p:grpSpPr>
        <a:xfrm>
          <a:off x="0" y="0"/>
          <a:ext cx="0" cy="0"/>
          <a:chOff x="0" y="0"/>
          <a:chExt cx="0" cy="0"/>
        </a:xfrm>
      </p:grpSpPr>
      <p:pic>
        <p:nvPicPr>
          <p:cNvPr id="2364" name="Google Shape;2364;p381"/>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365" name="Google Shape;2365;p381"/>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366" name="Google Shape;2366;p381"/>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367" name="Google Shape;2367;p381"/>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368" name="Google Shape;2368;p381"/>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369" name="Google Shape;2369;p381"/>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4_Title and Content">
  <p:cSld name="54_Title and Content">
    <p:spTree>
      <p:nvGrpSpPr>
        <p:cNvPr id="2370" name="Shape 2370"/>
        <p:cNvGrpSpPr/>
        <p:nvPr/>
      </p:nvGrpSpPr>
      <p:grpSpPr>
        <a:xfrm>
          <a:off x="0" y="0"/>
          <a:ext cx="0" cy="0"/>
          <a:chOff x="0" y="0"/>
          <a:chExt cx="0" cy="0"/>
        </a:xfrm>
      </p:grpSpPr>
      <p:pic>
        <p:nvPicPr>
          <p:cNvPr id="2371" name="Google Shape;2371;p382"/>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372" name="Google Shape;2372;p382"/>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373" name="Google Shape;2373;p382"/>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374" name="Google Shape;2374;p382"/>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375" name="Google Shape;2375;p382"/>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376" name="Google Shape;2376;p382"/>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5_Title and Content">
  <p:cSld name="55_Title and Content">
    <p:spTree>
      <p:nvGrpSpPr>
        <p:cNvPr id="2377" name="Shape 2377"/>
        <p:cNvGrpSpPr/>
        <p:nvPr/>
      </p:nvGrpSpPr>
      <p:grpSpPr>
        <a:xfrm>
          <a:off x="0" y="0"/>
          <a:ext cx="0" cy="0"/>
          <a:chOff x="0" y="0"/>
          <a:chExt cx="0" cy="0"/>
        </a:xfrm>
      </p:grpSpPr>
      <p:pic>
        <p:nvPicPr>
          <p:cNvPr id="2378" name="Google Shape;2378;p383"/>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379" name="Google Shape;2379;p383"/>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380" name="Google Shape;2380;p383"/>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381" name="Google Shape;2381;p383"/>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382" name="Google Shape;2382;p383"/>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383" name="Google Shape;2383;p383"/>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6_Title and Content">
  <p:cSld name="56_Title and Content">
    <p:spTree>
      <p:nvGrpSpPr>
        <p:cNvPr id="2384" name="Shape 2384"/>
        <p:cNvGrpSpPr/>
        <p:nvPr/>
      </p:nvGrpSpPr>
      <p:grpSpPr>
        <a:xfrm>
          <a:off x="0" y="0"/>
          <a:ext cx="0" cy="0"/>
          <a:chOff x="0" y="0"/>
          <a:chExt cx="0" cy="0"/>
        </a:xfrm>
      </p:grpSpPr>
      <p:pic>
        <p:nvPicPr>
          <p:cNvPr id="2385" name="Google Shape;2385;p384"/>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386" name="Google Shape;2386;p384"/>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387" name="Google Shape;2387;p384"/>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388" name="Google Shape;2388;p384"/>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389" name="Google Shape;2389;p384"/>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390" name="Google Shape;2390;p384"/>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7_Title and Content">
  <p:cSld name="57_Title and Content">
    <p:spTree>
      <p:nvGrpSpPr>
        <p:cNvPr id="2391" name="Shape 2391"/>
        <p:cNvGrpSpPr/>
        <p:nvPr/>
      </p:nvGrpSpPr>
      <p:grpSpPr>
        <a:xfrm>
          <a:off x="0" y="0"/>
          <a:ext cx="0" cy="0"/>
          <a:chOff x="0" y="0"/>
          <a:chExt cx="0" cy="0"/>
        </a:xfrm>
      </p:grpSpPr>
      <p:pic>
        <p:nvPicPr>
          <p:cNvPr id="2392" name="Google Shape;2392;p385"/>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393" name="Google Shape;2393;p385"/>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394" name="Google Shape;2394;p385"/>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395" name="Google Shape;2395;p385"/>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396" name="Google Shape;2396;p385"/>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397" name="Google Shape;2397;p385"/>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9_Title and Content">
  <p:cSld name="59_Title and Content">
    <p:spTree>
      <p:nvGrpSpPr>
        <p:cNvPr id="2398" name="Shape 2398"/>
        <p:cNvGrpSpPr/>
        <p:nvPr/>
      </p:nvGrpSpPr>
      <p:grpSpPr>
        <a:xfrm>
          <a:off x="0" y="0"/>
          <a:ext cx="0" cy="0"/>
          <a:chOff x="0" y="0"/>
          <a:chExt cx="0" cy="0"/>
        </a:xfrm>
      </p:grpSpPr>
      <p:pic>
        <p:nvPicPr>
          <p:cNvPr id="2399" name="Google Shape;2399;p386"/>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400" name="Google Shape;2400;p386"/>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401" name="Google Shape;2401;p386"/>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402" name="Google Shape;2402;p386"/>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403" name="Google Shape;2403;p386"/>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04" name="Google Shape;2404;p386"/>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0_Title and Content">
  <p:cSld name="60_Title and Content">
    <p:spTree>
      <p:nvGrpSpPr>
        <p:cNvPr id="2405" name="Shape 2405"/>
        <p:cNvGrpSpPr/>
        <p:nvPr/>
      </p:nvGrpSpPr>
      <p:grpSpPr>
        <a:xfrm>
          <a:off x="0" y="0"/>
          <a:ext cx="0" cy="0"/>
          <a:chOff x="0" y="0"/>
          <a:chExt cx="0" cy="0"/>
        </a:xfrm>
      </p:grpSpPr>
      <p:pic>
        <p:nvPicPr>
          <p:cNvPr id="2406" name="Google Shape;2406;p387"/>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407" name="Google Shape;2407;p387"/>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408" name="Google Shape;2408;p387"/>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409" name="Google Shape;2409;p387"/>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410" name="Google Shape;2410;p387"/>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11" name="Google Shape;2411;p387"/>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1_Title and Content">
  <p:cSld name="61_Title and Content">
    <p:spTree>
      <p:nvGrpSpPr>
        <p:cNvPr id="2412" name="Shape 2412"/>
        <p:cNvGrpSpPr/>
        <p:nvPr/>
      </p:nvGrpSpPr>
      <p:grpSpPr>
        <a:xfrm>
          <a:off x="0" y="0"/>
          <a:ext cx="0" cy="0"/>
          <a:chOff x="0" y="0"/>
          <a:chExt cx="0" cy="0"/>
        </a:xfrm>
      </p:grpSpPr>
      <p:pic>
        <p:nvPicPr>
          <p:cNvPr id="2413" name="Google Shape;2413;p388"/>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414" name="Google Shape;2414;p388"/>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415" name="Google Shape;2415;p388"/>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416" name="Google Shape;2416;p388"/>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417" name="Google Shape;2417;p388"/>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18" name="Google Shape;2418;p388"/>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2_Title and Content">
  <p:cSld name="62_Title and Content">
    <p:spTree>
      <p:nvGrpSpPr>
        <p:cNvPr id="2419" name="Shape 2419"/>
        <p:cNvGrpSpPr/>
        <p:nvPr/>
      </p:nvGrpSpPr>
      <p:grpSpPr>
        <a:xfrm>
          <a:off x="0" y="0"/>
          <a:ext cx="0" cy="0"/>
          <a:chOff x="0" y="0"/>
          <a:chExt cx="0" cy="0"/>
        </a:xfrm>
      </p:grpSpPr>
      <p:pic>
        <p:nvPicPr>
          <p:cNvPr id="2420" name="Google Shape;2420;p389"/>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421" name="Google Shape;2421;p389"/>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422" name="Google Shape;2422;p389"/>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423" name="Google Shape;2423;p389"/>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424" name="Google Shape;2424;p389"/>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25" name="Google Shape;2425;p389"/>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3_Title and Content">
  <p:cSld name="63_Title and Content">
    <p:spTree>
      <p:nvGrpSpPr>
        <p:cNvPr id="2426" name="Shape 2426"/>
        <p:cNvGrpSpPr/>
        <p:nvPr/>
      </p:nvGrpSpPr>
      <p:grpSpPr>
        <a:xfrm>
          <a:off x="0" y="0"/>
          <a:ext cx="0" cy="0"/>
          <a:chOff x="0" y="0"/>
          <a:chExt cx="0" cy="0"/>
        </a:xfrm>
      </p:grpSpPr>
      <p:pic>
        <p:nvPicPr>
          <p:cNvPr id="2427" name="Google Shape;2427;p390"/>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428" name="Google Shape;2428;p390"/>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429" name="Google Shape;2429;p390"/>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430" name="Google Shape;2430;p390"/>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431" name="Google Shape;2431;p390"/>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32" name="Google Shape;2432;p390"/>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4_Title and Content">
  <p:cSld name="64_Title and Content">
    <p:spTree>
      <p:nvGrpSpPr>
        <p:cNvPr id="2433" name="Shape 2433"/>
        <p:cNvGrpSpPr/>
        <p:nvPr/>
      </p:nvGrpSpPr>
      <p:grpSpPr>
        <a:xfrm>
          <a:off x="0" y="0"/>
          <a:ext cx="0" cy="0"/>
          <a:chOff x="0" y="0"/>
          <a:chExt cx="0" cy="0"/>
        </a:xfrm>
      </p:grpSpPr>
      <p:pic>
        <p:nvPicPr>
          <p:cNvPr id="2434" name="Google Shape;2434;p391"/>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435" name="Google Shape;2435;p391"/>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436" name="Google Shape;2436;p391"/>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437" name="Google Shape;2437;p391"/>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438" name="Google Shape;2438;p391"/>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39" name="Google Shape;2439;p391"/>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5_Title and Content">
  <p:cSld name="65_Title and Content">
    <p:spTree>
      <p:nvGrpSpPr>
        <p:cNvPr id="2440" name="Shape 2440"/>
        <p:cNvGrpSpPr/>
        <p:nvPr/>
      </p:nvGrpSpPr>
      <p:grpSpPr>
        <a:xfrm>
          <a:off x="0" y="0"/>
          <a:ext cx="0" cy="0"/>
          <a:chOff x="0" y="0"/>
          <a:chExt cx="0" cy="0"/>
        </a:xfrm>
      </p:grpSpPr>
      <p:pic>
        <p:nvPicPr>
          <p:cNvPr id="2441" name="Google Shape;2441;p392"/>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442" name="Google Shape;2442;p392"/>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443" name="Google Shape;2443;p392"/>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444" name="Google Shape;2444;p392"/>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445" name="Google Shape;2445;p392"/>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46" name="Google Shape;2446;p392"/>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6_Title and Content">
  <p:cSld name="66_Title and Content">
    <p:spTree>
      <p:nvGrpSpPr>
        <p:cNvPr id="2447" name="Shape 2447"/>
        <p:cNvGrpSpPr/>
        <p:nvPr/>
      </p:nvGrpSpPr>
      <p:grpSpPr>
        <a:xfrm>
          <a:off x="0" y="0"/>
          <a:ext cx="0" cy="0"/>
          <a:chOff x="0" y="0"/>
          <a:chExt cx="0" cy="0"/>
        </a:xfrm>
      </p:grpSpPr>
      <p:pic>
        <p:nvPicPr>
          <p:cNvPr id="2448" name="Google Shape;2448;p393"/>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449" name="Google Shape;2449;p393"/>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450" name="Google Shape;2450;p393"/>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451" name="Google Shape;2451;p393"/>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452" name="Google Shape;2452;p393"/>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53" name="Google Shape;2453;p393"/>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one">
  <p:cSld name="Blank_one">
    <p:spTree>
      <p:nvGrpSpPr>
        <p:cNvPr id="2466" name="Shape 2466"/>
        <p:cNvGrpSpPr/>
        <p:nvPr/>
      </p:nvGrpSpPr>
      <p:grpSpPr>
        <a:xfrm>
          <a:off x="0" y="0"/>
          <a:ext cx="0" cy="0"/>
          <a:chOff x="0" y="0"/>
          <a:chExt cx="0" cy="0"/>
        </a:xfrm>
      </p:grpSpPr>
      <p:sp>
        <p:nvSpPr>
          <p:cNvPr id="2467" name="Google Shape;2467;p125"/>
          <p:cNvSpPr txBox="1"/>
          <p:nvPr/>
        </p:nvSpPr>
        <p:spPr>
          <a:xfrm>
            <a:off x="8153400" y="6550026"/>
            <a:ext cx="990600" cy="21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825"/>
              <a:buFont typeface="Arial"/>
              <a:buNone/>
            </a:pPr>
            <a:r>
              <a:rPr b="1" i="0" lang="en-US" sz="825" u="none" cap="none" strike="noStrike">
                <a:solidFill>
                  <a:srgbClr val="101141"/>
                </a:solidFill>
                <a:latin typeface="Arial"/>
                <a:ea typeface="Arial"/>
                <a:cs typeface="Arial"/>
                <a:sym typeface="Arial"/>
              </a:rPr>
              <a:t>BITS </a:t>
            </a:r>
            <a:r>
              <a:rPr b="0" i="0" lang="en-US" sz="825" u="none" cap="none" strike="noStrike">
                <a:solidFill>
                  <a:srgbClr val="101141"/>
                </a:solidFill>
                <a:latin typeface="Arial"/>
                <a:ea typeface="Arial"/>
                <a:cs typeface="Arial"/>
                <a:sym typeface="Arial"/>
              </a:rPr>
              <a:t>Pilani</a:t>
            </a:r>
            <a:endParaRPr b="0" i="0" sz="825" u="none" cap="none" strike="noStrike">
              <a:solidFill>
                <a:srgbClr val="101141"/>
              </a:solidFill>
              <a:latin typeface="Arial"/>
              <a:ea typeface="Arial"/>
              <a:cs typeface="Arial"/>
              <a:sym typeface="Arial"/>
            </a:endParaRPr>
          </a:p>
        </p:txBody>
      </p:sp>
      <p:grpSp>
        <p:nvGrpSpPr>
          <p:cNvPr id="2468" name="Google Shape;2468;p125"/>
          <p:cNvGrpSpPr/>
          <p:nvPr/>
        </p:nvGrpSpPr>
        <p:grpSpPr>
          <a:xfrm>
            <a:off x="2084388" y="6550027"/>
            <a:ext cx="7059612" cy="49213"/>
            <a:chOff x="2083888" y="6550671"/>
            <a:chExt cx="7060112" cy="48665"/>
          </a:xfrm>
        </p:grpSpPr>
        <p:sp>
          <p:nvSpPr>
            <p:cNvPr id="2469" name="Google Shape;2469;p125"/>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2470" name="Google Shape;2470;p125"/>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2471" name="Google Shape;2471;p125"/>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pic>
        <p:nvPicPr>
          <p:cNvPr descr="Picture 7.png" id="2472" name="Google Shape;2472;p125"/>
          <p:cNvPicPr preferRelativeResize="0"/>
          <p:nvPr/>
        </p:nvPicPr>
        <p:blipFill rotWithShape="1">
          <a:blip r:embed="rId2">
            <a:alphaModFix/>
          </a:blip>
          <a:srcRect b="5334" l="1923" r="0" t="0"/>
          <a:stretch/>
        </p:blipFill>
        <p:spPr>
          <a:xfrm>
            <a:off x="6629401" y="0"/>
            <a:ext cx="2193925" cy="692150"/>
          </a:xfrm>
          <a:prstGeom prst="rect">
            <a:avLst/>
          </a:prstGeom>
          <a:noFill/>
          <a:ln>
            <a:noFill/>
          </a:ln>
        </p:spPr>
      </p:pic>
      <p:grpSp>
        <p:nvGrpSpPr>
          <p:cNvPr id="2473" name="Google Shape;2473;p125"/>
          <p:cNvGrpSpPr/>
          <p:nvPr/>
        </p:nvGrpSpPr>
        <p:grpSpPr>
          <a:xfrm>
            <a:off x="2133600" y="6553200"/>
            <a:ext cx="7010400" cy="46038"/>
            <a:chOff x="1905000" y="6553200"/>
            <a:chExt cx="7010400" cy="45719"/>
          </a:xfrm>
        </p:grpSpPr>
        <p:sp>
          <p:nvSpPr>
            <p:cNvPr id="2474" name="Google Shape;2474;p125"/>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2475" name="Google Shape;2475;p125"/>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2476" name="Google Shape;2476;p125"/>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grpSp>
        <p:nvGrpSpPr>
          <p:cNvPr id="2477" name="Google Shape;2477;p125"/>
          <p:cNvGrpSpPr/>
          <p:nvPr/>
        </p:nvGrpSpPr>
        <p:grpSpPr>
          <a:xfrm>
            <a:off x="0" y="1295400"/>
            <a:ext cx="7010400" cy="46038"/>
            <a:chOff x="1905000" y="6553200"/>
            <a:chExt cx="7010400" cy="45719"/>
          </a:xfrm>
        </p:grpSpPr>
        <p:sp>
          <p:nvSpPr>
            <p:cNvPr id="2478" name="Google Shape;2478;p125"/>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2479" name="Google Shape;2479;p125"/>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2480" name="Google Shape;2480;p125"/>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spTree>
  </p:cSld>
  <p:clrMapOvr>
    <a:masterClrMapping/>
  </p:clrMapOvr>
</p:sldLayout>
</file>

<file path=ppt/slideLayouts/slideLayout2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481" name="Shape 2481"/>
        <p:cNvGrpSpPr/>
        <p:nvPr/>
      </p:nvGrpSpPr>
      <p:grpSpPr>
        <a:xfrm>
          <a:off x="0" y="0"/>
          <a:ext cx="0" cy="0"/>
          <a:chOff x="0" y="0"/>
          <a:chExt cx="0" cy="0"/>
        </a:xfrm>
      </p:grpSpPr>
      <p:sp>
        <p:nvSpPr>
          <p:cNvPr id="2482" name="Google Shape;2482;p131"/>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483" name="Google Shape;2483;p131"/>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484" name="Google Shape;2484;p131"/>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and Content">
  <p:cSld name="3_Title and Content">
    <p:spTree>
      <p:nvGrpSpPr>
        <p:cNvPr id="2485" name="Shape 2485"/>
        <p:cNvGrpSpPr/>
        <p:nvPr/>
      </p:nvGrpSpPr>
      <p:grpSpPr>
        <a:xfrm>
          <a:off x="0" y="0"/>
          <a:ext cx="0" cy="0"/>
          <a:chOff x="0" y="0"/>
          <a:chExt cx="0" cy="0"/>
        </a:xfrm>
      </p:grpSpPr>
      <p:sp>
        <p:nvSpPr>
          <p:cNvPr id="2486" name="Google Shape;2486;p132"/>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2487" name="Google Shape;2487;p132"/>
          <p:cNvGrpSpPr/>
          <p:nvPr/>
        </p:nvGrpSpPr>
        <p:grpSpPr>
          <a:xfrm>
            <a:off x="2084388" y="6550025"/>
            <a:ext cx="7059612" cy="49213"/>
            <a:chOff x="2083888" y="6550671"/>
            <a:chExt cx="7060112" cy="48665"/>
          </a:xfrm>
        </p:grpSpPr>
        <p:sp>
          <p:nvSpPr>
            <p:cNvPr id="2488" name="Google Shape;2488;p132"/>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2489" name="Google Shape;2489;p132"/>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2490" name="Google Shape;2490;p132"/>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2491" name="Google Shape;2491;p132"/>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2492" name="Google Shape;2492;p132"/>
          <p:cNvGrpSpPr/>
          <p:nvPr/>
        </p:nvGrpSpPr>
        <p:grpSpPr>
          <a:xfrm>
            <a:off x="2133600" y="6553200"/>
            <a:ext cx="7010400" cy="46038"/>
            <a:chOff x="1905000" y="6553200"/>
            <a:chExt cx="7010400" cy="45719"/>
          </a:xfrm>
        </p:grpSpPr>
        <p:sp>
          <p:nvSpPr>
            <p:cNvPr id="2493" name="Google Shape;2493;p132"/>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2494" name="Google Shape;2494;p132"/>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2495" name="Google Shape;2495;p132"/>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2496" name="Google Shape;2496;p132"/>
          <p:cNvGrpSpPr/>
          <p:nvPr/>
        </p:nvGrpSpPr>
        <p:grpSpPr>
          <a:xfrm>
            <a:off x="0" y="1295400"/>
            <a:ext cx="7010400" cy="46038"/>
            <a:chOff x="1905000" y="6553200"/>
            <a:chExt cx="7010400" cy="45719"/>
          </a:xfrm>
        </p:grpSpPr>
        <p:sp>
          <p:nvSpPr>
            <p:cNvPr id="2497" name="Google Shape;2497;p132"/>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2498" name="Google Shape;2498;p132"/>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2499" name="Google Shape;2499;p132"/>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
        <p:nvSpPr>
          <p:cNvPr id="2500" name="Google Shape;2500;p132"/>
          <p:cNvSpPr txBox="1"/>
          <p:nvPr>
            <p:ph idx="1" type="body"/>
          </p:nvPr>
        </p:nvSpPr>
        <p:spPr>
          <a:xfrm>
            <a:off x="304800" y="1493837"/>
            <a:ext cx="8229600" cy="4525963"/>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indent="-330200" lvl="1" marL="914400" marR="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indent="-381000" lvl="2" marL="1371600" algn="l">
              <a:lnSpc>
                <a:spcPct val="100000"/>
              </a:lnSpc>
              <a:spcBef>
                <a:spcPts val="480"/>
              </a:spcBef>
              <a:spcAft>
                <a:spcPts val="0"/>
              </a:spcAft>
              <a:buSzPts val="2400"/>
              <a:buChar char="•"/>
              <a:defRPr/>
            </a:lvl3pPr>
            <a:lvl4pPr indent="-355600" lvl="3" marL="1828800" algn="l">
              <a:lnSpc>
                <a:spcPct val="100000"/>
              </a:lnSpc>
              <a:spcBef>
                <a:spcPts val="400"/>
              </a:spcBef>
              <a:spcAft>
                <a:spcPts val="0"/>
              </a:spcAft>
              <a:buSzPts val="2000"/>
              <a:buChar char="–"/>
              <a:defRPr/>
            </a:lvl4pPr>
            <a:lvl5pPr indent="-355600" lvl="4" marL="2286000" algn="l">
              <a:lnSpc>
                <a:spcPct val="100000"/>
              </a:lnSpc>
              <a:spcBef>
                <a:spcPts val="400"/>
              </a:spcBef>
              <a:spcAft>
                <a:spcPts val="0"/>
              </a:spcAft>
              <a:buSzPts val="2000"/>
              <a:buChar char="»"/>
              <a:defRPr/>
            </a:lvl5pPr>
            <a:lvl6pPr indent="-355600" lvl="5" marL="2743200" algn="l">
              <a:lnSpc>
                <a:spcPct val="100000"/>
              </a:lnSpc>
              <a:spcBef>
                <a:spcPts val="400"/>
              </a:spcBef>
              <a:spcAft>
                <a:spcPts val="0"/>
              </a:spcAft>
              <a:buSzPts val="2000"/>
              <a:buChar char="•"/>
              <a:defRPr/>
            </a:lvl6pPr>
            <a:lvl7pPr indent="-355600" lvl="6" marL="3200400" algn="l">
              <a:lnSpc>
                <a:spcPct val="100000"/>
              </a:lnSpc>
              <a:spcBef>
                <a:spcPts val="400"/>
              </a:spcBef>
              <a:spcAft>
                <a:spcPts val="0"/>
              </a:spcAft>
              <a:buSzPts val="2000"/>
              <a:buChar char="•"/>
              <a:defRPr/>
            </a:lvl7pPr>
            <a:lvl8pPr indent="-355600" lvl="7" marL="3657600" algn="l">
              <a:lnSpc>
                <a:spcPct val="100000"/>
              </a:lnSpc>
              <a:spcBef>
                <a:spcPts val="400"/>
              </a:spcBef>
              <a:spcAft>
                <a:spcPts val="0"/>
              </a:spcAft>
              <a:buSzPts val="2000"/>
              <a:buChar char="•"/>
              <a:defRPr/>
            </a:lvl8pPr>
            <a:lvl9pPr indent="-355600" lvl="8" marL="4114800" algn="l">
              <a:lnSpc>
                <a:spcPct val="100000"/>
              </a:lnSpc>
              <a:spcBef>
                <a:spcPts val="400"/>
              </a:spcBef>
              <a:spcAft>
                <a:spcPts val="0"/>
              </a:spcAft>
              <a:buSzPts val="2000"/>
              <a:buChar char="•"/>
              <a:defRPr/>
            </a:lvl9pPr>
          </a:lstStyle>
          <a:p/>
        </p:txBody>
      </p:sp>
      <p:sp>
        <p:nvSpPr>
          <p:cNvPr id="2501" name="Google Shape;2501;p132"/>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3200"/>
              <a:buNone/>
              <a:defRPr b="1" sz="3600">
                <a:latin typeface="Arial"/>
                <a:ea typeface="Arial"/>
                <a:cs typeface="Arial"/>
                <a:sym typeface="Arial"/>
              </a:defRPr>
            </a:lvl1pPr>
            <a:lvl2pPr indent="-406400" lvl="1" marL="914400" algn="l">
              <a:lnSpc>
                <a:spcPct val="100000"/>
              </a:lnSpc>
              <a:spcBef>
                <a:spcPts val="560"/>
              </a:spcBef>
              <a:spcAft>
                <a:spcPts val="0"/>
              </a:spcAft>
              <a:buSzPts val="2800"/>
              <a:buChar char="–"/>
              <a:defRPr/>
            </a:lvl2pPr>
            <a:lvl3pPr indent="-381000" lvl="2" marL="1371600" algn="l">
              <a:lnSpc>
                <a:spcPct val="100000"/>
              </a:lnSpc>
              <a:spcBef>
                <a:spcPts val="480"/>
              </a:spcBef>
              <a:spcAft>
                <a:spcPts val="0"/>
              </a:spcAft>
              <a:buSzPts val="2400"/>
              <a:buChar char="•"/>
              <a:defRPr/>
            </a:lvl3pPr>
            <a:lvl4pPr indent="-355600" lvl="3" marL="1828800" algn="l">
              <a:lnSpc>
                <a:spcPct val="100000"/>
              </a:lnSpc>
              <a:spcBef>
                <a:spcPts val="400"/>
              </a:spcBef>
              <a:spcAft>
                <a:spcPts val="0"/>
              </a:spcAft>
              <a:buSzPts val="2000"/>
              <a:buChar char="–"/>
              <a:defRPr/>
            </a:lvl4pPr>
            <a:lvl5pPr indent="-355600" lvl="4" marL="2286000" algn="l">
              <a:lnSpc>
                <a:spcPct val="100000"/>
              </a:lnSpc>
              <a:spcBef>
                <a:spcPts val="400"/>
              </a:spcBef>
              <a:spcAft>
                <a:spcPts val="0"/>
              </a:spcAft>
              <a:buSzPts val="2000"/>
              <a:buChar char="»"/>
              <a:defRPr/>
            </a:lvl5pPr>
            <a:lvl6pPr indent="-355600" lvl="5" marL="2743200" algn="l">
              <a:lnSpc>
                <a:spcPct val="100000"/>
              </a:lnSpc>
              <a:spcBef>
                <a:spcPts val="400"/>
              </a:spcBef>
              <a:spcAft>
                <a:spcPts val="0"/>
              </a:spcAft>
              <a:buSzPts val="2000"/>
              <a:buChar char="•"/>
              <a:defRPr/>
            </a:lvl6pPr>
            <a:lvl7pPr indent="-355600" lvl="6" marL="3200400" algn="l">
              <a:lnSpc>
                <a:spcPct val="100000"/>
              </a:lnSpc>
              <a:spcBef>
                <a:spcPts val="400"/>
              </a:spcBef>
              <a:spcAft>
                <a:spcPts val="0"/>
              </a:spcAft>
              <a:buSzPts val="2000"/>
              <a:buChar char="•"/>
              <a:defRPr/>
            </a:lvl7pPr>
            <a:lvl8pPr indent="-355600" lvl="7" marL="3657600" algn="l">
              <a:lnSpc>
                <a:spcPct val="100000"/>
              </a:lnSpc>
              <a:spcBef>
                <a:spcPts val="400"/>
              </a:spcBef>
              <a:spcAft>
                <a:spcPts val="0"/>
              </a:spcAft>
              <a:buSzPts val="2000"/>
              <a:buChar char="•"/>
              <a:defRPr/>
            </a:lvl8pPr>
            <a:lvl9pPr indent="-355600" lvl="8" marL="4114800" algn="l">
              <a:lnSpc>
                <a:spcPct val="100000"/>
              </a:lnSpc>
              <a:spcBef>
                <a:spcPts val="400"/>
              </a:spcBef>
              <a:spcAft>
                <a:spcPts val="0"/>
              </a:spcAft>
              <a:buSzPts val="2000"/>
              <a:buChar char="•"/>
              <a:defRPr/>
            </a:lvl9pPr>
          </a:lstStyle>
          <a:p/>
        </p:txBody>
      </p:sp>
    </p:spTree>
  </p:cSld>
  <p:clrMapOvr>
    <a:masterClrMapping/>
  </p:clrMapOvr>
</p:sldLayout>
</file>

<file path=ppt/slideLayouts/slideLayout2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02" name="Shape 2502"/>
        <p:cNvGrpSpPr/>
        <p:nvPr/>
      </p:nvGrpSpPr>
      <p:grpSpPr>
        <a:xfrm>
          <a:off x="0" y="0"/>
          <a:ext cx="0" cy="0"/>
          <a:chOff x="0" y="0"/>
          <a:chExt cx="0" cy="0"/>
        </a:xfrm>
      </p:grpSpPr>
      <p:sp>
        <p:nvSpPr>
          <p:cNvPr id="2503" name="Google Shape;2503;p133"/>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504" name="Google Shape;2504;p13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505" name="Google Shape;2505;p133"/>
          <p:cNvSpPr txBox="1"/>
          <p:nvPr>
            <p:ph idx="11" type="ftr"/>
          </p:nvPr>
        </p:nvSpPr>
        <p:spPr>
          <a:xfrm>
            <a:off x="2195736" y="6237312"/>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506" name="Google Shape;2506;p133"/>
          <p:cNvSpPr txBox="1"/>
          <p:nvPr>
            <p:ph idx="12" type="sldNum"/>
          </p:nvPr>
        </p:nvSpPr>
        <p:spPr>
          <a:xfrm>
            <a:off x="8532440" y="6237312"/>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1"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1"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1"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1"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1"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1"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1"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1"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1"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07" name="Shape 2507"/>
        <p:cNvGrpSpPr/>
        <p:nvPr/>
      </p:nvGrpSpPr>
      <p:grpSpPr>
        <a:xfrm>
          <a:off x="0" y="0"/>
          <a:ext cx="0" cy="0"/>
          <a:chOff x="0" y="0"/>
          <a:chExt cx="0" cy="0"/>
        </a:xfrm>
      </p:grpSpPr>
      <p:sp>
        <p:nvSpPr>
          <p:cNvPr id="2508" name="Google Shape;2508;p320"/>
          <p:cNvSpPr txBox="1"/>
          <p:nvPr>
            <p:ph type="ctrTitle"/>
          </p:nvPr>
        </p:nvSpPr>
        <p:spPr>
          <a:xfrm>
            <a:off x="685800" y="2130425"/>
            <a:ext cx="7772400" cy="147002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509" name="Google Shape;2509;p32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510" name="Google Shape;2510;p320"/>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511" name="Google Shape;2511;p320"/>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512" name="Google Shape;2512;p320"/>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13" name="Shape 2513"/>
        <p:cNvGrpSpPr/>
        <p:nvPr/>
      </p:nvGrpSpPr>
      <p:grpSpPr>
        <a:xfrm>
          <a:off x="0" y="0"/>
          <a:ext cx="0" cy="0"/>
          <a:chOff x="0" y="0"/>
          <a:chExt cx="0" cy="0"/>
        </a:xfrm>
      </p:grpSpPr>
      <p:sp>
        <p:nvSpPr>
          <p:cNvPr id="2514" name="Google Shape;2514;p32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1"/>
              </a:buClr>
              <a:buSzPts val="4000"/>
              <a:buFont typeface="Calibri"/>
              <a:buNone/>
              <a:defRPr b="1" i="0" sz="4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515" name="Google Shape;2515;p32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2516" name="Google Shape;2516;p321"/>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517" name="Google Shape;2517;p321"/>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518" name="Google Shape;2518;p321"/>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519" name="Shape 2519"/>
        <p:cNvGrpSpPr/>
        <p:nvPr/>
      </p:nvGrpSpPr>
      <p:grpSpPr>
        <a:xfrm>
          <a:off x="0" y="0"/>
          <a:ext cx="0" cy="0"/>
          <a:chOff x="0" y="0"/>
          <a:chExt cx="0" cy="0"/>
        </a:xfrm>
      </p:grpSpPr>
      <p:sp>
        <p:nvSpPr>
          <p:cNvPr id="2520" name="Google Shape;2520;p322"/>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521" name="Google Shape;2521;p32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2522" name="Google Shape;2522;p32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2523" name="Google Shape;2523;p322"/>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524" name="Google Shape;2524;p322"/>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525" name="Google Shape;2525;p322"/>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526" name="Shape 2526"/>
        <p:cNvGrpSpPr/>
        <p:nvPr/>
      </p:nvGrpSpPr>
      <p:grpSpPr>
        <a:xfrm>
          <a:off x="0" y="0"/>
          <a:ext cx="0" cy="0"/>
          <a:chOff x="0" y="0"/>
          <a:chExt cx="0" cy="0"/>
        </a:xfrm>
      </p:grpSpPr>
      <p:sp>
        <p:nvSpPr>
          <p:cNvPr id="2527" name="Google Shape;2527;p323"/>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528" name="Google Shape;2528;p32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2529" name="Google Shape;2529;p32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2530" name="Google Shape;2530;p32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2531" name="Google Shape;2531;p32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2532" name="Google Shape;2532;p323"/>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533" name="Google Shape;2533;p323"/>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534" name="Google Shape;2534;p323"/>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35" name="Shape 2535"/>
        <p:cNvGrpSpPr/>
        <p:nvPr/>
      </p:nvGrpSpPr>
      <p:grpSpPr>
        <a:xfrm>
          <a:off x="0" y="0"/>
          <a:ext cx="0" cy="0"/>
          <a:chOff x="0" y="0"/>
          <a:chExt cx="0" cy="0"/>
        </a:xfrm>
      </p:grpSpPr>
      <p:sp>
        <p:nvSpPr>
          <p:cNvPr id="2536" name="Google Shape;2536;p324"/>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537" name="Google Shape;2537;p324"/>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538" name="Google Shape;2538;p324"/>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539" name="Google Shape;2539;p324"/>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540" name="Shape 2540"/>
        <p:cNvGrpSpPr/>
        <p:nvPr/>
      </p:nvGrpSpPr>
      <p:grpSpPr>
        <a:xfrm>
          <a:off x="0" y="0"/>
          <a:ext cx="0" cy="0"/>
          <a:chOff x="0" y="0"/>
          <a:chExt cx="0" cy="0"/>
        </a:xfrm>
      </p:grpSpPr>
      <p:sp>
        <p:nvSpPr>
          <p:cNvPr id="2541" name="Google Shape;2541;p32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chemeClr val="dk1"/>
              </a:buClr>
              <a:buSzPts val="2000"/>
              <a:buFont typeface="Calibri"/>
              <a:buNone/>
              <a:defRPr b="1" i="0" sz="2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542" name="Google Shape;2542;p32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2543" name="Google Shape;2543;p32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2544" name="Google Shape;2544;p325"/>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545" name="Google Shape;2545;p325"/>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546" name="Google Shape;2546;p325"/>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547" name="Shape 2547"/>
        <p:cNvGrpSpPr/>
        <p:nvPr/>
      </p:nvGrpSpPr>
      <p:grpSpPr>
        <a:xfrm>
          <a:off x="0" y="0"/>
          <a:ext cx="0" cy="0"/>
          <a:chOff x="0" y="0"/>
          <a:chExt cx="0" cy="0"/>
        </a:xfrm>
      </p:grpSpPr>
      <p:sp>
        <p:nvSpPr>
          <p:cNvPr id="2548" name="Google Shape;2548;p32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chemeClr val="dk1"/>
              </a:buClr>
              <a:buSzPts val="2000"/>
              <a:buFont typeface="Calibri"/>
              <a:buNone/>
              <a:defRPr b="1" i="0" sz="2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549" name="Google Shape;2549;p326"/>
          <p:cNvSpPr/>
          <p:nvPr>
            <p:ph idx="2" type="pic"/>
          </p:nvPr>
        </p:nvSpPr>
        <p:spPr>
          <a:xfrm>
            <a:off x="1792288" y="612775"/>
            <a:ext cx="5486400" cy="4114800"/>
          </a:xfrm>
          <a:prstGeom prst="rect">
            <a:avLst/>
          </a:prstGeom>
          <a:noFill/>
          <a:ln>
            <a:noFill/>
          </a:ln>
        </p:spPr>
      </p:sp>
      <p:sp>
        <p:nvSpPr>
          <p:cNvPr id="2550" name="Google Shape;2550;p32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2551" name="Google Shape;2551;p326"/>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552" name="Google Shape;2552;p326"/>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553" name="Google Shape;2553;p326"/>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554" name="Shape 2554"/>
        <p:cNvGrpSpPr/>
        <p:nvPr/>
      </p:nvGrpSpPr>
      <p:grpSpPr>
        <a:xfrm>
          <a:off x="0" y="0"/>
          <a:ext cx="0" cy="0"/>
          <a:chOff x="0" y="0"/>
          <a:chExt cx="0" cy="0"/>
        </a:xfrm>
      </p:grpSpPr>
      <p:sp>
        <p:nvSpPr>
          <p:cNvPr id="2555" name="Google Shape;2555;p327"/>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556" name="Google Shape;2556;p32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557" name="Google Shape;2557;p327"/>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558" name="Google Shape;2558;p327"/>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559" name="Google Shape;2559;p327"/>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560" name="Shape 2560"/>
        <p:cNvGrpSpPr/>
        <p:nvPr/>
      </p:nvGrpSpPr>
      <p:grpSpPr>
        <a:xfrm>
          <a:off x="0" y="0"/>
          <a:ext cx="0" cy="0"/>
          <a:chOff x="0" y="0"/>
          <a:chExt cx="0" cy="0"/>
        </a:xfrm>
      </p:grpSpPr>
      <p:sp>
        <p:nvSpPr>
          <p:cNvPr id="2561" name="Google Shape;2561;p328"/>
          <p:cNvSpPr txBox="1"/>
          <p:nvPr>
            <p:ph type="title"/>
          </p:nvPr>
        </p:nvSpPr>
        <p:spPr>
          <a:xfrm rot="5400000">
            <a:off x="4732338" y="2171701"/>
            <a:ext cx="5851525" cy="20574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562" name="Google Shape;2562;p32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563" name="Google Shape;2563;p328"/>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564" name="Google Shape;2564;p328"/>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565" name="Google Shape;2565;p328"/>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bg>
      <p:bgPr>
        <a:blipFill>
          <a:blip r:embed="rId2">
            <a:alphaModFix/>
          </a:blip>
          <a:stretch>
            <a:fillRect/>
          </a:stretch>
        </a:blipFill>
      </p:bgPr>
    </p:bg>
    <p:spTree>
      <p:nvGrpSpPr>
        <p:cNvPr id="2566" name="Shape 2566"/>
        <p:cNvGrpSpPr/>
        <p:nvPr/>
      </p:nvGrpSpPr>
      <p:grpSpPr>
        <a:xfrm>
          <a:off x="0" y="0"/>
          <a:ext cx="0" cy="0"/>
          <a:chOff x="0" y="0"/>
          <a:chExt cx="0" cy="0"/>
        </a:xfrm>
      </p:grpSpPr>
      <p:sp>
        <p:nvSpPr>
          <p:cNvPr id="2567" name="Google Shape;2567;p329"/>
          <p:cNvSpPr/>
          <p:nvPr/>
        </p:nvSpPr>
        <p:spPr>
          <a:xfrm>
            <a:off x="0" y="3352800"/>
            <a:ext cx="8686800" cy="2743200"/>
          </a:xfrm>
          <a:prstGeom prst="rect">
            <a:avLst/>
          </a:prstGeom>
          <a:solidFill>
            <a:srgbClr val="10114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2568" name="Google Shape;2568;p329"/>
          <p:cNvSpPr/>
          <p:nvPr/>
        </p:nvSpPr>
        <p:spPr>
          <a:xfrm>
            <a:off x="2895600" y="6096000"/>
            <a:ext cx="2895600" cy="76200"/>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2569" name="Google Shape;2569;p329"/>
          <p:cNvSpPr/>
          <p:nvPr/>
        </p:nvSpPr>
        <p:spPr>
          <a:xfrm>
            <a:off x="0" y="6096000"/>
            <a:ext cx="2895600" cy="76200"/>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2570" name="Google Shape;2570;p329"/>
          <p:cNvSpPr/>
          <p:nvPr/>
        </p:nvSpPr>
        <p:spPr>
          <a:xfrm>
            <a:off x="5791200" y="6096000"/>
            <a:ext cx="2895600" cy="7620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Arial"/>
              <a:buNone/>
            </a:pPr>
            <a:r>
              <a:t/>
            </a:r>
            <a:endParaRPr b="0" i="0" sz="1600" u="none" cap="none" strike="noStrike">
              <a:solidFill>
                <a:srgbClr val="FFFFFF"/>
              </a:solidFill>
              <a:latin typeface="Arial"/>
              <a:ea typeface="Arial"/>
              <a:cs typeface="Arial"/>
              <a:sym typeface="Arial"/>
            </a:endParaRPr>
          </a:p>
        </p:txBody>
      </p:sp>
      <p:pic>
        <p:nvPicPr>
          <p:cNvPr descr="BITS_university_logo_whitevert.png" id="2571" name="Google Shape;2571;p329"/>
          <p:cNvPicPr preferRelativeResize="0"/>
          <p:nvPr/>
        </p:nvPicPr>
        <p:blipFill rotWithShape="1">
          <a:blip r:embed="rId3">
            <a:alphaModFix/>
          </a:blip>
          <a:srcRect b="28592" l="0" r="0" t="2"/>
          <a:stretch/>
        </p:blipFill>
        <p:spPr>
          <a:xfrm>
            <a:off x="76200" y="3352800"/>
            <a:ext cx="2057400" cy="1979613"/>
          </a:xfrm>
          <a:prstGeom prst="rect">
            <a:avLst/>
          </a:prstGeom>
          <a:noFill/>
          <a:ln>
            <a:noFill/>
          </a:ln>
        </p:spPr>
      </p:pic>
      <p:sp>
        <p:nvSpPr>
          <p:cNvPr id="2572" name="Google Shape;2572;p329"/>
          <p:cNvSpPr txBox="1"/>
          <p:nvPr/>
        </p:nvSpPr>
        <p:spPr>
          <a:xfrm>
            <a:off x="-76200" y="5257800"/>
            <a:ext cx="2209800" cy="5540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900"/>
              <a:buFont typeface="Arial"/>
              <a:buNone/>
            </a:pPr>
            <a:r>
              <a:rPr b="1" i="0" lang="en-US" sz="2900" u="none" cap="none" strike="noStrike">
                <a:solidFill>
                  <a:srgbClr val="FFFFFF"/>
                </a:solidFill>
                <a:latin typeface="Arial"/>
                <a:ea typeface="Arial"/>
                <a:cs typeface="Arial"/>
                <a:sym typeface="Arial"/>
              </a:rPr>
              <a:t>BITS</a:t>
            </a:r>
            <a:r>
              <a:rPr b="0" i="0" lang="en-US" sz="2900" u="none" cap="none" strike="noStrike">
                <a:solidFill>
                  <a:srgbClr val="FFFFFF"/>
                </a:solidFill>
                <a:latin typeface="Arial"/>
                <a:ea typeface="Arial"/>
                <a:cs typeface="Arial"/>
                <a:sym typeface="Arial"/>
              </a:rPr>
              <a:t> Pilani</a:t>
            </a:r>
            <a:endParaRPr b="0" i="0" sz="1400" u="none" cap="none" strike="noStrike">
              <a:solidFill>
                <a:srgbClr val="000000"/>
              </a:solidFill>
              <a:latin typeface="Arial"/>
              <a:ea typeface="Arial"/>
              <a:cs typeface="Arial"/>
              <a:sym typeface="Arial"/>
            </a:endParaRPr>
          </a:p>
        </p:txBody>
      </p:sp>
      <p:sp>
        <p:nvSpPr>
          <p:cNvPr id="2573" name="Google Shape;2573;p329"/>
          <p:cNvSpPr txBox="1"/>
          <p:nvPr/>
        </p:nvSpPr>
        <p:spPr>
          <a:xfrm>
            <a:off x="152400" y="5667375"/>
            <a:ext cx="1905000"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Pilani Campus</a:t>
            </a:r>
            <a:endParaRPr b="0" i="0" sz="1400" u="none" cap="none" strike="noStrike">
              <a:solidFill>
                <a:srgbClr val="000000"/>
              </a:solidFill>
              <a:latin typeface="Arial"/>
              <a:ea typeface="Arial"/>
              <a:cs typeface="Arial"/>
              <a:sym typeface="Arial"/>
            </a:endParaRPr>
          </a:p>
        </p:txBody>
      </p:sp>
      <p:sp>
        <p:nvSpPr>
          <p:cNvPr id="2574" name="Google Shape;2574;p329"/>
          <p:cNvSpPr/>
          <p:nvPr/>
        </p:nvSpPr>
        <p:spPr>
          <a:xfrm>
            <a:off x="0" y="3352800"/>
            <a:ext cx="8686800" cy="2743200"/>
          </a:xfrm>
          <a:prstGeom prst="rect">
            <a:avLst/>
          </a:prstGeom>
          <a:solidFill>
            <a:srgbClr val="10114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2575" name="Google Shape;2575;p329"/>
          <p:cNvSpPr/>
          <p:nvPr/>
        </p:nvSpPr>
        <p:spPr>
          <a:xfrm>
            <a:off x="2895600" y="6096000"/>
            <a:ext cx="2895600" cy="76200"/>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2576" name="Google Shape;2576;p329"/>
          <p:cNvSpPr/>
          <p:nvPr/>
        </p:nvSpPr>
        <p:spPr>
          <a:xfrm>
            <a:off x="0" y="6096000"/>
            <a:ext cx="2895600" cy="76200"/>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2577" name="Google Shape;2577;p329"/>
          <p:cNvSpPr/>
          <p:nvPr/>
        </p:nvSpPr>
        <p:spPr>
          <a:xfrm>
            <a:off x="5791200" y="6096000"/>
            <a:ext cx="2895600" cy="7620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Arial"/>
              <a:buNone/>
            </a:pPr>
            <a:r>
              <a:t/>
            </a:r>
            <a:endParaRPr b="0" i="0" sz="1600" u="none" cap="none" strike="noStrike">
              <a:solidFill>
                <a:srgbClr val="FFFFFF"/>
              </a:solidFill>
              <a:latin typeface="Arial"/>
              <a:ea typeface="Arial"/>
              <a:cs typeface="Arial"/>
              <a:sym typeface="Arial"/>
            </a:endParaRPr>
          </a:p>
        </p:txBody>
      </p:sp>
      <p:pic>
        <p:nvPicPr>
          <p:cNvPr descr="BITS_university_logo_whitevert.png" id="2578" name="Google Shape;2578;p329"/>
          <p:cNvPicPr preferRelativeResize="0"/>
          <p:nvPr/>
        </p:nvPicPr>
        <p:blipFill rotWithShape="1">
          <a:blip r:embed="rId3">
            <a:alphaModFix/>
          </a:blip>
          <a:srcRect b="28592" l="0" r="0" t="2"/>
          <a:stretch/>
        </p:blipFill>
        <p:spPr>
          <a:xfrm>
            <a:off x="76200" y="3352800"/>
            <a:ext cx="2057400" cy="1979613"/>
          </a:xfrm>
          <a:prstGeom prst="rect">
            <a:avLst/>
          </a:prstGeom>
          <a:noFill/>
          <a:ln>
            <a:noFill/>
          </a:ln>
        </p:spPr>
      </p:pic>
      <p:sp>
        <p:nvSpPr>
          <p:cNvPr id="2579" name="Google Shape;2579;p329"/>
          <p:cNvSpPr txBox="1"/>
          <p:nvPr/>
        </p:nvSpPr>
        <p:spPr>
          <a:xfrm>
            <a:off x="-76200" y="5257800"/>
            <a:ext cx="2209800" cy="5540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900"/>
              <a:buFont typeface="Arial"/>
              <a:buNone/>
            </a:pPr>
            <a:r>
              <a:rPr b="1" i="0" lang="en-US" sz="2900" u="none" cap="none" strike="noStrike">
                <a:solidFill>
                  <a:srgbClr val="FFFFFF"/>
                </a:solidFill>
                <a:latin typeface="Arial"/>
                <a:ea typeface="Arial"/>
                <a:cs typeface="Arial"/>
                <a:sym typeface="Arial"/>
              </a:rPr>
              <a:t>BITS</a:t>
            </a:r>
            <a:r>
              <a:rPr b="0" i="0" lang="en-US" sz="2900" u="none" cap="none" strike="noStrike">
                <a:solidFill>
                  <a:srgbClr val="FFFFFF"/>
                </a:solidFill>
                <a:latin typeface="Arial"/>
                <a:ea typeface="Arial"/>
                <a:cs typeface="Arial"/>
                <a:sym typeface="Arial"/>
              </a:rPr>
              <a:t> Pilani</a:t>
            </a:r>
            <a:endParaRPr b="0" i="0" sz="1400" u="none" cap="none" strike="noStrike">
              <a:solidFill>
                <a:srgbClr val="000000"/>
              </a:solidFill>
              <a:latin typeface="Arial"/>
              <a:ea typeface="Arial"/>
              <a:cs typeface="Arial"/>
              <a:sym typeface="Arial"/>
            </a:endParaRPr>
          </a:p>
        </p:txBody>
      </p:sp>
      <p:sp>
        <p:nvSpPr>
          <p:cNvPr id="2580" name="Google Shape;2580;p329"/>
          <p:cNvSpPr txBox="1"/>
          <p:nvPr/>
        </p:nvSpPr>
        <p:spPr>
          <a:xfrm>
            <a:off x="152400" y="5667375"/>
            <a:ext cx="1905000"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Pilani Campus</a:t>
            </a:r>
            <a:endParaRPr b="0" i="0" sz="1400" u="none" cap="none" strike="noStrike">
              <a:solidFill>
                <a:srgbClr val="000000"/>
              </a:solidFill>
              <a:latin typeface="Arial"/>
              <a:ea typeface="Arial"/>
              <a:cs typeface="Arial"/>
              <a:sym typeface="Arial"/>
            </a:endParaRPr>
          </a:p>
        </p:txBody>
      </p:sp>
      <p:sp>
        <p:nvSpPr>
          <p:cNvPr id="2581" name="Google Shape;2581;p329"/>
          <p:cNvSpPr txBox="1"/>
          <p:nvPr>
            <p:ph idx="1" type="body"/>
          </p:nvPr>
        </p:nvSpPr>
        <p:spPr>
          <a:xfrm>
            <a:off x="2514600" y="5410200"/>
            <a:ext cx="6019800" cy="533400"/>
          </a:xfrm>
          <a:prstGeom prst="rect">
            <a:avLst/>
          </a:prstGeom>
          <a:noFill/>
          <a:ln>
            <a:noFill/>
          </a:ln>
        </p:spPr>
        <p:txBody>
          <a:bodyPr anchorCtr="0" anchor="b" bIns="45700" lIns="91425" spcFirstLastPara="1" rIns="91425" wrap="square" tIns="45700">
            <a:noAutofit/>
          </a:bodyPr>
          <a:lstStyle>
            <a:lvl1pPr indent="-228600" lvl="0" marL="457200" algn="r">
              <a:lnSpc>
                <a:spcPct val="100000"/>
              </a:lnSpc>
              <a:spcBef>
                <a:spcPts val="0"/>
              </a:spcBef>
              <a:spcAft>
                <a:spcPts val="0"/>
              </a:spcAft>
              <a:buClr>
                <a:schemeClr val="lt1"/>
              </a:buClr>
              <a:buSzPts val="1800"/>
              <a:buNone/>
              <a:defRPr sz="1800">
                <a:solidFill>
                  <a:schemeClr val="lt1"/>
                </a:solidFil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582" name="Google Shape;2582;p329"/>
          <p:cNvSpPr txBox="1"/>
          <p:nvPr>
            <p:ph type="title"/>
          </p:nvPr>
        </p:nvSpPr>
        <p:spPr>
          <a:xfrm>
            <a:off x="2514600" y="3810000"/>
            <a:ext cx="6019800" cy="1524000"/>
          </a:xfrm>
          <a:prstGeom prst="rect">
            <a:avLst/>
          </a:prstGeom>
          <a:noFill/>
          <a:ln>
            <a:noFill/>
          </a:ln>
        </p:spPr>
        <p:txBody>
          <a:bodyPr anchorCtr="0" anchor="t" bIns="45700" lIns="91425" spcFirstLastPara="1" rIns="91425" wrap="square" tIns="45700">
            <a:noAutofit/>
          </a:bodyPr>
          <a:lstStyle>
            <a:lvl1pPr lvl="0" marR="0" rtl="0" algn="l">
              <a:lnSpc>
                <a:spcPct val="90909"/>
              </a:lnSpc>
              <a:spcBef>
                <a:spcPts val="0"/>
              </a:spcBef>
              <a:spcAft>
                <a:spcPts val="0"/>
              </a:spcAft>
              <a:buClr>
                <a:schemeClr val="lt1"/>
              </a:buClr>
              <a:buSzPts val="4400"/>
              <a:buFont typeface="Calibri"/>
              <a:buNone/>
              <a:defRPr b="0" i="0" sz="44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2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95" name="Shape 2595"/>
        <p:cNvGrpSpPr/>
        <p:nvPr/>
      </p:nvGrpSpPr>
      <p:grpSpPr>
        <a:xfrm>
          <a:off x="0" y="0"/>
          <a:ext cx="0" cy="0"/>
          <a:chOff x="0" y="0"/>
          <a:chExt cx="0" cy="0"/>
        </a:xfrm>
      </p:grpSpPr>
      <p:sp>
        <p:nvSpPr>
          <p:cNvPr id="2596" name="Google Shape;2596;p127"/>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597" name="Google Shape;2597;p12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598" name="Google Shape;2598;p127"/>
          <p:cNvSpPr txBox="1"/>
          <p:nvPr>
            <p:ph idx="11" type="ftr"/>
          </p:nvPr>
        </p:nvSpPr>
        <p:spPr>
          <a:xfrm>
            <a:off x="2195736" y="6237312"/>
            <a:ext cx="43924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12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599" name="Google Shape;2599;p127"/>
          <p:cNvSpPr txBox="1"/>
          <p:nvPr>
            <p:ph idx="12" type="sldNum"/>
          </p:nvPr>
        </p:nvSpPr>
        <p:spPr>
          <a:xfrm>
            <a:off x="8532440" y="6237312"/>
            <a:ext cx="611560" cy="29311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2600" name="Shape 2600"/>
        <p:cNvGrpSpPr/>
        <p:nvPr/>
      </p:nvGrpSpPr>
      <p:grpSpPr>
        <a:xfrm>
          <a:off x="0" y="0"/>
          <a:ext cx="0" cy="0"/>
          <a:chOff x="0" y="0"/>
          <a:chExt cx="0" cy="0"/>
        </a:xfrm>
      </p:grpSpPr>
      <p:sp>
        <p:nvSpPr>
          <p:cNvPr id="2601" name="Google Shape;2601;p128"/>
          <p:cNvSpPr txBox="1"/>
          <p:nvPr/>
        </p:nvSpPr>
        <p:spPr>
          <a:xfrm>
            <a:off x="3276600" y="6596065"/>
            <a:ext cx="5867400" cy="21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825"/>
              <a:buFont typeface="Arial"/>
              <a:buNone/>
            </a:pPr>
            <a:r>
              <a:rPr b="1" i="0" lang="en-US" sz="825" u="none" cap="none" strike="noStrike">
                <a:solidFill>
                  <a:srgbClr val="101141"/>
                </a:solidFill>
                <a:latin typeface="Arial"/>
                <a:ea typeface="Arial"/>
                <a:cs typeface="Arial"/>
                <a:sym typeface="Arial"/>
              </a:rPr>
              <a:t>BITS </a:t>
            </a:r>
            <a:r>
              <a:rPr b="0" i="0" lang="en-US" sz="825"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2602" name="Google Shape;2602;p128"/>
          <p:cNvGrpSpPr/>
          <p:nvPr/>
        </p:nvGrpSpPr>
        <p:grpSpPr>
          <a:xfrm>
            <a:off x="2084388" y="6550027"/>
            <a:ext cx="7059612" cy="49213"/>
            <a:chOff x="2083888" y="6550671"/>
            <a:chExt cx="7060112" cy="48665"/>
          </a:xfrm>
        </p:grpSpPr>
        <p:sp>
          <p:nvSpPr>
            <p:cNvPr id="2603" name="Google Shape;2603;p128"/>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2604" name="Google Shape;2604;p128"/>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2605" name="Google Shape;2605;p128"/>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pic>
        <p:nvPicPr>
          <p:cNvPr descr="Picture 7.png" id="2606" name="Google Shape;2606;p128"/>
          <p:cNvPicPr preferRelativeResize="0"/>
          <p:nvPr/>
        </p:nvPicPr>
        <p:blipFill rotWithShape="1">
          <a:blip r:embed="rId2">
            <a:alphaModFix/>
          </a:blip>
          <a:srcRect b="5334" l="1923" r="0" t="0"/>
          <a:stretch/>
        </p:blipFill>
        <p:spPr>
          <a:xfrm>
            <a:off x="6629401" y="0"/>
            <a:ext cx="2193925" cy="692150"/>
          </a:xfrm>
          <a:prstGeom prst="rect">
            <a:avLst/>
          </a:prstGeom>
          <a:noFill/>
          <a:ln>
            <a:noFill/>
          </a:ln>
        </p:spPr>
      </p:pic>
      <p:grpSp>
        <p:nvGrpSpPr>
          <p:cNvPr id="2607" name="Google Shape;2607;p128"/>
          <p:cNvGrpSpPr/>
          <p:nvPr/>
        </p:nvGrpSpPr>
        <p:grpSpPr>
          <a:xfrm>
            <a:off x="2133600" y="6553200"/>
            <a:ext cx="7010400" cy="46038"/>
            <a:chOff x="1905000" y="6553200"/>
            <a:chExt cx="7010400" cy="45719"/>
          </a:xfrm>
        </p:grpSpPr>
        <p:sp>
          <p:nvSpPr>
            <p:cNvPr id="2608" name="Google Shape;2608;p128"/>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2609" name="Google Shape;2609;p128"/>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2610" name="Google Shape;2610;p128"/>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grpSp>
        <p:nvGrpSpPr>
          <p:cNvPr id="2611" name="Google Shape;2611;p128"/>
          <p:cNvGrpSpPr/>
          <p:nvPr/>
        </p:nvGrpSpPr>
        <p:grpSpPr>
          <a:xfrm>
            <a:off x="0" y="1295400"/>
            <a:ext cx="7010400" cy="46038"/>
            <a:chOff x="1905000" y="6553200"/>
            <a:chExt cx="7010400" cy="45719"/>
          </a:xfrm>
        </p:grpSpPr>
        <p:sp>
          <p:nvSpPr>
            <p:cNvPr id="2612" name="Google Shape;2612;p128"/>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2613" name="Google Shape;2613;p128"/>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2614" name="Google Shape;2614;p128"/>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sp>
        <p:nvSpPr>
          <p:cNvPr id="2615" name="Google Shape;2615;p128"/>
          <p:cNvSpPr txBox="1"/>
          <p:nvPr>
            <p:ph idx="1" type="body"/>
          </p:nvPr>
        </p:nvSpPr>
        <p:spPr>
          <a:xfrm>
            <a:off x="304800" y="1493839"/>
            <a:ext cx="8229600" cy="4525963"/>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360"/>
              </a:spcBef>
              <a:spcAft>
                <a:spcPts val="0"/>
              </a:spcAft>
              <a:buClr>
                <a:srgbClr val="101141"/>
              </a:buClr>
              <a:buSzPts val="1800"/>
              <a:buFont typeface="Arial"/>
              <a:buNone/>
              <a:defRPr sz="1800">
                <a:latin typeface="Arial"/>
                <a:ea typeface="Arial"/>
                <a:cs typeface="Arial"/>
                <a:sym typeface="Arial"/>
              </a:defRPr>
            </a:lvl1pPr>
            <a:lvl2pPr indent="-304800" lvl="1" marL="914400" marR="0" algn="l">
              <a:lnSpc>
                <a:spcPct val="100000"/>
              </a:lnSpc>
              <a:spcBef>
                <a:spcPts val="240"/>
              </a:spcBef>
              <a:spcAft>
                <a:spcPts val="0"/>
              </a:spcAft>
              <a:buClr>
                <a:schemeClr val="dk1"/>
              </a:buClr>
              <a:buSzPts val="1200"/>
              <a:buFont typeface="Arial"/>
              <a:buChar char="–"/>
              <a:defRPr sz="12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616" name="Google Shape;2616;p128"/>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700"/>
              <a:buNone/>
              <a:defRPr b="1" sz="27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617" name="Shape 2617"/>
        <p:cNvGrpSpPr/>
        <p:nvPr/>
      </p:nvGrpSpPr>
      <p:grpSpPr>
        <a:xfrm>
          <a:off x="0" y="0"/>
          <a:ext cx="0" cy="0"/>
          <a:chOff x="0" y="0"/>
          <a:chExt cx="0" cy="0"/>
        </a:xfrm>
      </p:grpSpPr>
      <p:sp>
        <p:nvSpPr>
          <p:cNvPr id="2618" name="Google Shape;2618;p394"/>
          <p:cNvSpPr txBox="1"/>
          <p:nvPr>
            <p:ph type="ctrTitle"/>
          </p:nvPr>
        </p:nvSpPr>
        <p:spPr>
          <a:xfrm>
            <a:off x="685800" y="2130425"/>
            <a:ext cx="7772400" cy="147002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619" name="Google Shape;2619;p39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620" name="Google Shape;2620;p394"/>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621" name="Google Shape;2621;p394"/>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622" name="Google Shape;2622;p394"/>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623" name="Shape 2623"/>
        <p:cNvGrpSpPr/>
        <p:nvPr/>
      </p:nvGrpSpPr>
      <p:grpSpPr>
        <a:xfrm>
          <a:off x="0" y="0"/>
          <a:ext cx="0" cy="0"/>
          <a:chOff x="0" y="0"/>
          <a:chExt cx="0" cy="0"/>
        </a:xfrm>
      </p:grpSpPr>
      <p:sp>
        <p:nvSpPr>
          <p:cNvPr id="2624" name="Google Shape;2624;p39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1"/>
              </a:buClr>
              <a:buSzPts val="4000"/>
              <a:buFont typeface="Calibri"/>
              <a:buNone/>
              <a:defRPr b="1" i="0" sz="4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625" name="Google Shape;2625;p39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2626" name="Google Shape;2626;p395"/>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627" name="Google Shape;2627;p395"/>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628" name="Google Shape;2628;p395"/>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629" name="Shape 2629"/>
        <p:cNvGrpSpPr/>
        <p:nvPr/>
      </p:nvGrpSpPr>
      <p:grpSpPr>
        <a:xfrm>
          <a:off x="0" y="0"/>
          <a:ext cx="0" cy="0"/>
          <a:chOff x="0" y="0"/>
          <a:chExt cx="0" cy="0"/>
        </a:xfrm>
      </p:grpSpPr>
      <p:sp>
        <p:nvSpPr>
          <p:cNvPr id="2630" name="Google Shape;2630;p396"/>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631" name="Google Shape;2631;p39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2632" name="Google Shape;2632;p39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2633" name="Google Shape;2633;p396"/>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634" name="Google Shape;2634;p396"/>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635" name="Google Shape;2635;p396"/>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636" name="Shape 2636"/>
        <p:cNvGrpSpPr/>
        <p:nvPr/>
      </p:nvGrpSpPr>
      <p:grpSpPr>
        <a:xfrm>
          <a:off x="0" y="0"/>
          <a:ext cx="0" cy="0"/>
          <a:chOff x="0" y="0"/>
          <a:chExt cx="0" cy="0"/>
        </a:xfrm>
      </p:grpSpPr>
      <p:sp>
        <p:nvSpPr>
          <p:cNvPr id="2637" name="Google Shape;2637;p397"/>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638" name="Google Shape;2638;p39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2639" name="Google Shape;2639;p39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2640" name="Google Shape;2640;p39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2641" name="Google Shape;2641;p39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2642" name="Google Shape;2642;p397"/>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643" name="Google Shape;2643;p397"/>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644" name="Google Shape;2644;p397"/>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45" name="Shape 2645"/>
        <p:cNvGrpSpPr/>
        <p:nvPr/>
      </p:nvGrpSpPr>
      <p:grpSpPr>
        <a:xfrm>
          <a:off x="0" y="0"/>
          <a:ext cx="0" cy="0"/>
          <a:chOff x="0" y="0"/>
          <a:chExt cx="0" cy="0"/>
        </a:xfrm>
      </p:grpSpPr>
      <p:sp>
        <p:nvSpPr>
          <p:cNvPr id="2646" name="Google Shape;2646;p398"/>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647" name="Google Shape;2647;p398"/>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648" name="Google Shape;2648;p398"/>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649" name="Google Shape;2649;p398"/>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650" name="Shape 2650"/>
        <p:cNvGrpSpPr/>
        <p:nvPr/>
      </p:nvGrpSpPr>
      <p:grpSpPr>
        <a:xfrm>
          <a:off x="0" y="0"/>
          <a:ext cx="0" cy="0"/>
          <a:chOff x="0" y="0"/>
          <a:chExt cx="0" cy="0"/>
        </a:xfrm>
      </p:grpSpPr>
      <p:sp>
        <p:nvSpPr>
          <p:cNvPr id="2651" name="Google Shape;2651;p399"/>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652" name="Google Shape;2652;p399"/>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653" name="Google Shape;2653;p399"/>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654" name="Shape 2654"/>
        <p:cNvGrpSpPr/>
        <p:nvPr/>
      </p:nvGrpSpPr>
      <p:grpSpPr>
        <a:xfrm>
          <a:off x="0" y="0"/>
          <a:ext cx="0" cy="0"/>
          <a:chOff x="0" y="0"/>
          <a:chExt cx="0" cy="0"/>
        </a:xfrm>
      </p:grpSpPr>
      <p:sp>
        <p:nvSpPr>
          <p:cNvPr id="2655" name="Google Shape;2655;p40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chemeClr val="dk1"/>
              </a:buClr>
              <a:buSzPts val="2000"/>
              <a:buFont typeface="Calibri"/>
              <a:buNone/>
              <a:defRPr b="1" i="0" sz="2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656" name="Google Shape;2656;p40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2657" name="Google Shape;2657;p40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2658" name="Google Shape;2658;p400"/>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659" name="Google Shape;2659;p400"/>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660" name="Google Shape;2660;p400"/>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661" name="Shape 2661"/>
        <p:cNvGrpSpPr/>
        <p:nvPr/>
      </p:nvGrpSpPr>
      <p:grpSpPr>
        <a:xfrm>
          <a:off x="0" y="0"/>
          <a:ext cx="0" cy="0"/>
          <a:chOff x="0" y="0"/>
          <a:chExt cx="0" cy="0"/>
        </a:xfrm>
      </p:grpSpPr>
      <p:sp>
        <p:nvSpPr>
          <p:cNvPr id="2662" name="Google Shape;2662;p40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chemeClr val="dk1"/>
              </a:buClr>
              <a:buSzPts val="2000"/>
              <a:buFont typeface="Calibri"/>
              <a:buNone/>
              <a:defRPr b="1" i="0" sz="2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663" name="Google Shape;2663;p401"/>
          <p:cNvSpPr/>
          <p:nvPr>
            <p:ph idx="2" type="pic"/>
          </p:nvPr>
        </p:nvSpPr>
        <p:spPr>
          <a:xfrm>
            <a:off x="1792288" y="612775"/>
            <a:ext cx="5486400" cy="4114800"/>
          </a:xfrm>
          <a:prstGeom prst="rect">
            <a:avLst/>
          </a:prstGeom>
          <a:noFill/>
          <a:ln>
            <a:noFill/>
          </a:ln>
        </p:spPr>
      </p:sp>
      <p:sp>
        <p:nvSpPr>
          <p:cNvPr id="2664" name="Google Shape;2664;p40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2665" name="Google Shape;2665;p401"/>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666" name="Google Shape;2666;p401"/>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667" name="Google Shape;2667;p401"/>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668" name="Shape 2668"/>
        <p:cNvGrpSpPr/>
        <p:nvPr/>
      </p:nvGrpSpPr>
      <p:grpSpPr>
        <a:xfrm>
          <a:off x="0" y="0"/>
          <a:ext cx="0" cy="0"/>
          <a:chOff x="0" y="0"/>
          <a:chExt cx="0" cy="0"/>
        </a:xfrm>
      </p:grpSpPr>
      <p:sp>
        <p:nvSpPr>
          <p:cNvPr id="2669" name="Google Shape;2669;p402"/>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670" name="Google Shape;2670;p402"/>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671" name="Google Shape;2671;p402"/>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672" name="Google Shape;2672;p402"/>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673" name="Google Shape;2673;p402"/>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674" name="Shape 2674"/>
        <p:cNvGrpSpPr/>
        <p:nvPr/>
      </p:nvGrpSpPr>
      <p:grpSpPr>
        <a:xfrm>
          <a:off x="0" y="0"/>
          <a:ext cx="0" cy="0"/>
          <a:chOff x="0" y="0"/>
          <a:chExt cx="0" cy="0"/>
        </a:xfrm>
      </p:grpSpPr>
      <p:sp>
        <p:nvSpPr>
          <p:cNvPr id="2675" name="Google Shape;2675;p403"/>
          <p:cNvSpPr txBox="1"/>
          <p:nvPr>
            <p:ph type="title"/>
          </p:nvPr>
        </p:nvSpPr>
        <p:spPr>
          <a:xfrm rot="5400000">
            <a:off x="4732338" y="2171701"/>
            <a:ext cx="5851525" cy="20574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676" name="Google Shape;2676;p40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677" name="Google Shape;2677;p403"/>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678" name="Google Shape;2678;p403"/>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2679" name="Google Shape;2679;p403"/>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Header">
  <p:cSld name="1_Section Header">
    <p:spTree>
      <p:nvGrpSpPr>
        <p:cNvPr id="2680" name="Shape 2680"/>
        <p:cNvGrpSpPr/>
        <p:nvPr/>
      </p:nvGrpSpPr>
      <p:grpSpPr>
        <a:xfrm>
          <a:off x="0" y="0"/>
          <a:ext cx="0" cy="0"/>
          <a:chOff x="0" y="0"/>
          <a:chExt cx="0" cy="0"/>
        </a:xfrm>
      </p:grpSpPr>
      <p:pic>
        <p:nvPicPr>
          <p:cNvPr descr="\\Server\D\jyoti\FI023_BITS_v1\styleguide img\IMG_5627_b.jpg" id="2681" name="Google Shape;2681;p404"/>
          <p:cNvPicPr preferRelativeResize="0"/>
          <p:nvPr/>
        </p:nvPicPr>
        <p:blipFill rotWithShape="1">
          <a:blip r:embed="rId2">
            <a:alphaModFix/>
          </a:blip>
          <a:srcRect b="0" l="0" r="0" t="0"/>
          <a:stretch/>
        </p:blipFill>
        <p:spPr>
          <a:xfrm>
            <a:off x="0" y="0"/>
            <a:ext cx="9144000" cy="6858000"/>
          </a:xfrm>
          <a:prstGeom prst="rect">
            <a:avLst/>
          </a:prstGeom>
          <a:noFill/>
          <a:ln>
            <a:noFill/>
          </a:ln>
        </p:spPr>
      </p:pic>
      <p:sp>
        <p:nvSpPr>
          <p:cNvPr id="2682" name="Google Shape;2682;p404"/>
          <p:cNvSpPr/>
          <p:nvPr/>
        </p:nvSpPr>
        <p:spPr>
          <a:xfrm>
            <a:off x="0" y="4281488"/>
            <a:ext cx="9144000" cy="2576512"/>
          </a:xfrm>
          <a:prstGeom prst="rect">
            <a:avLst/>
          </a:prstGeom>
          <a:solidFill>
            <a:schemeClr val="lt1"/>
          </a:solidFill>
          <a:ln cap="flat" cmpd="sng" w="9525">
            <a:solidFill>
              <a:srgbClr val="4A7DBA"/>
            </a:solidFill>
            <a:prstDash val="solid"/>
            <a:round/>
            <a:headEnd len="sm" w="sm" type="none"/>
            <a:tailEnd len="sm" w="sm" type="none"/>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pic>
        <p:nvPicPr>
          <p:cNvPr descr="Picture 7.png" id="2683" name="Google Shape;2683;p404"/>
          <p:cNvPicPr preferRelativeResize="0"/>
          <p:nvPr/>
        </p:nvPicPr>
        <p:blipFill rotWithShape="1">
          <a:blip r:embed="rId3">
            <a:alphaModFix/>
          </a:blip>
          <a:srcRect b="5334" l="1923" r="0" t="0"/>
          <a:stretch/>
        </p:blipFill>
        <p:spPr>
          <a:xfrm>
            <a:off x="6629400" y="0"/>
            <a:ext cx="2193925" cy="692150"/>
          </a:xfrm>
          <a:prstGeom prst="rect">
            <a:avLst/>
          </a:prstGeom>
          <a:noFill/>
          <a:ln>
            <a:noFill/>
          </a:ln>
        </p:spPr>
      </p:pic>
      <p:sp>
        <p:nvSpPr>
          <p:cNvPr id="2684" name="Google Shape;2684;p404"/>
          <p:cNvSpPr/>
          <p:nvPr/>
        </p:nvSpPr>
        <p:spPr>
          <a:xfrm>
            <a:off x="2882900" y="6775450"/>
            <a:ext cx="2895600" cy="76200"/>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2685" name="Google Shape;2685;p404"/>
          <p:cNvSpPr/>
          <p:nvPr/>
        </p:nvSpPr>
        <p:spPr>
          <a:xfrm>
            <a:off x="-12700" y="6775450"/>
            <a:ext cx="2895600" cy="76200"/>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2686" name="Google Shape;2686;p404"/>
          <p:cNvSpPr/>
          <p:nvPr/>
        </p:nvSpPr>
        <p:spPr>
          <a:xfrm>
            <a:off x="5778500" y="6775450"/>
            <a:ext cx="2895600" cy="7620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2687" name="Google Shape;2687;p404"/>
          <p:cNvSpPr txBox="1"/>
          <p:nvPr/>
        </p:nvSpPr>
        <p:spPr>
          <a:xfrm>
            <a:off x="6858000" y="762000"/>
            <a:ext cx="2209800" cy="5540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900"/>
              <a:buFont typeface="Arial"/>
              <a:buNone/>
            </a:pPr>
            <a:r>
              <a:rPr b="1" i="0" lang="en-US" sz="2900" u="none" cap="none" strike="noStrike">
                <a:solidFill>
                  <a:srgbClr val="FFFFFF"/>
                </a:solidFill>
                <a:latin typeface="Arial"/>
                <a:ea typeface="Arial"/>
                <a:cs typeface="Arial"/>
                <a:sym typeface="Arial"/>
              </a:rPr>
              <a:t>BITS</a:t>
            </a:r>
            <a:r>
              <a:rPr b="0" i="0" lang="en-US" sz="2900" u="none" cap="none" strike="noStrike">
                <a:solidFill>
                  <a:srgbClr val="FFFFFF"/>
                </a:solidFill>
                <a:latin typeface="Arial"/>
                <a:ea typeface="Arial"/>
                <a:cs typeface="Arial"/>
                <a:sym typeface="Arial"/>
              </a:rPr>
              <a:t> Pilani</a:t>
            </a:r>
            <a:endParaRPr b="0" i="0" sz="1400" u="none" cap="none" strike="noStrike">
              <a:solidFill>
                <a:srgbClr val="000000"/>
              </a:solidFill>
              <a:latin typeface="Arial"/>
              <a:ea typeface="Arial"/>
              <a:cs typeface="Arial"/>
              <a:sym typeface="Arial"/>
            </a:endParaRPr>
          </a:p>
        </p:txBody>
      </p:sp>
      <p:sp>
        <p:nvSpPr>
          <p:cNvPr id="2688" name="Google Shape;2688;p404"/>
          <p:cNvSpPr txBox="1"/>
          <p:nvPr/>
        </p:nvSpPr>
        <p:spPr>
          <a:xfrm>
            <a:off x="7086600" y="1171575"/>
            <a:ext cx="1905000"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Pilani Campus</a:t>
            </a:r>
            <a:endParaRPr b="0" i="0" sz="1400" u="none" cap="none" strike="noStrike">
              <a:solidFill>
                <a:srgbClr val="000000"/>
              </a:solidFill>
              <a:latin typeface="Arial"/>
              <a:ea typeface="Arial"/>
              <a:cs typeface="Arial"/>
              <a:sym typeface="Arial"/>
            </a:endParaRPr>
          </a:p>
        </p:txBody>
      </p:sp>
      <p:sp>
        <p:nvSpPr>
          <p:cNvPr id="2689" name="Google Shape;2689;p404"/>
          <p:cNvSpPr txBox="1"/>
          <p:nvPr>
            <p:ph idx="1" type="body"/>
          </p:nvPr>
        </p:nvSpPr>
        <p:spPr>
          <a:xfrm>
            <a:off x="304800" y="4648200"/>
            <a:ext cx="8458200" cy="1600200"/>
          </a:xfrm>
          <a:prstGeom prst="rect">
            <a:avLst/>
          </a:prstGeom>
          <a:noFill/>
          <a:ln>
            <a:noFill/>
          </a:ln>
        </p:spPr>
        <p:txBody>
          <a:bodyPr anchorCtr="0" anchor="t" bIns="45700" lIns="91425" spcFirstLastPara="1" rIns="91425" wrap="square" tIns="45700">
            <a:noAutofit/>
          </a:bodyPr>
          <a:lstStyle>
            <a:lvl1pPr indent="-228600" lvl="0" marL="457200" algn="l">
              <a:lnSpc>
                <a:spcPct val="104999"/>
              </a:lnSpc>
              <a:spcBef>
                <a:spcPts val="0"/>
              </a:spcBef>
              <a:spcAft>
                <a:spcPts val="0"/>
              </a:spcAft>
              <a:buClr>
                <a:schemeClr val="dk1"/>
              </a:buClr>
              <a:buSzPts val="4000"/>
              <a:buNone/>
              <a:defRPr b="1" sz="40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p:cSld name="2_Title and Content">
    <p:spTree>
      <p:nvGrpSpPr>
        <p:cNvPr id="2690" name="Shape 2690"/>
        <p:cNvGrpSpPr/>
        <p:nvPr/>
      </p:nvGrpSpPr>
      <p:grpSpPr>
        <a:xfrm>
          <a:off x="0" y="0"/>
          <a:ext cx="0" cy="0"/>
          <a:chOff x="0" y="0"/>
          <a:chExt cx="0" cy="0"/>
        </a:xfrm>
      </p:grpSpPr>
      <p:pic>
        <p:nvPicPr>
          <p:cNvPr id="2691" name="Google Shape;2691;p405"/>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692" name="Google Shape;2692;p405"/>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693" name="Google Shape;2693;p405"/>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694" name="Google Shape;2694;p405"/>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695" name="Google Shape;2695;p405"/>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696" name="Google Shape;2696;p405"/>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and Content">
  <p:cSld name="3_Title and Content">
    <p:spTree>
      <p:nvGrpSpPr>
        <p:cNvPr id="2697" name="Shape 2697"/>
        <p:cNvGrpSpPr/>
        <p:nvPr/>
      </p:nvGrpSpPr>
      <p:grpSpPr>
        <a:xfrm>
          <a:off x="0" y="0"/>
          <a:ext cx="0" cy="0"/>
          <a:chOff x="0" y="0"/>
          <a:chExt cx="0" cy="0"/>
        </a:xfrm>
      </p:grpSpPr>
      <p:pic>
        <p:nvPicPr>
          <p:cNvPr id="2698" name="Google Shape;2698;p406"/>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699" name="Google Shape;2699;p406"/>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700" name="Google Shape;2700;p406"/>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701" name="Google Shape;2701;p406"/>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702" name="Google Shape;2702;p406"/>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703" name="Google Shape;2703;p406"/>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and Content">
  <p:cSld name="4_Title and Content">
    <p:spTree>
      <p:nvGrpSpPr>
        <p:cNvPr id="2704" name="Shape 2704"/>
        <p:cNvGrpSpPr/>
        <p:nvPr/>
      </p:nvGrpSpPr>
      <p:grpSpPr>
        <a:xfrm>
          <a:off x="0" y="0"/>
          <a:ext cx="0" cy="0"/>
          <a:chOff x="0" y="0"/>
          <a:chExt cx="0" cy="0"/>
        </a:xfrm>
      </p:grpSpPr>
      <p:pic>
        <p:nvPicPr>
          <p:cNvPr id="2705" name="Google Shape;2705;p407"/>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706" name="Google Shape;2706;p407"/>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707" name="Google Shape;2707;p407"/>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708" name="Google Shape;2708;p407"/>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709" name="Google Shape;2709;p407"/>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710" name="Google Shape;2710;p407"/>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and Content">
  <p:cSld name="5_Title and Content">
    <p:spTree>
      <p:nvGrpSpPr>
        <p:cNvPr id="2711" name="Shape 2711"/>
        <p:cNvGrpSpPr/>
        <p:nvPr/>
      </p:nvGrpSpPr>
      <p:grpSpPr>
        <a:xfrm>
          <a:off x="0" y="0"/>
          <a:ext cx="0" cy="0"/>
          <a:chOff x="0" y="0"/>
          <a:chExt cx="0" cy="0"/>
        </a:xfrm>
      </p:grpSpPr>
      <p:pic>
        <p:nvPicPr>
          <p:cNvPr id="2712" name="Google Shape;2712;p408"/>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713" name="Google Shape;2713;p408"/>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714" name="Google Shape;2714;p408"/>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715" name="Google Shape;2715;p408"/>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716" name="Google Shape;2716;p408"/>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717" name="Google Shape;2717;p408"/>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Title and Content">
  <p:cSld name="6_Title and Content">
    <p:spTree>
      <p:nvGrpSpPr>
        <p:cNvPr id="2718" name="Shape 2718"/>
        <p:cNvGrpSpPr/>
        <p:nvPr/>
      </p:nvGrpSpPr>
      <p:grpSpPr>
        <a:xfrm>
          <a:off x="0" y="0"/>
          <a:ext cx="0" cy="0"/>
          <a:chOff x="0" y="0"/>
          <a:chExt cx="0" cy="0"/>
        </a:xfrm>
      </p:grpSpPr>
      <p:pic>
        <p:nvPicPr>
          <p:cNvPr id="2719" name="Google Shape;2719;p409"/>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720" name="Google Shape;2720;p409"/>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721" name="Google Shape;2721;p409"/>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722" name="Google Shape;2722;p409"/>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723" name="Google Shape;2723;p409"/>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724" name="Google Shape;2724;p409"/>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Title and Content">
  <p:cSld name="10_Title and Content">
    <p:spTree>
      <p:nvGrpSpPr>
        <p:cNvPr id="2725" name="Shape 2725"/>
        <p:cNvGrpSpPr/>
        <p:nvPr/>
      </p:nvGrpSpPr>
      <p:grpSpPr>
        <a:xfrm>
          <a:off x="0" y="0"/>
          <a:ext cx="0" cy="0"/>
          <a:chOff x="0" y="0"/>
          <a:chExt cx="0" cy="0"/>
        </a:xfrm>
      </p:grpSpPr>
      <p:pic>
        <p:nvPicPr>
          <p:cNvPr id="2726" name="Google Shape;2726;p410"/>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727" name="Google Shape;2727;p410"/>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728" name="Google Shape;2728;p410"/>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729" name="Google Shape;2729;p410"/>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730" name="Google Shape;2730;p410"/>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731" name="Google Shape;2731;p410"/>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Title and Content">
  <p:cSld name="11_Title and Content">
    <p:spTree>
      <p:nvGrpSpPr>
        <p:cNvPr id="2732" name="Shape 2732"/>
        <p:cNvGrpSpPr/>
        <p:nvPr/>
      </p:nvGrpSpPr>
      <p:grpSpPr>
        <a:xfrm>
          <a:off x="0" y="0"/>
          <a:ext cx="0" cy="0"/>
          <a:chOff x="0" y="0"/>
          <a:chExt cx="0" cy="0"/>
        </a:xfrm>
      </p:grpSpPr>
      <p:pic>
        <p:nvPicPr>
          <p:cNvPr id="2733" name="Google Shape;2733;p411"/>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734" name="Google Shape;2734;p411"/>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735" name="Google Shape;2735;p411"/>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736" name="Google Shape;2736;p411"/>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737" name="Google Shape;2737;p411"/>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738" name="Google Shape;2738;p411"/>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Title and Content">
  <p:cSld name="12_Title and Content">
    <p:spTree>
      <p:nvGrpSpPr>
        <p:cNvPr id="2739" name="Shape 2739"/>
        <p:cNvGrpSpPr/>
        <p:nvPr/>
      </p:nvGrpSpPr>
      <p:grpSpPr>
        <a:xfrm>
          <a:off x="0" y="0"/>
          <a:ext cx="0" cy="0"/>
          <a:chOff x="0" y="0"/>
          <a:chExt cx="0" cy="0"/>
        </a:xfrm>
      </p:grpSpPr>
      <p:pic>
        <p:nvPicPr>
          <p:cNvPr id="2740" name="Google Shape;2740;p412"/>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741" name="Google Shape;2741;p412"/>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742" name="Google Shape;2742;p412"/>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743" name="Google Shape;2743;p412"/>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744" name="Google Shape;2744;p412"/>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745" name="Google Shape;2745;p412"/>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Title and Content">
  <p:cSld name="13_Title and Content">
    <p:spTree>
      <p:nvGrpSpPr>
        <p:cNvPr id="2746" name="Shape 2746"/>
        <p:cNvGrpSpPr/>
        <p:nvPr/>
      </p:nvGrpSpPr>
      <p:grpSpPr>
        <a:xfrm>
          <a:off x="0" y="0"/>
          <a:ext cx="0" cy="0"/>
          <a:chOff x="0" y="0"/>
          <a:chExt cx="0" cy="0"/>
        </a:xfrm>
      </p:grpSpPr>
      <p:pic>
        <p:nvPicPr>
          <p:cNvPr id="2747" name="Google Shape;2747;p413"/>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748" name="Google Shape;2748;p413"/>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749" name="Google Shape;2749;p413"/>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750" name="Google Shape;2750;p413"/>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751" name="Google Shape;2751;p413"/>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752" name="Google Shape;2752;p413"/>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Title and Content">
  <p:cSld name="14_Title and Content">
    <p:spTree>
      <p:nvGrpSpPr>
        <p:cNvPr id="2753" name="Shape 2753"/>
        <p:cNvGrpSpPr/>
        <p:nvPr/>
      </p:nvGrpSpPr>
      <p:grpSpPr>
        <a:xfrm>
          <a:off x="0" y="0"/>
          <a:ext cx="0" cy="0"/>
          <a:chOff x="0" y="0"/>
          <a:chExt cx="0" cy="0"/>
        </a:xfrm>
      </p:grpSpPr>
      <p:pic>
        <p:nvPicPr>
          <p:cNvPr id="2754" name="Google Shape;2754;p414"/>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755" name="Google Shape;2755;p414"/>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756" name="Google Shape;2756;p414"/>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757" name="Google Shape;2757;p414"/>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758" name="Google Shape;2758;p414"/>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759" name="Google Shape;2759;p414"/>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Title and Content">
  <p:cSld name="15_Title and Content">
    <p:spTree>
      <p:nvGrpSpPr>
        <p:cNvPr id="2760" name="Shape 2760"/>
        <p:cNvGrpSpPr/>
        <p:nvPr/>
      </p:nvGrpSpPr>
      <p:grpSpPr>
        <a:xfrm>
          <a:off x="0" y="0"/>
          <a:ext cx="0" cy="0"/>
          <a:chOff x="0" y="0"/>
          <a:chExt cx="0" cy="0"/>
        </a:xfrm>
      </p:grpSpPr>
      <p:pic>
        <p:nvPicPr>
          <p:cNvPr id="2761" name="Google Shape;2761;p415"/>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762" name="Google Shape;2762;p415"/>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763" name="Google Shape;2763;p415"/>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764" name="Google Shape;2764;p415"/>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765" name="Google Shape;2765;p415"/>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766" name="Google Shape;2766;p415"/>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Title and Content">
  <p:cSld name="16_Title and Content">
    <p:spTree>
      <p:nvGrpSpPr>
        <p:cNvPr id="2767" name="Shape 2767"/>
        <p:cNvGrpSpPr/>
        <p:nvPr/>
      </p:nvGrpSpPr>
      <p:grpSpPr>
        <a:xfrm>
          <a:off x="0" y="0"/>
          <a:ext cx="0" cy="0"/>
          <a:chOff x="0" y="0"/>
          <a:chExt cx="0" cy="0"/>
        </a:xfrm>
      </p:grpSpPr>
      <p:pic>
        <p:nvPicPr>
          <p:cNvPr id="2768" name="Google Shape;2768;p416"/>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769" name="Google Shape;2769;p416"/>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770" name="Google Shape;2770;p416"/>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771" name="Google Shape;2771;p416"/>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772" name="Google Shape;2772;p416"/>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773" name="Google Shape;2773;p416"/>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Title and Content">
  <p:cSld name="17_Title and Content">
    <p:spTree>
      <p:nvGrpSpPr>
        <p:cNvPr id="2774" name="Shape 2774"/>
        <p:cNvGrpSpPr/>
        <p:nvPr/>
      </p:nvGrpSpPr>
      <p:grpSpPr>
        <a:xfrm>
          <a:off x="0" y="0"/>
          <a:ext cx="0" cy="0"/>
          <a:chOff x="0" y="0"/>
          <a:chExt cx="0" cy="0"/>
        </a:xfrm>
      </p:grpSpPr>
      <p:pic>
        <p:nvPicPr>
          <p:cNvPr id="2775" name="Google Shape;2775;p417"/>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776" name="Google Shape;2776;p417"/>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777" name="Google Shape;2777;p417"/>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778" name="Google Shape;2778;p417"/>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779" name="Google Shape;2779;p417"/>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780" name="Google Shape;2780;p417"/>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Title and Content">
  <p:cSld name="18_Title and Content">
    <p:spTree>
      <p:nvGrpSpPr>
        <p:cNvPr id="2781" name="Shape 2781"/>
        <p:cNvGrpSpPr/>
        <p:nvPr/>
      </p:nvGrpSpPr>
      <p:grpSpPr>
        <a:xfrm>
          <a:off x="0" y="0"/>
          <a:ext cx="0" cy="0"/>
          <a:chOff x="0" y="0"/>
          <a:chExt cx="0" cy="0"/>
        </a:xfrm>
      </p:grpSpPr>
      <p:pic>
        <p:nvPicPr>
          <p:cNvPr id="2782" name="Google Shape;2782;p418"/>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783" name="Google Shape;2783;p418"/>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784" name="Google Shape;2784;p418"/>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785" name="Google Shape;2785;p418"/>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786" name="Google Shape;2786;p418"/>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787" name="Google Shape;2787;p418"/>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_Title and Content">
  <p:cSld name="19_Title and Content">
    <p:spTree>
      <p:nvGrpSpPr>
        <p:cNvPr id="2788" name="Shape 2788"/>
        <p:cNvGrpSpPr/>
        <p:nvPr/>
      </p:nvGrpSpPr>
      <p:grpSpPr>
        <a:xfrm>
          <a:off x="0" y="0"/>
          <a:ext cx="0" cy="0"/>
          <a:chOff x="0" y="0"/>
          <a:chExt cx="0" cy="0"/>
        </a:xfrm>
      </p:grpSpPr>
      <p:pic>
        <p:nvPicPr>
          <p:cNvPr id="2789" name="Google Shape;2789;p419"/>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790" name="Google Shape;2790;p419"/>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791" name="Google Shape;2791;p419"/>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792" name="Google Shape;2792;p419"/>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793" name="Google Shape;2793;p419"/>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794" name="Google Shape;2794;p419"/>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_Title and Content">
  <p:cSld name="20_Title and Content">
    <p:spTree>
      <p:nvGrpSpPr>
        <p:cNvPr id="2795" name="Shape 2795"/>
        <p:cNvGrpSpPr/>
        <p:nvPr/>
      </p:nvGrpSpPr>
      <p:grpSpPr>
        <a:xfrm>
          <a:off x="0" y="0"/>
          <a:ext cx="0" cy="0"/>
          <a:chOff x="0" y="0"/>
          <a:chExt cx="0" cy="0"/>
        </a:xfrm>
      </p:grpSpPr>
      <p:pic>
        <p:nvPicPr>
          <p:cNvPr id="2796" name="Google Shape;2796;p420"/>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797" name="Google Shape;2797;p420"/>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798" name="Google Shape;2798;p420"/>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799" name="Google Shape;2799;p420"/>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800" name="Google Shape;2800;p420"/>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01" name="Google Shape;2801;p420"/>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Title and Content">
  <p:cSld name="21_Title and Content">
    <p:spTree>
      <p:nvGrpSpPr>
        <p:cNvPr id="2802" name="Shape 2802"/>
        <p:cNvGrpSpPr/>
        <p:nvPr/>
      </p:nvGrpSpPr>
      <p:grpSpPr>
        <a:xfrm>
          <a:off x="0" y="0"/>
          <a:ext cx="0" cy="0"/>
          <a:chOff x="0" y="0"/>
          <a:chExt cx="0" cy="0"/>
        </a:xfrm>
      </p:grpSpPr>
      <p:pic>
        <p:nvPicPr>
          <p:cNvPr id="2803" name="Google Shape;2803;p421"/>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804" name="Google Shape;2804;p421"/>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805" name="Google Shape;2805;p421"/>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806" name="Google Shape;2806;p421"/>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807" name="Google Shape;2807;p421"/>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08" name="Google Shape;2808;p421"/>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_Title and Content">
  <p:cSld name="22_Title and Content">
    <p:spTree>
      <p:nvGrpSpPr>
        <p:cNvPr id="2809" name="Shape 2809"/>
        <p:cNvGrpSpPr/>
        <p:nvPr/>
      </p:nvGrpSpPr>
      <p:grpSpPr>
        <a:xfrm>
          <a:off x="0" y="0"/>
          <a:ext cx="0" cy="0"/>
          <a:chOff x="0" y="0"/>
          <a:chExt cx="0" cy="0"/>
        </a:xfrm>
      </p:grpSpPr>
      <p:pic>
        <p:nvPicPr>
          <p:cNvPr id="2810" name="Google Shape;2810;p422"/>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811" name="Google Shape;2811;p422"/>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812" name="Google Shape;2812;p422"/>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813" name="Google Shape;2813;p422"/>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814" name="Google Shape;2814;p422"/>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15" name="Google Shape;2815;p422"/>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_Title and Content">
  <p:cSld name="23_Title and Content">
    <p:spTree>
      <p:nvGrpSpPr>
        <p:cNvPr id="2816" name="Shape 2816"/>
        <p:cNvGrpSpPr/>
        <p:nvPr/>
      </p:nvGrpSpPr>
      <p:grpSpPr>
        <a:xfrm>
          <a:off x="0" y="0"/>
          <a:ext cx="0" cy="0"/>
          <a:chOff x="0" y="0"/>
          <a:chExt cx="0" cy="0"/>
        </a:xfrm>
      </p:grpSpPr>
      <p:pic>
        <p:nvPicPr>
          <p:cNvPr id="2817" name="Google Shape;2817;p423"/>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818" name="Google Shape;2818;p423"/>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819" name="Google Shape;2819;p423"/>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820" name="Google Shape;2820;p423"/>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821" name="Google Shape;2821;p423"/>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22" name="Google Shape;2822;p423"/>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_Title and Content">
  <p:cSld name="24_Title and Content">
    <p:spTree>
      <p:nvGrpSpPr>
        <p:cNvPr id="2823" name="Shape 2823"/>
        <p:cNvGrpSpPr/>
        <p:nvPr/>
      </p:nvGrpSpPr>
      <p:grpSpPr>
        <a:xfrm>
          <a:off x="0" y="0"/>
          <a:ext cx="0" cy="0"/>
          <a:chOff x="0" y="0"/>
          <a:chExt cx="0" cy="0"/>
        </a:xfrm>
      </p:grpSpPr>
      <p:pic>
        <p:nvPicPr>
          <p:cNvPr id="2824" name="Google Shape;2824;p424"/>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825" name="Google Shape;2825;p424"/>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826" name="Google Shape;2826;p424"/>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827" name="Google Shape;2827;p424"/>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828" name="Google Shape;2828;p424"/>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29" name="Google Shape;2829;p424"/>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5_Title and Content">
  <p:cSld name="25_Title and Content">
    <p:spTree>
      <p:nvGrpSpPr>
        <p:cNvPr id="2830" name="Shape 2830"/>
        <p:cNvGrpSpPr/>
        <p:nvPr/>
      </p:nvGrpSpPr>
      <p:grpSpPr>
        <a:xfrm>
          <a:off x="0" y="0"/>
          <a:ext cx="0" cy="0"/>
          <a:chOff x="0" y="0"/>
          <a:chExt cx="0" cy="0"/>
        </a:xfrm>
      </p:grpSpPr>
      <p:pic>
        <p:nvPicPr>
          <p:cNvPr id="2831" name="Google Shape;2831;p425"/>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832" name="Google Shape;2832;p425"/>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833" name="Google Shape;2833;p425"/>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834" name="Google Shape;2834;p425"/>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835" name="Google Shape;2835;p425"/>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36" name="Google Shape;2836;p425"/>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6_Title and Content">
  <p:cSld name="26_Title and Content">
    <p:spTree>
      <p:nvGrpSpPr>
        <p:cNvPr id="2837" name="Shape 2837"/>
        <p:cNvGrpSpPr/>
        <p:nvPr/>
      </p:nvGrpSpPr>
      <p:grpSpPr>
        <a:xfrm>
          <a:off x="0" y="0"/>
          <a:ext cx="0" cy="0"/>
          <a:chOff x="0" y="0"/>
          <a:chExt cx="0" cy="0"/>
        </a:xfrm>
      </p:grpSpPr>
      <p:pic>
        <p:nvPicPr>
          <p:cNvPr id="2838" name="Google Shape;2838;p426"/>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839" name="Google Shape;2839;p426"/>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840" name="Google Shape;2840;p426"/>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841" name="Google Shape;2841;p426"/>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842" name="Google Shape;2842;p426"/>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43" name="Google Shape;2843;p426"/>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7_Title and Content">
  <p:cSld name="27_Title and Content">
    <p:spTree>
      <p:nvGrpSpPr>
        <p:cNvPr id="2844" name="Shape 2844"/>
        <p:cNvGrpSpPr/>
        <p:nvPr/>
      </p:nvGrpSpPr>
      <p:grpSpPr>
        <a:xfrm>
          <a:off x="0" y="0"/>
          <a:ext cx="0" cy="0"/>
          <a:chOff x="0" y="0"/>
          <a:chExt cx="0" cy="0"/>
        </a:xfrm>
      </p:grpSpPr>
      <p:pic>
        <p:nvPicPr>
          <p:cNvPr id="2845" name="Google Shape;2845;p427"/>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846" name="Google Shape;2846;p427"/>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847" name="Google Shape;2847;p427"/>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848" name="Google Shape;2848;p427"/>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849" name="Google Shape;2849;p427"/>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50" name="Google Shape;2850;p427"/>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_Title and Content">
  <p:cSld name="28_Title and Content">
    <p:spTree>
      <p:nvGrpSpPr>
        <p:cNvPr id="2851" name="Shape 2851"/>
        <p:cNvGrpSpPr/>
        <p:nvPr/>
      </p:nvGrpSpPr>
      <p:grpSpPr>
        <a:xfrm>
          <a:off x="0" y="0"/>
          <a:ext cx="0" cy="0"/>
          <a:chOff x="0" y="0"/>
          <a:chExt cx="0" cy="0"/>
        </a:xfrm>
      </p:grpSpPr>
      <p:pic>
        <p:nvPicPr>
          <p:cNvPr id="2852" name="Google Shape;2852;p428"/>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853" name="Google Shape;2853;p428"/>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854" name="Google Shape;2854;p428"/>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855" name="Google Shape;2855;p428"/>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856" name="Google Shape;2856;p428"/>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57" name="Google Shape;2857;p428"/>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9_Title and Content">
  <p:cSld name="29_Title and Content">
    <p:spTree>
      <p:nvGrpSpPr>
        <p:cNvPr id="2858" name="Shape 2858"/>
        <p:cNvGrpSpPr/>
        <p:nvPr/>
      </p:nvGrpSpPr>
      <p:grpSpPr>
        <a:xfrm>
          <a:off x="0" y="0"/>
          <a:ext cx="0" cy="0"/>
          <a:chOff x="0" y="0"/>
          <a:chExt cx="0" cy="0"/>
        </a:xfrm>
      </p:grpSpPr>
      <p:pic>
        <p:nvPicPr>
          <p:cNvPr id="2859" name="Google Shape;2859;p429"/>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860" name="Google Shape;2860;p429"/>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861" name="Google Shape;2861;p429"/>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862" name="Google Shape;2862;p429"/>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863" name="Google Shape;2863;p429"/>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64" name="Google Shape;2864;p429"/>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_Title and Content">
  <p:cSld name="30_Title and Content">
    <p:spTree>
      <p:nvGrpSpPr>
        <p:cNvPr id="2865" name="Shape 2865"/>
        <p:cNvGrpSpPr/>
        <p:nvPr/>
      </p:nvGrpSpPr>
      <p:grpSpPr>
        <a:xfrm>
          <a:off x="0" y="0"/>
          <a:ext cx="0" cy="0"/>
          <a:chOff x="0" y="0"/>
          <a:chExt cx="0" cy="0"/>
        </a:xfrm>
      </p:grpSpPr>
      <p:pic>
        <p:nvPicPr>
          <p:cNvPr id="2866" name="Google Shape;2866;p430"/>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867" name="Google Shape;2867;p430"/>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868" name="Google Shape;2868;p430"/>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869" name="Google Shape;2869;p430"/>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870" name="Google Shape;2870;p430"/>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71" name="Google Shape;2871;p430"/>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_Title and Content">
  <p:cSld name="31_Title and Content">
    <p:spTree>
      <p:nvGrpSpPr>
        <p:cNvPr id="2872" name="Shape 2872"/>
        <p:cNvGrpSpPr/>
        <p:nvPr/>
      </p:nvGrpSpPr>
      <p:grpSpPr>
        <a:xfrm>
          <a:off x="0" y="0"/>
          <a:ext cx="0" cy="0"/>
          <a:chOff x="0" y="0"/>
          <a:chExt cx="0" cy="0"/>
        </a:xfrm>
      </p:grpSpPr>
      <p:pic>
        <p:nvPicPr>
          <p:cNvPr id="2873" name="Google Shape;2873;p431"/>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874" name="Google Shape;2874;p431"/>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875" name="Google Shape;2875;p431"/>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876" name="Google Shape;2876;p431"/>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877" name="Google Shape;2877;p431"/>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78" name="Google Shape;2878;p431"/>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2_Title and Content">
  <p:cSld name="32_Title and Content">
    <p:spTree>
      <p:nvGrpSpPr>
        <p:cNvPr id="2879" name="Shape 2879"/>
        <p:cNvGrpSpPr/>
        <p:nvPr/>
      </p:nvGrpSpPr>
      <p:grpSpPr>
        <a:xfrm>
          <a:off x="0" y="0"/>
          <a:ext cx="0" cy="0"/>
          <a:chOff x="0" y="0"/>
          <a:chExt cx="0" cy="0"/>
        </a:xfrm>
      </p:grpSpPr>
      <p:pic>
        <p:nvPicPr>
          <p:cNvPr id="2880" name="Google Shape;2880;p432"/>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881" name="Google Shape;2881;p432"/>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882" name="Google Shape;2882;p432"/>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883" name="Google Shape;2883;p432"/>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884" name="Google Shape;2884;p432"/>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85" name="Google Shape;2885;p432"/>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_Title and Content">
  <p:cSld name="33_Title and Content">
    <p:spTree>
      <p:nvGrpSpPr>
        <p:cNvPr id="2886" name="Shape 2886"/>
        <p:cNvGrpSpPr/>
        <p:nvPr/>
      </p:nvGrpSpPr>
      <p:grpSpPr>
        <a:xfrm>
          <a:off x="0" y="0"/>
          <a:ext cx="0" cy="0"/>
          <a:chOff x="0" y="0"/>
          <a:chExt cx="0" cy="0"/>
        </a:xfrm>
      </p:grpSpPr>
      <p:pic>
        <p:nvPicPr>
          <p:cNvPr id="2887" name="Google Shape;2887;p433"/>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888" name="Google Shape;2888;p433"/>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889" name="Google Shape;2889;p433"/>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890" name="Google Shape;2890;p433"/>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891" name="Google Shape;2891;p433"/>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92" name="Google Shape;2892;p433"/>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2_Title and Content">
  <p:cSld name="42_Title and Content">
    <p:spTree>
      <p:nvGrpSpPr>
        <p:cNvPr id="2893" name="Shape 2893"/>
        <p:cNvGrpSpPr/>
        <p:nvPr/>
      </p:nvGrpSpPr>
      <p:grpSpPr>
        <a:xfrm>
          <a:off x="0" y="0"/>
          <a:ext cx="0" cy="0"/>
          <a:chOff x="0" y="0"/>
          <a:chExt cx="0" cy="0"/>
        </a:xfrm>
      </p:grpSpPr>
      <p:pic>
        <p:nvPicPr>
          <p:cNvPr id="2894" name="Google Shape;2894;p434"/>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895" name="Google Shape;2895;p434"/>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896" name="Google Shape;2896;p434"/>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897" name="Google Shape;2897;p434"/>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898" name="Google Shape;2898;p434"/>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99" name="Google Shape;2899;p434"/>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3_Title and Content">
  <p:cSld name="43_Title and Content">
    <p:spTree>
      <p:nvGrpSpPr>
        <p:cNvPr id="2900" name="Shape 2900"/>
        <p:cNvGrpSpPr/>
        <p:nvPr/>
      </p:nvGrpSpPr>
      <p:grpSpPr>
        <a:xfrm>
          <a:off x="0" y="0"/>
          <a:ext cx="0" cy="0"/>
          <a:chOff x="0" y="0"/>
          <a:chExt cx="0" cy="0"/>
        </a:xfrm>
      </p:grpSpPr>
      <p:pic>
        <p:nvPicPr>
          <p:cNvPr id="2901" name="Google Shape;2901;p435"/>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902" name="Google Shape;2902;p435"/>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903" name="Google Shape;2903;p435"/>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904" name="Google Shape;2904;p435"/>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905" name="Google Shape;2905;p435"/>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906" name="Google Shape;2906;p435"/>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4_Title and Content">
  <p:cSld name="44_Title and Content">
    <p:spTree>
      <p:nvGrpSpPr>
        <p:cNvPr id="2907" name="Shape 2907"/>
        <p:cNvGrpSpPr/>
        <p:nvPr/>
      </p:nvGrpSpPr>
      <p:grpSpPr>
        <a:xfrm>
          <a:off x="0" y="0"/>
          <a:ext cx="0" cy="0"/>
          <a:chOff x="0" y="0"/>
          <a:chExt cx="0" cy="0"/>
        </a:xfrm>
      </p:grpSpPr>
      <p:pic>
        <p:nvPicPr>
          <p:cNvPr id="2908" name="Google Shape;2908;p436"/>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909" name="Google Shape;2909;p436"/>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910" name="Google Shape;2910;p436"/>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911" name="Google Shape;2911;p436"/>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912" name="Google Shape;2912;p436"/>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913" name="Google Shape;2913;p436"/>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5_Title and Content">
  <p:cSld name="45_Title and Content">
    <p:spTree>
      <p:nvGrpSpPr>
        <p:cNvPr id="2914" name="Shape 2914"/>
        <p:cNvGrpSpPr/>
        <p:nvPr/>
      </p:nvGrpSpPr>
      <p:grpSpPr>
        <a:xfrm>
          <a:off x="0" y="0"/>
          <a:ext cx="0" cy="0"/>
          <a:chOff x="0" y="0"/>
          <a:chExt cx="0" cy="0"/>
        </a:xfrm>
      </p:grpSpPr>
      <p:pic>
        <p:nvPicPr>
          <p:cNvPr id="2915" name="Google Shape;2915;p437"/>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916" name="Google Shape;2916;p437"/>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917" name="Google Shape;2917;p437"/>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918" name="Google Shape;2918;p437"/>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919" name="Google Shape;2919;p437"/>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920" name="Google Shape;2920;p437"/>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6_Title and Content">
  <p:cSld name="46_Title and Content">
    <p:spTree>
      <p:nvGrpSpPr>
        <p:cNvPr id="2921" name="Shape 2921"/>
        <p:cNvGrpSpPr/>
        <p:nvPr/>
      </p:nvGrpSpPr>
      <p:grpSpPr>
        <a:xfrm>
          <a:off x="0" y="0"/>
          <a:ext cx="0" cy="0"/>
          <a:chOff x="0" y="0"/>
          <a:chExt cx="0" cy="0"/>
        </a:xfrm>
      </p:grpSpPr>
      <p:pic>
        <p:nvPicPr>
          <p:cNvPr id="2922" name="Google Shape;2922;p438"/>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923" name="Google Shape;2923;p438"/>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924" name="Google Shape;2924;p438"/>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925" name="Google Shape;2925;p438"/>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926" name="Google Shape;2926;p438"/>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927" name="Google Shape;2927;p438"/>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7_Title and Content">
  <p:cSld name="47_Title and Content">
    <p:spTree>
      <p:nvGrpSpPr>
        <p:cNvPr id="2928" name="Shape 2928"/>
        <p:cNvGrpSpPr/>
        <p:nvPr/>
      </p:nvGrpSpPr>
      <p:grpSpPr>
        <a:xfrm>
          <a:off x="0" y="0"/>
          <a:ext cx="0" cy="0"/>
          <a:chOff x="0" y="0"/>
          <a:chExt cx="0" cy="0"/>
        </a:xfrm>
      </p:grpSpPr>
      <p:pic>
        <p:nvPicPr>
          <p:cNvPr id="2929" name="Google Shape;2929;p439"/>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930" name="Google Shape;2930;p439"/>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931" name="Google Shape;2931;p439"/>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932" name="Google Shape;2932;p439"/>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933" name="Google Shape;2933;p439"/>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934" name="Google Shape;2934;p439"/>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8_Title and Content">
  <p:cSld name="48_Title and Content">
    <p:spTree>
      <p:nvGrpSpPr>
        <p:cNvPr id="2935" name="Shape 2935"/>
        <p:cNvGrpSpPr/>
        <p:nvPr/>
      </p:nvGrpSpPr>
      <p:grpSpPr>
        <a:xfrm>
          <a:off x="0" y="0"/>
          <a:ext cx="0" cy="0"/>
          <a:chOff x="0" y="0"/>
          <a:chExt cx="0" cy="0"/>
        </a:xfrm>
      </p:grpSpPr>
      <p:pic>
        <p:nvPicPr>
          <p:cNvPr id="2936" name="Google Shape;2936;p440"/>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937" name="Google Shape;2937;p440"/>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938" name="Google Shape;2938;p440"/>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939" name="Google Shape;2939;p440"/>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940" name="Google Shape;2940;p440"/>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941" name="Google Shape;2941;p440"/>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9_Title and Content">
  <p:cSld name="49_Title and Content">
    <p:spTree>
      <p:nvGrpSpPr>
        <p:cNvPr id="2942" name="Shape 2942"/>
        <p:cNvGrpSpPr/>
        <p:nvPr/>
      </p:nvGrpSpPr>
      <p:grpSpPr>
        <a:xfrm>
          <a:off x="0" y="0"/>
          <a:ext cx="0" cy="0"/>
          <a:chOff x="0" y="0"/>
          <a:chExt cx="0" cy="0"/>
        </a:xfrm>
      </p:grpSpPr>
      <p:pic>
        <p:nvPicPr>
          <p:cNvPr id="2943" name="Google Shape;2943;p441"/>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944" name="Google Shape;2944;p441"/>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945" name="Google Shape;2945;p441"/>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946" name="Google Shape;2946;p441"/>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947" name="Google Shape;2947;p441"/>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948" name="Google Shape;2948;p441"/>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0_Title and Content">
  <p:cSld name="50_Title and Content">
    <p:spTree>
      <p:nvGrpSpPr>
        <p:cNvPr id="2949" name="Shape 2949"/>
        <p:cNvGrpSpPr/>
        <p:nvPr/>
      </p:nvGrpSpPr>
      <p:grpSpPr>
        <a:xfrm>
          <a:off x="0" y="0"/>
          <a:ext cx="0" cy="0"/>
          <a:chOff x="0" y="0"/>
          <a:chExt cx="0" cy="0"/>
        </a:xfrm>
      </p:grpSpPr>
      <p:pic>
        <p:nvPicPr>
          <p:cNvPr id="2950" name="Google Shape;2950;p442"/>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951" name="Google Shape;2951;p442"/>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952" name="Google Shape;2952;p442"/>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953" name="Google Shape;2953;p442"/>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954" name="Google Shape;2954;p442"/>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955" name="Google Shape;2955;p442"/>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1_Title and Content">
  <p:cSld name="51_Title and Content">
    <p:spTree>
      <p:nvGrpSpPr>
        <p:cNvPr id="2956" name="Shape 2956"/>
        <p:cNvGrpSpPr/>
        <p:nvPr/>
      </p:nvGrpSpPr>
      <p:grpSpPr>
        <a:xfrm>
          <a:off x="0" y="0"/>
          <a:ext cx="0" cy="0"/>
          <a:chOff x="0" y="0"/>
          <a:chExt cx="0" cy="0"/>
        </a:xfrm>
      </p:grpSpPr>
      <p:pic>
        <p:nvPicPr>
          <p:cNvPr id="2957" name="Google Shape;2957;p443"/>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958" name="Google Shape;2958;p443"/>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959" name="Google Shape;2959;p443"/>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960" name="Google Shape;2960;p443"/>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961" name="Google Shape;2961;p443"/>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962" name="Google Shape;2962;p443"/>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2_Title and Content">
  <p:cSld name="52_Title and Content">
    <p:spTree>
      <p:nvGrpSpPr>
        <p:cNvPr id="2963" name="Shape 2963"/>
        <p:cNvGrpSpPr/>
        <p:nvPr/>
      </p:nvGrpSpPr>
      <p:grpSpPr>
        <a:xfrm>
          <a:off x="0" y="0"/>
          <a:ext cx="0" cy="0"/>
          <a:chOff x="0" y="0"/>
          <a:chExt cx="0" cy="0"/>
        </a:xfrm>
      </p:grpSpPr>
      <p:pic>
        <p:nvPicPr>
          <p:cNvPr id="2964" name="Google Shape;2964;p444"/>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965" name="Google Shape;2965;p444"/>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966" name="Google Shape;2966;p444"/>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967" name="Google Shape;2967;p444"/>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968" name="Google Shape;2968;p444"/>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969" name="Google Shape;2969;p444"/>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3_Title and Content">
  <p:cSld name="53_Title and Content">
    <p:spTree>
      <p:nvGrpSpPr>
        <p:cNvPr id="2970" name="Shape 2970"/>
        <p:cNvGrpSpPr/>
        <p:nvPr/>
      </p:nvGrpSpPr>
      <p:grpSpPr>
        <a:xfrm>
          <a:off x="0" y="0"/>
          <a:ext cx="0" cy="0"/>
          <a:chOff x="0" y="0"/>
          <a:chExt cx="0" cy="0"/>
        </a:xfrm>
      </p:grpSpPr>
      <p:pic>
        <p:nvPicPr>
          <p:cNvPr id="2971" name="Google Shape;2971;p445"/>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972" name="Google Shape;2972;p445"/>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973" name="Google Shape;2973;p445"/>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974" name="Google Shape;2974;p445"/>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975" name="Google Shape;2975;p445"/>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976" name="Google Shape;2976;p445"/>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4_Title and Content">
  <p:cSld name="54_Title and Content">
    <p:spTree>
      <p:nvGrpSpPr>
        <p:cNvPr id="2977" name="Shape 2977"/>
        <p:cNvGrpSpPr/>
        <p:nvPr/>
      </p:nvGrpSpPr>
      <p:grpSpPr>
        <a:xfrm>
          <a:off x="0" y="0"/>
          <a:ext cx="0" cy="0"/>
          <a:chOff x="0" y="0"/>
          <a:chExt cx="0" cy="0"/>
        </a:xfrm>
      </p:grpSpPr>
      <p:pic>
        <p:nvPicPr>
          <p:cNvPr id="2978" name="Google Shape;2978;p446"/>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979" name="Google Shape;2979;p446"/>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980" name="Google Shape;2980;p446"/>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981" name="Google Shape;2981;p446"/>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982" name="Google Shape;2982;p446"/>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983" name="Google Shape;2983;p446"/>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5_Title and Content">
  <p:cSld name="55_Title and Content">
    <p:spTree>
      <p:nvGrpSpPr>
        <p:cNvPr id="2984" name="Shape 2984"/>
        <p:cNvGrpSpPr/>
        <p:nvPr/>
      </p:nvGrpSpPr>
      <p:grpSpPr>
        <a:xfrm>
          <a:off x="0" y="0"/>
          <a:ext cx="0" cy="0"/>
          <a:chOff x="0" y="0"/>
          <a:chExt cx="0" cy="0"/>
        </a:xfrm>
      </p:grpSpPr>
      <p:pic>
        <p:nvPicPr>
          <p:cNvPr id="2985" name="Google Shape;2985;p447"/>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986" name="Google Shape;2986;p447"/>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987" name="Google Shape;2987;p447"/>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988" name="Google Shape;2988;p447"/>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989" name="Google Shape;2989;p447"/>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990" name="Google Shape;2990;p447"/>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6_Title and Content">
  <p:cSld name="56_Title and Content">
    <p:spTree>
      <p:nvGrpSpPr>
        <p:cNvPr id="2991" name="Shape 2991"/>
        <p:cNvGrpSpPr/>
        <p:nvPr/>
      </p:nvGrpSpPr>
      <p:grpSpPr>
        <a:xfrm>
          <a:off x="0" y="0"/>
          <a:ext cx="0" cy="0"/>
          <a:chOff x="0" y="0"/>
          <a:chExt cx="0" cy="0"/>
        </a:xfrm>
      </p:grpSpPr>
      <p:pic>
        <p:nvPicPr>
          <p:cNvPr id="2992" name="Google Shape;2992;p448"/>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2993" name="Google Shape;2993;p448"/>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2994" name="Google Shape;2994;p448"/>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2995" name="Google Shape;2995;p448"/>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996" name="Google Shape;2996;p448"/>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997" name="Google Shape;2997;p448"/>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7_Title and Content">
  <p:cSld name="57_Title and Content">
    <p:spTree>
      <p:nvGrpSpPr>
        <p:cNvPr id="2998" name="Shape 2998"/>
        <p:cNvGrpSpPr/>
        <p:nvPr/>
      </p:nvGrpSpPr>
      <p:grpSpPr>
        <a:xfrm>
          <a:off x="0" y="0"/>
          <a:ext cx="0" cy="0"/>
          <a:chOff x="0" y="0"/>
          <a:chExt cx="0" cy="0"/>
        </a:xfrm>
      </p:grpSpPr>
      <p:pic>
        <p:nvPicPr>
          <p:cNvPr id="2999" name="Google Shape;2999;p449"/>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3000" name="Google Shape;3000;p449"/>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3001" name="Google Shape;3001;p449"/>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3002" name="Google Shape;3002;p449"/>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003" name="Google Shape;3003;p449"/>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004" name="Google Shape;3004;p449"/>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9_Title and Content">
  <p:cSld name="59_Title and Content">
    <p:spTree>
      <p:nvGrpSpPr>
        <p:cNvPr id="3005" name="Shape 3005"/>
        <p:cNvGrpSpPr/>
        <p:nvPr/>
      </p:nvGrpSpPr>
      <p:grpSpPr>
        <a:xfrm>
          <a:off x="0" y="0"/>
          <a:ext cx="0" cy="0"/>
          <a:chOff x="0" y="0"/>
          <a:chExt cx="0" cy="0"/>
        </a:xfrm>
      </p:grpSpPr>
      <p:pic>
        <p:nvPicPr>
          <p:cNvPr id="3006" name="Google Shape;3006;p450"/>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3007" name="Google Shape;3007;p450"/>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3008" name="Google Shape;3008;p450"/>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3009" name="Google Shape;3009;p450"/>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010" name="Google Shape;3010;p450"/>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011" name="Google Shape;3011;p450"/>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0_Title and Content">
  <p:cSld name="60_Title and Content">
    <p:spTree>
      <p:nvGrpSpPr>
        <p:cNvPr id="3012" name="Shape 3012"/>
        <p:cNvGrpSpPr/>
        <p:nvPr/>
      </p:nvGrpSpPr>
      <p:grpSpPr>
        <a:xfrm>
          <a:off x="0" y="0"/>
          <a:ext cx="0" cy="0"/>
          <a:chOff x="0" y="0"/>
          <a:chExt cx="0" cy="0"/>
        </a:xfrm>
      </p:grpSpPr>
      <p:pic>
        <p:nvPicPr>
          <p:cNvPr id="3013" name="Google Shape;3013;p451"/>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3014" name="Google Shape;3014;p451"/>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3015" name="Google Shape;3015;p451"/>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3016" name="Google Shape;3016;p451"/>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017" name="Google Shape;3017;p451"/>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018" name="Google Shape;3018;p451"/>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1_Title and Content">
  <p:cSld name="61_Title and Content">
    <p:spTree>
      <p:nvGrpSpPr>
        <p:cNvPr id="3019" name="Shape 3019"/>
        <p:cNvGrpSpPr/>
        <p:nvPr/>
      </p:nvGrpSpPr>
      <p:grpSpPr>
        <a:xfrm>
          <a:off x="0" y="0"/>
          <a:ext cx="0" cy="0"/>
          <a:chOff x="0" y="0"/>
          <a:chExt cx="0" cy="0"/>
        </a:xfrm>
      </p:grpSpPr>
      <p:pic>
        <p:nvPicPr>
          <p:cNvPr id="3020" name="Google Shape;3020;p452"/>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3021" name="Google Shape;3021;p452"/>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3022" name="Google Shape;3022;p452"/>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3023" name="Google Shape;3023;p452"/>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024" name="Google Shape;3024;p452"/>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025" name="Google Shape;3025;p452"/>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2_Title and Content">
  <p:cSld name="62_Title and Content">
    <p:spTree>
      <p:nvGrpSpPr>
        <p:cNvPr id="3026" name="Shape 3026"/>
        <p:cNvGrpSpPr/>
        <p:nvPr/>
      </p:nvGrpSpPr>
      <p:grpSpPr>
        <a:xfrm>
          <a:off x="0" y="0"/>
          <a:ext cx="0" cy="0"/>
          <a:chOff x="0" y="0"/>
          <a:chExt cx="0" cy="0"/>
        </a:xfrm>
      </p:grpSpPr>
      <p:pic>
        <p:nvPicPr>
          <p:cNvPr id="3027" name="Google Shape;3027;p453"/>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3028" name="Google Shape;3028;p453"/>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3029" name="Google Shape;3029;p453"/>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3030" name="Google Shape;3030;p453"/>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031" name="Google Shape;3031;p453"/>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032" name="Google Shape;3032;p453"/>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3_Title and Content">
  <p:cSld name="63_Title and Content">
    <p:spTree>
      <p:nvGrpSpPr>
        <p:cNvPr id="3033" name="Shape 3033"/>
        <p:cNvGrpSpPr/>
        <p:nvPr/>
      </p:nvGrpSpPr>
      <p:grpSpPr>
        <a:xfrm>
          <a:off x="0" y="0"/>
          <a:ext cx="0" cy="0"/>
          <a:chOff x="0" y="0"/>
          <a:chExt cx="0" cy="0"/>
        </a:xfrm>
      </p:grpSpPr>
      <p:pic>
        <p:nvPicPr>
          <p:cNvPr id="3034" name="Google Shape;3034;p454"/>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3035" name="Google Shape;3035;p454"/>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3036" name="Google Shape;3036;p454"/>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3037" name="Google Shape;3037;p454"/>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038" name="Google Shape;3038;p454"/>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039" name="Google Shape;3039;p454"/>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4_Title and Content">
  <p:cSld name="64_Title and Content">
    <p:spTree>
      <p:nvGrpSpPr>
        <p:cNvPr id="3040" name="Shape 3040"/>
        <p:cNvGrpSpPr/>
        <p:nvPr/>
      </p:nvGrpSpPr>
      <p:grpSpPr>
        <a:xfrm>
          <a:off x="0" y="0"/>
          <a:ext cx="0" cy="0"/>
          <a:chOff x="0" y="0"/>
          <a:chExt cx="0" cy="0"/>
        </a:xfrm>
      </p:grpSpPr>
      <p:pic>
        <p:nvPicPr>
          <p:cNvPr id="3041" name="Google Shape;3041;p455"/>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3042" name="Google Shape;3042;p455"/>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3043" name="Google Shape;3043;p455"/>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3044" name="Google Shape;3044;p455"/>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045" name="Google Shape;3045;p455"/>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046" name="Google Shape;3046;p455"/>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5_Title and Content">
  <p:cSld name="65_Title and Content">
    <p:spTree>
      <p:nvGrpSpPr>
        <p:cNvPr id="3047" name="Shape 3047"/>
        <p:cNvGrpSpPr/>
        <p:nvPr/>
      </p:nvGrpSpPr>
      <p:grpSpPr>
        <a:xfrm>
          <a:off x="0" y="0"/>
          <a:ext cx="0" cy="0"/>
          <a:chOff x="0" y="0"/>
          <a:chExt cx="0" cy="0"/>
        </a:xfrm>
      </p:grpSpPr>
      <p:pic>
        <p:nvPicPr>
          <p:cNvPr id="3048" name="Google Shape;3048;p456"/>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3049" name="Google Shape;3049;p456"/>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3050" name="Google Shape;3050;p456"/>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3051" name="Google Shape;3051;p456"/>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052" name="Google Shape;3052;p456"/>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053" name="Google Shape;3053;p456"/>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6_Title and Content">
  <p:cSld name="66_Title and Content">
    <p:spTree>
      <p:nvGrpSpPr>
        <p:cNvPr id="3054" name="Shape 3054"/>
        <p:cNvGrpSpPr/>
        <p:nvPr/>
      </p:nvGrpSpPr>
      <p:grpSpPr>
        <a:xfrm>
          <a:off x="0" y="0"/>
          <a:ext cx="0" cy="0"/>
          <a:chOff x="0" y="0"/>
          <a:chExt cx="0" cy="0"/>
        </a:xfrm>
      </p:grpSpPr>
      <p:pic>
        <p:nvPicPr>
          <p:cNvPr id="3055" name="Google Shape;3055;p457"/>
          <p:cNvPicPr preferRelativeResize="0"/>
          <p:nvPr/>
        </p:nvPicPr>
        <p:blipFill rotWithShape="1">
          <a:blip r:embed="rId2">
            <a:alphaModFix amt="50000"/>
          </a:blip>
          <a:srcRect b="-541" l="177" r="176" t="-542"/>
          <a:stretch/>
        </p:blipFill>
        <p:spPr>
          <a:xfrm>
            <a:off x="3563108" y="2223656"/>
            <a:ext cx="2017786" cy="2729344"/>
          </a:xfrm>
          <a:prstGeom prst="rect">
            <a:avLst/>
          </a:prstGeom>
          <a:noFill/>
          <a:ln>
            <a:noFill/>
          </a:ln>
        </p:spPr>
      </p:pic>
      <p:pic>
        <p:nvPicPr>
          <p:cNvPr id="3056" name="Google Shape;3056;p457"/>
          <p:cNvPicPr preferRelativeResize="0"/>
          <p:nvPr/>
        </p:nvPicPr>
        <p:blipFill rotWithShape="1">
          <a:blip r:embed="rId3">
            <a:alphaModFix/>
          </a:blip>
          <a:srcRect b="0" l="0" r="0" t="0"/>
          <a:stretch/>
        </p:blipFill>
        <p:spPr>
          <a:xfrm>
            <a:off x="0" y="6817420"/>
            <a:ext cx="9144000" cy="40580"/>
          </a:xfrm>
          <a:prstGeom prst="rect">
            <a:avLst/>
          </a:prstGeom>
          <a:noFill/>
          <a:ln>
            <a:noFill/>
          </a:ln>
        </p:spPr>
      </p:pic>
      <p:pic>
        <p:nvPicPr>
          <p:cNvPr id="3057" name="Google Shape;3057;p457"/>
          <p:cNvPicPr preferRelativeResize="0"/>
          <p:nvPr/>
        </p:nvPicPr>
        <p:blipFill rotWithShape="1">
          <a:blip r:embed="rId4">
            <a:alphaModFix/>
          </a:blip>
          <a:srcRect b="0" l="0" r="0" t="0"/>
          <a:stretch/>
        </p:blipFill>
        <p:spPr>
          <a:xfrm>
            <a:off x="0" y="160569"/>
            <a:ext cx="8001000" cy="764364"/>
          </a:xfrm>
          <a:prstGeom prst="rect">
            <a:avLst/>
          </a:prstGeom>
          <a:noFill/>
          <a:ln>
            <a:noFill/>
          </a:ln>
        </p:spPr>
      </p:pic>
      <p:sp>
        <p:nvSpPr>
          <p:cNvPr id="3058" name="Google Shape;3058;p457"/>
          <p:cNvSpPr txBox="1"/>
          <p:nvPr>
            <p:ph type="title"/>
          </p:nvPr>
        </p:nvSpPr>
        <p:spPr>
          <a:xfrm>
            <a:off x="628650" y="160569"/>
            <a:ext cx="6991350" cy="764364"/>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0"/>
              </a:spcBef>
              <a:spcAft>
                <a:spcPts val="0"/>
              </a:spcAft>
              <a:buClr>
                <a:schemeClr val="lt1"/>
              </a:buClr>
              <a:buSzPts val="2400"/>
              <a:buFont typeface="Helvetica Neue"/>
              <a:buNone/>
              <a:defRPr b="1" i="0" sz="24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059" name="Google Shape;3059;p457"/>
          <p:cNvSpPr txBox="1"/>
          <p:nvPr>
            <p:ph idx="1" type="body"/>
          </p:nvPr>
        </p:nvSpPr>
        <p:spPr>
          <a:xfrm>
            <a:off x="643304" y="1600202"/>
            <a:ext cx="7620000" cy="2728913"/>
          </a:xfrm>
          <a:prstGeom prst="rect">
            <a:avLst/>
          </a:prstGeom>
          <a:noFill/>
          <a:ln>
            <a:noFill/>
          </a:ln>
        </p:spPr>
        <p:txBody>
          <a:bodyPr anchorCtr="0" anchor="t" bIns="45700" lIns="91425" spcFirstLastPara="1" rIns="91425" wrap="square" tIns="45700">
            <a:normAutofit/>
          </a:bodyPr>
          <a:lstStyle>
            <a:lvl1pPr indent="-314325" lvl="0" marL="457200"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indent="-304800" lvl="1" marL="9144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indent="-295275" lvl="2" marL="1371600"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indent="-285750" lvl="3" marL="18288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indent="-285750" lvl="4" marL="228600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060" name="Google Shape;3060;p457"/>
          <p:cNvSpPr txBox="1"/>
          <p:nvPr>
            <p:ph idx="2" type="body"/>
          </p:nvPr>
        </p:nvSpPr>
        <p:spPr>
          <a:xfrm>
            <a:off x="246935" y="1143002"/>
            <a:ext cx="8397717" cy="3952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00"/>
              </a:spcBef>
              <a:spcAft>
                <a:spcPts val="0"/>
              </a:spcAft>
              <a:buClr>
                <a:srgbClr val="1C1573"/>
              </a:buClr>
              <a:buSzPts val="1500"/>
              <a:buNone/>
              <a:defRPr b="1" sz="1500">
                <a:solidFill>
                  <a:srgbClr val="1C1573"/>
                </a:solidFill>
                <a:latin typeface="Helvetica Neue"/>
                <a:ea typeface="Helvetica Neue"/>
                <a:cs typeface="Helvetica Neue"/>
                <a:sym typeface="Helvetica Neue"/>
              </a:defRPr>
            </a:lvl1pPr>
            <a:lvl2pPr indent="-406400" lvl="1" marL="914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indent="-381000" lvl="2" marL="13716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indent="-355600" lvl="3" marL="18288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indent="-355600" lvl="4" marL="22860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073" name="Shape 3073"/>
        <p:cNvGrpSpPr/>
        <p:nvPr/>
      </p:nvGrpSpPr>
      <p:grpSpPr>
        <a:xfrm>
          <a:off x="0" y="0"/>
          <a:ext cx="0" cy="0"/>
          <a:chOff x="0" y="0"/>
          <a:chExt cx="0" cy="0"/>
        </a:xfrm>
      </p:grpSpPr>
      <p:sp>
        <p:nvSpPr>
          <p:cNvPr id="3074" name="Google Shape;3074;p130"/>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3075" name="Google Shape;3075;p13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3076" name="Google Shape;3076;p13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3077" name="Google Shape;3077;p13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3078" name="Google Shape;3078;p13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3079" name="Google Shape;3079;p130"/>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3080" name="Google Shape;3080;p130"/>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3081" name="Google Shape;3081;p130"/>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082" name="Shape 3082"/>
        <p:cNvGrpSpPr/>
        <p:nvPr/>
      </p:nvGrpSpPr>
      <p:grpSpPr>
        <a:xfrm>
          <a:off x="0" y="0"/>
          <a:ext cx="0" cy="0"/>
          <a:chOff x="0" y="0"/>
          <a:chExt cx="0" cy="0"/>
        </a:xfrm>
      </p:grpSpPr>
      <p:sp>
        <p:nvSpPr>
          <p:cNvPr id="3083" name="Google Shape;3083;p458"/>
          <p:cNvSpPr txBox="1"/>
          <p:nvPr>
            <p:ph type="ctrTitle"/>
          </p:nvPr>
        </p:nvSpPr>
        <p:spPr>
          <a:xfrm>
            <a:off x="685800" y="2130425"/>
            <a:ext cx="7772400" cy="147002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3084" name="Google Shape;3084;p45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3085" name="Google Shape;3085;p458"/>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3086" name="Google Shape;3086;p458"/>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3087" name="Google Shape;3087;p458"/>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088" name="Shape 3088"/>
        <p:cNvGrpSpPr/>
        <p:nvPr/>
      </p:nvGrpSpPr>
      <p:grpSpPr>
        <a:xfrm>
          <a:off x="0" y="0"/>
          <a:ext cx="0" cy="0"/>
          <a:chOff x="0" y="0"/>
          <a:chExt cx="0" cy="0"/>
        </a:xfrm>
      </p:grpSpPr>
      <p:sp>
        <p:nvSpPr>
          <p:cNvPr id="3089" name="Google Shape;3089;p459"/>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32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3090" name="Google Shape;3090;p45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091" name="Google Shape;3091;p459"/>
          <p:cNvSpPr txBox="1"/>
          <p:nvPr>
            <p:ph idx="11" type="ftr"/>
          </p:nvPr>
        </p:nvSpPr>
        <p:spPr>
          <a:xfrm>
            <a:off x="2195513" y="6237288"/>
            <a:ext cx="4392612" cy="36512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12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3092" name="Google Shape;3092;p459"/>
          <p:cNvSpPr txBox="1"/>
          <p:nvPr>
            <p:ph idx="12" type="sldNum"/>
          </p:nvPr>
        </p:nvSpPr>
        <p:spPr>
          <a:xfrm>
            <a:off x="8532813" y="6237288"/>
            <a:ext cx="611187" cy="29368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1"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093" name="Shape 3093"/>
        <p:cNvGrpSpPr/>
        <p:nvPr/>
      </p:nvGrpSpPr>
      <p:grpSpPr>
        <a:xfrm>
          <a:off x="0" y="0"/>
          <a:ext cx="0" cy="0"/>
          <a:chOff x="0" y="0"/>
          <a:chExt cx="0" cy="0"/>
        </a:xfrm>
      </p:grpSpPr>
      <p:sp>
        <p:nvSpPr>
          <p:cNvPr id="3094" name="Google Shape;3094;p46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3095" name="Google Shape;3095;p46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96" name="Google Shape;3096;p460"/>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3097" name="Google Shape;3097;p460"/>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3098" name="Google Shape;3098;p460"/>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099" name="Shape 3099"/>
        <p:cNvGrpSpPr/>
        <p:nvPr/>
      </p:nvGrpSpPr>
      <p:grpSpPr>
        <a:xfrm>
          <a:off x="0" y="0"/>
          <a:ext cx="0" cy="0"/>
          <a:chOff x="0" y="0"/>
          <a:chExt cx="0" cy="0"/>
        </a:xfrm>
      </p:grpSpPr>
      <p:sp>
        <p:nvSpPr>
          <p:cNvPr id="3100" name="Google Shape;3100;p461"/>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3101" name="Google Shape;3101;p46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102" name="Google Shape;3102;p46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103" name="Google Shape;3103;p461"/>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3104" name="Google Shape;3104;p461"/>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3105" name="Google Shape;3105;p461"/>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06" name="Shape 3106"/>
        <p:cNvGrpSpPr/>
        <p:nvPr/>
      </p:nvGrpSpPr>
      <p:grpSpPr>
        <a:xfrm>
          <a:off x="0" y="0"/>
          <a:ext cx="0" cy="0"/>
          <a:chOff x="0" y="0"/>
          <a:chExt cx="0" cy="0"/>
        </a:xfrm>
      </p:grpSpPr>
      <p:sp>
        <p:nvSpPr>
          <p:cNvPr id="3107" name="Google Shape;3107;p462"/>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3108" name="Google Shape;3108;p462"/>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3109" name="Google Shape;3109;p462"/>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3110" name="Google Shape;3110;p462"/>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111" name="Shape 3111"/>
        <p:cNvGrpSpPr/>
        <p:nvPr/>
      </p:nvGrpSpPr>
      <p:grpSpPr>
        <a:xfrm>
          <a:off x="0" y="0"/>
          <a:ext cx="0" cy="0"/>
          <a:chOff x="0" y="0"/>
          <a:chExt cx="0" cy="0"/>
        </a:xfrm>
      </p:grpSpPr>
      <p:sp>
        <p:nvSpPr>
          <p:cNvPr id="3112" name="Google Shape;3112;p463"/>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3113" name="Google Shape;3113;p463"/>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3114" name="Google Shape;3114;p463"/>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115" name="Shape 3115"/>
        <p:cNvGrpSpPr/>
        <p:nvPr/>
      </p:nvGrpSpPr>
      <p:grpSpPr>
        <a:xfrm>
          <a:off x="0" y="0"/>
          <a:ext cx="0" cy="0"/>
          <a:chOff x="0" y="0"/>
          <a:chExt cx="0" cy="0"/>
        </a:xfrm>
      </p:grpSpPr>
      <p:sp>
        <p:nvSpPr>
          <p:cNvPr id="3116" name="Google Shape;3116;p46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20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3117" name="Google Shape;3117;p46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3118" name="Google Shape;3118;p46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3119" name="Google Shape;3119;p464"/>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3120" name="Google Shape;3120;p464"/>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3121" name="Google Shape;3121;p464"/>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122" name="Shape 3122"/>
        <p:cNvGrpSpPr/>
        <p:nvPr/>
      </p:nvGrpSpPr>
      <p:grpSpPr>
        <a:xfrm>
          <a:off x="0" y="0"/>
          <a:ext cx="0" cy="0"/>
          <a:chOff x="0" y="0"/>
          <a:chExt cx="0" cy="0"/>
        </a:xfrm>
      </p:grpSpPr>
      <p:sp>
        <p:nvSpPr>
          <p:cNvPr id="3123" name="Google Shape;3123;p46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20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3124" name="Google Shape;3124;p465"/>
          <p:cNvSpPr/>
          <p:nvPr>
            <p:ph idx="2" type="pic"/>
          </p:nvPr>
        </p:nvSpPr>
        <p:spPr>
          <a:xfrm>
            <a:off x="1792288" y="612775"/>
            <a:ext cx="5486400" cy="4114800"/>
          </a:xfrm>
          <a:prstGeom prst="rect">
            <a:avLst/>
          </a:prstGeom>
          <a:noFill/>
          <a:ln>
            <a:noFill/>
          </a:ln>
        </p:spPr>
      </p:sp>
      <p:sp>
        <p:nvSpPr>
          <p:cNvPr id="3125" name="Google Shape;3125;p46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3126" name="Google Shape;3126;p465"/>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3127" name="Google Shape;3127;p465"/>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3128" name="Google Shape;3128;p465"/>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129" name="Shape 3129"/>
        <p:cNvGrpSpPr/>
        <p:nvPr/>
      </p:nvGrpSpPr>
      <p:grpSpPr>
        <a:xfrm>
          <a:off x="0" y="0"/>
          <a:ext cx="0" cy="0"/>
          <a:chOff x="0" y="0"/>
          <a:chExt cx="0" cy="0"/>
        </a:xfrm>
      </p:grpSpPr>
      <p:sp>
        <p:nvSpPr>
          <p:cNvPr id="3130" name="Google Shape;3130;p466"/>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3131" name="Google Shape;3131;p46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132" name="Google Shape;3132;p466"/>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3133" name="Google Shape;3133;p466"/>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3134" name="Google Shape;3134;p466"/>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135" name="Shape 3135"/>
        <p:cNvGrpSpPr/>
        <p:nvPr/>
      </p:nvGrpSpPr>
      <p:grpSpPr>
        <a:xfrm>
          <a:off x="0" y="0"/>
          <a:ext cx="0" cy="0"/>
          <a:chOff x="0" y="0"/>
          <a:chExt cx="0" cy="0"/>
        </a:xfrm>
      </p:grpSpPr>
      <p:sp>
        <p:nvSpPr>
          <p:cNvPr id="3136" name="Google Shape;3136;p467"/>
          <p:cNvSpPr txBox="1"/>
          <p:nvPr>
            <p:ph type="title"/>
          </p:nvPr>
        </p:nvSpPr>
        <p:spPr>
          <a:xfrm rot="5400000">
            <a:off x="4732338" y="2171701"/>
            <a:ext cx="5851525" cy="20574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3137" name="Google Shape;3137;p46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138" name="Google Shape;3138;p467"/>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3139" name="Google Shape;3139;p467"/>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3140" name="Google Shape;3140;p467"/>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1pPr>
            <a:lvl2pPr indent="0" lvl="1"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2pPr>
            <a:lvl3pPr indent="0" lvl="2"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3pPr>
            <a:lvl4pPr indent="0" lvl="3"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4pPr>
            <a:lvl5pPr indent="0" lvl="4"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5pPr>
            <a:lvl6pPr indent="0" lvl="5"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6pPr>
            <a:lvl7pPr indent="0" lvl="6"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7pPr>
            <a:lvl8pPr indent="0" lvl="7"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8pPr>
            <a:lvl9pPr indent="0" lvl="8" marL="0" marR="0" rtl="0" algn="l">
              <a:lnSpc>
                <a:spcPct val="100000"/>
              </a:lnSpc>
              <a:spcBef>
                <a:spcPts val="0"/>
              </a:spcBef>
              <a:spcAft>
                <a:spcPts val="0"/>
              </a:spcAft>
              <a:buClr>
                <a:srgbClr val="000000"/>
              </a:buClr>
              <a:buSzPts val="1600"/>
              <a:buFont typeface="Tahoma"/>
              <a:buNone/>
              <a:defRPr b="0" i="0" sz="1600" u="none" cap="none" strike="noStrike">
                <a:solidFill>
                  <a:srgbClr val="000000"/>
                </a:solidFill>
                <a:latin typeface="Tahoma"/>
                <a:ea typeface="Tahoma"/>
                <a:cs typeface="Tahoma"/>
                <a:sym typeface="Tahom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3141" name="Shape 3141"/>
        <p:cNvGrpSpPr/>
        <p:nvPr/>
      </p:nvGrpSpPr>
      <p:grpSpPr>
        <a:xfrm>
          <a:off x="0" y="0"/>
          <a:ext cx="0" cy="0"/>
          <a:chOff x="0" y="0"/>
          <a:chExt cx="0" cy="0"/>
        </a:xfrm>
      </p:grpSpPr>
      <p:sp>
        <p:nvSpPr>
          <p:cNvPr id="3142" name="Google Shape;3142;p468"/>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3143" name="Google Shape;3143;p468"/>
          <p:cNvGrpSpPr/>
          <p:nvPr/>
        </p:nvGrpSpPr>
        <p:grpSpPr>
          <a:xfrm>
            <a:off x="2084388" y="6550025"/>
            <a:ext cx="7059612" cy="49213"/>
            <a:chOff x="2083888" y="6550671"/>
            <a:chExt cx="7060112" cy="48665"/>
          </a:xfrm>
        </p:grpSpPr>
        <p:sp>
          <p:nvSpPr>
            <p:cNvPr id="3144" name="Google Shape;3144;p468"/>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3145" name="Google Shape;3145;p468"/>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3146" name="Google Shape;3146;p468"/>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3147" name="Google Shape;3147;p468"/>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3148" name="Google Shape;3148;p468"/>
          <p:cNvGrpSpPr/>
          <p:nvPr/>
        </p:nvGrpSpPr>
        <p:grpSpPr>
          <a:xfrm>
            <a:off x="2133600" y="6553200"/>
            <a:ext cx="7010400" cy="46038"/>
            <a:chOff x="1905000" y="6553200"/>
            <a:chExt cx="7010400" cy="45719"/>
          </a:xfrm>
        </p:grpSpPr>
        <p:sp>
          <p:nvSpPr>
            <p:cNvPr id="3149" name="Google Shape;3149;p468"/>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3150" name="Google Shape;3150;p468"/>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3151" name="Google Shape;3151;p468"/>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3152" name="Google Shape;3152;p468"/>
          <p:cNvGrpSpPr/>
          <p:nvPr/>
        </p:nvGrpSpPr>
        <p:grpSpPr>
          <a:xfrm>
            <a:off x="0" y="1295400"/>
            <a:ext cx="7010400" cy="46038"/>
            <a:chOff x="1905000" y="6553200"/>
            <a:chExt cx="7010400" cy="45719"/>
          </a:xfrm>
        </p:grpSpPr>
        <p:sp>
          <p:nvSpPr>
            <p:cNvPr id="3153" name="Google Shape;3153;p468"/>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3154" name="Google Shape;3154;p468"/>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3155" name="Google Shape;3155;p468"/>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
        <p:nvSpPr>
          <p:cNvPr id="3156" name="Google Shape;3156;p468"/>
          <p:cNvSpPr txBox="1"/>
          <p:nvPr>
            <p:ph idx="1" type="body"/>
          </p:nvPr>
        </p:nvSpPr>
        <p:spPr>
          <a:xfrm>
            <a:off x="304800" y="1493837"/>
            <a:ext cx="8229600" cy="4525963"/>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indent="-330200" lvl="1" marL="914400" marR="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157" name="Google Shape;3157;p468"/>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and Content">
  <p:cSld name="3_Title and Content">
    <p:spTree>
      <p:nvGrpSpPr>
        <p:cNvPr id="3158" name="Shape 3158"/>
        <p:cNvGrpSpPr/>
        <p:nvPr/>
      </p:nvGrpSpPr>
      <p:grpSpPr>
        <a:xfrm>
          <a:off x="0" y="0"/>
          <a:ext cx="0" cy="0"/>
          <a:chOff x="0" y="0"/>
          <a:chExt cx="0" cy="0"/>
        </a:xfrm>
      </p:grpSpPr>
      <p:sp>
        <p:nvSpPr>
          <p:cNvPr id="3159" name="Google Shape;3159;p469"/>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grpSp>
        <p:nvGrpSpPr>
          <p:cNvPr id="3160" name="Google Shape;3160;p469"/>
          <p:cNvGrpSpPr/>
          <p:nvPr/>
        </p:nvGrpSpPr>
        <p:grpSpPr>
          <a:xfrm>
            <a:off x="2084388" y="6550025"/>
            <a:ext cx="7059612" cy="49213"/>
            <a:chOff x="2083888" y="6550671"/>
            <a:chExt cx="7060112" cy="48665"/>
          </a:xfrm>
        </p:grpSpPr>
        <p:sp>
          <p:nvSpPr>
            <p:cNvPr id="3161" name="Google Shape;3161;p469"/>
            <p:cNvSpPr/>
            <p:nvPr/>
          </p:nvSpPr>
          <p:spPr>
            <a:xfrm>
              <a:off x="4630418" y="6550671"/>
              <a:ext cx="2329027" cy="48665"/>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3162" name="Google Shape;3162;p469"/>
            <p:cNvSpPr/>
            <p:nvPr/>
          </p:nvSpPr>
          <p:spPr>
            <a:xfrm>
              <a:off x="6908642" y="6550671"/>
              <a:ext cx="2235358" cy="45525"/>
            </a:xfrm>
            <a:prstGeom prst="rect">
              <a:avLst/>
            </a:prstGeom>
            <a:solidFill>
              <a:srgbClr val="E3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3163" name="Google Shape;3163;p469"/>
            <p:cNvSpPr/>
            <p:nvPr/>
          </p:nvSpPr>
          <p:spPr>
            <a:xfrm>
              <a:off x="2083888" y="6550671"/>
              <a:ext cx="2581458" cy="48665"/>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pic>
        <p:nvPicPr>
          <p:cNvPr descr="Picture 7.png" id="3164" name="Google Shape;3164;p469"/>
          <p:cNvPicPr preferRelativeResize="0"/>
          <p:nvPr/>
        </p:nvPicPr>
        <p:blipFill rotWithShape="1">
          <a:blip r:embed="rId2">
            <a:alphaModFix/>
          </a:blip>
          <a:srcRect b="5334" l="1923" r="0" t="0"/>
          <a:stretch/>
        </p:blipFill>
        <p:spPr>
          <a:xfrm>
            <a:off x="6629400" y="0"/>
            <a:ext cx="2193925" cy="692150"/>
          </a:xfrm>
          <a:prstGeom prst="rect">
            <a:avLst/>
          </a:prstGeom>
          <a:noFill/>
          <a:ln>
            <a:noFill/>
          </a:ln>
        </p:spPr>
      </p:pic>
      <p:grpSp>
        <p:nvGrpSpPr>
          <p:cNvPr id="3165" name="Google Shape;3165;p469"/>
          <p:cNvGrpSpPr/>
          <p:nvPr/>
        </p:nvGrpSpPr>
        <p:grpSpPr>
          <a:xfrm>
            <a:off x="2133600" y="6553200"/>
            <a:ext cx="7010400" cy="46038"/>
            <a:chOff x="1905000" y="6553200"/>
            <a:chExt cx="7010400" cy="45719"/>
          </a:xfrm>
        </p:grpSpPr>
        <p:sp>
          <p:nvSpPr>
            <p:cNvPr id="3166" name="Google Shape;3166;p469"/>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3167" name="Google Shape;3167;p469"/>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3168" name="Google Shape;3168;p469"/>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3169" name="Google Shape;3169;p469"/>
          <p:cNvGrpSpPr/>
          <p:nvPr/>
        </p:nvGrpSpPr>
        <p:grpSpPr>
          <a:xfrm>
            <a:off x="0" y="1295400"/>
            <a:ext cx="7010400" cy="46038"/>
            <a:chOff x="1905000" y="6553200"/>
            <a:chExt cx="7010400" cy="45719"/>
          </a:xfrm>
        </p:grpSpPr>
        <p:sp>
          <p:nvSpPr>
            <p:cNvPr id="3170" name="Google Shape;3170;p469"/>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3171" name="Google Shape;3171;p469"/>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3172" name="Google Shape;3172;p469"/>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
        <p:nvSpPr>
          <p:cNvPr id="3173" name="Google Shape;3173;p469"/>
          <p:cNvSpPr txBox="1"/>
          <p:nvPr>
            <p:ph idx="1" type="body"/>
          </p:nvPr>
        </p:nvSpPr>
        <p:spPr>
          <a:xfrm>
            <a:off x="304800" y="1493837"/>
            <a:ext cx="8229600" cy="4525963"/>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indent="-330200" lvl="1" marL="914400" marR="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174" name="Google Shape;3174;p469"/>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600"/>
              <a:buNone/>
              <a:defRPr b="1" sz="3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Title and Content">
  <p:cSld name="10_Title and Content">
    <p:spTree>
      <p:nvGrpSpPr>
        <p:cNvPr id="3175" name="Shape 3175"/>
        <p:cNvGrpSpPr/>
        <p:nvPr/>
      </p:nvGrpSpPr>
      <p:grpSpPr>
        <a:xfrm>
          <a:off x="0" y="0"/>
          <a:ext cx="0" cy="0"/>
          <a:chOff x="0" y="0"/>
          <a:chExt cx="0" cy="0"/>
        </a:xfrm>
      </p:grpSpPr>
    </p:spTree>
  </p:cSld>
  <p:clrMapOvr>
    <a:masterClrMapping/>
  </p:clrMapOvr>
</p:sldLayout>
</file>

<file path=ppt/slideLayouts/slideLayout3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Title and Content">
  <p:cSld name="11_Title and Content">
    <p:spTree>
      <p:nvGrpSpPr>
        <p:cNvPr id="3176" name="Shape 3176"/>
        <p:cNvGrpSpPr/>
        <p:nvPr/>
      </p:nvGrpSpPr>
      <p:grpSpPr>
        <a:xfrm>
          <a:off x="0" y="0"/>
          <a:ext cx="0" cy="0"/>
          <a:chOff x="0" y="0"/>
          <a:chExt cx="0" cy="0"/>
        </a:xfrm>
      </p:grpSpPr>
    </p:spTree>
  </p:cSld>
  <p:clrMapOvr>
    <a:masterClrMapping/>
  </p:clrMapOvr>
</p:sldLayout>
</file>

<file path=ppt/slideLayouts/slideLayout3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Title and Content">
  <p:cSld name="12_Title and Content">
    <p:spTree>
      <p:nvGrpSpPr>
        <p:cNvPr id="3177" name="Shape 317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4.xml"/><Relationship Id="rId10" Type="http://schemas.openxmlformats.org/officeDocument/2006/relationships/slideLayout" Target="../slideLayouts/slideLayout23.xml"/><Relationship Id="rId13" Type="http://schemas.openxmlformats.org/officeDocument/2006/relationships/slideLayout" Target="../slideLayouts/slideLayout26.xml"/><Relationship Id="rId12" Type="http://schemas.openxmlformats.org/officeDocument/2006/relationships/slideLayout" Target="../slideLayouts/slideLayout25.xml"/><Relationship Id="rId1" Type="http://schemas.openxmlformats.org/officeDocument/2006/relationships/image" Target="../media/image6.png"/><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5" Type="http://schemas.openxmlformats.org/officeDocument/2006/relationships/slideLayout" Target="../slideLayouts/slideLayout28.xml"/><Relationship Id="rId14" Type="http://schemas.openxmlformats.org/officeDocument/2006/relationships/slideLayout" Target="../slideLayouts/slideLayout27.xml"/><Relationship Id="rId16" Type="http://schemas.openxmlformats.org/officeDocument/2006/relationships/theme" Target="../theme/theme11.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9.xml"/><Relationship Id="rId10" Type="http://schemas.openxmlformats.org/officeDocument/2006/relationships/slideLayout" Target="../slideLayouts/slideLayout38.xml"/><Relationship Id="rId13" Type="http://schemas.openxmlformats.org/officeDocument/2006/relationships/slideLayout" Target="../slideLayouts/slideLayout41.xml"/><Relationship Id="rId12" Type="http://schemas.openxmlformats.org/officeDocument/2006/relationships/slideLayout" Target="../slideLayouts/slideLayout40.xml"/><Relationship Id="rId1" Type="http://schemas.openxmlformats.org/officeDocument/2006/relationships/slideLayout" Target="../slideLayouts/slideLayout29.xml"/><Relationship Id="rId2" Type="http://schemas.openxmlformats.org/officeDocument/2006/relationships/slideLayout" Target="../slideLayouts/slideLayout30.xml"/><Relationship Id="rId3" Type="http://schemas.openxmlformats.org/officeDocument/2006/relationships/slideLayout" Target="../slideLayouts/slideLayout31.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5" Type="http://schemas.openxmlformats.org/officeDocument/2006/relationships/theme" Target="../theme/theme13.xml"/><Relationship Id="rId14" Type="http://schemas.openxmlformats.org/officeDocument/2006/relationships/slideLayout" Target="../slideLayouts/slideLayout42.xml"/><Relationship Id="rId5" Type="http://schemas.openxmlformats.org/officeDocument/2006/relationships/slideLayout" Target="../slideLayouts/slideLayout33.xml"/><Relationship Id="rId6" Type="http://schemas.openxmlformats.org/officeDocument/2006/relationships/slideLayout" Target="../slideLayouts/slideLayout34.xml"/><Relationship Id="rId7" Type="http://schemas.openxmlformats.org/officeDocument/2006/relationships/slideLayout" Target="../slideLayouts/slideLayout35.xml"/><Relationship Id="rId8" Type="http://schemas.openxmlformats.org/officeDocument/2006/relationships/slideLayout" Target="../slideLayouts/slideLayout36.xml"/></Relationships>
</file>

<file path=ppt/slideMasters/_rels/slideMaster4.xml.rels><?xml version="1.0" encoding="UTF-8" standalone="yes"?><Relationships xmlns="http://schemas.openxmlformats.org/package/2006/relationships"><Relationship Id="rId20" Type="http://schemas.openxmlformats.org/officeDocument/2006/relationships/slideLayout" Target="../slideLayouts/slideLayout61.xml"/><Relationship Id="rId22" Type="http://schemas.openxmlformats.org/officeDocument/2006/relationships/slideLayout" Target="../slideLayouts/slideLayout63.xml"/><Relationship Id="rId21" Type="http://schemas.openxmlformats.org/officeDocument/2006/relationships/slideLayout" Target="../slideLayouts/slideLayout62.xml"/><Relationship Id="rId24" Type="http://schemas.openxmlformats.org/officeDocument/2006/relationships/slideLayout" Target="../slideLayouts/slideLayout65.xml"/><Relationship Id="rId23" Type="http://schemas.openxmlformats.org/officeDocument/2006/relationships/slideLayout" Target="../slideLayouts/slideLayout64.xml"/><Relationship Id="rId1" Type="http://schemas.openxmlformats.org/officeDocument/2006/relationships/image" Target="../media/image6.png"/><Relationship Id="rId2" Type="http://schemas.openxmlformats.org/officeDocument/2006/relationships/slideLayout" Target="../slideLayouts/slideLayout43.xml"/><Relationship Id="rId3" Type="http://schemas.openxmlformats.org/officeDocument/2006/relationships/slideLayout" Target="../slideLayouts/slideLayout44.xml"/><Relationship Id="rId4" Type="http://schemas.openxmlformats.org/officeDocument/2006/relationships/slideLayout" Target="../slideLayouts/slideLayout45.xml"/><Relationship Id="rId9" Type="http://schemas.openxmlformats.org/officeDocument/2006/relationships/slideLayout" Target="../slideLayouts/slideLayout50.xml"/><Relationship Id="rId25" Type="http://schemas.openxmlformats.org/officeDocument/2006/relationships/theme" Target="../theme/theme9.xml"/><Relationship Id="rId5" Type="http://schemas.openxmlformats.org/officeDocument/2006/relationships/slideLayout" Target="../slideLayouts/slideLayout46.xml"/><Relationship Id="rId6" Type="http://schemas.openxmlformats.org/officeDocument/2006/relationships/slideLayout" Target="../slideLayouts/slideLayout47.xml"/><Relationship Id="rId7" Type="http://schemas.openxmlformats.org/officeDocument/2006/relationships/slideLayout" Target="../slideLayouts/slideLayout48.xml"/><Relationship Id="rId8" Type="http://schemas.openxmlformats.org/officeDocument/2006/relationships/slideLayout" Target="../slideLayouts/slideLayout49.xml"/><Relationship Id="rId11" Type="http://schemas.openxmlformats.org/officeDocument/2006/relationships/slideLayout" Target="../slideLayouts/slideLayout52.xml"/><Relationship Id="rId10" Type="http://schemas.openxmlformats.org/officeDocument/2006/relationships/slideLayout" Target="../slideLayouts/slideLayout51.xml"/><Relationship Id="rId13" Type="http://schemas.openxmlformats.org/officeDocument/2006/relationships/slideLayout" Target="../slideLayouts/slideLayout54.xml"/><Relationship Id="rId12" Type="http://schemas.openxmlformats.org/officeDocument/2006/relationships/slideLayout" Target="../slideLayouts/slideLayout53.xml"/><Relationship Id="rId15" Type="http://schemas.openxmlformats.org/officeDocument/2006/relationships/slideLayout" Target="../slideLayouts/slideLayout56.xml"/><Relationship Id="rId14" Type="http://schemas.openxmlformats.org/officeDocument/2006/relationships/slideLayout" Target="../slideLayouts/slideLayout55.xml"/><Relationship Id="rId17" Type="http://schemas.openxmlformats.org/officeDocument/2006/relationships/slideLayout" Target="../slideLayouts/slideLayout58.xml"/><Relationship Id="rId16" Type="http://schemas.openxmlformats.org/officeDocument/2006/relationships/slideLayout" Target="../slideLayouts/slideLayout57.xml"/><Relationship Id="rId19" Type="http://schemas.openxmlformats.org/officeDocument/2006/relationships/slideLayout" Target="../slideLayouts/slideLayout60.xml"/><Relationship Id="rId18" Type="http://schemas.openxmlformats.org/officeDocument/2006/relationships/slideLayout" Target="../slideLayouts/slideLayout59.xml"/></Relationships>
</file>

<file path=ppt/slideMasters/_rels/slideMaster5.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66.xml"/><Relationship Id="rId3" Type="http://schemas.openxmlformats.org/officeDocument/2006/relationships/slideLayout" Target="../slideLayouts/slideLayout67.xml"/><Relationship Id="rId4" Type="http://schemas.openxmlformats.org/officeDocument/2006/relationships/slideLayout" Target="../slideLayouts/slideLayout68.xml"/><Relationship Id="rId9" Type="http://schemas.openxmlformats.org/officeDocument/2006/relationships/slideLayout" Target="../slideLayouts/slideLayout73.xml"/><Relationship Id="rId5" Type="http://schemas.openxmlformats.org/officeDocument/2006/relationships/slideLayout" Target="../slideLayouts/slideLayout69.xml"/><Relationship Id="rId6" Type="http://schemas.openxmlformats.org/officeDocument/2006/relationships/slideLayout" Target="../slideLayouts/slideLayout70.xml"/><Relationship Id="rId7" Type="http://schemas.openxmlformats.org/officeDocument/2006/relationships/slideLayout" Target="../slideLayouts/slideLayout71.xml"/><Relationship Id="rId8" Type="http://schemas.openxmlformats.org/officeDocument/2006/relationships/slideLayout" Target="../slideLayouts/slideLayout72.xml"/><Relationship Id="rId11" Type="http://schemas.openxmlformats.org/officeDocument/2006/relationships/slideLayout" Target="../slideLayouts/slideLayout75.xml"/><Relationship Id="rId10" Type="http://schemas.openxmlformats.org/officeDocument/2006/relationships/slideLayout" Target="../slideLayouts/slideLayout74.xml"/><Relationship Id="rId13" Type="http://schemas.openxmlformats.org/officeDocument/2006/relationships/slideLayout" Target="../slideLayouts/slideLayout77.xml"/><Relationship Id="rId12" Type="http://schemas.openxmlformats.org/officeDocument/2006/relationships/slideLayout" Target="../slideLayouts/slideLayout76.xml"/><Relationship Id="rId14" Type="http://schemas.openxmlformats.org/officeDocument/2006/relationships/theme" Target="../theme/theme2.xml"/></Relationships>
</file>

<file path=ppt/slideMasters/_rels/slideMaster6.xml.rels><?xml version="1.0" encoding="UTF-8" standalone="yes"?><Relationships xmlns="http://schemas.openxmlformats.org/package/2006/relationships"><Relationship Id="rId20" Type="http://schemas.openxmlformats.org/officeDocument/2006/relationships/slideLayout" Target="../slideLayouts/slideLayout97.xml"/><Relationship Id="rId22" Type="http://schemas.openxmlformats.org/officeDocument/2006/relationships/slideLayout" Target="../slideLayouts/slideLayout99.xml"/><Relationship Id="rId21" Type="http://schemas.openxmlformats.org/officeDocument/2006/relationships/slideLayout" Target="../slideLayouts/slideLayout98.xml"/><Relationship Id="rId24" Type="http://schemas.openxmlformats.org/officeDocument/2006/relationships/slideLayout" Target="../slideLayouts/slideLayout101.xml"/><Relationship Id="rId23" Type="http://schemas.openxmlformats.org/officeDocument/2006/relationships/slideLayout" Target="../slideLayouts/slideLayout100.xml"/><Relationship Id="rId1" Type="http://schemas.openxmlformats.org/officeDocument/2006/relationships/slideLayout" Target="../slideLayouts/slideLayout78.xml"/><Relationship Id="rId2" Type="http://schemas.openxmlformats.org/officeDocument/2006/relationships/slideLayout" Target="../slideLayouts/slideLayout79.xml"/><Relationship Id="rId3" Type="http://schemas.openxmlformats.org/officeDocument/2006/relationships/slideLayout" Target="../slideLayouts/slideLayout80.xml"/><Relationship Id="rId4" Type="http://schemas.openxmlformats.org/officeDocument/2006/relationships/slideLayout" Target="../slideLayouts/slideLayout81.xml"/><Relationship Id="rId9" Type="http://schemas.openxmlformats.org/officeDocument/2006/relationships/slideLayout" Target="../slideLayouts/slideLayout86.xml"/><Relationship Id="rId26" Type="http://schemas.openxmlformats.org/officeDocument/2006/relationships/slideLayout" Target="../slideLayouts/slideLayout103.xml"/><Relationship Id="rId25" Type="http://schemas.openxmlformats.org/officeDocument/2006/relationships/slideLayout" Target="../slideLayouts/slideLayout102.xml"/><Relationship Id="rId28" Type="http://schemas.openxmlformats.org/officeDocument/2006/relationships/slideLayout" Target="../slideLayouts/slideLayout105.xml"/><Relationship Id="rId27" Type="http://schemas.openxmlformats.org/officeDocument/2006/relationships/slideLayout" Target="../slideLayouts/slideLayout104.xml"/><Relationship Id="rId5" Type="http://schemas.openxmlformats.org/officeDocument/2006/relationships/slideLayout" Target="../slideLayouts/slideLayout82.xml"/><Relationship Id="rId6" Type="http://schemas.openxmlformats.org/officeDocument/2006/relationships/slideLayout" Target="../slideLayouts/slideLayout83.xml"/><Relationship Id="rId29" Type="http://schemas.openxmlformats.org/officeDocument/2006/relationships/slideLayout" Target="../slideLayouts/slideLayout106.xml"/><Relationship Id="rId7" Type="http://schemas.openxmlformats.org/officeDocument/2006/relationships/slideLayout" Target="../slideLayouts/slideLayout84.xml"/><Relationship Id="rId8" Type="http://schemas.openxmlformats.org/officeDocument/2006/relationships/slideLayout" Target="../slideLayouts/slideLayout85.xml"/><Relationship Id="rId31" Type="http://schemas.openxmlformats.org/officeDocument/2006/relationships/slideLayout" Target="../slideLayouts/slideLayout108.xml"/><Relationship Id="rId30" Type="http://schemas.openxmlformats.org/officeDocument/2006/relationships/slideLayout" Target="../slideLayouts/slideLayout107.xml"/><Relationship Id="rId11" Type="http://schemas.openxmlformats.org/officeDocument/2006/relationships/slideLayout" Target="../slideLayouts/slideLayout88.xml"/><Relationship Id="rId33" Type="http://schemas.openxmlformats.org/officeDocument/2006/relationships/slideLayout" Target="../slideLayouts/slideLayout110.xml"/><Relationship Id="rId10" Type="http://schemas.openxmlformats.org/officeDocument/2006/relationships/slideLayout" Target="../slideLayouts/slideLayout87.xml"/><Relationship Id="rId32" Type="http://schemas.openxmlformats.org/officeDocument/2006/relationships/slideLayout" Target="../slideLayouts/slideLayout109.xml"/><Relationship Id="rId13" Type="http://schemas.openxmlformats.org/officeDocument/2006/relationships/slideLayout" Target="../slideLayouts/slideLayout90.xml"/><Relationship Id="rId35" Type="http://schemas.openxmlformats.org/officeDocument/2006/relationships/slideLayout" Target="../slideLayouts/slideLayout112.xml"/><Relationship Id="rId12" Type="http://schemas.openxmlformats.org/officeDocument/2006/relationships/slideLayout" Target="../slideLayouts/slideLayout89.xml"/><Relationship Id="rId34" Type="http://schemas.openxmlformats.org/officeDocument/2006/relationships/slideLayout" Target="../slideLayouts/slideLayout111.xml"/><Relationship Id="rId15" Type="http://schemas.openxmlformats.org/officeDocument/2006/relationships/slideLayout" Target="../slideLayouts/slideLayout92.xml"/><Relationship Id="rId37" Type="http://schemas.openxmlformats.org/officeDocument/2006/relationships/slideLayout" Target="../slideLayouts/slideLayout114.xml"/><Relationship Id="rId14" Type="http://schemas.openxmlformats.org/officeDocument/2006/relationships/slideLayout" Target="../slideLayouts/slideLayout91.xml"/><Relationship Id="rId36" Type="http://schemas.openxmlformats.org/officeDocument/2006/relationships/slideLayout" Target="../slideLayouts/slideLayout113.xml"/><Relationship Id="rId17" Type="http://schemas.openxmlformats.org/officeDocument/2006/relationships/slideLayout" Target="../slideLayouts/slideLayout94.xml"/><Relationship Id="rId39" Type="http://schemas.openxmlformats.org/officeDocument/2006/relationships/theme" Target="../theme/theme4.xml"/><Relationship Id="rId16" Type="http://schemas.openxmlformats.org/officeDocument/2006/relationships/slideLayout" Target="../slideLayouts/slideLayout93.xml"/><Relationship Id="rId38" Type="http://schemas.openxmlformats.org/officeDocument/2006/relationships/slideLayout" Target="../slideLayouts/slideLayout115.xml"/><Relationship Id="rId19" Type="http://schemas.openxmlformats.org/officeDocument/2006/relationships/slideLayout" Target="../slideLayouts/slideLayout96.xml"/><Relationship Id="rId18" Type="http://schemas.openxmlformats.org/officeDocument/2006/relationships/slideLayout" Target="../slideLayouts/slideLayout95.xml"/></Relationships>
</file>

<file path=ppt/slideMasters/_rels/slideMaster7.xml.rels><?xml version="1.0" encoding="UTF-8" standalone="yes"?><Relationships xmlns="http://schemas.openxmlformats.org/package/2006/relationships"><Relationship Id="rId40" Type="http://schemas.openxmlformats.org/officeDocument/2006/relationships/slideLayout" Target="../slideLayouts/slideLayout154.xml"/><Relationship Id="rId42" Type="http://schemas.openxmlformats.org/officeDocument/2006/relationships/slideLayout" Target="../slideLayouts/slideLayout156.xml"/><Relationship Id="rId41" Type="http://schemas.openxmlformats.org/officeDocument/2006/relationships/slideLayout" Target="../slideLayouts/slideLayout155.xml"/><Relationship Id="rId44" Type="http://schemas.openxmlformats.org/officeDocument/2006/relationships/slideLayout" Target="../slideLayouts/slideLayout158.xml"/><Relationship Id="rId43" Type="http://schemas.openxmlformats.org/officeDocument/2006/relationships/slideLayout" Target="../slideLayouts/slideLayout157.xml"/><Relationship Id="rId46" Type="http://schemas.openxmlformats.org/officeDocument/2006/relationships/slideLayout" Target="../slideLayouts/slideLayout160.xml"/><Relationship Id="rId45" Type="http://schemas.openxmlformats.org/officeDocument/2006/relationships/slideLayout" Target="../slideLayouts/slideLayout159.xml"/><Relationship Id="rId1" Type="http://schemas.openxmlformats.org/officeDocument/2006/relationships/image" Target="../media/image6.png"/><Relationship Id="rId2" Type="http://schemas.openxmlformats.org/officeDocument/2006/relationships/slideLayout" Target="../slideLayouts/slideLayout116.xml"/><Relationship Id="rId3" Type="http://schemas.openxmlformats.org/officeDocument/2006/relationships/slideLayout" Target="../slideLayouts/slideLayout117.xml"/><Relationship Id="rId4" Type="http://schemas.openxmlformats.org/officeDocument/2006/relationships/slideLayout" Target="../slideLayouts/slideLayout118.xml"/><Relationship Id="rId9" Type="http://schemas.openxmlformats.org/officeDocument/2006/relationships/slideLayout" Target="../slideLayouts/slideLayout123.xml"/><Relationship Id="rId48" Type="http://schemas.openxmlformats.org/officeDocument/2006/relationships/slideLayout" Target="../slideLayouts/slideLayout162.xml"/><Relationship Id="rId47" Type="http://schemas.openxmlformats.org/officeDocument/2006/relationships/slideLayout" Target="../slideLayouts/slideLayout161.xml"/><Relationship Id="rId49" Type="http://schemas.openxmlformats.org/officeDocument/2006/relationships/slideLayout" Target="../slideLayouts/slideLayout163.xml"/><Relationship Id="rId5" Type="http://schemas.openxmlformats.org/officeDocument/2006/relationships/slideLayout" Target="../slideLayouts/slideLayout119.xml"/><Relationship Id="rId6" Type="http://schemas.openxmlformats.org/officeDocument/2006/relationships/slideLayout" Target="../slideLayouts/slideLayout120.xml"/><Relationship Id="rId7" Type="http://schemas.openxmlformats.org/officeDocument/2006/relationships/slideLayout" Target="../slideLayouts/slideLayout121.xml"/><Relationship Id="rId8" Type="http://schemas.openxmlformats.org/officeDocument/2006/relationships/slideLayout" Target="../slideLayouts/slideLayout122.xml"/><Relationship Id="rId31" Type="http://schemas.openxmlformats.org/officeDocument/2006/relationships/slideLayout" Target="../slideLayouts/slideLayout145.xml"/><Relationship Id="rId30" Type="http://schemas.openxmlformats.org/officeDocument/2006/relationships/slideLayout" Target="../slideLayouts/slideLayout144.xml"/><Relationship Id="rId33" Type="http://schemas.openxmlformats.org/officeDocument/2006/relationships/slideLayout" Target="../slideLayouts/slideLayout147.xml"/><Relationship Id="rId32" Type="http://schemas.openxmlformats.org/officeDocument/2006/relationships/slideLayout" Target="../slideLayouts/slideLayout146.xml"/><Relationship Id="rId35" Type="http://schemas.openxmlformats.org/officeDocument/2006/relationships/slideLayout" Target="../slideLayouts/slideLayout149.xml"/><Relationship Id="rId34" Type="http://schemas.openxmlformats.org/officeDocument/2006/relationships/slideLayout" Target="../slideLayouts/slideLayout148.xml"/><Relationship Id="rId37" Type="http://schemas.openxmlformats.org/officeDocument/2006/relationships/slideLayout" Target="../slideLayouts/slideLayout151.xml"/><Relationship Id="rId36" Type="http://schemas.openxmlformats.org/officeDocument/2006/relationships/slideLayout" Target="../slideLayouts/slideLayout150.xml"/><Relationship Id="rId39" Type="http://schemas.openxmlformats.org/officeDocument/2006/relationships/slideLayout" Target="../slideLayouts/slideLayout153.xml"/><Relationship Id="rId38" Type="http://schemas.openxmlformats.org/officeDocument/2006/relationships/slideLayout" Target="../slideLayouts/slideLayout152.xml"/><Relationship Id="rId20" Type="http://schemas.openxmlformats.org/officeDocument/2006/relationships/slideLayout" Target="../slideLayouts/slideLayout134.xml"/><Relationship Id="rId22" Type="http://schemas.openxmlformats.org/officeDocument/2006/relationships/slideLayout" Target="../slideLayouts/slideLayout136.xml"/><Relationship Id="rId21" Type="http://schemas.openxmlformats.org/officeDocument/2006/relationships/slideLayout" Target="../slideLayouts/slideLayout135.xml"/><Relationship Id="rId24" Type="http://schemas.openxmlformats.org/officeDocument/2006/relationships/slideLayout" Target="../slideLayouts/slideLayout138.xml"/><Relationship Id="rId23" Type="http://schemas.openxmlformats.org/officeDocument/2006/relationships/slideLayout" Target="../slideLayouts/slideLayout137.xml"/><Relationship Id="rId26" Type="http://schemas.openxmlformats.org/officeDocument/2006/relationships/slideLayout" Target="../slideLayouts/slideLayout140.xml"/><Relationship Id="rId25" Type="http://schemas.openxmlformats.org/officeDocument/2006/relationships/slideLayout" Target="../slideLayouts/slideLayout139.xml"/><Relationship Id="rId28" Type="http://schemas.openxmlformats.org/officeDocument/2006/relationships/slideLayout" Target="../slideLayouts/slideLayout142.xml"/><Relationship Id="rId27" Type="http://schemas.openxmlformats.org/officeDocument/2006/relationships/slideLayout" Target="../slideLayouts/slideLayout141.xml"/><Relationship Id="rId29" Type="http://schemas.openxmlformats.org/officeDocument/2006/relationships/slideLayout" Target="../slideLayouts/slideLayout143.xml"/><Relationship Id="rId51" Type="http://schemas.openxmlformats.org/officeDocument/2006/relationships/slideLayout" Target="../slideLayouts/slideLayout165.xml"/><Relationship Id="rId50" Type="http://schemas.openxmlformats.org/officeDocument/2006/relationships/slideLayout" Target="../slideLayouts/slideLayout164.xml"/><Relationship Id="rId53" Type="http://schemas.openxmlformats.org/officeDocument/2006/relationships/theme" Target="../theme/theme14.xml"/><Relationship Id="rId52" Type="http://schemas.openxmlformats.org/officeDocument/2006/relationships/slideLayout" Target="../slideLayouts/slideLayout166.xml"/><Relationship Id="rId11" Type="http://schemas.openxmlformats.org/officeDocument/2006/relationships/slideLayout" Target="../slideLayouts/slideLayout125.xml"/><Relationship Id="rId10" Type="http://schemas.openxmlformats.org/officeDocument/2006/relationships/slideLayout" Target="../slideLayouts/slideLayout124.xml"/><Relationship Id="rId13" Type="http://schemas.openxmlformats.org/officeDocument/2006/relationships/slideLayout" Target="../slideLayouts/slideLayout127.xml"/><Relationship Id="rId12" Type="http://schemas.openxmlformats.org/officeDocument/2006/relationships/slideLayout" Target="../slideLayouts/slideLayout126.xml"/><Relationship Id="rId15" Type="http://schemas.openxmlformats.org/officeDocument/2006/relationships/slideLayout" Target="../slideLayouts/slideLayout129.xml"/><Relationship Id="rId14" Type="http://schemas.openxmlformats.org/officeDocument/2006/relationships/slideLayout" Target="../slideLayouts/slideLayout128.xml"/><Relationship Id="rId17" Type="http://schemas.openxmlformats.org/officeDocument/2006/relationships/slideLayout" Target="../slideLayouts/slideLayout131.xml"/><Relationship Id="rId16" Type="http://schemas.openxmlformats.org/officeDocument/2006/relationships/slideLayout" Target="../slideLayouts/slideLayout130.xml"/><Relationship Id="rId19" Type="http://schemas.openxmlformats.org/officeDocument/2006/relationships/slideLayout" Target="../slideLayouts/slideLayout133.xml"/><Relationship Id="rId18" Type="http://schemas.openxmlformats.org/officeDocument/2006/relationships/slideLayout" Target="../slideLayouts/slideLayout132.xml"/></Relationships>
</file>

<file path=ppt/slideMasters/_rels/slideMaster8.xml.rels><?xml version="1.0" encoding="UTF-8" standalone="yes"?><Relationships xmlns="http://schemas.openxmlformats.org/package/2006/relationships"><Relationship Id="rId1" Type="http://schemas.openxmlformats.org/officeDocument/2006/relationships/slideLayout" Target="../slideLayouts/slideLayout167.xml"/><Relationship Id="rId2" Type="http://schemas.openxmlformats.org/officeDocument/2006/relationships/slideLayout" Target="../slideLayouts/slideLayout168.xml"/><Relationship Id="rId3" Type="http://schemas.openxmlformats.org/officeDocument/2006/relationships/slideLayout" Target="../slideLayouts/slideLayout169.xml"/><Relationship Id="rId4" Type="http://schemas.openxmlformats.org/officeDocument/2006/relationships/slideLayout" Target="../slideLayouts/slideLayout170.xml"/><Relationship Id="rId9" Type="http://schemas.openxmlformats.org/officeDocument/2006/relationships/slideLayout" Target="../slideLayouts/slideLayout175.xml"/><Relationship Id="rId5" Type="http://schemas.openxmlformats.org/officeDocument/2006/relationships/slideLayout" Target="../slideLayouts/slideLayout171.xml"/><Relationship Id="rId6" Type="http://schemas.openxmlformats.org/officeDocument/2006/relationships/slideLayout" Target="../slideLayouts/slideLayout172.xml"/><Relationship Id="rId7" Type="http://schemas.openxmlformats.org/officeDocument/2006/relationships/slideLayout" Target="../slideLayouts/slideLayout173.xml"/><Relationship Id="rId8" Type="http://schemas.openxmlformats.org/officeDocument/2006/relationships/slideLayout" Target="../slideLayouts/slideLayout174.xml"/><Relationship Id="rId20" Type="http://schemas.openxmlformats.org/officeDocument/2006/relationships/slideLayout" Target="../slideLayouts/slideLayout186.xml"/><Relationship Id="rId22" Type="http://schemas.openxmlformats.org/officeDocument/2006/relationships/slideLayout" Target="../slideLayouts/slideLayout188.xml"/><Relationship Id="rId21" Type="http://schemas.openxmlformats.org/officeDocument/2006/relationships/slideLayout" Target="../slideLayouts/slideLayout187.xml"/><Relationship Id="rId24" Type="http://schemas.openxmlformats.org/officeDocument/2006/relationships/slideLayout" Target="../slideLayouts/slideLayout190.xml"/><Relationship Id="rId23" Type="http://schemas.openxmlformats.org/officeDocument/2006/relationships/slideLayout" Target="../slideLayouts/slideLayout189.xml"/><Relationship Id="rId26" Type="http://schemas.openxmlformats.org/officeDocument/2006/relationships/slideLayout" Target="../slideLayouts/slideLayout192.xml"/><Relationship Id="rId25" Type="http://schemas.openxmlformats.org/officeDocument/2006/relationships/slideLayout" Target="../slideLayouts/slideLayout191.xml"/><Relationship Id="rId28" Type="http://schemas.openxmlformats.org/officeDocument/2006/relationships/theme" Target="../theme/theme3.xml"/><Relationship Id="rId27" Type="http://schemas.openxmlformats.org/officeDocument/2006/relationships/slideLayout" Target="../slideLayouts/slideLayout193.xml"/><Relationship Id="rId11" Type="http://schemas.openxmlformats.org/officeDocument/2006/relationships/slideLayout" Target="../slideLayouts/slideLayout177.xml"/><Relationship Id="rId10" Type="http://schemas.openxmlformats.org/officeDocument/2006/relationships/slideLayout" Target="../slideLayouts/slideLayout176.xml"/><Relationship Id="rId13" Type="http://schemas.openxmlformats.org/officeDocument/2006/relationships/slideLayout" Target="../slideLayouts/slideLayout179.xml"/><Relationship Id="rId12" Type="http://schemas.openxmlformats.org/officeDocument/2006/relationships/slideLayout" Target="../slideLayouts/slideLayout178.xml"/><Relationship Id="rId15" Type="http://schemas.openxmlformats.org/officeDocument/2006/relationships/slideLayout" Target="../slideLayouts/slideLayout181.xml"/><Relationship Id="rId14" Type="http://schemas.openxmlformats.org/officeDocument/2006/relationships/slideLayout" Target="../slideLayouts/slideLayout180.xml"/><Relationship Id="rId17" Type="http://schemas.openxmlformats.org/officeDocument/2006/relationships/slideLayout" Target="../slideLayouts/slideLayout183.xml"/><Relationship Id="rId16" Type="http://schemas.openxmlformats.org/officeDocument/2006/relationships/slideLayout" Target="../slideLayouts/slideLayout182.xml"/><Relationship Id="rId19" Type="http://schemas.openxmlformats.org/officeDocument/2006/relationships/slideLayout" Target="../slideLayouts/slideLayout185.xml"/><Relationship Id="rId18" Type="http://schemas.openxmlformats.org/officeDocument/2006/relationships/slideLayout" Target="../slideLayouts/slideLayout184.xml"/></Relationships>
</file>

<file path=ppt/slideMasters/_rels/slideMaster9.xml.rels><?xml version="1.0" encoding="UTF-8" standalone="yes"?><Relationships xmlns="http://schemas.openxmlformats.org/package/2006/relationships"><Relationship Id="rId1" Type="http://schemas.openxmlformats.org/officeDocument/2006/relationships/slideLayout" Target="../slideLayouts/slideLayout194.xml"/><Relationship Id="rId2" Type="http://schemas.openxmlformats.org/officeDocument/2006/relationships/slideLayout" Target="../slideLayouts/slideLayout195.xml"/><Relationship Id="rId3" Type="http://schemas.openxmlformats.org/officeDocument/2006/relationships/slideLayout" Target="../slideLayouts/slideLayout196.xml"/><Relationship Id="rId4" Type="http://schemas.openxmlformats.org/officeDocument/2006/relationships/slideLayout" Target="../slideLayouts/slideLayout197.xml"/><Relationship Id="rId9" Type="http://schemas.openxmlformats.org/officeDocument/2006/relationships/slideLayout" Target="../slideLayouts/slideLayout202.xml"/><Relationship Id="rId5" Type="http://schemas.openxmlformats.org/officeDocument/2006/relationships/slideLayout" Target="../slideLayouts/slideLayout198.xml"/><Relationship Id="rId6" Type="http://schemas.openxmlformats.org/officeDocument/2006/relationships/slideLayout" Target="../slideLayouts/slideLayout199.xml"/><Relationship Id="rId7" Type="http://schemas.openxmlformats.org/officeDocument/2006/relationships/slideLayout" Target="../slideLayouts/slideLayout200.xml"/><Relationship Id="rId8" Type="http://schemas.openxmlformats.org/officeDocument/2006/relationships/slideLayout" Target="../slideLayouts/slideLayout201.xml"/><Relationship Id="rId11" Type="http://schemas.openxmlformats.org/officeDocument/2006/relationships/slideLayout" Target="../slideLayouts/slideLayout204.xml"/><Relationship Id="rId10" Type="http://schemas.openxmlformats.org/officeDocument/2006/relationships/slideLayout" Target="../slideLayouts/slideLayout203.xml"/><Relationship Id="rId13" Type="http://schemas.openxmlformats.org/officeDocument/2006/relationships/theme" Target="../theme/theme8.xml"/><Relationship Id="rId12" Type="http://schemas.openxmlformats.org/officeDocument/2006/relationships/slideLayout" Target="../slideLayouts/slideLayout205.xml"/></Relationships>
</file>

<file path=ppt/slideMasters/_rels/slideMaster10.xml.rels><?xml version="1.0" encoding="UTF-8" standalone="yes"?><Relationships xmlns="http://schemas.openxmlformats.org/package/2006/relationships"><Relationship Id="rId40" Type="http://schemas.openxmlformats.org/officeDocument/2006/relationships/slideLayout" Target="../slideLayouts/slideLayout244.xml"/><Relationship Id="rId42" Type="http://schemas.openxmlformats.org/officeDocument/2006/relationships/slideLayout" Target="../slideLayouts/slideLayout246.xml"/><Relationship Id="rId41" Type="http://schemas.openxmlformats.org/officeDocument/2006/relationships/slideLayout" Target="../slideLayouts/slideLayout245.xml"/><Relationship Id="rId44" Type="http://schemas.openxmlformats.org/officeDocument/2006/relationships/slideLayout" Target="../slideLayouts/slideLayout248.xml"/><Relationship Id="rId43" Type="http://schemas.openxmlformats.org/officeDocument/2006/relationships/slideLayout" Target="../slideLayouts/slideLayout247.xml"/><Relationship Id="rId46" Type="http://schemas.openxmlformats.org/officeDocument/2006/relationships/slideLayout" Target="../slideLayouts/slideLayout250.xml"/><Relationship Id="rId45" Type="http://schemas.openxmlformats.org/officeDocument/2006/relationships/slideLayout" Target="../slideLayouts/slideLayout249.xml"/><Relationship Id="rId1" Type="http://schemas.openxmlformats.org/officeDocument/2006/relationships/image" Target="../media/image6.png"/><Relationship Id="rId2" Type="http://schemas.openxmlformats.org/officeDocument/2006/relationships/slideLayout" Target="../slideLayouts/slideLayout206.xml"/><Relationship Id="rId3" Type="http://schemas.openxmlformats.org/officeDocument/2006/relationships/slideLayout" Target="../slideLayouts/slideLayout207.xml"/><Relationship Id="rId4" Type="http://schemas.openxmlformats.org/officeDocument/2006/relationships/slideLayout" Target="../slideLayouts/slideLayout208.xml"/><Relationship Id="rId9" Type="http://schemas.openxmlformats.org/officeDocument/2006/relationships/slideLayout" Target="../slideLayouts/slideLayout213.xml"/><Relationship Id="rId48" Type="http://schemas.openxmlformats.org/officeDocument/2006/relationships/slideLayout" Target="../slideLayouts/slideLayout252.xml"/><Relationship Id="rId47" Type="http://schemas.openxmlformats.org/officeDocument/2006/relationships/slideLayout" Target="../slideLayouts/slideLayout251.xml"/><Relationship Id="rId49" Type="http://schemas.openxmlformats.org/officeDocument/2006/relationships/slideLayout" Target="../slideLayouts/slideLayout253.xml"/><Relationship Id="rId5" Type="http://schemas.openxmlformats.org/officeDocument/2006/relationships/slideLayout" Target="../slideLayouts/slideLayout209.xml"/><Relationship Id="rId6" Type="http://schemas.openxmlformats.org/officeDocument/2006/relationships/slideLayout" Target="../slideLayouts/slideLayout210.xml"/><Relationship Id="rId7" Type="http://schemas.openxmlformats.org/officeDocument/2006/relationships/slideLayout" Target="../slideLayouts/slideLayout211.xml"/><Relationship Id="rId8" Type="http://schemas.openxmlformats.org/officeDocument/2006/relationships/slideLayout" Target="../slideLayouts/slideLayout212.xml"/><Relationship Id="rId31" Type="http://schemas.openxmlformats.org/officeDocument/2006/relationships/slideLayout" Target="../slideLayouts/slideLayout235.xml"/><Relationship Id="rId30" Type="http://schemas.openxmlformats.org/officeDocument/2006/relationships/slideLayout" Target="../slideLayouts/slideLayout234.xml"/><Relationship Id="rId33" Type="http://schemas.openxmlformats.org/officeDocument/2006/relationships/slideLayout" Target="../slideLayouts/slideLayout237.xml"/><Relationship Id="rId32" Type="http://schemas.openxmlformats.org/officeDocument/2006/relationships/slideLayout" Target="../slideLayouts/slideLayout236.xml"/><Relationship Id="rId35" Type="http://schemas.openxmlformats.org/officeDocument/2006/relationships/slideLayout" Target="../slideLayouts/slideLayout239.xml"/><Relationship Id="rId34" Type="http://schemas.openxmlformats.org/officeDocument/2006/relationships/slideLayout" Target="../slideLayouts/slideLayout238.xml"/><Relationship Id="rId37" Type="http://schemas.openxmlformats.org/officeDocument/2006/relationships/slideLayout" Target="../slideLayouts/slideLayout241.xml"/><Relationship Id="rId36" Type="http://schemas.openxmlformats.org/officeDocument/2006/relationships/slideLayout" Target="../slideLayouts/slideLayout240.xml"/><Relationship Id="rId39" Type="http://schemas.openxmlformats.org/officeDocument/2006/relationships/slideLayout" Target="../slideLayouts/slideLayout243.xml"/><Relationship Id="rId38" Type="http://schemas.openxmlformats.org/officeDocument/2006/relationships/slideLayout" Target="../slideLayouts/slideLayout242.xml"/><Relationship Id="rId62" Type="http://schemas.openxmlformats.org/officeDocument/2006/relationships/slideLayout" Target="../slideLayouts/slideLayout266.xml"/><Relationship Id="rId61" Type="http://schemas.openxmlformats.org/officeDocument/2006/relationships/slideLayout" Target="../slideLayouts/slideLayout265.xml"/><Relationship Id="rId20" Type="http://schemas.openxmlformats.org/officeDocument/2006/relationships/slideLayout" Target="../slideLayouts/slideLayout224.xml"/><Relationship Id="rId64" Type="http://schemas.openxmlformats.org/officeDocument/2006/relationships/slideLayout" Target="../slideLayouts/slideLayout268.xml"/><Relationship Id="rId63" Type="http://schemas.openxmlformats.org/officeDocument/2006/relationships/slideLayout" Target="../slideLayouts/slideLayout267.xml"/><Relationship Id="rId22" Type="http://schemas.openxmlformats.org/officeDocument/2006/relationships/slideLayout" Target="../slideLayouts/slideLayout226.xml"/><Relationship Id="rId66" Type="http://schemas.openxmlformats.org/officeDocument/2006/relationships/slideLayout" Target="../slideLayouts/slideLayout270.xml"/><Relationship Id="rId21" Type="http://schemas.openxmlformats.org/officeDocument/2006/relationships/slideLayout" Target="../slideLayouts/slideLayout225.xml"/><Relationship Id="rId65" Type="http://schemas.openxmlformats.org/officeDocument/2006/relationships/slideLayout" Target="../slideLayouts/slideLayout269.xml"/><Relationship Id="rId24" Type="http://schemas.openxmlformats.org/officeDocument/2006/relationships/slideLayout" Target="../slideLayouts/slideLayout228.xml"/><Relationship Id="rId23" Type="http://schemas.openxmlformats.org/officeDocument/2006/relationships/slideLayout" Target="../slideLayouts/slideLayout227.xml"/><Relationship Id="rId67" Type="http://schemas.openxmlformats.org/officeDocument/2006/relationships/theme" Target="../theme/theme10.xml"/><Relationship Id="rId60" Type="http://schemas.openxmlformats.org/officeDocument/2006/relationships/slideLayout" Target="../slideLayouts/slideLayout264.xml"/><Relationship Id="rId26" Type="http://schemas.openxmlformats.org/officeDocument/2006/relationships/slideLayout" Target="../slideLayouts/slideLayout230.xml"/><Relationship Id="rId25" Type="http://schemas.openxmlformats.org/officeDocument/2006/relationships/slideLayout" Target="../slideLayouts/slideLayout229.xml"/><Relationship Id="rId28" Type="http://schemas.openxmlformats.org/officeDocument/2006/relationships/slideLayout" Target="../slideLayouts/slideLayout232.xml"/><Relationship Id="rId27" Type="http://schemas.openxmlformats.org/officeDocument/2006/relationships/slideLayout" Target="../slideLayouts/slideLayout231.xml"/><Relationship Id="rId29" Type="http://schemas.openxmlformats.org/officeDocument/2006/relationships/slideLayout" Target="../slideLayouts/slideLayout233.xml"/><Relationship Id="rId51" Type="http://schemas.openxmlformats.org/officeDocument/2006/relationships/slideLayout" Target="../slideLayouts/slideLayout255.xml"/><Relationship Id="rId50" Type="http://schemas.openxmlformats.org/officeDocument/2006/relationships/slideLayout" Target="../slideLayouts/slideLayout254.xml"/><Relationship Id="rId53" Type="http://schemas.openxmlformats.org/officeDocument/2006/relationships/slideLayout" Target="../slideLayouts/slideLayout257.xml"/><Relationship Id="rId52" Type="http://schemas.openxmlformats.org/officeDocument/2006/relationships/slideLayout" Target="../slideLayouts/slideLayout256.xml"/><Relationship Id="rId11" Type="http://schemas.openxmlformats.org/officeDocument/2006/relationships/slideLayout" Target="../slideLayouts/slideLayout215.xml"/><Relationship Id="rId55" Type="http://schemas.openxmlformats.org/officeDocument/2006/relationships/slideLayout" Target="../slideLayouts/slideLayout259.xml"/><Relationship Id="rId10" Type="http://schemas.openxmlformats.org/officeDocument/2006/relationships/slideLayout" Target="../slideLayouts/slideLayout214.xml"/><Relationship Id="rId54" Type="http://schemas.openxmlformats.org/officeDocument/2006/relationships/slideLayout" Target="../slideLayouts/slideLayout258.xml"/><Relationship Id="rId13" Type="http://schemas.openxmlformats.org/officeDocument/2006/relationships/slideLayout" Target="../slideLayouts/slideLayout217.xml"/><Relationship Id="rId57" Type="http://schemas.openxmlformats.org/officeDocument/2006/relationships/slideLayout" Target="../slideLayouts/slideLayout261.xml"/><Relationship Id="rId12" Type="http://schemas.openxmlformats.org/officeDocument/2006/relationships/slideLayout" Target="../slideLayouts/slideLayout216.xml"/><Relationship Id="rId56" Type="http://schemas.openxmlformats.org/officeDocument/2006/relationships/slideLayout" Target="../slideLayouts/slideLayout260.xml"/><Relationship Id="rId15" Type="http://schemas.openxmlformats.org/officeDocument/2006/relationships/slideLayout" Target="../slideLayouts/slideLayout219.xml"/><Relationship Id="rId59" Type="http://schemas.openxmlformats.org/officeDocument/2006/relationships/slideLayout" Target="../slideLayouts/slideLayout263.xml"/><Relationship Id="rId14" Type="http://schemas.openxmlformats.org/officeDocument/2006/relationships/slideLayout" Target="../slideLayouts/slideLayout218.xml"/><Relationship Id="rId58" Type="http://schemas.openxmlformats.org/officeDocument/2006/relationships/slideLayout" Target="../slideLayouts/slideLayout262.xml"/><Relationship Id="rId17" Type="http://schemas.openxmlformats.org/officeDocument/2006/relationships/slideLayout" Target="../slideLayouts/slideLayout221.xml"/><Relationship Id="rId16" Type="http://schemas.openxmlformats.org/officeDocument/2006/relationships/slideLayout" Target="../slideLayouts/slideLayout220.xml"/><Relationship Id="rId19" Type="http://schemas.openxmlformats.org/officeDocument/2006/relationships/slideLayout" Target="../slideLayouts/slideLayout223.xml"/><Relationship Id="rId18" Type="http://schemas.openxmlformats.org/officeDocument/2006/relationships/slideLayout" Target="../slideLayouts/slideLayout222.xml"/></Relationships>
</file>

<file path=ppt/slideMasters/_rels/slideMaster11.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71.xml"/><Relationship Id="rId3" Type="http://schemas.openxmlformats.org/officeDocument/2006/relationships/slideLayout" Target="../slideLayouts/slideLayout272.xml"/><Relationship Id="rId4" Type="http://schemas.openxmlformats.org/officeDocument/2006/relationships/slideLayout" Target="../slideLayouts/slideLayout273.xml"/><Relationship Id="rId9" Type="http://schemas.openxmlformats.org/officeDocument/2006/relationships/slideLayout" Target="../slideLayouts/slideLayout278.xml"/><Relationship Id="rId5" Type="http://schemas.openxmlformats.org/officeDocument/2006/relationships/slideLayout" Target="../slideLayouts/slideLayout274.xml"/><Relationship Id="rId6" Type="http://schemas.openxmlformats.org/officeDocument/2006/relationships/slideLayout" Target="../slideLayouts/slideLayout275.xml"/><Relationship Id="rId7" Type="http://schemas.openxmlformats.org/officeDocument/2006/relationships/slideLayout" Target="../slideLayouts/slideLayout276.xml"/><Relationship Id="rId8" Type="http://schemas.openxmlformats.org/officeDocument/2006/relationships/slideLayout" Target="../slideLayouts/slideLayout277.xml"/><Relationship Id="rId11" Type="http://schemas.openxmlformats.org/officeDocument/2006/relationships/slideLayout" Target="../slideLayouts/slideLayout280.xml"/><Relationship Id="rId10" Type="http://schemas.openxmlformats.org/officeDocument/2006/relationships/slideLayout" Target="../slideLayouts/slideLayout279.xml"/><Relationship Id="rId13" Type="http://schemas.openxmlformats.org/officeDocument/2006/relationships/slideLayout" Target="../slideLayouts/slideLayout282.xml"/><Relationship Id="rId12" Type="http://schemas.openxmlformats.org/officeDocument/2006/relationships/slideLayout" Target="../slideLayouts/slideLayout281.xml"/><Relationship Id="rId15" Type="http://schemas.openxmlformats.org/officeDocument/2006/relationships/slideLayout" Target="../slideLayouts/slideLayout284.xml"/><Relationship Id="rId14" Type="http://schemas.openxmlformats.org/officeDocument/2006/relationships/slideLayout" Target="../slideLayouts/slideLayout283.xml"/><Relationship Id="rId16" Type="http://schemas.openxmlformats.org/officeDocument/2006/relationships/theme" Target="../theme/theme6.xml"/></Relationships>
</file>

<file path=ppt/slideMasters/_rels/slideMaster12.xml.rels><?xml version="1.0" encoding="UTF-8" standalone="yes"?><Relationships xmlns="http://schemas.openxmlformats.org/package/2006/relationships"><Relationship Id="rId40" Type="http://schemas.openxmlformats.org/officeDocument/2006/relationships/slideLayout" Target="../slideLayouts/slideLayout323.xml"/><Relationship Id="rId42" Type="http://schemas.openxmlformats.org/officeDocument/2006/relationships/slideLayout" Target="../slideLayouts/slideLayout325.xml"/><Relationship Id="rId41" Type="http://schemas.openxmlformats.org/officeDocument/2006/relationships/slideLayout" Target="../slideLayouts/slideLayout324.xml"/><Relationship Id="rId44" Type="http://schemas.openxmlformats.org/officeDocument/2006/relationships/slideLayout" Target="../slideLayouts/slideLayout327.xml"/><Relationship Id="rId43" Type="http://schemas.openxmlformats.org/officeDocument/2006/relationships/slideLayout" Target="../slideLayouts/slideLayout326.xml"/><Relationship Id="rId46" Type="http://schemas.openxmlformats.org/officeDocument/2006/relationships/slideLayout" Target="../slideLayouts/slideLayout329.xml"/><Relationship Id="rId45" Type="http://schemas.openxmlformats.org/officeDocument/2006/relationships/slideLayout" Target="../slideLayouts/slideLayout328.xml"/><Relationship Id="rId1" Type="http://schemas.openxmlformats.org/officeDocument/2006/relationships/image" Target="../media/image6.png"/><Relationship Id="rId2" Type="http://schemas.openxmlformats.org/officeDocument/2006/relationships/slideLayout" Target="../slideLayouts/slideLayout285.xml"/><Relationship Id="rId3" Type="http://schemas.openxmlformats.org/officeDocument/2006/relationships/slideLayout" Target="../slideLayouts/slideLayout286.xml"/><Relationship Id="rId4" Type="http://schemas.openxmlformats.org/officeDocument/2006/relationships/slideLayout" Target="../slideLayouts/slideLayout287.xml"/><Relationship Id="rId9" Type="http://schemas.openxmlformats.org/officeDocument/2006/relationships/slideLayout" Target="../slideLayouts/slideLayout292.xml"/><Relationship Id="rId48" Type="http://schemas.openxmlformats.org/officeDocument/2006/relationships/slideLayout" Target="../slideLayouts/slideLayout331.xml"/><Relationship Id="rId47" Type="http://schemas.openxmlformats.org/officeDocument/2006/relationships/slideLayout" Target="../slideLayouts/slideLayout330.xml"/><Relationship Id="rId49" Type="http://schemas.openxmlformats.org/officeDocument/2006/relationships/slideLayout" Target="../slideLayouts/slideLayout332.xml"/><Relationship Id="rId5" Type="http://schemas.openxmlformats.org/officeDocument/2006/relationships/slideLayout" Target="../slideLayouts/slideLayout288.xml"/><Relationship Id="rId6" Type="http://schemas.openxmlformats.org/officeDocument/2006/relationships/slideLayout" Target="../slideLayouts/slideLayout289.xml"/><Relationship Id="rId7" Type="http://schemas.openxmlformats.org/officeDocument/2006/relationships/slideLayout" Target="../slideLayouts/slideLayout290.xml"/><Relationship Id="rId8" Type="http://schemas.openxmlformats.org/officeDocument/2006/relationships/slideLayout" Target="../slideLayouts/slideLayout291.xml"/><Relationship Id="rId31" Type="http://schemas.openxmlformats.org/officeDocument/2006/relationships/slideLayout" Target="../slideLayouts/slideLayout314.xml"/><Relationship Id="rId30" Type="http://schemas.openxmlformats.org/officeDocument/2006/relationships/slideLayout" Target="../slideLayouts/slideLayout313.xml"/><Relationship Id="rId33" Type="http://schemas.openxmlformats.org/officeDocument/2006/relationships/slideLayout" Target="../slideLayouts/slideLayout316.xml"/><Relationship Id="rId32" Type="http://schemas.openxmlformats.org/officeDocument/2006/relationships/slideLayout" Target="../slideLayouts/slideLayout315.xml"/><Relationship Id="rId35" Type="http://schemas.openxmlformats.org/officeDocument/2006/relationships/slideLayout" Target="../slideLayouts/slideLayout318.xml"/><Relationship Id="rId34" Type="http://schemas.openxmlformats.org/officeDocument/2006/relationships/slideLayout" Target="../slideLayouts/slideLayout317.xml"/><Relationship Id="rId37" Type="http://schemas.openxmlformats.org/officeDocument/2006/relationships/slideLayout" Target="../slideLayouts/slideLayout320.xml"/><Relationship Id="rId36" Type="http://schemas.openxmlformats.org/officeDocument/2006/relationships/slideLayout" Target="../slideLayouts/slideLayout319.xml"/><Relationship Id="rId39" Type="http://schemas.openxmlformats.org/officeDocument/2006/relationships/slideLayout" Target="../slideLayouts/slideLayout322.xml"/><Relationship Id="rId38" Type="http://schemas.openxmlformats.org/officeDocument/2006/relationships/slideLayout" Target="../slideLayouts/slideLayout321.xml"/><Relationship Id="rId62" Type="http://schemas.openxmlformats.org/officeDocument/2006/relationships/slideLayout" Target="../slideLayouts/slideLayout345.xml"/><Relationship Id="rId61" Type="http://schemas.openxmlformats.org/officeDocument/2006/relationships/slideLayout" Target="../slideLayouts/slideLayout344.xml"/><Relationship Id="rId20" Type="http://schemas.openxmlformats.org/officeDocument/2006/relationships/slideLayout" Target="../slideLayouts/slideLayout303.xml"/><Relationship Id="rId64" Type="http://schemas.openxmlformats.org/officeDocument/2006/relationships/slideLayout" Target="../slideLayouts/slideLayout347.xml"/><Relationship Id="rId63" Type="http://schemas.openxmlformats.org/officeDocument/2006/relationships/slideLayout" Target="../slideLayouts/slideLayout346.xml"/><Relationship Id="rId22" Type="http://schemas.openxmlformats.org/officeDocument/2006/relationships/slideLayout" Target="../slideLayouts/slideLayout305.xml"/><Relationship Id="rId66" Type="http://schemas.openxmlformats.org/officeDocument/2006/relationships/slideLayout" Target="../slideLayouts/slideLayout349.xml"/><Relationship Id="rId21" Type="http://schemas.openxmlformats.org/officeDocument/2006/relationships/slideLayout" Target="../slideLayouts/slideLayout304.xml"/><Relationship Id="rId65" Type="http://schemas.openxmlformats.org/officeDocument/2006/relationships/slideLayout" Target="../slideLayouts/slideLayout348.xml"/><Relationship Id="rId24" Type="http://schemas.openxmlformats.org/officeDocument/2006/relationships/slideLayout" Target="../slideLayouts/slideLayout307.xml"/><Relationship Id="rId68" Type="http://schemas.openxmlformats.org/officeDocument/2006/relationships/theme" Target="../theme/theme5.xml"/><Relationship Id="rId23" Type="http://schemas.openxmlformats.org/officeDocument/2006/relationships/slideLayout" Target="../slideLayouts/slideLayout306.xml"/><Relationship Id="rId67" Type="http://schemas.openxmlformats.org/officeDocument/2006/relationships/slideLayout" Target="../slideLayouts/slideLayout350.xml"/><Relationship Id="rId60" Type="http://schemas.openxmlformats.org/officeDocument/2006/relationships/slideLayout" Target="../slideLayouts/slideLayout343.xml"/><Relationship Id="rId26" Type="http://schemas.openxmlformats.org/officeDocument/2006/relationships/slideLayout" Target="../slideLayouts/slideLayout309.xml"/><Relationship Id="rId25" Type="http://schemas.openxmlformats.org/officeDocument/2006/relationships/slideLayout" Target="../slideLayouts/slideLayout308.xml"/><Relationship Id="rId28" Type="http://schemas.openxmlformats.org/officeDocument/2006/relationships/slideLayout" Target="../slideLayouts/slideLayout311.xml"/><Relationship Id="rId27" Type="http://schemas.openxmlformats.org/officeDocument/2006/relationships/slideLayout" Target="../slideLayouts/slideLayout310.xml"/><Relationship Id="rId29" Type="http://schemas.openxmlformats.org/officeDocument/2006/relationships/slideLayout" Target="../slideLayouts/slideLayout312.xml"/><Relationship Id="rId51" Type="http://schemas.openxmlformats.org/officeDocument/2006/relationships/slideLayout" Target="../slideLayouts/slideLayout334.xml"/><Relationship Id="rId50" Type="http://schemas.openxmlformats.org/officeDocument/2006/relationships/slideLayout" Target="../slideLayouts/slideLayout333.xml"/><Relationship Id="rId53" Type="http://schemas.openxmlformats.org/officeDocument/2006/relationships/slideLayout" Target="../slideLayouts/slideLayout336.xml"/><Relationship Id="rId52" Type="http://schemas.openxmlformats.org/officeDocument/2006/relationships/slideLayout" Target="../slideLayouts/slideLayout335.xml"/><Relationship Id="rId11" Type="http://schemas.openxmlformats.org/officeDocument/2006/relationships/slideLayout" Target="../slideLayouts/slideLayout294.xml"/><Relationship Id="rId55" Type="http://schemas.openxmlformats.org/officeDocument/2006/relationships/slideLayout" Target="../slideLayouts/slideLayout338.xml"/><Relationship Id="rId10" Type="http://schemas.openxmlformats.org/officeDocument/2006/relationships/slideLayout" Target="../slideLayouts/slideLayout293.xml"/><Relationship Id="rId54" Type="http://schemas.openxmlformats.org/officeDocument/2006/relationships/slideLayout" Target="../slideLayouts/slideLayout337.xml"/><Relationship Id="rId13" Type="http://schemas.openxmlformats.org/officeDocument/2006/relationships/slideLayout" Target="../slideLayouts/slideLayout296.xml"/><Relationship Id="rId57" Type="http://schemas.openxmlformats.org/officeDocument/2006/relationships/slideLayout" Target="../slideLayouts/slideLayout340.xml"/><Relationship Id="rId12" Type="http://schemas.openxmlformats.org/officeDocument/2006/relationships/slideLayout" Target="../slideLayouts/slideLayout295.xml"/><Relationship Id="rId56" Type="http://schemas.openxmlformats.org/officeDocument/2006/relationships/slideLayout" Target="../slideLayouts/slideLayout339.xml"/><Relationship Id="rId15" Type="http://schemas.openxmlformats.org/officeDocument/2006/relationships/slideLayout" Target="../slideLayouts/slideLayout298.xml"/><Relationship Id="rId59" Type="http://schemas.openxmlformats.org/officeDocument/2006/relationships/slideLayout" Target="../slideLayouts/slideLayout342.xml"/><Relationship Id="rId14" Type="http://schemas.openxmlformats.org/officeDocument/2006/relationships/slideLayout" Target="../slideLayouts/slideLayout297.xml"/><Relationship Id="rId58" Type="http://schemas.openxmlformats.org/officeDocument/2006/relationships/slideLayout" Target="../slideLayouts/slideLayout341.xml"/><Relationship Id="rId17" Type="http://schemas.openxmlformats.org/officeDocument/2006/relationships/slideLayout" Target="../slideLayouts/slideLayout300.xml"/><Relationship Id="rId16" Type="http://schemas.openxmlformats.org/officeDocument/2006/relationships/slideLayout" Target="../slideLayouts/slideLayout299.xml"/><Relationship Id="rId19" Type="http://schemas.openxmlformats.org/officeDocument/2006/relationships/slideLayout" Target="../slideLayouts/slideLayout302.xml"/><Relationship Id="rId18" Type="http://schemas.openxmlformats.org/officeDocument/2006/relationships/slideLayout" Target="../slideLayouts/slideLayout301.xml"/></Relationships>
</file>

<file path=ppt/slideMasters/_rels/slideMaster13.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351.xml"/><Relationship Id="rId3" Type="http://schemas.openxmlformats.org/officeDocument/2006/relationships/slideLayout" Target="../slideLayouts/slideLayout352.xml"/><Relationship Id="rId4" Type="http://schemas.openxmlformats.org/officeDocument/2006/relationships/slideLayout" Target="../slideLayouts/slideLayout353.xml"/><Relationship Id="rId9" Type="http://schemas.openxmlformats.org/officeDocument/2006/relationships/slideLayout" Target="../slideLayouts/slideLayout358.xml"/><Relationship Id="rId5" Type="http://schemas.openxmlformats.org/officeDocument/2006/relationships/slideLayout" Target="../slideLayouts/slideLayout354.xml"/><Relationship Id="rId6" Type="http://schemas.openxmlformats.org/officeDocument/2006/relationships/slideLayout" Target="../slideLayouts/slideLayout355.xml"/><Relationship Id="rId7" Type="http://schemas.openxmlformats.org/officeDocument/2006/relationships/slideLayout" Target="../slideLayouts/slideLayout356.xml"/><Relationship Id="rId8" Type="http://schemas.openxmlformats.org/officeDocument/2006/relationships/slideLayout" Target="../slideLayouts/slideLayout357.xml"/><Relationship Id="rId11" Type="http://schemas.openxmlformats.org/officeDocument/2006/relationships/slideLayout" Target="../slideLayouts/slideLayout360.xml"/><Relationship Id="rId10" Type="http://schemas.openxmlformats.org/officeDocument/2006/relationships/slideLayout" Target="../slideLayouts/slideLayout359.xml"/><Relationship Id="rId13" Type="http://schemas.openxmlformats.org/officeDocument/2006/relationships/slideLayout" Target="../slideLayouts/slideLayout362.xml"/><Relationship Id="rId12" Type="http://schemas.openxmlformats.org/officeDocument/2006/relationships/slideLayout" Target="../slideLayouts/slideLayout361.xml"/><Relationship Id="rId15" Type="http://schemas.openxmlformats.org/officeDocument/2006/relationships/slideLayout" Target="../slideLayouts/slideLayout364.xml"/><Relationship Id="rId14" Type="http://schemas.openxmlformats.org/officeDocument/2006/relationships/slideLayout" Target="../slideLayouts/slideLayout363.xml"/><Relationship Id="rId17" Type="http://schemas.openxmlformats.org/officeDocument/2006/relationships/slideLayout" Target="../slideLayouts/slideLayout366.xml"/><Relationship Id="rId16" Type="http://schemas.openxmlformats.org/officeDocument/2006/relationships/slideLayout" Target="../slideLayouts/slideLayout365.xml"/><Relationship Id="rId18" Type="http://schemas.openxmlformats.org/officeDocument/2006/relationships/theme" Target="../theme/theme1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9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Arial"/>
                <a:ea typeface="Arial"/>
                <a:cs typeface="Arial"/>
                <a:sym typeface="Arial"/>
              </a:defRPr>
            </a:lvl9pPr>
          </a:lstStyle>
          <a:p/>
        </p:txBody>
      </p:sp>
      <p:sp>
        <p:nvSpPr>
          <p:cNvPr id="11" name="Google Shape;11;p9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9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3" name="Google Shape;13;p9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4" name="Google Shape;14;p9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2" name="Shape 192"/>
        <p:cNvGrpSpPr/>
        <p:nvPr/>
      </p:nvGrpSpPr>
      <p:grpSpPr>
        <a:xfrm>
          <a:off x="0" y="0"/>
          <a:ext cx="0" cy="0"/>
          <a:chOff x="0" y="0"/>
          <a:chExt cx="0" cy="0"/>
        </a:xfrm>
      </p:grpSpPr>
      <p:sp>
        <p:nvSpPr>
          <p:cNvPr id="193" name="Google Shape;193;p9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94" name="Google Shape;194;p97"/>
          <p:cNvSpPr txBox="1"/>
          <p:nvPr/>
        </p:nvSpPr>
        <p:spPr>
          <a:xfrm>
            <a:off x="3276600" y="6596390"/>
            <a:ext cx="5867400"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pic>
        <p:nvPicPr>
          <p:cNvPr descr="Picture 7.png" id="195" name="Google Shape;195;p97"/>
          <p:cNvPicPr preferRelativeResize="0"/>
          <p:nvPr/>
        </p:nvPicPr>
        <p:blipFill rotWithShape="1">
          <a:blip r:embed="rId1">
            <a:alphaModFix/>
          </a:blip>
          <a:srcRect b="5334" l="1923" r="0" t="0"/>
          <a:stretch/>
        </p:blipFill>
        <p:spPr>
          <a:xfrm>
            <a:off x="6629400" y="-1"/>
            <a:ext cx="2193193" cy="692697"/>
          </a:xfrm>
          <a:prstGeom prst="rect">
            <a:avLst/>
          </a:prstGeom>
          <a:noFill/>
          <a:ln>
            <a:noFill/>
          </a:ln>
        </p:spPr>
      </p:pic>
      <p:grpSp>
        <p:nvGrpSpPr>
          <p:cNvPr id="196" name="Google Shape;196;p97"/>
          <p:cNvGrpSpPr/>
          <p:nvPr/>
        </p:nvGrpSpPr>
        <p:grpSpPr>
          <a:xfrm>
            <a:off x="2133600" y="6553200"/>
            <a:ext cx="7010400" cy="45719"/>
            <a:chOff x="1905000" y="6553200"/>
            <a:chExt cx="7010400" cy="45719"/>
          </a:xfrm>
        </p:grpSpPr>
        <p:sp>
          <p:nvSpPr>
            <p:cNvPr id="197" name="Google Shape;197;p97"/>
            <p:cNvSpPr/>
            <p:nvPr/>
          </p:nvSpPr>
          <p:spPr>
            <a:xfrm>
              <a:off x="4267200" y="6553200"/>
              <a:ext cx="2328591"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Tahoma"/>
                <a:ea typeface="Tahoma"/>
                <a:cs typeface="Tahoma"/>
                <a:sym typeface="Tahoma"/>
              </a:endParaRPr>
            </a:p>
          </p:txBody>
        </p:sp>
        <p:sp>
          <p:nvSpPr>
            <p:cNvPr id="198" name="Google Shape;198;p97"/>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Tahoma"/>
                <a:ea typeface="Tahoma"/>
                <a:cs typeface="Tahoma"/>
                <a:sym typeface="Tahoma"/>
              </a:endParaRPr>
            </a:p>
          </p:txBody>
        </p:sp>
        <p:sp>
          <p:nvSpPr>
            <p:cNvPr id="199" name="Google Shape;199;p97"/>
            <p:cNvSpPr/>
            <p:nvPr/>
          </p:nvSpPr>
          <p:spPr>
            <a:xfrm>
              <a:off x="6586809" y="6553200"/>
              <a:ext cx="2328591"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Tahoma"/>
                <a:ea typeface="Tahoma"/>
                <a:cs typeface="Tahoma"/>
                <a:sym typeface="Tahoma"/>
              </a:endParaRPr>
            </a:p>
          </p:txBody>
        </p:sp>
      </p:grpSp>
      <p:grpSp>
        <p:nvGrpSpPr>
          <p:cNvPr id="200" name="Google Shape;200;p97"/>
          <p:cNvGrpSpPr/>
          <p:nvPr/>
        </p:nvGrpSpPr>
        <p:grpSpPr>
          <a:xfrm>
            <a:off x="0" y="1295400"/>
            <a:ext cx="7010400" cy="45719"/>
            <a:chOff x="1905000" y="6553200"/>
            <a:chExt cx="7010400" cy="45719"/>
          </a:xfrm>
        </p:grpSpPr>
        <p:sp>
          <p:nvSpPr>
            <p:cNvPr id="201" name="Google Shape;201;p97"/>
            <p:cNvSpPr/>
            <p:nvPr/>
          </p:nvSpPr>
          <p:spPr>
            <a:xfrm>
              <a:off x="4267200" y="6553200"/>
              <a:ext cx="2328591"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Tahoma"/>
                <a:ea typeface="Tahoma"/>
                <a:cs typeface="Tahoma"/>
                <a:sym typeface="Tahoma"/>
              </a:endParaRPr>
            </a:p>
          </p:txBody>
        </p:sp>
        <p:sp>
          <p:nvSpPr>
            <p:cNvPr id="202" name="Google Shape;202;p97"/>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Tahoma"/>
                <a:ea typeface="Tahoma"/>
                <a:cs typeface="Tahoma"/>
                <a:sym typeface="Tahoma"/>
              </a:endParaRPr>
            </a:p>
          </p:txBody>
        </p:sp>
        <p:sp>
          <p:nvSpPr>
            <p:cNvPr id="203" name="Google Shape;203;p97"/>
            <p:cNvSpPr/>
            <p:nvPr/>
          </p:nvSpPr>
          <p:spPr>
            <a:xfrm>
              <a:off x="6586809" y="6553200"/>
              <a:ext cx="2328591"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Tahoma"/>
                <a:ea typeface="Tahoma"/>
                <a:cs typeface="Tahoma"/>
                <a:sym typeface="Tahoma"/>
              </a:endParaRPr>
            </a:p>
          </p:txBody>
        </p:sp>
      </p:grpSp>
    </p:spTree>
  </p:cSld>
  <p:clrMap accent1="accent1" accent2="accent2" accent3="accent3" accent4="accent4" accent5="accent5" accent6="accent6" bg1="lt1" bg2="dk2" tx1="dk1" tx2="lt2" folHlink="folHlink" hlink="hlink"/>
  <p:sldLayoutIdLst>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9" name="Shape 299"/>
        <p:cNvGrpSpPr/>
        <p:nvPr/>
      </p:nvGrpSpPr>
      <p:grpSpPr>
        <a:xfrm>
          <a:off x="0" y="0"/>
          <a:ext cx="0" cy="0"/>
          <a:chOff x="0" y="0"/>
          <a:chExt cx="0" cy="0"/>
        </a:xfrm>
      </p:grpSpPr>
      <p:sp>
        <p:nvSpPr>
          <p:cNvPr id="300" name="Google Shape;300;p9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01" name="Google Shape;301;p9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02" name="Google Shape;302;p9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888888"/>
              </a:buClr>
              <a:buSzPts val="1400"/>
              <a:buFont typeface="Calibri"/>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9pPr>
          </a:lstStyle>
          <a:p/>
        </p:txBody>
      </p:sp>
      <p:sp>
        <p:nvSpPr>
          <p:cNvPr id="303" name="Google Shape;303;p9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888888"/>
              </a:buClr>
              <a:buSzPts val="1400"/>
              <a:buFont typeface="Calibri"/>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9pPr>
          </a:lstStyle>
          <a:p/>
        </p:txBody>
      </p:sp>
      <p:sp>
        <p:nvSpPr>
          <p:cNvPr id="304" name="Google Shape;304;p9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18" name="Shape 418"/>
        <p:cNvGrpSpPr/>
        <p:nvPr/>
      </p:nvGrpSpPr>
      <p:grpSpPr>
        <a:xfrm>
          <a:off x="0" y="0"/>
          <a:ext cx="0" cy="0"/>
          <a:chOff x="0" y="0"/>
          <a:chExt cx="0" cy="0"/>
        </a:xfrm>
      </p:grpSpPr>
      <p:sp>
        <p:nvSpPr>
          <p:cNvPr id="419" name="Google Shape;419;p10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420" name="Google Shape;420;p103"/>
          <p:cNvSpPr txBox="1"/>
          <p:nvPr/>
        </p:nvSpPr>
        <p:spPr>
          <a:xfrm>
            <a:off x="3276600" y="6596390"/>
            <a:ext cx="5867400"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100" u="none" cap="none" strike="noStrike">
              <a:solidFill>
                <a:srgbClr val="101141"/>
              </a:solidFill>
              <a:latin typeface="Arial"/>
              <a:ea typeface="Arial"/>
              <a:cs typeface="Arial"/>
              <a:sym typeface="Arial"/>
            </a:endParaRPr>
          </a:p>
        </p:txBody>
      </p:sp>
      <p:pic>
        <p:nvPicPr>
          <p:cNvPr descr="Picture 7.png" id="421" name="Google Shape;421;p103"/>
          <p:cNvPicPr preferRelativeResize="0"/>
          <p:nvPr/>
        </p:nvPicPr>
        <p:blipFill rotWithShape="1">
          <a:blip r:embed="rId1">
            <a:alphaModFix/>
          </a:blip>
          <a:srcRect b="5334" l="1923" r="0" t="0"/>
          <a:stretch/>
        </p:blipFill>
        <p:spPr>
          <a:xfrm>
            <a:off x="6629400" y="-1"/>
            <a:ext cx="2193193" cy="692697"/>
          </a:xfrm>
          <a:prstGeom prst="rect">
            <a:avLst/>
          </a:prstGeom>
          <a:noFill/>
          <a:ln>
            <a:noFill/>
          </a:ln>
        </p:spPr>
      </p:pic>
      <p:grpSp>
        <p:nvGrpSpPr>
          <p:cNvPr id="422" name="Google Shape;422;p103"/>
          <p:cNvGrpSpPr/>
          <p:nvPr/>
        </p:nvGrpSpPr>
        <p:grpSpPr>
          <a:xfrm>
            <a:off x="2133600" y="6553200"/>
            <a:ext cx="7010400" cy="45719"/>
            <a:chOff x="1905000" y="6553200"/>
            <a:chExt cx="7010400" cy="45719"/>
          </a:xfrm>
        </p:grpSpPr>
        <p:sp>
          <p:nvSpPr>
            <p:cNvPr id="423" name="Google Shape;423;p103"/>
            <p:cNvSpPr/>
            <p:nvPr/>
          </p:nvSpPr>
          <p:spPr>
            <a:xfrm>
              <a:off x="4267200" y="6553200"/>
              <a:ext cx="2328591"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424" name="Google Shape;424;p103"/>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425" name="Google Shape;425;p103"/>
            <p:cNvSpPr/>
            <p:nvPr/>
          </p:nvSpPr>
          <p:spPr>
            <a:xfrm>
              <a:off x="6586809" y="6553200"/>
              <a:ext cx="2328591"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426" name="Google Shape;426;p103"/>
          <p:cNvGrpSpPr/>
          <p:nvPr/>
        </p:nvGrpSpPr>
        <p:grpSpPr>
          <a:xfrm>
            <a:off x="0" y="1295400"/>
            <a:ext cx="7010400" cy="45719"/>
            <a:chOff x="1905000" y="6553200"/>
            <a:chExt cx="7010400" cy="45719"/>
          </a:xfrm>
        </p:grpSpPr>
        <p:sp>
          <p:nvSpPr>
            <p:cNvPr id="427" name="Google Shape;427;p103"/>
            <p:cNvSpPr/>
            <p:nvPr/>
          </p:nvSpPr>
          <p:spPr>
            <a:xfrm>
              <a:off x="4267200" y="6553200"/>
              <a:ext cx="2328591"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428" name="Google Shape;428;p103"/>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429" name="Google Shape;429;p103"/>
            <p:cNvSpPr/>
            <p:nvPr/>
          </p:nvSpPr>
          <p:spPr>
            <a:xfrm>
              <a:off x="6586809" y="6553200"/>
              <a:ext cx="2328591"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Tree>
  </p:cSld>
  <p:clrMap accent1="accent1" accent2="accent2" accent3="accent3" accent4="accent4" accent5="accent5" accent6="accent6" bg1="lt1" bg2="dk2" tx1="dk1" tx2="lt2" folHlink="folHlink" hlink="hlink"/>
  <p:sldLayoutIdLst>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07" r:id="rId15"/>
    <p:sldLayoutId id="2147483708" r:id="rId16"/>
    <p:sldLayoutId id="2147483709" r:id="rId17"/>
    <p:sldLayoutId id="2147483710" r:id="rId18"/>
    <p:sldLayoutId id="2147483711" r:id="rId19"/>
    <p:sldLayoutId id="2147483712" r:id="rId20"/>
    <p:sldLayoutId id="2147483713" r:id="rId21"/>
    <p:sldLayoutId id="2147483714" r:id="rId22"/>
    <p:sldLayoutId id="2147483715" r:id="rId23"/>
    <p:sldLayoutId id="2147483716"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66" name="Shape 666"/>
        <p:cNvGrpSpPr/>
        <p:nvPr/>
      </p:nvGrpSpPr>
      <p:grpSpPr>
        <a:xfrm>
          <a:off x="0" y="0"/>
          <a:ext cx="0" cy="0"/>
          <a:chOff x="0" y="0"/>
          <a:chExt cx="0" cy="0"/>
        </a:xfrm>
      </p:grpSpPr>
      <p:sp>
        <p:nvSpPr>
          <p:cNvPr id="667" name="Google Shape;667;p10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68" name="Google Shape;668;p105"/>
          <p:cNvSpPr txBox="1"/>
          <p:nvPr/>
        </p:nvSpPr>
        <p:spPr>
          <a:xfrm>
            <a:off x="3276600" y="6596390"/>
            <a:ext cx="5867400"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pic>
        <p:nvPicPr>
          <p:cNvPr descr="Picture 7.png" id="669" name="Google Shape;669;p105"/>
          <p:cNvPicPr preferRelativeResize="0"/>
          <p:nvPr/>
        </p:nvPicPr>
        <p:blipFill rotWithShape="1">
          <a:blip r:embed="rId1">
            <a:alphaModFix/>
          </a:blip>
          <a:srcRect b="5333" l="1923" r="0" t="0"/>
          <a:stretch/>
        </p:blipFill>
        <p:spPr>
          <a:xfrm>
            <a:off x="6629400" y="-1"/>
            <a:ext cx="2193193" cy="692697"/>
          </a:xfrm>
          <a:prstGeom prst="rect">
            <a:avLst/>
          </a:prstGeom>
          <a:noFill/>
          <a:ln>
            <a:noFill/>
          </a:ln>
        </p:spPr>
      </p:pic>
      <p:grpSp>
        <p:nvGrpSpPr>
          <p:cNvPr id="670" name="Google Shape;670;p105"/>
          <p:cNvGrpSpPr/>
          <p:nvPr/>
        </p:nvGrpSpPr>
        <p:grpSpPr>
          <a:xfrm>
            <a:off x="2133600" y="6553200"/>
            <a:ext cx="7010400" cy="45719"/>
            <a:chOff x="1905000" y="6553200"/>
            <a:chExt cx="7010400" cy="45719"/>
          </a:xfrm>
        </p:grpSpPr>
        <p:sp>
          <p:nvSpPr>
            <p:cNvPr id="671" name="Google Shape;671;p105"/>
            <p:cNvSpPr/>
            <p:nvPr/>
          </p:nvSpPr>
          <p:spPr>
            <a:xfrm>
              <a:off x="4267200" y="6553200"/>
              <a:ext cx="2328591"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672" name="Google Shape;672;p105"/>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673" name="Google Shape;673;p105"/>
            <p:cNvSpPr/>
            <p:nvPr/>
          </p:nvSpPr>
          <p:spPr>
            <a:xfrm>
              <a:off x="6586809" y="6553200"/>
              <a:ext cx="2328591"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grpSp>
      <p:grpSp>
        <p:nvGrpSpPr>
          <p:cNvPr id="674" name="Google Shape;674;p105"/>
          <p:cNvGrpSpPr/>
          <p:nvPr/>
        </p:nvGrpSpPr>
        <p:grpSpPr>
          <a:xfrm>
            <a:off x="0" y="1295400"/>
            <a:ext cx="7010400" cy="45719"/>
            <a:chOff x="1905000" y="6553200"/>
            <a:chExt cx="7010400" cy="45719"/>
          </a:xfrm>
        </p:grpSpPr>
        <p:sp>
          <p:nvSpPr>
            <p:cNvPr id="675" name="Google Shape;675;p105"/>
            <p:cNvSpPr/>
            <p:nvPr/>
          </p:nvSpPr>
          <p:spPr>
            <a:xfrm>
              <a:off x="4267200" y="6553200"/>
              <a:ext cx="2328591"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676" name="Google Shape;676;p105"/>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677" name="Google Shape;677;p105"/>
            <p:cNvSpPr/>
            <p:nvPr/>
          </p:nvSpPr>
          <p:spPr>
            <a:xfrm>
              <a:off x="6586809" y="6553200"/>
              <a:ext cx="2328591"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grpSp>
    </p:spTree>
  </p:cSld>
  <p:clrMap accent1="accent1" accent2="accent2" accent3="accent3" accent4="accent4" accent5="accent5" accent6="accent6" bg1="lt1" bg2="dk2" tx1="dk1" tx2="lt2" folHlink="folHlink" hlink="hlink"/>
  <p:sldLayoutIdLst>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 id="2147483728" r:id="rId12"/>
    <p:sldLayoutId id="2147483729"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63" name="Shape 763"/>
        <p:cNvGrpSpPr/>
        <p:nvPr/>
      </p:nvGrpSpPr>
      <p:grpSpPr>
        <a:xfrm>
          <a:off x="0" y="0"/>
          <a:ext cx="0" cy="0"/>
          <a:chOff x="0" y="0"/>
          <a:chExt cx="0" cy="0"/>
        </a:xfrm>
      </p:grpSpPr>
      <p:sp>
        <p:nvSpPr>
          <p:cNvPr id="764" name="Google Shape;764;p10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Arial"/>
                <a:ea typeface="Arial"/>
                <a:cs typeface="Arial"/>
                <a:sym typeface="Arial"/>
              </a:defRPr>
            </a:lvl9pPr>
          </a:lstStyle>
          <a:p/>
        </p:txBody>
      </p:sp>
      <p:sp>
        <p:nvSpPr>
          <p:cNvPr id="765" name="Google Shape;765;p10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731" r:id="rId1"/>
    <p:sldLayoutId id="2147483732" r:id="rId2"/>
    <p:sldLayoutId id="2147483733" r:id="rId3"/>
    <p:sldLayoutId id="2147483734" r:id="rId4"/>
    <p:sldLayoutId id="2147483735" r:id="rId5"/>
    <p:sldLayoutId id="2147483736" r:id="rId6"/>
    <p:sldLayoutId id="2147483737" r:id="rId7"/>
    <p:sldLayoutId id="2147483738" r:id="rId8"/>
    <p:sldLayoutId id="2147483739" r:id="rId9"/>
    <p:sldLayoutId id="2147483740" r:id="rId10"/>
    <p:sldLayoutId id="2147483741" r:id="rId11"/>
    <p:sldLayoutId id="2147483742" r:id="rId12"/>
    <p:sldLayoutId id="2147483743" r:id="rId13"/>
    <p:sldLayoutId id="2147483744" r:id="rId14"/>
    <p:sldLayoutId id="2147483745" r:id="rId15"/>
    <p:sldLayoutId id="2147483746" r:id="rId16"/>
    <p:sldLayoutId id="2147483747" r:id="rId17"/>
    <p:sldLayoutId id="2147483748" r:id="rId18"/>
    <p:sldLayoutId id="2147483749" r:id="rId19"/>
    <p:sldLayoutId id="2147483750" r:id="rId20"/>
    <p:sldLayoutId id="2147483751" r:id="rId21"/>
    <p:sldLayoutId id="2147483752" r:id="rId22"/>
    <p:sldLayoutId id="2147483753" r:id="rId23"/>
    <p:sldLayoutId id="2147483754" r:id="rId24"/>
    <p:sldLayoutId id="2147483755" r:id="rId25"/>
    <p:sldLayoutId id="2147483756" r:id="rId26"/>
    <p:sldLayoutId id="2147483757" r:id="rId27"/>
    <p:sldLayoutId id="2147483758" r:id="rId28"/>
    <p:sldLayoutId id="2147483759" r:id="rId29"/>
    <p:sldLayoutId id="2147483760" r:id="rId30"/>
    <p:sldLayoutId id="2147483761" r:id="rId31"/>
    <p:sldLayoutId id="2147483762" r:id="rId32"/>
    <p:sldLayoutId id="2147483763" r:id="rId33"/>
    <p:sldLayoutId id="2147483764" r:id="rId34"/>
    <p:sldLayoutId id="2147483765" r:id="rId35"/>
    <p:sldLayoutId id="2147483766" r:id="rId36"/>
    <p:sldLayoutId id="2147483767" r:id="rId37"/>
    <p:sldLayoutId id="2147483768" r:id="rId3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28" name="Shape 1228"/>
        <p:cNvGrpSpPr/>
        <p:nvPr/>
      </p:nvGrpSpPr>
      <p:grpSpPr>
        <a:xfrm>
          <a:off x="0" y="0"/>
          <a:ext cx="0" cy="0"/>
          <a:chOff x="0" y="0"/>
          <a:chExt cx="0" cy="0"/>
        </a:xfrm>
      </p:grpSpPr>
      <p:sp>
        <p:nvSpPr>
          <p:cNvPr id="1229" name="Google Shape;1229;p111"/>
          <p:cNvSpPr txBox="1"/>
          <p:nvPr>
            <p:ph idx="1" type="body"/>
          </p:nvPr>
        </p:nvSpPr>
        <p:spPr>
          <a:xfrm>
            <a:off x="457200" y="1600202"/>
            <a:ext cx="8229600" cy="4525963"/>
          </a:xfrm>
          <a:prstGeom prst="rect">
            <a:avLst/>
          </a:prstGeom>
          <a:noFill/>
          <a:ln>
            <a:noFill/>
          </a:ln>
        </p:spPr>
        <p:txBody>
          <a:bodyPr anchorCtr="0" anchor="t" bIns="45700" lIns="91425" spcFirstLastPara="1" rIns="91425" wrap="square" tIns="45700">
            <a:normAutofit/>
          </a:bodyPr>
          <a:lstStyle>
            <a:lvl1pPr indent="-381000" lvl="0" marL="4572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lnSpc>
                <a:spcPct val="100000"/>
              </a:lnSpc>
              <a:spcBef>
                <a:spcPts val="42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1230" name="Google Shape;1230;p111"/>
          <p:cNvSpPr txBox="1"/>
          <p:nvPr/>
        </p:nvSpPr>
        <p:spPr>
          <a:xfrm>
            <a:off x="3276600" y="6596391"/>
            <a:ext cx="5867400" cy="21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825"/>
              <a:buFont typeface="Arial"/>
              <a:buNone/>
            </a:pPr>
            <a:r>
              <a:rPr b="1" i="0" lang="en-US" sz="825" u="none" cap="none" strike="noStrike">
                <a:solidFill>
                  <a:srgbClr val="101141"/>
                </a:solidFill>
                <a:latin typeface="Arial"/>
                <a:ea typeface="Arial"/>
                <a:cs typeface="Arial"/>
                <a:sym typeface="Arial"/>
              </a:rPr>
              <a:t>BITS </a:t>
            </a:r>
            <a:r>
              <a:rPr b="0" i="0" lang="en-US" sz="825" u="none" cap="none" strike="noStrike">
                <a:solidFill>
                  <a:srgbClr val="101141"/>
                </a:solidFill>
                <a:latin typeface="Arial"/>
                <a:ea typeface="Arial"/>
                <a:cs typeface="Arial"/>
                <a:sym typeface="Arial"/>
              </a:rPr>
              <a:t>Pilani, Pilani Campus</a:t>
            </a:r>
            <a:endParaRPr b="0" i="0" sz="825" u="none" cap="none" strike="noStrike">
              <a:solidFill>
                <a:srgbClr val="101141"/>
              </a:solidFill>
              <a:latin typeface="Arial"/>
              <a:ea typeface="Arial"/>
              <a:cs typeface="Arial"/>
              <a:sym typeface="Arial"/>
            </a:endParaRPr>
          </a:p>
        </p:txBody>
      </p:sp>
      <p:pic>
        <p:nvPicPr>
          <p:cNvPr descr="Picture 7.png" id="1231" name="Google Shape;1231;p111"/>
          <p:cNvPicPr preferRelativeResize="0"/>
          <p:nvPr/>
        </p:nvPicPr>
        <p:blipFill rotWithShape="1">
          <a:blip r:embed="rId1">
            <a:alphaModFix/>
          </a:blip>
          <a:srcRect b="5334" l="1923" r="0" t="0"/>
          <a:stretch/>
        </p:blipFill>
        <p:spPr>
          <a:xfrm>
            <a:off x="6629401" y="-1"/>
            <a:ext cx="2193193" cy="692697"/>
          </a:xfrm>
          <a:prstGeom prst="rect">
            <a:avLst/>
          </a:prstGeom>
          <a:noFill/>
          <a:ln>
            <a:noFill/>
          </a:ln>
        </p:spPr>
      </p:pic>
      <p:grpSp>
        <p:nvGrpSpPr>
          <p:cNvPr id="1232" name="Google Shape;1232;p111"/>
          <p:cNvGrpSpPr/>
          <p:nvPr/>
        </p:nvGrpSpPr>
        <p:grpSpPr>
          <a:xfrm>
            <a:off x="2133600" y="6553202"/>
            <a:ext cx="7010400" cy="45719"/>
            <a:chOff x="1905000" y="6553200"/>
            <a:chExt cx="7010400" cy="45719"/>
          </a:xfrm>
        </p:grpSpPr>
        <p:sp>
          <p:nvSpPr>
            <p:cNvPr id="1233" name="Google Shape;1233;p111"/>
            <p:cNvSpPr/>
            <p:nvPr/>
          </p:nvSpPr>
          <p:spPr>
            <a:xfrm>
              <a:off x="4267200" y="6553200"/>
              <a:ext cx="2328591"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234" name="Google Shape;1234;p111"/>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235" name="Google Shape;1235;p111"/>
            <p:cNvSpPr/>
            <p:nvPr/>
          </p:nvSpPr>
          <p:spPr>
            <a:xfrm>
              <a:off x="6586809" y="6553200"/>
              <a:ext cx="2328591"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grpSp>
        <p:nvGrpSpPr>
          <p:cNvPr id="1236" name="Google Shape;1236;p111"/>
          <p:cNvGrpSpPr/>
          <p:nvPr/>
        </p:nvGrpSpPr>
        <p:grpSpPr>
          <a:xfrm>
            <a:off x="0" y="1295402"/>
            <a:ext cx="7010400" cy="45719"/>
            <a:chOff x="1905000" y="6553200"/>
            <a:chExt cx="7010400" cy="45719"/>
          </a:xfrm>
        </p:grpSpPr>
        <p:sp>
          <p:nvSpPr>
            <p:cNvPr id="1237" name="Google Shape;1237;p111"/>
            <p:cNvSpPr/>
            <p:nvPr/>
          </p:nvSpPr>
          <p:spPr>
            <a:xfrm>
              <a:off x="4267200" y="6553200"/>
              <a:ext cx="2328591"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238" name="Google Shape;1238;p111"/>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sp>
          <p:nvSpPr>
            <p:cNvPr id="1239" name="Google Shape;1239;p111"/>
            <p:cNvSpPr/>
            <p:nvPr/>
          </p:nvSpPr>
          <p:spPr>
            <a:xfrm>
              <a:off x="6586809" y="6553200"/>
              <a:ext cx="2328591"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grpSp>
    </p:spTree>
  </p:cSld>
  <p:clrMap accent1="accent1" accent2="accent2" accent3="accent3" accent4="accent4" accent5="accent5" accent6="accent6" bg1="lt1" bg2="dk2" tx1="dk1" tx2="lt2" folHlink="folHlink" hlink="hlink"/>
  <p:sldLayoutIdLst>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0" r:id="rId12"/>
    <p:sldLayoutId id="2147483781" r:id="rId13"/>
    <p:sldLayoutId id="2147483782" r:id="rId14"/>
    <p:sldLayoutId id="2147483783" r:id="rId15"/>
    <p:sldLayoutId id="2147483784" r:id="rId16"/>
    <p:sldLayoutId id="2147483785" r:id="rId17"/>
    <p:sldLayoutId id="2147483786" r:id="rId18"/>
    <p:sldLayoutId id="2147483787" r:id="rId19"/>
    <p:sldLayoutId id="2147483788" r:id="rId20"/>
    <p:sldLayoutId id="2147483789" r:id="rId21"/>
    <p:sldLayoutId id="2147483790" r:id="rId22"/>
    <p:sldLayoutId id="2147483791" r:id="rId23"/>
    <p:sldLayoutId id="2147483792" r:id="rId24"/>
    <p:sldLayoutId id="2147483793" r:id="rId25"/>
    <p:sldLayoutId id="2147483794" r:id="rId26"/>
    <p:sldLayoutId id="2147483795" r:id="rId27"/>
    <p:sldLayoutId id="2147483796" r:id="rId28"/>
    <p:sldLayoutId id="2147483797" r:id="rId29"/>
    <p:sldLayoutId id="2147483798" r:id="rId30"/>
    <p:sldLayoutId id="2147483799" r:id="rId31"/>
    <p:sldLayoutId id="2147483800" r:id="rId32"/>
    <p:sldLayoutId id="2147483801" r:id="rId33"/>
    <p:sldLayoutId id="2147483802" r:id="rId34"/>
    <p:sldLayoutId id="2147483803" r:id="rId35"/>
    <p:sldLayoutId id="2147483804" r:id="rId36"/>
    <p:sldLayoutId id="2147483805" r:id="rId37"/>
    <p:sldLayoutId id="2147483806" r:id="rId38"/>
    <p:sldLayoutId id="2147483807" r:id="rId39"/>
    <p:sldLayoutId id="2147483808" r:id="rId40"/>
    <p:sldLayoutId id="2147483809" r:id="rId41"/>
    <p:sldLayoutId id="2147483810" r:id="rId42"/>
    <p:sldLayoutId id="2147483811" r:id="rId43"/>
    <p:sldLayoutId id="2147483812" r:id="rId44"/>
    <p:sldLayoutId id="2147483813" r:id="rId45"/>
    <p:sldLayoutId id="2147483814" r:id="rId46"/>
    <p:sldLayoutId id="2147483815" r:id="rId47"/>
    <p:sldLayoutId id="2147483816" r:id="rId48"/>
    <p:sldLayoutId id="2147483817" r:id="rId49"/>
    <p:sldLayoutId id="2147483818" r:id="rId50"/>
    <p:sldLayoutId id="2147483819" r:id="rId51"/>
    <p:sldLayoutId id="2147483820" r:id="rId5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21" name="Shape 1521"/>
        <p:cNvGrpSpPr/>
        <p:nvPr/>
      </p:nvGrpSpPr>
      <p:grpSpPr>
        <a:xfrm>
          <a:off x="0" y="0"/>
          <a:ext cx="0" cy="0"/>
          <a:chOff x="0" y="0"/>
          <a:chExt cx="0" cy="0"/>
        </a:xfrm>
      </p:grpSpPr>
      <p:sp>
        <p:nvSpPr>
          <p:cNvPr id="1522" name="Google Shape;1522;p1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Arial"/>
                <a:ea typeface="Arial"/>
                <a:cs typeface="Arial"/>
                <a:sym typeface="Arial"/>
              </a:defRPr>
            </a:lvl9pPr>
          </a:lstStyle>
          <a:p/>
        </p:txBody>
      </p:sp>
      <p:sp>
        <p:nvSpPr>
          <p:cNvPr id="1523" name="Google Shape;1523;p1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524" name="Google Shape;1524;p1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525" name="Google Shape;1525;p1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600" u="none" cap="none" strike="noStrike">
                <a:solidFill>
                  <a:schemeClr val="dk1"/>
                </a:solidFill>
                <a:latin typeface="Tahoma"/>
                <a:ea typeface="Tahoma"/>
                <a:cs typeface="Tahoma"/>
                <a:sym typeface="Tahoma"/>
              </a:defRPr>
            </a:lvl9pPr>
          </a:lstStyle>
          <a:p/>
        </p:txBody>
      </p:sp>
      <p:sp>
        <p:nvSpPr>
          <p:cNvPr id="1526" name="Google Shape;1526;p1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822" r:id="rId1"/>
    <p:sldLayoutId id="2147483823" r:id="rId2"/>
    <p:sldLayoutId id="2147483824" r:id="rId3"/>
    <p:sldLayoutId id="2147483825" r:id="rId4"/>
    <p:sldLayoutId id="2147483826" r:id="rId5"/>
    <p:sldLayoutId id="2147483827" r:id="rId6"/>
    <p:sldLayoutId id="2147483828" r:id="rId7"/>
    <p:sldLayoutId id="2147483829" r:id="rId8"/>
    <p:sldLayoutId id="2147483830" r:id="rId9"/>
    <p:sldLayoutId id="2147483831" r:id="rId10"/>
    <p:sldLayoutId id="2147483832" r:id="rId11"/>
    <p:sldLayoutId id="2147483833" r:id="rId12"/>
    <p:sldLayoutId id="2147483834" r:id="rId13"/>
    <p:sldLayoutId id="2147483835" r:id="rId14"/>
    <p:sldLayoutId id="2147483836" r:id="rId15"/>
    <p:sldLayoutId id="2147483837" r:id="rId16"/>
    <p:sldLayoutId id="2147483838" r:id="rId17"/>
    <p:sldLayoutId id="2147483839" r:id="rId18"/>
    <p:sldLayoutId id="2147483840" r:id="rId19"/>
    <p:sldLayoutId id="2147483841" r:id="rId20"/>
    <p:sldLayoutId id="2147483842" r:id="rId21"/>
    <p:sldLayoutId id="2147483843" r:id="rId22"/>
    <p:sldLayoutId id="2147483844" r:id="rId23"/>
    <p:sldLayoutId id="2147483845" r:id="rId24"/>
    <p:sldLayoutId id="2147483846" r:id="rId25"/>
    <p:sldLayoutId id="2147483847" r:id="rId26"/>
    <p:sldLayoutId id="2147483848" r:id="rId2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36" name="Shape 1836"/>
        <p:cNvGrpSpPr/>
        <p:nvPr/>
      </p:nvGrpSpPr>
      <p:grpSpPr>
        <a:xfrm>
          <a:off x="0" y="0"/>
          <a:ext cx="0" cy="0"/>
          <a:chOff x="0" y="0"/>
          <a:chExt cx="0" cy="0"/>
        </a:xfrm>
      </p:grpSpPr>
      <p:sp>
        <p:nvSpPr>
          <p:cNvPr id="1837" name="Google Shape;1837;p1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Arial"/>
                <a:ea typeface="Arial"/>
                <a:cs typeface="Arial"/>
                <a:sym typeface="Arial"/>
              </a:defRPr>
            </a:lvl9pPr>
          </a:lstStyle>
          <a:p/>
        </p:txBody>
      </p:sp>
      <p:sp>
        <p:nvSpPr>
          <p:cNvPr id="1838" name="Google Shape;1838;p1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839" name="Google Shape;1839;p1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888888"/>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840" name="Google Shape;1840;p1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888888"/>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841" name="Google Shape;1841;p1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1pPr>
            <a:lvl2pPr indent="0" lvl="1"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2pPr>
            <a:lvl3pPr indent="0" lvl="2"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3pPr>
            <a:lvl4pPr indent="0" lvl="3"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4pPr>
            <a:lvl5pPr indent="0" lvl="4"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5pPr>
            <a:lvl6pPr indent="0" lvl="5"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6pPr>
            <a:lvl7pPr indent="0" lvl="6"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7pPr>
            <a:lvl8pPr indent="0" lvl="7"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8pPr>
            <a:lvl9pPr indent="0" lvl="8"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850" r:id="rId1"/>
    <p:sldLayoutId id="2147483851" r:id="rId2"/>
    <p:sldLayoutId id="2147483852" r:id="rId3"/>
    <p:sldLayoutId id="2147483853" r:id="rId4"/>
    <p:sldLayoutId id="2147483854" r:id="rId5"/>
    <p:sldLayoutId id="2147483855" r:id="rId6"/>
    <p:sldLayoutId id="2147483856" r:id="rId7"/>
    <p:sldLayoutId id="2147483857" r:id="rId8"/>
    <p:sldLayoutId id="2147483858" r:id="rId9"/>
    <p:sldLayoutId id="2147483859" r:id="rId10"/>
    <p:sldLayoutId id="2147483860" r:id="rId11"/>
    <p:sldLayoutId id="214748386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93" name="Shape 1993"/>
        <p:cNvGrpSpPr/>
        <p:nvPr/>
      </p:nvGrpSpPr>
      <p:grpSpPr>
        <a:xfrm>
          <a:off x="0" y="0"/>
          <a:ext cx="0" cy="0"/>
          <a:chOff x="0" y="0"/>
          <a:chExt cx="0" cy="0"/>
        </a:xfrm>
      </p:grpSpPr>
      <p:sp>
        <p:nvSpPr>
          <p:cNvPr id="1994" name="Google Shape;1994;p12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995" name="Google Shape;1995;p122"/>
          <p:cNvSpPr txBox="1"/>
          <p:nvPr/>
        </p:nvSpPr>
        <p:spPr>
          <a:xfrm>
            <a:off x="3276600" y="6596390"/>
            <a:ext cx="5867400"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100" u="none" cap="none" strike="noStrike">
              <a:solidFill>
                <a:srgbClr val="101141"/>
              </a:solidFill>
              <a:latin typeface="Arial"/>
              <a:ea typeface="Arial"/>
              <a:cs typeface="Arial"/>
              <a:sym typeface="Arial"/>
            </a:endParaRPr>
          </a:p>
        </p:txBody>
      </p:sp>
      <p:pic>
        <p:nvPicPr>
          <p:cNvPr descr="Picture 7.png" id="1996" name="Google Shape;1996;p122"/>
          <p:cNvPicPr preferRelativeResize="0"/>
          <p:nvPr/>
        </p:nvPicPr>
        <p:blipFill rotWithShape="1">
          <a:blip r:embed="rId1">
            <a:alphaModFix/>
          </a:blip>
          <a:srcRect b="5334" l="1923" r="0" t="0"/>
          <a:stretch/>
        </p:blipFill>
        <p:spPr>
          <a:xfrm>
            <a:off x="6629400" y="-1"/>
            <a:ext cx="2193193" cy="692697"/>
          </a:xfrm>
          <a:prstGeom prst="rect">
            <a:avLst/>
          </a:prstGeom>
          <a:noFill/>
          <a:ln>
            <a:noFill/>
          </a:ln>
        </p:spPr>
      </p:pic>
      <p:grpSp>
        <p:nvGrpSpPr>
          <p:cNvPr id="1997" name="Google Shape;1997;p122"/>
          <p:cNvGrpSpPr/>
          <p:nvPr/>
        </p:nvGrpSpPr>
        <p:grpSpPr>
          <a:xfrm>
            <a:off x="2133600" y="6553200"/>
            <a:ext cx="7010400" cy="45719"/>
            <a:chOff x="1905000" y="6553200"/>
            <a:chExt cx="7010400" cy="45719"/>
          </a:xfrm>
        </p:grpSpPr>
        <p:sp>
          <p:nvSpPr>
            <p:cNvPr id="1998" name="Google Shape;1998;p122"/>
            <p:cNvSpPr/>
            <p:nvPr/>
          </p:nvSpPr>
          <p:spPr>
            <a:xfrm>
              <a:off x="4267200" y="6553200"/>
              <a:ext cx="2328591"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1999" name="Google Shape;1999;p122"/>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2000" name="Google Shape;2000;p122"/>
            <p:cNvSpPr/>
            <p:nvPr/>
          </p:nvSpPr>
          <p:spPr>
            <a:xfrm>
              <a:off x="6586809" y="6553200"/>
              <a:ext cx="2328591"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2001" name="Google Shape;2001;p122"/>
          <p:cNvGrpSpPr/>
          <p:nvPr/>
        </p:nvGrpSpPr>
        <p:grpSpPr>
          <a:xfrm>
            <a:off x="0" y="1295400"/>
            <a:ext cx="7010400" cy="45719"/>
            <a:chOff x="1905000" y="6553200"/>
            <a:chExt cx="7010400" cy="45719"/>
          </a:xfrm>
        </p:grpSpPr>
        <p:sp>
          <p:nvSpPr>
            <p:cNvPr id="2002" name="Google Shape;2002;p122"/>
            <p:cNvSpPr/>
            <p:nvPr/>
          </p:nvSpPr>
          <p:spPr>
            <a:xfrm>
              <a:off x="4267200" y="6553200"/>
              <a:ext cx="2328591"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2003" name="Google Shape;2003;p122"/>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2004" name="Google Shape;2004;p122"/>
            <p:cNvSpPr/>
            <p:nvPr/>
          </p:nvSpPr>
          <p:spPr>
            <a:xfrm>
              <a:off x="6586809" y="6553200"/>
              <a:ext cx="2328591"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Tree>
  </p:cSld>
  <p:clrMap accent1="accent1" accent2="accent2" accent3="accent3" accent4="accent4" accent5="accent5" accent6="accent6" bg1="lt1" bg2="dk2" tx1="dk1" tx2="lt2" folHlink="folHlink" hlink="hlink"/>
  <p:sldLayoutIdLst>
    <p:sldLayoutId id="2147483863" r:id="rId2"/>
    <p:sldLayoutId id="2147483864" r:id="rId3"/>
    <p:sldLayoutId id="2147483865" r:id="rId4"/>
    <p:sldLayoutId id="2147483866" r:id="rId5"/>
    <p:sldLayoutId id="2147483867" r:id="rId6"/>
    <p:sldLayoutId id="2147483868" r:id="rId7"/>
    <p:sldLayoutId id="2147483869" r:id="rId8"/>
    <p:sldLayoutId id="2147483870" r:id="rId9"/>
    <p:sldLayoutId id="2147483871" r:id="rId10"/>
    <p:sldLayoutId id="2147483872" r:id="rId11"/>
    <p:sldLayoutId id="2147483873" r:id="rId12"/>
    <p:sldLayoutId id="2147483874" r:id="rId13"/>
    <p:sldLayoutId id="2147483875" r:id="rId14"/>
    <p:sldLayoutId id="2147483876" r:id="rId15"/>
    <p:sldLayoutId id="2147483877" r:id="rId16"/>
    <p:sldLayoutId id="2147483878" r:id="rId17"/>
    <p:sldLayoutId id="2147483879" r:id="rId18"/>
    <p:sldLayoutId id="2147483880" r:id="rId19"/>
    <p:sldLayoutId id="2147483881" r:id="rId20"/>
    <p:sldLayoutId id="2147483882" r:id="rId21"/>
    <p:sldLayoutId id="2147483883" r:id="rId22"/>
    <p:sldLayoutId id="2147483884" r:id="rId23"/>
    <p:sldLayoutId id="2147483885" r:id="rId24"/>
    <p:sldLayoutId id="2147483886" r:id="rId25"/>
    <p:sldLayoutId id="2147483887" r:id="rId26"/>
    <p:sldLayoutId id="2147483888" r:id="rId27"/>
    <p:sldLayoutId id="2147483889" r:id="rId28"/>
    <p:sldLayoutId id="2147483890" r:id="rId29"/>
    <p:sldLayoutId id="2147483891" r:id="rId30"/>
    <p:sldLayoutId id="2147483892" r:id="rId31"/>
    <p:sldLayoutId id="2147483893" r:id="rId32"/>
    <p:sldLayoutId id="2147483894" r:id="rId33"/>
    <p:sldLayoutId id="2147483895" r:id="rId34"/>
    <p:sldLayoutId id="2147483896" r:id="rId35"/>
    <p:sldLayoutId id="2147483897" r:id="rId36"/>
    <p:sldLayoutId id="2147483898" r:id="rId37"/>
    <p:sldLayoutId id="2147483899" r:id="rId38"/>
    <p:sldLayoutId id="2147483900" r:id="rId39"/>
    <p:sldLayoutId id="2147483901" r:id="rId40"/>
    <p:sldLayoutId id="2147483902" r:id="rId41"/>
    <p:sldLayoutId id="2147483903" r:id="rId42"/>
    <p:sldLayoutId id="2147483904" r:id="rId43"/>
    <p:sldLayoutId id="2147483905" r:id="rId44"/>
    <p:sldLayoutId id="2147483906" r:id="rId45"/>
    <p:sldLayoutId id="2147483907" r:id="rId46"/>
    <p:sldLayoutId id="2147483908" r:id="rId47"/>
    <p:sldLayoutId id="2147483909" r:id="rId48"/>
    <p:sldLayoutId id="2147483910" r:id="rId49"/>
    <p:sldLayoutId id="2147483911" r:id="rId50"/>
    <p:sldLayoutId id="2147483912" r:id="rId51"/>
    <p:sldLayoutId id="2147483913" r:id="rId52"/>
    <p:sldLayoutId id="2147483914" r:id="rId53"/>
    <p:sldLayoutId id="2147483915" r:id="rId54"/>
    <p:sldLayoutId id="2147483916" r:id="rId55"/>
    <p:sldLayoutId id="2147483917" r:id="rId56"/>
    <p:sldLayoutId id="2147483918" r:id="rId57"/>
    <p:sldLayoutId id="2147483919" r:id="rId58"/>
    <p:sldLayoutId id="2147483920" r:id="rId59"/>
    <p:sldLayoutId id="2147483921" r:id="rId60"/>
    <p:sldLayoutId id="2147483922" r:id="rId61"/>
    <p:sldLayoutId id="2147483923" r:id="rId62"/>
    <p:sldLayoutId id="2147483924" r:id="rId63"/>
    <p:sldLayoutId id="2147483925" r:id="rId64"/>
    <p:sldLayoutId id="2147483926" r:id="rId65"/>
    <p:sldLayoutId id="2147483927" r:id="rId6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54" name="Shape 2454"/>
        <p:cNvGrpSpPr/>
        <p:nvPr/>
      </p:nvGrpSpPr>
      <p:grpSpPr>
        <a:xfrm>
          <a:off x="0" y="0"/>
          <a:ext cx="0" cy="0"/>
          <a:chOff x="0" y="0"/>
          <a:chExt cx="0" cy="0"/>
        </a:xfrm>
      </p:grpSpPr>
      <p:sp>
        <p:nvSpPr>
          <p:cNvPr id="2455" name="Google Shape;2455;p1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456" name="Google Shape;2456;p124"/>
          <p:cNvSpPr txBox="1"/>
          <p:nvPr/>
        </p:nvSpPr>
        <p:spPr>
          <a:xfrm>
            <a:off x="3276600" y="6596390"/>
            <a:ext cx="5867400"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pic>
        <p:nvPicPr>
          <p:cNvPr descr="Picture 7.png" id="2457" name="Google Shape;2457;p124"/>
          <p:cNvPicPr preferRelativeResize="0"/>
          <p:nvPr/>
        </p:nvPicPr>
        <p:blipFill rotWithShape="1">
          <a:blip r:embed="rId1">
            <a:alphaModFix/>
          </a:blip>
          <a:srcRect b="5333" l="1923" r="0" t="0"/>
          <a:stretch/>
        </p:blipFill>
        <p:spPr>
          <a:xfrm>
            <a:off x="6629400" y="-1"/>
            <a:ext cx="2193193" cy="692697"/>
          </a:xfrm>
          <a:prstGeom prst="rect">
            <a:avLst/>
          </a:prstGeom>
          <a:noFill/>
          <a:ln>
            <a:noFill/>
          </a:ln>
        </p:spPr>
      </p:pic>
      <p:grpSp>
        <p:nvGrpSpPr>
          <p:cNvPr id="2458" name="Google Shape;2458;p124"/>
          <p:cNvGrpSpPr/>
          <p:nvPr/>
        </p:nvGrpSpPr>
        <p:grpSpPr>
          <a:xfrm>
            <a:off x="2133600" y="6553200"/>
            <a:ext cx="7010400" cy="45719"/>
            <a:chOff x="1905000" y="6553200"/>
            <a:chExt cx="7010400" cy="45719"/>
          </a:xfrm>
        </p:grpSpPr>
        <p:sp>
          <p:nvSpPr>
            <p:cNvPr id="2459" name="Google Shape;2459;p124"/>
            <p:cNvSpPr/>
            <p:nvPr/>
          </p:nvSpPr>
          <p:spPr>
            <a:xfrm>
              <a:off x="4267200" y="6553200"/>
              <a:ext cx="2328591"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2460" name="Google Shape;2460;p124"/>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2461" name="Google Shape;2461;p124"/>
            <p:cNvSpPr/>
            <p:nvPr/>
          </p:nvSpPr>
          <p:spPr>
            <a:xfrm>
              <a:off x="6586809" y="6553200"/>
              <a:ext cx="2328591"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grpSp>
      <p:grpSp>
        <p:nvGrpSpPr>
          <p:cNvPr id="2462" name="Google Shape;2462;p124"/>
          <p:cNvGrpSpPr/>
          <p:nvPr/>
        </p:nvGrpSpPr>
        <p:grpSpPr>
          <a:xfrm>
            <a:off x="0" y="1295400"/>
            <a:ext cx="7010400" cy="45719"/>
            <a:chOff x="1905000" y="6553200"/>
            <a:chExt cx="7010400" cy="45719"/>
          </a:xfrm>
        </p:grpSpPr>
        <p:sp>
          <p:nvSpPr>
            <p:cNvPr id="2463" name="Google Shape;2463;p124"/>
            <p:cNvSpPr/>
            <p:nvPr/>
          </p:nvSpPr>
          <p:spPr>
            <a:xfrm>
              <a:off x="4267200" y="6553200"/>
              <a:ext cx="2328591"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2464" name="Google Shape;2464;p124"/>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2465" name="Google Shape;2465;p124"/>
            <p:cNvSpPr/>
            <p:nvPr/>
          </p:nvSpPr>
          <p:spPr>
            <a:xfrm>
              <a:off x="6586809" y="6553200"/>
              <a:ext cx="2328591"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Arial"/>
                <a:ea typeface="Arial"/>
                <a:cs typeface="Arial"/>
                <a:sym typeface="Arial"/>
              </a:endParaRPr>
            </a:p>
          </p:txBody>
        </p:sp>
      </p:grpSp>
    </p:spTree>
  </p:cSld>
  <p:clrMap accent1="accent1" accent2="accent2" accent3="accent3" accent4="accent4" accent5="accent5" accent6="accent6" bg1="lt1" bg2="dk2" tx1="dk1" tx2="lt2" folHlink="folHlink" hlink="hlink"/>
  <p:sldLayoutIdLst>
    <p:sldLayoutId id="2147483929" r:id="rId2"/>
    <p:sldLayoutId id="2147483930" r:id="rId3"/>
    <p:sldLayoutId id="2147483931" r:id="rId4"/>
    <p:sldLayoutId id="2147483932" r:id="rId5"/>
    <p:sldLayoutId id="2147483933" r:id="rId6"/>
    <p:sldLayoutId id="2147483934" r:id="rId7"/>
    <p:sldLayoutId id="2147483935" r:id="rId8"/>
    <p:sldLayoutId id="2147483936" r:id="rId9"/>
    <p:sldLayoutId id="2147483937" r:id="rId10"/>
    <p:sldLayoutId id="2147483938" r:id="rId11"/>
    <p:sldLayoutId id="2147483939" r:id="rId12"/>
    <p:sldLayoutId id="2147483940" r:id="rId13"/>
    <p:sldLayoutId id="2147483941" r:id="rId14"/>
    <p:sldLayoutId id="2147483942"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83" name="Shape 2583"/>
        <p:cNvGrpSpPr/>
        <p:nvPr/>
      </p:nvGrpSpPr>
      <p:grpSpPr>
        <a:xfrm>
          <a:off x="0" y="0"/>
          <a:ext cx="0" cy="0"/>
          <a:chOff x="0" y="0"/>
          <a:chExt cx="0" cy="0"/>
        </a:xfrm>
      </p:grpSpPr>
      <p:sp>
        <p:nvSpPr>
          <p:cNvPr id="2584" name="Google Shape;2584;p1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585" name="Google Shape;2585;p126"/>
          <p:cNvSpPr txBox="1"/>
          <p:nvPr/>
        </p:nvSpPr>
        <p:spPr>
          <a:xfrm>
            <a:off x="3276600" y="6596390"/>
            <a:ext cx="5867400"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100" u="none" cap="none" strike="noStrike">
              <a:solidFill>
                <a:srgbClr val="101141"/>
              </a:solidFill>
              <a:latin typeface="Arial"/>
              <a:ea typeface="Arial"/>
              <a:cs typeface="Arial"/>
              <a:sym typeface="Arial"/>
            </a:endParaRPr>
          </a:p>
        </p:txBody>
      </p:sp>
      <p:pic>
        <p:nvPicPr>
          <p:cNvPr descr="Picture 7.png" id="2586" name="Google Shape;2586;p126"/>
          <p:cNvPicPr preferRelativeResize="0"/>
          <p:nvPr/>
        </p:nvPicPr>
        <p:blipFill rotWithShape="1">
          <a:blip r:embed="rId1">
            <a:alphaModFix/>
          </a:blip>
          <a:srcRect b="5334" l="1923" r="0" t="0"/>
          <a:stretch/>
        </p:blipFill>
        <p:spPr>
          <a:xfrm>
            <a:off x="6629400" y="-1"/>
            <a:ext cx="2193193" cy="692697"/>
          </a:xfrm>
          <a:prstGeom prst="rect">
            <a:avLst/>
          </a:prstGeom>
          <a:noFill/>
          <a:ln>
            <a:noFill/>
          </a:ln>
        </p:spPr>
      </p:pic>
      <p:grpSp>
        <p:nvGrpSpPr>
          <p:cNvPr id="2587" name="Google Shape;2587;p126"/>
          <p:cNvGrpSpPr/>
          <p:nvPr/>
        </p:nvGrpSpPr>
        <p:grpSpPr>
          <a:xfrm>
            <a:off x="2133600" y="6553200"/>
            <a:ext cx="7010400" cy="45719"/>
            <a:chOff x="1905000" y="6553200"/>
            <a:chExt cx="7010400" cy="45719"/>
          </a:xfrm>
        </p:grpSpPr>
        <p:sp>
          <p:nvSpPr>
            <p:cNvPr id="2588" name="Google Shape;2588;p126"/>
            <p:cNvSpPr/>
            <p:nvPr/>
          </p:nvSpPr>
          <p:spPr>
            <a:xfrm>
              <a:off x="4267200" y="6553200"/>
              <a:ext cx="2328591"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2589" name="Google Shape;2589;p126"/>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2590" name="Google Shape;2590;p126"/>
            <p:cNvSpPr/>
            <p:nvPr/>
          </p:nvSpPr>
          <p:spPr>
            <a:xfrm>
              <a:off x="6586809" y="6553200"/>
              <a:ext cx="2328591"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2591" name="Google Shape;2591;p126"/>
          <p:cNvGrpSpPr/>
          <p:nvPr/>
        </p:nvGrpSpPr>
        <p:grpSpPr>
          <a:xfrm>
            <a:off x="0" y="1295400"/>
            <a:ext cx="7010400" cy="45719"/>
            <a:chOff x="1905000" y="6553200"/>
            <a:chExt cx="7010400" cy="45719"/>
          </a:xfrm>
        </p:grpSpPr>
        <p:sp>
          <p:nvSpPr>
            <p:cNvPr id="2592" name="Google Shape;2592;p126"/>
            <p:cNvSpPr/>
            <p:nvPr/>
          </p:nvSpPr>
          <p:spPr>
            <a:xfrm>
              <a:off x="4267200" y="6553200"/>
              <a:ext cx="2328591"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2593" name="Google Shape;2593;p126"/>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2594" name="Google Shape;2594;p126"/>
            <p:cNvSpPr/>
            <p:nvPr/>
          </p:nvSpPr>
          <p:spPr>
            <a:xfrm>
              <a:off x="6586809" y="6553200"/>
              <a:ext cx="2328591"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Tree>
  </p:cSld>
  <p:clrMap accent1="accent1" accent2="accent2" accent3="accent3" accent4="accent4" accent5="accent5" accent6="accent6" bg1="lt1" bg2="dk2" tx1="dk1" tx2="lt2" folHlink="folHlink" hlink="hlink"/>
  <p:sldLayoutIdLst>
    <p:sldLayoutId id="2147483944" r:id="rId2"/>
    <p:sldLayoutId id="2147483945" r:id="rId3"/>
    <p:sldLayoutId id="2147483946" r:id="rId4"/>
    <p:sldLayoutId id="2147483947" r:id="rId5"/>
    <p:sldLayoutId id="2147483948" r:id="rId6"/>
    <p:sldLayoutId id="2147483949" r:id="rId7"/>
    <p:sldLayoutId id="2147483950" r:id="rId8"/>
    <p:sldLayoutId id="2147483951" r:id="rId9"/>
    <p:sldLayoutId id="2147483952" r:id="rId10"/>
    <p:sldLayoutId id="2147483953" r:id="rId11"/>
    <p:sldLayoutId id="2147483954" r:id="rId12"/>
    <p:sldLayoutId id="2147483955" r:id="rId13"/>
    <p:sldLayoutId id="2147483956" r:id="rId14"/>
    <p:sldLayoutId id="2147483957" r:id="rId15"/>
    <p:sldLayoutId id="2147483958" r:id="rId16"/>
    <p:sldLayoutId id="2147483959" r:id="rId17"/>
    <p:sldLayoutId id="2147483960" r:id="rId18"/>
    <p:sldLayoutId id="2147483961" r:id="rId19"/>
    <p:sldLayoutId id="2147483962" r:id="rId20"/>
    <p:sldLayoutId id="2147483963" r:id="rId21"/>
    <p:sldLayoutId id="2147483964" r:id="rId22"/>
    <p:sldLayoutId id="2147483965" r:id="rId23"/>
    <p:sldLayoutId id="2147483966" r:id="rId24"/>
    <p:sldLayoutId id="2147483967" r:id="rId25"/>
    <p:sldLayoutId id="2147483968" r:id="rId26"/>
    <p:sldLayoutId id="2147483969" r:id="rId27"/>
    <p:sldLayoutId id="2147483970" r:id="rId28"/>
    <p:sldLayoutId id="2147483971" r:id="rId29"/>
    <p:sldLayoutId id="2147483972" r:id="rId30"/>
    <p:sldLayoutId id="2147483973" r:id="rId31"/>
    <p:sldLayoutId id="2147483974" r:id="rId32"/>
    <p:sldLayoutId id="2147483975" r:id="rId33"/>
    <p:sldLayoutId id="2147483976" r:id="rId34"/>
    <p:sldLayoutId id="2147483977" r:id="rId35"/>
    <p:sldLayoutId id="2147483978" r:id="rId36"/>
    <p:sldLayoutId id="2147483979" r:id="rId37"/>
    <p:sldLayoutId id="2147483980" r:id="rId38"/>
    <p:sldLayoutId id="2147483981" r:id="rId39"/>
    <p:sldLayoutId id="2147483982" r:id="rId40"/>
    <p:sldLayoutId id="2147483983" r:id="rId41"/>
    <p:sldLayoutId id="2147483984" r:id="rId42"/>
    <p:sldLayoutId id="2147483985" r:id="rId43"/>
    <p:sldLayoutId id="2147483986" r:id="rId44"/>
    <p:sldLayoutId id="2147483987" r:id="rId45"/>
    <p:sldLayoutId id="2147483988" r:id="rId46"/>
    <p:sldLayoutId id="2147483989" r:id="rId47"/>
    <p:sldLayoutId id="2147483990" r:id="rId48"/>
    <p:sldLayoutId id="2147483991" r:id="rId49"/>
    <p:sldLayoutId id="2147483992" r:id="rId50"/>
    <p:sldLayoutId id="2147483993" r:id="rId51"/>
    <p:sldLayoutId id="2147483994" r:id="rId52"/>
    <p:sldLayoutId id="2147483995" r:id="rId53"/>
    <p:sldLayoutId id="2147483996" r:id="rId54"/>
    <p:sldLayoutId id="2147483997" r:id="rId55"/>
    <p:sldLayoutId id="2147483998" r:id="rId56"/>
    <p:sldLayoutId id="2147483999" r:id="rId57"/>
    <p:sldLayoutId id="2147484000" r:id="rId58"/>
    <p:sldLayoutId id="2147484001" r:id="rId59"/>
    <p:sldLayoutId id="2147484002" r:id="rId60"/>
    <p:sldLayoutId id="2147484003" r:id="rId61"/>
    <p:sldLayoutId id="2147484004" r:id="rId62"/>
    <p:sldLayoutId id="2147484005" r:id="rId63"/>
    <p:sldLayoutId id="2147484006" r:id="rId64"/>
    <p:sldLayoutId id="2147484007" r:id="rId65"/>
    <p:sldLayoutId id="2147484008" r:id="rId66"/>
    <p:sldLayoutId id="2147484009" r:id="rId6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61" name="Shape 3061"/>
        <p:cNvGrpSpPr/>
        <p:nvPr/>
      </p:nvGrpSpPr>
      <p:grpSpPr>
        <a:xfrm>
          <a:off x="0" y="0"/>
          <a:ext cx="0" cy="0"/>
          <a:chOff x="0" y="0"/>
          <a:chExt cx="0" cy="0"/>
        </a:xfrm>
      </p:grpSpPr>
      <p:sp>
        <p:nvSpPr>
          <p:cNvPr id="3062" name="Google Shape;3062;p12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063" name="Google Shape;3063;p129"/>
          <p:cNvSpPr txBox="1"/>
          <p:nvPr/>
        </p:nvSpPr>
        <p:spPr>
          <a:xfrm>
            <a:off x="3276600" y="6596063"/>
            <a:ext cx="5867400" cy="2619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101141"/>
              </a:buClr>
              <a:buSzPts val="1100"/>
              <a:buFont typeface="Arial"/>
              <a:buNone/>
            </a:pPr>
            <a:r>
              <a:rPr b="1" i="0" lang="en-US" sz="1100" u="none" cap="none" strike="noStrike">
                <a:solidFill>
                  <a:srgbClr val="101141"/>
                </a:solidFill>
                <a:latin typeface="Arial"/>
                <a:ea typeface="Arial"/>
                <a:cs typeface="Arial"/>
                <a:sym typeface="Arial"/>
              </a:rPr>
              <a:t>BITS </a:t>
            </a:r>
            <a:r>
              <a:rPr b="0" i="0" lang="en-US" sz="1100" u="none" cap="none" strike="noStrike">
                <a:solidFill>
                  <a:srgbClr val="101141"/>
                </a:solidFill>
                <a:latin typeface="Arial"/>
                <a:ea typeface="Arial"/>
                <a:cs typeface="Arial"/>
                <a:sym typeface="Arial"/>
              </a:rPr>
              <a:t>Pilani, Pilani Campus</a:t>
            </a:r>
            <a:endParaRPr b="0" i="0" sz="1400" u="none" cap="none" strike="noStrike">
              <a:solidFill>
                <a:srgbClr val="000000"/>
              </a:solidFill>
              <a:latin typeface="Arial"/>
              <a:ea typeface="Arial"/>
              <a:cs typeface="Arial"/>
              <a:sym typeface="Arial"/>
            </a:endParaRPr>
          </a:p>
        </p:txBody>
      </p:sp>
      <p:pic>
        <p:nvPicPr>
          <p:cNvPr descr="Picture 7.png" id="3064" name="Google Shape;3064;p129"/>
          <p:cNvPicPr preferRelativeResize="0"/>
          <p:nvPr/>
        </p:nvPicPr>
        <p:blipFill rotWithShape="1">
          <a:blip r:embed="rId1">
            <a:alphaModFix/>
          </a:blip>
          <a:srcRect b="5334" l="1923" r="0" t="0"/>
          <a:stretch/>
        </p:blipFill>
        <p:spPr>
          <a:xfrm>
            <a:off x="6629400" y="0"/>
            <a:ext cx="2193925" cy="692150"/>
          </a:xfrm>
          <a:prstGeom prst="rect">
            <a:avLst/>
          </a:prstGeom>
          <a:noFill/>
          <a:ln>
            <a:noFill/>
          </a:ln>
        </p:spPr>
      </p:pic>
      <p:grpSp>
        <p:nvGrpSpPr>
          <p:cNvPr id="3065" name="Google Shape;3065;p129"/>
          <p:cNvGrpSpPr/>
          <p:nvPr/>
        </p:nvGrpSpPr>
        <p:grpSpPr>
          <a:xfrm>
            <a:off x="2133600" y="6553200"/>
            <a:ext cx="7010400" cy="46038"/>
            <a:chOff x="1905000" y="6553200"/>
            <a:chExt cx="7010400" cy="45719"/>
          </a:xfrm>
        </p:grpSpPr>
        <p:sp>
          <p:nvSpPr>
            <p:cNvPr id="3066" name="Google Shape;3066;p129"/>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3067" name="Google Shape;3067;p129"/>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3068" name="Google Shape;3068;p129"/>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grpSp>
        <p:nvGrpSpPr>
          <p:cNvPr id="3069" name="Google Shape;3069;p129"/>
          <p:cNvGrpSpPr/>
          <p:nvPr/>
        </p:nvGrpSpPr>
        <p:grpSpPr>
          <a:xfrm>
            <a:off x="0" y="1295400"/>
            <a:ext cx="7010400" cy="46038"/>
            <a:chOff x="1905000" y="6553200"/>
            <a:chExt cx="7010400" cy="45719"/>
          </a:xfrm>
        </p:grpSpPr>
        <p:sp>
          <p:nvSpPr>
            <p:cNvPr id="3070" name="Google Shape;3070;p129"/>
            <p:cNvSpPr/>
            <p:nvPr/>
          </p:nvSpPr>
          <p:spPr>
            <a:xfrm>
              <a:off x="4267200" y="6553200"/>
              <a:ext cx="2328863" cy="45719"/>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3071" name="Google Shape;3071;p129"/>
            <p:cNvSpPr/>
            <p:nvPr/>
          </p:nvSpPr>
          <p:spPr>
            <a:xfrm>
              <a:off x="1905000" y="6553200"/>
              <a:ext cx="2362200" cy="45719"/>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3072" name="Google Shape;3072;p129"/>
            <p:cNvSpPr/>
            <p:nvPr/>
          </p:nvSpPr>
          <p:spPr>
            <a:xfrm>
              <a:off x="6586538" y="6553200"/>
              <a:ext cx="2328862"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grpSp>
    </p:spTree>
  </p:cSld>
  <p:clrMap accent1="accent1" accent2="accent2" accent3="accent3" accent4="accent4" accent5="accent5" accent6="accent6" bg1="lt1" bg2="dk2" tx1="dk1" tx2="lt2" folHlink="folHlink" hlink="hlink"/>
  <p:sldLayoutIdLst>
    <p:sldLayoutId id="2147484011" r:id="rId2"/>
    <p:sldLayoutId id="2147484012" r:id="rId3"/>
    <p:sldLayoutId id="2147484013" r:id="rId4"/>
    <p:sldLayoutId id="2147484014" r:id="rId5"/>
    <p:sldLayoutId id="2147484015" r:id="rId6"/>
    <p:sldLayoutId id="2147484016" r:id="rId7"/>
    <p:sldLayoutId id="2147484017" r:id="rId8"/>
    <p:sldLayoutId id="2147484018" r:id="rId9"/>
    <p:sldLayoutId id="2147484019" r:id="rId10"/>
    <p:sldLayoutId id="2147484020" r:id="rId11"/>
    <p:sldLayoutId id="2147484021" r:id="rId12"/>
    <p:sldLayoutId id="2147484022" r:id="rId13"/>
    <p:sldLayoutId id="2147484023" r:id="rId14"/>
    <p:sldLayoutId id="2147484024" r:id="rId15"/>
    <p:sldLayoutId id="2147484025" r:id="rId16"/>
    <p:sldLayoutId id="2147484026"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 Id="rId3" Type="http://schemas.openxmlformats.org/officeDocument/2006/relationships/image" Target="../media/image21.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image" Target="../media/image18.png"/><Relationship Id="rId9" Type="http://schemas.openxmlformats.org/officeDocument/2006/relationships/image" Target="../media/image29.png"/><Relationship Id="rId5" Type="http://schemas.openxmlformats.org/officeDocument/2006/relationships/image" Target="../media/image22.png"/><Relationship Id="rId6" Type="http://schemas.openxmlformats.org/officeDocument/2006/relationships/image" Target="../media/image25.png"/><Relationship Id="rId7" Type="http://schemas.openxmlformats.org/officeDocument/2006/relationships/image" Target="../media/image20.png"/><Relationship Id="rId8" Type="http://schemas.openxmlformats.org/officeDocument/2006/relationships/image" Target="../media/image46.png"/><Relationship Id="rId10" Type="http://schemas.openxmlformats.org/officeDocument/2006/relationships/image" Target="../media/image3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8.xml"/><Relationship Id="rId3" Type="http://schemas.openxmlformats.org/officeDocument/2006/relationships/chart" Target="../charts/chart1.xml"/><Relationship Id="rId4" Type="http://schemas.openxmlformats.org/officeDocument/2006/relationships/image" Target="../media/image37.png"/><Relationship Id="rId5" Type="http://schemas.openxmlformats.org/officeDocument/2006/relationships/image" Target="../media/image26.png"/><Relationship Id="rId6" Type="http://schemas.openxmlformats.org/officeDocument/2006/relationships/image" Target="../media/image3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9.xml"/><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4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0.xml"/><Relationship Id="rId3" Type="http://schemas.openxmlformats.org/officeDocument/2006/relationships/image" Target="../media/image3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1.xml"/><Relationship Id="rId3" Type="http://schemas.openxmlformats.org/officeDocument/2006/relationships/image" Target="../media/image3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2.xml"/><Relationship Id="rId3" Type="http://schemas.openxmlformats.org/officeDocument/2006/relationships/image" Target="../media/image38.png"/><Relationship Id="rId4" Type="http://schemas.openxmlformats.org/officeDocument/2006/relationships/image" Target="../media/image4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3.xml"/><Relationship Id="rId3" Type="http://schemas.openxmlformats.org/officeDocument/2006/relationships/image" Target="../media/image38.png"/><Relationship Id="rId4" Type="http://schemas.openxmlformats.org/officeDocument/2006/relationships/image" Target="../media/image42.png"/><Relationship Id="rId5" Type="http://schemas.openxmlformats.org/officeDocument/2006/relationships/image" Target="../media/image6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14.xml"/><Relationship Id="rId3" Type="http://schemas.openxmlformats.org/officeDocument/2006/relationships/image" Target="../media/image36.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15.xml"/><Relationship Id="rId3" Type="http://schemas.openxmlformats.org/officeDocument/2006/relationships/image" Target="../media/image48.png"/><Relationship Id="rId4" Type="http://schemas.openxmlformats.org/officeDocument/2006/relationships/image" Target="../media/image6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16.xml"/><Relationship Id="rId3" Type="http://schemas.openxmlformats.org/officeDocument/2006/relationships/image" Target="../media/image48.png"/><Relationship Id="rId4" Type="http://schemas.openxmlformats.org/officeDocument/2006/relationships/image" Target="../media/image6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17.xml"/><Relationship Id="rId3" Type="http://schemas.openxmlformats.org/officeDocument/2006/relationships/image" Target="../media/image5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18.xml"/><Relationship Id="rId3" Type="http://schemas.openxmlformats.org/officeDocument/2006/relationships/image" Target="../media/image48.png"/><Relationship Id="rId4" Type="http://schemas.openxmlformats.org/officeDocument/2006/relationships/image" Target="../media/image4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19.xml"/><Relationship Id="rId3" Type="http://schemas.openxmlformats.org/officeDocument/2006/relationships/image" Target="../media/image5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20.xml"/><Relationship Id="rId3" Type="http://schemas.openxmlformats.org/officeDocument/2006/relationships/image" Target="../media/image6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9.xml"/><Relationship Id="rId2" Type="http://schemas.openxmlformats.org/officeDocument/2006/relationships/notesSlide" Target="../notesSlides/notesSlide21.xml"/><Relationship Id="rId3" Type="http://schemas.openxmlformats.org/officeDocument/2006/relationships/image" Target="../media/image47.png"/><Relationship Id="rId4" Type="http://schemas.openxmlformats.org/officeDocument/2006/relationships/image" Target="../media/image45.png"/><Relationship Id="rId5" Type="http://schemas.openxmlformats.org/officeDocument/2006/relationships/image" Target="../media/image5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0.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6.xml"/><Relationship Id="rId2" Type="http://schemas.openxmlformats.org/officeDocument/2006/relationships/notesSlide" Target="../notesSlides/notesSlide23.xml"/><Relationship Id="rId3" Type="http://schemas.openxmlformats.org/officeDocument/2006/relationships/image" Target="../media/image44.png"/><Relationship Id="rId4" Type="http://schemas.openxmlformats.org/officeDocument/2006/relationships/image" Target="../media/image61.png"/><Relationship Id="rId5" Type="http://schemas.openxmlformats.org/officeDocument/2006/relationships/image" Target="../media/image5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6.xml"/><Relationship Id="rId2" Type="http://schemas.openxmlformats.org/officeDocument/2006/relationships/notesSlide" Target="../notesSlides/notesSlide24.xml"/><Relationship Id="rId3" Type="http://schemas.openxmlformats.org/officeDocument/2006/relationships/image" Target="../media/image53.png"/><Relationship Id="rId4" Type="http://schemas.openxmlformats.org/officeDocument/2006/relationships/image" Target="../media/image51.png"/><Relationship Id="rId5" Type="http://schemas.openxmlformats.org/officeDocument/2006/relationships/image" Target="../media/image61.png"/><Relationship Id="rId6" Type="http://schemas.openxmlformats.org/officeDocument/2006/relationships/image" Target="../media/image6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6.xml"/><Relationship Id="rId2" Type="http://schemas.openxmlformats.org/officeDocument/2006/relationships/notesSlide" Target="../notesSlides/notesSlide25.xml"/><Relationship Id="rId3" Type="http://schemas.openxmlformats.org/officeDocument/2006/relationships/image" Target="../media/image59.png"/><Relationship Id="rId4" Type="http://schemas.openxmlformats.org/officeDocument/2006/relationships/image" Target="../media/image56.png"/><Relationship Id="rId5" Type="http://schemas.openxmlformats.org/officeDocument/2006/relationships/image" Target="../media/image6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6.xml"/><Relationship Id="rId2" Type="http://schemas.openxmlformats.org/officeDocument/2006/relationships/notesSlide" Target="../notesSlides/notesSlide26.xml"/><Relationship Id="rId3" Type="http://schemas.openxmlformats.org/officeDocument/2006/relationships/image" Target="../media/image7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6.xml"/><Relationship Id="rId2" Type="http://schemas.openxmlformats.org/officeDocument/2006/relationships/notesSlide" Target="../notesSlides/notesSlide27.xml"/><Relationship Id="rId3" Type="http://schemas.openxmlformats.org/officeDocument/2006/relationships/image" Target="../media/image5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6.xml"/><Relationship Id="rId2" Type="http://schemas.openxmlformats.org/officeDocument/2006/relationships/notesSlide" Target="../notesSlides/notesSlide28.xml"/><Relationship Id="rId3" Type="http://schemas.openxmlformats.org/officeDocument/2006/relationships/image" Target="../media/image56.png"/><Relationship Id="rId4" Type="http://schemas.openxmlformats.org/officeDocument/2006/relationships/image" Target="../media/image61.png"/><Relationship Id="rId5" Type="http://schemas.openxmlformats.org/officeDocument/2006/relationships/image" Target="../media/image72.png"/><Relationship Id="rId6" Type="http://schemas.openxmlformats.org/officeDocument/2006/relationships/image" Target="../media/image74.png"/><Relationship Id="rId7" Type="http://schemas.openxmlformats.org/officeDocument/2006/relationships/image" Target="../media/image68.png"/><Relationship Id="rId8" Type="http://schemas.openxmlformats.org/officeDocument/2006/relationships/image" Target="../media/image6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8.xml"/><Relationship Id="rId2" Type="http://schemas.openxmlformats.org/officeDocument/2006/relationships/notesSlide" Target="../notesSlides/notesSlide30.xml"/><Relationship Id="rId3" Type="http://schemas.openxmlformats.org/officeDocument/2006/relationships/image" Target="../media/image69.png"/><Relationship Id="rId4" Type="http://schemas.openxmlformats.org/officeDocument/2006/relationships/image" Target="../media/image4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8.xml"/><Relationship Id="rId2" Type="http://schemas.openxmlformats.org/officeDocument/2006/relationships/notesSlide" Target="../notesSlides/notesSlide31.xml"/><Relationship Id="rId3" Type="http://schemas.openxmlformats.org/officeDocument/2006/relationships/image" Target="../media/image48.png"/><Relationship Id="rId4" Type="http://schemas.openxmlformats.org/officeDocument/2006/relationships/image" Target="../media/image10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6.xml"/><Relationship Id="rId2" Type="http://schemas.openxmlformats.org/officeDocument/2006/relationships/notesSlide" Target="../notesSlides/notesSlide32.xml"/><Relationship Id="rId3" Type="http://schemas.openxmlformats.org/officeDocument/2006/relationships/image" Target="../media/image7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6.xml"/><Relationship Id="rId2" Type="http://schemas.openxmlformats.org/officeDocument/2006/relationships/notesSlide" Target="../notesSlides/notesSlide33.xml"/><Relationship Id="rId3" Type="http://schemas.openxmlformats.org/officeDocument/2006/relationships/image" Target="../media/image6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6.xml"/><Relationship Id="rId2" Type="http://schemas.openxmlformats.org/officeDocument/2006/relationships/notesSlide" Target="../notesSlides/notesSlide34.xml"/><Relationship Id="rId3" Type="http://schemas.openxmlformats.org/officeDocument/2006/relationships/image" Target="../media/image7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6.xml"/><Relationship Id="rId2" Type="http://schemas.openxmlformats.org/officeDocument/2006/relationships/notesSlide" Target="../notesSlides/notesSlide35.xml"/><Relationship Id="rId3" Type="http://schemas.openxmlformats.org/officeDocument/2006/relationships/image" Target="../media/image7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6.xml"/><Relationship Id="rId2" Type="http://schemas.openxmlformats.org/officeDocument/2006/relationships/notesSlide" Target="../notesSlides/notesSlide36.xml"/><Relationship Id="rId3" Type="http://schemas.openxmlformats.org/officeDocument/2006/relationships/image" Target="../media/image8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6.xml"/><Relationship Id="rId2" Type="http://schemas.openxmlformats.org/officeDocument/2006/relationships/notesSlide" Target="../notesSlides/notesSlide37.xml"/><Relationship Id="rId3" Type="http://schemas.openxmlformats.org/officeDocument/2006/relationships/image" Target="../media/image8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6.xml"/><Relationship Id="rId2" Type="http://schemas.openxmlformats.org/officeDocument/2006/relationships/notesSlide" Target="../notesSlides/notesSlide38.xml"/><Relationship Id="rId3" Type="http://schemas.openxmlformats.org/officeDocument/2006/relationships/image" Target="../media/image9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6.xml"/><Relationship Id="rId2" Type="http://schemas.openxmlformats.org/officeDocument/2006/relationships/notesSlide" Target="../notesSlides/notesSlide39.xml"/><Relationship Id="rId3" Type="http://schemas.openxmlformats.org/officeDocument/2006/relationships/image" Target="../media/image7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6.xml"/><Relationship Id="rId2" Type="http://schemas.openxmlformats.org/officeDocument/2006/relationships/notesSlide" Target="../notesSlides/notesSlide40.xml"/><Relationship Id="rId3" Type="http://schemas.openxmlformats.org/officeDocument/2006/relationships/image" Target="../media/image8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6.xml"/><Relationship Id="rId2" Type="http://schemas.openxmlformats.org/officeDocument/2006/relationships/notesSlide" Target="../notesSlides/notesSlide41.xml"/><Relationship Id="rId3" Type="http://schemas.openxmlformats.org/officeDocument/2006/relationships/image" Target="../media/image7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6.xml"/><Relationship Id="rId2" Type="http://schemas.openxmlformats.org/officeDocument/2006/relationships/notesSlide" Target="../notesSlides/notesSlide42.xml"/><Relationship Id="rId3" Type="http://schemas.openxmlformats.org/officeDocument/2006/relationships/image" Target="../media/image8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16.xml"/><Relationship Id="rId2" Type="http://schemas.openxmlformats.org/officeDocument/2006/relationships/notesSlide" Target="../notesSlides/notesSlide43.xml"/><Relationship Id="rId3" Type="http://schemas.openxmlformats.org/officeDocument/2006/relationships/image" Target="../media/image8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7.xml"/><Relationship Id="rId2" Type="http://schemas.openxmlformats.org/officeDocument/2006/relationships/notesSlide" Target="../notesSlides/notesSlide44.xml"/><Relationship Id="rId3" Type="http://schemas.openxmlformats.org/officeDocument/2006/relationships/image" Target="../media/image7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7.xml"/><Relationship Id="rId2" Type="http://schemas.openxmlformats.org/officeDocument/2006/relationships/notesSlide" Target="../notesSlides/notesSlide45.xml"/><Relationship Id="rId3" Type="http://schemas.openxmlformats.org/officeDocument/2006/relationships/image" Target="../media/image7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7.xml"/><Relationship Id="rId2" Type="http://schemas.openxmlformats.org/officeDocument/2006/relationships/notesSlide" Target="../notesSlides/notesSlide46.xml"/><Relationship Id="rId3" Type="http://schemas.openxmlformats.org/officeDocument/2006/relationships/image" Target="../media/image9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7.xml"/><Relationship Id="rId2" Type="http://schemas.openxmlformats.org/officeDocument/2006/relationships/notesSlide" Target="../notesSlides/notesSlide47.xml"/><Relationship Id="rId3" Type="http://schemas.openxmlformats.org/officeDocument/2006/relationships/image" Target="../media/image95.png"/><Relationship Id="rId4" Type="http://schemas.openxmlformats.org/officeDocument/2006/relationships/image" Target="../media/image88.png"/><Relationship Id="rId5" Type="http://schemas.openxmlformats.org/officeDocument/2006/relationships/image" Target="../media/image83.png"/><Relationship Id="rId6" Type="http://schemas.openxmlformats.org/officeDocument/2006/relationships/image" Target="../media/image102.png"/><Relationship Id="rId7" Type="http://schemas.openxmlformats.org/officeDocument/2006/relationships/image" Target="../media/image91.png"/><Relationship Id="rId8" Type="http://schemas.openxmlformats.org/officeDocument/2006/relationships/image" Target="../media/image8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7.xml"/><Relationship Id="rId2" Type="http://schemas.openxmlformats.org/officeDocument/2006/relationships/notesSlide" Target="../notesSlides/notesSlide48.xml"/><Relationship Id="rId3" Type="http://schemas.openxmlformats.org/officeDocument/2006/relationships/image" Target="../media/image95.png"/><Relationship Id="rId4" Type="http://schemas.openxmlformats.org/officeDocument/2006/relationships/image" Target="../media/image86.png"/><Relationship Id="rId5" Type="http://schemas.openxmlformats.org/officeDocument/2006/relationships/image" Target="../media/image87.png"/><Relationship Id="rId6" Type="http://schemas.openxmlformats.org/officeDocument/2006/relationships/image" Target="../media/image102.png"/><Relationship Id="rId7" Type="http://schemas.openxmlformats.org/officeDocument/2006/relationships/image" Target="../media/image9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7.xml"/><Relationship Id="rId2" Type="http://schemas.openxmlformats.org/officeDocument/2006/relationships/notesSlide" Target="../notesSlides/notesSlide49.xml"/><Relationship Id="rId3" Type="http://schemas.openxmlformats.org/officeDocument/2006/relationships/image" Target="../media/image11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67.xml"/><Relationship Id="rId2" Type="http://schemas.openxmlformats.org/officeDocument/2006/relationships/notesSlide" Target="../notesSlides/notesSlide50.xml"/><Relationship Id="rId3" Type="http://schemas.openxmlformats.org/officeDocument/2006/relationships/image" Target="../media/image11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67.xml"/><Relationship Id="rId2" Type="http://schemas.openxmlformats.org/officeDocument/2006/relationships/notesSlide" Target="../notesSlides/notesSlide51.xml"/><Relationship Id="rId3" Type="http://schemas.openxmlformats.org/officeDocument/2006/relationships/image" Target="../media/image9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9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94.xml"/><Relationship Id="rId2" Type="http://schemas.openxmlformats.org/officeDocument/2006/relationships/notesSlide" Target="../notesSlides/notesSlide53.xml"/><Relationship Id="rId3" Type="http://schemas.openxmlformats.org/officeDocument/2006/relationships/image" Target="../media/image10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94.xml"/><Relationship Id="rId2" Type="http://schemas.openxmlformats.org/officeDocument/2006/relationships/notesSlide" Target="../notesSlides/notesSlide54.xml"/><Relationship Id="rId3" Type="http://schemas.openxmlformats.org/officeDocument/2006/relationships/image" Target="../media/image10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06.xml"/><Relationship Id="rId2" Type="http://schemas.openxmlformats.org/officeDocument/2006/relationships/notesSlide" Target="../notesSlides/notesSlide55.xml"/><Relationship Id="rId3" Type="http://schemas.openxmlformats.org/officeDocument/2006/relationships/image" Target="../media/image120.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80.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95.xml"/><Relationship Id="rId2" Type="http://schemas.openxmlformats.org/officeDocument/2006/relationships/notesSlide" Target="../notesSlides/notesSlide57.xml"/><Relationship Id="rId3" Type="http://schemas.openxmlformats.org/officeDocument/2006/relationships/image" Target="../media/image93.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95.xml"/><Relationship Id="rId2" Type="http://schemas.openxmlformats.org/officeDocument/2006/relationships/notesSlide" Target="../notesSlides/notesSlide58.xml"/><Relationship Id="rId3" Type="http://schemas.openxmlformats.org/officeDocument/2006/relationships/image" Target="../media/image9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95.xml"/><Relationship Id="rId2" Type="http://schemas.openxmlformats.org/officeDocument/2006/relationships/notesSlide" Target="../notesSlides/notesSlide59.xml"/><Relationship Id="rId3" Type="http://schemas.openxmlformats.org/officeDocument/2006/relationships/image" Target="../media/image108.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95.xml"/><Relationship Id="rId2" Type="http://schemas.openxmlformats.org/officeDocument/2006/relationships/notesSlide" Target="../notesSlides/notesSlide60.xml"/><Relationship Id="rId3" Type="http://schemas.openxmlformats.org/officeDocument/2006/relationships/image" Target="../media/image98.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95.xml"/><Relationship Id="rId2" Type="http://schemas.openxmlformats.org/officeDocument/2006/relationships/notesSlide" Target="../notesSlides/notesSlide61.xml"/><Relationship Id="rId3" Type="http://schemas.openxmlformats.org/officeDocument/2006/relationships/image" Target="../media/image100.png"/><Relationship Id="rId4" Type="http://schemas.openxmlformats.org/officeDocument/2006/relationships/image" Target="../media/image106.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80.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3.xml"/><Relationship Id="rId3" Type="http://schemas.openxmlformats.org/officeDocument/2006/relationships/image" Target="../media/image116.png"/><Relationship Id="rId4" Type="http://schemas.openxmlformats.org/officeDocument/2006/relationships/image" Target="../media/image107.png"/><Relationship Id="rId5" Type="http://schemas.openxmlformats.org/officeDocument/2006/relationships/image" Target="../media/image122.png"/><Relationship Id="rId6" Type="http://schemas.openxmlformats.org/officeDocument/2006/relationships/image" Target="../media/image118.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4.xml"/><Relationship Id="rId3" Type="http://schemas.openxmlformats.org/officeDocument/2006/relationships/image" Target="../media/image118.png"/><Relationship Id="rId4" Type="http://schemas.openxmlformats.org/officeDocument/2006/relationships/image" Target="../media/image119.gif"/><Relationship Id="rId5" Type="http://schemas.openxmlformats.org/officeDocument/2006/relationships/image" Target="../media/image109.gif"/><Relationship Id="rId6" Type="http://schemas.openxmlformats.org/officeDocument/2006/relationships/image" Target="../media/image123.gif"/><Relationship Id="rId7" Type="http://schemas.openxmlformats.org/officeDocument/2006/relationships/image" Target="../media/image11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7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16.xml"/><Relationship Id="rId2" Type="http://schemas.openxmlformats.org/officeDocument/2006/relationships/notesSlide" Target="../notesSlides/notesSlide66.xml"/><Relationship Id="rId3" Type="http://schemas.openxmlformats.org/officeDocument/2006/relationships/image" Target="../media/image111.jpg"/><Relationship Id="rId4" Type="http://schemas.openxmlformats.org/officeDocument/2006/relationships/image" Target="../media/image115.jpg"/><Relationship Id="rId5" Type="http://schemas.openxmlformats.org/officeDocument/2006/relationships/image" Target="../media/image121.jpg"/><Relationship Id="rId6" Type="http://schemas.openxmlformats.org/officeDocument/2006/relationships/image" Target="../media/image114.jp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18.xml"/><Relationship Id="rId2" Type="http://schemas.openxmlformats.org/officeDocument/2006/relationships/notesSlide" Target="../notesSlides/notesSlide67.xml"/><Relationship Id="rId3" Type="http://schemas.openxmlformats.org/officeDocument/2006/relationships/image" Target="../media/image125.png"/><Relationship Id="rId4" Type="http://schemas.openxmlformats.org/officeDocument/2006/relationships/image" Target="../media/image141.png"/><Relationship Id="rId5" Type="http://schemas.openxmlformats.org/officeDocument/2006/relationships/image" Target="../media/image137.png"/><Relationship Id="rId6" Type="http://schemas.openxmlformats.org/officeDocument/2006/relationships/image" Target="../media/image130.png"/><Relationship Id="rId7" Type="http://schemas.openxmlformats.org/officeDocument/2006/relationships/image" Target="../media/image140.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18.xml"/><Relationship Id="rId2" Type="http://schemas.openxmlformats.org/officeDocument/2006/relationships/notesSlide" Target="../notesSlides/notesSlide68.xml"/><Relationship Id="rId3" Type="http://schemas.openxmlformats.org/officeDocument/2006/relationships/image" Target="../media/image130.png"/><Relationship Id="rId4" Type="http://schemas.openxmlformats.org/officeDocument/2006/relationships/image" Target="../media/image129.png"/><Relationship Id="rId5" Type="http://schemas.openxmlformats.org/officeDocument/2006/relationships/image" Target="../media/image138.png"/><Relationship Id="rId6" Type="http://schemas.openxmlformats.org/officeDocument/2006/relationships/image" Target="../media/image133.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18.xml"/><Relationship Id="rId2" Type="http://schemas.openxmlformats.org/officeDocument/2006/relationships/notesSlide" Target="../notesSlides/notesSlide69.xml"/><Relationship Id="rId3" Type="http://schemas.openxmlformats.org/officeDocument/2006/relationships/image" Target="../media/image128.png"/><Relationship Id="rId4" Type="http://schemas.openxmlformats.org/officeDocument/2006/relationships/image" Target="../media/image162.png"/><Relationship Id="rId9" Type="http://schemas.openxmlformats.org/officeDocument/2006/relationships/image" Target="../media/image154.png"/><Relationship Id="rId5" Type="http://schemas.openxmlformats.org/officeDocument/2006/relationships/image" Target="../media/image127.png"/><Relationship Id="rId6" Type="http://schemas.openxmlformats.org/officeDocument/2006/relationships/image" Target="../media/image145.png"/><Relationship Id="rId7" Type="http://schemas.openxmlformats.org/officeDocument/2006/relationships/image" Target="../media/image124.png"/><Relationship Id="rId8" Type="http://schemas.openxmlformats.org/officeDocument/2006/relationships/image" Target="../media/image147.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1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85.xml"/><Relationship Id="rId2" Type="http://schemas.openxmlformats.org/officeDocument/2006/relationships/notesSlide" Target="../notesSlides/notesSlide71.xml"/><Relationship Id="rId3" Type="http://schemas.openxmlformats.org/officeDocument/2006/relationships/image" Target="../media/image136.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86.xml"/><Relationship Id="rId2" Type="http://schemas.openxmlformats.org/officeDocument/2006/relationships/notesSlide" Target="../notesSlides/notesSlide72.xml"/><Relationship Id="rId3" Type="http://schemas.openxmlformats.org/officeDocument/2006/relationships/image" Target="../media/image126.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85.xml"/><Relationship Id="rId2" Type="http://schemas.openxmlformats.org/officeDocument/2006/relationships/notesSlide" Target="../notesSlides/notesSlide73.xml"/><Relationship Id="rId3" Type="http://schemas.openxmlformats.org/officeDocument/2006/relationships/image" Target="../media/image131.png"/><Relationship Id="rId4" Type="http://schemas.openxmlformats.org/officeDocument/2006/relationships/image" Target="../media/image132.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85.xml"/><Relationship Id="rId2" Type="http://schemas.openxmlformats.org/officeDocument/2006/relationships/notesSlide" Target="../notesSlides/notesSlide74.xml"/><Relationship Id="rId3" Type="http://schemas.openxmlformats.org/officeDocument/2006/relationships/image" Target="../media/image134.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85.xml"/><Relationship Id="rId2" Type="http://schemas.openxmlformats.org/officeDocument/2006/relationships/notesSlide" Target="../notesSlides/notesSlide75.xml"/><Relationship Id="rId3" Type="http://schemas.openxmlformats.org/officeDocument/2006/relationships/image" Target="../media/image135.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86.xml"/><Relationship Id="rId2" Type="http://schemas.openxmlformats.org/officeDocument/2006/relationships/notesSlide" Target="../notesSlides/notesSlide76.xml"/><Relationship Id="rId3" Type="http://schemas.openxmlformats.org/officeDocument/2006/relationships/image" Target="../media/image159.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7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51.xml"/><Relationship Id="rId2" Type="http://schemas.openxmlformats.org/officeDocument/2006/relationships/notesSlide" Target="../notesSlides/notesSlide78.xml"/><Relationship Id="rId3" Type="http://schemas.openxmlformats.org/officeDocument/2006/relationships/image" Target="../media/image161.png"/><Relationship Id="rId4" Type="http://schemas.openxmlformats.org/officeDocument/2006/relationships/chart" Target="../charts/char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72.xml"/><Relationship Id="rId2" Type="http://schemas.openxmlformats.org/officeDocument/2006/relationships/notesSlide" Target="../notesSlides/notesSlide79.xml"/><Relationship Id="rId3" Type="http://schemas.openxmlformats.org/officeDocument/2006/relationships/image" Target="../media/image156.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72.xml"/><Relationship Id="rId2" Type="http://schemas.openxmlformats.org/officeDocument/2006/relationships/notesSlide" Target="../notesSlides/notesSlide80.xml"/><Relationship Id="rId3" Type="http://schemas.openxmlformats.org/officeDocument/2006/relationships/image" Target="../media/image139.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72.xml"/><Relationship Id="rId2" Type="http://schemas.openxmlformats.org/officeDocument/2006/relationships/notesSlide" Target="../notesSlides/notesSlide81.xml"/><Relationship Id="rId3" Type="http://schemas.openxmlformats.org/officeDocument/2006/relationships/image" Target="../media/image160.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72.xml"/><Relationship Id="rId2" Type="http://schemas.openxmlformats.org/officeDocument/2006/relationships/notesSlide" Target="../notesSlides/notesSlide82.xml"/><Relationship Id="rId3" Type="http://schemas.openxmlformats.org/officeDocument/2006/relationships/image" Target="../media/image160.png"/><Relationship Id="rId4" Type="http://schemas.openxmlformats.org/officeDocument/2006/relationships/image" Target="../media/image150.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72.xml"/><Relationship Id="rId2" Type="http://schemas.openxmlformats.org/officeDocument/2006/relationships/notesSlide" Target="../notesSlides/notesSlide83.xml"/><Relationship Id="rId3" Type="http://schemas.openxmlformats.org/officeDocument/2006/relationships/image" Target="../media/image160.png"/><Relationship Id="rId4" Type="http://schemas.openxmlformats.org/officeDocument/2006/relationships/image" Target="../media/image142.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72.xml"/><Relationship Id="rId2" Type="http://schemas.openxmlformats.org/officeDocument/2006/relationships/notesSlide" Target="../notesSlides/notesSlide84.xml"/><Relationship Id="rId3" Type="http://schemas.openxmlformats.org/officeDocument/2006/relationships/image" Target="../media/image143.png"/><Relationship Id="rId4" Type="http://schemas.openxmlformats.org/officeDocument/2006/relationships/image" Target="../media/image151.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73.xml"/><Relationship Id="rId2" Type="http://schemas.openxmlformats.org/officeDocument/2006/relationships/notesSlide" Target="../notesSlides/notesSlide85.xml"/><Relationship Id="rId3" Type="http://schemas.openxmlformats.org/officeDocument/2006/relationships/image" Target="../media/image155.png"/><Relationship Id="rId4" Type="http://schemas.openxmlformats.org/officeDocument/2006/relationships/image" Target="../media/image148.png"/><Relationship Id="rId5" Type="http://schemas.openxmlformats.org/officeDocument/2006/relationships/image" Target="../media/image152.png"/><Relationship Id="rId6" Type="http://schemas.openxmlformats.org/officeDocument/2006/relationships/image" Target="../media/image157.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72.xml"/><Relationship Id="rId2" Type="http://schemas.openxmlformats.org/officeDocument/2006/relationships/notesSlide" Target="../notesSlides/notesSlide86.xml"/><Relationship Id="rId3" Type="http://schemas.openxmlformats.org/officeDocument/2006/relationships/image" Target="../media/image153.png"/><Relationship Id="rId4" Type="http://schemas.openxmlformats.org/officeDocument/2006/relationships/image" Target="../media/image146.png"/><Relationship Id="rId5" Type="http://schemas.openxmlformats.org/officeDocument/2006/relationships/image" Target="../media/image149.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7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74.xml"/><Relationship Id="rId2" Type="http://schemas.openxmlformats.org/officeDocument/2006/relationships/notesSlide" Target="../notesSlides/notesSlide88.xml"/><Relationship Id="rId3" Type="http://schemas.openxmlformats.org/officeDocument/2006/relationships/image" Target="../media/image104.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74.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0.xml"/><Relationship Id="rId3" Type="http://schemas.openxmlformats.org/officeDocument/2006/relationships/image" Target="../media/image158.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1" name="Shape 3181"/>
        <p:cNvGrpSpPr/>
        <p:nvPr/>
      </p:nvGrpSpPr>
      <p:grpSpPr>
        <a:xfrm>
          <a:off x="0" y="0"/>
          <a:ext cx="0" cy="0"/>
          <a:chOff x="0" y="0"/>
          <a:chExt cx="0" cy="0"/>
        </a:xfrm>
      </p:grpSpPr>
      <p:sp>
        <p:nvSpPr>
          <p:cNvPr id="3182" name="Google Shape;3182;p1"/>
          <p:cNvSpPr txBox="1"/>
          <p:nvPr/>
        </p:nvSpPr>
        <p:spPr>
          <a:xfrm>
            <a:off x="838200" y="3380280"/>
            <a:ext cx="7875900" cy="20602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Calibri"/>
                <a:ea typeface="Calibri"/>
                <a:cs typeface="Calibri"/>
                <a:sym typeface="Calibri"/>
              </a:rPr>
              <a:t>Machine Learning</a:t>
            </a:r>
            <a:br>
              <a:rPr b="0" i="0" lang="en-US" sz="3200" u="none" cap="none" strike="noStrike">
                <a:solidFill>
                  <a:srgbClr val="000000"/>
                </a:solidFill>
                <a:latin typeface="Calibri"/>
                <a:ea typeface="Calibri"/>
                <a:cs typeface="Calibri"/>
                <a:sym typeface="Calibri"/>
              </a:rPr>
            </a:br>
            <a:r>
              <a:rPr b="1" i="0" lang="en-US" sz="2400" u="none" cap="none" strike="noStrike">
                <a:solidFill>
                  <a:srgbClr val="FFC000"/>
                </a:solidFill>
                <a:latin typeface="Calibri"/>
                <a:ea typeface="Calibri"/>
                <a:cs typeface="Calibri"/>
                <a:sym typeface="Calibri"/>
              </a:rPr>
              <a:t>AIML CZG565</a:t>
            </a:r>
            <a:endParaRPr b="1" i="0" sz="2400" u="none" cap="none" strike="noStrike">
              <a:solidFill>
                <a:srgbClr val="FFC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FFC000"/>
                </a:solidFill>
                <a:latin typeface="Calibri"/>
                <a:ea typeface="Calibri"/>
                <a:cs typeface="Calibri"/>
                <a:sym typeface="Calibri"/>
              </a:rPr>
              <a:t>M3 : Linear Models for Regression</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200"/>
              <a:buFont typeface="Arial"/>
              <a:buNone/>
            </a:pPr>
            <a:r>
              <a:t/>
            </a:r>
            <a:endParaRPr b="0" i="0" sz="3200" u="none" cap="none" strike="noStrike">
              <a:solidFill>
                <a:srgbClr val="000000"/>
              </a:solidFill>
              <a:latin typeface="Calibri"/>
              <a:ea typeface="Calibri"/>
              <a:cs typeface="Calibri"/>
              <a:sym typeface="Calibri"/>
            </a:endParaRPr>
          </a:p>
        </p:txBody>
      </p:sp>
      <p:sp>
        <p:nvSpPr>
          <p:cNvPr id="3183" name="Google Shape;3183;p1"/>
          <p:cNvSpPr txBox="1"/>
          <p:nvPr/>
        </p:nvSpPr>
        <p:spPr>
          <a:xfrm>
            <a:off x="2267640" y="5410080"/>
            <a:ext cx="6266160" cy="533160"/>
          </a:xfrm>
          <a:prstGeom prst="rect">
            <a:avLst/>
          </a:prstGeom>
          <a:noFill/>
          <a:ln>
            <a:noFill/>
          </a:ln>
        </p:spPr>
        <p:txBody>
          <a:bodyPr anchorCtr="0" anchor="b" bIns="45700" lIns="91425" spcFirstLastPara="1" rIns="91425" wrap="square" tIns="45700">
            <a:noAutofit/>
          </a:bodyPr>
          <a:lstStyle/>
          <a:p>
            <a:pPr indent="0" lvl="0" marL="0" marR="0" rtl="0" algn="r">
              <a:lnSpc>
                <a:spcPct val="128000"/>
              </a:lnSpc>
              <a:spcBef>
                <a:spcPts val="0"/>
              </a:spcBef>
              <a:spcAft>
                <a:spcPts val="0"/>
              </a:spcAft>
              <a:buClr>
                <a:srgbClr val="000000"/>
              </a:buClr>
              <a:buSzPts val="1300"/>
              <a:buFont typeface="Arial"/>
              <a:buNone/>
            </a:pPr>
            <a:r>
              <a:rPr b="0" i="0" lang="en-US" sz="1800" u="none" cap="none" strike="noStrike">
                <a:solidFill>
                  <a:srgbClr val="FF9900"/>
                </a:solidFill>
                <a:latin typeface="Calibri"/>
                <a:ea typeface="Calibri"/>
                <a:cs typeface="Calibri"/>
                <a:sym typeface="Calibri"/>
              </a:rPr>
              <a:t> </a:t>
            </a:r>
            <a:endParaRPr b="0" i="0" sz="1800" u="none" cap="none" strike="noStrike">
              <a:solidFill>
                <a:srgbClr val="FF9900"/>
              </a:solidFill>
              <a:latin typeface="Calibri"/>
              <a:ea typeface="Calibri"/>
              <a:cs typeface="Calibri"/>
              <a:sym typeface="Calibri"/>
            </a:endParaRPr>
          </a:p>
          <a:p>
            <a:pPr indent="0" lvl="0" marL="0" marR="0" rtl="0" algn="r">
              <a:lnSpc>
                <a:spcPct val="128000"/>
              </a:lnSpc>
              <a:spcBef>
                <a:spcPts val="0"/>
              </a:spcBef>
              <a:spcAft>
                <a:spcPts val="0"/>
              </a:spcAft>
              <a:buClr>
                <a:srgbClr val="000000"/>
              </a:buClr>
              <a:buSzPts val="1800"/>
              <a:buFont typeface="Arial"/>
              <a:buNone/>
            </a:pPr>
            <a:r>
              <a:rPr b="0" i="0" lang="en-US" sz="1800" u="none" cap="none" strike="noStrike">
                <a:solidFill>
                  <a:srgbClr val="FF9900"/>
                </a:solidFill>
                <a:latin typeface="Calibri"/>
                <a:ea typeface="Calibri"/>
                <a:cs typeface="Calibri"/>
                <a:sym typeface="Calibri"/>
              </a:rPr>
              <a:t>Course Faculty of MTech Cluster</a:t>
            </a:r>
            <a:endParaRPr b="0" i="0" sz="1800" u="none" cap="none" strike="noStrike">
              <a:solidFill>
                <a:schemeClr val="dk1"/>
              </a:solidFill>
              <a:latin typeface="Tahoma"/>
              <a:ea typeface="Tahoma"/>
              <a:cs typeface="Tahoma"/>
              <a:sym typeface="Tahoma"/>
            </a:endParaRPr>
          </a:p>
          <a:p>
            <a:pPr indent="0" lvl="0" marL="0" marR="0" rtl="0" algn="r">
              <a:lnSpc>
                <a:spcPct val="128000"/>
              </a:lnSpc>
              <a:spcBef>
                <a:spcPts val="0"/>
              </a:spcBef>
              <a:spcAft>
                <a:spcPts val="0"/>
              </a:spcAft>
              <a:buClr>
                <a:srgbClr val="000000"/>
              </a:buClr>
              <a:buSzPts val="1300"/>
              <a:buFont typeface="Arial"/>
              <a:buNone/>
            </a:pPr>
            <a:r>
              <a:rPr b="0" i="0" lang="en-US" sz="1800" u="none" cap="none" strike="noStrike">
                <a:solidFill>
                  <a:srgbClr val="FF9900"/>
                </a:solidFill>
                <a:latin typeface="Calibri"/>
                <a:ea typeface="Calibri"/>
                <a:cs typeface="Calibri"/>
                <a:sym typeface="Calibri"/>
              </a:rPr>
              <a:t>BITS – CSIS - WILP</a:t>
            </a:r>
            <a:endParaRPr b="0" i="0" sz="1800" u="none" cap="none" strike="noStrike">
              <a:solidFill>
                <a:srgbClr val="FF99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7" name="Shape 3187"/>
        <p:cNvGrpSpPr/>
        <p:nvPr/>
      </p:nvGrpSpPr>
      <p:grpSpPr>
        <a:xfrm>
          <a:off x="0" y="0"/>
          <a:ext cx="0" cy="0"/>
          <a:chOff x="0" y="0"/>
          <a:chExt cx="0" cy="0"/>
        </a:xfrm>
      </p:grpSpPr>
      <p:sp>
        <p:nvSpPr>
          <p:cNvPr id="3188" name="Google Shape;3188;p2"/>
          <p:cNvSpPr txBox="1"/>
          <p:nvPr>
            <p:ph idx="4294967295" type="title"/>
          </p:nvPr>
        </p:nvSpPr>
        <p:spPr>
          <a:xfrm>
            <a:off x="173059" y="429320"/>
            <a:ext cx="792638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SzPts val="1400"/>
              <a:buNone/>
            </a:pPr>
            <a:r>
              <a:rPr lang="en-US" sz="2400"/>
              <a:t>Machine Learning</a:t>
            </a:r>
            <a:endParaRPr sz="2400"/>
          </a:p>
        </p:txBody>
      </p:sp>
      <p:sp>
        <p:nvSpPr>
          <p:cNvPr id="3189" name="Google Shape;3189;p2"/>
          <p:cNvSpPr txBox="1"/>
          <p:nvPr/>
        </p:nvSpPr>
        <p:spPr>
          <a:xfrm>
            <a:off x="384671" y="2812111"/>
            <a:ext cx="8642256" cy="3129923"/>
          </a:xfrm>
          <a:prstGeom prst="rect">
            <a:avLst/>
          </a:prstGeom>
          <a:noFill/>
          <a:ln>
            <a:noFill/>
          </a:ln>
        </p:spPr>
        <p:txBody>
          <a:bodyPr anchorCtr="0" anchor="t" bIns="0" lIns="0" spcFirstLastPara="1" rIns="0" wrap="square" tIns="32775">
            <a:spAutoFit/>
          </a:bodyPr>
          <a:lstStyle/>
          <a:p>
            <a:pPr indent="-125292" lvl="0" marL="133281" marR="39100" rtl="0" algn="l">
              <a:lnSpc>
                <a:spcPct val="15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The content for these slides has been obtained from books and various other  source on the Internet</a:t>
            </a:r>
            <a:endParaRPr b="0" i="0" sz="1600" u="none" cap="none" strike="noStrike">
              <a:solidFill>
                <a:schemeClr val="dk1"/>
              </a:solidFill>
              <a:latin typeface="Arial"/>
              <a:ea typeface="Arial"/>
              <a:cs typeface="Arial"/>
              <a:sym typeface="Arial"/>
            </a:endParaRPr>
          </a:p>
          <a:p>
            <a:pPr indent="-125292" lvl="0" marL="133281" marR="0" rtl="0" algn="l">
              <a:lnSpc>
                <a:spcPct val="150000"/>
              </a:lnSpc>
              <a:spcBef>
                <a:spcPts val="344"/>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We here by acknowledge all the contributors for their material and inputs.</a:t>
            </a:r>
            <a:endParaRPr b="0" i="0" sz="1600" u="none" cap="none" strike="noStrike">
              <a:solidFill>
                <a:schemeClr val="dk1"/>
              </a:solidFill>
              <a:latin typeface="Arial"/>
              <a:ea typeface="Arial"/>
              <a:cs typeface="Arial"/>
              <a:sym typeface="Arial"/>
            </a:endParaRPr>
          </a:p>
          <a:p>
            <a:pPr indent="-125292" lvl="0" marL="133281" marR="0" rtl="0" algn="l">
              <a:lnSpc>
                <a:spcPct val="150000"/>
              </a:lnSpc>
              <a:spcBef>
                <a:spcPts val="374"/>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We have provided source information wherever necessary</a:t>
            </a:r>
            <a:endParaRPr b="0" i="0" sz="1600" u="none" cap="none" strike="noStrike">
              <a:solidFill>
                <a:schemeClr val="dk1"/>
              </a:solidFill>
              <a:latin typeface="Arial"/>
              <a:ea typeface="Arial"/>
              <a:cs typeface="Arial"/>
              <a:sym typeface="Arial"/>
            </a:endParaRPr>
          </a:p>
          <a:p>
            <a:pPr indent="-125290" lvl="0" marL="133281" marR="0" rtl="0" algn="l">
              <a:lnSpc>
                <a:spcPct val="150000"/>
              </a:lnSpc>
              <a:spcBef>
                <a:spcPts val="374"/>
              </a:spcBef>
              <a:spcAft>
                <a:spcPts val="0"/>
              </a:spcAft>
              <a:buClr>
                <a:schemeClr val="dk1"/>
              </a:buClr>
              <a:buSzPts val="1600"/>
              <a:buFont typeface="Arial"/>
              <a:buChar char="•"/>
            </a:pPr>
            <a:r>
              <a:rPr b="0" i="0" lang="en-US" sz="1600" u="none" cap="none" strike="noStrike">
                <a:solidFill>
                  <a:srgbClr val="FF0000"/>
                </a:solidFill>
                <a:latin typeface="Tahoma"/>
                <a:ea typeface="Tahoma"/>
                <a:cs typeface="Tahoma"/>
                <a:sym typeface="Tahoma"/>
              </a:rPr>
              <a:t>Students are requested to refer to the textbook w.r.t detailed content of the presentation deck shared over canvas</a:t>
            </a:r>
            <a:endParaRPr b="0" i="0" sz="1400" u="none" cap="none" strike="noStrike">
              <a:solidFill>
                <a:srgbClr val="000000"/>
              </a:solidFill>
              <a:latin typeface="Arial"/>
              <a:ea typeface="Arial"/>
              <a:cs typeface="Arial"/>
              <a:sym typeface="Arial"/>
            </a:endParaRPr>
          </a:p>
          <a:p>
            <a:pPr indent="-125290" lvl="0" marL="133281" marR="0" rtl="0" algn="l">
              <a:lnSpc>
                <a:spcPct val="150000"/>
              </a:lnSpc>
              <a:spcBef>
                <a:spcPts val="374"/>
              </a:spcBef>
              <a:spcAft>
                <a:spcPts val="0"/>
              </a:spcAft>
              <a:buClr>
                <a:schemeClr val="dk1"/>
              </a:buClr>
              <a:buSzPts val="1600"/>
              <a:buFont typeface="Arial"/>
              <a:buChar char="•"/>
            </a:pPr>
            <a:r>
              <a:rPr b="0" i="0" lang="en-US" sz="1600" u="none" cap="none" strike="noStrike">
                <a:solidFill>
                  <a:srgbClr val="FF0000"/>
                </a:solidFill>
                <a:latin typeface="Tahoma"/>
                <a:ea typeface="Tahoma"/>
                <a:cs typeface="Tahoma"/>
                <a:sym typeface="Tahoma"/>
              </a:rPr>
              <a:t>We have reduced the slides from canvas and modified the content flow to suit the requirements of the course and for ease of class presentation</a:t>
            </a:r>
            <a:endParaRPr b="0" i="0" sz="1600" u="none" cap="none" strike="noStrike">
              <a:solidFill>
                <a:srgbClr val="FF0000"/>
              </a:solidFill>
              <a:latin typeface="Tahoma"/>
              <a:ea typeface="Tahoma"/>
              <a:cs typeface="Tahoma"/>
              <a:sym typeface="Tahoma"/>
            </a:endParaRPr>
          </a:p>
        </p:txBody>
      </p:sp>
      <p:sp>
        <p:nvSpPr>
          <p:cNvPr id="3190" name="Google Shape;3190;p2"/>
          <p:cNvSpPr txBox="1"/>
          <p:nvPr/>
        </p:nvSpPr>
        <p:spPr>
          <a:xfrm>
            <a:off x="2400519" y="1336289"/>
            <a:ext cx="5698928" cy="287187"/>
          </a:xfrm>
          <a:prstGeom prst="rect">
            <a:avLst/>
          </a:prstGeom>
          <a:noFill/>
          <a:ln>
            <a:noFill/>
          </a:ln>
        </p:spPr>
        <p:txBody>
          <a:bodyPr anchorCtr="0" anchor="t" bIns="0" lIns="0" spcFirstLastPara="1" rIns="0" wrap="square" tIns="10075">
            <a:spAutoFit/>
          </a:bodyPr>
          <a:lstStyle/>
          <a:p>
            <a:pPr indent="0" lvl="0" marL="8408" marR="0" rtl="0" algn="l">
              <a:lnSpc>
                <a:spcPct val="100000"/>
              </a:lnSpc>
              <a:spcBef>
                <a:spcPts val="0"/>
              </a:spcBef>
              <a:spcAft>
                <a:spcPts val="0"/>
              </a:spcAft>
              <a:buClr>
                <a:srgbClr val="000000"/>
              </a:buClr>
              <a:buSzPts val="1800"/>
              <a:buFont typeface="Arial"/>
              <a:buNone/>
            </a:pPr>
            <a:r>
              <a:rPr b="0" i="0" lang="en-US" sz="1800" u="none" cap="none" strike="noStrike">
                <a:solidFill>
                  <a:srgbClr val="1C1572"/>
                </a:solidFill>
                <a:latin typeface="Arial"/>
                <a:ea typeface="Arial"/>
                <a:cs typeface="Arial"/>
                <a:sym typeface="Arial"/>
              </a:rPr>
              <a:t>Disclaimer and Acknowledgement</a:t>
            </a:r>
            <a:endParaRPr b="0" i="0" sz="1800" u="none" cap="none" strike="noStrike">
              <a:solidFill>
                <a:schemeClr val="dk1"/>
              </a:solidFill>
              <a:latin typeface="Arial"/>
              <a:ea typeface="Arial"/>
              <a:cs typeface="Arial"/>
              <a:sym typeface="Arial"/>
            </a:endParaRPr>
          </a:p>
        </p:txBody>
      </p:sp>
      <p:pic>
        <p:nvPicPr>
          <p:cNvPr id="3191" name="Google Shape;3191;p2"/>
          <p:cNvPicPr preferRelativeResize="0"/>
          <p:nvPr/>
        </p:nvPicPr>
        <p:blipFill rotWithShape="1">
          <a:blip r:embed="rId3">
            <a:alphaModFix/>
          </a:blip>
          <a:srcRect b="0" l="0" r="0" t="0"/>
          <a:stretch/>
        </p:blipFill>
        <p:spPr>
          <a:xfrm>
            <a:off x="3559001" y="1623476"/>
            <a:ext cx="1087204" cy="1188635"/>
          </a:xfrm>
          <a:prstGeom prst="rect">
            <a:avLst/>
          </a:prstGeom>
          <a:noFill/>
          <a:ln>
            <a:noFill/>
          </a:ln>
        </p:spPr>
      </p:pic>
      <p:sp>
        <p:nvSpPr>
          <p:cNvPr id="3192" name="Google Shape;3192;p2"/>
          <p:cNvSpPr txBox="1"/>
          <p:nvPr/>
        </p:nvSpPr>
        <p:spPr>
          <a:xfrm>
            <a:off x="325076" y="5873413"/>
            <a:ext cx="8761445"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Source: “</a:t>
            </a:r>
            <a:r>
              <a:rPr b="0" i="0" lang="en-US" sz="1400" u="none" cap="none" strike="noStrike">
                <a:solidFill>
                  <a:schemeClr val="dk1"/>
                </a:solidFill>
                <a:latin typeface="Arial"/>
                <a:ea typeface="Arial"/>
                <a:cs typeface="Arial"/>
                <a:sym typeface="Arial"/>
              </a:rPr>
              <a:t>Probabilistic Machine Learning, An Introduction”, Kevin P. Murphy, Slides of Prof.Sugata, Prof. Chetana from BITS Pilani, Prof. Raja vadhana from BITS Pilani , CS109 and CS229 stanford lecture notes and  many others who made  their course materials freely available online.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6" name="Shape 3196"/>
        <p:cNvGrpSpPr/>
        <p:nvPr/>
      </p:nvGrpSpPr>
      <p:grpSpPr>
        <a:xfrm>
          <a:off x="0" y="0"/>
          <a:ext cx="0" cy="0"/>
          <a:chOff x="0" y="0"/>
          <a:chExt cx="0" cy="0"/>
        </a:xfrm>
      </p:grpSpPr>
      <p:graphicFrame>
        <p:nvGraphicFramePr>
          <p:cNvPr id="3197" name="Google Shape;3197;p3"/>
          <p:cNvGraphicFramePr/>
          <p:nvPr/>
        </p:nvGraphicFramePr>
        <p:xfrm>
          <a:off x="457200" y="1295400"/>
          <a:ext cx="3000000" cy="3000000"/>
        </p:xfrm>
        <a:graphic>
          <a:graphicData uri="http://schemas.openxmlformats.org/drawingml/2006/table">
            <a:tbl>
              <a:tblPr>
                <a:noFill/>
                <a:tableStyleId>{34F57EB2-B075-49AD-9C69-90DEA08F2B00}</a:tableStyleId>
              </a:tblPr>
              <a:tblGrid>
                <a:gridCol w="1151700"/>
                <a:gridCol w="5673425"/>
              </a:tblGrid>
              <a:tr h="466225">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M1 </a:t>
                      </a:r>
                      <a:endParaRPr sz="1600" u="none" cap="none" strike="noStrike">
                        <a:latin typeface="Arial"/>
                        <a:ea typeface="Arial"/>
                        <a:cs typeface="Arial"/>
                        <a:sym typeface="Arial"/>
                      </a:endParaRPr>
                    </a:p>
                  </a:txBody>
                  <a:tcPr marT="34925" marB="34925" marR="34925" marL="34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solidFill>
                            <a:schemeClr val="dk1"/>
                          </a:solidFill>
                          <a:latin typeface="Arial"/>
                          <a:ea typeface="Arial"/>
                          <a:cs typeface="Arial"/>
                          <a:sym typeface="Arial"/>
                        </a:rPr>
                        <a:t>Introduction</a:t>
                      </a:r>
                      <a:endParaRPr sz="1600" u="none" cap="none" strike="noStrike">
                        <a:latin typeface="Arial"/>
                        <a:ea typeface="Arial"/>
                        <a:cs typeface="Arial"/>
                        <a:sym typeface="Arial"/>
                      </a:endParaRPr>
                    </a:p>
                  </a:txBody>
                  <a:tcPr marT="34925" marB="34925" marR="34925" marL="34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66225">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M2</a:t>
                      </a:r>
                      <a:endParaRPr sz="1600" u="none" cap="none" strike="noStrike">
                        <a:latin typeface="Arial"/>
                        <a:ea typeface="Arial"/>
                        <a:cs typeface="Arial"/>
                        <a:sym typeface="Arial"/>
                      </a:endParaRPr>
                    </a:p>
                  </a:txBody>
                  <a:tcPr marT="34925" marB="34925" marR="34925" marL="34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dk1"/>
                          </a:solidFill>
                          <a:latin typeface="Calibri"/>
                          <a:ea typeface="Calibri"/>
                          <a:cs typeface="Calibri"/>
                          <a:sym typeface="Calibri"/>
                        </a:rPr>
                        <a:t>Machine learning Workflow</a:t>
                      </a:r>
                      <a:endParaRPr sz="1600" u="none" cap="none" strike="noStrike">
                        <a:latin typeface="Arial"/>
                        <a:ea typeface="Arial"/>
                        <a:cs typeface="Arial"/>
                        <a:sym typeface="Arial"/>
                      </a:endParaRPr>
                    </a:p>
                  </a:txBody>
                  <a:tcPr marT="34925" marB="34925" marR="34925" marL="34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66225">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M3</a:t>
                      </a:r>
                      <a:endParaRPr sz="1600" u="none" cap="none" strike="noStrike">
                        <a:latin typeface="Arial"/>
                        <a:ea typeface="Arial"/>
                        <a:cs typeface="Arial"/>
                        <a:sym typeface="Arial"/>
                      </a:endParaRPr>
                    </a:p>
                  </a:txBody>
                  <a:tcPr marT="34925" marB="34925" marR="34925" marL="34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Linear Models for Regression</a:t>
                      </a:r>
                      <a:endParaRPr sz="1600" u="none" cap="none" strike="noStrike">
                        <a:latin typeface="Arial"/>
                        <a:ea typeface="Arial"/>
                        <a:cs typeface="Arial"/>
                        <a:sym typeface="Arial"/>
                      </a:endParaRPr>
                    </a:p>
                  </a:txBody>
                  <a:tcPr marT="34925" marB="34925" marR="34925" marL="34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15375">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M4</a:t>
                      </a:r>
                      <a:endParaRPr sz="1600" u="none" cap="none" strike="noStrike">
                        <a:latin typeface="Arial"/>
                        <a:ea typeface="Arial"/>
                        <a:cs typeface="Arial"/>
                        <a:sym typeface="Arial"/>
                      </a:endParaRPr>
                    </a:p>
                  </a:txBody>
                  <a:tcPr marT="34925" marB="34925" marR="34925" marL="34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Linear Models for Classification</a:t>
                      </a:r>
                      <a:endParaRPr sz="1600" u="none" cap="none" strike="noStrike">
                        <a:latin typeface="Arial"/>
                        <a:ea typeface="Arial"/>
                        <a:cs typeface="Arial"/>
                        <a:sym typeface="Arial"/>
                      </a:endParaRPr>
                    </a:p>
                  </a:txBody>
                  <a:tcPr marT="34925" marB="34925" marR="34925" marL="34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57200">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M5</a:t>
                      </a:r>
                      <a:endParaRPr sz="1600" u="none" cap="none" strike="noStrike">
                        <a:latin typeface="Arial"/>
                        <a:ea typeface="Arial"/>
                        <a:cs typeface="Arial"/>
                        <a:sym typeface="Arial"/>
                      </a:endParaRPr>
                    </a:p>
                  </a:txBody>
                  <a:tcPr marT="34925" marB="34925" marR="34925" marL="34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Decision Tree</a:t>
                      </a:r>
                      <a:endParaRPr sz="1600" u="none" cap="none" strike="noStrike">
                        <a:latin typeface="Arial"/>
                        <a:ea typeface="Arial"/>
                        <a:cs typeface="Arial"/>
                        <a:sym typeface="Arial"/>
                      </a:endParaRPr>
                    </a:p>
                  </a:txBody>
                  <a:tcPr marT="34925" marB="34925" marR="34925" marL="34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66225">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M6</a:t>
                      </a:r>
                      <a:endParaRPr sz="1600" u="none" cap="none" strike="noStrike">
                        <a:latin typeface="Arial"/>
                        <a:ea typeface="Arial"/>
                        <a:cs typeface="Arial"/>
                        <a:sym typeface="Arial"/>
                      </a:endParaRPr>
                    </a:p>
                  </a:txBody>
                  <a:tcPr marT="34925" marB="34925" marR="34925" marL="34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Instance Based Learning</a:t>
                      </a:r>
                      <a:endParaRPr sz="1600" u="none" cap="none" strike="noStrike">
                        <a:latin typeface="Arial"/>
                        <a:ea typeface="Arial"/>
                        <a:cs typeface="Arial"/>
                        <a:sym typeface="Arial"/>
                      </a:endParaRPr>
                    </a:p>
                  </a:txBody>
                  <a:tcPr marT="34925" marB="34925" marR="34925" marL="34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66225">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M7</a:t>
                      </a:r>
                      <a:endParaRPr sz="1600" u="none" cap="none" strike="noStrike">
                        <a:latin typeface="Arial"/>
                        <a:ea typeface="Arial"/>
                        <a:cs typeface="Arial"/>
                        <a:sym typeface="Arial"/>
                      </a:endParaRPr>
                    </a:p>
                  </a:txBody>
                  <a:tcPr marT="34925" marB="34925" marR="34925" marL="34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Support Vector Machine</a:t>
                      </a:r>
                      <a:endParaRPr sz="1600" u="none" cap="none" strike="noStrike">
                        <a:latin typeface="Arial"/>
                        <a:ea typeface="Arial"/>
                        <a:cs typeface="Arial"/>
                        <a:sym typeface="Arial"/>
                      </a:endParaRPr>
                    </a:p>
                  </a:txBody>
                  <a:tcPr marT="34925" marB="34925" marR="34925" marL="34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66225">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M8</a:t>
                      </a:r>
                      <a:endParaRPr sz="1600" u="none" cap="none" strike="noStrike">
                        <a:latin typeface="Arial"/>
                        <a:ea typeface="Arial"/>
                        <a:cs typeface="Arial"/>
                        <a:sym typeface="Arial"/>
                      </a:endParaRPr>
                    </a:p>
                  </a:txBody>
                  <a:tcPr marT="34925" marB="34925" marR="34925" marL="34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Bayesian Learning</a:t>
                      </a:r>
                      <a:endParaRPr sz="1600" u="none" cap="none" strike="noStrike">
                        <a:latin typeface="Arial"/>
                        <a:ea typeface="Arial"/>
                        <a:cs typeface="Arial"/>
                        <a:sym typeface="Arial"/>
                      </a:endParaRPr>
                    </a:p>
                  </a:txBody>
                  <a:tcPr marT="34925" marB="34925" marR="34925" marL="34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66225">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M9</a:t>
                      </a:r>
                      <a:endParaRPr sz="1600" u="none" cap="none" strike="noStrike">
                        <a:latin typeface="Arial"/>
                        <a:ea typeface="Arial"/>
                        <a:cs typeface="Arial"/>
                        <a:sym typeface="Arial"/>
                      </a:endParaRPr>
                    </a:p>
                  </a:txBody>
                  <a:tcPr marT="34925" marB="34925" marR="34925" marL="34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lang="en-US" sz="1600" u="none" cap="none" strike="noStrike">
                          <a:latin typeface="Arial"/>
                          <a:ea typeface="Arial"/>
                          <a:cs typeface="Arial"/>
                          <a:sym typeface="Arial"/>
                        </a:rPr>
                        <a:t> Ensemble Learning</a:t>
                      </a:r>
                      <a:endParaRPr sz="1600" u="none" cap="none" strike="noStrike">
                        <a:latin typeface="Arial"/>
                        <a:ea typeface="Arial"/>
                        <a:cs typeface="Arial"/>
                        <a:sym typeface="Arial"/>
                      </a:endParaRPr>
                    </a:p>
                  </a:txBody>
                  <a:tcPr marT="34925" marB="34925" marR="34925" marL="34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66225">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M10</a:t>
                      </a:r>
                      <a:endParaRPr sz="1600" u="none" cap="none" strike="noStrike">
                        <a:latin typeface="Arial"/>
                        <a:ea typeface="Arial"/>
                        <a:cs typeface="Arial"/>
                        <a:sym typeface="Arial"/>
                      </a:endParaRPr>
                    </a:p>
                  </a:txBody>
                  <a:tcPr marT="34925" marB="34925" marR="34925" marL="34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Unsupervised Learning</a:t>
                      </a:r>
                      <a:endParaRPr sz="1600" u="none" cap="none" strike="noStrike">
                        <a:latin typeface="Arial"/>
                        <a:ea typeface="Arial"/>
                        <a:cs typeface="Arial"/>
                        <a:sym typeface="Arial"/>
                      </a:endParaRPr>
                    </a:p>
                  </a:txBody>
                  <a:tcPr marT="34925" marB="34925" marR="34925" marL="34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66225">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M11</a:t>
                      </a:r>
                      <a:endParaRPr sz="1600" u="none" cap="none" strike="noStrike">
                        <a:latin typeface="Arial"/>
                        <a:ea typeface="Arial"/>
                        <a:cs typeface="Arial"/>
                        <a:sym typeface="Arial"/>
                      </a:endParaRPr>
                    </a:p>
                  </a:txBody>
                  <a:tcPr marT="34925" marB="34925" marR="34925" marL="34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dk1"/>
                          </a:solidFill>
                          <a:latin typeface="Calibri"/>
                          <a:ea typeface="Calibri"/>
                          <a:cs typeface="Calibri"/>
                          <a:sym typeface="Calibri"/>
                        </a:rPr>
                        <a:t>Machine Learning Model Evaluation/Comparison</a:t>
                      </a:r>
                      <a:endParaRPr sz="1600" u="none" cap="none" strike="noStrike">
                        <a:latin typeface="Arial"/>
                        <a:ea typeface="Arial"/>
                        <a:cs typeface="Arial"/>
                        <a:sym typeface="Arial"/>
                      </a:endParaRPr>
                    </a:p>
                  </a:txBody>
                  <a:tcPr marT="34925" marB="34925" marR="34925" marL="34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3198" name="Google Shape;3198;p3"/>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p>
            <a:pPr indent="0" lvl="0" marL="0" rtl="0" algn="l">
              <a:lnSpc>
                <a:spcPct val="150000"/>
              </a:lnSpc>
              <a:spcBef>
                <a:spcPts val="0"/>
              </a:spcBef>
              <a:spcAft>
                <a:spcPts val="0"/>
              </a:spcAft>
              <a:buClr>
                <a:schemeClr val="dk1"/>
              </a:buClr>
              <a:buSzPts val="2400"/>
              <a:buNone/>
            </a:pPr>
            <a:r>
              <a:rPr lang="en-US" sz="2400"/>
              <a:t>Course Plan</a:t>
            </a:r>
            <a:endParaRPr/>
          </a:p>
        </p:txBody>
      </p:sp>
      <p:sp>
        <p:nvSpPr>
          <p:cNvPr id="3199" name="Google Shape;3199;p3"/>
          <p:cNvSpPr/>
          <p:nvPr/>
        </p:nvSpPr>
        <p:spPr>
          <a:xfrm>
            <a:off x="289560" y="2057400"/>
            <a:ext cx="6553200" cy="481263"/>
          </a:xfrm>
          <a:prstGeom prst="rect">
            <a:avLst/>
          </a:prstGeom>
          <a:no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Tahoma"/>
              <a:ea typeface="Tahoma"/>
              <a:cs typeface="Tahoma"/>
              <a:sym typeface="Tahom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5" name="Shape 3205"/>
        <p:cNvGrpSpPr/>
        <p:nvPr/>
      </p:nvGrpSpPr>
      <p:grpSpPr>
        <a:xfrm>
          <a:off x="0" y="0"/>
          <a:ext cx="0" cy="0"/>
          <a:chOff x="0" y="0"/>
          <a:chExt cx="0" cy="0"/>
        </a:xfrm>
      </p:grpSpPr>
      <p:sp>
        <p:nvSpPr>
          <p:cNvPr id="3206" name="Google Shape;3206;p4"/>
          <p:cNvSpPr txBox="1"/>
          <p:nvPr>
            <p:ph idx="1" type="body"/>
          </p:nvPr>
        </p:nvSpPr>
        <p:spPr>
          <a:xfrm>
            <a:off x="304800" y="1752600"/>
            <a:ext cx="8229600" cy="4267200"/>
          </a:xfrm>
          <a:prstGeom prst="rect">
            <a:avLst/>
          </a:prstGeom>
          <a:noFill/>
          <a:ln>
            <a:noFill/>
          </a:ln>
        </p:spPr>
        <p:txBody>
          <a:bodyPr anchorCtr="0" anchor="t" bIns="45700" lIns="91425" spcFirstLastPara="1" rIns="91425" wrap="square" tIns="45700">
            <a:normAutofit/>
          </a:bodyPr>
          <a:lstStyle/>
          <a:p>
            <a:pPr indent="-514350" lvl="0" marL="514350" rtl="0" algn="l">
              <a:lnSpc>
                <a:spcPct val="150000"/>
              </a:lnSpc>
              <a:spcBef>
                <a:spcPts val="0"/>
              </a:spcBef>
              <a:spcAft>
                <a:spcPts val="0"/>
              </a:spcAft>
              <a:buSzPts val="1800"/>
              <a:buFont typeface="Arial"/>
              <a:buChar char="•"/>
            </a:pPr>
            <a:r>
              <a:rPr lang="en-US" sz="1800"/>
              <a:t>Linear Model for Regression </a:t>
            </a:r>
            <a:endParaRPr sz="1800"/>
          </a:p>
          <a:p>
            <a:pPr indent="-514350" lvl="0" marL="514350" rtl="0" algn="l">
              <a:lnSpc>
                <a:spcPct val="150000"/>
              </a:lnSpc>
              <a:spcBef>
                <a:spcPts val="360"/>
              </a:spcBef>
              <a:spcAft>
                <a:spcPts val="0"/>
              </a:spcAft>
              <a:buSzPts val="1800"/>
              <a:buFont typeface="Arial"/>
              <a:buChar char="•"/>
            </a:pPr>
            <a:r>
              <a:rPr lang="en-US" sz="1800"/>
              <a:t>Direct solution vs Iterative Method</a:t>
            </a:r>
            <a:endParaRPr sz="1800"/>
          </a:p>
          <a:p>
            <a:pPr indent="-514350" lvl="0" marL="514350" rtl="0" algn="l">
              <a:lnSpc>
                <a:spcPct val="150000"/>
              </a:lnSpc>
              <a:spcBef>
                <a:spcPts val="360"/>
              </a:spcBef>
              <a:spcAft>
                <a:spcPts val="0"/>
              </a:spcAft>
              <a:buSzPts val="1800"/>
              <a:buFont typeface="Arial"/>
              <a:buChar char="•"/>
            </a:pPr>
            <a:r>
              <a:rPr lang="en-US" sz="1800"/>
              <a:t>Gradient Descent </a:t>
            </a:r>
            <a:endParaRPr/>
          </a:p>
          <a:p>
            <a:pPr indent="-514350" lvl="0" marL="514350" rtl="0" algn="l">
              <a:lnSpc>
                <a:spcPct val="150000"/>
              </a:lnSpc>
              <a:spcBef>
                <a:spcPts val="360"/>
              </a:spcBef>
              <a:spcAft>
                <a:spcPts val="0"/>
              </a:spcAft>
              <a:buSzPts val="1800"/>
              <a:buFont typeface="Arial"/>
              <a:buChar char="•"/>
            </a:pPr>
            <a:r>
              <a:rPr lang="en-US" sz="1800"/>
              <a:t>Linear Basis Function </a:t>
            </a:r>
            <a:endParaRPr/>
          </a:p>
          <a:p>
            <a:pPr indent="-514350" lvl="0" marL="514350" rtl="0" algn="l">
              <a:lnSpc>
                <a:spcPct val="150000"/>
              </a:lnSpc>
              <a:spcBef>
                <a:spcPts val="360"/>
              </a:spcBef>
              <a:spcAft>
                <a:spcPts val="0"/>
              </a:spcAft>
              <a:buSzPts val="1800"/>
              <a:buFont typeface="Arial"/>
              <a:buChar char="•"/>
            </a:pPr>
            <a:r>
              <a:rPr lang="en-US" sz="1800"/>
              <a:t>Notion of Bias vs Variance</a:t>
            </a:r>
            <a:endParaRPr/>
          </a:p>
          <a:p>
            <a:pPr indent="0" lvl="0" marL="0" rtl="0" algn="l">
              <a:lnSpc>
                <a:spcPct val="150000"/>
              </a:lnSpc>
              <a:spcBef>
                <a:spcPts val="360"/>
              </a:spcBef>
              <a:spcAft>
                <a:spcPts val="0"/>
              </a:spcAft>
              <a:buSzPts val="1800"/>
              <a:buNone/>
            </a:pPr>
            <a:r>
              <a:t/>
            </a:r>
            <a:endParaRPr sz="1800"/>
          </a:p>
          <a:p>
            <a:pPr indent="-400050" lvl="0" marL="514350" rtl="0" algn="l">
              <a:lnSpc>
                <a:spcPct val="150000"/>
              </a:lnSpc>
              <a:spcBef>
                <a:spcPts val="360"/>
              </a:spcBef>
              <a:spcAft>
                <a:spcPts val="0"/>
              </a:spcAft>
              <a:buSzPts val="1800"/>
              <a:buFont typeface="Arial"/>
              <a:buNone/>
            </a:pPr>
            <a:r>
              <a:t/>
            </a:r>
            <a:endParaRPr sz="1800"/>
          </a:p>
          <a:p>
            <a:pPr indent="-400050" lvl="0" marL="514350" rtl="0" algn="l">
              <a:lnSpc>
                <a:spcPct val="150000"/>
              </a:lnSpc>
              <a:spcBef>
                <a:spcPts val="360"/>
              </a:spcBef>
              <a:spcAft>
                <a:spcPts val="0"/>
              </a:spcAft>
              <a:buSzPts val="1800"/>
              <a:buFont typeface="Arial"/>
              <a:buNone/>
            </a:pPr>
            <a:r>
              <a:t/>
            </a:r>
            <a:endParaRPr sz="1800"/>
          </a:p>
          <a:p>
            <a:pPr indent="-400050" lvl="0" marL="514350" rtl="0" algn="l">
              <a:lnSpc>
                <a:spcPct val="150000"/>
              </a:lnSpc>
              <a:spcBef>
                <a:spcPts val="360"/>
              </a:spcBef>
              <a:spcAft>
                <a:spcPts val="0"/>
              </a:spcAft>
              <a:buSzPts val="1800"/>
              <a:buFont typeface="Arial"/>
              <a:buNone/>
            </a:pPr>
            <a:r>
              <a:t/>
            </a:r>
            <a:endParaRPr sz="1800"/>
          </a:p>
          <a:p>
            <a:pPr indent="-400050" lvl="0" marL="514350" rtl="0" algn="l">
              <a:lnSpc>
                <a:spcPct val="150000"/>
              </a:lnSpc>
              <a:spcBef>
                <a:spcPts val="360"/>
              </a:spcBef>
              <a:spcAft>
                <a:spcPts val="0"/>
              </a:spcAft>
              <a:buSzPts val="1800"/>
              <a:buFont typeface="Arial"/>
              <a:buNone/>
            </a:pPr>
            <a:r>
              <a:t/>
            </a:r>
            <a:endParaRPr sz="1800"/>
          </a:p>
        </p:txBody>
      </p:sp>
      <p:sp>
        <p:nvSpPr>
          <p:cNvPr id="3207" name="Google Shape;3207;p4"/>
          <p:cNvSpPr txBox="1"/>
          <p:nvPr>
            <p:ph idx="2" type="body"/>
          </p:nvPr>
        </p:nvSpPr>
        <p:spPr>
          <a:xfrm>
            <a:off x="304800" y="469631"/>
            <a:ext cx="6324600" cy="508537"/>
          </a:xfrm>
          <a:prstGeom prst="rect">
            <a:avLst/>
          </a:prstGeom>
          <a:noFill/>
          <a:ln>
            <a:noFill/>
          </a:ln>
        </p:spPr>
        <p:txBody>
          <a:bodyPr anchorCtr="0" anchor="ctr" bIns="45700" lIns="91425" spcFirstLastPara="1" rIns="91425" wrap="square" tIns="45700">
            <a:spAutoFit/>
          </a:bodyPr>
          <a:lstStyle/>
          <a:p>
            <a:pPr indent="0" lvl="0" marL="0" rtl="0" algn="l">
              <a:lnSpc>
                <a:spcPct val="150000"/>
              </a:lnSpc>
              <a:spcBef>
                <a:spcPts val="0"/>
              </a:spcBef>
              <a:spcAft>
                <a:spcPts val="0"/>
              </a:spcAft>
              <a:buClr>
                <a:schemeClr val="dk1"/>
              </a:buClr>
              <a:buSzPts val="2400"/>
              <a:buNone/>
            </a:pPr>
            <a:r>
              <a:rPr lang="en-US" sz="2400"/>
              <a:t>Agenda</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1" name="Shape 3211"/>
        <p:cNvGrpSpPr/>
        <p:nvPr/>
      </p:nvGrpSpPr>
      <p:grpSpPr>
        <a:xfrm>
          <a:off x="0" y="0"/>
          <a:ext cx="0" cy="0"/>
          <a:chOff x="0" y="0"/>
          <a:chExt cx="0" cy="0"/>
        </a:xfrm>
      </p:grpSpPr>
      <p:sp>
        <p:nvSpPr>
          <p:cNvPr id="3212" name="Google Shape;3212;p5"/>
          <p:cNvSpPr txBox="1"/>
          <p:nvPr>
            <p:ph idx="2" type="body"/>
          </p:nvPr>
        </p:nvSpPr>
        <p:spPr>
          <a:xfrm>
            <a:off x="914400" y="3048000"/>
            <a:ext cx="7391400" cy="1219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C00000"/>
              </a:buClr>
              <a:buSzPts val="3600"/>
              <a:buNone/>
            </a:pPr>
            <a:r>
              <a:rPr lang="en-US">
                <a:solidFill>
                  <a:srgbClr val="C00000"/>
                </a:solidFill>
              </a:rPr>
              <a:t>Linear Regression </a:t>
            </a:r>
            <a:endParaRPr>
              <a:solidFill>
                <a:srgbClr val="C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7" name="Shape 3217"/>
        <p:cNvGrpSpPr/>
        <p:nvPr/>
      </p:nvGrpSpPr>
      <p:grpSpPr>
        <a:xfrm>
          <a:off x="0" y="0"/>
          <a:ext cx="0" cy="0"/>
          <a:chOff x="0" y="0"/>
          <a:chExt cx="0" cy="0"/>
        </a:xfrm>
      </p:grpSpPr>
      <p:sp>
        <p:nvSpPr>
          <p:cNvPr id="3218" name="Google Shape;3218;p6"/>
          <p:cNvSpPr txBox="1"/>
          <p:nvPr>
            <p:ph type="title"/>
          </p:nvPr>
        </p:nvSpPr>
        <p:spPr>
          <a:xfrm>
            <a:off x="395536" y="422691"/>
            <a:ext cx="7300664" cy="553998"/>
          </a:xfrm>
          <a:prstGeom prst="rect">
            <a:avLst/>
          </a:prstGeom>
          <a:noFill/>
          <a:ln>
            <a:noFill/>
          </a:ln>
        </p:spPr>
        <p:txBody>
          <a:bodyPr anchorCtr="0" anchor="ctr" bIns="45700" lIns="91425" spcFirstLastPara="1" rIns="91425" wrap="square" tIns="45700">
            <a:spAutoFit/>
          </a:bodyPr>
          <a:lstStyle/>
          <a:p>
            <a:pPr indent="-342900" lvl="0" marL="457200" rtl="0" algn="l">
              <a:lnSpc>
                <a:spcPct val="150000"/>
              </a:lnSpc>
              <a:spcBef>
                <a:spcPts val="0"/>
              </a:spcBef>
              <a:spcAft>
                <a:spcPts val="0"/>
              </a:spcAft>
              <a:buClr>
                <a:schemeClr val="dk1"/>
              </a:buClr>
              <a:buSzPts val="3600"/>
              <a:buFont typeface="Arial"/>
              <a:buNone/>
            </a:pPr>
            <a:r>
              <a:rPr b="1" lang="en-US" sz="2400">
                <a:latin typeface="Arial"/>
                <a:ea typeface="Arial"/>
                <a:cs typeface="Arial"/>
                <a:sym typeface="Arial"/>
              </a:rPr>
              <a:t>Inductive Learning Hypothesis : Interpretation</a:t>
            </a:r>
            <a:endParaRPr b="1" sz="2400">
              <a:latin typeface="Arial"/>
              <a:ea typeface="Arial"/>
              <a:cs typeface="Arial"/>
              <a:sym typeface="Arial"/>
            </a:endParaRPr>
          </a:p>
        </p:txBody>
      </p:sp>
      <p:sp>
        <p:nvSpPr>
          <p:cNvPr id="3219" name="Google Shape;3219;p6"/>
          <p:cNvSpPr txBox="1"/>
          <p:nvPr>
            <p:ph idx="1" type="body"/>
          </p:nvPr>
        </p:nvSpPr>
        <p:spPr>
          <a:xfrm>
            <a:off x="152400" y="1371600"/>
            <a:ext cx="5726772" cy="5486400"/>
          </a:xfrm>
          <a:prstGeom prst="rect">
            <a:avLst/>
          </a:prstGeom>
          <a:blipFill rotWithShape="1">
            <a:blip r:embed="rId3">
              <a:alphaModFix/>
            </a:blip>
            <a:stretch>
              <a:fillRect b="0" l="-637" r="0" t="0"/>
            </a:stretch>
          </a:blip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SzPts val="3200"/>
              <a:buChar char="•"/>
            </a:pPr>
            <a:r>
              <a:rPr lang="en-US"/>
              <a:t> </a:t>
            </a:r>
            <a:endParaRPr/>
          </a:p>
        </p:txBody>
      </p:sp>
      <p:sp>
        <p:nvSpPr>
          <p:cNvPr id="3220" name="Google Shape;3220;p6"/>
          <p:cNvSpPr txBox="1"/>
          <p:nvPr>
            <p:ph idx="12" type="sldNum"/>
          </p:nvPr>
        </p:nvSpPr>
        <p:spPr>
          <a:xfrm>
            <a:off x="8532440" y="6237312"/>
            <a:ext cx="611560" cy="29311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Times New Roman"/>
              <a:buNone/>
            </a:pPr>
            <a:fld id="{00000000-1234-1234-1234-123412341234}" type="slidenum">
              <a:rPr b="1" i="0" lang="en-US" sz="1600" u="none" cap="none" strike="noStrike">
                <a:solidFill>
                  <a:srgbClr val="000000"/>
                </a:solidFill>
                <a:latin typeface="Times New Roman"/>
                <a:ea typeface="Times New Roman"/>
                <a:cs typeface="Times New Roman"/>
                <a:sym typeface="Times New Roman"/>
              </a:rPr>
              <a:t>‹#›</a:t>
            </a:fld>
            <a:endParaRPr b="1" i="0" sz="1600" u="none" cap="none" strike="noStrike">
              <a:solidFill>
                <a:srgbClr val="000000"/>
              </a:solidFill>
              <a:latin typeface="Times New Roman"/>
              <a:ea typeface="Times New Roman"/>
              <a:cs typeface="Times New Roman"/>
              <a:sym typeface="Times New Roman"/>
            </a:endParaRPr>
          </a:p>
        </p:txBody>
      </p:sp>
      <p:sp>
        <p:nvSpPr>
          <p:cNvPr id="3221" name="Google Shape;3221;p6"/>
          <p:cNvSpPr/>
          <p:nvPr/>
        </p:nvSpPr>
        <p:spPr>
          <a:xfrm>
            <a:off x="6464280" y="1863363"/>
            <a:ext cx="1544012" cy="92333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Classification</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Regression</a:t>
            </a:r>
            <a:endParaRPr b="0" i="0" sz="1800" u="none" cap="none" strike="noStrike">
              <a:solidFill>
                <a:srgbClr val="000000"/>
              </a:solidFill>
              <a:latin typeface="Tahoma"/>
              <a:ea typeface="Tahoma"/>
              <a:cs typeface="Tahoma"/>
              <a:sym typeface="Tahoma"/>
            </a:endParaRPr>
          </a:p>
        </p:txBody>
      </p:sp>
      <p:pic>
        <p:nvPicPr>
          <p:cNvPr id="3222" name="Google Shape;3222;p6"/>
          <p:cNvPicPr preferRelativeResize="0"/>
          <p:nvPr/>
        </p:nvPicPr>
        <p:blipFill rotWithShape="1">
          <a:blip r:embed="rId4">
            <a:alphaModFix/>
          </a:blip>
          <a:srcRect b="0" l="0" r="0" t="0"/>
          <a:stretch/>
        </p:blipFill>
        <p:spPr>
          <a:xfrm>
            <a:off x="228600" y="4058485"/>
            <a:ext cx="8724132" cy="1981372"/>
          </a:xfrm>
          <a:prstGeom prst="rect">
            <a:avLst/>
          </a:prstGeom>
          <a:noFill/>
          <a:ln>
            <a:noFill/>
          </a:ln>
        </p:spPr>
      </p:pic>
      <p:sp>
        <p:nvSpPr>
          <p:cNvPr id="3223" name="Google Shape;3223;p6"/>
          <p:cNvSpPr/>
          <p:nvPr/>
        </p:nvSpPr>
        <p:spPr>
          <a:xfrm>
            <a:off x="228600" y="2410243"/>
            <a:ext cx="7779692" cy="376450"/>
          </a:xfrm>
          <a:prstGeom prst="rect">
            <a:avLst/>
          </a:prstGeom>
          <a:no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7" name="Shape 3227"/>
        <p:cNvGrpSpPr/>
        <p:nvPr/>
      </p:nvGrpSpPr>
      <p:grpSpPr>
        <a:xfrm>
          <a:off x="0" y="0"/>
          <a:ext cx="0" cy="0"/>
          <a:chOff x="0" y="0"/>
          <a:chExt cx="0" cy="0"/>
        </a:xfrm>
      </p:grpSpPr>
      <p:sp>
        <p:nvSpPr>
          <p:cNvPr id="3228" name="Google Shape;3228;p7"/>
          <p:cNvSpPr txBox="1"/>
          <p:nvPr>
            <p:ph idx="2" type="body"/>
          </p:nvPr>
        </p:nvSpPr>
        <p:spPr>
          <a:xfrm>
            <a:off x="304800" y="152400"/>
            <a:ext cx="8229600" cy="1143000"/>
          </a:xfrm>
          <a:prstGeom prst="rect">
            <a:avLst/>
          </a:prstGeom>
          <a:noFill/>
          <a:ln>
            <a:noFill/>
          </a:ln>
        </p:spPr>
        <p:txBody>
          <a:bodyPr anchorCtr="0" anchor="ctr" bIns="45700" lIns="91425" spcFirstLastPara="1" rIns="91425" wrap="square" tIns="45700">
            <a:normAutofit lnSpcReduction="10000"/>
          </a:bodyPr>
          <a:lstStyle/>
          <a:p>
            <a:pPr indent="0" lvl="0" marL="0" rtl="0" algn="l">
              <a:lnSpc>
                <a:spcPct val="150000"/>
              </a:lnSpc>
              <a:spcBef>
                <a:spcPts val="0"/>
              </a:spcBef>
              <a:spcAft>
                <a:spcPts val="0"/>
              </a:spcAft>
              <a:buClr>
                <a:schemeClr val="dk1"/>
              </a:buClr>
              <a:buSzPts val="2400"/>
              <a:buNone/>
            </a:pPr>
            <a:r>
              <a:rPr lang="en-US" sz="2400"/>
              <a:t>Formal Representation: Interpretation</a:t>
            </a:r>
            <a:endParaRPr/>
          </a:p>
          <a:p>
            <a:pPr indent="0" lvl="0" marL="0" rtl="0" algn="l">
              <a:lnSpc>
                <a:spcPct val="180000"/>
              </a:lnSpc>
              <a:spcBef>
                <a:spcPts val="0"/>
              </a:spcBef>
              <a:spcAft>
                <a:spcPts val="0"/>
              </a:spcAft>
              <a:buClr>
                <a:srgbClr val="C00000"/>
              </a:buClr>
              <a:buSzPts val="2000"/>
              <a:buNone/>
            </a:pPr>
            <a:r>
              <a:rPr lang="en-US" sz="2000">
                <a:solidFill>
                  <a:srgbClr val="C00000"/>
                </a:solidFill>
              </a:rPr>
              <a:t>Supervised Learning: Regression</a:t>
            </a:r>
            <a:endParaRPr sz="2000">
              <a:solidFill>
                <a:srgbClr val="C00000"/>
              </a:solidFill>
            </a:endParaRPr>
          </a:p>
        </p:txBody>
      </p:sp>
      <p:sp>
        <p:nvSpPr>
          <p:cNvPr id="3229" name="Google Shape;3229;p7"/>
          <p:cNvSpPr/>
          <p:nvPr/>
        </p:nvSpPr>
        <p:spPr>
          <a:xfrm>
            <a:off x="724925" y="1874376"/>
            <a:ext cx="7162800" cy="1128600"/>
          </a:xfrm>
          <a:prstGeom prst="rect">
            <a:avLst/>
          </a:prstGeom>
          <a:noFill/>
          <a:ln>
            <a:noFill/>
          </a:ln>
        </p:spPr>
        <p:txBody>
          <a:bodyPr anchorCtr="0" anchor="t" bIns="45700" lIns="91425" spcFirstLastPara="1" rIns="91425" wrap="square" tIns="45700">
            <a:spAutoFit/>
          </a:bodyPr>
          <a:lstStyle/>
          <a:p>
            <a:pPr indent="-342900" lvl="0" marL="355600" marR="0" rtl="0" algn="l">
              <a:lnSpc>
                <a:spcPct val="100000"/>
              </a:lnSpc>
              <a:spcBef>
                <a:spcPts val="0"/>
              </a:spcBef>
              <a:spcAft>
                <a:spcPts val="0"/>
              </a:spcAft>
              <a:buClr>
                <a:srgbClr val="000000"/>
              </a:buClr>
              <a:buSzPts val="3200"/>
              <a:buFont typeface="Arial"/>
              <a:buChar char="•"/>
            </a:pPr>
            <a:r>
              <a:rPr b="0" i="0" lang="en-US" sz="1800" u="none" cap="none" strike="noStrike">
                <a:solidFill>
                  <a:srgbClr val="000000"/>
                </a:solidFill>
                <a:latin typeface="Helvetica Neue"/>
                <a:ea typeface="Helvetica Neue"/>
                <a:cs typeface="Helvetica Neue"/>
                <a:sym typeface="Helvetica Neue"/>
              </a:rPr>
              <a:t>Given (</a:t>
            </a:r>
            <a:r>
              <a:rPr b="0" i="1" lang="en-US" sz="1800" u="none" cap="none" strike="noStrike">
                <a:solidFill>
                  <a:srgbClr val="000000"/>
                </a:solidFill>
                <a:latin typeface="Helvetica Neue"/>
                <a:ea typeface="Helvetica Neue"/>
                <a:cs typeface="Helvetica Neue"/>
                <a:sym typeface="Helvetica Neue"/>
              </a:rPr>
              <a:t>x</a:t>
            </a:r>
            <a:r>
              <a:rPr b="0" baseline="-25000" i="0" lang="en-US" sz="1800" u="none" cap="none" strike="noStrike">
                <a:solidFill>
                  <a:srgbClr val="000000"/>
                </a:solidFill>
                <a:latin typeface="Helvetica Neue"/>
                <a:ea typeface="Helvetica Neue"/>
                <a:cs typeface="Helvetica Neue"/>
                <a:sym typeface="Helvetica Neue"/>
              </a:rPr>
              <a:t>1</a:t>
            </a:r>
            <a:r>
              <a:rPr b="0" i="0" lang="en-US" sz="1800" u="none" cap="none" strike="noStrike">
                <a:solidFill>
                  <a:srgbClr val="000000"/>
                </a:solidFill>
                <a:latin typeface="Helvetica Neue"/>
                <a:ea typeface="Helvetica Neue"/>
                <a:cs typeface="Helvetica Neue"/>
                <a:sym typeface="Helvetica Neue"/>
              </a:rPr>
              <a:t>, </a:t>
            </a:r>
            <a:r>
              <a:rPr b="0" i="1" lang="en-US" sz="1800" u="none" cap="none" strike="noStrike">
                <a:solidFill>
                  <a:srgbClr val="000000"/>
                </a:solidFill>
                <a:latin typeface="Helvetica Neue"/>
                <a:ea typeface="Helvetica Neue"/>
                <a:cs typeface="Helvetica Neue"/>
                <a:sym typeface="Helvetica Neue"/>
              </a:rPr>
              <a:t>y</a:t>
            </a:r>
            <a:r>
              <a:rPr b="0" baseline="-25000" i="0" lang="en-US" sz="1800" u="none" cap="none" strike="noStrike">
                <a:solidFill>
                  <a:srgbClr val="000000"/>
                </a:solidFill>
                <a:latin typeface="Helvetica Neue"/>
                <a:ea typeface="Helvetica Neue"/>
                <a:cs typeface="Helvetica Neue"/>
                <a:sym typeface="Helvetica Neue"/>
              </a:rPr>
              <a:t>1</a:t>
            </a:r>
            <a:r>
              <a:rPr b="0" i="0" lang="en-US" sz="1800" u="none" cap="none" strike="noStrike">
                <a:solidFill>
                  <a:srgbClr val="000000"/>
                </a:solidFill>
                <a:latin typeface="Helvetica Neue"/>
                <a:ea typeface="Helvetica Neue"/>
                <a:cs typeface="Helvetica Neue"/>
                <a:sym typeface="Helvetica Neue"/>
              </a:rPr>
              <a:t>), (</a:t>
            </a:r>
            <a:r>
              <a:rPr b="0" i="1" lang="en-US" sz="1800" u="none" cap="none" strike="noStrike">
                <a:solidFill>
                  <a:srgbClr val="000000"/>
                </a:solidFill>
                <a:latin typeface="Helvetica Neue"/>
                <a:ea typeface="Helvetica Neue"/>
                <a:cs typeface="Helvetica Neue"/>
                <a:sym typeface="Helvetica Neue"/>
              </a:rPr>
              <a:t>x</a:t>
            </a:r>
            <a:r>
              <a:rPr b="0" baseline="-25000" i="0" lang="en-US" sz="1800" u="none" cap="none" strike="noStrike">
                <a:solidFill>
                  <a:srgbClr val="000000"/>
                </a:solidFill>
                <a:latin typeface="Helvetica Neue"/>
                <a:ea typeface="Helvetica Neue"/>
                <a:cs typeface="Helvetica Neue"/>
                <a:sym typeface="Helvetica Neue"/>
              </a:rPr>
              <a:t>2</a:t>
            </a:r>
            <a:r>
              <a:rPr b="0" i="0" lang="en-US" sz="1800" u="none" cap="none" strike="noStrike">
                <a:solidFill>
                  <a:srgbClr val="000000"/>
                </a:solidFill>
                <a:latin typeface="Helvetica Neue"/>
                <a:ea typeface="Helvetica Neue"/>
                <a:cs typeface="Helvetica Neue"/>
                <a:sym typeface="Helvetica Neue"/>
              </a:rPr>
              <a:t>, </a:t>
            </a:r>
            <a:r>
              <a:rPr b="0" i="1" lang="en-US" sz="1800" u="none" cap="none" strike="noStrike">
                <a:solidFill>
                  <a:srgbClr val="000000"/>
                </a:solidFill>
                <a:latin typeface="Helvetica Neue"/>
                <a:ea typeface="Helvetica Neue"/>
                <a:cs typeface="Helvetica Neue"/>
                <a:sym typeface="Helvetica Neue"/>
              </a:rPr>
              <a:t>y</a:t>
            </a:r>
            <a:r>
              <a:rPr b="0" baseline="-25000" i="0" lang="en-US" sz="1800" u="none" cap="none" strike="noStrike">
                <a:solidFill>
                  <a:srgbClr val="000000"/>
                </a:solidFill>
                <a:latin typeface="Helvetica Neue"/>
                <a:ea typeface="Helvetica Neue"/>
                <a:cs typeface="Helvetica Neue"/>
                <a:sym typeface="Helvetica Neue"/>
              </a:rPr>
              <a:t>2</a:t>
            </a:r>
            <a:r>
              <a:rPr b="0" i="0" lang="en-US" sz="1800" u="none" cap="none" strike="noStrike">
                <a:solidFill>
                  <a:srgbClr val="000000"/>
                </a:solidFill>
                <a:latin typeface="Helvetica Neue"/>
                <a:ea typeface="Helvetica Neue"/>
                <a:cs typeface="Helvetica Neue"/>
                <a:sym typeface="Helvetica Neue"/>
              </a:rPr>
              <a:t>), ..., (</a:t>
            </a:r>
            <a:r>
              <a:rPr b="0" i="1" lang="en-US" sz="1800" u="none" cap="none" strike="noStrike">
                <a:solidFill>
                  <a:srgbClr val="000000"/>
                </a:solidFill>
                <a:latin typeface="Helvetica Neue"/>
                <a:ea typeface="Helvetica Neue"/>
                <a:cs typeface="Helvetica Neue"/>
                <a:sym typeface="Helvetica Neue"/>
              </a:rPr>
              <a:t>x</a:t>
            </a:r>
            <a:r>
              <a:rPr b="0" baseline="-25000" i="0" lang="en-US" sz="1800" u="none" cap="none" strike="noStrike">
                <a:solidFill>
                  <a:srgbClr val="000000"/>
                </a:solidFill>
                <a:latin typeface="Helvetica Neue"/>
                <a:ea typeface="Helvetica Neue"/>
                <a:cs typeface="Helvetica Neue"/>
                <a:sym typeface="Helvetica Neue"/>
              </a:rPr>
              <a:t>n</a:t>
            </a:r>
            <a:r>
              <a:rPr b="0" i="0" lang="en-US" sz="1800" u="none" cap="none" strike="noStrike">
                <a:solidFill>
                  <a:srgbClr val="000000"/>
                </a:solidFill>
                <a:latin typeface="Helvetica Neue"/>
                <a:ea typeface="Helvetica Neue"/>
                <a:cs typeface="Helvetica Neue"/>
                <a:sym typeface="Helvetica Neue"/>
              </a:rPr>
              <a:t>, </a:t>
            </a:r>
            <a:r>
              <a:rPr b="0" i="1" lang="en-US" sz="1800" u="none" cap="none" strike="noStrike">
                <a:solidFill>
                  <a:srgbClr val="000000"/>
                </a:solidFill>
                <a:latin typeface="Helvetica Neue"/>
                <a:ea typeface="Helvetica Neue"/>
                <a:cs typeface="Helvetica Neue"/>
                <a:sym typeface="Helvetica Neue"/>
              </a:rPr>
              <a:t>y</a:t>
            </a:r>
            <a:r>
              <a:rPr b="0" baseline="-25000" i="0" lang="en-US" sz="1800" u="none" cap="none" strike="noStrike">
                <a:solidFill>
                  <a:srgbClr val="000000"/>
                </a:solidFill>
                <a:latin typeface="Helvetica Neue"/>
                <a:ea typeface="Helvetica Neue"/>
                <a:cs typeface="Helvetica Neue"/>
                <a:sym typeface="Helvetica Neue"/>
              </a:rPr>
              <a:t>n</a:t>
            </a:r>
            <a:r>
              <a:rPr b="0" i="0" lang="en-US" sz="1800" u="none" cap="none" strike="noStrike">
                <a:solidFill>
                  <a:srgbClr val="000000"/>
                </a:solidFill>
                <a:latin typeface="Helvetica Neue"/>
                <a:ea typeface="Helvetica Neue"/>
                <a:cs typeface="Helvetica Neue"/>
                <a:sym typeface="Helvetica Neue"/>
              </a:rPr>
              <a:t>)</a:t>
            </a:r>
            <a:endParaRPr b="0" i="0" sz="1400" u="none" cap="none" strike="noStrike">
              <a:solidFill>
                <a:srgbClr val="000000"/>
              </a:solidFill>
              <a:latin typeface="Arial"/>
              <a:ea typeface="Arial"/>
              <a:cs typeface="Arial"/>
              <a:sym typeface="Arial"/>
            </a:endParaRPr>
          </a:p>
          <a:p>
            <a:pPr indent="-342900" lvl="0" marL="355600" marR="0" rtl="0" algn="l">
              <a:lnSpc>
                <a:spcPct val="100000"/>
              </a:lnSpc>
              <a:spcBef>
                <a:spcPts val="760"/>
              </a:spcBef>
              <a:spcAft>
                <a:spcPts val="0"/>
              </a:spcAft>
              <a:buClr>
                <a:srgbClr val="000000"/>
              </a:buClr>
              <a:buSzPts val="3200"/>
              <a:buFont typeface="Arial"/>
              <a:buChar char="•"/>
            </a:pPr>
            <a:r>
              <a:rPr b="0" i="0" lang="en-US" sz="1800" u="none" cap="none" strike="noStrike">
                <a:solidFill>
                  <a:srgbClr val="000000"/>
                </a:solidFill>
                <a:latin typeface="Helvetica Neue"/>
                <a:ea typeface="Helvetica Neue"/>
                <a:cs typeface="Helvetica Neue"/>
                <a:sym typeface="Helvetica Neue"/>
              </a:rPr>
              <a:t>Learn a function </a:t>
            </a:r>
            <a:r>
              <a:rPr b="0" i="1" lang="en-US" sz="1800" u="none" cap="none" strike="noStrike">
                <a:solidFill>
                  <a:srgbClr val="000000"/>
                </a:solidFill>
                <a:latin typeface="Helvetica Neue"/>
                <a:ea typeface="Helvetica Neue"/>
                <a:cs typeface="Helvetica Neue"/>
                <a:sym typeface="Helvetica Neue"/>
              </a:rPr>
              <a:t>f </a:t>
            </a:r>
            <a:r>
              <a:rPr b="0" i="0" lang="en-US" sz="1800" u="none" cap="none" strike="noStrike">
                <a:solidFill>
                  <a:srgbClr val="000000"/>
                </a:solidFill>
                <a:latin typeface="Helvetica Neue"/>
                <a:ea typeface="Helvetica Neue"/>
                <a:cs typeface="Helvetica Neue"/>
                <a:sym typeface="Helvetica Neue"/>
              </a:rPr>
              <a:t>(</a:t>
            </a:r>
            <a:r>
              <a:rPr b="0" i="1" lang="en-US" sz="1800" u="none" cap="none" strike="noStrike">
                <a:solidFill>
                  <a:srgbClr val="000000"/>
                </a:solidFill>
                <a:latin typeface="Helvetica Neue"/>
                <a:ea typeface="Helvetica Neue"/>
                <a:cs typeface="Helvetica Neue"/>
                <a:sym typeface="Helvetica Neue"/>
              </a:rPr>
              <a:t>x</a:t>
            </a:r>
            <a:r>
              <a:rPr b="0" i="0" lang="en-US" sz="1800" u="none" cap="none" strike="noStrike">
                <a:solidFill>
                  <a:srgbClr val="000000"/>
                </a:solidFill>
                <a:latin typeface="Helvetica Neue"/>
                <a:ea typeface="Helvetica Neue"/>
                <a:cs typeface="Helvetica Neue"/>
                <a:sym typeface="Helvetica Neue"/>
              </a:rPr>
              <a:t>) to predict </a:t>
            </a:r>
            <a:r>
              <a:rPr b="0" i="1" lang="en-US" sz="1800" u="none" cap="none" strike="noStrike">
                <a:solidFill>
                  <a:srgbClr val="000000"/>
                </a:solidFill>
                <a:latin typeface="Helvetica Neue"/>
                <a:ea typeface="Helvetica Neue"/>
                <a:cs typeface="Helvetica Neue"/>
                <a:sym typeface="Helvetica Neue"/>
              </a:rPr>
              <a:t>y </a:t>
            </a:r>
            <a:r>
              <a:rPr b="0" i="0" lang="en-US" sz="1800" u="none" cap="none" strike="noStrike">
                <a:solidFill>
                  <a:srgbClr val="000000"/>
                </a:solidFill>
                <a:latin typeface="Helvetica Neue"/>
                <a:ea typeface="Helvetica Neue"/>
                <a:cs typeface="Helvetica Neue"/>
                <a:sym typeface="Helvetica Neue"/>
              </a:rPr>
              <a:t>given </a:t>
            </a:r>
            <a:r>
              <a:rPr b="0" i="1" lang="en-US" sz="1800" u="none" cap="none" strike="noStrike">
                <a:solidFill>
                  <a:srgbClr val="000000"/>
                </a:solidFill>
                <a:latin typeface="Helvetica Neue"/>
                <a:ea typeface="Helvetica Neue"/>
                <a:cs typeface="Helvetica Neue"/>
                <a:sym typeface="Helvetica Neue"/>
              </a:rPr>
              <a:t>x</a:t>
            </a:r>
            <a:endParaRPr b="0" i="0" sz="1800" u="none" cap="none" strike="noStrike">
              <a:solidFill>
                <a:srgbClr val="000000"/>
              </a:solidFill>
              <a:latin typeface="Helvetica Neue"/>
              <a:ea typeface="Helvetica Neue"/>
              <a:cs typeface="Helvetica Neue"/>
              <a:sym typeface="Helvetica Neue"/>
            </a:endParaRPr>
          </a:p>
          <a:p>
            <a:pPr indent="0" lvl="0" marL="469900" marR="0" rtl="0" algn="l">
              <a:lnSpc>
                <a:spcPct val="100000"/>
              </a:lnSpc>
              <a:spcBef>
                <a:spcPts val="760"/>
              </a:spcBef>
              <a:spcAft>
                <a:spcPts val="0"/>
              </a:spcAft>
              <a:buClr>
                <a:srgbClr val="000000"/>
              </a:buClr>
              <a:buSzPts val="1800"/>
              <a:buFont typeface="Arial"/>
              <a:buNone/>
            </a:pPr>
            <a:r>
              <a:rPr b="0" i="0" lang="en-US" sz="1800" u="none" cap="none" strike="noStrike">
                <a:solidFill>
                  <a:srgbClr val="000000"/>
                </a:solidFill>
                <a:latin typeface="Helvetica Neue"/>
                <a:ea typeface="Helvetica Neue"/>
                <a:cs typeface="Helvetica Neue"/>
                <a:sym typeface="Helvetica Neue"/>
              </a:rPr>
              <a:t>– </a:t>
            </a:r>
            <a:r>
              <a:rPr b="0" i="1" lang="en-US" sz="1800" u="none" cap="none" strike="noStrike">
                <a:solidFill>
                  <a:srgbClr val="000000"/>
                </a:solidFill>
                <a:latin typeface="Helvetica Neue"/>
                <a:ea typeface="Helvetica Neue"/>
                <a:cs typeface="Helvetica Neue"/>
                <a:sym typeface="Helvetica Neue"/>
              </a:rPr>
              <a:t>y </a:t>
            </a:r>
            <a:r>
              <a:rPr b="0" i="0" lang="en-US" sz="1800" u="none" cap="none" strike="noStrike">
                <a:solidFill>
                  <a:srgbClr val="000000"/>
                </a:solidFill>
                <a:latin typeface="Helvetica Neue"/>
                <a:ea typeface="Helvetica Neue"/>
                <a:cs typeface="Helvetica Neue"/>
                <a:sym typeface="Helvetica Neue"/>
              </a:rPr>
              <a:t>is real-valued</a:t>
            </a:r>
            <a:endParaRPr b="0" i="0" sz="1400" u="none" cap="none" strike="noStrike">
              <a:solidFill>
                <a:srgbClr val="000000"/>
              </a:solidFill>
              <a:latin typeface="Arial"/>
              <a:ea typeface="Arial"/>
              <a:cs typeface="Arial"/>
              <a:sym typeface="Arial"/>
            </a:endParaRPr>
          </a:p>
        </p:txBody>
      </p:sp>
      <p:sp>
        <p:nvSpPr>
          <p:cNvPr id="3230" name="Google Shape;3230;p7"/>
          <p:cNvSpPr/>
          <p:nvPr/>
        </p:nvSpPr>
        <p:spPr>
          <a:xfrm>
            <a:off x="-45720" y="1430774"/>
            <a:ext cx="93726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150860"/>
                </a:solidFill>
                <a:latin typeface="Helvetica Neue"/>
                <a:ea typeface="Helvetica Neue"/>
                <a:cs typeface="Helvetica Neue"/>
                <a:sym typeface="Helvetica Neue"/>
              </a:rPr>
              <a:t>GOAL : Previously unseen records should be assigned a value as accurately as possible.</a:t>
            </a:r>
            <a:endParaRPr b="0" i="0" sz="1400" u="none" cap="none" strike="noStrike">
              <a:solidFill>
                <a:srgbClr val="000000"/>
              </a:solidFill>
              <a:latin typeface="Arial"/>
              <a:ea typeface="Arial"/>
              <a:cs typeface="Arial"/>
              <a:sym typeface="Arial"/>
            </a:endParaRPr>
          </a:p>
        </p:txBody>
      </p:sp>
      <p:grpSp>
        <p:nvGrpSpPr>
          <p:cNvPr id="3231" name="Google Shape;3231;p7"/>
          <p:cNvGrpSpPr/>
          <p:nvPr/>
        </p:nvGrpSpPr>
        <p:grpSpPr>
          <a:xfrm>
            <a:off x="304800" y="2819400"/>
            <a:ext cx="6189176" cy="3798330"/>
            <a:chOff x="1542025" y="2438402"/>
            <a:chExt cx="6189176" cy="3798330"/>
          </a:xfrm>
        </p:grpSpPr>
        <p:sp>
          <p:nvSpPr>
            <p:cNvPr id="3232" name="Google Shape;3232;p7"/>
            <p:cNvSpPr/>
            <p:nvPr/>
          </p:nvSpPr>
          <p:spPr>
            <a:xfrm>
              <a:off x="2394115" y="5202680"/>
              <a:ext cx="4928235" cy="0"/>
            </a:xfrm>
            <a:custGeom>
              <a:rect b="b" l="l" r="r" t="t"/>
              <a:pathLst>
                <a:path extrusionOk="0" h="120000" w="4928234">
                  <a:moveTo>
                    <a:pt x="0" y="0"/>
                  </a:moveTo>
                  <a:lnTo>
                    <a:pt x="4928192" y="0"/>
                  </a:lnTo>
                </a:path>
              </a:pathLst>
            </a:custGeom>
            <a:noFill/>
            <a:ln cap="flat" cmpd="sng" w="12700">
              <a:solidFill>
                <a:srgbClr val="D9D9D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33" name="Google Shape;3233;p7"/>
            <p:cNvSpPr/>
            <p:nvPr/>
          </p:nvSpPr>
          <p:spPr>
            <a:xfrm>
              <a:off x="2394115" y="4897879"/>
              <a:ext cx="4928235" cy="0"/>
            </a:xfrm>
            <a:custGeom>
              <a:rect b="b" l="l" r="r" t="t"/>
              <a:pathLst>
                <a:path extrusionOk="0" h="120000" w="4928234">
                  <a:moveTo>
                    <a:pt x="0" y="0"/>
                  </a:moveTo>
                  <a:lnTo>
                    <a:pt x="4928192" y="0"/>
                  </a:lnTo>
                </a:path>
              </a:pathLst>
            </a:custGeom>
            <a:noFill/>
            <a:ln cap="flat" cmpd="sng" w="12700">
              <a:solidFill>
                <a:srgbClr val="D9D9D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34" name="Google Shape;3234;p7"/>
            <p:cNvSpPr/>
            <p:nvPr/>
          </p:nvSpPr>
          <p:spPr>
            <a:xfrm>
              <a:off x="2394115" y="4593079"/>
              <a:ext cx="4928235" cy="0"/>
            </a:xfrm>
            <a:custGeom>
              <a:rect b="b" l="l" r="r" t="t"/>
              <a:pathLst>
                <a:path extrusionOk="0" h="120000" w="4928234">
                  <a:moveTo>
                    <a:pt x="0" y="0"/>
                  </a:moveTo>
                  <a:lnTo>
                    <a:pt x="4928192" y="0"/>
                  </a:lnTo>
                </a:path>
              </a:pathLst>
            </a:custGeom>
            <a:noFill/>
            <a:ln cap="flat" cmpd="sng" w="12700">
              <a:solidFill>
                <a:srgbClr val="D9D9D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35" name="Google Shape;3235;p7"/>
            <p:cNvSpPr/>
            <p:nvPr/>
          </p:nvSpPr>
          <p:spPr>
            <a:xfrm>
              <a:off x="2394115" y="4275579"/>
              <a:ext cx="4928235" cy="0"/>
            </a:xfrm>
            <a:custGeom>
              <a:rect b="b" l="l" r="r" t="t"/>
              <a:pathLst>
                <a:path extrusionOk="0" h="120000" w="4928234">
                  <a:moveTo>
                    <a:pt x="0" y="0"/>
                  </a:moveTo>
                  <a:lnTo>
                    <a:pt x="4928192" y="0"/>
                  </a:lnTo>
                </a:path>
              </a:pathLst>
            </a:custGeom>
            <a:noFill/>
            <a:ln cap="flat" cmpd="sng" w="12700">
              <a:solidFill>
                <a:srgbClr val="D9D9D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36" name="Google Shape;3236;p7"/>
            <p:cNvSpPr/>
            <p:nvPr/>
          </p:nvSpPr>
          <p:spPr>
            <a:xfrm>
              <a:off x="2394115" y="3970779"/>
              <a:ext cx="4928235" cy="0"/>
            </a:xfrm>
            <a:custGeom>
              <a:rect b="b" l="l" r="r" t="t"/>
              <a:pathLst>
                <a:path extrusionOk="0" h="120000" w="4928234">
                  <a:moveTo>
                    <a:pt x="0" y="0"/>
                  </a:moveTo>
                  <a:lnTo>
                    <a:pt x="4928192" y="0"/>
                  </a:lnTo>
                </a:path>
              </a:pathLst>
            </a:custGeom>
            <a:noFill/>
            <a:ln cap="flat" cmpd="sng" w="12700">
              <a:solidFill>
                <a:srgbClr val="D9D9D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37" name="Google Shape;3237;p7"/>
            <p:cNvSpPr/>
            <p:nvPr/>
          </p:nvSpPr>
          <p:spPr>
            <a:xfrm>
              <a:off x="2394115" y="3665983"/>
              <a:ext cx="4928235" cy="0"/>
            </a:xfrm>
            <a:custGeom>
              <a:rect b="b" l="l" r="r" t="t"/>
              <a:pathLst>
                <a:path extrusionOk="0" h="120000" w="4928234">
                  <a:moveTo>
                    <a:pt x="0" y="0"/>
                  </a:moveTo>
                  <a:lnTo>
                    <a:pt x="4928192" y="0"/>
                  </a:lnTo>
                </a:path>
              </a:pathLst>
            </a:custGeom>
            <a:noFill/>
            <a:ln cap="flat" cmpd="sng" w="12700">
              <a:solidFill>
                <a:srgbClr val="D9D9D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38" name="Google Shape;3238;p7"/>
            <p:cNvSpPr/>
            <p:nvPr/>
          </p:nvSpPr>
          <p:spPr>
            <a:xfrm>
              <a:off x="2394115" y="3361182"/>
              <a:ext cx="4928235" cy="0"/>
            </a:xfrm>
            <a:custGeom>
              <a:rect b="b" l="l" r="r" t="t"/>
              <a:pathLst>
                <a:path extrusionOk="0" h="120000" w="4928234">
                  <a:moveTo>
                    <a:pt x="0" y="0"/>
                  </a:moveTo>
                  <a:lnTo>
                    <a:pt x="4928192" y="0"/>
                  </a:lnTo>
                </a:path>
              </a:pathLst>
            </a:custGeom>
            <a:noFill/>
            <a:ln cap="flat" cmpd="sng" w="12700">
              <a:solidFill>
                <a:srgbClr val="D9D9D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39" name="Google Shape;3239;p7"/>
            <p:cNvSpPr/>
            <p:nvPr/>
          </p:nvSpPr>
          <p:spPr>
            <a:xfrm>
              <a:off x="2394115" y="3056382"/>
              <a:ext cx="4928235" cy="0"/>
            </a:xfrm>
            <a:custGeom>
              <a:rect b="b" l="l" r="r" t="t"/>
              <a:pathLst>
                <a:path extrusionOk="0" h="120000" w="4928234">
                  <a:moveTo>
                    <a:pt x="0" y="0"/>
                  </a:moveTo>
                  <a:lnTo>
                    <a:pt x="4928192" y="0"/>
                  </a:lnTo>
                </a:path>
              </a:pathLst>
            </a:custGeom>
            <a:noFill/>
            <a:ln cap="flat" cmpd="sng" w="12700">
              <a:solidFill>
                <a:srgbClr val="D9D9D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40" name="Google Shape;3240;p7"/>
            <p:cNvSpPr/>
            <p:nvPr/>
          </p:nvSpPr>
          <p:spPr>
            <a:xfrm>
              <a:off x="2394115" y="2742628"/>
              <a:ext cx="4928235" cy="0"/>
            </a:xfrm>
            <a:custGeom>
              <a:rect b="b" l="l" r="r" t="t"/>
              <a:pathLst>
                <a:path extrusionOk="0" h="120000" w="4928234">
                  <a:moveTo>
                    <a:pt x="0" y="0"/>
                  </a:moveTo>
                  <a:lnTo>
                    <a:pt x="4928192" y="0"/>
                  </a:lnTo>
                </a:path>
              </a:pathLst>
            </a:custGeom>
            <a:noFill/>
            <a:ln cap="flat" cmpd="sng" w="12700">
              <a:solidFill>
                <a:srgbClr val="D9D9D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41" name="Google Shape;3241;p7"/>
            <p:cNvSpPr/>
            <p:nvPr/>
          </p:nvSpPr>
          <p:spPr>
            <a:xfrm>
              <a:off x="2394115" y="2742628"/>
              <a:ext cx="0" cy="2767330"/>
            </a:xfrm>
            <a:custGeom>
              <a:rect b="b" l="l" r="r" t="t"/>
              <a:pathLst>
                <a:path extrusionOk="0" h="2767329" w="120000">
                  <a:moveTo>
                    <a:pt x="0" y="2767181"/>
                  </a:moveTo>
                  <a:lnTo>
                    <a:pt x="0" y="0"/>
                  </a:lnTo>
                </a:path>
              </a:pathLst>
            </a:custGeom>
            <a:noFill/>
            <a:ln cap="flat" cmpd="sng" w="12700">
              <a:solidFill>
                <a:srgbClr val="868686"/>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42" name="Google Shape;3242;p7"/>
            <p:cNvSpPr/>
            <p:nvPr/>
          </p:nvSpPr>
          <p:spPr>
            <a:xfrm>
              <a:off x="2337689" y="5509810"/>
              <a:ext cx="56515" cy="0"/>
            </a:xfrm>
            <a:custGeom>
              <a:rect b="b" l="l" r="r" t="t"/>
              <a:pathLst>
                <a:path extrusionOk="0" h="120000" w="56514">
                  <a:moveTo>
                    <a:pt x="0" y="0"/>
                  </a:moveTo>
                  <a:lnTo>
                    <a:pt x="56430" y="0"/>
                  </a:lnTo>
                </a:path>
              </a:pathLst>
            </a:custGeom>
            <a:noFill/>
            <a:ln cap="flat" cmpd="sng" w="12700">
              <a:solidFill>
                <a:srgbClr val="868686"/>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43" name="Google Shape;3243;p7"/>
            <p:cNvSpPr/>
            <p:nvPr/>
          </p:nvSpPr>
          <p:spPr>
            <a:xfrm>
              <a:off x="2337689" y="5202680"/>
              <a:ext cx="56515" cy="0"/>
            </a:xfrm>
            <a:custGeom>
              <a:rect b="b" l="l" r="r" t="t"/>
              <a:pathLst>
                <a:path extrusionOk="0" h="120000" w="56514">
                  <a:moveTo>
                    <a:pt x="0" y="0"/>
                  </a:moveTo>
                  <a:lnTo>
                    <a:pt x="56430" y="0"/>
                  </a:lnTo>
                </a:path>
              </a:pathLst>
            </a:custGeom>
            <a:noFill/>
            <a:ln cap="flat" cmpd="sng" w="12700">
              <a:solidFill>
                <a:srgbClr val="868686"/>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44" name="Google Shape;3244;p7"/>
            <p:cNvSpPr/>
            <p:nvPr/>
          </p:nvSpPr>
          <p:spPr>
            <a:xfrm>
              <a:off x="2337689" y="4897879"/>
              <a:ext cx="56515" cy="0"/>
            </a:xfrm>
            <a:custGeom>
              <a:rect b="b" l="l" r="r" t="t"/>
              <a:pathLst>
                <a:path extrusionOk="0" h="120000" w="56514">
                  <a:moveTo>
                    <a:pt x="0" y="0"/>
                  </a:moveTo>
                  <a:lnTo>
                    <a:pt x="56430" y="0"/>
                  </a:lnTo>
                </a:path>
              </a:pathLst>
            </a:custGeom>
            <a:noFill/>
            <a:ln cap="flat" cmpd="sng" w="12700">
              <a:solidFill>
                <a:srgbClr val="868686"/>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45" name="Google Shape;3245;p7"/>
            <p:cNvSpPr/>
            <p:nvPr/>
          </p:nvSpPr>
          <p:spPr>
            <a:xfrm>
              <a:off x="2337689" y="4593079"/>
              <a:ext cx="56515" cy="0"/>
            </a:xfrm>
            <a:custGeom>
              <a:rect b="b" l="l" r="r" t="t"/>
              <a:pathLst>
                <a:path extrusionOk="0" h="120000" w="56514">
                  <a:moveTo>
                    <a:pt x="0" y="0"/>
                  </a:moveTo>
                  <a:lnTo>
                    <a:pt x="56430" y="0"/>
                  </a:lnTo>
                </a:path>
              </a:pathLst>
            </a:custGeom>
            <a:noFill/>
            <a:ln cap="flat" cmpd="sng" w="12700">
              <a:solidFill>
                <a:srgbClr val="868686"/>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46" name="Google Shape;3246;p7"/>
            <p:cNvSpPr/>
            <p:nvPr/>
          </p:nvSpPr>
          <p:spPr>
            <a:xfrm>
              <a:off x="2337689" y="4275579"/>
              <a:ext cx="56515" cy="0"/>
            </a:xfrm>
            <a:custGeom>
              <a:rect b="b" l="l" r="r" t="t"/>
              <a:pathLst>
                <a:path extrusionOk="0" h="120000" w="56514">
                  <a:moveTo>
                    <a:pt x="0" y="0"/>
                  </a:moveTo>
                  <a:lnTo>
                    <a:pt x="56430" y="0"/>
                  </a:lnTo>
                </a:path>
              </a:pathLst>
            </a:custGeom>
            <a:noFill/>
            <a:ln cap="flat" cmpd="sng" w="12700">
              <a:solidFill>
                <a:srgbClr val="868686"/>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47" name="Google Shape;3247;p7"/>
            <p:cNvSpPr/>
            <p:nvPr/>
          </p:nvSpPr>
          <p:spPr>
            <a:xfrm>
              <a:off x="2337689" y="3970779"/>
              <a:ext cx="56515" cy="0"/>
            </a:xfrm>
            <a:custGeom>
              <a:rect b="b" l="l" r="r" t="t"/>
              <a:pathLst>
                <a:path extrusionOk="0" h="120000" w="56514">
                  <a:moveTo>
                    <a:pt x="0" y="0"/>
                  </a:moveTo>
                  <a:lnTo>
                    <a:pt x="56430" y="0"/>
                  </a:lnTo>
                </a:path>
              </a:pathLst>
            </a:custGeom>
            <a:noFill/>
            <a:ln cap="flat" cmpd="sng" w="12700">
              <a:solidFill>
                <a:srgbClr val="868686"/>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48" name="Google Shape;3248;p7"/>
            <p:cNvSpPr/>
            <p:nvPr/>
          </p:nvSpPr>
          <p:spPr>
            <a:xfrm>
              <a:off x="2337689" y="3665983"/>
              <a:ext cx="56515" cy="0"/>
            </a:xfrm>
            <a:custGeom>
              <a:rect b="b" l="l" r="r" t="t"/>
              <a:pathLst>
                <a:path extrusionOk="0" h="120000" w="56514">
                  <a:moveTo>
                    <a:pt x="0" y="0"/>
                  </a:moveTo>
                  <a:lnTo>
                    <a:pt x="56430" y="0"/>
                  </a:lnTo>
                </a:path>
              </a:pathLst>
            </a:custGeom>
            <a:noFill/>
            <a:ln cap="flat" cmpd="sng" w="12700">
              <a:solidFill>
                <a:srgbClr val="868686"/>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49" name="Google Shape;3249;p7"/>
            <p:cNvSpPr/>
            <p:nvPr/>
          </p:nvSpPr>
          <p:spPr>
            <a:xfrm>
              <a:off x="2337689" y="3361182"/>
              <a:ext cx="56515" cy="0"/>
            </a:xfrm>
            <a:custGeom>
              <a:rect b="b" l="l" r="r" t="t"/>
              <a:pathLst>
                <a:path extrusionOk="0" h="120000" w="56514">
                  <a:moveTo>
                    <a:pt x="0" y="0"/>
                  </a:moveTo>
                  <a:lnTo>
                    <a:pt x="56430" y="0"/>
                  </a:lnTo>
                </a:path>
              </a:pathLst>
            </a:custGeom>
            <a:noFill/>
            <a:ln cap="flat" cmpd="sng" w="12700">
              <a:solidFill>
                <a:srgbClr val="868686"/>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50" name="Google Shape;3250;p7"/>
            <p:cNvSpPr/>
            <p:nvPr/>
          </p:nvSpPr>
          <p:spPr>
            <a:xfrm>
              <a:off x="2337689" y="3056382"/>
              <a:ext cx="56515" cy="0"/>
            </a:xfrm>
            <a:custGeom>
              <a:rect b="b" l="l" r="r" t="t"/>
              <a:pathLst>
                <a:path extrusionOk="0" h="120000" w="56514">
                  <a:moveTo>
                    <a:pt x="0" y="0"/>
                  </a:moveTo>
                  <a:lnTo>
                    <a:pt x="56430" y="0"/>
                  </a:lnTo>
                </a:path>
              </a:pathLst>
            </a:custGeom>
            <a:noFill/>
            <a:ln cap="flat" cmpd="sng" w="12700">
              <a:solidFill>
                <a:srgbClr val="868686"/>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51" name="Google Shape;3251;p7"/>
            <p:cNvSpPr/>
            <p:nvPr/>
          </p:nvSpPr>
          <p:spPr>
            <a:xfrm>
              <a:off x="2337689" y="2742628"/>
              <a:ext cx="56515" cy="0"/>
            </a:xfrm>
            <a:custGeom>
              <a:rect b="b" l="l" r="r" t="t"/>
              <a:pathLst>
                <a:path extrusionOk="0" h="120000" w="56514">
                  <a:moveTo>
                    <a:pt x="0" y="0"/>
                  </a:moveTo>
                  <a:lnTo>
                    <a:pt x="56430" y="0"/>
                  </a:lnTo>
                </a:path>
              </a:pathLst>
            </a:custGeom>
            <a:noFill/>
            <a:ln cap="flat" cmpd="sng" w="12700">
              <a:solidFill>
                <a:srgbClr val="868686"/>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52" name="Google Shape;3252;p7"/>
            <p:cNvSpPr/>
            <p:nvPr/>
          </p:nvSpPr>
          <p:spPr>
            <a:xfrm>
              <a:off x="2394115" y="5509811"/>
              <a:ext cx="4928235" cy="0"/>
            </a:xfrm>
            <a:custGeom>
              <a:rect b="b" l="l" r="r" t="t"/>
              <a:pathLst>
                <a:path extrusionOk="0" h="120000" w="4928234">
                  <a:moveTo>
                    <a:pt x="0" y="0"/>
                  </a:moveTo>
                  <a:lnTo>
                    <a:pt x="4928192" y="0"/>
                  </a:lnTo>
                </a:path>
              </a:pathLst>
            </a:custGeom>
            <a:noFill/>
            <a:ln cap="flat" cmpd="sng" w="12700">
              <a:solidFill>
                <a:srgbClr val="868686"/>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53" name="Google Shape;3253;p7"/>
            <p:cNvSpPr/>
            <p:nvPr/>
          </p:nvSpPr>
          <p:spPr>
            <a:xfrm>
              <a:off x="2394115" y="5509811"/>
              <a:ext cx="0" cy="56515"/>
            </a:xfrm>
            <a:custGeom>
              <a:rect b="b" l="l" r="r" t="t"/>
              <a:pathLst>
                <a:path extrusionOk="0" h="56514" w="120000">
                  <a:moveTo>
                    <a:pt x="0" y="0"/>
                  </a:moveTo>
                  <a:lnTo>
                    <a:pt x="0" y="56430"/>
                  </a:lnTo>
                </a:path>
              </a:pathLst>
            </a:custGeom>
            <a:noFill/>
            <a:ln cap="flat" cmpd="sng" w="12700">
              <a:solidFill>
                <a:srgbClr val="868686"/>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54" name="Google Shape;3254;p7"/>
            <p:cNvSpPr/>
            <p:nvPr/>
          </p:nvSpPr>
          <p:spPr>
            <a:xfrm>
              <a:off x="3378196" y="5509811"/>
              <a:ext cx="0" cy="56515"/>
            </a:xfrm>
            <a:custGeom>
              <a:rect b="b" l="l" r="r" t="t"/>
              <a:pathLst>
                <a:path extrusionOk="0" h="56514" w="120000">
                  <a:moveTo>
                    <a:pt x="0" y="0"/>
                  </a:moveTo>
                  <a:lnTo>
                    <a:pt x="0" y="56430"/>
                  </a:lnTo>
                </a:path>
              </a:pathLst>
            </a:custGeom>
            <a:noFill/>
            <a:ln cap="flat" cmpd="sng" w="12700">
              <a:solidFill>
                <a:srgbClr val="868686"/>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55" name="Google Shape;3255;p7"/>
            <p:cNvSpPr/>
            <p:nvPr/>
          </p:nvSpPr>
          <p:spPr>
            <a:xfrm>
              <a:off x="4368796" y="5509811"/>
              <a:ext cx="0" cy="56515"/>
            </a:xfrm>
            <a:custGeom>
              <a:rect b="b" l="l" r="r" t="t"/>
              <a:pathLst>
                <a:path extrusionOk="0" h="56514" w="120000">
                  <a:moveTo>
                    <a:pt x="0" y="0"/>
                  </a:moveTo>
                  <a:lnTo>
                    <a:pt x="0" y="56430"/>
                  </a:lnTo>
                </a:path>
              </a:pathLst>
            </a:custGeom>
            <a:noFill/>
            <a:ln cap="flat" cmpd="sng" w="12700">
              <a:solidFill>
                <a:srgbClr val="868686"/>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56" name="Google Shape;3256;p7"/>
            <p:cNvSpPr/>
            <p:nvPr/>
          </p:nvSpPr>
          <p:spPr>
            <a:xfrm>
              <a:off x="5346696" y="5509811"/>
              <a:ext cx="0" cy="56515"/>
            </a:xfrm>
            <a:custGeom>
              <a:rect b="b" l="l" r="r" t="t"/>
              <a:pathLst>
                <a:path extrusionOk="0" h="56514" w="120000">
                  <a:moveTo>
                    <a:pt x="0" y="0"/>
                  </a:moveTo>
                  <a:lnTo>
                    <a:pt x="0" y="56430"/>
                  </a:lnTo>
                </a:path>
              </a:pathLst>
            </a:custGeom>
            <a:noFill/>
            <a:ln cap="flat" cmpd="sng" w="12700">
              <a:solidFill>
                <a:srgbClr val="868686"/>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57" name="Google Shape;3257;p7"/>
            <p:cNvSpPr/>
            <p:nvPr/>
          </p:nvSpPr>
          <p:spPr>
            <a:xfrm>
              <a:off x="6337297" y="5509811"/>
              <a:ext cx="0" cy="56515"/>
            </a:xfrm>
            <a:custGeom>
              <a:rect b="b" l="l" r="r" t="t"/>
              <a:pathLst>
                <a:path extrusionOk="0" h="56514" w="120000">
                  <a:moveTo>
                    <a:pt x="0" y="0"/>
                  </a:moveTo>
                  <a:lnTo>
                    <a:pt x="0" y="56430"/>
                  </a:lnTo>
                </a:path>
              </a:pathLst>
            </a:custGeom>
            <a:noFill/>
            <a:ln cap="flat" cmpd="sng" w="12700">
              <a:solidFill>
                <a:srgbClr val="868686"/>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58" name="Google Shape;3258;p7"/>
            <p:cNvSpPr/>
            <p:nvPr/>
          </p:nvSpPr>
          <p:spPr>
            <a:xfrm>
              <a:off x="7322308" y="5509811"/>
              <a:ext cx="0" cy="56515"/>
            </a:xfrm>
            <a:custGeom>
              <a:rect b="b" l="l" r="r" t="t"/>
              <a:pathLst>
                <a:path extrusionOk="0" h="56514" w="120000">
                  <a:moveTo>
                    <a:pt x="0" y="0"/>
                  </a:moveTo>
                  <a:lnTo>
                    <a:pt x="0" y="56430"/>
                  </a:lnTo>
                </a:path>
              </a:pathLst>
            </a:custGeom>
            <a:noFill/>
            <a:ln cap="flat" cmpd="sng" w="12700">
              <a:solidFill>
                <a:srgbClr val="868686"/>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59" name="Google Shape;3259;p7"/>
            <p:cNvSpPr/>
            <p:nvPr/>
          </p:nvSpPr>
          <p:spPr>
            <a:xfrm>
              <a:off x="3162300" y="3196082"/>
              <a:ext cx="241300" cy="2413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60" name="Google Shape;3260;p7"/>
            <p:cNvSpPr/>
            <p:nvPr/>
          </p:nvSpPr>
          <p:spPr>
            <a:xfrm>
              <a:off x="3263900" y="3005582"/>
              <a:ext cx="241300" cy="2413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61" name="Google Shape;3261;p7"/>
            <p:cNvSpPr/>
            <p:nvPr/>
          </p:nvSpPr>
          <p:spPr>
            <a:xfrm>
              <a:off x="3352800" y="3183382"/>
              <a:ext cx="241300" cy="2413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62" name="Google Shape;3262;p7"/>
            <p:cNvSpPr/>
            <p:nvPr/>
          </p:nvSpPr>
          <p:spPr>
            <a:xfrm>
              <a:off x="3454400" y="3119882"/>
              <a:ext cx="241300" cy="2413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63" name="Google Shape;3263;p7"/>
            <p:cNvSpPr/>
            <p:nvPr/>
          </p:nvSpPr>
          <p:spPr>
            <a:xfrm>
              <a:off x="3556000" y="3107182"/>
              <a:ext cx="241300" cy="2413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64" name="Google Shape;3264;p7"/>
            <p:cNvSpPr/>
            <p:nvPr/>
          </p:nvSpPr>
          <p:spPr>
            <a:xfrm>
              <a:off x="3657600" y="3208782"/>
              <a:ext cx="241300" cy="2413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65" name="Google Shape;3265;p7"/>
            <p:cNvSpPr/>
            <p:nvPr/>
          </p:nvSpPr>
          <p:spPr>
            <a:xfrm>
              <a:off x="3746500" y="3284982"/>
              <a:ext cx="241300" cy="2413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66" name="Google Shape;3266;p7"/>
            <p:cNvSpPr/>
            <p:nvPr/>
          </p:nvSpPr>
          <p:spPr>
            <a:xfrm>
              <a:off x="3848100" y="3094482"/>
              <a:ext cx="241300" cy="2413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67" name="Google Shape;3267;p7"/>
            <p:cNvSpPr/>
            <p:nvPr/>
          </p:nvSpPr>
          <p:spPr>
            <a:xfrm>
              <a:off x="3949700" y="3119882"/>
              <a:ext cx="241300" cy="2413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68" name="Google Shape;3268;p7"/>
            <p:cNvSpPr/>
            <p:nvPr/>
          </p:nvSpPr>
          <p:spPr>
            <a:xfrm>
              <a:off x="4051300" y="3107182"/>
              <a:ext cx="241300" cy="2413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69" name="Google Shape;3269;p7"/>
            <p:cNvSpPr/>
            <p:nvPr/>
          </p:nvSpPr>
          <p:spPr>
            <a:xfrm>
              <a:off x="4140200" y="3246882"/>
              <a:ext cx="241300" cy="2413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70" name="Google Shape;3270;p7"/>
            <p:cNvSpPr/>
            <p:nvPr/>
          </p:nvSpPr>
          <p:spPr>
            <a:xfrm>
              <a:off x="4241800" y="3500882"/>
              <a:ext cx="241300" cy="2413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71" name="Google Shape;3271;p7"/>
            <p:cNvSpPr/>
            <p:nvPr/>
          </p:nvSpPr>
          <p:spPr>
            <a:xfrm>
              <a:off x="4343400" y="3399282"/>
              <a:ext cx="241300" cy="2413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72" name="Google Shape;3272;p7"/>
            <p:cNvSpPr/>
            <p:nvPr/>
          </p:nvSpPr>
          <p:spPr>
            <a:xfrm>
              <a:off x="4445000" y="3094482"/>
              <a:ext cx="241300" cy="2413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73" name="Google Shape;3273;p7"/>
            <p:cNvSpPr/>
            <p:nvPr/>
          </p:nvSpPr>
          <p:spPr>
            <a:xfrm>
              <a:off x="4546600" y="3411982"/>
              <a:ext cx="241300" cy="2413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74" name="Google Shape;3274;p7"/>
            <p:cNvSpPr/>
            <p:nvPr/>
          </p:nvSpPr>
          <p:spPr>
            <a:xfrm>
              <a:off x="4635500" y="3208782"/>
              <a:ext cx="241300" cy="2413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75" name="Google Shape;3275;p7"/>
            <p:cNvSpPr/>
            <p:nvPr/>
          </p:nvSpPr>
          <p:spPr>
            <a:xfrm>
              <a:off x="4737100" y="3526282"/>
              <a:ext cx="241300" cy="2413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76" name="Google Shape;3276;p7"/>
            <p:cNvSpPr/>
            <p:nvPr/>
          </p:nvSpPr>
          <p:spPr>
            <a:xfrm>
              <a:off x="4838700" y="2992882"/>
              <a:ext cx="241300" cy="2413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77" name="Google Shape;3277;p7"/>
            <p:cNvSpPr/>
            <p:nvPr/>
          </p:nvSpPr>
          <p:spPr>
            <a:xfrm>
              <a:off x="4940300" y="3348482"/>
              <a:ext cx="241300" cy="2413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78" name="Google Shape;3278;p7"/>
            <p:cNvSpPr/>
            <p:nvPr/>
          </p:nvSpPr>
          <p:spPr>
            <a:xfrm>
              <a:off x="5029200" y="3399282"/>
              <a:ext cx="241300" cy="2413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79" name="Google Shape;3279;p7"/>
            <p:cNvSpPr/>
            <p:nvPr/>
          </p:nvSpPr>
          <p:spPr>
            <a:xfrm>
              <a:off x="5130800" y="3500882"/>
              <a:ext cx="241300" cy="2413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80" name="Google Shape;3280;p7"/>
            <p:cNvSpPr/>
            <p:nvPr/>
          </p:nvSpPr>
          <p:spPr>
            <a:xfrm>
              <a:off x="5232400" y="3475482"/>
              <a:ext cx="241300" cy="2413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81" name="Google Shape;3281;p7"/>
            <p:cNvSpPr/>
            <p:nvPr/>
          </p:nvSpPr>
          <p:spPr>
            <a:xfrm>
              <a:off x="5334000" y="3335782"/>
              <a:ext cx="241300" cy="2413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82" name="Google Shape;3282;p7"/>
            <p:cNvSpPr/>
            <p:nvPr/>
          </p:nvSpPr>
          <p:spPr>
            <a:xfrm>
              <a:off x="5422900" y="3577082"/>
              <a:ext cx="241300" cy="2413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83" name="Google Shape;3283;p7"/>
            <p:cNvSpPr/>
            <p:nvPr/>
          </p:nvSpPr>
          <p:spPr>
            <a:xfrm>
              <a:off x="5524500" y="3526282"/>
              <a:ext cx="241300" cy="2413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84" name="Google Shape;3284;p7"/>
            <p:cNvSpPr/>
            <p:nvPr/>
          </p:nvSpPr>
          <p:spPr>
            <a:xfrm>
              <a:off x="5626100" y="3551682"/>
              <a:ext cx="241300" cy="2413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85" name="Google Shape;3285;p7"/>
            <p:cNvSpPr/>
            <p:nvPr/>
          </p:nvSpPr>
          <p:spPr>
            <a:xfrm>
              <a:off x="5727700" y="3704082"/>
              <a:ext cx="241300" cy="2413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86" name="Google Shape;3286;p7"/>
            <p:cNvSpPr/>
            <p:nvPr/>
          </p:nvSpPr>
          <p:spPr>
            <a:xfrm>
              <a:off x="5816600" y="3589782"/>
              <a:ext cx="241300" cy="2413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87" name="Google Shape;3287;p7"/>
            <p:cNvSpPr/>
            <p:nvPr/>
          </p:nvSpPr>
          <p:spPr>
            <a:xfrm>
              <a:off x="5918200" y="4097782"/>
              <a:ext cx="241300" cy="2413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88" name="Google Shape;3288;p7"/>
            <p:cNvSpPr/>
            <p:nvPr/>
          </p:nvSpPr>
          <p:spPr>
            <a:xfrm>
              <a:off x="6019800" y="3970782"/>
              <a:ext cx="241300" cy="2413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89" name="Google Shape;3289;p7"/>
            <p:cNvSpPr/>
            <p:nvPr/>
          </p:nvSpPr>
          <p:spPr>
            <a:xfrm>
              <a:off x="6121400" y="3767582"/>
              <a:ext cx="241300" cy="2413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90" name="Google Shape;3290;p7"/>
            <p:cNvSpPr/>
            <p:nvPr/>
          </p:nvSpPr>
          <p:spPr>
            <a:xfrm>
              <a:off x="6210300" y="3907282"/>
              <a:ext cx="241300" cy="2413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91" name="Google Shape;3291;p7"/>
            <p:cNvSpPr/>
            <p:nvPr/>
          </p:nvSpPr>
          <p:spPr>
            <a:xfrm>
              <a:off x="6311900" y="3996182"/>
              <a:ext cx="241300" cy="2413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92" name="Google Shape;3292;p7"/>
            <p:cNvSpPr/>
            <p:nvPr/>
          </p:nvSpPr>
          <p:spPr>
            <a:xfrm>
              <a:off x="6413500" y="4300982"/>
              <a:ext cx="241300" cy="2413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93" name="Google Shape;3293;p7"/>
            <p:cNvSpPr/>
            <p:nvPr/>
          </p:nvSpPr>
          <p:spPr>
            <a:xfrm>
              <a:off x="3235325" y="3237357"/>
              <a:ext cx="101600" cy="101600"/>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94" name="Google Shape;3294;p7"/>
            <p:cNvSpPr/>
            <p:nvPr/>
          </p:nvSpPr>
          <p:spPr>
            <a:xfrm>
              <a:off x="3235325" y="3237357"/>
              <a:ext cx="101600" cy="101600"/>
            </a:xfrm>
            <a:custGeom>
              <a:rect b="b" l="l" r="r" t="t"/>
              <a:pathLst>
                <a:path extrusionOk="0" h="101600" w="101600">
                  <a:moveTo>
                    <a:pt x="50800" y="0"/>
                  </a:moveTo>
                  <a:lnTo>
                    <a:pt x="101600" y="50800"/>
                  </a:lnTo>
                  <a:lnTo>
                    <a:pt x="50800" y="101600"/>
                  </a:lnTo>
                  <a:lnTo>
                    <a:pt x="0" y="50800"/>
                  </a:lnTo>
                  <a:lnTo>
                    <a:pt x="50800" y="0"/>
                  </a:lnTo>
                  <a:close/>
                </a:path>
              </a:pathLst>
            </a:custGeom>
            <a:noFill/>
            <a:ln cap="flat" cmpd="sng" w="12700">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95" name="Google Shape;3295;p7"/>
            <p:cNvSpPr/>
            <p:nvPr/>
          </p:nvSpPr>
          <p:spPr>
            <a:xfrm>
              <a:off x="3336925" y="3046857"/>
              <a:ext cx="101600" cy="101600"/>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96" name="Google Shape;3296;p7"/>
            <p:cNvSpPr/>
            <p:nvPr/>
          </p:nvSpPr>
          <p:spPr>
            <a:xfrm>
              <a:off x="3336925" y="3046857"/>
              <a:ext cx="101600" cy="101600"/>
            </a:xfrm>
            <a:custGeom>
              <a:rect b="b" l="l" r="r" t="t"/>
              <a:pathLst>
                <a:path extrusionOk="0" h="101600" w="101600">
                  <a:moveTo>
                    <a:pt x="50800" y="0"/>
                  </a:moveTo>
                  <a:lnTo>
                    <a:pt x="101600" y="50800"/>
                  </a:lnTo>
                  <a:lnTo>
                    <a:pt x="50800" y="101600"/>
                  </a:lnTo>
                  <a:lnTo>
                    <a:pt x="0" y="50800"/>
                  </a:lnTo>
                  <a:lnTo>
                    <a:pt x="50800" y="0"/>
                  </a:lnTo>
                  <a:close/>
                </a:path>
              </a:pathLst>
            </a:custGeom>
            <a:noFill/>
            <a:ln cap="flat" cmpd="sng" w="12700">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97" name="Google Shape;3297;p7"/>
            <p:cNvSpPr/>
            <p:nvPr/>
          </p:nvSpPr>
          <p:spPr>
            <a:xfrm>
              <a:off x="3425825" y="3224657"/>
              <a:ext cx="101600" cy="101600"/>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98" name="Google Shape;3298;p7"/>
            <p:cNvSpPr/>
            <p:nvPr/>
          </p:nvSpPr>
          <p:spPr>
            <a:xfrm>
              <a:off x="3425825" y="3224657"/>
              <a:ext cx="101600" cy="101600"/>
            </a:xfrm>
            <a:custGeom>
              <a:rect b="b" l="l" r="r" t="t"/>
              <a:pathLst>
                <a:path extrusionOk="0" h="101600" w="101600">
                  <a:moveTo>
                    <a:pt x="50800" y="0"/>
                  </a:moveTo>
                  <a:lnTo>
                    <a:pt x="101600" y="50800"/>
                  </a:lnTo>
                  <a:lnTo>
                    <a:pt x="50800" y="101600"/>
                  </a:lnTo>
                  <a:lnTo>
                    <a:pt x="0" y="50800"/>
                  </a:lnTo>
                  <a:lnTo>
                    <a:pt x="50800" y="0"/>
                  </a:lnTo>
                  <a:close/>
                </a:path>
              </a:pathLst>
            </a:custGeom>
            <a:noFill/>
            <a:ln cap="flat" cmpd="sng" w="12700">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99" name="Google Shape;3299;p7"/>
            <p:cNvSpPr/>
            <p:nvPr/>
          </p:nvSpPr>
          <p:spPr>
            <a:xfrm>
              <a:off x="3527425" y="3161157"/>
              <a:ext cx="101600" cy="101600"/>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00" name="Google Shape;3300;p7"/>
            <p:cNvSpPr/>
            <p:nvPr/>
          </p:nvSpPr>
          <p:spPr>
            <a:xfrm>
              <a:off x="3527425" y="3161157"/>
              <a:ext cx="101600" cy="101600"/>
            </a:xfrm>
            <a:custGeom>
              <a:rect b="b" l="l" r="r" t="t"/>
              <a:pathLst>
                <a:path extrusionOk="0" h="101600" w="101600">
                  <a:moveTo>
                    <a:pt x="50800" y="0"/>
                  </a:moveTo>
                  <a:lnTo>
                    <a:pt x="101600" y="50800"/>
                  </a:lnTo>
                  <a:lnTo>
                    <a:pt x="50800" y="101600"/>
                  </a:lnTo>
                  <a:lnTo>
                    <a:pt x="0" y="50800"/>
                  </a:lnTo>
                  <a:lnTo>
                    <a:pt x="50800" y="0"/>
                  </a:lnTo>
                  <a:close/>
                </a:path>
              </a:pathLst>
            </a:custGeom>
            <a:noFill/>
            <a:ln cap="flat" cmpd="sng" w="12700">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01" name="Google Shape;3301;p7"/>
            <p:cNvSpPr/>
            <p:nvPr/>
          </p:nvSpPr>
          <p:spPr>
            <a:xfrm>
              <a:off x="3629025" y="3148457"/>
              <a:ext cx="101600" cy="101600"/>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02" name="Google Shape;3302;p7"/>
            <p:cNvSpPr/>
            <p:nvPr/>
          </p:nvSpPr>
          <p:spPr>
            <a:xfrm>
              <a:off x="3629025" y="3148457"/>
              <a:ext cx="101600" cy="101600"/>
            </a:xfrm>
            <a:custGeom>
              <a:rect b="b" l="l" r="r" t="t"/>
              <a:pathLst>
                <a:path extrusionOk="0" h="101600" w="101600">
                  <a:moveTo>
                    <a:pt x="50800" y="0"/>
                  </a:moveTo>
                  <a:lnTo>
                    <a:pt x="101600" y="50800"/>
                  </a:lnTo>
                  <a:lnTo>
                    <a:pt x="50800" y="101600"/>
                  </a:lnTo>
                  <a:lnTo>
                    <a:pt x="0" y="50800"/>
                  </a:lnTo>
                  <a:lnTo>
                    <a:pt x="50800" y="0"/>
                  </a:lnTo>
                  <a:close/>
                </a:path>
              </a:pathLst>
            </a:custGeom>
            <a:noFill/>
            <a:ln cap="flat" cmpd="sng" w="12700">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03" name="Google Shape;3303;p7"/>
            <p:cNvSpPr/>
            <p:nvPr/>
          </p:nvSpPr>
          <p:spPr>
            <a:xfrm>
              <a:off x="3730625" y="3250057"/>
              <a:ext cx="101600" cy="101600"/>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04" name="Google Shape;3304;p7"/>
            <p:cNvSpPr/>
            <p:nvPr/>
          </p:nvSpPr>
          <p:spPr>
            <a:xfrm>
              <a:off x="3730625" y="3250057"/>
              <a:ext cx="101600" cy="101600"/>
            </a:xfrm>
            <a:custGeom>
              <a:rect b="b" l="l" r="r" t="t"/>
              <a:pathLst>
                <a:path extrusionOk="0" h="101600" w="101600">
                  <a:moveTo>
                    <a:pt x="50800" y="0"/>
                  </a:moveTo>
                  <a:lnTo>
                    <a:pt x="101600" y="50800"/>
                  </a:lnTo>
                  <a:lnTo>
                    <a:pt x="50800" y="101600"/>
                  </a:lnTo>
                  <a:lnTo>
                    <a:pt x="0" y="50800"/>
                  </a:lnTo>
                  <a:lnTo>
                    <a:pt x="50800" y="0"/>
                  </a:lnTo>
                  <a:close/>
                </a:path>
              </a:pathLst>
            </a:custGeom>
            <a:noFill/>
            <a:ln cap="flat" cmpd="sng" w="12700">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05" name="Google Shape;3305;p7"/>
            <p:cNvSpPr/>
            <p:nvPr/>
          </p:nvSpPr>
          <p:spPr>
            <a:xfrm>
              <a:off x="3819525" y="3326257"/>
              <a:ext cx="101600" cy="101600"/>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06" name="Google Shape;3306;p7"/>
            <p:cNvSpPr/>
            <p:nvPr/>
          </p:nvSpPr>
          <p:spPr>
            <a:xfrm>
              <a:off x="3819525" y="3326257"/>
              <a:ext cx="101600" cy="101600"/>
            </a:xfrm>
            <a:custGeom>
              <a:rect b="b" l="l" r="r" t="t"/>
              <a:pathLst>
                <a:path extrusionOk="0" h="101600" w="101600">
                  <a:moveTo>
                    <a:pt x="50800" y="0"/>
                  </a:moveTo>
                  <a:lnTo>
                    <a:pt x="101600" y="50800"/>
                  </a:lnTo>
                  <a:lnTo>
                    <a:pt x="50800" y="101600"/>
                  </a:lnTo>
                  <a:lnTo>
                    <a:pt x="0" y="50800"/>
                  </a:lnTo>
                  <a:lnTo>
                    <a:pt x="50800" y="0"/>
                  </a:lnTo>
                  <a:close/>
                </a:path>
              </a:pathLst>
            </a:custGeom>
            <a:noFill/>
            <a:ln cap="flat" cmpd="sng" w="12700">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07" name="Google Shape;3307;p7"/>
            <p:cNvSpPr/>
            <p:nvPr/>
          </p:nvSpPr>
          <p:spPr>
            <a:xfrm>
              <a:off x="3921125" y="3135757"/>
              <a:ext cx="101600" cy="101600"/>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08" name="Google Shape;3308;p7"/>
            <p:cNvSpPr/>
            <p:nvPr/>
          </p:nvSpPr>
          <p:spPr>
            <a:xfrm>
              <a:off x="3921125" y="3135757"/>
              <a:ext cx="101600" cy="101600"/>
            </a:xfrm>
            <a:custGeom>
              <a:rect b="b" l="l" r="r" t="t"/>
              <a:pathLst>
                <a:path extrusionOk="0" h="101600" w="101600">
                  <a:moveTo>
                    <a:pt x="50800" y="0"/>
                  </a:moveTo>
                  <a:lnTo>
                    <a:pt x="101600" y="50800"/>
                  </a:lnTo>
                  <a:lnTo>
                    <a:pt x="50800" y="101600"/>
                  </a:lnTo>
                  <a:lnTo>
                    <a:pt x="0" y="50800"/>
                  </a:lnTo>
                  <a:lnTo>
                    <a:pt x="50800" y="0"/>
                  </a:lnTo>
                  <a:close/>
                </a:path>
              </a:pathLst>
            </a:custGeom>
            <a:noFill/>
            <a:ln cap="flat" cmpd="sng" w="12700">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09" name="Google Shape;3309;p7"/>
            <p:cNvSpPr/>
            <p:nvPr/>
          </p:nvSpPr>
          <p:spPr>
            <a:xfrm>
              <a:off x="4022725" y="3161157"/>
              <a:ext cx="101600" cy="101600"/>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10" name="Google Shape;3310;p7"/>
            <p:cNvSpPr/>
            <p:nvPr/>
          </p:nvSpPr>
          <p:spPr>
            <a:xfrm>
              <a:off x="4022725" y="3161157"/>
              <a:ext cx="101600" cy="101600"/>
            </a:xfrm>
            <a:custGeom>
              <a:rect b="b" l="l" r="r" t="t"/>
              <a:pathLst>
                <a:path extrusionOk="0" h="101600" w="101600">
                  <a:moveTo>
                    <a:pt x="50800" y="0"/>
                  </a:moveTo>
                  <a:lnTo>
                    <a:pt x="101600" y="50800"/>
                  </a:lnTo>
                  <a:lnTo>
                    <a:pt x="50800" y="101600"/>
                  </a:lnTo>
                  <a:lnTo>
                    <a:pt x="0" y="50800"/>
                  </a:lnTo>
                  <a:lnTo>
                    <a:pt x="50800" y="0"/>
                  </a:lnTo>
                  <a:close/>
                </a:path>
              </a:pathLst>
            </a:custGeom>
            <a:noFill/>
            <a:ln cap="flat" cmpd="sng" w="12700">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11" name="Google Shape;3311;p7"/>
            <p:cNvSpPr/>
            <p:nvPr/>
          </p:nvSpPr>
          <p:spPr>
            <a:xfrm>
              <a:off x="4124325" y="3148457"/>
              <a:ext cx="101600" cy="101600"/>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12" name="Google Shape;3312;p7"/>
            <p:cNvSpPr/>
            <p:nvPr/>
          </p:nvSpPr>
          <p:spPr>
            <a:xfrm>
              <a:off x="4124325" y="3148457"/>
              <a:ext cx="101600" cy="101600"/>
            </a:xfrm>
            <a:custGeom>
              <a:rect b="b" l="l" r="r" t="t"/>
              <a:pathLst>
                <a:path extrusionOk="0" h="101600" w="101600">
                  <a:moveTo>
                    <a:pt x="50800" y="0"/>
                  </a:moveTo>
                  <a:lnTo>
                    <a:pt x="101600" y="50800"/>
                  </a:lnTo>
                  <a:lnTo>
                    <a:pt x="50800" y="101600"/>
                  </a:lnTo>
                  <a:lnTo>
                    <a:pt x="0" y="50800"/>
                  </a:lnTo>
                  <a:lnTo>
                    <a:pt x="50800" y="0"/>
                  </a:lnTo>
                  <a:close/>
                </a:path>
              </a:pathLst>
            </a:custGeom>
            <a:noFill/>
            <a:ln cap="flat" cmpd="sng" w="12700">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13" name="Google Shape;3313;p7"/>
            <p:cNvSpPr/>
            <p:nvPr/>
          </p:nvSpPr>
          <p:spPr>
            <a:xfrm>
              <a:off x="4213225" y="3288157"/>
              <a:ext cx="101600" cy="101600"/>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14" name="Google Shape;3314;p7"/>
            <p:cNvSpPr/>
            <p:nvPr/>
          </p:nvSpPr>
          <p:spPr>
            <a:xfrm>
              <a:off x="4213225" y="3288157"/>
              <a:ext cx="101600" cy="101600"/>
            </a:xfrm>
            <a:custGeom>
              <a:rect b="b" l="l" r="r" t="t"/>
              <a:pathLst>
                <a:path extrusionOk="0" h="101600" w="101600">
                  <a:moveTo>
                    <a:pt x="50800" y="0"/>
                  </a:moveTo>
                  <a:lnTo>
                    <a:pt x="101600" y="50800"/>
                  </a:lnTo>
                  <a:lnTo>
                    <a:pt x="50800" y="101600"/>
                  </a:lnTo>
                  <a:lnTo>
                    <a:pt x="0" y="50800"/>
                  </a:lnTo>
                  <a:lnTo>
                    <a:pt x="50800" y="0"/>
                  </a:lnTo>
                  <a:close/>
                </a:path>
              </a:pathLst>
            </a:custGeom>
            <a:noFill/>
            <a:ln cap="flat" cmpd="sng" w="12700">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15" name="Google Shape;3315;p7"/>
            <p:cNvSpPr/>
            <p:nvPr/>
          </p:nvSpPr>
          <p:spPr>
            <a:xfrm>
              <a:off x="4314825" y="3542157"/>
              <a:ext cx="101600" cy="101600"/>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16" name="Google Shape;3316;p7"/>
            <p:cNvSpPr/>
            <p:nvPr/>
          </p:nvSpPr>
          <p:spPr>
            <a:xfrm>
              <a:off x="4314825" y="3542157"/>
              <a:ext cx="101600" cy="101600"/>
            </a:xfrm>
            <a:custGeom>
              <a:rect b="b" l="l" r="r" t="t"/>
              <a:pathLst>
                <a:path extrusionOk="0" h="101600" w="101600">
                  <a:moveTo>
                    <a:pt x="50800" y="0"/>
                  </a:moveTo>
                  <a:lnTo>
                    <a:pt x="101600" y="50800"/>
                  </a:lnTo>
                  <a:lnTo>
                    <a:pt x="50800" y="101600"/>
                  </a:lnTo>
                  <a:lnTo>
                    <a:pt x="0" y="50800"/>
                  </a:lnTo>
                  <a:lnTo>
                    <a:pt x="50800" y="0"/>
                  </a:lnTo>
                  <a:close/>
                </a:path>
              </a:pathLst>
            </a:custGeom>
            <a:noFill/>
            <a:ln cap="flat" cmpd="sng" w="12700">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17" name="Google Shape;3317;p7"/>
            <p:cNvSpPr/>
            <p:nvPr/>
          </p:nvSpPr>
          <p:spPr>
            <a:xfrm>
              <a:off x="4416425" y="3440557"/>
              <a:ext cx="101600" cy="101600"/>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18" name="Google Shape;3318;p7"/>
            <p:cNvSpPr/>
            <p:nvPr/>
          </p:nvSpPr>
          <p:spPr>
            <a:xfrm>
              <a:off x="4416425" y="3440557"/>
              <a:ext cx="101600" cy="101600"/>
            </a:xfrm>
            <a:custGeom>
              <a:rect b="b" l="l" r="r" t="t"/>
              <a:pathLst>
                <a:path extrusionOk="0" h="101600" w="101600">
                  <a:moveTo>
                    <a:pt x="50800" y="0"/>
                  </a:moveTo>
                  <a:lnTo>
                    <a:pt x="101600" y="50800"/>
                  </a:lnTo>
                  <a:lnTo>
                    <a:pt x="50800" y="101600"/>
                  </a:lnTo>
                  <a:lnTo>
                    <a:pt x="0" y="50800"/>
                  </a:lnTo>
                  <a:lnTo>
                    <a:pt x="50800" y="0"/>
                  </a:lnTo>
                  <a:close/>
                </a:path>
              </a:pathLst>
            </a:custGeom>
            <a:noFill/>
            <a:ln cap="flat" cmpd="sng" w="12700">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19" name="Google Shape;3319;p7"/>
            <p:cNvSpPr/>
            <p:nvPr/>
          </p:nvSpPr>
          <p:spPr>
            <a:xfrm>
              <a:off x="4518025" y="3135757"/>
              <a:ext cx="101600" cy="101600"/>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20" name="Google Shape;3320;p7"/>
            <p:cNvSpPr/>
            <p:nvPr/>
          </p:nvSpPr>
          <p:spPr>
            <a:xfrm>
              <a:off x="4518025" y="3135757"/>
              <a:ext cx="101600" cy="101600"/>
            </a:xfrm>
            <a:custGeom>
              <a:rect b="b" l="l" r="r" t="t"/>
              <a:pathLst>
                <a:path extrusionOk="0" h="101600" w="101600">
                  <a:moveTo>
                    <a:pt x="50800" y="0"/>
                  </a:moveTo>
                  <a:lnTo>
                    <a:pt x="101600" y="50800"/>
                  </a:lnTo>
                  <a:lnTo>
                    <a:pt x="50800" y="101600"/>
                  </a:lnTo>
                  <a:lnTo>
                    <a:pt x="0" y="50800"/>
                  </a:lnTo>
                  <a:lnTo>
                    <a:pt x="50800" y="0"/>
                  </a:lnTo>
                  <a:close/>
                </a:path>
              </a:pathLst>
            </a:custGeom>
            <a:noFill/>
            <a:ln cap="flat" cmpd="sng" w="12700">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21" name="Google Shape;3321;p7"/>
            <p:cNvSpPr/>
            <p:nvPr/>
          </p:nvSpPr>
          <p:spPr>
            <a:xfrm>
              <a:off x="4619625" y="3453257"/>
              <a:ext cx="101600" cy="101600"/>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22" name="Google Shape;3322;p7"/>
            <p:cNvSpPr/>
            <p:nvPr/>
          </p:nvSpPr>
          <p:spPr>
            <a:xfrm>
              <a:off x="4619625" y="3453257"/>
              <a:ext cx="101600" cy="101600"/>
            </a:xfrm>
            <a:custGeom>
              <a:rect b="b" l="l" r="r" t="t"/>
              <a:pathLst>
                <a:path extrusionOk="0" h="101600" w="101600">
                  <a:moveTo>
                    <a:pt x="50800" y="0"/>
                  </a:moveTo>
                  <a:lnTo>
                    <a:pt x="101600" y="50800"/>
                  </a:lnTo>
                  <a:lnTo>
                    <a:pt x="50800" y="101600"/>
                  </a:lnTo>
                  <a:lnTo>
                    <a:pt x="0" y="50800"/>
                  </a:lnTo>
                  <a:lnTo>
                    <a:pt x="50800" y="0"/>
                  </a:lnTo>
                  <a:close/>
                </a:path>
              </a:pathLst>
            </a:custGeom>
            <a:noFill/>
            <a:ln cap="flat" cmpd="sng" w="12700">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23" name="Google Shape;3323;p7"/>
            <p:cNvSpPr/>
            <p:nvPr/>
          </p:nvSpPr>
          <p:spPr>
            <a:xfrm>
              <a:off x="4708525" y="3250057"/>
              <a:ext cx="101600" cy="101600"/>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24" name="Google Shape;3324;p7"/>
            <p:cNvSpPr/>
            <p:nvPr/>
          </p:nvSpPr>
          <p:spPr>
            <a:xfrm>
              <a:off x="4708525" y="3250057"/>
              <a:ext cx="101600" cy="101600"/>
            </a:xfrm>
            <a:custGeom>
              <a:rect b="b" l="l" r="r" t="t"/>
              <a:pathLst>
                <a:path extrusionOk="0" h="101600" w="101600">
                  <a:moveTo>
                    <a:pt x="50800" y="0"/>
                  </a:moveTo>
                  <a:lnTo>
                    <a:pt x="101600" y="50800"/>
                  </a:lnTo>
                  <a:lnTo>
                    <a:pt x="50800" y="101600"/>
                  </a:lnTo>
                  <a:lnTo>
                    <a:pt x="0" y="50800"/>
                  </a:lnTo>
                  <a:lnTo>
                    <a:pt x="50800" y="0"/>
                  </a:lnTo>
                  <a:close/>
                </a:path>
              </a:pathLst>
            </a:custGeom>
            <a:noFill/>
            <a:ln cap="flat" cmpd="sng" w="12700">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25" name="Google Shape;3325;p7"/>
            <p:cNvSpPr/>
            <p:nvPr/>
          </p:nvSpPr>
          <p:spPr>
            <a:xfrm>
              <a:off x="4810125" y="3567557"/>
              <a:ext cx="101600" cy="101600"/>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26" name="Google Shape;3326;p7"/>
            <p:cNvSpPr/>
            <p:nvPr/>
          </p:nvSpPr>
          <p:spPr>
            <a:xfrm>
              <a:off x="4810125" y="3567557"/>
              <a:ext cx="101600" cy="101600"/>
            </a:xfrm>
            <a:custGeom>
              <a:rect b="b" l="l" r="r" t="t"/>
              <a:pathLst>
                <a:path extrusionOk="0" h="101600" w="101600">
                  <a:moveTo>
                    <a:pt x="50800" y="0"/>
                  </a:moveTo>
                  <a:lnTo>
                    <a:pt x="101600" y="50800"/>
                  </a:lnTo>
                  <a:lnTo>
                    <a:pt x="50800" y="101600"/>
                  </a:lnTo>
                  <a:lnTo>
                    <a:pt x="0" y="50800"/>
                  </a:lnTo>
                  <a:lnTo>
                    <a:pt x="50800" y="0"/>
                  </a:lnTo>
                  <a:close/>
                </a:path>
              </a:pathLst>
            </a:custGeom>
            <a:noFill/>
            <a:ln cap="flat" cmpd="sng" w="12700">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27" name="Google Shape;3327;p7"/>
            <p:cNvSpPr/>
            <p:nvPr/>
          </p:nvSpPr>
          <p:spPr>
            <a:xfrm>
              <a:off x="4911725" y="3034157"/>
              <a:ext cx="101600" cy="101600"/>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28" name="Google Shape;3328;p7"/>
            <p:cNvSpPr/>
            <p:nvPr/>
          </p:nvSpPr>
          <p:spPr>
            <a:xfrm>
              <a:off x="4911725" y="3034157"/>
              <a:ext cx="101600" cy="101600"/>
            </a:xfrm>
            <a:custGeom>
              <a:rect b="b" l="l" r="r" t="t"/>
              <a:pathLst>
                <a:path extrusionOk="0" h="101600" w="101600">
                  <a:moveTo>
                    <a:pt x="50800" y="0"/>
                  </a:moveTo>
                  <a:lnTo>
                    <a:pt x="101600" y="50800"/>
                  </a:lnTo>
                  <a:lnTo>
                    <a:pt x="50800" y="101600"/>
                  </a:lnTo>
                  <a:lnTo>
                    <a:pt x="0" y="50800"/>
                  </a:lnTo>
                  <a:lnTo>
                    <a:pt x="50800" y="0"/>
                  </a:lnTo>
                  <a:close/>
                </a:path>
              </a:pathLst>
            </a:custGeom>
            <a:noFill/>
            <a:ln cap="flat" cmpd="sng" w="12700">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29" name="Google Shape;3329;p7"/>
            <p:cNvSpPr/>
            <p:nvPr/>
          </p:nvSpPr>
          <p:spPr>
            <a:xfrm>
              <a:off x="5013325" y="3389757"/>
              <a:ext cx="101600" cy="101600"/>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30" name="Google Shape;3330;p7"/>
            <p:cNvSpPr/>
            <p:nvPr/>
          </p:nvSpPr>
          <p:spPr>
            <a:xfrm>
              <a:off x="5013325" y="3389757"/>
              <a:ext cx="101600" cy="101600"/>
            </a:xfrm>
            <a:custGeom>
              <a:rect b="b" l="l" r="r" t="t"/>
              <a:pathLst>
                <a:path extrusionOk="0" h="101600" w="101600">
                  <a:moveTo>
                    <a:pt x="50800" y="0"/>
                  </a:moveTo>
                  <a:lnTo>
                    <a:pt x="101600" y="50800"/>
                  </a:lnTo>
                  <a:lnTo>
                    <a:pt x="50800" y="101600"/>
                  </a:lnTo>
                  <a:lnTo>
                    <a:pt x="0" y="50800"/>
                  </a:lnTo>
                  <a:lnTo>
                    <a:pt x="50800" y="0"/>
                  </a:lnTo>
                  <a:close/>
                </a:path>
              </a:pathLst>
            </a:custGeom>
            <a:noFill/>
            <a:ln cap="flat" cmpd="sng" w="12700">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31" name="Google Shape;3331;p7"/>
            <p:cNvSpPr/>
            <p:nvPr/>
          </p:nvSpPr>
          <p:spPr>
            <a:xfrm>
              <a:off x="5102225" y="3440557"/>
              <a:ext cx="101600" cy="101600"/>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32" name="Google Shape;3332;p7"/>
            <p:cNvSpPr/>
            <p:nvPr/>
          </p:nvSpPr>
          <p:spPr>
            <a:xfrm>
              <a:off x="5102225" y="3440557"/>
              <a:ext cx="101600" cy="101600"/>
            </a:xfrm>
            <a:custGeom>
              <a:rect b="b" l="l" r="r" t="t"/>
              <a:pathLst>
                <a:path extrusionOk="0" h="101600" w="101600">
                  <a:moveTo>
                    <a:pt x="50800" y="0"/>
                  </a:moveTo>
                  <a:lnTo>
                    <a:pt x="101600" y="50800"/>
                  </a:lnTo>
                  <a:lnTo>
                    <a:pt x="50800" y="101600"/>
                  </a:lnTo>
                  <a:lnTo>
                    <a:pt x="0" y="50800"/>
                  </a:lnTo>
                  <a:lnTo>
                    <a:pt x="50800" y="0"/>
                  </a:lnTo>
                  <a:close/>
                </a:path>
              </a:pathLst>
            </a:custGeom>
            <a:noFill/>
            <a:ln cap="flat" cmpd="sng" w="12700">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33" name="Google Shape;3333;p7"/>
            <p:cNvSpPr/>
            <p:nvPr/>
          </p:nvSpPr>
          <p:spPr>
            <a:xfrm>
              <a:off x="5203825" y="3542157"/>
              <a:ext cx="101600" cy="101600"/>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34" name="Google Shape;3334;p7"/>
            <p:cNvSpPr/>
            <p:nvPr/>
          </p:nvSpPr>
          <p:spPr>
            <a:xfrm>
              <a:off x="5203825" y="3542157"/>
              <a:ext cx="101600" cy="101600"/>
            </a:xfrm>
            <a:custGeom>
              <a:rect b="b" l="l" r="r" t="t"/>
              <a:pathLst>
                <a:path extrusionOk="0" h="101600" w="101600">
                  <a:moveTo>
                    <a:pt x="50800" y="0"/>
                  </a:moveTo>
                  <a:lnTo>
                    <a:pt x="101600" y="50800"/>
                  </a:lnTo>
                  <a:lnTo>
                    <a:pt x="50800" y="101600"/>
                  </a:lnTo>
                  <a:lnTo>
                    <a:pt x="0" y="50800"/>
                  </a:lnTo>
                  <a:lnTo>
                    <a:pt x="50800" y="0"/>
                  </a:lnTo>
                  <a:close/>
                </a:path>
              </a:pathLst>
            </a:custGeom>
            <a:noFill/>
            <a:ln cap="flat" cmpd="sng" w="12700">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35" name="Google Shape;3335;p7"/>
            <p:cNvSpPr/>
            <p:nvPr/>
          </p:nvSpPr>
          <p:spPr>
            <a:xfrm>
              <a:off x="5305425" y="3516757"/>
              <a:ext cx="101600" cy="101600"/>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36" name="Google Shape;3336;p7"/>
            <p:cNvSpPr/>
            <p:nvPr/>
          </p:nvSpPr>
          <p:spPr>
            <a:xfrm>
              <a:off x="5305425" y="3516757"/>
              <a:ext cx="101600" cy="101600"/>
            </a:xfrm>
            <a:custGeom>
              <a:rect b="b" l="l" r="r" t="t"/>
              <a:pathLst>
                <a:path extrusionOk="0" h="101600" w="101600">
                  <a:moveTo>
                    <a:pt x="50800" y="0"/>
                  </a:moveTo>
                  <a:lnTo>
                    <a:pt x="101600" y="50800"/>
                  </a:lnTo>
                  <a:lnTo>
                    <a:pt x="50800" y="101600"/>
                  </a:lnTo>
                  <a:lnTo>
                    <a:pt x="0" y="50800"/>
                  </a:lnTo>
                  <a:lnTo>
                    <a:pt x="50800" y="0"/>
                  </a:lnTo>
                  <a:close/>
                </a:path>
              </a:pathLst>
            </a:custGeom>
            <a:noFill/>
            <a:ln cap="flat" cmpd="sng" w="12700">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37" name="Google Shape;3337;p7"/>
            <p:cNvSpPr/>
            <p:nvPr/>
          </p:nvSpPr>
          <p:spPr>
            <a:xfrm>
              <a:off x="5407025" y="3377057"/>
              <a:ext cx="101600" cy="101600"/>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38" name="Google Shape;3338;p7"/>
            <p:cNvSpPr/>
            <p:nvPr/>
          </p:nvSpPr>
          <p:spPr>
            <a:xfrm>
              <a:off x="5407025" y="3377057"/>
              <a:ext cx="101600" cy="101600"/>
            </a:xfrm>
            <a:custGeom>
              <a:rect b="b" l="l" r="r" t="t"/>
              <a:pathLst>
                <a:path extrusionOk="0" h="101600" w="101600">
                  <a:moveTo>
                    <a:pt x="50800" y="0"/>
                  </a:moveTo>
                  <a:lnTo>
                    <a:pt x="101600" y="50800"/>
                  </a:lnTo>
                  <a:lnTo>
                    <a:pt x="50800" y="101600"/>
                  </a:lnTo>
                  <a:lnTo>
                    <a:pt x="0" y="50800"/>
                  </a:lnTo>
                  <a:lnTo>
                    <a:pt x="50800" y="0"/>
                  </a:lnTo>
                  <a:close/>
                </a:path>
              </a:pathLst>
            </a:custGeom>
            <a:noFill/>
            <a:ln cap="flat" cmpd="sng" w="12700">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39" name="Google Shape;3339;p7"/>
            <p:cNvSpPr/>
            <p:nvPr/>
          </p:nvSpPr>
          <p:spPr>
            <a:xfrm>
              <a:off x="5495925" y="3618357"/>
              <a:ext cx="101600" cy="101600"/>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40" name="Google Shape;3340;p7"/>
            <p:cNvSpPr/>
            <p:nvPr/>
          </p:nvSpPr>
          <p:spPr>
            <a:xfrm>
              <a:off x="5495925" y="3618357"/>
              <a:ext cx="101600" cy="101600"/>
            </a:xfrm>
            <a:custGeom>
              <a:rect b="b" l="l" r="r" t="t"/>
              <a:pathLst>
                <a:path extrusionOk="0" h="101600" w="101600">
                  <a:moveTo>
                    <a:pt x="50800" y="0"/>
                  </a:moveTo>
                  <a:lnTo>
                    <a:pt x="101600" y="50800"/>
                  </a:lnTo>
                  <a:lnTo>
                    <a:pt x="50800" y="101600"/>
                  </a:lnTo>
                  <a:lnTo>
                    <a:pt x="0" y="50800"/>
                  </a:lnTo>
                  <a:lnTo>
                    <a:pt x="50800" y="0"/>
                  </a:lnTo>
                  <a:close/>
                </a:path>
              </a:pathLst>
            </a:custGeom>
            <a:noFill/>
            <a:ln cap="flat" cmpd="sng" w="12700">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41" name="Google Shape;3341;p7"/>
            <p:cNvSpPr/>
            <p:nvPr/>
          </p:nvSpPr>
          <p:spPr>
            <a:xfrm>
              <a:off x="5597525" y="3567557"/>
              <a:ext cx="101600" cy="101600"/>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42" name="Google Shape;3342;p7"/>
            <p:cNvSpPr/>
            <p:nvPr/>
          </p:nvSpPr>
          <p:spPr>
            <a:xfrm>
              <a:off x="5597525" y="3567557"/>
              <a:ext cx="101600" cy="101600"/>
            </a:xfrm>
            <a:custGeom>
              <a:rect b="b" l="l" r="r" t="t"/>
              <a:pathLst>
                <a:path extrusionOk="0" h="101600" w="101600">
                  <a:moveTo>
                    <a:pt x="50800" y="0"/>
                  </a:moveTo>
                  <a:lnTo>
                    <a:pt x="101600" y="50800"/>
                  </a:lnTo>
                  <a:lnTo>
                    <a:pt x="50800" y="101600"/>
                  </a:lnTo>
                  <a:lnTo>
                    <a:pt x="0" y="50800"/>
                  </a:lnTo>
                  <a:lnTo>
                    <a:pt x="50800" y="0"/>
                  </a:lnTo>
                  <a:close/>
                </a:path>
              </a:pathLst>
            </a:custGeom>
            <a:noFill/>
            <a:ln cap="flat" cmpd="sng" w="12700">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43" name="Google Shape;3343;p7"/>
            <p:cNvSpPr/>
            <p:nvPr/>
          </p:nvSpPr>
          <p:spPr>
            <a:xfrm>
              <a:off x="5699125" y="3592957"/>
              <a:ext cx="101600" cy="101600"/>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44" name="Google Shape;3344;p7"/>
            <p:cNvSpPr/>
            <p:nvPr/>
          </p:nvSpPr>
          <p:spPr>
            <a:xfrm>
              <a:off x="5699125" y="3592957"/>
              <a:ext cx="101600" cy="101600"/>
            </a:xfrm>
            <a:custGeom>
              <a:rect b="b" l="l" r="r" t="t"/>
              <a:pathLst>
                <a:path extrusionOk="0" h="101600" w="101600">
                  <a:moveTo>
                    <a:pt x="50800" y="0"/>
                  </a:moveTo>
                  <a:lnTo>
                    <a:pt x="101600" y="50800"/>
                  </a:lnTo>
                  <a:lnTo>
                    <a:pt x="50800" y="101600"/>
                  </a:lnTo>
                  <a:lnTo>
                    <a:pt x="0" y="50800"/>
                  </a:lnTo>
                  <a:lnTo>
                    <a:pt x="50800" y="0"/>
                  </a:lnTo>
                  <a:close/>
                </a:path>
              </a:pathLst>
            </a:custGeom>
            <a:noFill/>
            <a:ln cap="flat" cmpd="sng" w="12700">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45" name="Google Shape;3345;p7"/>
            <p:cNvSpPr/>
            <p:nvPr/>
          </p:nvSpPr>
          <p:spPr>
            <a:xfrm>
              <a:off x="5800725" y="3631057"/>
              <a:ext cx="190500" cy="215900"/>
            </a:xfrm>
            <a:prstGeom prst="rect">
              <a:avLst/>
            </a:prstGeom>
            <a:blipFill rotWithShape="1">
              <a:blip r:embed="rId8">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46" name="Google Shape;3346;p7"/>
            <p:cNvSpPr/>
            <p:nvPr/>
          </p:nvSpPr>
          <p:spPr>
            <a:xfrm>
              <a:off x="5800725" y="3745357"/>
              <a:ext cx="101600" cy="101600"/>
            </a:xfrm>
            <a:custGeom>
              <a:rect b="b" l="l" r="r" t="t"/>
              <a:pathLst>
                <a:path extrusionOk="0" h="101600" w="101600">
                  <a:moveTo>
                    <a:pt x="50800" y="0"/>
                  </a:moveTo>
                  <a:lnTo>
                    <a:pt x="101600" y="50800"/>
                  </a:lnTo>
                  <a:lnTo>
                    <a:pt x="50800" y="101600"/>
                  </a:lnTo>
                  <a:lnTo>
                    <a:pt x="0" y="50800"/>
                  </a:lnTo>
                  <a:lnTo>
                    <a:pt x="50800" y="0"/>
                  </a:lnTo>
                  <a:close/>
                </a:path>
              </a:pathLst>
            </a:custGeom>
            <a:noFill/>
            <a:ln cap="flat" cmpd="sng" w="12700">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47" name="Google Shape;3347;p7"/>
            <p:cNvSpPr/>
            <p:nvPr/>
          </p:nvSpPr>
          <p:spPr>
            <a:xfrm>
              <a:off x="5889625" y="3631057"/>
              <a:ext cx="101600" cy="101600"/>
            </a:xfrm>
            <a:custGeom>
              <a:rect b="b" l="l" r="r" t="t"/>
              <a:pathLst>
                <a:path extrusionOk="0" h="101600" w="101600">
                  <a:moveTo>
                    <a:pt x="50800" y="0"/>
                  </a:moveTo>
                  <a:lnTo>
                    <a:pt x="101600" y="50800"/>
                  </a:lnTo>
                  <a:lnTo>
                    <a:pt x="50800" y="101600"/>
                  </a:lnTo>
                  <a:lnTo>
                    <a:pt x="0" y="50800"/>
                  </a:lnTo>
                  <a:lnTo>
                    <a:pt x="50800" y="0"/>
                  </a:lnTo>
                  <a:close/>
                </a:path>
              </a:pathLst>
            </a:custGeom>
            <a:noFill/>
            <a:ln cap="flat" cmpd="sng" w="12700">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48" name="Google Shape;3348;p7"/>
            <p:cNvSpPr/>
            <p:nvPr/>
          </p:nvSpPr>
          <p:spPr>
            <a:xfrm>
              <a:off x="5991225" y="4139057"/>
              <a:ext cx="101600" cy="101600"/>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49" name="Google Shape;3349;p7"/>
            <p:cNvSpPr/>
            <p:nvPr/>
          </p:nvSpPr>
          <p:spPr>
            <a:xfrm>
              <a:off x="5991225" y="4139057"/>
              <a:ext cx="101600" cy="101600"/>
            </a:xfrm>
            <a:custGeom>
              <a:rect b="b" l="l" r="r" t="t"/>
              <a:pathLst>
                <a:path extrusionOk="0" h="101600" w="101600">
                  <a:moveTo>
                    <a:pt x="50800" y="0"/>
                  </a:moveTo>
                  <a:lnTo>
                    <a:pt x="101600" y="50800"/>
                  </a:lnTo>
                  <a:lnTo>
                    <a:pt x="50800" y="101600"/>
                  </a:lnTo>
                  <a:lnTo>
                    <a:pt x="0" y="50800"/>
                  </a:lnTo>
                  <a:lnTo>
                    <a:pt x="50800" y="0"/>
                  </a:lnTo>
                  <a:close/>
                </a:path>
              </a:pathLst>
            </a:custGeom>
            <a:noFill/>
            <a:ln cap="flat" cmpd="sng" w="12700">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50" name="Google Shape;3350;p7"/>
            <p:cNvSpPr/>
            <p:nvPr/>
          </p:nvSpPr>
          <p:spPr>
            <a:xfrm>
              <a:off x="6092825" y="4012057"/>
              <a:ext cx="101600" cy="101600"/>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51" name="Google Shape;3351;p7"/>
            <p:cNvSpPr/>
            <p:nvPr/>
          </p:nvSpPr>
          <p:spPr>
            <a:xfrm>
              <a:off x="6092825" y="4012057"/>
              <a:ext cx="101600" cy="101600"/>
            </a:xfrm>
            <a:custGeom>
              <a:rect b="b" l="l" r="r" t="t"/>
              <a:pathLst>
                <a:path extrusionOk="0" h="101600" w="101600">
                  <a:moveTo>
                    <a:pt x="50800" y="0"/>
                  </a:moveTo>
                  <a:lnTo>
                    <a:pt x="101600" y="50800"/>
                  </a:lnTo>
                  <a:lnTo>
                    <a:pt x="50800" y="101600"/>
                  </a:lnTo>
                  <a:lnTo>
                    <a:pt x="0" y="50800"/>
                  </a:lnTo>
                  <a:lnTo>
                    <a:pt x="50800" y="0"/>
                  </a:lnTo>
                  <a:close/>
                </a:path>
              </a:pathLst>
            </a:custGeom>
            <a:noFill/>
            <a:ln cap="flat" cmpd="sng" w="12700">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52" name="Google Shape;3352;p7"/>
            <p:cNvSpPr/>
            <p:nvPr/>
          </p:nvSpPr>
          <p:spPr>
            <a:xfrm>
              <a:off x="6194425" y="3808857"/>
              <a:ext cx="101600" cy="101600"/>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53" name="Google Shape;3353;p7"/>
            <p:cNvSpPr/>
            <p:nvPr/>
          </p:nvSpPr>
          <p:spPr>
            <a:xfrm>
              <a:off x="6194425" y="3808857"/>
              <a:ext cx="101600" cy="101600"/>
            </a:xfrm>
            <a:custGeom>
              <a:rect b="b" l="l" r="r" t="t"/>
              <a:pathLst>
                <a:path extrusionOk="0" h="101600" w="101600">
                  <a:moveTo>
                    <a:pt x="50800" y="0"/>
                  </a:moveTo>
                  <a:lnTo>
                    <a:pt x="101600" y="50800"/>
                  </a:lnTo>
                  <a:lnTo>
                    <a:pt x="50800" y="101600"/>
                  </a:lnTo>
                  <a:lnTo>
                    <a:pt x="0" y="50800"/>
                  </a:lnTo>
                  <a:lnTo>
                    <a:pt x="50800" y="0"/>
                  </a:lnTo>
                  <a:close/>
                </a:path>
              </a:pathLst>
            </a:custGeom>
            <a:noFill/>
            <a:ln cap="flat" cmpd="sng" w="12700">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54" name="Google Shape;3354;p7"/>
            <p:cNvSpPr/>
            <p:nvPr/>
          </p:nvSpPr>
          <p:spPr>
            <a:xfrm>
              <a:off x="6283325" y="3948557"/>
              <a:ext cx="101600" cy="101600"/>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55" name="Google Shape;3355;p7"/>
            <p:cNvSpPr/>
            <p:nvPr/>
          </p:nvSpPr>
          <p:spPr>
            <a:xfrm>
              <a:off x="6283325" y="3948557"/>
              <a:ext cx="101600" cy="101600"/>
            </a:xfrm>
            <a:custGeom>
              <a:rect b="b" l="l" r="r" t="t"/>
              <a:pathLst>
                <a:path extrusionOk="0" h="101600" w="101600">
                  <a:moveTo>
                    <a:pt x="50800" y="0"/>
                  </a:moveTo>
                  <a:lnTo>
                    <a:pt x="101600" y="50800"/>
                  </a:lnTo>
                  <a:lnTo>
                    <a:pt x="50800" y="101600"/>
                  </a:lnTo>
                  <a:lnTo>
                    <a:pt x="0" y="50800"/>
                  </a:lnTo>
                  <a:lnTo>
                    <a:pt x="50800" y="0"/>
                  </a:lnTo>
                  <a:close/>
                </a:path>
              </a:pathLst>
            </a:custGeom>
            <a:noFill/>
            <a:ln cap="flat" cmpd="sng" w="12700">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56" name="Google Shape;3356;p7"/>
            <p:cNvSpPr/>
            <p:nvPr/>
          </p:nvSpPr>
          <p:spPr>
            <a:xfrm>
              <a:off x="6384925" y="4037457"/>
              <a:ext cx="101600" cy="101600"/>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57" name="Google Shape;3357;p7"/>
            <p:cNvSpPr/>
            <p:nvPr/>
          </p:nvSpPr>
          <p:spPr>
            <a:xfrm>
              <a:off x="6384925" y="4037457"/>
              <a:ext cx="101600" cy="101600"/>
            </a:xfrm>
            <a:custGeom>
              <a:rect b="b" l="l" r="r" t="t"/>
              <a:pathLst>
                <a:path extrusionOk="0" h="101600" w="101600">
                  <a:moveTo>
                    <a:pt x="50800" y="0"/>
                  </a:moveTo>
                  <a:lnTo>
                    <a:pt x="101600" y="50800"/>
                  </a:lnTo>
                  <a:lnTo>
                    <a:pt x="50800" y="101600"/>
                  </a:lnTo>
                  <a:lnTo>
                    <a:pt x="0" y="50800"/>
                  </a:lnTo>
                  <a:lnTo>
                    <a:pt x="50800" y="0"/>
                  </a:lnTo>
                  <a:close/>
                </a:path>
              </a:pathLst>
            </a:custGeom>
            <a:noFill/>
            <a:ln cap="flat" cmpd="sng" w="12700">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58" name="Google Shape;3358;p7"/>
            <p:cNvSpPr/>
            <p:nvPr/>
          </p:nvSpPr>
          <p:spPr>
            <a:xfrm>
              <a:off x="6486525" y="4342257"/>
              <a:ext cx="101600" cy="101600"/>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59" name="Google Shape;3359;p7"/>
            <p:cNvSpPr/>
            <p:nvPr/>
          </p:nvSpPr>
          <p:spPr>
            <a:xfrm>
              <a:off x="6486525" y="4342257"/>
              <a:ext cx="101600" cy="101600"/>
            </a:xfrm>
            <a:custGeom>
              <a:rect b="b" l="l" r="r" t="t"/>
              <a:pathLst>
                <a:path extrusionOk="0" h="101600" w="101600">
                  <a:moveTo>
                    <a:pt x="50800" y="0"/>
                  </a:moveTo>
                  <a:lnTo>
                    <a:pt x="101600" y="50800"/>
                  </a:lnTo>
                  <a:lnTo>
                    <a:pt x="50800" y="101600"/>
                  </a:lnTo>
                  <a:lnTo>
                    <a:pt x="0" y="50800"/>
                  </a:lnTo>
                  <a:lnTo>
                    <a:pt x="50800" y="0"/>
                  </a:lnTo>
                  <a:close/>
                </a:path>
              </a:pathLst>
            </a:custGeom>
            <a:noFill/>
            <a:ln cap="flat" cmpd="sng" w="12700">
              <a:solidFill>
                <a:srgbClr val="4A7E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60" name="Google Shape;3360;p7"/>
            <p:cNvSpPr txBox="1"/>
            <p:nvPr/>
          </p:nvSpPr>
          <p:spPr>
            <a:xfrm>
              <a:off x="2126360" y="2514600"/>
              <a:ext cx="1446530" cy="3321685"/>
            </a:xfrm>
            <a:prstGeom prst="rect">
              <a:avLst/>
            </a:prstGeom>
            <a:noFill/>
            <a:ln>
              <a:noFill/>
            </a:ln>
          </p:spPr>
          <p:txBody>
            <a:bodyPr anchorCtr="0" anchor="t" bIns="0" lIns="0" spcFirstLastPara="1" rIns="0" wrap="square" tIns="106675">
              <a:noAutofit/>
            </a:bodyPr>
            <a:lstStyle/>
            <a:p>
              <a:pPr indent="0" lvl="0" marL="1270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rebuchet MS"/>
                  <a:ea typeface="Trebuchet MS"/>
                  <a:cs typeface="Trebuchet MS"/>
                  <a:sym typeface="Trebuchet MS"/>
                </a:rPr>
                <a:t>9</a:t>
              </a:r>
              <a:endParaRPr b="0" i="0" sz="1400" u="none" cap="none" strike="noStrike">
                <a:solidFill>
                  <a:srgbClr val="000000"/>
                </a:solidFill>
                <a:latin typeface="Trebuchet MS"/>
                <a:ea typeface="Trebuchet MS"/>
                <a:cs typeface="Trebuchet MS"/>
                <a:sym typeface="Trebuchet MS"/>
              </a:endParaRPr>
            </a:p>
            <a:p>
              <a:pPr indent="0" lvl="0" marL="12700" marR="0" rtl="0" algn="l">
                <a:lnSpc>
                  <a:spcPct val="100000"/>
                </a:lnSpc>
                <a:spcBef>
                  <a:spcPts val="740"/>
                </a:spcBef>
                <a:spcAft>
                  <a:spcPts val="0"/>
                </a:spcAft>
                <a:buClr>
                  <a:srgbClr val="000000"/>
                </a:buClr>
                <a:buSzPts val="1400"/>
                <a:buFont typeface="Arial"/>
                <a:buNone/>
              </a:pPr>
              <a:r>
                <a:rPr b="0" i="0" lang="en-US" sz="1400" u="none" cap="none" strike="noStrike">
                  <a:solidFill>
                    <a:srgbClr val="000000"/>
                  </a:solidFill>
                  <a:latin typeface="Trebuchet MS"/>
                  <a:ea typeface="Trebuchet MS"/>
                  <a:cs typeface="Trebuchet MS"/>
                  <a:sym typeface="Trebuchet MS"/>
                </a:rPr>
                <a:t>8</a:t>
              </a:r>
              <a:endParaRPr b="0" i="0" sz="1400" u="none" cap="none" strike="noStrike">
                <a:solidFill>
                  <a:srgbClr val="000000"/>
                </a:solidFill>
                <a:latin typeface="Trebuchet MS"/>
                <a:ea typeface="Trebuchet MS"/>
                <a:cs typeface="Trebuchet MS"/>
                <a:sym typeface="Trebuchet MS"/>
              </a:endParaRPr>
            </a:p>
            <a:p>
              <a:pPr indent="0" lvl="0" marL="12700" marR="0" rtl="0" algn="l">
                <a:lnSpc>
                  <a:spcPct val="100000"/>
                </a:lnSpc>
                <a:spcBef>
                  <a:spcPts val="740"/>
                </a:spcBef>
                <a:spcAft>
                  <a:spcPts val="0"/>
                </a:spcAft>
                <a:buClr>
                  <a:srgbClr val="000000"/>
                </a:buClr>
                <a:buSzPts val="1400"/>
                <a:buFont typeface="Arial"/>
                <a:buNone/>
              </a:pPr>
              <a:r>
                <a:rPr b="0" i="0" lang="en-US" sz="1400" u="none" cap="none" strike="noStrike">
                  <a:solidFill>
                    <a:srgbClr val="000000"/>
                  </a:solidFill>
                  <a:latin typeface="Trebuchet MS"/>
                  <a:ea typeface="Trebuchet MS"/>
                  <a:cs typeface="Trebuchet MS"/>
                  <a:sym typeface="Trebuchet MS"/>
                </a:rPr>
                <a:t>7</a:t>
              </a:r>
              <a:endParaRPr b="0" i="0" sz="1400" u="none" cap="none" strike="noStrike">
                <a:solidFill>
                  <a:srgbClr val="000000"/>
                </a:solidFill>
                <a:latin typeface="Trebuchet MS"/>
                <a:ea typeface="Trebuchet MS"/>
                <a:cs typeface="Trebuchet MS"/>
                <a:sym typeface="Trebuchet MS"/>
              </a:endParaRPr>
            </a:p>
            <a:p>
              <a:pPr indent="0" lvl="0" marL="12700" marR="0" rtl="0" algn="l">
                <a:lnSpc>
                  <a:spcPct val="100000"/>
                </a:lnSpc>
                <a:spcBef>
                  <a:spcPts val="740"/>
                </a:spcBef>
                <a:spcAft>
                  <a:spcPts val="0"/>
                </a:spcAft>
                <a:buClr>
                  <a:srgbClr val="000000"/>
                </a:buClr>
                <a:buSzPts val="1400"/>
                <a:buFont typeface="Arial"/>
                <a:buNone/>
              </a:pPr>
              <a:r>
                <a:rPr b="0" i="0" lang="en-US" sz="1400" u="none" cap="none" strike="noStrike">
                  <a:solidFill>
                    <a:srgbClr val="000000"/>
                  </a:solidFill>
                  <a:latin typeface="Trebuchet MS"/>
                  <a:ea typeface="Trebuchet MS"/>
                  <a:cs typeface="Trebuchet MS"/>
                  <a:sym typeface="Trebuchet MS"/>
                </a:rPr>
                <a:t>6</a:t>
              </a:r>
              <a:endParaRPr b="0" i="0" sz="1400" u="none" cap="none" strike="noStrike">
                <a:solidFill>
                  <a:srgbClr val="000000"/>
                </a:solidFill>
                <a:latin typeface="Trebuchet MS"/>
                <a:ea typeface="Trebuchet MS"/>
                <a:cs typeface="Trebuchet MS"/>
                <a:sym typeface="Trebuchet MS"/>
              </a:endParaRPr>
            </a:p>
            <a:p>
              <a:pPr indent="0" lvl="0" marL="12700" marR="0" rtl="0" algn="l">
                <a:lnSpc>
                  <a:spcPct val="100000"/>
                </a:lnSpc>
                <a:spcBef>
                  <a:spcPts val="745"/>
                </a:spcBef>
                <a:spcAft>
                  <a:spcPts val="0"/>
                </a:spcAft>
                <a:buClr>
                  <a:srgbClr val="000000"/>
                </a:buClr>
                <a:buSzPts val="1400"/>
                <a:buFont typeface="Arial"/>
                <a:buNone/>
              </a:pPr>
              <a:r>
                <a:rPr b="0" i="0" lang="en-US" sz="1400" u="none" cap="none" strike="noStrike">
                  <a:solidFill>
                    <a:srgbClr val="000000"/>
                  </a:solidFill>
                  <a:latin typeface="Trebuchet MS"/>
                  <a:ea typeface="Trebuchet MS"/>
                  <a:cs typeface="Trebuchet MS"/>
                  <a:sym typeface="Trebuchet MS"/>
                </a:rPr>
                <a:t>5</a:t>
              </a:r>
              <a:endParaRPr b="0" i="0" sz="1400" u="none" cap="none" strike="noStrike">
                <a:solidFill>
                  <a:srgbClr val="000000"/>
                </a:solidFill>
                <a:latin typeface="Trebuchet MS"/>
                <a:ea typeface="Trebuchet MS"/>
                <a:cs typeface="Trebuchet MS"/>
                <a:sym typeface="Trebuchet MS"/>
              </a:endParaRPr>
            </a:p>
            <a:p>
              <a:pPr indent="0" lvl="0" marL="12700" marR="0" rtl="0" algn="l">
                <a:lnSpc>
                  <a:spcPct val="100000"/>
                </a:lnSpc>
                <a:spcBef>
                  <a:spcPts val="740"/>
                </a:spcBef>
                <a:spcAft>
                  <a:spcPts val="0"/>
                </a:spcAft>
                <a:buClr>
                  <a:srgbClr val="000000"/>
                </a:buClr>
                <a:buSzPts val="1400"/>
                <a:buFont typeface="Arial"/>
                <a:buNone/>
              </a:pPr>
              <a:r>
                <a:rPr b="0" i="0" lang="en-US" sz="1400" u="none" cap="none" strike="noStrike">
                  <a:solidFill>
                    <a:srgbClr val="000000"/>
                  </a:solidFill>
                  <a:latin typeface="Trebuchet MS"/>
                  <a:ea typeface="Trebuchet MS"/>
                  <a:cs typeface="Trebuchet MS"/>
                  <a:sym typeface="Trebuchet MS"/>
                </a:rPr>
                <a:t>4</a:t>
              </a:r>
              <a:endParaRPr b="0" i="0" sz="1400" u="none" cap="none" strike="noStrike">
                <a:solidFill>
                  <a:srgbClr val="000000"/>
                </a:solidFill>
                <a:latin typeface="Trebuchet MS"/>
                <a:ea typeface="Trebuchet MS"/>
                <a:cs typeface="Trebuchet MS"/>
                <a:sym typeface="Trebuchet MS"/>
              </a:endParaRPr>
            </a:p>
            <a:p>
              <a:pPr indent="0" lvl="0" marL="12700" marR="0" rtl="0" algn="l">
                <a:lnSpc>
                  <a:spcPct val="100000"/>
                </a:lnSpc>
                <a:spcBef>
                  <a:spcPts val="740"/>
                </a:spcBef>
                <a:spcAft>
                  <a:spcPts val="0"/>
                </a:spcAft>
                <a:buClr>
                  <a:srgbClr val="000000"/>
                </a:buClr>
                <a:buSzPts val="1400"/>
                <a:buFont typeface="Arial"/>
                <a:buNone/>
              </a:pPr>
              <a:r>
                <a:rPr b="0" i="0" lang="en-US" sz="1400" u="none" cap="none" strike="noStrike">
                  <a:solidFill>
                    <a:srgbClr val="000000"/>
                  </a:solidFill>
                  <a:latin typeface="Trebuchet MS"/>
                  <a:ea typeface="Trebuchet MS"/>
                  <a:cs typeface="Trebuchet MS"/>
                  <a:sym typeface="Trebuchet MS"/>
                </a:rPr>
                <a:t>3</a:t>
              </a:r>
              <a:endParaRPr b="0" i="0" sz="1400" u="none" cap="none" strike="noStrike">
                <a:solidFill>
                  <a:srgbClr val="000000"/>
                </a:solidFill>
                <a:latin typeface="Trebuchet MS"/>
                <a:ea typeface="Trebuchet MS"/>
                <a:cs typeface="Trebuchet MS"/>
                <a:sym typeface="Trebuchet MS"/>
              </a:endParaRPr>
            </a:p>
            <a:p>
              <a:pPr indent="0" lvl="0" marL="12700" marR="0" rtl="0" algn="l">
                <a:lnSpc>
                  <a:spcPct val="100000"/>
                </a:lnSpc>
                <a:spcBef>
                  <a:spcPts val="740"/>
                </a:spcBef>
                <a:spcAft>
                  <a:spcPts val="0"/>
                </a:spcAft>
                <a:buClr>
                  <a:srgbClr val="000000"/>
                </a:buClr>
                <a:buSzPts val="1400"/>
                <a:buFont typeface="Arial"/>
                <a:buNone/>
              </a:pPr>
              <a:r>
                <a:rPr b="0" i="0" lang="en-US" sz="1400" u="none" cap="none" strike="noStrike">
                  <a:solidFill>
                    <a:srgbClr val="000000"/>
                  </a:solidFill>
                  <a:latin typeface="Trebuchet MS"/>
                  <a:ea typeface="Trebuchet MS"/>
                  <a:cs typeface="Trebuchet MS"/>
                  <a:sym typeface="Trebuchet MS"/>
                </a:rPr>
                <a:t>2</a:t>
              </a:r>
              <a:endParaRPr b="0" i="0" sz="1400" u="none" cap="none" strike="noStrike">
                <a:solidFill>
                  <a:srgbClr val="000000"/>
                </a:solidFill>
                <a:latin typeface="Trebuchet MS"/>
                <a:ea typeface="Trebuchet MS"/>
                <a:cs typeface="Trebuchet MS"/>
                <a:sym typeface="Trebuchet MS"/>
              </a:endParaRPr>
            </a:p>
            <a:p>
              <a:pPr indent="0" lvl="0" marL="12700" marR="0" rtl="0" algn="l">
                <a:lnSpc>
                  <a:spcPct val="100000"/>
                </a:lnSpc>
                <a:spcBef>
                  <a:spcPts val="740"/>
                </a:spcBef>
                <a:spcAft>
                  <a:spcPts val="0"/>
                </a:spcAft>
                <a:buClr>
                  <a:srgbClr val="000000"/>
                </a:buClr>
                <a:buSzPts val="1400"/>
                <a:buFont typeface="Arial"/>
                <a:buNone/>
              </a:pPr>
              <a:r>
                <a:rPr b="0" i="0" lang="en-US" sz="1400" u="none" cap="none" strike="noStrike">
                  <a:solidFill>
                    <a:srgbClr val="000000"/>
                  </a:solidFill>
                  <a:latin typeface="Trebuchet MS"/>
                  <a:ea typeface="Trebuchet MS"/>
                  <a:cs typeface="Trebuchet MS"/>
                  <a:sym typeface="Trebuchet MS"/>
                </a:rPr>
                <a:t>1</a:t>
              </a:r>
              <a:endParaRPr b="0" i="0" sz="1400" u="none" cap="none" strike="noStrike">
                <a:solidFill>
                  <a:srgbClr val="000000"/>
                </a:solidFill>
                <a:latin typeface="Trebuchet MS"/>
                <a:ea typeface="Trebuchet MS"/>
                <a:cs typeface="Trebuchet MS"/>
                <a:sym typeface="Trebuchet MS"/>
              </a:endParaRPr>
            </a:p>
            <a:p>
              <a:pPr indent="0" lvl="0" marL="12700" marR="0" rtl="0" algn="l">
                <a:lnSpc>
                  <a:spcPct val="100000"/>
                </a:lnSpc>
                <a:spcBef>
                  <a:spcPts val="745"/>
                </a:spcBef>
                <a:spcAft>
                  <a:spcPts val="0"/>
                </a:spcAft>
                <a:buClr>
                  <a:srgbClr val="000000"/>
                </a:buClr>
                <a:buSzPts val="1400"/>
                <a:buFont typeface="Arial"/>
                <a:buNone/>
              </a:pPr>
              <a:r>
                <a:rPr b="0" i="0" lang="en-US" sz="1400" u="none" cap="none" strike="noStrike">
                  <a:solidFill>
                    <a:srgbClr val="000000"/>
                  </a:solidFill>
                  <a:latin typeface="Trebuchet MS"/>
                  <a:ea typeface="Trebuchet MS"/>
                  <a:cs typeface="Trebuchet MS"/>
                  <a:sym typeface="Trebuchet MS"/>
                </a:rPr>
                <a:t>0</a:t>
              </a:r>
              <a:endParaRPr b="0" i="0" sz="1400" u="none" cap="none" strike="noStrike">
                <a:solidFill>
                  <a:srgbClr val="000000"/>
                </a:solidFill>
                <a:latin typeface="Trebuchet MS"/>
                <a:ea typeface="Trebuchet MS"/>
                <a:cs typeface="Trebuchet MS"/>
                <a:sym typeface="Trebuchet MS"/>
              </a:endParaRPr>
            </a:p>
            <a:p>
              <a:pPr indent="0" lvl="0" marL="86995" marR="0" rtl="0" algn="l">
                <a:lnSpc>
                  <a:spcPct val="100000"/>
                </a:lnSpc>
                <a:spcBef>
                  <a:spcPts val="60"/>
                </a:spcBef>
                <a:spcAft>
                  <a:spcPts val="0"/>
                </a:spcAft>
                <a:buClr>
                  <a:srgbClr val="000000"/>
                </a:buClr>
                <a:buSzPts val="1400"/>
                <a:buFont typeface="Arial"/>
                <a:buNone/>
              </a:pPr>
              <a:r>
                <a:rPr b="0" i="0" lang="en-US" sz="1400" u="none" cap="none" strike="noStrike">
                  <a:solidFill>
                    <a:srgbClr val="000000"/>
                  </a:solidFill>
                  <a:latin typeface="Trebuchet MS"/>
                  <a:ea typeface="Trebuchet MS"/>
                  <a:cs typeface="Trebuchet MS"/>
                  <a:sym typeface="Trebuchet MS"/>
                </a:rPr>
                <a:t>1970	1980</a:t>
              </a:r>
              <a:endParaRPr b="0" i="0" sz="1400" u="none" cap="none" strike="noStrike">
                <a:solidFill>
                  <a:srgbClr val="000000"/>
                </a:solidFill>
                <a:latin typeface="Trebuchet MS"/>
                <a:ea typeface="Trebuchet MS"/>
                <a:cs typeface="Trebuchet MS"/>
                <a:sym typeface="Trebuchet MS"/>
              </a:endParaRPr>
            </a:p>
          </p:txBody>
        </p:sp>
        <p:sp>
          <p:nvSpPr>
            <p:cNvPr id="3361" name="Google Shape;3361;p7"/>
            <p:cNvSpPr txBox="1"/>
            <p:nvPr/>
          </p:nvSpPr>
          <p:spPr>
            <a:xfrm>
              <a:off x="4172473" y="5559882"/>
              <a:ext cx="704328" cy="328600"/>
            </a:xfrm>
            <a:prstGeom prst="rect">
              <a:avLst/>
            </a:prstGeom>
            <a:noFill/>
            <a:ln>
              <a:noFill/>
            </a:ln>
          </p:spPr>
          <p:txBody>
            <a:bodyPr anchorCtr="0" anchor="t" bIns="0" lIns="0" spcFirstLastPara="1" rIns="0" wrap="square" tIns="12700">
              <a:noAutofit/>
            </a:bodyPr>
            <a:lstStyle/>
            <a:p>
              <a:pPr indent="0" lvl="0" marL="1270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rebuchet MS"/>
                  <a:ea typeface="Trebuchet MS"/>
                  <a:cs typeface="Trebuchet MS"/>
                  <a:sym typeface="Trebuchet MS"/>
                </a:rPr>
                <a:t>1990	</a:t>
              </a:r>
              <a:endParaRPr b="0" i="0" sz="1400" u="none" cap="none" strike="noStrike">
                <a:solidFill>
                  <a:srgbClr val="000000"/>
                </a:solidFill>
                <a:latin typeface="Trebuchet MS"/>
                <a:ea typeface="Trebuchet MS"/>
                <a:cs typeface="Trebuchet MS"/>
                <a:sym typeface="Trebuchet MS"/>
              </a:endParaRPr>
            </a:p>
          </p:txBody>
        </p:sp>
        <p:sp>
          <p:nvSpPr>
            <p:cNvPr id="3362" name="Google Shape;3362;p7"/>
            <p:cNvSpPr txBox="1"/>
            <p:nvPr/>
          </p:nvSpPr>
          <p:spPr>
            <a:xfrm>
              <a:off x="6143780" y="5597282"/>
              <a:ext cx="601800" cy="238800"/>
            </a:xfrm>
            <a:prstGeom prst="rect">
              <a:avLst/>
            </a:prstGeom>
            <a:noFill/>
            <a:ln>
              <a:noFill/>
            </a:ln>
          </p:spPr>
          <p:txBody>
            <a:bodyPr anchorCtr="0" anchor="t" bIns="0" lIns="0" spcFirstLastPara="1" rIns="0" wrap="square" tIns="12700">
              <a:noAutofit/>
            </a:bodyPr>
            <a:lstStyle/>
            <a:p>
              <a:pPr indent="0" lvl="0" marL="1270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rebuchet MS"/>
                  <a:ea typeface="Trebuchet MS"/>
                  <a:cs typeface="Trebuchet MS"/>
                  <a:sym typeface="Trebuchet MS"/>
                </a:rPr>
                <a:t>2010</a:t>
              </a:r>
              <a:endParaRPr b="0" i="0" sz="1400" u="none" cap="none" strike="noStrike">
                <a:solidFill>
                  <a:srgbClr val="000000"/>
                </a:solidFill>
                <a:latin typeface="Trebuchet MS"/>
                <a:ea typeface="Trebuchet MS"/>
                <a:cs typeface="Trebuchet MS"/>
                <a:sym typeface="Trebuchet MS"/>
              </a:endParaRPr>
            </a:p>
          </p:txBody>
        </p:sp>
        <p:sp>
          <p:nvSpPr>
            <p:cNvPr id="3363" name="Google Shape;3363;p7"/>
            <p:cNvSpPr txBox="1"/>
            <p:nvPr/>
          </p:nvSpPr>
          <p:spPr>
            <a:xfrm>
              <a:off x="7129401" y="5597282"/>
              <a:ext cx="601800" cy="238800"/>
            </a:xfrm>
            <a:prstGeom prst="rect">
              <a:avLst/>
            </a:prstGeom>
            <a:noFill/>
            <a:ln>
              <a:noFill/>
            </a:ln>
          </p:spPr>
          <p:txBody>
            <a:bodyPr anchorCtr="0" anchor="t" bIns="0" lIns="0" spcFirstLastPara="1" rIns="0" wrap="square" tIns="12700">
              <a:noAutofit/>
            </a:bodyPr>
            <a:lstStyle/>
            <a:p>
              <a:pPr indent="0" lvl="0" marL="1270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rebuchet MS"/>
                  <a:ea typeface="Trebuchet MS"/>
                  <a:cs typeface="Trebuchet MS"/>
                  <a:sym typeface="Trebuchet MS"/>
                </a:rPr>
                <a:t>2020</a:t>
              </a:r>
              <a:endParaRPr b="0" i="0" sz="1400" u="none" cap="none" strike="noStrike">
                <a:solidFill>
                  <a:srgbClr val="000000"/>
                </a:solidFill>
                <a:latin typeface="Trebuchet MS"/>
                <a:ea typeface="Trebuchet MS"/>
                <a:cs typeface="Trebuchet MS"/>
                <a:sym typeface="Trebuchet MS"/>
              </a:endParaRPr>
            </a:p>
          </p:txBody>
        </p:sp>
        <p:sp>
          <p:nvSpPr>
            <p:cNvPr id="3364" name="Google Shape;3364;p7"/>
            <p:cNvSpPr txBox="1"/>
            <p:nvPr/>
          </p:nvSpPr>
          <p:spPr>
            <a:xfrm rot="-5400000">
              <a:off x="38113" y="3942314"/>
              <a:ext cx="3466224" cy="458400"/>
            </a:xfrm>
            <a:prstGeom prst="rect">
              <a:avLst/>
            </a:prstGeom>
            <a:noFill/>
            <a:ln>
              <a:noFill/>
            </a:ln>
          </p:spPr>
          <p:txBody>
            <a:bodyPr anchorCtr="0" anchor="t" bIns="0" lIns="0" spcFirstLastPara="1" rIns="0" wrap="square" tIns="1250">
              <a:noAutofit/>
            </a:bodyPr>
            <a:lstStyle/>
            <a:p>
              <a:pPr indent="-514985" lvl="0" marL="527050" marR="5080" rtl="0" algn="l">
                <a:lnSpc>
                  <a:spcPct val="101000"/>
                </a:lnSpc>
                <a:spcBef>
                  <a:spcPts val="0"/>
                </a:spcBef>
                <a:spcAft>
                  <a:spcPts val="0"/>
                </a:spcAft>
                <a:buClr>
                  <a:srgbClr val="000000"/>
                </a:buClr>
                <a:buSzPts val="1800"/>
                <a:buFont typeface="Arial"/>
                <a:buNone/>
              </a:pPr>
              <a:r>
                <a:rPr b="0" i="0" lang="en-US" sz="1800" u="none" cap="none" strike="noStrike">
                  <a:solidFill>
                    <a:srgbClr val="000000"/>
                  </a:solidFill>
                  <a:latin typeface="Helvetica Neue"/>
                  <a:ea typeface="Helvetica Neue"/>
                  <a:cs typeface="Helvetica Neue"/>
                  <a:sym typeface="Helvetica Neue"/>
                </a:rPr>
                <a:t>September Arctic Sea Ice Extent  (1,000,000 sq km)</a:t>
              </a:r>
              <a:endParaRPr b="0" i="0" sz="1800" u="none" cap="none" strike="noStrike">
                <a:solidFill>
                  <a:srgbClr val="000000"/>
                </a:solidFill>
                <a:latin typeface="Helvetica Neue"/>
                <a:ea typeface="Helvetica Neue"/>
                <a:cs typeface="Helvetica Neue"/>
                <a:sym typeface="Helvetica Neue"/>
              </a:endParaRPr>
            </a:p>
          </p:txBody>
        </p:sp>
        <p:sp>
          <p:nvSpPr>
            <p:cNvPr id="3365" name="Google Shape;3365;p7"/>
            <p:cNvSpPr/>
            <p:nvPr/>
          </p:nvSpPr>
          <p:spPr>
            <a:xfrm>
              <a:off x="2794000" y="3005582"/>
              <a:ext cx="4254500" cy="1104900"/>
            </a:xfrm>
            <a:prstGeom prst="rect">
              <a:avLst/>
            </a:prstGeom>
            <a:blipFill rotWithShape="1">
              <a:blip r:embed="rId9">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66" name="Google Shape;3366;p7"/>
            <p:cNvSpPr/>
            <p:nvPr/>
          </p:nvSpPr>
          <p:spPr>
            <a:xfrm>
              <a:off x="2857500" y="3056382"/>
              <a:ext cx="4114800" cy="952500"/>
            </a:xfrm>
            <a:custGeom>
              <a:rect b="b" l="l" r="r" t="t"/>
              <a:pathLst>
                <a:path extrusionOk="0" h="952500" w="4114800">
                  <a:moveTo>
                    <a:pt x="0" y="0"/>
                  </a:moveTo>
                  <a:lnTo>
                    <a:pt x="4114802" y="952500"/>
                  </a:lnTo>
                </a:path>
              </a:pathLst>
            </a:custGeom>
            <a:noFill/>
            <a:ln cap="flat" cmpd="sng" w="25400">
              <a:solidFill>
                <a:srgbClr val="FF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67" name="Google Shape;3367;p7"/>
            <p:cNvSpPr/>
            <p:nvPr/>
          </p:nvSpPr>
          <p:spPr>
            <a:xfrm>
              <a:off x="2832100" y="3157982"/>
              <a:ext cx="4241800" cy="1257300"/>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68" name="Google Shape;3368;p7"/>
            <p:cNvSpPr/>
            <p:nvPr/>
          </p:nvSpPr>
          <p:spPr>
            <a:xfrm>
              <a:off x="2895600" y="3208782"/>
              <a:ext cx="4114800" cy="1117600"/>
            </a:xfrm>
            <a:custGeom>
              <a:rect b="b" l="l" r="r" t="t"/>
              <a:pathLst>
                <a:path extrusionOk="0" h="1117600" w="4114800">
                  <a:moveTo>
                    <a:pt x="0" y="0"/>
                  </a:moveTo>
                  <a:lnTo>
                    <a:pt x="52492" y="566"/>
                  </a:lnTo>
                  <a:lnTo>
                    <a:pt x="104977" y="1144"/>
                  </a:lnTo>
                  <a:lnTo>
                    <a:pt x="157449" y="1745"/>
                  </a:lnTo>
                  <a:lnTo>
                    <a:pt x="209902" y="2382"/>
                  </a:lnTo>
                  <a:lnTo>
                    <a:pt x="262327" y="3065"/>
                  </a:lnTo>
                  <a:lnTo>
                    <a:pt x="314719" y="3807"/>
                  </a:lnTo>
                  <a:lnTo>
                    <a:pt x="367071" y="4620"/>
                  </a:lnTo>
                  <a:lnTo>
                    <a:pt x="419376" y="5514"/>
                  </a:lnTo>
                  <a:lnTo>
                    <a:pt x="471627" y="6502"/>
                  </a:lnTo>
                  <a:lnTo>
                    <a:pt x="523818" y="7595"/>
                  </a:lnTo>
                  <a:lnTo>
                    <a:pt x="575942" y="8805"/>
                  </a:lnTo>
                  <a:lnTo>
                    <a:pt x="627993" y="10144"/>
                  </a:lnTo>
                  <a:lnTo>
                    <a:pt x="679964" y="11624"/>
                  </a:lnTo>
                  <a:lnTo>
                    <a:pt x="731847" y="13255"/>
                  </a:lnTo>
                  <a:lnTo>
                    <a:pt x="783637" y="15051"/>
                  </a:lnTo>
                  <a:lnTo>
                    <a:pt x="835326" y="17022"/>
                  </a:lnTo>
                  <a:lnTo>
                    <a:pt x="886909" y="19181"/>
                  </a:lnTo>
                  <a:lnTo>
                    <a:pt x="938378" y="21538"/>
                  </a:lnTo>
                  <a:lnTo>
                    <a:pt x="989726" y="24107"/>
                  </a:lnTo>
                  <a:lnTo>
                    <a:pt x="1040947" y="26897"/>
                  </a:lnTo>
                  <a:lnTo>
                    <a:pt x="1092035" y="29922"/>
                  </a:lnTo>
                  <a:lnTo>
                    <a:pt x="1142981" y="33193"/>
                  </a:lnTo>
                  <a:lnTo>
                    <a:pt x="1193781" y="36721"/>
                  </a:lnTo>
                  <a:lnTo>
                    <a:pt x="1244427" y="40519"/>
                  </a:lnTo>
                  <a:lnTo>
                    <a:pt x="1294912" y="44597"/>
                  </a:lnTo>
                  <a:lnTo>
                    <a:pt x="1345231" y="48968"/>
                  </a:lnTo>
                  <a:lnTo>
                    <a:pt x="1395375" y="53644"/>
                  </a:lnTo>
                  <a:lnTo>
                    <a:pt x="1445338" y="58636"/>
                  </a:lnTo>
                  <a:lnTo>
                    <a:pt x="1495114" y="63955"/>
                  </a:lnTo>
                  <a:lnTo>
                    <a:pt x="1544697" y="69614"/>
                  </a:lnTo>
                  <a:lnTo>
                    <a:pt x="1594078" y="75624"/>
                  </a:lnTo>
                  <a:lnTo>
                    <a:pt x="1643252" y="81997"/>
                  </a:lnTo>
                  <a:lnTo>
                    <a:pt x="1692212" y="88745"/>
                  </a:lnTo>
                  <a:lnTo>
                    <a:pt x="1740952" y="95879"/>
                  </a:lnTo>
                  <a:lnTo>
                    <a:pt x="1789464" y="103411"/>
                  </a:lnTo>
                  <a:lnTo>
                    <a:pt x="1837741" y="111353"/>
                  </a:lnTo>
                  <a:lnTo>
                    <a:pt x="1885778" y="119716"/>
                  </a:lnTo>
                  <a:lnTo>
                    <a:pt x="1933568" y="128513"/>
                  </a:lnTo>
                  <a:lnTo>
                    <a:pt x="1981103" y="137754"/>
                  </a:lnTo>
                  <a:lnTo>
                    <a:pt x="2028377" y="147452"/>
                  </a:lnTo>
                  <a:lnTo>
                    <a:pt x="2075384" y="157618"/>
                  </a:lnTo>
                  <a:lnTo>
                    <a:pt x="2122116" y="168264"/>
                  </a:lnTo>
                  <a:lnTo>
                    <a:pt x="2168568" y="179402"/>
                  </a:lnTo>
                  <a:lnTo>
                    <a:pt x="2214731" y="191043"/>
                  </a:lnTo>
                  <a:lnTo>
                    <a:pt x="2260601" y="203200"/>
                  </a:lnTo>
                  <a:lnTo>
                    <a:pt x="2839642" y="424656"/>
                  </a:lnTo>
                  <a:lnTo>
                    <a:pt x="3444876" y="730250"/>
                  </a:lnTo>
                  <a:lnTo>
                    <a:pt x="3921524" y="1000919"/>
                  </a:lnTo>
                  <a:lnTo>
                    <a:pt x="4114802" y="1117600"/>
                  </a:lnTo>
                </a:path>
              </a:pathLst>
            </a:custGeom>
            <a:noFill/>
            <a:ln cap="flat" cmpd="sng" w="25400">
              <a:solidFill>
                <a:srgbClr val="008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69" name="Google Shape;3369;p7"/>
            <p:cNvSpPr txBox="1"/>
            <p:nvPr/>
          </p:nvSpPr>
          <p:spPr>
            <a:xfrm>
              <a:off x="5181600" y="5583682"/>
              <a:ext cx="601800" cy="238800"/>
            </a:xfrm>
            <a:prstGeom prst="rect">
              <a:avLst/>
            </a:prstGeom>
            <a:noFill/>
            <a:ln>
              <a:noFill/>
            </a:ln>
          </p:spPr>
          <p:txBody>
            <a:bodyPr anchorCtr="0" anchor="t" bIns="0" lIns="0" spcFirstLastPara="1" rIns="0" wrap="square" tIns="12700">
              <a:noAutofit/>
            </a:bodyPr>
            <a:lstStyle/>
            <a:p>
              <a:pPr indent="0" lvl="0" marL="1270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rebuchet MS"/>
                  <a:ea typeface="Trebuchet MS"/>
                  <a:cs typeface="Trebuchet MS"/>
                  <a:sym typeface="Trebuchet MS"/>
                </a:rPr>
                <a:t>2000</a:t>
              </a:r>
              <a:endParaRPr b="0" i="0" sz="1400" u="none" cap="none" strike="noStrike">
                <a:solidFill>
                  <a:srgbClr val="000000"/>
                </a:solidFill>
                <a:latin typeface="Trebuchet MS"/>
                <a:ea typeface="Trebuchet MS"/>
                <a:cs typeface="Trebuchet MS"/>
                <a:sym typeface="Trebuchet MS"/>
              </a:endParaRPr>
            </a:p>
          </p:txBody>
        </p:sp>
        <p:sp>
          <p:nvSpPr>
            <p:cNvPr id="3370" name="Google Shape;3370;p7"/>
            <p:cNvSpPr txBox="1"/>
            <p:nvPr/>
          </p:nvSpPr>
          <p:spPr>
            <a:xfrm>
              <a:off x="4267200" y="5867400"/>
              <a:ext cx="153567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Helvetica Neue"/>
                  <a:ea typeface="Helvetica Neue"/>
                  <a:cs typeface="Helvetica Neue"/>
                  <a:sym typeface="Helvetica Neue"/>
                </a:rPr>
                <a:t>Year Number</a:t>
              </a:r>
              <a:endParaRPr b="0" i="0" sz="1800" u="none" cap="none" strike="noStrike">
                <a:solidFill>
                  <a:srgbClr val="000000"/>
                </a:solidFill>
                <a:latin typeface="Helvetica Neue"/>
                <a:ea typeface="Helvetica Neue"/>
                <a:cs typeface="Helvetica Neue"/>
                <a:sym typeface="Helvetica Neue"/>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4" name="Shape 3374"/>
        <p:cNvGrpSpPr/>
        <p:nvPr/>
      </p:nvGrpSpPr>
      <p:grpSpPr>
        <a:xfrm>
          <a:off x="0" y="0"/>
          <a:ext cx="0" cy="0"/>
          <a:chOff x="0" y="0"/>
          <a:chExt cx="0" cy="0"/>
        </a:xfrm>
      </p:grpSpPr>
      <p:sp>
        <p:nvSpPr>
          <p:cNvPr id="3375" name="Google Shape;3375;p8"/>
          <p:cNvSpPr txBox="1"/>
          <p:nvPr/>
        </p:nvSpPr>
        <p:spPr>
          <a:xfrm>
            <a:off x="352701" y="547875"/>
            <a:ext cx="6338594" cy="83099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Machine Learning Process : Interpretation</a:t>
            </a:r>
            <a:endParaRPr b="1" i="0" sz="2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400"/>
              <a:buFont typeface="Tahoma"/>
              <a:buNone/>
            </a:pPr>
            <a:r>
              <a:t/>
            </a:r>
            <a:endParaRPr b="1" i="0" sz="2400" u="none" cap="none" strike="noStrike">
              <a:solidFill>
                <a:srgbClr val="000000"/>
              </a:solidFill>
              <a:latin typeface="Arial"/>
              <a:ea typeface="Arial"/>
              <a:cs typeface="Arial"/>
              <a:sym typeface="Arial"/>
            </a:endParaRPr>
          </a:p>
        </p:txBody>
      </p:sp>
      <p:grpSp>
        <p:nvGrpSpPr>
          <p:cNvPr id="3376" name="Google Shape;3376;p8"/>
          <p:cNvGrpSpPr/>
          <p:nvPr/>
        </p:nvGrpSpPr>
        <p:grpSpPr>
          <a:xfrm>
            <a:off x="4700666" y="1524000"/>
            <a:ext cx="4443334" cy="1985727"/>
            <a:chOff x="1460519" y="1177137"/>
            <a:chExt cx="6945215" cy="3137530"/>
          </a:xfrm>
        </p:grpSpPr>
        <p:graphicFrame>
          <p:nvGraphicFramePr>
            <p:cNvPr id="3377" name="Google Shape;3377;p8"/>
            <p:cNvGraphicFramePr/>
            <p:nvPr/>
          </p:nvGraphicFramePr>
          <p:xfrm>
            <a:off x="3086974" y="1177137"/>
            <a:ext cx="5318760" cy="2743200"/>
          </p:xfrm>
          <a:graphic>
            <a:graphicData uri="http://schemas.openxmlformats.org/drawingml/2006/chart">
              <c:chart r:id="rId3"/>
            </a:graphicData>
          </a:graphic>
        </p:graphicFrame>
        <p:sp>
          <p:nvSpPr>
            <p:cNvPr id="3378" name="Google Shape;3378;p8"/>
            <p:cNvSpPr txBox="1"/>
            <p:nvPr/>
          </p:nvSpPr>
          <p:spPr>
            <a:xfrm>
              <a:off x="1460519" y="2005622"/>
              <a:ext cx="1575412" cy="116711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Price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(in 1000s of dollars)</a:t>
              </a:r>
              <a:endParaRPr b="0" i="0" sz="1400" u="none" cap="none" strike="noStrike">
                <a:solidFill>
                  <a:srgbClr val="000000"/>
                </a:solidFill>
                <a:latin typeface="Arial"/>
                <a:ea typeface="Arial"/>
                <a:cs typeface="Arial"/>
                <a:sym typeface="Arial"/>
              </a:endParaRPr>
            </a:p>
          </p:txBody>
        </p:sp>
        <p:sp>
          <p:nvSpPr>
            <p:cNvPr id="3379" name="Google Shape;3379;p8"/>
            <p:cNvSpPr txBox="1"/>
            <p:nvPr/>
          </p:nvSpPr>
          <p:spPr>
            <a:xfrm>
              <a:off x="5372974" y="3828367"/>
              <a:ext cx="1662614" cy="48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Size (feet</a:t>
              </a:r>
              <a:r>
                <a:rPr b="0" baseline="30000" i="0" lang="en-US" sz="1400" u="none" cap="none" strike="noStrike">
                  <a:solidFill>
                    <a:srgbClr val="000000"/>
                  </a:solidFill>
                  <a:latin typeface="Tahoma"/>
                  <a:ea typeface="Tahoma"/>
                  <a:cs typeface="Tahoma"/>
                  <a:sym typeface="Tahoma"/>
                </a:rPr>
                <a:t>2</a:t>
              </a:r>
              <a:r>
                <a:rPr b="0" i="0" lang="en-US" sz="1400" u="none" cap="none" strike="noStrike">
                  <a:solidFill>
                    <a:srgbClr val="000000"/>
                  </a:solidFill>
                  <a:latin typeface="Tahoma"/>
                  <a:ea typeface="Tahoma"/>
                  <a:cs typeface="Tahoma"/>
                  <a:sym typeface="Tahoma"/>
                </a:rPr>
                <a:t>)</a:t>
              </a:r>
              <a:endParaRPr b="0" i="0" sz="1400" u="none" cap="none" strike="noStrike">
                <a:solidFill>
                  <a:srgbClr val="000000"/>
                </a:solidFill>
                <a:latin typeface="Arial"/>
                <a:ea typeface="Arial"/>
                <a:cs typeface="Arial"/>
                <a:sym typeface="Arial"/>
              </a:endParaRPr>
            </a:p>
          </p:txBody>
        </p:sp>
        <p:cxnSp>
          <p:nvCxnSpPr>
            <p:cNvPr id="3380" name="Google Shape;3380;p8"/>
            <p:cNvCxnSpPr/>
            <p:nvPr/>
          </p:nvCxnSpPr>
          <p:spPr>
            <a:xfrm flipH="1" rot="10800000">
              <a:off x="4572000" y="1447800"/>
              <a:ext cx="3505200" cy="1524000"/>
            </a:xfrm>
            <a:prstGeom prst="straightConnector1">
              <a:avLst/>
            </a:prstGeom>
            <a:noFill/>
            <a:ln cap="flat" cmpd="sng" w="9525">
              <a:solidFill>
                <a:schemeClr val="dk1"/>
              </a:solidFill>
              <a:prstDash val="solid"/>
              <a:round/>
              <a:headEnd len="sm" w="sm" type="none"/>
              <a:tailEnd len="sm" w="sm" type="none"/>
            </a:ln>
          </p:spPr>
        </p:cxnSp>
      </p:grpSp>
      <p:graphicFrame>
        <p:nvGraphicFramePr>
          <p:cNvPr id="3381" name="Google Shape;3381;p8"/>
          <p:cNvGraphicFramePr/>
          <p:nvPr/>
        </p:nvGraphicFramePr>
        <p:xfrm>
          <a:off x="6190614" y="3657600"/>
          <a:ext cx="3000000" cy="3000000"/>
        </p:xfrm>
        <a:graphic>
          <a:graphicData uri="http://schemas.openxmlformats.org/drawingml/2006/table">
            <a:tbl>
              <a:tblPr>
                <a:noFill/>
                <a:tableStyleId>{34F57EB2-B075-49AD-9C69-90DEA08F2B00}</a:tableStyleId>
              </a:tblPr>
              <a:tblGrid>
                <a:gridCol w="1229700"/>
                <a:gridCol w="1513500"/>
              </a:tblGrid>
              <a:tr h="379875">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Size in feet</a:t>
                      </a:r>
                      <a:r>
                        <a:rPr b="1" baseline="30000" lang="en-US" sz="1800" u="none" cap="none" strike="noStrike"/>
                        <a:t>2</a:t>
                      </a:r>
                      <a:r>
                        <a:rPr b="1" lang="en-US" sz="1800" u="none" cap="none" strike="noStrike"/>
                        <a:t> (</a:t>
                      </a:r>
                      <a:r>
                        <a:rPr b="0" lang="en-US" sz="1800" u="none" cap="none" strike="noStrike"/>
                        <a:t>x</a:t>
                      </a:r>
                      <a:r>
                        <a:rPr b="1" lang="en-US" sz="1800" u="none" cap="none" strike="noStrike"/>
                        <a:t>)</a:t>
                      </a:r>
                      <a:endParaRPr b="1" i="0" sz="1800" u="none" cap="none" strike="noStrike">
                        <a:solidFill>
                          <a:srgbClr val="000000"/>
                        </a:solidFill>
                        <a:latin typeface="Calibri"/>
                        <a:ea typeface="Calibri"/>
                        <a:cs typeface="Calibri"/>
                        <a:sym typeface="Calibri"/>
                      </a:endParaRPr>
                    </a:p>
                  </a:txBody>
                  <a:tcPr marT="7625" marB="0" marR="7625" marL="7625" anchor="ctr">
                    <a:lnR cap="flat" cmpd="sng" w="12700">
                      <a:solidFill>
                        <a:schemeClr val="dk1"/>
                      </a:solidFill>
                      <a:prstDash val="solid"/>
                      <a:round/>
                      <a:headEnd len="sm" w="sm" type="none"/>
                      <a:tailEnd len="sm" w="sm" type="none"/>
                    </a:lnR>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Price ($) in 1000's (</a:t>
                      </a:r>
                      <a:r>
                        <a:rPr b="0" lang="en-US" sz="1800" u="none" cap="none" strike="noStrike"/>
                        <a:t>y</a:t>
                      </a:r>
                      <a:r>
                        <a:rPr b="1" lang="en-US" sz="1800" u="none" cap="none" strike="noStrike"/>
                        <a:t>)</a:t>
                      </a:r>
                      <a:endParaRPr b="1" i="0" sz="1800" u="none" cap="none" strike="noStrike">
                        <a:solidFill>
                          <a:srgbClr val="000000"/>
                        </a:solidFill>
                        <a:latin typeface="Calibri"/>
                        <a:ea typeface="Calibri"/>
                        <a:cs typeface="Calibri"/>
                        <a:sym typeface="Calibri"/>
                      </a:endParaRPr>
                    </a:p>
                  </a:txBody>
                  <a:tcPr marT="7625" marB="0" marR="7625" marL="7625" anchor="ctr">
                    <a:lnL cap="flat" cmpd="sng" w="12700">
                      <a:solidFill>
                        <a:schemeClr val="dk1"/>
                      </a:solidFill>
                      <a:prstDash val="solid"/>
                      <a:round/>
                      <a:headEnd len="sm" w="sm" type="none"/>
                      <a:tailEnd len="sm" w="sm" type="none"/>
                    </a:lnL>
                    <a:lnB cap="flat" cmpd="sng" w="12700">
                      <a:solidFill>
                        <a:schemeClr val="dk1"/>
                      </a:solidFill>
                      <a:prstDash val="solid"/>
                      <a:round/>
                      <a:headEnd len="sm" w="sm" type="none"/>
                      <a:tailEnd len="sm" w="sm" type="none"/>
                    </a:lnB>
                  </a:tcPr>
                </a:tc>
              </a:tr>
              <a:tr h="24207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2104</a:t>
                      </a:r>
                      <a:endParaRPr b="0" i="0" sz="1800" u="none" cap="none" strike="noStrike">
                        <a:solidFill>
                          <a:srgbClr val="000000"/>
                        </a:solidFill>
                        <a:latin typeface="Calibri"/>
                        <a:ea typeface="Calibri"/>
                        <a:cs typeface="Calibri"/>
                        <a:sym typeface="Calibri"/>
                      </a:endParaRPr>
                    </a:p>
                  </a:txBody>
                  <a:tcPr marT="7625" marB="0" marR="7625" marL="7625" anchor="b">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460</a:t>
                      </a:r>
                      <a:endParaRPr b="0" i="0" sz="1800" u="none" cap="none" strike="noStrike">
                        <a:solidFill>
                          <a:srgbClr val="000000"/>
                        </a:solidFill>
                        <a:latin typeface="Calibri"/>
                        <a:ea typeface="Calibri"/>
                        <a:cs typeface="Calibri"/>
                        <a:sym typeface="Calibri"/>
                      </a:endParaRPr>
                    </a:p>
                  </a:txBody>
                  <a:tcPr marT="7625" marB="0" marR="7625" marL="7625" anchor="b">
                    <a:lnL cap="flat" cmpd="sng" w="12700">
                      <a:solidFill>
                        <a:schemeClr val="dk1"/>
                      </a:solidFill>
                      <a:prstDash val="solid"/>
                      <a:round/>
                      <a:headEnd len="sm" w="sm" type="none"/>
                      <a:tailEnd len="sm" w="sm" type="none"/>
                    </a:lnL>
                    <a:lnT cap="flat" cmpd="sng" w="12700">
                      <a:solidFill>
                        <a:schemeClr val="dk1"/>
                      </a:solidFill>
                      <a:prstDash val="solid"/>
                      <a:round/>
                      <a:headEnd len="sm" w="sm" type="none"/>
                      <a:tailEnd len="sm" w="sm" type="none"/>
                    </a:lnT>
                  </a:tcPr>
                </a:tc>
              </a:tr>
              <a:tr h="24207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1416</a:t>
                      </a:r>
                      <a:endParaRPr b="0" i="0" sz="1800" u="none" cap="none" strike="noStrike">
                        <a:solidFill>
                          <a:srgbClr val="000000"/>
                        </a:solidFill>
                        <a:latin typeface="Calibri"/>
                        <a:ea typeface="Calibri"/>
                        <a:cs typeface="Calibri"/>
                        <a:sym typeface="Calibri"/>
                      </a:endParaRPr>
                    </a:p>
                  </a:txBody>
                  <a:tcPr marT="7625" marB="0" marR="7625" marL="7625" anchor="b">
                    <a:lnR cap="flat" cmpd="sng" w="12700">
                      <a:solidFill>
                        <a:schemeClr val="dk1"/>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232</a:t>
                      </a:r>
                      <a:endParaRPr b="0" i="0" sz="1800" u="none" cap="none" strike="noStrike">
                        <a:solidFill>
                          <a:srgbClr val="000000"/>
                        </a:solidFill>
                        <a:latin typeface="Calibri"/>
                        <a:ea typeface="Calibri"/>
                        <a:cs typeface="Calibri"/>
                        <a:sym typeface="Calibri"/>
                      </a:endParaRPr>
                    </a:p>
                  </a:txBody>
                  <a:tcPr marT="7625" marB="0" marR="7625" marL="7625" anchor="b">
                    <a:lnL cap="flat" cmpd="sng" w="12700">
                      <a:solidFill>
                        <a:schemeClr val="dk1"/>
                      </a:solidFill>
                      <a:prstDash val="solid"/>
                      <a:round/>
                      <a:headEnd len="sm" w="sm" type="none"/>
                      <a:tailEnd len="sm" w="sm" type="none"/>
                    </a:lnL>
                  </a:tcPr>
                </a:tc>
              </a:tr>
              <a:tr h="24207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1534</a:t>
                      </a:r>
                      <a:endParaRPr b="0" i="0" sz="1800" u="none" cap="none" strike="noStrike">
                        <a:solidFill>
                          <a:srgbClr val="000000"/>
                        </a:solidFill>
                        <a:latin typeface="Calibri"/>
                        <a:ea typeface="Calibri"/>
                        <a:cs typeface="Calibri"/>
                        <a:sym typeface="Calibri"/>
                      </a:endParaRPr>
                    </a:p>
                  </a:txBody>
                  <a:tcPr marT="7625" marB="0" marR="7625" marL="7625" anchor="b">
                    <a:lnR cap="flat" cmpd="sng" w="12700">
                      <a:solidFill>
                        <a:schemeClr val="dk1"/>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315</a:t>
                      </a:r>
                      <a:endParaRPr b="0" i="0" sz="1800" u="none" cap="none" strike="noStrike">
                        <a:solidFill>
                          <a:srgbClr val="000000"/>
                        </a:solidFill>
                        <a:latin typeface="Calibri"/>
                        <a:ea typeface="Calibri"/>
                        <a:cs typeface="Calibri"/>
                        <a:sym typeface="Calibri"/>
                      </a:endParaRPr>
                    </a:p>
                  </a:txBody>
                  <a:tcPr marT="7625" marB="0" marR="7625" marL="7625" anchor="b">
                    <a:lnL cap="flat" cmpd="sng" w="12700">
                      <a:solidFill>
                        <a:schemeClr val="dk1"/>
                      </a:solidFill>
                      <a:prstDash val="solid"/>
                      <a:round/>
                      <a:headEnd len="sm" w="sm" type="none"/>
                      <a:tailEnd len="sm" w="sm" type="none"/>
                    </a:lnL>
                  </a:tcPr>
                </a:tc>
              </a:tr>
              <a:tr h="24207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852</a:t>
                      </a:r>
                      <a:endParaRPr b="0" i="0" sz="1800" u="none" cap="none" strike="noStrike">
                        <a:solidFill>
                          <a:srgbClr val="000000"/>
                        </a:solidFill>
                        <a:latin typeface="Calibri"/>
                        <a:ea typeface="Calibri"/>
                        <a:cs typeface="Calibri"/>
                        <a:sym typeface="Calibri"/>
                      </a:endParaRPr>
                    </a:p>
                  </a:txBody>
                  <a:tcPr marT="7625" marB="0" marR="7625" marL="7625" anchor="b">
                    <a:lnR cap="flat" cmpd="sng" w="12700">
                      <a:solidFill>
                        <a:schemeClr val="dk1"/>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178</a:t>
                      </a:r>
                      <a:endParaRPr b="0" i="0" sz="1800" u="none" cap="none" strike="noStrike">
                        <a:solidFill>
                          <a:srgbClr val="000000"/>
                        </a:solidFill>
                        <a:latin typeface="Calibri"/>
                        <a:ea typeface="Calibri"/>
                        <a:cs typeface="Calibri"/>
                        <a:sym typeface="Calibri"/>
                      </a:endParaRPr>
                    </a:p>
                  </a:txBody>
                  <a:tcPr marT="7625" marB="0" marR="7625" marL="7625" anchor="b">
                    <a:lnL cap="flat" cmpd="sng" w="12700">
                      <a:solidFill>
                        <a:schemeClr val="dk1"/>
                      </a:solidFill>
                      <a:prstDash val="solid"/>
                      <a:round/>
                      <a:headEnd len="sm" w="sm" type="none"/>
                      <a:tailEnd len="sm" w="sm" type="none"/>
                    </a:lnL>
                  </a:tcPr>
                </a:tc>
              </a:tr>
              <a:tr h="24207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a:t>
                      </a:r>
                      <a:endParaRPr b="0" i="0" sz="1800" u="none" cap="none" strike="noStrike">
                        <a:solidFill>
                          <a:srgbClr val="000000"/>
                        </a:solidFill>
                        <a:latin typeface="Calibri"/>
                        <a:ea typeface="Calibri"/>
                        <a:cs typeface="Calibri"/>
                        <a:sym typeface="Calibri"/>
                      </a:endParaRPr>
                    </a:p>
                  </a:txBody>
                  <a:tcPr marT="7625" marB="0" marR="7625" marL="7625" anchor="b">
                    <a:lnR cap="flat" cmpd="sng" w="12700">
                      <a:solidFill>
                        <a:schemeClr val="dk1"/>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a:t>
                      </a:r>
                      <a:endParaRPr b="0" i="0" sz="1800" u="none" cap="none" strike="noStrike">
                        <a:solidFill>
                          <a:srgbClr val="000000"/>
                        </a:solidFill>
                        <a:latin typeface="Calibri"/>
                        <a:ea typeface="Calibri"/>
                        <a:cs typeface="Calibri"/>
                        <a:sym typeface="Calibri"/>
                      </a:endParaRPr>
                    </a:p>
                  </a:txBody>
                  <a:tcPr marT="7625" marB="0" marR="7625" marL="7625" anchor="b">
                    <a:lnL cap="flat" cmpd="sng" w="12700">
                      <a:solidFill>
                        <a:schemeClr val="dk1"/>
                      </a:solidFill>
                      <a:prstDash val="solid"/>
                      <a:round/>
                      <a:headEnd len="sm" w="sm" type="none"/>
                      <a:tailEnd len="sm" w="sm" type="none"/>
                    </a:lnL>
                  </a:tcPr>
                </a:tc>
              </a:tr>
            </a:tbl>
          </a:graphicData>
        </a:graphic>
      </p:graphicFrame>
      <p:sp>
        <p:nvSpPr>
          <p:cNvPr id="3382" name="Google Shape;3382;p8"/>
          <p:cNvSpPr/>
          <p:nvPr/>
        </p:nvSpPr>
        <p:spPr>
          <a:xfrm>
            <a:off x="1342485" y="1524000"/>
            <a:ext cx="2470795" cy="245791"/>
          </a:xfrm>
          <a:prstGeom prst="roundRect">
            <a:avLst>
              <a:gd fmla="val 16667" name="adj"/>
            </a:avLst>
          </a:prstGeom>
          <a:noFill/>
          <a:ln cap="flat" cmpd="sng" w="25400">
            <a:solidFill>
              <a:srgbClr val="93895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Training Set</a:t>
            </a:r>
            <a:endParaRPr b="0" i="0" sz="1400" u="none" cap="none" strike="noStrike">
              <a:solidFill>
                <a:srgbClr val="000000"/>
              </a:solidFill>
              <a:latin typeface="Arial"/>
              <a:ea typeface="Arial"/>
              <a:cs typeface="Arial"/>
              <a:sym typeface="Arial"/>
            </a:endParaRPr>
          </a:p>
        </p:txBody>
      </p:sp>
      <p:sp>
        <p:nvSpPr>
          <p:cNvPr id="3383" name="Google Shape;3383;p8"/>
          <p:cNvSpPr/>
          <p:nvPr/>
        </p:nvSpPr>
        <p:spPr>
          <a:xfrm>
            <a:off x="1037685" y="2743200"/>
            <a:ext cx="3065399" cy="236500"/>
          </a:xfrm>
          <a:prstGeom prst="roundRect">
            <a:avLst>
              <a:gd fmla="val 16667" name="adj"/>
            </a:avLst>
          </a:prstGeom>
          <a:noFill/>
          <a:ln cap="flat" cmpd="sng" w="25400">
            <a:solidFill>
              <a:srgbClr val="93895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Learning Algorithm</a:t>
            </a:r>
            <a:endParaRPr b="0" i="0" sz="1400" u="none" cap="none" strike="noStrike">
              <a:solidFill>
                <a:srgbClr val="000000"/>
              </a:solidFill>
              <a:latin typeface="Arial"/>
              <a:ea typeface="Arial"/>
              <a:cs typeface="Arial"/>
              <a:sym typeface="Arial"/>
            </a:endParaRPr>
          </a:p>
        </p:txBody>
      </p:sp>
      <p:sp>
        <p:nvSpPr>
          <p:cNvPr id="3384" name="Google Shape;3384;p8"/>
          <p:cNvSpPr/>
          <p:nvPr/>
        </p:nvSpPr>
        <p:spPr>
          <a:xfrm>
            <a:off x="2228041" y="3962400"/>
            <a:ext cx="743254" cy="236500"/>
          </a:xfrm>
          <a:prstGeom prst="roundRect">
            <a:avLst>
              <a:gd fmla="val 16667" name="adj"/>
            </a:avLst>
          </a:prstGeom>
          <a:noFill/>
          <a:ln cap="flat" cmpd="sng" w="25400">
            <a:solidFill>
              <a:srgbClr val="93895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1" lang="en-US" sz="1400" u="none" cap="none" strike="noStrike">
                <a:solidFill>
                  <a:srgbClr val="000000"/>
                </a:solidFill>
                <a:latin typeface="Arial"/>
                <a:ea typeface="Arial"/>
                <a:cs typeface="Arial"/>
                <a:sym typeface="Arial"/>
              </a:rPr>
              <a:t>h</a:t>
            </a:r>
            <a:endParaRPr b="0" i="0" sz="1400" u="none" cap="none" strike="noStrike">
              <a:solidFill>
                <a:srgbClr val="000000"/>
              </a:solidFill>
              <a:latin typeface="Arial"/>
              <a:ea typeface="Arial"/>
              <a:cs typeface="Arial"/>
              <a:sym typeface="Arial"/>
            </a:endParaRPr>
          </a:p>
        </p:txBody>
      </p:sp>
      <p:sp>
        <p:nvSpPr>
          <p:cNvPr id="3385" name="Google Shape;3385;p8"/>
          <p:cNvSpPr txBox="1"/>
          <p:nvPr/>
        </p:nvSpPr>
        <p:spPr>
          <a:xfrm>
            <a:off x="394322" y="3962400"/>
            <a:ext cx="1114881"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Size of house</a:t>
            </a:r>
            <a:endParaRPr b="0" i="0" sz="1400" u="none" cap="none" strike="noStrike">
              <a:solidFill>
                <a:srgbClr val="000000"/>
              </a:solidFill>
              <a:latin typeface="Arial"/>
              <a:ea typeface="Arial"/>
              <a:cs typeface="Arial"/>
              <a:sym typeface="Arial"/>
            </a:endParaRPr>
          </a:p>
        </p:txBody>
      </p:sp>
      <p:sp>
        <p:nvSpPr>
          <p:cNvPr id="3386" name="Google Shape;3386;p8"/>
          <p:cNvSpPr txBox="1"/>
          <p:nvPr/>
        </p:nvSpPr>
        <p:spPr>
          <a:xfrm>
            <a:off x="3587987" y="4101789"/>
            <a:ext cx="1412183"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Estimated price</a:t>
            </a:r>
            <a:endParaRPr b="0" i="0" sz="1400" u="none" cap="none" strike="noStrike">
              <a:solidFill>
                <a:srgbClr val="000000"/>
              </a:solidFill>
              <a:latin typeface="Arial"/>
              <a:ea typeface="Arial"/>
              <a:cs typeface="Arial"/>
              <a:sym typeface="Arial"/>
            </a:endParaRPr>
          </a:p>
        </p:txBody>
      </p:sp>
      <p:cxnSp>
        <p:nvCxnSpPr>
          <p:cNvPr id="3387" name="Google Shape;3387;p8"/>
          <p:cNvCxnSpPr>
            <a:stCxn id="3382" idx="2"/>
            <a:endCxn id="3383" idx="0"/>
          </p:cNvCxnSpPr>
          <p:nvPr/>
        </p:nvCxnSpPr>
        <p:spPr>
          <a:xfrm flipH="1">
            <a:off x="2570383" y="1769791"/>
            <a:ext cx="7500" cy="973500"/>
          </a:xfrm>
          <a:prstGeom prst="straightConnector1">
            <a:avLst/>
          </a:prstGeom>
          <a:noFill/>
          <a:ln cap="flat" cmpd="sng" w="57150">
            <a:solidFill>
              <a:srgbClr val="938953"/>
            </a:solidFill>
            <a:prstDash val="solid"/>
            <a:round/>
            <a:headEnd len="sm" w="sm" type="none"/>
            <a:tailEnd len="lg" w="lg" type="stealth"/>
          </a:ln>
        </p:spPr>
      </p:cxnSp>
      <p:cxnSp>
        <p:nvCxnSpPr>
          <p:cNvPr id="3388" name="Google Shape;3388;p8"/>
          <p:cNvCxnSpPr>
            <a:stCxn id="3383" idx="2"/>
            <a:endCxn id="3384" idx="0"/>
          </p:cNvCxnSpPr>
          <p:nvPr/>
        </p:nvCxnSpPr>
        <p:spPr>
          <a:xfrm>
            <a:off x="2570385" y="2979700"/>
            <a:ext cx="29400" cy="982800"/>
          </a:xfrm>
          <a:prstGeom prst="straightConnector1">
            <a:avLst/>
          </a:prstGeom>
          <a:noFill/>
          <a:ln cap="flat" cmpd="sng" w="57150">
            <a:solidFill>
              <a:srgbClr val="938953"/>
            </a:solidFill>
            <a:prstDash val="solid"/>
            <a:round/>
            <a:headEnd len="sm" w="sm" type="none"/>
            <a:tailEnd len="lg" w="lg" type="stealth"/>
          </a:ln>
        </p:spPr>
      </p:cxnSp>
      <p:cxnSp>
        <p:nvCxnSpPr>
          <p:cNvPr id="3389" name="Google Shape;3389;p8"/>
          <p:cNvCxnSpPr>
            <a:endCxn id="3384" idx="1"/>
          </p:cNvCxnSpPr>
          <p:nvPr/>
        </p:nvCxnSpPr>
        <p:spPr>
          <a:xfrm flipH="1" rot="10800000">
            <a:off x="1437241" y="4080650"/>
            <a:ext cx="790800" cy="174900"/>
          </a:xfrm>
          <a:prstGeom prst="straightConnector1">
            <a:avLst/>
          </a:prstGeom>
          <a:noFill/>
          <a:ln cap="flat" cmpd="sng" w="57150">
            <a:solidFill>
              <a:srgbClr val="938953"/>
            </a:solidFill>
            <a:prstDash val="solid"/>
            <a:round/>
            <a:headEnd len="sm" w="sm" type="none"/>
            <a:tailEnd len="lg" w="lg" type="stealth"/>
          </a:ln>
        </p:spPr>
      </p:cxnSp>
      <p:cxnSp>
        <p:nvCxnSpPr>
          <p:cNvPr id="3390" name="Google Shape;3390;p8"/>
          <p:cNvCxnSpPr>
            <a:stCxn id="3384" idx="3"/>
          </p:cNvCxnSpPr>
          <p:nvPr/>
        </p:nvCxnSpPr>
        <p:spPr>
          <a:xfrm>
            <a:off x="2971295" y="4080650"/>
            <a:ext cx="751800" cy="174900"/>
          </a:xfrm>
          <a:prstGeom prst="straightConnector1">
            <a:avLst/>
          </a:prstGeom>
          <a:noFill/>
          <a:ln cap="flat" cmpd="sng" w="57150">
            <a:solidFill>
              <a:srgbClr val="938953"/>
            </a:solidFill>
            <a:prstDash val="solid"/>
            <a:round/>
            <a:headEnd len="sm" w="sm" type="none"/>
            <a:tailEnd len="lg" w="lg" type="stealth"/>
          </a:ln>
        </p:spPr>
      </p:cxnSp>
      <p:sp>
        <p:nvSpPr>
          <p:cNvPr id="3391" name="Google Shape;3391;p8"/>
          <p:cNvSpPr txBox="1"/>
          <p:nvPr/>
        </p:nvSpPr>
        <p:spPr>
          <a:xfrm>
            <a:off x="405391" y="5706195"/>
            <a:ext cx="261161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33CC"/>
              </a:buClr>
              <a:buSzPts val="1800"/>
              <a:buFont typeface="Tahoma"/>
              <a:buNone/>
            </a:pPr>
            <a:r>
              <a:rPr b="1" i="0" lang="en-US" sz="1800" u="none" cap="none" strike="noStrike">
                <a:solidFill>
                  <a:srgbClr val="0033CC"/>
                </a:solidFill>
                <a:latin typeface="Tahoma"/>
                <a:ea typeface="Tahoma"/>
                <a:cs typeface="Tahoma"/>
                <a:sym typeface="Tahoma"/>
              </a:rPr>
              <a:t>How to choose     ‘s ?</a:t>
            </a:r>
            <a:endParaRPr b="0" i="0" sz="1400" u="none" cap="none" strike="noStrike">
              <a:solidFill>
                <a:srgbClr val="000000"/>
              </a:solidFill>
              <a:latin typeface="Arial"/>
              <a:ea typeface="Arial"/>
              <a:cs typeface="Arial"/>
              <a:sym typeface="Arial"/>
            </a:endParaRPr>
          </a:p>
        </p:txBody>
      </p:sp>
      <p:pic>
        <p:nvPicPr>
          <p:cNvPr id="3392" name="Google Shape;3392;p8"/>
          <p:cNvPicPr preferRelativeResize="0"/>
          <p:nvPr/>
        </p:nvPicPr>
        <p:blipFill rotWithShape="1">
          <a:blip r:embed="rId4">
            <a:alphaModFix/>
          </a:blip>
          <a:srcRect b="0" l="0" r="0" t="0"/>
          <a:stretch/>
        </p:blipFill>
        <p:spPr>
          <a:xfrm>
            <a:off x="1792728" y="4848395"/>
            <a:ext cx="2020552" cy="281157"/>
          </a:xfrm>
          <a:prstGeom prst="rect">
            <a:avLst/>
          </a:prstGeom>
          <a:noFill/>
          <a:ln>
            <a:noFill/>
          </a:ln>
        </p:spPr>
      </p:pic>
      <p:pic>
        <p:nvPicPr>
          <p:cNvPr id="3393" name="Google Shape;3393;p8"/>
          <p:cNvPicPr preferRelativeResize="0"/>
          <p:nvPr/>
        </p:nvPicPr>
        <p:blipFill rotWithShape="1">
          <a:blip r:embed="rId5">
            <a:alphaModFix/>
          </a:blip>
          <a:srcRect b="0" l="0" r="0" t="0"/>
          <a:stretch/>
        </p:blipFill>
        <p:spPr>
          <a:xfrm>
            <a:off x="1672972" y="5195541"/>
            <a:ext cx="239512" cy="306044"/>
          </a:xfrm>
          <a:prstGeom prst="rect">
            <a:avLst/>
          </a:prstGeom>
          <a:noFill/>
          <a:ln>
            <a:noFill/>
          </a:ln>
        </p:spPr>
      </p:pic>
      <p:sp>
        <p:nvSpPr>
          <p:cNvPr id="3394" name="Google Shape;3394;p8"/>
          <p:cNvSpPr txBox="1"/>
          <p:nvPr/>
        </p:nvSpPr>
        <p:spPr>
          <a:xfrm>
            <a:off x="405391" y="4773704"/>
            <a:ext cx="137569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Hypothesis:</a:t>
            </a:r>
            <a:endParaRPr b="0" i="0" sz="1400" u="none" cap="none" strike="noStrike">
              <a:solidFill>
                <a:srgbClr val="000000"/>
              </a:solidFill>
              <a:latin typeface="Arial"/>
              <a:ea typeface="Arial"/>
              <a:cs typeface="Arial"/>
              <a:sym typeface="Arial"/>
            </a:endParaRPr>
          </a:p>
        </p:txBody>
      </p:sp>
      <p:sp>
        <p:nvSpPr>
          <p:cNvPr id="3395" name="Google Shape;3395;p8"/>
          <p:cNvSpPr txBox="1"/>
          <p:nvPr/>
        </p:nvSpPr>
        <p:spPr>
          <a:xfrm>
            <a:off x="1855131" y="5161780"/>
            <a:ext cx="2211183"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     :   Parameters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h(.)  :   Model	</a:t>
            </a:r>
            <a:endParaRPr b="0" i="0" sz="1800" u="none" cap="none" strike="noStrike">
              <a:solidFill>
                <a:srgbClr val="000000"/>
              </a:solidFill>
              <a:latin typeface="Tahoma"/>
              <a:ea typeface="Tahoma"/>
              <a:cs typeface="Tahoma"/>
              <a:sym typeface="Tahoma"/>
            </a:endParaRPr>
          </a:p>
        </p:txBody>
      </p:sp>
      <p:pic>
        <p:nvPicPr>
          <p:cNvPr id="3396" name="Google Shape;3396;p8"/>
          <p:cNvPicPr preferRelativeResize="0"/>
          <p:nvPr/>
        </p:nvPicPr>
        <p:blipFill rotWithShape="1">
          <a:blip r:embed="rId5">
            <a:alphaModFix/>
          </a:blip>
          <a:srcRect b="0" l="0" r="0" t="0"/>
          <a:stretch/>
        </p:blipFill>
        <p:spPr>
          <a:xfrm>
            <a:off x="2304553" y="5779047"/>
            <a:ext cx="232028" cy="296480"/>
          </a:xfrm>
          <a:prstGeom prst="rect">
            <a:avLst/>
          </a:prstGeom>
          <a:noFill/>
          <a:ln>
            <a:noFill/>
          </a:ln>
        </p:spPr>
      </p:pic>
      <p:pic>
        <p:nvPicPr>
          <p:cNvPr id="3397" name="Google Shape;3397;p8"/>
          <p:cNvPicPr preferRelativeResize="0"/>
          <p:nvPr/>
        </p:nvPicPr>
        <p:blipFill rotWithShape="1">
          <a:blip r:embed="rId6">
            <a:alphaModFix/>
          </a:blip>
          <a:srcRect b="0" l="0" r="0" t="0"/>
          <a:stretch/>
        </p:blipFill>
        <p:spPr>
          <a:xfrm>
            <a:off x="3647885" y="3266728"/>
            <a:ext cx="1320518" cy="73666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2" name="Shape 3402"/>
        <p:cNvGrpSpPr/>
        <p:nvPr/>
      </p:nvGrpSpPr>
      <p:grpSpPr>
        <a:xfrm>
          <a:off x="0" y="0"/>
          <a:ext cx="0" cy="0"/>
          <a:chOff x="0" y="0"/>
          <a:chExt cx="0" cy="0"/>
        </a:xfrm>
      </p:grpSpPr>
      <p:pic>
        <p:nvPicPr>
          <p:cNvPr id="3403" name="Google Shape;3403;p9"/>
          <p:cNvPicPr preferRelativeResize="0"/>
          <p:nvPr/>
        </p:nvPicPr>
        <p:blipFill rotWithShape="1">
          <a:blip r:embed="rId3">
            <a:alphaModFix/>
          </a:blip>
          <a:srcRect b="0" l="0" r="0" t="0"/>
          <a:stretch/>
        </p:blipFill>
        <p:spPr>
          <a:xfrm>
            <a:off x="4539089" y="4169823"/>
            <a:ext cx="4431250" cy="2242645"/>
          </a:xfrm>
          <a:prstGeom prst="rect">
            <a:avLst/>
          </a:prstGeom>
          <a:noFill/>
          <a:ln>
            <a:noFill/>
          </a:ln>
        </p:spPr>
      </p:pic>
      <p:sp>
        <p:nvSpPr>
          <p:cNvPr id="3404" name="Google Shape;3404;p9"/>
          <p:cNvSpPr txBox="1"/>
          <p:nvPr>
            <p:ph idx="1" type="body"/>
          </p:nvPr>
        </p:nvSpPr>
        <p:spPr>
          <a:xfrm>
            <a:off x="304800" y="1493837"/>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SzPts val="1800"/>
              <a:buNone/>
            </a:pPr>
            <a:r>
              <a:t/>
            </a:r>
            <a:endParaRPr sz="1800"/>
          </a:p>
          <a:p>
            <a:pPr indent="-342900" lvl="0" marL="342900" rtl="0" algn="l">
              <a:lnSpc>
                <a:spcPct val="100000"/>
              </a:lnSpc>
              <a:spcBef>
                <a:spcPts val="360"/>
              </a:spcBef>
              <a:spcAft>
                <a:spcPts val="0"/>
              </a:spcAft>
              <a:buSzPts val="1800"/>
              <a:buNone/>
            </a:pPr>
            <a:r>
              <a:rPr lang="en-US" sz="1800"/>
              <a:t>(Education)  	</a:t>
            </a:r>
            <a:r>
              <a:rPr i="1" lang="en-US" sz="1800"/>
              <a:t>x </a:t>
            </a:r>
            <a:r>
              <a:rPr lang="en-US" sz="1800"/>
              <a:t>                                             </a:t>
            </a:r>
            <a:r>
              <a:rPr i="1" lang="en-US" sz="1800"/>
              <a:t>y  </a:t>
            </a:r>
            <a:r>
              <a:rPr lang="en-US" sz="1800"/>
              <a:t> (Income)</a:t>
            </a:r>
            <a:endParaRPr/>
          </a:p>
          <a:p>
            <a:pPr indent="-342900" lvl="0" marL="342900" rtl="0" algn="l">
              <a:lnSpc>
                <a:spcPct val="100000"/>
              </a:lnSpc>
              <a:spcBef>
                <a:spcPts val="360"/>
              </a:spcBef>
              <a:spcAft>
                <a:spcPts val="0"/>
              </a:spcAft>
              <a:buSzPts val="1800"/>
              <a:buNone/>
            </a:pPr>
            <a:r>
              <a:t/>
            </a:r>
            <a:endParaRPr sz="1800"/>
          </a:p>
          <a:p>
            <a:pPr indent="-342900" lvl="0" marL="342900" rtl="0" algn="l">
              <a:lnSpc>
                <a:spcPct val="100000"/>
              </a:lnSpc>
              <a:spcBef>
                <a:spcPts val="360"/>
              </a:spcBef>
              <a:spcAft>
                <a:spcPts val="0"/>
              </a:spcAft>
              <a:buSzPts val="1800"/>
              <a:buNone/>
            </a:pPr>
            <a:r>
              <a:t/>
            </a:r>
            <a:endParaRPr sz="1800"/>
          </a:p>
          <a:p>
            <a:pPr indent="-342900" lvl="0" marL="342900" rtl="0" algn="l">
              <a:lnSpc>
                <a:spcPct val="100000"/>
              </a:lnSpc>
              <a:spcBef>
                <a:spcPts val="360"/>
              </a:spcBef>
              <a:spcAft>
                <a:spcPts val="0"/>
              </a:spcAft>
              <a:buSzPts val="1800"/>
              <a:buNone/>
            </a:pPr>
            <a:r>
              <a:t/>
            </a:r>
            <a:endParaRPr sz="1800"/>
          </a:p>
          <a:p>
            <a:pPr indent="-342900" lvl="0" marL="342900" rtl="0" algn="l">
              <a:lnSpc>
                <a:spcPct val="100000"/>
              </a:lnSpc>
              <a:spcBef>
                <a:spcPts val="360"/>
              </a:spcBef>
              <a:spcAft>
                <a:spcPts val="0"/>
              </a:spcAft>
              <a:buSzPts val="1800"/>
              <a:buNone/>
            </a:pPr>
            <a:r>
              <a:rPr lang="en-US" sz="1800"/>
              <a:t>(Education)	</a:t>
            </a:r>
            <a:r>
              <a:rPr i="1" lang="en-US" sz="1800"/>
              <a:t>x</a:t>
            </a:r>
            <a:r>
              <a:rPr baseline="-25000" lang="en-US" sz="1800"/>
              <a:t>1</a:t>
            </a:r>
            <a:endParaRPr/>
          </a:p>
          <a:p>
            <a:pPr indent="-342900" lvl="0" marL="342900" rtl="0" algn="l">
              <a:lnSpc>
                <a:spcPct val="100000"/>
              </a:lnSpc>
              <a:spcBef>
                <a:spcPts val="360"/>
              </a:spcBef>
              <a:spcAft>
                <a:spcPts val="0"/>
              </a:spcAft>
              <a:buSzPts val="1800"/>
              <a:buNone/>
            </a:pPr>
            <a:r>
              <a:t/>
            </a:r>
            <a:endParaRPr baseline="-25000" sz="1800"/>
          </a:p>
          <a:p>
            <a:pPr indent="-342900" lvl="0" marL="342900" rtl="0" algn="l">
              <a:lnSpc>
                <a:spcPct val="100000"/>
              </a:lnSpc>
              <a:spcBef>
                <a:spcPts val="360"/>
              </a:spcBef>
              <a:spcAft>
                <a:spcPts val="0"/>
              </a:spcAft>
              <a:buSzPts val="1800"/>
              <a:buNone/>
            </a:pPr>
            <a:r>
              <a:rPr lang="en-US" sz="1800"/>
              <a:t>(Soft Skills)	</a:t>
            </a:r>
            <a:r>
              <a:rPr i="1" lang="en-US" sz="1800"/>
              <a:t>x</a:t>
            </a:r>
            <a:r>
              <a:rPr baseline="-25000" lang="en-US" sz="1800"/>
              <a:t>2						</a:t>
            </a:r>
            <a:endParaRPr/>
          </a:p>
          <a:p>
            <a:pPr indent="-342900" lvl="0" marL="342900" rtl="0" algn="l">
              <a:lnSpc>
                <a:spcPct val="100000"/>
              </a:lnSpc>
              <a:spcBef>
                <a:spcPts val="360"/>
              </a:spcBef>
              <a:spcAft>
                <a:spcPts val="0"/>
              </a:spcAft>
              <a:buSzPts val="1800"/>
              <a:buNone/>
            </a:pPr>
            <a:r>
              <a:t/>
            </a:r>
            <a:endParaRPr baseline="-25000" sz="1800"/>
          </a:p>
          <a:p>
            <a:pPr indent="-342900" lvl="0" marL="342900" rtl="0" algn="l">
              <a:lnSpc>
                <a:spcPct val="100000"/>
              </a:lnSpc>
              <a:spcBef>
                <a:spcPts val="360"/>
              </a:spcBef>
              <a:spcAft>
                <a:spcPts val="0"/>
              </a:spcAft>
              <a:buSzPts val="1800"/>
              <a:buNone/>
            </a:pPr>
            <a:r>
              <a:rPr lang="en-US" sz="1800"/>
              <a:t>(Experience)	</a:t>
            </a:r>
            <a:r>
              <a:rPr i="1" lang="en-US" sz="1800"/>
              <a:t>x</a:t>
            </a:r>
            <a:r>
              <a:rPr baseline="-25000" lang="en-US" sz="1800"/>
              <a:t>3</a:t>
            </a:r>
            <a:endParaRPr/>
          </a:p>
          <a:p>
            <a:pPr indent="-342900" lvl="0" marL="342900" rtl="0" algn="l">
              <a:lnSpc>
                <a:spcPct val="100000"/>
              </a:lnSpc>
              <a:spcBef>
                <a:spcPts val="360"/>
              </a:spcBef>
              <a:spcAft>
                <a:spcPts val="0"/>
              </a:spcAft>
              <a:buSzPts val="1800"/>
              <a:buNone/>
            </a:pPr>
            <a:r>
              <a:rPr baseline="-25000" lang="en-US" sz="1800"/>
              <a:t>					</a:t>
            </a:r>
            <a:endParaRPr sz="1800"/>
          </a:p>
          <a:p>
            <a:pPr indent="-342900" lvl="0" marL="342900" rtl="0" algn="l">
              <a:lnSpc>
                <a:spcPct val="100000"/>
              </a:lnSpc>
              <a:spcBef>
                <a:spcPts val="360"/>
              </a:spcBef>
              <a:spcAft>
                <a:spcPts val="0"/>
              </a:spcAft>
              <a:buSzPts val="1800"/>
              <a:buNone/>
            </a:pPr>
            <a:r>
              <a:rPr lang="en-US" sz="1800"/>
              <a:t>(Age)		</a:t>
            </a:r>
            <a:r>
              <a:rPr i="1" lang="en-US" sz="1800"/>
              <a:t>x</a:t>
            </a:r>
            <a:r>
              <a:rPr baseline="-25000" lang="en-US" sz="1800"/>
              <a:t>4</a:t>
            </a:r>
            <a:endParaRPr/>
          </a:p>
          <a:p>
            <a:pPr indent="-342900" lvl="0" marL="342900" rtl="0" algn="l">
              <a:lnSpc>
                <a:spcPct val="100000"/>
              </a:lnSpc>
              <a:spcBef>
                <a:spcPts val="360"/>
              </a:spcBef>
              <a:spcAft>
                <a:spcPts val="0"/>
              </a:spcAft>
              <a:buSzPts val="1800"/>
              <a:buNone/>
            </a:pPr>
            <a:r>
              <a:rPr lang="en-US" sz="1800"/>
              <a:t>                                                               </a:t>
            </a:r>
            <a:endParaRPr/>
          </a:p>
          <a:p>
            <a:pPr indent="-342900" lvl="0" marL="342900" rtl="0" algn="l">
              <a:lnSpc>
                <a:spcPct val="100000"/>
              </a:lnSpc>
              <a:spcBef>
                <a:spcPts val="360"/>
              </a:spcBef>
              <a:spcAft>
                <a:spcPts val="0"/>
              </a:spcAft>
              <a:buSzPts val="1800"/>
              <a:buNone/>
            </a:pPr>
            <a:r>
              <a:t/>
            </a:r>
            <a:endParaRPr baseline="-25000" sz="1800"/>
          </a:p>
          <a:p>
            <a:pPr indent="-342900" lvl="0" marL="342900" rtl="0" algn="l">
              <a:lnSpc>
                <a:spcPct val="100000"/>
              </a:lnSpc>
              <a:spcBef>
                <a:spcPts val="360"/>
              </a:spcBef>
              <a:spcAft>
                <a:spcPts val="0"/>
              </a:spcAft>
              <a:buSzPts val="1800"/>
              <a:buNone/>
            </a:pPr>
            <a:r>
              <a:t/>
            </a:r>
            <a:endParaRPr sz="1800"/>
          </a:p>
        </p:txBody>
      </p:sp>
      <p:cxnSp>
        <p:nvCxnSpPr>
          <p:cNvPr id="3405" name="Google Shape;3405;p9"/>
          <p:cNvCxnSpPr/>
          <p:nvPr/>
        </p:nvCxnSpPr>
        <p:spPr>
          <a:xfrm flipH="1" rot="10800000">
            <a:off x="2743200" y="2047875"/>
            <a:ext cx="2324100" cy="9525"/>
          </a:xfrm>
          <a:prstGeom prst="straightConnector1">
            <a:avLst/>
          </a:prstGeom>
          <a:noFill/>
          <a:ln cap="flat" cmpd="sng" w="9525">
            <a:solidFill>
              <a:schemeClr val="dk1"/>
            </a:solidFill>
            <a:prstDash val="solid"/>
            <a:round/>
            <a:headEnd len="sm" w="sm" type="none"/>
            <a:tailEnd len="med" w="med" type="stealth"/>
          </a:ln>
        </p:spPr>
      </p:cxnSp>
      <p:cxnSp>
        <p:nvCxnSpPr>
          <p:cNvPr id="3406" name="Google Shape;3406;p9"/>
          <p:cNvCxnSpPr/>
          <p:nvPr/>
        </p:nvCxnSpPr>
        <p:spPr>
          <a:xfrm>
            <a:off x="2714625" y="3357563"/>
            <a:ext cx="3286125" cy="500062"/>
          </a:xfrm>
          <a:prstGeom prst="straightConnector1">
            <a:avLst/>
          </a:prstGeom>
          <a:noFill/>
          <a:ln cap="flat" cmpd="sng" w="9525">
            <a:solidFill>
              <a:schemeClr val="dk1"/>
            </a:solidFill>
            <a:prstDash val="solid"/>
            <a:round/>
            <a:headEnd len="sm" w="sm" type="none"/>
            <a:tailEnd len="med" w="med" type="stealth"/>
          </a:ln>
        </p:spPr>
      </p:cxnSp>
      <p:cxnSp>
        <p:nvCxnSpPr>
          <p:cNvPr id="3407" name="Google Shape;3407;p9"/>
          <p:cNvCxnSpPr/>
          <p:nvPr/>
        </p:nvCxnSpPr>
        <p:spPr>
          <a:xfrm>
            <a:off x="2714625" y="3929063"/>
            <a:ext cx="3286125" cy="142875"/>
          </a:xfrm>
          <a:prstGeom prst="straightConnector1">
            <a:avLst/>
          </a:prstGeom>
          <a:noFill/>
          <a:ln cap="flat" cmpd="sng" w="9525">
            <a:solidFill>
              <a:schemeClr val="dk1"/>
            </a:solidFill>
            <a:prstDash val="solid"/>
            <a:round/>
            <a:headEnd len="sm" w="sm" type="none"/>
            <a:tailEnd len="med" w="med" type="stealth"/>
          </a:ln>
        </p:spPr>
      </p:cxnSp>
      <p:sp>
        <p:nvSpPr>
          <p:cNvPr id="3408" name="Google Shape;3408;p9"/>
          <p:cNvSpPr txBox="1"/>
          <p:nvPr/>
        </p:nvSpPr>
        <p:spPr>
          <a:xfrm>
            <a:off x="6143625" y="3786188"/>
            <a:ext cx="22860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000000"/>
                </a:solidFill>
                <a:latin typeface="Calibri"/>
                <a:ea typeface="Calibri"/>
                <a:cs typeface="Calibri"/>
                <a:sym typeface="Calibri"/>
              </a:rPr>
              <a:t>y</a:t>
            </a:r>
            <a:r>
              <a:rPr b="0" i="0" lang="en-US" sz="1800" u="none" cap="none" strike="noStrike">
                <a:solidFill>
                  <a:srgbClr val="000000"/>
                </a:solidFill>
                <a:latin typeface="Calibri"/>
                <a:ea typeface="Calibri"/>
                <a:cs typeface="Calibri"/>
                <a:sym typeface="Calibri"/>
              </a:rPr>
              <a:t>    (Income)</a:t>
            </a:r>
            <a:endParaRPr b="0" i="0" sz="1400" u="none" cap="none" strike="noStrike">
              <a:solidFill>
                <a:srgbClr val="000000"/>
              </a:solidFill>
              <a:latin typeface="Arial"/>
              <a:ea typeface="Arial"/>
              <a:cs typeface="Arial"/>
              <a:sym typeface="Arial"/>
            </a:endParaRPr>
          </a:p>
        </p:txBody>
      </p:sp>
      <p:cxnSp>
        <p:nvCxnSpPr>
          <p:cNvPr id="3409" name="Google Shape;3409;p9"/>
          <p:cNvCxnSpPr/>
          <p:nvPr/>
        </p:nvCxnSpPr>
        <p:spPr>
          <a:xfrm flipH="1" rot="10800000">
            <a:off x="2714625" y="4214813"/>
            <a:ext cx="3286125" cy="285750"/>
          </a:xfrm>
          <a:prstGeom prst="straightConnector1">
            <a:avLst/>
          </a:prstGeom>
          <a:noFill/>
          <a:ln cap="flat" cmpd="sng" w="9525">
            <a:solidFill>
              <a:schemeClr val="dk1"/>
            </a:solidFill>
            <a:prstDash val="solid"/>
            <a:round/>
            <a:headEnd len="sm" w="sm" type="none"/>
            <a:tailEnd len="med" w="med" type="stealth"/>
          </a:ln>
        </p:spPr>
      </p:cxnSp>
      <p:cxnSp>
        <p:nvCxnSpPr>
          <p:cNvPr id="3410" name="Google Shape;3410;p9"/>
          <p:cNvCxnSpPr/>
          <p:nvPr/>
        </p:nvCxnSpPr>
        <p:spPr>
          <a:xfrm flipH="1" rot="10800000">
            <a:off x="2714625" y="4429125"/>
            <a:ext cx="3286125" cy="642938"/>
          </a:xfrm>
          <a:prstGeom prst="straightConnector1">
            <a:avLst/>
          </a:prstGeom>
          <a:noFill/>
          <a:ln cap="flat" cmpd="sng" w="9525">
            <a:solidFill>
              <a:schemeClr val="dk1"/>
            </a:solidFill>
            <a:prstDash val="solid"/>
            <a:round/>
            <a:headEnd len="sm" w="sm" type="none"/>
            <a:tailEnd len="med" w="med" type="stealth"/>
          </a:ln>
        </p:spPr>
      </p:cxnSp>
      <p:sp>
        <p:nvSpPr>
          <p:cNvPr id="3411" name="Google Shape;3411;p9"/>
          <p:cNvSpPr txBox="1"/>
          <p:nvPr/>
        </p:nvSpPr>
        <p:spPr>
          <a:xfrm>
            <a:off x="2286000" y="1285875"/>
            <a:ext cx="485775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sng" cap="none" strike="noStrike">
                <a:solidFill>
                  <a:srgbClr val="000000"/>
                </a:solidFill>
                <a:latin typeface="Calibri"/>
                <a:ea typeface="Calibri"/>
                <a:cs typeface="Calibri"/>
                <a:sym typeface="Calibri"/>
              </a:rPr>
              <a:t>Simple Linear regression model</a:t>
            </a:r>
            <a:endParaRPr b="0" i="0" sz="1400" u="none" cap="none" strike="noStrike">
              <a:solidFill>
                <a:srgbClr val="000000"/>
              </a:solidFill>
              <a:latin typeface="Arial"/>
              <a:ea typeface="Arial"/>
              <a:cs typeface="Arial"/>
              <a:sym typeface="Arial"/>
            </a:endParaRPr>
          </a:p>
        </p:txBody>
      </p:sp>
      <p:sp>
        <p:nvSpPr>
          <p:cNvPr id="3412" name="Google Shape;3412;p9"/>
          <p:cNvSpPr txBox="1"/>
          <p:nvPr/>
        </p:nvSpPr>
        <p:spPr>
          <a:xfrm>
            <a:off x="2000250" y="2571750"/>
            <a:ext cx="542925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sng" cap="none" strike="noStrike">
                <a:solidFill>
                  <a:srgbClr val="000000"/>
                </a:solidFill>
                <a:latin typeface="Calibri"/>
                <a:ea typeface="Calibri"/>
                <a:cs typeface="Calibri"/>
                <a:sym typeface="Calibri"/>
              </a:rPr>
              <a:t> Multiple Linear regression model</a:t>
            </a:r>
            <a:endParaRPr b="0" i="0" sz="1400" u="none" cap="none" strike="noStrike">
              <a:solidFill>
                <a:srgbClr val="000000"/>
              </a:solidFill>
              <a:latin typeface="Arial"/>
              <a:ea typeface="Arial"/>
              <a:cs typeface="Arial"/>
              <a:sym typeface="Arial"/>
            </a:endParaRPr>
          </a:p>
        </p:txBody>
      </p:sp>
      <p:sp>
        <p:nvSpPr>
          <p:cNvPr id="3413" name="Google Shape;3413;p9"/>
          <p:cNvSpPr txBox="1"/>
          <p:nvPr/>
        </p:nvSpPr>
        <p:spPr>
          <a:xfrm>
            <a:off x="304800" y="473928"/>
            <a:ext cx="3724161"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1" i="0" lang="en-US" sz="2400" u="none" cap="none" strike="noStrike">
                <a:solidFill>
                  <a:srgbClr val="000000"/>
                </a:solidFill>
                <a:latin typeface="Calibri"/>
                <a:ea typeface="Calibri"/>
                <a:cs typeface="Calibri"/>
                <a:sym typeface="Calibri"/>
              </a:rPr>
              <a:t>Types of Regression Models</a:t>
            </a:r>
            <a:endParaRPr b="1" i="0" sz="2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2400"/>
              <a:buFont typeface="Tahoma"/>
              <a:buNone/>
            </a:pPr>
            <a:r>
              <a:t/>
            </a:r>
            <a:endParaRPr b="1" i="0" sz="2400" u="none" cap="none" strike="noStrike">
              <a:solidFill>
                <a:srgbClr val="000000"/>
              </a:solidFill>
              <a:latin typeface="Calibri"/>
              <a:ea typeface="Calibri"/>
              <a:cs typeface="Calibri"/>
              <a:sym typeface="Calibri"/>
            </a:endParaRPr>
          </a:p>
        </p:txBody>
      </p:sp>
      <p:pic>
        <p:nvPicPr>
          <p:cNvPr id="3414" name="Google Shape;3414;p9"/>
          <p:cNvPicPr preferRelativeResize="0"/>
          <p:nvPr/>
        </p:nvPicPr>
        <p:blipFill rotWithShape="1">
          <a:blip r:embed="rId4">
            <a:alphaModFix/>
          </a:blip>
          <a:srcRect b="0" l="0" r="0" t="0"/>
          <a:stretch/>
        </p:blipFill>
        <p:spPr>
          <a:xfrm>
            <a:off x="79966" y="5390385"/>
            <a:ext cx="4703008" cy="1004316"/>
          </a:xfrm>
          <a:prstGeom prst="rect">
            <a:avLst/>
          </a:prstGeom>
          <a:noFill/>
          <a:ln>
            <a:noFill/>
          </a:ln>
        </p:spPr>
      </p:pic>
      <p:pic>
        <p:nvPicPr>
          <p:cNvPr id="3415" name="Google Shape;3415;p9"/>
          <p:cNvPicPr preferRelativeResize="0"/>
          <p:nvPr/>
        </p:nvPicPr>
        <p:blipFill rotWithShape="1">
          <a:blip r:embed="rId5">
            <a:alphaModFix/>
          </a:blip>
          <a:srcRect b="0" l="0" r="0" t="0"/>
          <a:stretch/>
        </p:blipFill>
        <p:spPr>
          <a:xfrm>
            <a:off x="5562600" y="2427004"/>
            <a:ext cx="2590800" cy="7522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9" name="Shape 3419"/>
        <p:cNvGrpSpPr/>
        <p:nvPr/>
      </p:nvGrpSpPr>
      <p:grpSpPr>
        <a:xfrm>
          <a:off x="0" y="0"/>
          <a:ext cx="0" cy="0"/>
          <a:chOff x="0" y="0"/>
          <a:chExt cx="0" cy="0"/>
        </a:xfrm>
      </p:grpSpPr>
      <p:sp>
        <p:nvSpPr>
          <p:cNvPr id="3420" name="Google Shape;3420;p10"/>
          <p:cNvSpPr txBox="1"/>
          <p:nvPr>
            <p:ph idx="2" type="body"/>
          </p:nvPr>
        </p:nvSpPr>
        <p:spPr>
          <a:xfrm>
            <a:off x="914400" y="3048000"/>
            <a:ext cx="7467600" cy="18288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C00000"/>
              </a:buClr>
              <a:buSzPts val="3600"/>
              <a:buNone/>
            </a:pPr>
            <a:r>
              <a:rPr lang="en-US" sz="3200">
                <a:solidFill>
                  <a:srgbClr val="C00000"/>
                </a:solidFill>
              </a:rPr>
              <a:t>Learning the Model Parameters</a:t>
            </a:r>
            <a:endParaRPr/>
          </a:p>
          <a:p>
            <a:pPr indent="0" lvl="0" marL="542925" rtl="0" algn="l">
              <a:lnSpc>
                <a:spcPct val="220000"/>
              </a:lnSpc>
              <a:spcBef>
                <a:spcPts val="0"/>
              </a:spcBef>
              <a:spcAft>
                <a:spcPts val="0"/>
              </a:spcAft>
              <a:buClr>
                <a:srgbClr val="C00000"/>
              </a:buClr>
              <a:buSzPts val="3600"/>
              <a:buNone/>
            </a:pPr>
            <a:r>
              <a:rPr b="0" lang="en-US" sz="1800">
                <a:solidFill>
                  <a:schemeClr val="dk1"/>
                </a:solidFill>
              </a:rPr>
              <a:t>Closed Form Solution Approach</a:t>
            </a:r>
            <a:endParaRPr/>
          </a:p>
          <a:p>
            <a:pPr indent="0" lvl="0" marL="542925" rtl="0" algn="l">
              <a:lnSpc>
                <a:spcPct val="150000"/>
              </a:lnSpc>
              <a:spcBef>
                <a:spcPts val="0"/>
              </a:spcBef>
              <a:spcAft>
                <a:spcPts val="0"/>
              </a:spcAft>
              <a:buClr>
                <a:srgbClr val="C00000"/>
              </a:buClr>
              <a:buSzPts val="3600"/>
              <a:buNone/>
            </a:pPr>
            <a:r>
              <a:rPr b="0" lang="en-US" sz="1800">
                <a:solidFill>
                  <a:schemeClr val="dk1"/>
                </a:solidFill>
              </a:rPr>
              <a:t>Gradient Descent Approach</a:t>
            </a:r>
            <a:endParaRPr b="0" sz="1800">
              <a:solidFill>
                <a:schemeClr val="dk1"/>
              </a:solidFill>
            </a:endParaRPr>
          </a:p>
        </p:txBody>
      </p:sp>
      <p:pic>
        <p:nvPicPr>
          <p:cNvPr id="3421" name="Google Shape;3421;p10"/>
          <p:cNvPicPr preferRelativeResize="0"/>
          <p:nvPr/>
        </p:nvPicPr>
        <p:blipFill rotWithShape="1">
          <a:blip r:embed="rId3">
            <a:alphaModFix/>
          </a:blip>
          <a:srcRect b="0" l="0" r="0" t="0"/>
          <a:stretch/>
        </p:blipFill>
        <p:spPr>
          <a:xfrm>
            <a:off x="0" y="6019800"/>
            <a:ext cx="2694666" cy="49381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5" name="Shape 3425"/>
        <p:cNvGrpSpPr/>
        <p:nvPr/>
      </p:nvGrpSpPr>
      <p:grpSpPr>
        <a:xfrm>
          <a:off x="0" y="0"/>
          <a:ext cx="0" cy="0"/>
          <a:chOff x="0" y="0"/>
          <a:chExt cx="0" cy="0"/>
        </a:xfrm>
      </p:grpSpPr>
      <p:sp>
        <p:nvSpPr>
          <p:cNvPr id="3426" name="Google Shape;3426;p11"/>
          <p:cNvSpPr txBox="1"/>
          <p:nvPr>
            <p:ph idx="2" type="body"/>
          </p:nvPr>
        </p:nvSpPr>
        <p:spPr>
          <a:xfrm>
            <a:off x="304800" y="152400"/>
            <a:ext cx="8229600" cy="1143000"/>
          </a:xfrm>
          <a:prstGeom prst="rect">
            <a:avLst/>
          </a:prstGeom>
          <a:noFill/>
          <a:ln>
            <a:noFill/>
          </a:ln>
        </p:spPr>
        <p:txBody>
          <a:bodyPr anchorCtr="0" anchor="ctr" bIns="45700" lIns="91425" spcFirstLastPara="1" rIns="91425" wrap="square" tIns="45700">
            <a:normAutofit/>
          </a:bodyPr>
          <a:lstStyle/>
          <a:p>
            <a:pPr indent="0" lvl="0" marL="0" rtl="0" algn="l">
              <a:lnSpc>
                <a:spcPct val="150000"/>
              </a:lnSpc>
              <a:spcBef>
                <a:spcPts val="0"/>
              </a:spcBef>
              <a:spcAft>
                <a:spcPts val="0"/>
              </a:spcAft>
              <a:buClr>
                <a:schemeClr val="dk1"/>
              </a:buClr>
              <a:buSzPts val="2400"/>
              <a:buNone/>
            </a:pPr>
            <a:r>
              <a:rPr lang="en-US" sz="2400"/>
              <a:t>Notion of Cost Function</a:t>
            </a:r>
            <a:endParaRPr sz="2000">
              <a:solidFill>
                <a:srgbClr val="C00000"/>
              </a:solidFill>
            </a:endParaRPr>
          </a:p>
        </p:txBody>
      </p:sp>
      <p:pic>
        <p:nvPicPr>
          <p:cNvPr id="3427" name="Google Shape;3427;p11"/>
          <p:cNvPicPr preferRelativeResize="0"/>
          <p:nvPr/>
        </p:nvPicPr>
        <p:blipFill rotWithShape="1">
          <a:blip r:embed="rId3">
            <a:alphaModFix/>
          </a:blip>
          <a:srcRect b="0" l="0" r="0" t="0"/>
          <a:stretch/>
        </p:blipFill>
        <p:spPr>
          <a:xfrm>
            <a:off x="-28575" y="1338264"/>
            <a:ext cx="6927382" cy="3233926"/>
          </a:xfrm>
          <a:prstGeom prst="rect">
            <a:avLst/>
          </a:prstGeom>
          <a:noFill/>
          <a:ln>
            <a:noFill/>
          </a:ln>
        </p:spPr>
      </p:pic>
      <p:sp>
        <p:nvSpPr>
          <p:cNvPr id="3428" name="Google Shape;3428;p11"/>
          <p:cNvSpPr/>
          <p:nvPr/>
        </p:nvSpPr>
        <p:spPr>
          <a:xfrm>
            <a:off x="304800" y="4976811"/>
            <a:ext cx="10668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Helvetica Neue"/>
              <a:buNone/>
            </a:pPr>
            <a:r>
              <a:rPr b="0" i="1" lang="en-US" sz="1800" u="none" cap="none" strike="noStrike">
                <a:solidFill>
                  <a:srgbClr val="000000"/>
                </a:solidFill>
                <a:latin typeface="Helvetica Neue"/>
                <a:ea typeface="Helvetica Neue"/>
                <a:cs typeface="Helvetica Neue"/>
                <a:sym typeface="Helvetica Neue"/>
              </a:rPr>
              <a:t>y  = ɵ</a:t>
            </a:r>
            <a:r>
              <a:rPr b="0" baseline="-25000" i="0" lang="en-US" sz="1800" u="none" cap="none" strike="noStrike">
                <a:solidFill>
                  <a:srgbClr val="000000"/>
                </a:solidFill>
                <a:latin typeface="Helvetica Neue"/>
                <a:ea typeface="Helvetica Neue"/>
                <a:cs typeface="Helvetica Neue"/>
                <a:sym typeface="Helvetica Neue"/>
              </a:rPr>
              <a:t>0</a:t>
            </a:r>
            <a:endParaRPr b="0" i="0" sz="1800" u="none" cap="none" strike="noStrike">
              <a:solidFill>
                <a:srgbClr val="000000"/>
              </a:solidFill>
              <a:latin typeface="Tahoma"/>
              <a:ea typeface="Tahoma"/>
              <a:cs typeface="Tahoma"/>
              <a:sym typeface="Tahoma"/>
            </a:endParaRPr>
          </a:p>
        </p:txBody>
      </p:sp>
      <p:sp>
        <p:nvSpPr>
          <p:cNvPr id="3429" name="Google Shape;3429;p11"/>
          <p:cNvSpPr/>
          <p:nvPr/>
        </p:nvSpPr>
        <p:spPr>
          <a:xfrm>
            <a:off x="304800" y="4986807"/>
            <a:ext cx="190500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Helvetica Neue"/>
              <a:buNone/>
            </a:pPr>
            <a:r>
              <a:rPr b="0" i="1" lang="en-US" sz="1800" u="none" cap="none" strike="noStrike">
                <a:solidFill>
                  <a:srgbClr val="000000"/>
                </a:solidFill>
                <a:latin typeface="Helvetica Neue"/>
                <a:ea typeface="Helvetica Neue"/>
                <a:cs typeface="Helvetica Neue"/>
                <a:sym typeface="Helvetica Neue"/>
              </a:rPr>
              <a:t>y  = ɵ</a:t>
            </a:r>
            <a:r>
              <a:rPr b="0" baseline="-25000" i="0" lang="en-US" sz="1800" u="none" cap="none" strike="noStrike">
                <a:solidFill>
                  <a:srgbClr val="000000"/>
                </a:solidFill>
                <a:latin typeface="Helvetica Neue"/>
                <a:ea typeface="Helvetica Neue"/>
                <a:cs typeface="Helvetica Neue"/>
                <a:sym typeface="Helvetica Neue"/>
              </a:rPr>
              <a:t>0</a:t>
            </a:r>
            <a:endParaRPr b="0" i="0" sz="1800" u="none" cap="none" strike="noStrike">
              <a:solidFill>
                <a:srgbClr val="000000"/>
              </a:solidFill>
              <a:latin typeface="Tahoma"/>
              <a:ea typeface="Tahoma"/>
              <a:cs typeface="Tahoma"/>
              <a:sym typeface="Tahom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3" name="Shape 3433"/>
        <p:cNvGrpSpPr/>
        <p:nvPr/>
      </p:nvGrpSpPr>
      <p:grpSpPr>
        <a:xfrm>
          <a:off x="0" y="0"/>
          <a:ext cx="0" cy="0"/>
          <a:chOff x="0" y="0"/>
          <a:chExt cx="0" cy="0"/>
        </a:xfrm>
      </p:grpSpPr>
      <p:sp>
        <p:nvSpPr>
          <p:cNvPr id="3434" name="Google Shape;3434;p12"/>
          <p:cNvSpPr txBox="1"/>
          <p:nvPr>
            <p:ph idx="2" type="body"/>
          </p:nvPr>
        </p:nvSpPr>
        <p:spPr>
          <a:xfrm>
            <a:off x="304800" y="152400"/>
            <a:ext cx="8229600" cy="1143000"/>
          </a:xfrm>
          <a:prstGeom prst="rect">
            <a:avLst/>
          </a:prstGeom>
          <a:noFill/>
          <a:ln>
            <a:noFill/>
          </a:ln>
        </p:spPr>
        <p:txBody>
          <a:bodyPr anchorCtr="0" anchor="ctr" bIns="45700" lIns="91425" spcFirstLastPara="1" rIns="91425" wrap="square" tIns="45700">
            <a:normAutofit/>
          </a:bodyPr>
          <a:lstStyle/>
          <a:p>
            <a:pPr indent="0" lvl="0" marL="0" rtl="0" algn="l">
              <a:lnSpc>
                <a:spcPct val="150000"/>
              </a:lnSpc>
              <a:spcBef>
                <a:spcPts val="0"/>
              </a:spcBef>
              <a:spcAft>
                <a:spcPts val="0"/>
              </a:spcAft>
              <a:buClr>
                <a:schemeClr val="dk1"/>
              </a:buClr>
              <a:buSzPts val="2400"/>
              <a:buNone/>
            </a:pPr>
            <a:r>
              <a:rPr lang="en-US" sz="2400"/>
              <a:t>Notion of Cost Function</a:t>
            </a:r>
            <a:endParaRPr sz="2000">
              <a:solidFill>
                <a:srgbClr val="C00000"/>
              </a:solidFill>
            </a:endParaRPr>
          </a:p>
        </p:txBody>
      </p:sp>
      <p:pic>
        <p:nvPicPr>
          <p:cNvPr id="3435" name="Google Shape;3435;p12"/>
          <p:cNvPicPr preferRelativeResize="0"/>
          <p:nvPr/>
        </p:nvPicPr>
        <p:blipFill rotWithShape="1">
          <a:blip r:embed="rId3">
            <a:alphaModFix/>
          </a:blip>
          <a:srcRect b="0" l="0" r="0" t="0"/>
          <a:stretch/>
        </p:blipFill>
        <p:spPr>
          <a:xfrm>
            <a:off x="-28575" y="1338264"/>
            <a:ext cx="6927382" cy="3233926"/>
          </a:xfrm>
          <a:prstGeom prst="rect">
            <a:avLst/>
          </a:prstGeom>
          <a:noFill/>
          <a:ln>
            <a:noFill/>
          </a:ln>
        </p:spPr>
      </p:pic>
      <p:pic>
        <p:nvPicPr>
          <p:cNvPr id="3436" name="Google Shape;3436;p12"/>
          <p:cNvPicPr preferRelativeResize="0"/>
          <p:nvPr/>
        </p:nvPicPr>
        <p:blipFill rotWithShape="1">
          <a:blip r:embed="rId4">
            <a:alphaModFix/>
          </a:blip>
          <a:srcRect b="0" l="0" r="0" t="0"/>
          <a:stretch/>
        </p:blipFill>
        <p:spPr>
          <a:xfrm>
            <a:off x="2424303" y="1564722"/>
            <a:ext cx="6764274" cy="304827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0" name="Shape 3440"/>
        <p:cNvGrpSpPr/>
        <p:nvPr/>
      </p:nvGrpSpPr>
      <p:grpSpPr>
        <a:xfrm>
          <a:off x="0" y="0"/>
          <a:ext cx="0" cy="0"/>
          <a:chOff x="0" y="0"/>
          <a:chExt cx="0" cy="0"/>
        </a:xfrm>
      </p:grpSpPr>
      <p:sp>
        <p:nvSpPr>
          <p:cNvPr id="3441" name="Google Shape;3441;p13"/>
          <p:cNvSpPr txBox="1"/>
          <p:nvPr>
            <p:ph idx="2" type="body"/>
          </p:nvPr>
        </p:nvSpPr>
        <p:spPr>
          <a:xfrm>
            <a:off x="304800" y="152400"/>
            <a:ext cx="8229600" cy="1143000"/>
          </a:xfrm>
          <a:prstGeom prst="rect">
            <a:avLst/>
          </a:prstGeom>
          <a:noFill/>
          <a:ln>
            <a:noFill/>
          </a:ln>
        </p:spPr>
        <p:txBody>
          <a:bodyPr anchorCtr="0" anchor="ctr" bIns="45700" lIns="91425" spcFirstLastPara="1" rIns="91425" wrap="square" tIns="45700">
            <a:normAutofit/>
          </a:bodyPr>
          <a:lstStyle/>
          <a:p>
            <a:pPr indent="0" lvl="0" marL="0" rtl="0" algn="l">
              <a:lnSpc>
                <a:spcPct val="150000"/>
              </a:lnSpc>
              <a:spcBef>
                <a:spcPts val="0"/>
              </a:spcBef>
              <a:spcAft>
                <a:spcPts val="0"/>
              </a:spcAft>
              <a:buClr>
                <a:schemeClr val="dk1"/>
              </a:buClr>
              <a:buSzPts val="2400"/>
              <a:buNone/>
            </a:pPr>
            <a:r>
              <a:rPr lang="en-US" sz="2400"/>
              <a:t>Notion of Cost Function</a:t>
            </a:r>
            <a:endParaRPr sz="2000">
              <a:solidFill>
                <a:srgbClr val="C00000"/>
              </a:solidFill>
            </a:endParaRPr>
          </a:p>
        </p:txBody>
      </p:sp>
      <p:pic>
        <p:nvPicPr>
          <p:cNvPr id="3442" name="Google Shape;3442;p13"/>
          <p:cNvPicPr preferRelativeResize="0"/>
          <p:nvPr/>
        </p:nvPicPr>
        <p:blipFill rotWithShape="1">
          <a:blip r:embed="rId3">
            <a:alphaModFix/>
          </a:blip>
          <a:srcRect b="0" l="0" r="0" t="0"/>
          <a:stretch/>
        </p:blipFill>
        <p:spPr>
          <a:xfrm>
            <a:off x="-28575" y="1338264"/>
            <a:ext cx="6927382" cy="3233926"/>
          </a:xfrm>
          <a:prstGeom prst="rect">
            <a:avLst/>
          </a:prstGeom>
          <a:noFill/>
          <a:ln>
            <a:noFill/>
          </a:ln>
        </p:spPr>
      </p:pic>
      <p:sp>
        <p:nvSpPr>
          <p:cNvPr id="3443" name="Google Shape;3443;p13"/>
          <p:cNvSpPr/>
          <p:nvPr/>
        </p:nvSpPr>
        <p:spPr>
          <a:xfrm>
            <a:off x="2769806" y="4917411"/>
            <a:ext cx="2974532" cy="1431546"/>
          </a:xfrm>
          <a:prstGeom prst="rect">
            <a:avLst/>
          </a:prstGeom>
          <a:blipFill rotWithShape="1">
            <a:blip r:embed="rId4">
              <a:alphaModFix/>
            </a:blip>
            <a:stretch>
              <a:fillRect b="-24355" l="-1637" r="0" t="-2691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pic>
        <p:nvPicPr>
          <p:cNvPr id="3444" name="Google Shape;3444;p13"/>
          <p:cNvPicPr preferRelativeResize="0"/>
          <p:nvPr/>
        </p:nvPicPr>
        <p:blipFill rotWithShape="1">
          <a:blip r:embed="rId5">
            <a:alphaModFix/>
          </a:blip>
          <a:srcRect b="0" l="0" r="0" t="0"/>
          <a:stretch/>
        </p:blipFill>
        <p:spPr>
          <a:xfrm>
            <a:off x="2362200" y="1391709"/>
            <a:ext cx="7187807" cy="3353091"/>
          </a:xfrm>
          <a:prstGeom prst="rect">
            <a:avLst/>
          </a:prstGeom>
          <a:noFill/>
          <a:ln>
            <a:noFill/>
          </a:ln>
        </p:spPr>
      </p:pic>
      <p:sp>
        <p:nvSpPr>
          <p:cNvPr id="3445" name="Google Shape;3445;p13"/>
          <p:cNvSpPr/>
          <p:nvPr/>
        </p:nvSpPr>
        <p:spPr>
          <a:xfrm>
            <a:off x="304800" y="4917411"/>
            <a:ext cx="190500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Helvetica Neue"/>
              <a:buNone/>
            </a:pPr>
            <a:r>
              <a:rPr b="0" i="1" lang="en-US" sz="1800" u="none" cap="none" strike="noStrike">
                <a:solidFill>
                  <a:srgbClr val="000000"/>
                </a:solidFill>
                <a:latin typeface="Helvetica Neue"/>
                <a:ea typeface="Helvetica Neue"/>
                <a:cs typeface="Helvetica Neue"/>
                <a:sym typeface="Helvetica Neue"/>
              </a:rPr>
              <a:t>y  = ɵ</a:t>
            </a:r>
            <a:r>
              <a:rPr b="0" baseline="-25000" i="0" lang="en-US" sz="1800" u="none" cap="none" strike="noStrike">
                <a:solidFill>
                  <a:srgbClr val="000000"/>
                </a:solidFill>
                <a:latin typeface="Helvetica Neue"/>
                <a:ea typeface="Helvetica Neue"/>
                <a:cs typeface="Helvetica Neue"/>
                <a:sym typeface="Helvetica Neue"/>
              </a:rPr>
              <a:t>0 </a:t>
            </a:r>
            <a:r>
              <a:rPr b="0" i="1" lang="en-US" sz="1800" u="none" cap="none" strike="noStrike">
                <a:solidFill>
                  <a:srgbClr val="000000"/>
                </a:solidFill>
                <a:latin typeface="Helvetica Neue"/>
                <a:ea typeface="Helvetica Neue"/>
                <a:cs typeface="Helvetica Neue"/>
                <a:sym typeface="Helvetica Neue"/>
              </a:rPr>
              <a:t>+ ɵ</a:t>
            </a:r>
            <a:r>
              <a:rPr b="0" baseline="-25000" i="0" lang="en-US" sz="1800" u="none" cap="none" strike="noStrike">
                <a:solidFill>
                  <a:srgbClr val="000000"/>
                </a:solidFill>
                <a:latin typeface="Helvetica Neue"/>
                <a:ea typeface="Helvetica Neue"/>
                <a:cs typeface="Helvetica Neue"/>
                <a:sym typeface="Helvetica Neue"/>
              </a:rPr>
              <a:t>1 </a:t>
            </a:r>
            <a:r>
              <a:rPr b="0" i="1" lang="en-US" sz="1800" u="none" cap="none" strike="noStrike">
                <a:solidFill>
                  <a:srgbClr val="000000"/>
                </a:solidFill>
                <a:latin typeface="Helvetica Neue"/>
                <a:ea typeface="Helvetica Neue"/>
                <a:cs typeface="Helvetica Neue"/>
                <a:sym typeface="Helvetica Neue"/>
              </a:rPr>
              <a:t>x</a:t>
            </a:r>
            <a:endParaRPr b="0" i="0" sz="1800" u="none" cap="none" strike="noStrike">
              <a:solidFill>
                <a:srgbClr val="000000"/>
              </a:solidFill>
              <a:latin typeface="Tahoma"/>
              <a:ea typeface="Tahoma"/>
              <a:cs typeface="Tahoma"/>
              <a:sym typeface="Tahom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9" name="Shape 3449"/>
        <p:cNvGrpSpPr/>
        <p:nvPr/>
      </p:nvGrpSpPr>
      <p:grpSpPr>
        <a:xfrm>
          <a:off x="0" y="0"/>
          <a:ext cx="0" cy="0"/>
          <a:chOff x="0" y="0"/>
          <a:chExt cx="0" cy="0"/>
        </a:xfrm>
      </p:grpSpPr>
      <p:sp>
        <p:nvSpPr>
          <p:cNvPr id="3450" name="Google Shape;3450;p14"/>
          <p:cNvSpPr txBox="1"/>
          <p:nvPr>
            <p:ph type="title"/>
          </p:nvPr>
        </p:nvSpPr>
        <p:spPr>
          <a:xfrm>
            <a:off x="762000" y="685800"/>
            <a:ext cx="6172200" cy="380647"/>
          </a:xfrm>
          <a:prstGeom prst="rect">
            <a:avLst/>
          </a:prstGeom>
          <a:noFill/>
          <a:ln>
            <a:noFill/>
          </a:ln>
        </p:spPr>
        <p:txBody>
          <a:bodyPr anchorCtr="0" anchor="ctr" bIns="0" lIns="0" spcFirstLastPara="1" rIns="0" wrap="square" tIns="11200">
            <a:spAutoFit/>
          </a:bodyPr>
          <a:lstStyle/>
          <a:p>
            <a:pPr indent="0" lvl="0" marL="11206" rtl="0" algn="l">
              <a:lnSpc>
                <a:spcPct val="100000"/>
              </a:lnSpc>
              <a:spcBef>
                <a:spcPts val="0"/>
              </a:spcBef>
              <a:spcAft>
                <a:spcPts val="0"/>
              </a:spcAft>
              <a:buClr>
                <a:schemeClr val="dk1"/>
              </a:buClr>
              <a:buSzPts val="2400"/>
              <a:buFont typeface="Arial"/>
              <a:buNone/>
            </a:pPr>
            <a:r>
              <a:rPr b="1" lang="en-US" sz="2400">
                <a:latin typeface="Arial"/>
                <a:ea typeface="Arial"/>
                <a:cs typeface="Arial"/>
                <a:sym typeface="Arial"/>
              </a:rPr>
              <a:t>Linear Regression : Least Squares </a:t>
            </a:r>
            <a:endParaRPr b="1" sz="2400">
              <a:latin typeface="Arial"/>
              <a:ea typeface="Arial"/>
              <a:cs typeface="Arial"/>
              <a:sym typeface="Arial"/>
            </a:endParaRPr>
          </a:p>
        </p:txBody>
      </p:sp>
      <p:pic>
        <p:nvPicPr>
          <p:cNvPr id="3451" name="Google Shape;3451;p14"/>
          <p:cNvPicPr preferRelativeResize="0"/>
          <p:nvPr/>
        </p:nvPicPr>
        <p:blipFill rotWithShape="1">
          <a:blip r:embed="rId3">
            <a:alphaModFix/>
          </a:blip>
          <a:srcRect b="0" l="0" r="0" t="0"/>
          <a:stretch/>
        </p:blipFill>
        <p:spPr>
          <a:xfrm>
            <a:off x="152400" y="1371600"/>
            <a:ext cx="6248942" cy="4377307"/>
          </a:xfrm>
          <a:prstGeom prst="rect">
            <a:avLst/>
          </a:prstGeom>
          <a:noFill/>
          <a:ln>
            <a:noFill/>
          </a:ln>
        </p:spPr>
      </p:pic>
      <p:pic>
        <p:nvPicPr>
          <p:cNvPr id="3452" name="Google Shape;3452;p14"/>
          <p:cNvPicPr preferRelativeResize="0"/>
          <p:nvPr/>
        </p:nvPicPr>
        <p:blipFill rotWithShape="1">
          <a:blip r:embed="rId4">
            <a:alphaModFix/>
          </a:blip>
          <a:srcRect b="0" l="0" r="0" t="0"/>
          <a:stretch/>
        </p:blipFill>
        <p:spPr>
          <a:xfrm>
            <a:off x="5867400" y="1371600"/>
            <a:ext cx="3124589" cy="202103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6" name="Shape 3456"/>
        <p:cNvGrpSpPr/>
        <p:nvPr/>
      </p:nvGrpSpPr>
      <p:grpSpPr>
        <a:xfrm>
          <a:off x="0" y="0"/>
          <a:ext cx="0" cy="0"/>
          <a:chOff x="0" y="0"/>
          <a:chExt cx="0" cy="0"/>
        </a:xfrm>
      </p:grpSpPr>
      <p:sp>
        <p:nvSpPr>
          <p:cNvPr id="3457" name="Google Shape;3457;p15"/>
          <p:cNvSpPr txBox="1"/>
          <p:nvPr>
            <p:ph type="title"/>
          </p:nvPr>
        </p:nvSpPr>
        <p:spPr>
          <a:xfrm>
            <a:off x="762000" y="685800"/>
            <a:ext cx="6172200" cy="380647"/>
          </a:xfrm>
          <a:prstGeom prst="rect">
            <a:avLst/>
          </a:prstGeom>
          <a:noFill/>
          <a:ln>
            <a:noFill/>
          </a:ln>
        </p:spPr>
        <p:txBody>
          <a:bodyPr anchorCtr="0" anchor="ctr" bIns="0" lIns="0" spcFirstLastPara="1" rIns="0" wrap="square" tIns="11200">
            <a:spAutoFit/>
          </a:bodyPr>
          <a:lstStyle/>
          <a:p>
            <a:pPr indent="0" lvl="0" marL="11206" rtl="0" algn="l">
              <a:lnSpc>
                <a:spcPct val="100000"/>
              </a:lnSpc>
              <a:spcBef>
                <a:spcPts val="0"/>
              </a:spcBef>
              <a:spcAft>
                <a:spcPts val="0"/>
              </a:spcAft>
              <a:buClr>
                <a:schemeClr val="dk1"/>
              </a:buClr>
              <a:buSzPts val="2400"/>
              <a:buFont typeface="Arial"/>
              <a:buNone/>
            </a:pPr>
            <a:r>
              <a:rPr b="1" lang="en-US" sz="2400">
                <a:latin typeface="Arial"/>
                <a:ea typeface="Arial"/>
                <a:cs typeface="Arial"/>
                <a:sym typeface="Arial"/>
              </a:rPr>
              <a:t>Intuition Behind Cost Function</a:t>
            </a:r>
            <a:endParaRPr b="1" sz="2400">
              <a:latin typeface="Arial"/>
              <a:ea typeface="Arial"/>
              <a:cs typeface="Arial"/>
              <a:sym typeface="Arial"/>
            </a:endParaRPr>
          </a:p>
        </p:txBody>
      </p:sp>
      <p:pic>
        <p:nvPicPr>
          <p:cNvPr id="3458" name="Google Shape;3458;p15"/>
          <p:cNvPicPr preferRelativeResize="0"/>
          <p:nvPr/>
        </p:nvPicPr>
        <p:blipFill rotWithShape="1">
          <a:blip r:embed="rId3">
            <a:alphaModFix/>
          </a:blip>
          <a:srcRect b="0" l="0" r="0" t="0"/>
          <a:stretch/>
        </p:blipFill>
        <p:spPr>
          <a:xfrm>
            <a:off x="2239136" y="5791200"/>
            <a:ext cx="1692655" cy="533400"/>
          </a:xfrm>
          <a:prstGeom prst="rect">
            <a:avLst/>
          </a:prstGeom>
          <a:noFill/>
          <a:ln>
            <a:noFill/>
          </a:ln>
        </p:spPr>
      </p:pic>
      <p:sp>
        <p:nvSpPr>
          <p:cNvPr id="3459" name="Google Shape;3459;p15"/>
          <p:cNvSpPr txBox="1"/>
          <p:nvPr/>
        </p:nvSpPr>
        <p:spPr>
          <a:xfrm>
            <a:off x="762000" y="5791200"/>
            <a:ext cx="147713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ahoma"/>
                <a:ea typeface="Tahoma"/>
                <a:cs typeface="Tahoma"/>
                <a:sym typeface="Tahoma"/>
              </a:rPr>
              <a:t>Source Credit :  </a:t>
            </a:r>
            <a:endParaRPr b="0" i="0" sz="1400" u="none" cap="none" strike="noStrike">
              <a:solidFill>
                <a:srgbClr val="000000"/>
              </a:solidFill>
              <a:latin typeface="Tahoma"/>
              <a:ea typeface="Tahoma"/>
              <a:cs typeface="Tahoma"/>
              <a:sym typeface="Tahoma"/>
            </a:endParaRPr>
          </a:p>
        </p:txBody>
      </p:sp>
      <p:pic>
        <p:nvPicPr>
          <p:cNvPr id="3460" name="Google Shape;3460;p15"/>
          <p:cNvPicPr preferRelativeResize="0"/>
          <p:nvPr/>
        </p:nvPicPr>
        <p:blipFill rotWithShape="1">
          <a:blip r:embed="rId4">
            <a:alphaModFix/>
          </a:blip>
          <a:srcRect b="69363" l="0" r="0" t="0"/>
          <a:stretch/>
        </p:blipFill>
        <p:spPr>
          <a:xfrm>
            <a:off x="533400" y="1432927"/>
            <a:ext cx="6781800" cy="131027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4" name="Shape 3464"/>
        <p:cNvGrpSpPr/>
        <p:nvPr/>
      </p:nvGrpSpPr>
      <p:grpSpPr>
        <a:xfrm>
          <a:off x="0" y="0"/>
          <a:ext cx="0" cy="0"/>
          <a:chOff x="0" y="0"/>
          <a:chExt cx="0" cy="0"/>
        </a:xfrm>
      </p:grpSpPr>
      <p:sp>
        <p:nvSpPr>
          <p:cNvPr id="3465" name="Google Shape;3465;p16"/>
          <p:cNvSpPr txBox="1"/>
          <p:nvPr>
            <p:ph type="title"/>
          </p:nvPr>
        </p:nvSpPr>
        <p:spPr>
          <a:xfrm>
            <a:off x="762000" y="685800"/>
            <a:ext cx="6172200" cy="380647"/>
          </a:xfrm>
          <a:prstGeom prst="rect">
            <a:avLst/>
          </a:prstGeom>
          <a:noFill/>
          <a:ln>
            <a:noFill/>
          </a:ln>
        </p:spPr>
        <p:txBody>
          <a:bodyPr anchorCtr="0" anchor="ctr" bIns="0" lIns="0" spcFirstLastPara="1" rIns="0" wrap="square" tIns="11200">
            <a:spAutoFit/>
          </a:bodyPr>
          <a:lstStyle/>
          <a:p>
            <a:pPr indent="0" lvl="0" marL="11206" rtl="0" algn="l">
              <a:lnSpc>
                <a:spcPct val="100000"/>
              </a:lnSpc>
              <a:spcBef>
                <a:spcPts val="0"/>
              </a:spcBef>
              <a:spcAft>
                <a:spcPts val="0"/>
              </a:spcAft>
              <a:buClr>
                <a:schemeClr val="dk1"/>
              </a:buClr>
              <a:buSzPts val="2400"/>
              <a:buFont typeface="Arial"/>
              <a:buNone/>
            </a:pPr>
            <a:r>
              <a:rPr b="1" lang="en-US" sz="2400">
                <a:latin typeface="Arial"/>
                <a:ea typeface="Arial"/>
                <a:cs typeface="Arial"/>
                <a:sym typeface="Arial"/>
              </a:rPr>
              <a:t>Intuition Behind Cost Function</a:t>
            </a:r>
            <a:endParaRPr b="1" sz="2400">
              <a:latin typeface="Arial"/>
              <a:ea typeface="Arial"/>
              <a:cs typeface="Arial"/>
              <a:sym typeface="Arial"/>
            </a:endParaRPr>
          </a:p>
        </p:txBody>
      </p:sp>
      <p:pic>
        <p:nvPicPr>
          <p:cNvPr id="3466" name="Google Shape;3466;p16"/>
          <p:cNvPicPr preferRelativeResize="0"/>
          <p:nvPr/>
        </p:nvPicPr>
        <p:blipFill rotWithShape="1">
          <a:blip r:embed="rId3">
            <a:alphaModFix/>
          </a:blip>
          <a:srcRect b="0" l="0" r="0" t="0"/>
          <a:stretch/>
        </p:blipFill>
        <p:spPr>
          <a:xfrm>
            <a:off x="2239136" y="5791200"/>
            <a:ext cx="1692655" cy="533400"/>
          </a:xfrm>
          <a:prstGeom prst="rect">
            <a:avLst/>
          </a:prstGeom>
          <a:noFill/>
          <a:ln>
            <a:noFill/>
          </a:ln>
        </p:spPr>
      </p:pic>
      <p:sp>
        <p:nvSpPr>
          <p:cNvPr id="3467" name="Google Shape;3467;p16"/>
          <p:cNvSpPr txBox="1"/>
          <p:nvPr/>
        </p:nvSpPr>
        <p:spPr>
          <a:xfrm>
            <a:off x="762000" y="5791200"/>
            <a:ext cx="147713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ahoma"/>
                <a:ea typeface="Tahoma"/>
                <a:cs typeface="Tahoma"/>
                <a:sym typeface="Tahoma"/>
              </a:rPr>
              <a:t>Source Credit :  </a:t>
            </a:r>
            <a:endParaRPr b="0" i="0" sz="1400" u="none" cap="none" strike="noStrike">
              <a:solidFill>
                <a:srgbClr val="000000"/>
              </a:solidFill>
              <a:latin typeface="Tahoma"/>
              <a:ea typeface="Tahoma"/>
              <a:cs typeface="Tahoma"/>
              <a:sym typeface="Tahoma"/>
            </a:endParaRPr>
          </a:p>
        </p:txBody>
      </p:sp>
      <p:pic>
        <p:nvPicPr>
          <p:cNvPr id="3468" name="Google Shape;3468;p16"/>
          <p:cNvPicPr preferRelativeResize="0"/>
          <p:nvPr/>
        </p:nvPicPr>
        <p:blipFill rotWithShape="1">
          <a:blip r:embed="rId4">
            <a:alphaModFix/>
          </a:blip>
          <a:srcRect b="0" l="0" r="0" t="0"/>
          <a:stretch/>
        </p:blipFill>
        <p:spPr>
          <a:xfrm>
            <a:off x="533400" y="1432926"/>
            <a:ext cx="6721426" cy="435827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2" name="Shape 3472"/>
        <p:cNvGrpSpPr/>
        <p:nvPr/>
      </p:nvGrpSpPr>
      <p:grpSpPr>
        <a:xfrm>
          <a:off x="0" y="0"/>
          <a:ext cx="0" cy="0"/>
          <a:chOff x="0" y="0"/>
          <a:chExt cx="0" cy="0"/>
        </a:xfrm>
      </p:grpSpPr>
      <p:sp>
        <p:nvSpPr>
          <p:cNvPr id="3473" name="Google Shape;3473;p17"/>
          <p:cNvSpPr txBox="1"/>
          <p:nvPr>
            <p:ph type="title"/>
          </p:nvPr>
        </p:nvSpPr>
        <p:spPr>
          <a:xfrm>
            <a:off x="762000" y="685800"/>
            <a:ext cx="6172200" cy="380647"/>
          </a:xfrm>
          <a:prstGeom prst="rect">
            <a:avLst/>
          </a:prstGeom>
          <a:noFill/>
          <a:ln>
            <a:noFill/>
          </a:ln>
        </p:spPr>
        <p:txBody>
          <a:bodyPr anchorCtr="0" anchor="ctr" bIns="0" lIns="0" spcFirstLastPara="1" rIns="0" wrap="square" tIns="11200">
            <a:spAutoFit/>
          </a:bodyPr>
          <a:lstStyle/>
          <a:p>
            <a:pPr indent="0" lvl="0" marL="11206" rtl="0" algn="l">
              <a:lnSpc>
                <a:spcPct val="100000"/>
              </a:lnSpc>
              <a:spcBef>
                <a:spcPts val="0"/>
              </a:spcBef>
              <a:spcAft>
                <a:spcPts val="0"/>
              </a:spcAft>
              <a:buClr>
                <a:schemeClr val="dk1"/>
              </a:buClr>
              <a:buSzPts val="2400"/>
              <a:buFont typeface="Arial"/>
              <a:buNone/>
            </a:pPr>
            <a:r>
              <a:rPr b="1" lang="en-US" sz="2400">
                <a:latin typeface="Arial"/>
                <a:ea typeface="Arial"/>
                <a:cs typeface="Arial"/>
                <a:sym typeface="Arial"/>
              </a:rPr>
              <a:t>Intuition Behind Cost Function</a:t>
            </a:r>
            <a:endParaRPr b="1" sz="2400">
              <a:latin typeface="Arial"/>
              <a:ea typeface="Arial"/>
              <a:cs typeface="Arial"/>
              <a:sym typeface="Arial"/>
            </a:endParaRPr>
          </a:p>
        </p:txBody>
      </p:sp>
      <p:pic>
        <p:nvPicPr>
          <p:cNvPr id="3474" name="Google Shape;3474;p17"/>
          <p:cNvPicPr preferRelativeResize="0"/>
          <p:nvPr/>
        </p:nvPicPr>
        <p:blipFill rotWithShape="1">
          <a:blip r:embed="rId3">
            <a:alphaModFix/>
          </a:blip>
          <a:srcRect b="0" l="0" r="0" t="14306"/>
          <a:stretch/>
        </p:blipFill>
        <p:spPr>
          <a:xfrm>
            <a:off x="295255" y="1600200"/>
            <a:ext cx="7105689" cy="456688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8" name="Shape 3478"/>
        <p:cNvGrpSpPr/>
        <p:nvPr/>
      </p:nvGrpSpPr>
      <p:grpSpPr>
        <a:xfrm>
          <a:off x="0" y="0"/>
          <a:ext cx="0" cy="0"/>
          <a:chOff x="0" y="0"/>
          <a:chExt cx="0" cy="0"/>
        </a:xfrm>
      </p:grpSpPr>
      <p:sp>
        <p:nvSpPr>
          <p:cNvPr id="3479" name="Google Shape;3479;p18"/>
          <p:cNvSpPr txBox="1"/>
          <p:nvPr>
            <p:ph type="title"/>
          </p:nvPr>
        </p:nvSpPr>
        <p:spPr>
          <a:xfrm>
            <a:off x="762000" y="685800"/>
            <a:ext cx="6172200" cy="380647"/>
          </a:xfrm>
          <a:prstGeom prst="rect">
            <a:avLst/>
          </a:prstGeom>
          <a:noFill/>
          <a:ln>
            <a:noFill/>
          </a:ln>
        </p:spPr>
        <p:txBody>
          <a:bodyPr anchorCtr="0" anchor="ctr" bIns="0" lIns="0" spcFirstLastPara="1" rIns="0" wrap="square" tIns="11200">
            <a:spAutoFit/>
          </a:bodyPr>
          <a:lstStyle/>
          <a:p>
            <a:pPr indent="0" lvl="0" marL="11206" rtl="0" algn="l">
              <a:lnSpc>
                <a:spcPct val="100000"/>
              </a:lnSpc>
              <a:spcBef>
                <a:spcPts val="0"/>
              </a:spcBef>
              <a:spcAft>
                <a:spcPts val="0"/>
              </a:spcAft>
              <a:buClr>
                <a:schemeClr val="dk1"/>
              </a:buClr>
              <a:buSzPts val="2400"/>
              <a:buFont typeface="Arial"/>
              <a:buNone/>
            </a:pPr>
            <a:r>
              <a:rPr b="1" lang="en-US" sz="2400">
                <a:latin typeface="Arial"/>
                <a:ea typeface="Arial"/>
                <a:cs typeface="Arial"/>
                <a:sym typeface="Arial"/>
              </a:rPr>
              <a:t>Intuition Behind Cost Function</a:t>
            </a:r>
            <a:endParaRPr b="1" sz="2400">
              <a:latin typeface="Arial"/>
              <a:ea typeface="Arial"/>
              <a:cs typeface="Arial"/>
              <a:sym typeface="Arial"/>
            </a:endParaRPr>
          </a:p>
        </p:txBody>
      </p:sp>
      <p:pic>
        <p:nvPicPr>
          <p:cNvPr id="3480" name="Google Shape;3480;p18"/>
          <p:cNvPicPr preferRelativeResize="0"/>
          <p:nvPr/>
        </p:nvPicPr>
        <p:blipFill rotWithShape="1">
          <a:blip r:embed="rId3">
            <a:alphaModFix/>
          </a:blip>
          <a:srcRect b="0" l="0" r="0" t="0"/>
          <a:stretch/>
        </p:blipFill>
        <p:spPr>
          <a:xfrm>
            <a:off x="2239136" y="5791200"/>
            <a:ext cx="1692655" cy="533400"/>
          </a:xfrm>
          <a:prstGeom prst="rect">
            <a:avLst/>
          </a:prstGeom>
          <a:noFill/>
          <a:ln>
            <a:noFill/>
          </a:ln>
        </p:spPr>
      </p:pic>
      <p:sp>
        <p:nvSpPr>
          <p:cNvPr id="3481" name="Google Shape;3481;p18"/>
          <p:cNvSpPr txBox="1"/>
          <p:nvPr/>
        </p:nvSpPr>
        <p:spPr>
          <a:xfrm>
            <a:off x="762000" y="5791200"/>
            <a:ext cx="147713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ahoma"/>
                <a:ea typeface="Tahoma"/>
                <a:cs typeface="Tahoma"/>
                <a:sym typeface="Tahoma"/>
              </a:rPr>
              <a:t>Source Credit :  </a:t>
            </a:r>
            <a:endParaRPr b="0" i="0" sz="1400" u="none" cap="none" strike="noStrike">
              <a:solidFill>
                <a:srgbClr val="000000"/>
              </a:solidFill>
              <a:latin typeface="Tahoma"/>
              <a:ea typeface="Tahoma"/>
              <a:cs typeface="Tahoma"/>
              <a:sym typeface="Tahoma"/>
            </a:endParaRPr>
          </a:p>
        </p:txBody>
      </p:sp>
      <p:pic>
        <p:nvPicPr>
          <p:cNvPr id="3482" name="Google Shape;3482;p18"/>
          <p:cNvPicPr preferRelativeResize="0"/>
          <p:nvPr/>
        </p:nvPicPr>
        <p:blipFill rotWithShape="1">
          <a:blip r:embed="rId4">
            <a:alphaModFix/>
          </a:blip>
          <a:srcRect b="0" l="0" r="0" t="0"/>
          <a:stretch/>
        </p:blipFill>
        <p:spPr>
          <a:xfrm>
            <a:off x="267771" y="1548838"/>
            <a:ext cx="7352229" cy="424236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6" name="Shape 3486"/>
        <p:cNvGrpSpPr/>
        <p:nvPr/>
      </p:nvGrpSpPr>
      <p:grpSpPr>
        <a:xfrm>
          <a:off x="0" y="0"/>
          <a:ext cx="0" cy="0"/>
          <a:chOff x="0" y="0"/>
          <a:chExt cx="0" cy="0"/>
        </a:xfrm>
      </p:grpSpPr>
      <p:pic>
        <p:nvPicPr>
          <p:cNvPr id="3487" name="Google Shape;3487;p19"/>
          <p:cNvPicPr preferRelativeResize="0"/>
          <p:nvPr>
            <p:ph idx="1" type="body"/>
          </p:nvPr>
        </p:nvPicPr>
        <p:blipFill rotWithShape="1">
          <a:blip r:embed="rId3">
            <a:alphaModFix/>
          </a:blip>
          <a:srcRect b="6735" l="21603" r="23496" t="15818"/>
          <a:stretch/>
        </p:blipFill>
        <p:spPr>
          <a:xfrm>
            <a:off x="152400" y="1447800"/>
            <a:ext cx="4800600" cy="3810000"/>
          </a:xfrm>
          <a:prstGeom prst="rect">
            <a:avLst/>
          </a:prstGeom>
          <a:noFill/>
          <a:ln>
            <a:noFill/>
          </a:ln>
        </p:spPr>
      </p:pic>
      <p:sp>
        <p:nvSpPr>
          <p:cNvPr id="3488" name="Google Shape;3488;p19"/>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Autofit/>
          </a:bodyPr>
          <a:lstStyle/>
          <a:p>
            <a:pPr indent="-228600" lvl="0" marL="457200" rtl="0" algn="l">
              <a:lnSpc>
                <a:spcPct val="100000"/>
              </a:lnSpc>
              <a:spcBef>
                <a:spcPts val="0"/>
              </a:spcBef>
              <a:spcAft>
                <a:spcPts val="0"/>
              </a:spcAft>
              <a:buClr>
                <a:schemeClr val="dk1"/>
              </a:buClr>
              <a:buSzPts val="3600"/>
              <a:buNone/>
            </a:pPr>
            <a:r>
              <a:rPr lang="en-US" sz="2400">
                <a:latin typeface="Arial"/>
                <a:ea typeface="Arial"/>
                <a:cs typeface="Arial"/>
                <a:sym typeface="Arial"/>
              </a:rPr>
              <a:t>Notion of Maxima and Minima of a function </a:t>
            </a:r>
            <a:endParaRPr/>
          </a:p>
          <a:p>
            <a:pPr indent="-228600" lvl="0" marL="457200" rtl="0" algn="l">
              <a:lnSpc>
                <a:spcPct val="100000"/>
              </a:lnSpc>
              <a:spcBef>
                <a:spcPts val="0"/>
              </a:spcBef>
              <a:spcAft>
                <a:spcPts val="0"/>
              </a:spcAft>
              <a:buClr>
                <a:schemeClr val="dk1"/>
              </a:buClr>
              <a:buSzPts val="3600"/>
              <a:buNone/>
            </a:pPr>
            <a:r>
              <a:rPr lang="en-US" sz="2000">
                <a:solidFill>
                  <a:srgbClr val="C00000"/>
                </a:solidFill>
                <a:latin typeface="Arial"/>
                <a:ea typeface="Arial"/>
                <a:cs typeface="Arial"/>
                <a:sym typeface="Arial"/>
              </a:rPr>
              <a:t>In General</a:t>
            </a:r>
            <a:endParaRPr sz="2000">
              <a:solidFill>
                <a:srgbClr val="C0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2" name="Shape 3492"/>
        <p:cNvGrpSpPr/>
        <p:nvPr/>
      </p:nvGrpSpPr>
      <p:grpSpPr>
        <a:xfrm>
          <a:off x="0" y="0"/>
          <a:ext cx="0" cy="0"/>
          <a:chOff x="0" y="0"/>
          <a:chExt cx="0" cy="0"/>
        </a:xfrm>
      </p:grpSpPr>
      <p:sp>
        <p:nvSpPr>
          <p:cNvPr id="3493" name="Google Shape;3493;p20"/>
          <p:cNvSpPr txBox="1"/>
          <p:nvPr>
            <p:ph idx="1" type="body"/>
          </p:nvPr>
        </p:nvSpPr>
        <p:spPr>
          <a:xfrm>
            <a:off x="304800" y="1493837"/>
            <a:ext cx="3352800" cy="411163"/>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480"/>
              </a:spcBef>
              <a:spcAft>
                <a:spcPts val="0"/>
              </a:spcAft>
              <a:buClr>
                <a:srgbClr val="101141"/>
              </a:buClr>
              <a:buSzPts val="2400"/>
              <a:buFont typeface="Arial"/>
              <a:buNone/>
            </a:pPr>
            <a:r>
              <a:t/>
            </a:r>
            <a:endParaRPr sz="1800"/>
          </a:p>
          <a:p>
            <a:pPr indent="-228600" lvl="0" marL="457200" marR="0" rtl="0" algn="l">
              <a:lnSpc>
                <a:spcPct val="100000"/>
              </a:lnSpc>
              <a:spcBef>
                <a:spcPts val="480"/>
              </a:spcBef>
              <a:spcAft>
                <a:spcPts val="0"/>
              </a:spcAft>
              <a:buClr>
                <a:srgbClr val="101141"/>
              </a:buClr>
              <a:buSzPts val="2400"/>
              <a:buFont typeface="Arial"/>
              <a:buNone/>
            </a:pPr>
            <a:r>
              <a:t/>
            </a:r>
            <a:endParaRPr sz="1800"/>
          </a:p>
        </p:txBody>
      </p:sp>
      <p:sp>
        <p:nvSpPr>
          <p:cNvPr id="3494" name="Google Shape;3494;p20"/>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a:bodyPr>
          <a:lstStyle/>
          <a:p>
            <a:pPr indent="-228600" lvl="0" marL="457200" rtl="0" algn="l">
              <a:lnSpc>
                <a:spcPct val="100000"/>
              </a:lnSpc>
              <a:spcBef>
                <a:spcPts val="0"/>
              </a:spcBef>
              <a:spcAft>
                <a:spcPts val="0"/>
              </a:spcAft>
              <a:buClr>
                <a:schemeClr val="dk1"/>
              </a:buClr>
              <a:buSzPts val="3600"/>
              <a:buNone/>
            </a:pPr>
            <a:r>
              <a:rPr lang="en-US" sz="2400">
                <a:latin typeface="Arial"/>
                <a:ea typeface="Arial"/>
                <a:cs typeface="Arial"/>
                <a:sym typeface="Arial"/>
              </a:rPr>
              <a:t>Notion of Maxima and Minima of a function </a:t>
            </a:r>
            <a:endParaRPr/>
          </a:p>
          <a:p>
            <a:pPr indent="-228600" lvl="0" marL="457200" rtl="0" algn="l">
              <a:lnSpc>
                <a:spcPct val="100000"/>
              </a:lnSpc>
              <a:spcBef>
                <a:spcPts val="0"/>
              </a:spcBef>
              <a:spcAft>
                <a:spcPts val="0"/>
              </a:spcAft>
              <a:buClr>
                <a:schemeClr val="dk1"/>
              </a:buClr>
              <a:buSzPts val="3600"/>
              <a:buNone/>
            </a:pPr>
            <a:r>
              <a:rPr lang="en-US" sz="2000">
                <a:solidFill>
                  <a:srgbClr val="C00000"/>
                </a:solidFill>
                <a:latin typeface="Arial"/>
                <a:ea typeface="Arial"/>
                <a:cs typeface="Arial"/>
                <a:sym typeface="Arial"/>
              </a:rPr>
              <a:t>In Machine Learning</a:t>
            </a:r>
            <a:endParaRPr sz="2000">
              <a:solidFill>
                <a:srgbClr val="C00000"/>
              </a:solidFill>
            </a:endParaRPr>
          </a:p>
        </p:txBody>
      </p:sp>
      <p:graphicFrame>
        <p:nvGraphicFramePr>
          <p:cNvPr id="3495" name="Google Shape;3495;p20"/>
          <p:cNvGraphicFramePr/>
          <p:nvPr/>
        </p:nvGraphicFramePr>
        <p:xfrm>
          <a:off x="677349" y="4038600"/>
          <a:ext cx="3000000" cy="3000000"/>
        </p:xfrm>
        <a:graphic>
          <a:graphicData uri="http://schemas.openxmlformats.org/drawingml/2006/table">
            <a:tbl>
              <a:tblPr bandRow="1" firstRow="1">
                <a:noFill/>
                <a:tableStyleId>{34F57EB2-B075-49AD-9C69-90DEA08F2B00}</a:tableStyleId>
              </a:tblPr>
              <a:tblGrid>
                <a:gridCol w="1143000"/>
                <a:gridCol w="1102750"/>
              </a:tblGrid>
              <a:tr h="860775">
                <a:tc>
                  <a:txBody>
                    <a:bodyPr/>
                    <a:lstStyle/>
                    <a:p>
                      <a:pPr indent="0" lvl="0" marL="0" marR="0" rtl="0" algn="ctr">
                        <a:lnSpc>
                          <a:spcPct val="100000"/>
                        </a:lnSpc>
                        <a:spcBef>
                          <a:spcPts val="0"/>
                        </a:spcBef>
                        <a:spcAft>
                          <a:spcPts val="0"/>
                        </a:spcAft>
                        <a:buClr>
                          <a:srgbClr val="000000"/>
                        </a:buClr>
                        <a:buSzPts val="1600"/>
                        <a:buFont typeface="Arial"/>
                        <a:buNone/>
                      </a:pPr>
                      <a:r>
                        <a:rPr b="1" lang="en-US" sz="1600" u="none" cap="none" strike="noStrike">
                          <a:latin typeface="Arial"/>
                          <a:ea typeface="Arial"/>
                          <a:cs typeface="Arial"/>
                          <a:sym typeface="Arial"/>
                        </a:rPr>
                        <a:t>Mileage</a:t>
                      </a:r>
                      <a:endParaRPr sz="1400" u="none" cap="none" strike="noStrike"/>
                    </a:p>
                    <a:p>
                      <a:pPr indent="0" lvl="0" marL="0" marR="0" rtl="0" algn="ctr">
                        <a:lnSpc>
                          <a:spcPct val="100000"/>
                        </a:lnSpc>
                        <a:spcBef>
                          <a:spcPts val="0"/>
                        </a:spcBef>
                        <a:spcAft>
                          <a:spcPts val="0"/>
                        </a:spcAft>
                        <a:buClr>
                          <a:srgbClr val="000000"/>
                        </a:buClr>
                        <a:buSzPts val="1600"/>
                        <a:buFont typeface="Arial"/>
                        <a:buNone/>
                      </a:pPr>
                      <a:r>
                        <a:rPr b="1" lang="en-US" sz="1600" u="none" cap="none" strike="noStrike">
                          <a:latin typeface="Arial"/>
                          <a:ea typeface="Arial"/>
                          <a:cs typeface="Arial"/>
                          <a:sym typeface="Arial"/>
                        </a:rPr>
                        <a:t>(in </a:t>
                      </a:r>
                      <a:r>
                        <a:rPr b="1" i="0" lang="en-US" sz="1600" u="none" cap="none" strike="noStrike">
                          <a:solidFill>
                            <a:schemeClr val="dk1"/>
                          </a:solidFill>
                          <a:latin typeface="Arial"/>
                          <a:ea typeface="Arial"/>
                          <a:cs typeface="Arial"/>
                          <a:sym typeface="Arial"/>
                        </a:rPr>
                        <a:t>kmpl</a:t>
                      </a:r>
                      <a:r>
                        <a:rPr b="0" i="0" lang="en-US" sz="1600" u="none" cap="none" strike="noStrike">
                          <a:solidFill>
                            <a:schemeClr val="dk1"/>
                          </a:solidFill>
                          <a:latin typeface="Arial"/>
                          <a:ea typeface="Arial"/>
                          <a:cs typeface="Arial"/>
                          <a:sym typeface="Arial"/>
                        </a:rPr>
                        <a:t>)</a:t>
                      </a:r>
                      <a:endParaRPr b="1" sz="16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b="1" i="1" lang="en-US" sz="1600" u="none" cap="none" strike="noStrike">
                          <a:latin typeface="Arial"/>
                          <a:ea typeface="Arial"/>
                          <a:cs typeface="Arial"/>
                          <a:sym typeface="Arial"/>
                        </a:rPr>
                        <a:t>Car Price</a:t>
                      </a:r>
                      <a:endParaRPr sz="1400" u="none" cap="none" strike="noStrike"/>
                    </a:p>
                    <a:p>
                      <a:pPr indent="0" lvl="0" marL="0" marR="0" rtl="0" algn="ctr">
                        <a:lnSpc>
                          <a:spcPct val="100000"/>
                        </a:lnSpc>
                        <a:spcBef>
                          <a:spcPts val="0"/>
                        </a:spcBef>
                        <a:spcAft>
                          <a:spcPts val="0"/>
                        </a:spcAft>
                        <a:buClr>
                          <a:srgbClr val="000000"/>
                        </a:buClr>
                        <a:buSzPts val="1600"/>
                        <a:buFont typeface="Arial"/>
                        <a:buNone/>
                      </a:pPr>
                      <a:r>
                        <a:rPr b="1" i="1" lang="en-US" sz="1600" u="none" cap="none" strike="noStrike">
                          <a:latin typeface="Arial"/>
                          <a:ea typeface="Arial"/>
                          <a:cs typeface="Arial"/>
                          <a:sym typeface="Arial"/>
                        </a:rPr>
                        <a:t>(in cr)</a:t>
                      </a:r>
                      <a:endParaRPr b="1" i="1" sz="1600" u="none" cap="none" strike="noStrike">
                        <a:latin typeface="Arial"/>
                        <a:ea typeface="Arial"/>
                        <a:cs typeface="Arial"/>
                        <a:sym typeface="Arial"/>
                      </a:endParaRPr>
                    </a:p>
                  </a:txBody>
                  <a:tcPr marT="45725" marB="45725" marR="91450" marL="91450">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r>
              <a:tr h="371575">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9.8</a:t>
                      </a:r>
                      <a:endParaRPr sz="16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T cap="flat" cmpd="sng" w="12700">
                      <a:solidFill>
                        <a:schemeClr val="dk1"/>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10.48</a:t>
                      </a:r>
                      <a:endParaRPr sz="1600" u="none" cap="none" strike="noStrike">
                        <a:latin typeface="Arial"/>
                        <a:ea typeface="Arial"/>
                        <a:cs typeface="Arial"/>
                        <a:sym typeface="Arial"/>
                      </a:endParaRPr>
                    </a:p>
                  </a:txBody>
                  <a:tcPr marT="45725" marB="45725" marR="91450" marL="91450">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solidFill>
                      <a:srgbClr val="F2F2F2"/>
                    </a:solidFill>
                  </a:tcPr>
                </a:tc>
              </a:tr>
              <a:tr h="371575">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9.12</a:t>
                      </a:r>
                      <a:endParaRPr sz="16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1.75</a:t>
                      </a:r>
                      <a:endParaRPr sz="1600" u="none" cap="none" strike="noStrike">
                        <a:latin typeface="Arial"/>
                        <a:ea typeface="Arial"/>
                        <a:cs typeface="Arial"/>
                        <a:sym typeface="Arial"/>
                      </a:endParaRPr>
                    </a:p>
                  </a:txBody>
                  <a:tcPr marT="45725" marB="45725" marR="91450" marL="91450">
                    <a:lnR cap="flat" cmpd="sng" w="12700">
                      <a:solidFill>
                        <a:schemeClr val="dk1"/>
                      </a:solidFill>
                      <a:prstDash val="solid"/>
                      <a:round/>
                      <a:headEnd len="sm" w="sm" type="none"/>
                      <a:tailEnd len="sm" w="sm" type="none"/>
                    </a:lnR>
                    <a:solidFill>
                      <a:srgbClr val="F2F2F2"/>
                    </a:solidFill>
                  </a:tcPr>
                </a:tc>
              </a:tr>
              <a:tr h="371575">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9.5</a:t>
                      </a:r>
                      <a:endParaRPr sz="16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6.95</a:t>
                      </a:r>
                      <a:endParaRPr sz="1600" u="none" cap="none" strike="noStrike">
                        <a:latin typeface="Arial"/>
                        <a:ea typeface="Arial"/>
                        <a:cs typeface="Arial"/>
                        <a:sym typeface="Arial"/>
                      </a:endParaRPr>
                    </a:p>
                  </a:txBody>
                  <a:tcPr marT="45725" marB="45725" marR="91450" marL="91450">
                    <a:lnR cap="flat" cmpd="sng" w="12700">
                      <a:solidFill>
                        <a:schemeClr val="dk1"/>
                      </a:solidFill>
                      <a:prstDash val="solid"/>
                      <a:round/>
                      <a:headEnd len="sm" w="sm" type="none"/>
                      <a:tailEnd len="sm" w="sm" type="none"/>
                    </a:lnR>
                    <a:solidFill>
                      <a:srgbClr val="F2F2F2"/>
                    </a:solidFill>
                  </a:tcPr>
                </a:tc>
              </a:tr>
              <a:tr h="371575">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10</a:t>
                      </a:r>
                      <a:endParaRPr sz="16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2.51</a:t>
                      </a:r>
                      <a:endParaRPr sz="1600" u="none" cap="none" strike="noStrike">
                        <a:latin typeface="Arial"/>
                        <a:ea typeface="Arial"/>
                        <a:cs typeface="Arial"/>
                        <a:sym typeface="Arial"/>
                      </a:endParaRPr>
                    </a:p>
                  </a:txBody>
                  <a:tcPr marT="45725" marB="45725" marR="91450" marL="91450">
                    <a:lnR cap="flat" cmpd="sng" w="12700">
                      <a:solidFill>
                        <a:schemeClr val="dk1"/>
                      </a:solidFill>
                      <a:prstDash val="solid"/>
                      <a:round/>
                      <a:headEnd len="sm" w="sm" type="none"/>
                      <a:tailEnd len="sm" w="sm" type="none"/>
                    </a:lnR>
                    <a:lnB cap="flat" cmpd="sng" w="12700">
                      <a:solidFill>
                        <a:schemeClr val="dk1"/>
                      </a:solidFill>
                      <a:prstDash val="solid"/>
                      <a:round/>
                      <a:headEnd len="sm" w="sm" type="none"/>
                      <a:tailEnd len="sm" w="sm" type="none"/>
                    </a:lnB>
                    <a:solidFill>
                      <a:srgbClr val="F2F2F2"/>
                    </a:solidFill>
                  </a:tcPr>
                </a:tc>
              </a:tr>
            </a:tbl>
          </a:graphicData>
        </a:graphic>
      </p:graphicFrame>
      <p:sp>
        <p:nvSpPr>
          <p:cNvPr id="3496" name="Google Shape;3496;p20"/>
          <p:cNvSpPr/>
          <p:nvPr/>
        </p:nvSpPr>
        <p:spPr>
          <a:xfrm>
            <a:off x="457200" y="1493837"/>
            <a:ext cx="2733675" cy="381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CarPrice = 1 + 0.05Mileage </a:t>
            </a:r>
            <a:endParaRPr b="0" i="0" sz="1600" u="none" cap="none" strike="noStrike">
              <a:solidFill>
                <a:srgbClr val="000000"/>
              </a:solidFill>
              <a:latin typeface="Calibri"/>
              <a:ea typeface="Calibri"/>
              <a:cs typeface="Calibri"/>
              <a:sym typeface="Calibri"/>
            </a:endParaRPr>
          </a:p>
        </p:txBody>
      </p:sp>
      <p:sp>
        <p:nvSpPr>
          <p:cNvPr id="3497" name="Google Shape;3497;p20"/>
          <p:cNvSpPr/>
          <p:nvPr/>
        </p:nvSpPr>
        <p:spPr>
          <a:xfrm>
            <a:off x="457199" y="2073274"/>
            <a:ext cx="2733675" cy="381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CarPrice = 1 + 0.25Mileage </a:t>
            </a:r>
            <a:endParaRPr b="0" i="0" sz="1600" u="none" cap="none" strike="noStrike">
              <a:solidFill>
                <a:srgbClr val="000000"/>
              </a:solidFill>
              <a:latin typeface="Calibri"/>
              <a:ea typeface="Calibri"/>
              <a:cs typeface="Calibri"/>
              <a:sym typeface="Calibri"/>
            </a:endParaRPr>
          </a:p>
        </p:txBody>
      </p:sp>
      <p:sp>
        <p:nvSpPr>
          <p:cNvPr id="3498" name="Google Shape;3498;p20"/>
          <p:cNvSpPr/>
          <p:nvPr/>
        </p:nvSpPr>
        <p:spPr>
          <a:xfrm>
            <a:off x="457198" y="2663822"/>
            <a:ext cx="2733675" cy="381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CarPrice = 1 + 0.75Mileage </a:t>
            </a:r>
            <a:endParaRPr b="0" i="0" sz="1400" u="none" cap="none" strike="noStrike">
              <a:solidFill>
                <a:srgbClr val="000000"/>
              </a:solidFill>
              <a:latin typeface="Arial"/>
              <a:ea typeface="Arial"/>
              <a:cs typeface="Arial"/>
              <a:sym typeface="Arial"/>
            </a:endParaRPr>
          </a:p>
        </p:txBody>
      </p:sp>
      <p:pic>
        <p:nvPicPr>
          <p:cNvPr id="3499" name="Google Shape;3499;p20"/>
          <p:cNvPicPr preferRelativeResize="0"/>
          <p:nvPr/>
        </p:nvPicPr>
        <p:blipFill rotWithShape="1">
          <a:blip r:embed="rId3">
            <a:alphaModFix/>
          </a:blip>
          <a:srcRect b="5534" l="20000" r="20833" t="15910"/>
          <a:stretch/>
        </p:blipFill>
        <p:spPr>
          <a:xfrm>
            <a:off x="3429000" y="1493837"/>
            <a:ext cx="5715000" cy="4221163"/>
          </a:xfrm>
          <a:prstGeom prst="rect">
            <a:avLst/>
          </a:prstGeom>
          <a:noFill/>
          <a:ln>
            <a:noFill/>
          </a:ln>
        </p:spPr>
      </p:pic>
      <p:sp>
        <p:nvSpPr>
          <p:cNvPr id="3500" name="Google Shape;3500;p20"/>
          <p:cNvSpPr txBox="1"/>
          <p:nvPr/>
        </p:nvSpPr>
        <p:spPr>
          <a:xfrm>
            <a:off x="7543800" y="3761601"/>
            <a:ext cx="1409810"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Weight of Mileage</a:t>
            </a:r>
            <a:endParaRPr b="0" i="0" sz="1200" u="none" cap="none" strike="noStrike">
              <a:solidFill>
                <a:srgbClr val="000000"/>
              </a:solidFill>
              <a:latin typeface="Arial"/>
              <a:ea typeface="Arial"/>
              <a:cs typeface="Arial"/>
              <a:sym typeface="Arial"/>
            </a:endParaRPr>
          </a:p>
        </p:txBody>
      </p:sp>
      <p:sp>
        <p:nvSpPr>
          <p:cNvPr id="3501" name="Google Shape;3501;p20"/>
          <p:cNvSpPr txBox="1"/>
          <p:nvPr/>
        </p:nvSpPr>
        <p:spPr>
          <a:xfrm>
            <a:off x="2913574" y="5652441"/>
            <a:ext cx="1678665"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Sum of absolute Error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 Training Error</a:t>
            </a:r>
            <a:endParaRPr b="0" i="0" sz="1200" u="none" cap="none" strike="noStrike">
              <a:solidFill>
                <a:srgbClr val="000000"/>
              </a:solidFill>
              <a:latin typeface="Arial"/>
              <a:ea typeface="Arial"/>
              <a:cs typeface="Arial"/>
              <a:sym typeface="Arial"/>
            </a:endParaRPr>
          </a:p>
        </p:txBody>
      </p:sp>
      <p:sp>
        <p:nvSpPr>
          <p:cNvPr id="3502" name="Google Shape;3502;p20"/>
          <p:cNvSpPr/>
          <p:nvPr/>
        </p:nvSpPr>
        <p:spPr>
          <a:xfrm>
            <a:off x="4191000" y="3802358"/>
            <a:ext cx="228600" cy="138500"/>
          </a:xfrm>
          <a:prstGeom prst="star4">
            <a:avLst>
              <a:gd fmla="val 12500" name="adj"/>
            </a:avLst>
          </a:prstGeom>
          <a:solidFill>
            <a:srgbClr val="CCCC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3503" name="Google Shape;3503;p20"/>
          <p:cNvSpPr/>
          <p:nvPr/>
        </p:nvSpPr>
        <p:spPr>
          <a:xfrm>
            <a:off x="4592239" y="5142869"/>
            <a:ext cx="228600" cy="138500"/>
          </a:xfrm>
          <a:prstGeom prst="star4">
            <a:avLst>
              <a:gd fmla="val 12500" name="adj"/>
            </a:avLst>
          </a:prstGeom>
          <a:solidFill>
            <a:srgbClr val="CCCC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3504" name="Google Shape;3504;p20"/>
          <p:cNvSpPr/>
          <p:nvPr/>
        </p:nvSpPr>
        <p:spPr>
          <a:xfrm>
            <a:off x="5059985" y="3403251"/>
            <a:ext cx="228600" cy="138500"/>
          </a:xfrm>
          <a:prstGeom prst="star4">
            <a:avLst>
              <a:gd fmla="val 12500" name="adj"/>
            </a:avLst>
          </a:prstGeom>
          <a:solidFill>
            <a:srgbClr val="CCCC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t/>
            </a:r>
            <a:endParaRPr b="0" i="0" sz="1600" u="none" cap="none" strike="noStrike">
              <a:solidFill>
                <a:srgbClr val="FFFFFF"/>
              </a:solidFill>
              <a:latin typeface="Calibri"/>
              <a:ea typeface="Calibri"/>
              <a:cs typeface="Calibri"/>
              <a:sym typeface="Calibri"/>
            </a:endParaRPr>
          </a:p>
        </p:txBody>
      </p:sp>
      <p:sp>
        <p:nvSpPr>
          <p:cNvPr id="3505" name="Google Shape;3505;p20"/>
          <p:cNvSpPr txBox="1"/>
          <p:nvPr/>
        </p:nvSpPr>
        <p:spPr>
          <a:xfrm>
            <a:off x="3736236" y="3720703"/>
            <a:ext cx="490537"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Tahoma"/>
              <a:buNone/>
            </a:pPr>
            <a:r>
              <a:rPr b="0" i="0" lang="en-US" sz="1200" u="none" cap="none" strike="noStrike">
                <a:solidFill>
                  <a:srgbClr val="000000"/>
                </a:solidFill>
                <a:latin typeface="Tahoma"/>
                <a:ea typeface="Tahoma"/>
                <a:cs typeface="Tahoma"/>
                <a:sym typeface="Tahoma"/>
              </a:rPr>
              <a:t>15.3</a:t>
            </a:r>
            <a:endParaRPr b="0" i="0" sz="1200" u="none" cap="none" strike="noStrike">
              <a:solidFill>
                <a:srgbClr val="000000"/>
              </a:solidFill>
              <a:latin typeface="Tahoma"/>
              <a:ea typeface="Tahoma"/>
              <a:cs typeface="Tahoma"/>
              <a:sym typeface="Tahoma"/>
            </a:endParaRPr>
          </a:p>
        </p:txBody>
      </p:sp>
      <p:sp>
        <p:nvSpPr>
          <p:cNvPr id="3506" name="Google Shape;3506;p20"/>
          <p:cNvSpPr txBox="1"/>
          <p:nvPr/>
        </p:nvSpPr>
        <p:spPr>
          <a:xfrm>
            <a:off x="4833767" y="5073619"/>
            <a:ext cx="490537"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Tahoma"/>
              <a:buNone/>
            </a:pPr>
            <a:r>
              <a:rPr b="0" i="0" lang="en-US" sz="1200" u="none" cap="none" strike="noStrike">
                <a:solidFill>
                  <a:srgbClr val="000000"/>
                </a:solidFill>
                <a:latin typeface="Tahoma"/>
                <a:ea typeface="Tahoma"/>
                <a:cs typeface="Tahoma"/>
                <a:sym typeface="Tahoma"/>
              </a:rPr>
              <a:t>12.4</a:t>
            </a:r>
            <a:endParaRPr b="0" i="0" sz="1200" u="none" cap="none" strike="noStrike">
              <a:solidFill>
                <a:srgbClr val="000000"/>
              </a:solidFill>
              <a:latin typeface="Tahoma"/>
              <a:ea typeface="Tahoma"/>
              <a:cs typeface="Tahoma"/>
              <a:sym typeface="Tahoma"/>
            </a:endParaRPr>
          </a:p>
        </p:txBody>
      </p:sp>
      <p:sp>
        <p:nvSpPr>
          <p:cNvPr id="3507" name="Google Shape;3507;p20"/>
          <p:cNvSpPr txBox="1"/>
          <p:nvPr/>
        </p:nvSpPr>
        <p:spPr>
          <a:xfrm>
            <a:off x="5191125" y="3334002"/>
            <a:ext cx="490537"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Tahoma"/>
              <a:buNone/>
            </a:pPr>
            <a:r>
              <a:rPr b="0" i="0" lang="en-US" sz="1200" u="none" cap="none" strike="noStrike">
                <a:solidFill>
                  <a:srgbClr val="000000"/>
                </a:solidFill>
                <a:latin typeface="Tahoma"/>
                <a:ea typeface="Tahoma"/>
                <a:cs typeface="Tahoma"/>
                <a:sym typeface="Tahoma"/>
              </a:rPr>
              <a:t>15.7</a:t>
            </a:r>
            <a:endParaRPr b="0" i="0" sz="1200" u="none" cap="none" strike="noStrike">
              <a:solidFill>
                <a:srgbClr val="000000"/>
              </a:solidFill>
              <a:latin typeface="Tahoma"/>
              <a:ea typeface="Tahoma"/>
              <a:cs typeface="Tahoma"/>
              <a:sym typeface="Tahoma"/>
            </a:endParaRPr>
          </a:p>
        </p:txBody>
      </p:sp>
      <p:cxnSp>
        <p:nvCxnSpPr>
          <p:cNvPr id="3508" name="Google Shape;3508;p20"/>
          <p:cNvCxnSpPr>
            <a:stCxn id="3496" idx="3"/>
          </p:cNvCxnSpPr>
          <p:nvPr/>
        </p:nvCxnSpPr>
        <p:spPr>
          <a:xfrm>
            <a:off x="3190875" y="1684337"/>
            <a:ext cx="1173900" cy="2036400"/>
          </a:xfrm>
          <a:prstGeom prst="curvedConnector2">
            <a:avLst/>
          </a:prstGeom>
          <a:noFill/>
          <a:ln cap="flat" cmpd="sng" w="9525">
            <a:solidFill>
              <a:schemeClr val="dk1"/>
            </a:solidFill>
            <a:prstDash val="solid"/>
            <a:round/>
            <a:headEnd len="sm" w="sm" type="none"/>
            <a:tailEnd len="med" w="med" type="triangle"/>
          </a:ln>
        </p:spPr>
      </p:cxnSp>
      <p:cxnSp>
        <p:nvCxnSpPr>
          <p:cNvPr id="3509" name="Google Shape;3509;p20"/>
          <p:cNvCxnSpPr>
            <a:stCxn id="3497" idx="1"/>
          </p:cNvCxnSpPr>
          <p:nvPr/>
        </p:nvCxnSpPr>
        <p:spPr>
          <a:xfrm>
            <a:off x="457199" y="2263774"/>
            <a:ext cx="3944700" cy="2879100"/>
          </a:xfrm>
          <a:prstGeom prst="curvedConnector3">
            <a:avLst>
              <a:gd fmla="val -5795" name="adj1"/>
            </a:avLst>
          </a:prstGeom>
          <a:noFill/>
          <a:ln cap="flat" cmpd="sng" w="9525">
            <a:solidFill>
              <a:schemeClr val="dk1"/>
            </a:solidFill>
            <a:prstDash val="solid"/>
            <a:round/>
            <a:headEnd len="sm" w="sm" type="none"/>
            <a:tailEnd len="med" w="med" type="triangle"/>
          </a:ln>
        </p:spPr>
      </p:cxnSp>
      <p:cxnSp>
        <p:nvCxnSpPr>
          <p:cNvPr id="3510" name="Google Shape;3510;p20"/>
          <p:cNvCxnSpPr>
            <a:stCxn id="3498" idx="3"/>
          </p:cNvCxnSpPr>
          <p:nvPr/>
        </p:nvCxnSpPr>
        <p:spPr>
          <a:xfrm>
            <a:off x="3190873" y="2854322"/>
            <a:ext cx="1784100" cy="479700"/>
          </a:xfrm>
          <a:prstGeom prst="curvedConnector3">
            <a:avLst>
              <a:gd fmla="val 50000" name="adj1"/>
            </a:avLst>
          </a:prstGeom>
          <a:noFill/>
          <a:ln cap="flat" cmpd="sng" w="9525">
            <a:solidFill>
              <a:schemeClr val="dk1"/>
            </a:solidFill>
            <a:prstDash val="solid"/>
            <a:round/>
            <a:headEnd len="sm" w="sm" type="none"/>
            <a:tailEnd len="med" w="med" type="triangl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4" name="Shape 3514"/>
        <p:cNvGrpSpPr/>
        <p:nvPr/>
      </p:nvGrpSpPr>
      <p:grpSpPr>
        <a:xfrm>
          <a:off x="0" y="0"/>
          <a:ext cx="0" cy="0"/>
          <a:chOff x="0" y="0"/>
          <a:chExt cx="0" cy="0"/>
        </a:xfrm>
      </p:grpSpPr>
      <p:sp>
        <p:nvSpPr>
          <p:cNvPr id="3515" name="Google Shape;3515;p21"/>
          <p:cNvSpPr txBox="1"/>
          <p:nvPr>
            <p:ph idx="1" type="body"/>
          </p:nvPr>
        </p:nvSpPr>
        <p:spPr>
          <a:xfrm>
            <a:off x="304800" y="152400"/>
            <a:ext cx="6324600" cy="1143000"/>
          </a:xfrm>
          <a:prstGeom prst="rect">
            <a:avLst/>
          </a:prstGeom>
          <a:noFill/>
          <a:ln>
            <a:noFill/>
          </a:ln>
        </p:spPr>
        <p:txBody>
          <a:bodyPr anchorCtr="0" anchor="ctr" bIns="45700" lIns="91425" spcFirstLastPara="1" rIns="91425" wrap="square" tIns="45700">
            <a:noAutofit/>
          </a:bodyPr>
          <a:lstStyle/>
          <a:p>
            <a:pPr indent="-342900" lvl="0" marL="457200" rtl="0" algn="l">
              <a:lnSpc>
                <a:spcPct val="150000"/>
              </a:lnSpc>
              <a:spcBef>
                <a:spcPts val="0"/>
              </a:spcBef>
              <a:spcAft>
                <a:spcPts val="0"/>
              </a:spcAft>
              <a:buSzPts val="3600"/>
              <a:buNone/>
            </a:pPr>
            <a:r>
              <a:rPr lang="en-US" sz="2400">
                <a:latin typeface="Arial"/>
                <a:ea typeface="Arial"/>
                <a:cs typeface="Arial"/>
                <a:sym typeface="Arial"/>
              </a:rPr>
              <a:t>Convex Function</a:t>
            </a:r>
            <a:endParaRPr sz="2400">
              <a:latin typeface="Arial"/>
              <a:ea typeface="Arial"/>
              <a:cs typeface="Arial"/>
              <a:sym typeface="Arial"/>
            </a:endParaRPr>
          </a:p>
        </p:txBody>
      </p:sp>
      <p:pic>
        <p:nvPicPr>
          <p:cNvPr id="3516" name="Google Shape;3516;p21"/>
          <p:cNvPicPr preferRelativeResize="0"/>
          <p:nvPr/>
        </p:nvPicPr>
        <p:blipFill rotWithShape="1">
          <a:blip r:embed="rId3">
            <a:alphaModFix/>
          </a:blip>
          <a:srcRect b="0" l="20000" r="0" t="0"/>
          <a:stretch/>
        </p:blipFill>
        <p:spPr>
          <a:xfrm>
            <a:off x="457200" y="1447800"/>
            <a:ext cx="3810000" cy="3352800"/>
          </a:xfrm>
          <a:prstGeom prst="rect">
            <a:avLst/>
          </a:prstGeom>
          <a:noFill/>
          <a:ln>
            <a:noFill/>
          </a:ln>
        </p:spPr>
      </p:pic>
      <p:sp>
        <p:nvSpPr>
          <p:cNvPr id="3517" name="Google Shape;3517;p21"/>
          <p:cNvSpPr/>
          <p:nvPr/>
        </p:nvSpPr>
        <p:spPr>
          <a:xfrm>
            <a:off x="293914" y="5105400"/>
            <a:ext cx="8153400" cy="1287532"/>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800"/>
              <a:buFont typeface="Arial"/>
              <a:buNone/>
            </a:pPr>
            <a:r>
              <a:rPr b="0" i="0" lang="en-US" sz="1800" u="sng" cap="none" strike="noStrike">
                <a:solidFill>
                  <a:srgbClr val="0000FF"/>
                </a:solidFill>
                <a:latin typeface="Arial"/>
                <a:ea typeface="Arial"/>
                <a:cs typeface="Arial"/>
                <a:sym typeface="Arial"/>
              </a:rPr>
              <a:t>Real-valued function</a:t>
            </a:r>
            <a:r>
              <a:rPr b="0" i="0" lang="en-US" sz="1800" u="none" cap="none" strike="noStrike">
                <a:solidFill>
                  <a:srgbClr val="000000"/>
                </a:solidFill>
                <a:latin typeface="Arial"/>
                <a:ea typeface="Arial"/>
                <a:cs typeface="Arial"/>
                <a:sym typeface="Arial"/>
              </a:rPr>
              <a:t> defined on an </a:t>
            </a:r>
            <a:r>
              <a:rPr b="0" i="1" lang="en-US" sz="1800" u="sng" cap="none" strike="noStrike">
                <a:solidFill>
                  <a:srgbClr val="0000FF"/>
                </a:solidFill>
                <a:latin typeface="Arial"/>
                <a:ea typeface="Arial"/>
                <a:cs typeface="Arial"/>
                <a:sym typeface="Arial"/>
              </a:rPr>
              <a:t>n</a:t>
            </a:r>
            <a:r>
              <a:rPr b="0" i="0" lang="en-US" sz="1800" u="sng" cap="none" strike="noStrike">
                <a:solidFill>
                  <a:srgbClr val="0000FF"/>
                </a:solidFill>
                <a:latin typeface="Arial"/>
                <a:ea typeface="Arial"/>
                <a:cs typeface="Arial"/>
                <a:sym typeface="Arial"/>
              </a:rPr>
              <a:t>-dimensional interval</a:t>
            </a:r>
            <a:r>
              <a:rPr b="0" i="0" lang="en-US" sz="1800" u="none" cap="none" strike="noStrike">
                <a:solidFill>
                  <a:srgbClr val="000000"/>
                </a:solidFill>
                <a:latin typeface="Arial"/>
                <a:ea typeface="Arial"/>
                <a:cs typeface="Arial"/>
                <a:sym typeface="Arial"/>
              </a:rPr>
              <a:t> is called </a:t>
            </a:r>
            <a:r>
              <a:rPr b="1" i="0" lang="en-US" sz="1800" u="none" cap="none" strike="noStrike">
                <a:solidFill>
                  <a:srgbClr val="000000"/>
                </a:solidFill>
                <a:latin typeface="Arial"/>
                <a:ea typeface="Arial"/>
                <a:cs typeface="Arial"/>
                <a:sym typeface="Arial"/>
              </a:rPr>
              <a:t>convex</a:t>
            </a:r>
            <a:r>
              <a:rPr b="0" i="0" lang="en-US" sz="1800" u="none" cap="none" strike="noStrike">
                <a:solidFill>
                  <a:srgbClr val="000000"/>
                </a:solidFill>
                <a:latin typeface="Arial"/>
                <a:ea typeface="Arial"/>
                <a:cs typeface="Arial"/>
                <a:sym typeface="Arial"/>
              </a:rPr>
              <a:t> if the </a:t>
            </a:r>
            <a:r>
              <a:rPr b="0" i="0" lang="en-US" sz="1800" u="sng" cap="none" strike="noStrike">
                <a:solidFill>
                  <a:srgbClr val="0000FF"/>
                </a:solidFill>
                <a:latin typeface="Arial"/>
                <a:ea typeface="Arial"/>
                <a:cs typeface="Arial"/>
                <a:sym typeface="Arial"/>
              </a:rPr>
              <a:t>line segment</a:t>
            </a:r>
            <a:r>
              <a:rPr b="0" i="0" lang="en-US" sz="1800" u="none" cap="none" strike="noStrike">
                <a:solidFill>
                  <a:srgbClr val="000000"/>
                </a:solidFill>
                <a:latin typeface="Arial"/>
                <a:ea typeface="Arial"/>
                <a:cs typeface="Arial"/>
                <a:sym typeface="Arial"/>
              </a:rPr>
              <a:t> between any two points on the </a:t>
            </a:r>
            <a:r>
              <a:rPr b="0" i="0" lang="en-US" sz="1800" u="sng" cap="none" strike="noStrike">
                <a:solidFill>
                  <a:srgbClr val="0000FF"/>
                </a:solidFill>
                <a:latin typeface="Arial"/>
                <a:ea typeface="Arial"/>
                <a:cs typeface="Arial"/>
                <a:sym typeface="Arial"/>
              </a:rPr>
              <a:t>graph of the function</a:t>
            </a:r>
            <a:r>
              <a:rPr b="0" i="0" lang="en-US" sz="1800" u="none" cap="none" strike="noStrike">
                <a:solidFill>
                  <a:srgbClr val="000000"/>
                </a:solidFill>
                <a:latin typeface="Arial"/>
                <a:ea typeface="Arial"/>
                <a:cs typeface="Arial"/>
                <a:sym typeface="Arial"/>
              </a:rPr>
              <a:t> lies above or on the graph</a:t>
            </a:r>
            <a:endParaRPr b="0" i="0" sz="1400" u="none" cap="none" strike="noStrike">
              <a:solidFill>
                <a:srgbClr val="000000"/>
              </a:solidFill>
              <a:latin typeface="Arial"/>
              <a:ea typeface="Arial"/>
              <a:cs typeface="Arial"/>
              <a:sym typeface="Arial"/>
            </a:endParaRPr>
          </a:p>
        </p:txBody>
      </p:sp>
      <p:sp>
        <p:nvSpPr>
          <p:cNvPr id="3518" name="Google Shape;3518;p21"/>
          <p:cNvSpPr txBox="1"/>
          <p:nvPr/>
        </p:nvSpPr>
        <p:spPr>
          <a:xfrm>
            <a:off x="289151" y="152400"/>
            <a:ext cx="6324600" cy="1143000"/>
          </a:xfrm>
          <a:prstGeom prst="rect">
            <a:avLst/>
          </a:prstGeom>
          <a:noFill/>
          <a:ln>
            <a:noFill/>
          </a:ln>
        </p:spPr>
        <p:txBody>
          <a:bodyPr anchorCtr="0" anchor="ctr" bIns="45700" lIns="91425" spcFirstLastPara="1" rIns="91425" wrap="square" tIns="45700">
            <a:noAutofit/>
          </a:bodyPr>
          <a:lstStyle/>
          <a:p>
            <a:pPr indent="-342900" lvl="0" marL="457200" marR="0" rtl="0" algn="l">
              <a:lnSpc>
                <a:spcPct val="150000"/>
              </a:lnSpc>
              <a:spcBef>
                <a:spcPts val="0"/>
              </a:spcBef>
              <a:spcAft>
                <a:spcPts val="0"/>
              </a:spcAft>
              <a:buClr>
                <a:srgbClr val="000000"/>
              </a:buClr>
              <a:buSzPts val="3600"/>
              <a:buFont typeface="Arial"/>
              <a:buNone/>
            </a:pPr>
            <a:r>
              <a:rPr b="1" i="0" lang="en-US" sz="2400" u="none" cap="none" strike="noStrike">
                <a:solidFill>
                  <a:srgbClr val="000000"/>
                </a:solidFill>
                <a:latin typeface="Arial"/>
                <a:ea typeface="Arial"/>
                <a:cs typeface="Arial"/>
                <a:sym typeface="Arial"/>
              </a:rPr>
              <a:t>                                     : Multivariate View</a:t>
            </a:r>
            <a:endParaRPr b="1" i="0" sz="2400" u="none" cap="none" strike="noStrike">
              <a:solidFill>
                <a:srgbClr val="000000"/>
              </a:solidFill>
              <a:latin typeface="Arial"/>
              <a:ea typeface="Arial"/>
              <a:cs typeface="Arial"/>
              <a:sym typeface="Arial"/>
            </a:endParaRPr>
          </a:p>
        </p:txBody>
      </p:sp>
      <p:pic>
        <p:nvPicPr>
          <p:cNvPr id="3519" name="Google Shape;3519;p21"/>
          <p:cNvPicPr preferRelativeResize="0"/>
          <p:nvPr/>
        </p:nvPicPr>
        <p:blipFill rotWithShape="1">
          <a:blip r:embed="rId4">
            <a:alphaModFix/>
          </a:blip>
          <a:srcRect b="0" l="0" r="0" t="0"/>
          <a:stretch/>
        </p:blipFill>
        <p:spPr>
          <a:xfrm>
            <a:off x="4419600" y="1589001"/>
            <a:ext cx="4170589" cy="3211599"/>
          </a:xfrm>
          <a:prstGeom prst="rect">
            <a:avLst/>
          </a:prstGeom>
          <a:noFill/>
          <a:ln>
            <a:noFill/>
          </a:ln>
        </p:spPr>
      </p:pic>
      <p:pic>
        <p:nvPicPr>
          <p:cNvPr id="3520" name="Google Shape;3520;p21"/>
          <p:cNvPicPr preferRelativeResize="0"/>
          <p:nvPr/>
        </p:nvPicPr>
        <p:blipFill rotWithShape="1">
          <a:blip r:embed="rId5">
            <a:alphaModFix/>
          </a:blip>
          <a:srcRect b="0" l="0" r="0" t="0"/>
          <a:stretch/>
        </p:blipFill>
        <p:spPr>
          <a:xfrm>
            <a:off x="4411412" y="1598526"/>
            <a:ext cx="4035902" cy="331651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4" name="Shape 3524"/>
        <p:cNvGrpSpPr/>
        <p:nvPr/>
      </p:nvGrpSpPr>
      <p:grpSpPr>
        <a:xfrm>
          <a:off x="0" y="0"/>
          <a:ext cx="0" cy="0"/>
          <a:chOff x="0" y="0"/>
          <a:chExt cx="0" cy="0"/>
        </a:xfrm>
      </p:grpSpPr>
      <p:sp>
        <p:nvSpPr>
          <p:cNvPr id="3525" name="Google Shape;3525;p22"/>
          <p:cNvSpPr txBox="1"/>
          <p:nvPr>
            <p:ph idx="4294967295" type="title"/>
          </p:nvPr>
        </p:nvSpPr>
        <p:spPr>
          <a:xfrm>
            <a:off x="-76200" y="2971800"/>
            <a:ext cx="9144000" cy="685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sz="3200">
                <a:solidFill>
                  <a:srgbClr val="C00000"/>
                </a:solidFill>
              </a:rPr>
              <a:t>Closed Form Solution</a:t>
            </a:r>
            <a:endParaRPr sz="3200">
              <a:solidFill>
                <a:srgbClr val="C0000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9" name="Shape 3529"/>
        <p:cNvGrpSpPr/>
        <p:nvPr/>
      </p:nvGrpSpPr>
      <p:grpSpPr>
        <a:xfrm>
          <a:off x="0" y="0"/>
          <a:ext cx="0" cy="0"/>
          <a:chOff x="0" y="0"/>
          <a:chExt cx="0" cy="0"/>
        </a:xfrm>
      </p:grpSpPr>
      <p:sp>
        <p:nvSpPr>
          <p:cNvPr id="3530" name="Google Shape;3530;p23"/>
          <p:cNvSpPr txBox="1"/>
          <p:nvPr/>
        </p:nvSpPr>
        <p:spPr>
          <a:xfrm>
            <a:off x="304800" y="152400"/>
            <a:ext cx="6324600" cy="1143000"/>
          </a:xfrm>
          <a:prstGeom prst="rect">
            <a:avLst/>
          </a:prstGeom>
          <a:noFill/>
          <a:ln>
            <a:noFill/>
          </a:ln>
        </p:spPr>
        <p:txBody>
          <a:bodyPr anchorCtr="0" anchor="ctr" bIns="45700" lIns="91425" spcFirstLastPara="1" rIns="91425" wrap="square" tIns="45700">
            <a:noAutofit/>
          </a:bodyPr>
          <a:lstStyle/>
          <a:p>
            <a:pPr indent="0" lvl="0" marL="0" marR="0" rtl="0" algn="l">
              <a:lnSpc>
                <a:spcPct val="150000"/>
              </a:lnSpc>
              <a:spcBef>
                <a:spcPts val="48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Vectorization</a:t>
            </a:r>
            <a:endParaRPr b="0" i="0" sz="2400" u="none" cap="none" strike="noStrike">
              <a:solidFill>
                <a:srgbClr val="000000"/>
              </a:solidFill>
              <a:latin typeface="Arial"/>
              <a:ea typeface="Arial"/>
              <a:cs typeface="Arial"/>
              <a:sym typeface="Arial"/>
            </a:endParaRPr>
          </a:p>
        </p:txBody>
      </p:sp>
      <p:pic>
        <p:nvPicPr>
          <p:cNvPr id="3531" name="Google Shape;3531;p23"/>
          <p:cNvPicPr preferRelativeResize="0"/>
          <p:nvPr/>
        </p:nvPicPr>
        <p:blipFill rotWithShape="1">
          <a:blip r:embed="rId3">
            <a:alphaModFix/>
          </a:blip>
          <a:srcRect b="0" l="0" r="0" t="0"/>
          <a:stretch/>
        </p:blipFill>
        <p:spPr>
          <a:xfrm>
            <a:off x="0" y="1447800"/>
            <a:ext cx="6218146" cy="3883515"/>
          </a:xfrm>
          <a:prstGeom prst="rect">
            <a:avLst/>
          </a:prstGeom>
          <a:noFill/>
          <a:ln>
            <a:noFill/>
          </a:ln>
        </p:spPr>
      </p:pic>
      <p:pic>
        <p:nvPicPr>
          <p:cNvPr id="3532" name="Google Shape;3532;p23"/>
          <p:cNvPicPr preferRelativeResize="0"/>
          <p:nvPr/>
        </p:nvPicPr>
        <p:blipFill rotWithShape="1">
          <a:blip r:embed="rId4">
            <a:alphaModFix/>
          </a:blip>
          <a:srcRect b="0" l="0" r="0" t="0"/>
          <a:stretch/>
        </p:blipFill>
        <p:spPr>
          <a:xfrm>
            <a:off x="7077277" y="838200"/>
            <a:ext cx="2066723" cy="2292295"/>
          </a:xfrm>
          <a:prstGeom prst="rect">
            <a:avLst/>
          </a:prstGeom>
          <a:noFill/>
          <a:ln>
            <a:noFill/>
          </a:ln>
        </p:spPr>
      </p:pic>
      <p:pic>
        <p:nvPicPr>
          <p:cNvPr id="3533" name="Google Shape;3533;p23"/>
          <p:cNvPicPr preferRelativeResize="0"/>
          <p:nvPr/>
        </p:nvPicPr>
        <p:blipFill rotWithShape="1">
          <a:blip r:embed="rId5">
            <a:alphaModFix/>
          </a:blip>
          <a:srcRect b="0" l="0" r="0" t="0"/>
          <a:stretch/>
        </p:blipFill>
        <p:spPr>
          <a:xfrm>
            <a:off x="838200" y="5483715"/>
            <a:ext cx="5944115" cy="8779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7" name="Shape 3537"/>
        <p:cNvGrpSpPr/>
        <p:nvPr/>
      </p:nvGrpSpPr>
      <p:grpSpPr>
        <a:xfrm>
          <a:off x="0" y="0"/>
          <a:ext cx="0" cy="0"/>
          <a:chOff x="0" y="0"/>
          <a:chExt cx="0" cy="0"/>
        </a:xfrm>
      </p:grpSpPr>
      <p:sp>
        <p:nvSpPr>
          <p:cNvPr id="3538" name="Google Shape;3538;p24"/>
          <p:cNvSpPr txBox="1"/>
          <p:nvPr/>
        </p:nvSpPr>
        <p:spPr>
          <a:xfrm>
            <a:off x="304800" y="152400"/>
            <a:ext cx="6324600" cy="1143000"/>
          </a:xfrm>
          <a:prstGeom prst="rect">
            <a:avLst/>
          </a:prstGeom>
          <a:noFill/>
          <a:ln>
            <a:noFill/>
          </a:ln>
        </p:spPr>
        <p:txBody>
          <a:bodyPr anchorCtr="0" anchor="ctr" bIns="45700" lIns="91425" spcFirstLastPara="1" rIns="91425" wrap="square" tIns="45700">
            <a:noAutofit/>
          </a:bodyPr>
          <a:lstStyle/>
          <a:p>
            <a:pPr indent="0" lvl="0" marL="0" marR="0" rtl="0" algn="l">
              <a:lnSpc>
                <a:spcPct val="150000"/>
              </a:lnSpc>
              <a:spcBef>
                <a:spcPts val="48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Vectorization</a:t>
            </a:r>
            <a:endParaRPr b="0" i="0" sz="2400" u="none" cap="none" strike="noStrike">
              <a:solidFill>
                <a:srgbClr val="000000"/>
              </a:solidFill>
              <a:latin typeface="Arial"/>
              <a:ea typeface="Arial"/>
              <a:cs typeface="Arial"/>
              <a:sym typeface="Arial"/>
            </a:endParaRPr>
          </a:p>
        </p:txBody>
      </p:sp>
      <p:pic>
        <p:nvPicPr>
          <p:cNvPr id="3539" name="Google Shape;3539;p24"/>
          <p:cNvPicPr preferRelativeResize="0"/>
          <p:nvPr/>
        </p:nvPicPr>
        <p:blipFill rotWithShape="1">
          <a:blip r:embed="rId3">
            <a:alphaModFix/>
          </a:blip>
          <a:srcRect b="0" l="0" r="0" t="0"/>
          <a:stretch/>
        </p:blipFill>
        <p:spPr>
          <a:xfrm>
            <a:off x="304800" y="1503243"/>
            <a:ext cx="5638800" cy="3694757"/>
          </a:xfrm>
          <a:prstGeom prst="rect">
            <a:avLst/>
          </a:prstGeom>
          <a:noFill/>
          <a:ln>
            <a:noFill/>
          </a:ln>
        </p:spPr>
      </p:pic>
      <p:pic>
        <p:nvPicPr>
          <p:cNvPr id="3540" name="Google Shape;3540;p24"/>
          <p:cNvPicPr preferRelativeResize="0"/>
          <p:nvPr/>
        </p:nvPicPr>
        <p:blipFill rotWithShape="1">
          <a:blip r:embed="rId4">
            <a:alphaModFix/>
          </a:blip>
          <a:srcRect b="0" l="0" r="0" t="0"/>
          <a:stretch/>
        </p:blipFill>
        <p:spPr>
          <a:xfrm>
            <a:off x="5343855" y="2571750"/>
            <a:ext cx="1309357" cy="1695450"/>
          </a:xfrm>
          <a:prstGeom prst="rect">
            <a:avLst/>
          </a:prstGeom>
          <a:noFill/>
          <a:ln>
            <a:noFill/>
          </a:ln>
        </p:spPr>
      </p:pic>
      <p:pic>
        <p:nvPicPr>
          <p:cNvPr id="3541" name="Google Shape;3541;p24"/>
          <p:cNvPicPr preferRelativeResize="0"/>
          <p:nvPr/>
        </p:nvPicPr>
        <p:blipFill rotWithShape="1">
          <a:blip r:embed="rId5">
            <a:alphaModFix/>
          </a:blip>
          <a:srcRect b="0" l="0" r="0" t="0"/>
          <a:stretch/>
        </p:blipFill>
        <p:spPr>
          <a:xfrm>
            <a:off x="7077277" y="838200"/>
            <a:ext cx="2066723" cy="2292295"/>
          </a:xfrm>
          <a:prstGeom prst="rect">
            <a:avLst/>
          </a:prstGeom>
          <a:noFill/>
          <a:ln>
            <a:noFill/>
          </a:ln>
        </p:spPr>
      </p:pic>
      <p:pic>
        <p:nvPicPr>
          <p:cNvPr id="3542" name="Google Shape;3542;p24"/>
          <p:cNvPicPr preferRelativeResize="0"/>
          <p:nvPr/>
        </p:nvPicPr>
        <p:blipFill rotWithShape="1">
          <a:blip r:embed="rId6">
            <a:alphaModFix/>
          </a:blip>
          <a:srcRect b="0" l="0" r="0" t="0"/>
          <a:stretch/>
        </p:blipFill>
        <p:spPr>
          <a:xfrm>
            <a:off x="4890658" y="4636198"/>
            <a:ext cx="4253342" cy="205440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6" name="Shape 3546"/>
        <p:cNvGrpSpPr/>
        <p:nvPr/>
      </p:nvGrpSpPr>
      <p:grpSpPr>
        <a:xfrm>
          <a:off x="0" y="0"/>
          <a:ext cx="0" cy="0"/>
          <a:chOff x="0" y="0"/>
          <a:chExt cx="0" cy="0"/>
        </a:xfrm>
      </p:grpSpPr>
      <p:sp>
        <p:nvSpPr>
          <p:cNvPr id="3547" name="Google Shape;3547;p25"/>
          <p:cNvSpPr txBox="1"/>
          <p:nvPr/>
        </p:nvSpPr>
        <p:spPr>
          <a:xfrm>
            <a:off x="304800" y="152400"/>
            <a:ext cx="6324600" cy="1143000"/>
          </a:xfrm>
          <a:prstGeom prst="rect">
            <a:avLst/>
          </a:prstGeom>
          <a:noFill/>
          <a:ln>
            <a:noFill/>
          </a:ln>
        </p:spPr>
        <p:txBody>
          <a:bodyPr anchorCtr="0" anchor="ctr" bIns="45700" lIns="91425" spcFirstLastPara="1" rIns="91425" wrap="square" tIns="45700">
            <a:noAutofit/>
          </a:bodyPr>
          <a:lstStyle/>
          <a:p>
            <a:pPr indent="0" lvl="0" marL="0" marR="0" rtl="0" algn="l">
              <a:lnSpc>
                <a:spcPct val="150000"/>
              </a:lnSpc>
              <a:spcBef>
                <a:spcPts val="48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Vectorization</a:t>
            </a:r>
            <a:endParaRPr b="0" i="0" sz="2400" u="none" cap="none" strike="noStrike">
              <a:solidFill>
                <a:srgbClr val="000000"/>
              </a:solidFill>
              <a:latin typeface="Arial"/>
              <a:ea typeface="Arial"/>
              <a:cs typeface="Arial"/>
              <a:sym typeface="Arial"/>
            </a:endParaRPr>
          </a:p>
        </p:txBody>
      </p:sp>
      <p:pic>
        <p:nvPicPr>
          <p:cNvPr id="3548" name="Google Shape;3548;p25"/>
          <p:cNvPicPr preferRelativeResize="0"/>
          <p:nvPr/>
        </p:nvPicPr>
        <p:blipFill rotWithShape="1">
          <a:blip r:embed="rId3">
            <a:alphaModFix/>
          </a:blip>
          <a:srcRect b="0" l="0" r="0" t="0"/>
          <a:stretch/>
        </p:blipFill>
        <p:spPr>
          <a:xfrm>
            <a:off x="304800" y="1447800"/>
            <a:ext cx="5669771" cy="3682303"/>
          </a:xfrm>
          <a:prstGeom prst="rect">
            <a:avLst/>
          </a:prstGeom>
          <a:noFill/>
          <a:ln>
            <a:noFill/>
          </a:ln>
        </p:spPr>
      </p:pic>
      <p:pic>
        <p:nvPicPr>
          <p:cNvPr id="3549" name="Google Shape;3549;p25"/>
          <p:cNvPicPr preferRelativeResize="0"/>
          <p:nvPr/>
        </p:nvPicPr>
        <p:blipFill rotWithShape="1">
          <a:blip r:embed="rId4">
            <a:alphaModFix/>
          </a:blip>
          <a:srcRect b="0" l="0" r="0" t="0"/>
          <a:stretch/>
        </p:blipFill>
        <p:spPr>
          <a:xfrm>
            <a:off x="1905000" y="4800600"/>
            <a:ext cx="6041208" cy="1700833"/>
          </a:xfrm>
          <a:prstGeom prst="rect">
            <a:avLst/>
          </a:prstGeom>
          <a:noFill/>
          <a:ln>
            <a:noFill/>
          </a:ln>
        </p:spPr>
      </p:pic>
      <p:pic>
        <p:nvPicPr>
          <p:cNvPr id="3550" name="Google Shape;3550;p25"/>
          <p:cNvPicPr preferRelativeResize="0"/>
          <p:nvPr/>
        </p:nvPicPr>
        <p:blipFill rotWithShape="1">
          <a:blip r:embed="rId5">
            <a:alphaModFix/>
          </a:blip>
          <a:srcRect b="0" l="0" r="0" t="0"/>
          <a:stretch/>
        </p:blipFill>
        <p:spPr>
          <a:xfrm>
            <a:off x="7077277" y="838200"/>
            <a:ext cx="2066723" cy="229229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4" name="Shape 3554"/>
        <p:cNvGrpSpPr/>
        <p:nvPr/>
      </p:nvGrpSpPr>
      <p:grpSpPr>
        <a:xfrm>
          <a:off x="0" y="0"/>
          <a:ext cx="0" cy="0"/>
          <a:chOff x="0" y="0"/>
          <a:chExt cx="0" cy="0"/>
        </a:xfrm>
      </p:grpSpPr>
      <p:sp>
        <p:nvSpPr>
          <p:cNvPr id="3555" name="Google Shape;3555;p26"/>
          <p:cNvSpPr txBox="1"/>
          <p:nvPr/>
        </p:nvSpPr>
        <p:spPr>
          <a:xfrm>
            <a:off x="304800" y="152400"/>
            <a:ext cx="6324600" cy="1143000"/>
          </a:xfrm>
          <a:prstGeom prst="rect">
            <a:avLst/>
          </a:prstGeom>
          <a:noFill/>
          <a:ln>
            <a:noFill/>
          </a:ln>
        </p:spPr>
        <p:txBody>
          <a:bodyPr anchorCtr="0" anchor="ctr" bIns="45700" lIns="91425" spcFirstLastPara="1" rIns="91425" wrap="square" tIns="45700">
            <a:noAutofit/>
          </a:bodyPr>
          <a:lstStyle/>
          <a:p>
            <a:pPr indent="0" lvl="0" marL="0" marR="0" rtl="0" algn="l">
              <a:lnSpc>
                <a:spcPct val="150000"/>
              </a:lnSpc>
              <a:spcBef>
                <a:spcPts val="48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Vectorization</a:t>
            </a:r>
            <a:endParaRPr b="0" i="0" sz="2400" u="none" cap="none" strike="noStrike">
              <a:solidFill>
                <a:srgbClr val="000000"/>
              </a:solidFill>
              <a:latin typeface="Arial"/>
              <a:ea typeface="Arial"/>
              <a:cs typeface="Arial"/>
              <a:sym typeface="Arial"/>
            </a:endParaRPr>
          </a:p>
        </p:txBody>
      </p:sp>
      <p:pic>
        <p:nvPicPr>
          <p:cNvPr id="3556" name="Google Shape;3556;p26"/>
          <p:cNvPicPr preferRelativeResize="0"/>
          <p:nvPr/>
        </p:nvPicPr>
        <p:blipFill rotWithShape="1">
          <a:blip r:embed="rId3">
            <a:alphaModFix/>
          </a:blip>
          <a:srcRect b="0" l="0" r="0" t="0"/>
          <a:stretch/>
        </p:blipFill>
        <p:spPr>
          <a:xfrm>
            <a:off x="304800" y="1447800"/>
            <a:ext cx="5715000" cy="394335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0" name="Shape 3560"/>
        <p:cNvGrpSpPr/>
        <p:nvPr/>
      </p:nvGrpSpPr>
      <p:grpSpPr>
        <a:xfrm>
          <a:off x="0" y="0"/>
          <a:ext cx="0" cy="0"/>
          <a:chOff x="0" y="0"/>
          <a:chExt cx="0" cy="0"/>
        </a:xfrm>
      </p:grpSpPr>
      <p:sp>
        <p:nvSpPr>
          <p:cNvPr id="3561" name="Google Shape;3561;p27"/>
          <p:cNvSpPr txBox="1"/>
          <p:nvPr/>
        </p:nvSpPr>
        <p:spPr>
          <a:xfrm>
            <a:off x="304800" y="152400"/>
            <a:ext cx="6324600" cy="1143000"/>
          </a:xfrm>
          <a:prstGeom prst="rect">
            <a:avLst/>
          </a:prstGeom>
          <a:noFill/>
          <a:ln>
            <a:noFill/>
          </a:ln>
        </p:spPr>
        <p:txBody>
          <a:bodyPr anchorCtr="0" anchor="ctr" bIns="45700" lIns="91425" spcFirstLastPara="1" rIns="91425" wrap="square" tIns="45700">
            <a:noAutofit/>
          </a:bodyPr>
          <a:lstStyle/>
          <a:p>
            <a:pPr indent="0" lvl="0" marL="0" marR="0" rtl="0" algn="l">
              <a:lnSpc>
                <a:spcPct val="150000"/>
              </a:lnSpc>
              <a:spcBef>
                <a:spcPts val="48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Vectorization</a:t>
            </a:r>
            <a:endParaRPr b="0" i="0" sz="2400" u="none" cap="none" strike="noStrike">
              <a:solidFill>
                <a:srgbClr val="000000"/>
              </a:solidFill>
              <a:latin typeface="Arial"/>
              <a:ea typeface="Arial"/>
              <a:cs typeface="Arial"/>
              <a:sym typeface="Arial"/>
            </a:endParaRPr>
          </a:p>
        </p:txBody>
      </p:sp>
      <p:pic>
        <p:nvPicPr>
          <p:cNvPr id="3562" name="Google Shape;3562;p27"/>
          <p:cNvPicPr preferRelativeResize="0"/>
          <p:nvPr/>
        </p:nvPicPr>
        <p:blipFill rotWithShape="1">
          <a:blip r:embed="rId3">
            <a:alphaModFix/>
          </a:blip>
          <a:srcRect b="0" l="0" r="0" t="0"/>
          <a:stretch/>
        </p:blipFill>
        <p:spPr>
          <a:xfrm>
            <a:off x="304800" y="1524000"/>
            <a:ext cx="5323033" cy="3505543"/>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6" name="Shape 3566"/>
        <p:cNvGrpSpPr/>
        <p:nvPr/>
      </p:nvGrpSpPr>
      <p:grpSpPr>
        <a:xfrm>
          <a:off x="0" y="0"/>
          <a:ext cx="0" cy="0"/>
          <a:chOff x="0" y="0"/>
          <a:chExt cx="0" cy="0"/>
        </a:xfrm>
      </p:grpSpPr>
      <p:sp>
        <p:nvSpPr>
          <p:cNvPr id="3567" name="Google Shape;3567;p28"/>
          <p:cNvSpPr txBox="1"/>
          <p:nvPr/>
        </p:nvSpPr>
        <p:spPr>
          <a:xfrm>
            <a:off x="304800" y="152400"/>
            <a:ext cx="6324600" cy="1143000"/>
          </a:xfrm>
          <a:prstGeom prst="rect">
            <a:avLst/>
          </a:prstGeom>
          <a:noFill/>
          <a:ln>
            <a:noFill/>
          </a:ln>
        </p:spPr>
        <p:txBody>
          <a:bodyPr anchorCtr="0" anchor="ctr" bIns="45700" lIns="91425" spcFirstLastPara="1" rIns="91425" wrap="square" tIns="45700">
            <a:noAutofit/>
          </a:bodyPr>
          <a:lstStyle/>
          <a:p>
            <a:pPr indent="0" lvl="0" marL="0" marR="0" rtl="0" algn="l">
              <a:lnSpc>
                <a:spcPct val="150000"/>
              </a:lnSpc>
              <a:spcBef>
                <a:spcPts val="48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Fit the Linear Regression Model : </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48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Using Closed Form – </a:t>
            </a:r>
            <a:r>
              <a:rPr b="1" i="0" lang="en-US" sz="2400" u="none" cap="none" strike="noStrike">
                <a:solidFill>
                  <a:srgbClr val="0033CC"/>
                </a:solidFill>
                <a:latin typeface="Arial"/>
                <a:ea typeface="Arial"/>
                <a:cs typeface="Arial"/>
                <a:sym typeface="Arial"/>
              </a:rPr>
              <a:t>Problem Type 1</a:t>
            </a:r>
            <a:endParaRPr b="1" i="0" sz="2400" u="none" cap="none" strike="noStrike">
              <a:solidFill>
                <a:srgbClr val="0033CC"/>
              </a:solidFill>
              <a:latin typeface="Arial"/>
              <a:ea typeface="Arial"/>
              <a:cs typeface="Arial"/>
              <a:sym typeface="Arial"/>
            </a:endParaRPr>
          </a:p>
        </p:txBody>
      </p:sp>
      <p:pic>
        <p:nvPicPr>
          <p:cNvPr id="3568" name="Google Shape;3568;p28"/>
          <p:cNvPicPr preferRelativeResize="0"/>
          <p:nvPr/>
        </p:nvPicPr>
        <p:blipFill rotWithShape="1">
          <a:blip r:embed="rId3">
            <a:alphaModFix/>
          </a:blip>
          <a:srcRect b="0" l="0" r="0" t="0"/>
          <a:stretch/>
        </p:blipFill>
        <p:spPr>
          <a:xfrm>
            <a:off x="3815079" y="4963681"/>
            <a:ext cx="5362258" cy="1509682"/>
          </a:xfrm>
          <a:prstGeom prst="rect">
            <a:avLst/>
          </a:prstGeom>
          <a:noFill/>
          <a:ln>
            <a:noFill/>
          </a:ln>
        </p:spPr>
      </p:pic>
      <p:pic>
        <p:nvPicPr>
          <p:cNvPr id="3569" name="Google Shape;3569;p28"/>
          <p:cNvPicPr preferRelativeResize="0"/>
          <p:nvPr/>
        </p:nvPicPr>
        <p:blipFill rotWithShape="1">
          <a:blip r:embed="rId4">
            <a:alphaModFix/>
          </a:blip>
          <a:srcRect b="0" l="0" r="0" t="0"/>
          <a:stretch/>
        </p:blipFill>
        <p:spPr>
          <a:xfrm>
            <a:off x="7077277" y="838200"/>
            <a:ext cx="2066723" cy="2292295"/>
          </a:xfrm>
          <a:prstGeom prst="rect">
            <a:avLst/>
          </a:prstGeom>
          <a:noFill/>
          <a:ln>
            <a:noFill/>
          </a:ln>
        </p:spPr>
      </p:pic>
      <p:pic>
        <p:nvPicPr>
          <p:cNvPr id="3570" name="Google Shape;3570;p28"/>
          <p:cNvPicPr preferRelativeResize="0"/>
          <p:nvPr/>
        </p:nvPicPr>
        <p:blipFill rotWithShape="1">
          <a:blip r:embed="rId5">
            <a:alphaModFix/>
          </a:blip>
          <a:srcRect b="0" l="0" r="0" t="0"/>
          <a:stretch/>
        </p:blipFill>
        <p:spPr>
          <a:xfrm>
            <a:off x="5377313" y="4276725"/>
            <a:ext cx="3738112" cy="609600"/>
          </a:xfrm>
          <a:prstGeom prst="rect">
            <a:avLst/>
          </a:prstGeom>
          <a:noFill/>
          <a:ln>
            <a:noFill/>
          </a:ln>
        </p:spPr>
      </p:pic>
      <p:pic>
        <p:nvPicPr>
          <p:cNvPr id="3571" name="Google Shape;3571;p28"/>
          <p:cNvPicPr preferRelativeResize="0"/>
          <p:nvPr/>
        </p:nvPicPr>
        <p:blipFill rotWithShape="1">
          <a:blip r:embed="rId6">
            <a:alphaModFix/>
          </a:blip>
          <a:srcRect b="0" l="0" r="0" t="0"/>
          <a:stretch/>
        </p:blipFill>
        <p:spPr>
          <a:xfrm>
            <a:off x="152400" y="1371600"/>
            <a:ext cx="6872668" cy="1371600"/>
          </a:xfrm>
          <a:prstGeom prst="rect">
            <a:avLst/>
          </a:prstGeom>
          <a:noFill/>
          <a:ln>
            <a:noFill/>
          </a:ln>
        </p:spPr>
      </p:pic>
      <p:pic>
        <p:nvPicPr>
          <p:cNvPr id="3572" name="Google Shape;3572;p28"/>
          <p:cNvPicPr preferRelativeResize="0"/>
          <p:nvPr/>
        </p:nvPicPr>
        <p:blipFill rotWithShape="1">
          <a:blip r:embed="rId7">
            <a:alphaModFix/>
          </a:blip>
          <a:srcRect b="0" l="0" r="0" t="0"/>
          <a:stretch/>
        </p:blipFill>
        <p:spPr>
          <a:xfrm>
            <a:off x="0" y="2590799"/>
            <a:ext cx="4419600" cy="2164833"/>
          </a:xfrm>
          <a:prstGeom prst="rect">
            <a:avLst/>
          </a:prstGeom>
          <a:noFill/>
          <a:ln>
            <a:noFill/>
          </a:ln>
        </p:spPr>
      </p:pic>
      <p:pic>
        <p:nvPicPr>
          <p:cNvPr id="3573" name="Google Shape;3573;p28"/>
          <p:cNvPicPr preferRelativeResize="0"/>
          <p:nvPr/>
        </p:nvPicPr>
        <p:blipFill rotWithShape="1">
          <a:blip r:embed="rId8">
            <a:alphaModFix/>
          </a:blip>
          <a:srcRect b="0" l="0" r="0" t="0"/>
          <a:stretch/>
        </p:blipFill>
        <p:spPr>
          <a:xfrm>
            <a:off x="123825" y="4630714"/>
            <a:ext cx="3657917" cy="17558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7" name="Shape 3577"/>
        <p:cNvGrpSpPr/>
        <p:nvPr/>
      </p:nvGrpSpPr>
      <p:grpSpPr>
        <a:xfrm>
          <a:off x="0" y="0"/>
          <a:ext cx="0" cy="0"/>
          <a:chOff x="0" y="0"/>
          <a:chExt cx="0" cy="0"/>
        </a:xfrm>
      </p:grpSpPr>
      <p:sp>
        <p:nvSpPr>
          <p:cNvPr id="3578" name="Google Shape;3578;p29"/>
          <p:cNvSpPr txBox="1"/>
          <p:nvPr>
            <p:ph type="title"/>
          </p:nvPr>
        </p:nvSpPr>
        <p:spPr>
          <a:xfrm>
            <a:off x="-76200" y="2971800"/>
            <a:ext cx="9144000" cy="685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rPr b="1" i="0" lang="en-US" sz="3200" u="none" cap="none" strike="noStrike">
                <a:solidFill>
                  <a:srgbClr val="C00000"/>
                </a:solidFill>
                <a:latin typeface="Calibri"/>
                <a:ea typeface="Calibri"/>
                <a:cs typeface="Calibri"/>
                <a:sym typeface="Calibri"/>
              </a:rPr>
              <a:t>Gradient Descent Approach</a:t>
            </a:r>
            <a:endParaRPr b="1" i="0" sz="3200" u="none" cap="none" strike="noStrike">
              <a:solidFill>
                <a:srgbClr val="C00000"/>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2" name="Shape 3582"/>
        <p:cNvGrpSpPr/>
        <p:nvPr/>
      </p:nvGrpSpPr>
      <p:grpSpPr>
        <a:xfrm>
          <a:off x="0" y="0"/>
          <a:ext cx="0" cy="0"/>
          <a:chOff x="0" y="0"/>
          <a:chExt cx="0" cy="0"/>
        </a:xfrm>
      </p:grpSpPr>
      <p:sp>
        <p:nvSpPr>
          <p:cNvPr id="3583" name="Google Shape;3583;p31"/>
          <p:cNvSpPr txBox="1"/>
          <p:nvPr>
            <p:ph type="title"/>
          </p:nvPr>
        </p:nvSpPr>
        <p:spPr>
          <a:xfrm>
            <a:off x="762000" y="685800"/>
            <a:ext cx="6172200" cy="380647"/>
          </a:xfrm>
          <a:prstGeom prst="rect">
            <a:avLst/>
          </a:prstGeom>
          <a:noFill/>
          <a:ln>
            <a:noFill/>
          </a:ln>
        </p:spPr>
        <p:txBody>
          <a:bodyPr anchorCtr="0" anchor="ctr" bIns="0" lIns="0" spcFirstLastPara="1" rIns="0" wrap="square" tIns="11200">
            <a:spAutoFit/>
          </a:bodyPr>
          <a:lstStyle/>
          <a:p>
            <a:pPr indent="0" lvl="0" marL="11206" rtl="0" algn="l">
              <a:lnSpc>
                <a:spcPct val="100000"/>
              </a:lnSpc>
              <a:spcBef>
                <a:spcPts val="0"/>
              </a:spcBef>
              <a:spcAft>
                <a:spcPts val="0"/>
              </a:spcAft>
              <a:buClr>
                <a:schemeClr val="dk1"/>
              </a:buClr>
              <a:buSzPts val="2400"/>
              <a:buFont typeface="Arial"/>
              <a:buNone/>
            </a:pPr>
            <a:r>
              <a:rPr b="1" lang="en-US" sz="2400">
                <a:latin typeface="Arial"/>
                <a:ea typeface="Arial"/>
                <a:cs typeface="Arial"/>
                <a:sym typeface="Arial"/>
              </a:rPr>
              <a:t>Intuition Behind Cost Function</a:t>
            </a:r>
            <a:endParaRPr b="1" sz="2400">
              <a:latin typeface="Arial"/>
              <a:ea typeface="Arial"/>
              <a:cs typeface="Arial"/>
              <a:sym typeface="Arial"/>
            </a:endParaRPr>
          </a:p>
        </p:txBody>
      </p:sp>
      <p:pic>
        <p:nvPicPr>
          <p:cNvPr id="3584" name="Google Shape;3584;p31"/>
          <p:cNvPicPr preferRelativeResize="0"/>
          <p:nvPr/>
        </p:nvPicPr>
        <p:blipFill rotWithShape="1">
          <a:blip r:embed="rId3">
            <a:alphaModFix/>
          </a:blip>
          <a:srcRect b="0" l="0" r="0" t="0"/>
          <a:stretch/>
        </p:blipFill>
        <p:spPr>
          <a:xfrm>
            <a:off x="222162" y="1524000"/>
            <a:ext cx="7251875" cy="4313238"/>
          </a:xfrm>
          <a:prstGeom prst="rect">
            <a:avLst/>
          </a:prstGeom>
          <a:noFill/>
          <a:ln>
            <a:noFill/>
          </a:ln>
        </p:spPr>
      </p:pic>
      <p:pic>
        <p:nvPicPr>
          <p:cNvPr id="3585" name="Google Shape;3585;p31"/>
          <p:cNvPicPr preferRelativeResize="0"/>
          <p:nvPr/>
        </p:nvPicPr>
        <p:blipFill rotWithShape="1">
          <a:blip r:embed="rId4">
            <a:alphaModFix/>
          </a:blip>
          <a:srcRect b="0" l="0" r="0" t="0"/>
          <a:stretch/>
        </p:blipFill>
        <p:spPr>
          <a:xfrm>
            <a:off x="2239136" y="5791200"/>
            <a:ext cx="1692655" cy="533400"/>
          </a:xfrm>
          <a:prstGeom prst="rect">
            <a:avLst/>
          </a:prstGeom>
          <a:noFill/>
          <a:ln>
            <a:noFill/>
          </a:ln>
        </p:spPr>
      </p:pic>
      <p:sp>
        <p:nvSpPr>
          <p:cNvPr id="3586" name="Google Shape;3586;p31"/>
          <p:cNvSpPr txBox="1"/>
          <p:nvPr/>
        </p:nvSpPr>
        <p:spPr>
          <a:xfrm>
            <a:off x="762000" y="5791200"/>
            <a:ext cx="147713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ahoma"/>
                <a:ea typeface="Tahoma"/>
                <a:cs typeface="Tahoma"/>
                <a:sym typeface="Tahoma"/>
              </a:rPr>
              <a:t>Source Credit :  </a:t>
            </a:r>
            <a:endParaRPr b="0" i="0" sz="1400" u="none" cap="none" strike="noStrike">
              <a:solidFill>
                <a:srgbClr val="000000"/>
              </a:solidFill>
              <a:latin typeface="Tahoma"/>
              <a:ea typeface="Tahoma"/>
              <a:cs typeface="Tahoma"/>
              <a:sym typeface="Tahoma"/>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0" name="Shape 3590"/>
        <p:cNvGrpSpPr/>
        <p:nvPr/>
      </p:nvGrpSpPr>
      <p:grpSpPr>
        <a:xfrm>
          <a:off x="0" y="0"/>
          <a:ext cx="0" cy="0"/>
          <a:chOff x="0" y="0"/>
          <a:chExt cx="0" cy="0"/>
        </a:xfrm>
      </p:grpSpPr>
      <p:sp>
        <p:nvSpPr>
          <p:cNvPr id="3591" name="Google Shape;3591;p32"/>
          <p:cNvSpPr txBox="1"/>
          <p:nvPr>
            <p:ph type="title"/>
          </p:nvPr>
        </p:nvSpPr>
        <p:spPr>
          <a:xfrm>
            <a:off x="762000" y="685800"/>
            <a:ext cx="6172200" cy="380647"/>
          </a:xfrm>
          <a:prstGeom prst="rect">
            <a:avLst/>
          </a:prstGeom>
          <a:noFill/>
          <a:ln>
            <a:noFill/>
          </a:ln>
        </p:spPr>
        <p:txBody>
          <a:bodyPr anchorCtr="0" anchor="ctr" bIns="0" lIns="0" spcFirstLastPara="1" rIns="0" wrap="square" tIns="11200">
            <a:spAutoFit/>
          </a:bodyPr>
          <a:lstStyle/>
          <a:p>
            <a:pPr indent="0" lvl="0" marL="11206" rtl="0" algn="l">
              <a:lnSpc>
                <a:spcPct val="100000"/>
              </a:lnSpc>
              <a:spcBef>
                <a:spcPts val="0"/>
              </a:spcBef>
              <a:spcAft>
                <a:spcPts val="0"/>
              </a:spcAft>
              <a:buClr>
                <a:schemeClr val="dk1"/>
              </a:buClr>
              <a:buSzPts val="2400"/>
              <a:buFont typeface="Arial"/>
              <a:buNone/>
            </a:pPr>
            <a:r>
              <a:rPr b="1" lang="en-US" sz="2400">
                <a:latin typeface="Arial"/>
                <a:ea typeface="Arial"/>
                <a:cs typeface="Arial"/>
                <a:sym typeface="Arial"/>
              </a:rPr>
              <a:t>Intuition Behind Cost Function</a:t>
            </a:r>
            <a:endParaRPr b="1" sz="2400">
              <a:latin typeface="Arial"/>
              <a:ea typeface="Arial"/>
              <a:cs typeface="Arial"/>
              <a:sym typeface="Arial"/>
            </a:endParaRPr>
          </a:p>
        </p:txBody>
      </p:sp>
      <p:pic>
        <p:nvPicPr>
          <p:cNvPr id="3592" name="Google Shape;3592;p32"/>
          <p:cNvPicPr preferRelativeResize="0"/>
          <p:nvPr/>
        </p:nvPicPr>
        <p:blipFill rotWithShape="1">
          <a:blip r:embed="rId3">
            <a:alphaModFix/>
          </a:blip>
          <a:srcRect b="0" l="0" r="0" t="0"/>
          <a:stretch/>
        </p:blipFill>
        <p:spPr>
          <a:xfrm>
            <a:off x="2239136" y="5791200"/>
            <a:ext cx="1692655" cy="533400"/>
          </a:xfrm>
          <a:prstGeom prst="rect">
            <a:avLst/>
          </a:prstGeom>
          <a:noFill/>
          <a:ln>
            <a:noFill/>
          </a:ln>
        </p:spPr>
      </p:pic>
      <p:sp>
        <p:nvSpPr>
          <p:cNvPr id="3593" name="Google Shape;3593;p32"/>
          <p:cNvSpPr txBox="1"/>
          <p:nvPr/>
        </p:nvSpPr>
        <p:spPr>
          <a:xfrm>
            <a:off x="762000" y="5791200"/>
            <a:ext cx="147713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ahoma"/>
                <a:ea typeface="Tahoma"/>
                <a:cs typeface="Tahoma"/>
                <a:sym typeface="Tahoma"/>
              </a:rPr>
              <a:t>Source Credit :  </a:t>
            </a:r>
            <a:endParaRPr b="0" i="0" sz="1400" u="none" cap="none" strike="noStrike">
              <a:solidFill>
                <a:srgbClr val="000000"/>
              </a:solidFill>
              <a:latin typeface="Tahoma"/>
              <a:ea typeface="Tahoma"/>
              <a:cs typeface="Tahoma"/>
              <a:sym typeface="Tahoma"/>
            </a:endParaRPr>
          </a:p>
        </p:txBody>
      </p:sp>
      <p:pic>
        <p:nvPicPr>
          <p:cNvPr id="3594" name="Google Shape;3594;p32"/>
          <p:cNvPicPr preferRelativeResize="0"/>
          <p:nvPr/>
        </p:nvPicPr>
        <p:blipFill rotWithShape="1">
          <a:blip r:embed="rId4">
            <a:alphaModFix/>
          </a:blip>
          <a:srcRect b="0" l="0" r="0" t="0"/>
          <a:stretch/>
        </p:blipFill>
        <p:spPr>
          <a:xfrm>
            <a:off x="1500568" y="1685649"/>
            <a:ext cx="4648464" cy="3486348"/>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8" name="Shape 3598"/>
        <p:cNvGrpSpPr/>
        <p:nvPr/>
      </p:nvGrpSpPr>
      <p:grpSpPr>
        <a:xfrm>
          <a:off x="0" y="0"/>
          <a:ext cx="0" cy="0"/>
          <a:chOff x="0" y="0"/>
          <a:chExt cx="0" cy="0"/>
        </a:xfrm>
      </p:grpSpPr>
      <p:pic>
        <p:nvPicPr>
          <p:cNvPr id="3599" name="Google Shape;3599;p33"/>
          <p:cNvPicPr preferRelativeResize="0"/>
          <p:nvPr/>
        </p:nvPicPr>
        <p:blipFill rotWithShape="1">
          <a:blip r:embed="rId3">
            <a:alphaModFix/>
          </a:blip>
          <a:srcRect b="0" l="0" r="0" t="0"/>
          <a:stretch/>
        </p:blipFill>
        <p:spPr>
          <a:xfrm>
            <a:off x="838200" y="1676400"/>
            <a:ext cx="6096528" cy="4365114"/>
          </a:xfrm>
          <a:prstGeom prst="rect">
            <a:avLst/>
          </a:prstGeom>
          <a:noFill/>
          <a:ln>
            <a:noFill/>
          </a:ln>
        </p:spPr>
      </p:pic>
      <p:sp>
        <p:nvSpPr>
          <p:cNvPr id="3600" name="Google Shape;3600;p33"/>
          <p:cNvSpPr txBox="1"/>
          <p:nvPr/>
        </p:nvSpPr>
        <p:spPr>
          <a:xfrm>
            <a:off x="762000" y="685800"/>
            <a:ext cx="6172200" cy="380647"/>
          </a:xfrm>
          <a:prstGeom prst="rect">
            <a:avLst/>
          </a:prstGeom>
          <a:noFill/>
          <a:ln>
            <a:noFill/>
          </a:ln>
        </p:spPr>
        <p:txBody>
          <a:bodyPr anchorCtr="0" anchor="ctr" bIns="0" lIns="0" spcFirstLastPara="1" rIns="0" wrap="square" tIns="11200">
            <a:spAutoFit/>
          </a:bodyPr>
          <a:lstStyle/>
          <a:p>
            <a:pPr indent="0" lvl="0" marL="11206"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Basic Search Procedure</a:t>
            </a:r>
            <a:endParaRPr b="1" i="0" sz="2400" u="none" cap="none" strike="noStrike">
              <a:solidFill>
                <a:srgbClr val="000000"/>
              </a:solidFill>
              <a:latin typeface="Arial"/>
              <a:ea typeface="Arial"/>
              <a:cs typeface="Arial"/>
              <a:sym typeface="Arial"/>
            </a:endParaRPr>
          </a:p>
        </p:txBody>
      </p:sp>
      <p:sp>
        <p:nvSpPr>
          <p:cNvPr id="3601" name="Google Shape;3601;p33"/>
          <p:cNvSpPr txBox="1"/>
          <p:nvPr/>
        </p:nvSpPr>
        <p:spPr>
          <a:xfrm>
            <a:off x="744322" y="6172200"/>
            <a:ext cx="314214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ahoma"/>
                <a:ea typeface="Tahoma"/>
                <a:cs typeface="Tahoma"/>
                <a:sym typeface="Tahoma"/>
              </a:rPr>
              <a:t>Source Credit : Figure by Andrew Ng </a:t>
            </a:r>
            <a:endParaRPr b="0" i="0" sz="1400" u="none" cap="none" strike="noStrike">
              <a:solidFill>
                <a:srgbClr val="000000"/>
              </a:solidFill>
              <a:latin typeface="Tahoma"/>
              <a:ea typeface="Tahoma"/>
              <a:cs typeface="Tahoma"/>
              <a:sym typeface="Tahoma"/>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5" name="Shape 3605"/>
        <p:cNvGrpSpPr/>
        <p:nvPr/>
      </p:nvGrpSpPr>
      <p:grpSpPr>
        <a:xfrm>
          <a:off x="0" y="0"/>
          <a:ext cx="0" cy="0"/>
          <a:chOff x="0" y="0"/>
          <a:chExt cx="0" cy="0"/>
        </a:xfrm>
      </p:grpSpPr>
      <p:pic>
        <p:nvPicPr>
          <p:cNvPr id="3606" name="Google Shape;3606;p34"/>
          <p:cNvPicPr preferRelativeResize="0"/>
          <p:nvPr/>
        </p:nvPicPr>
        <p:blipFill rotWithShape="1">
          <a:blip r:embed="rId3">
            <a:alphaModFix/>
          </a:blip>
          <a:srcRect b="0" l="0" r="0" t="0"/>
          <a:stretch/>
        </p:blipFill>
        <p:spPr>
          <a:xfrm>
            <a:off x="838200" y="1676400"/>
            <a:ext cx="6096528" cy="4365114"/>
          </a:xfrm>
          <a:prstGeom prst="rect">
            <a:avLst/>
          </a:prstGeom>
          <a:noFill/>
          <a:ln>
            <a:noFill/>
          </a:ln>
        </p:spPr>
      </p:pic>
      <p:sp>
        <p:nvSpPr>
          <p:cNvPr id="3607" name="Google Shape;3607;p34"/>
          <p:cNvSpPr txBox="1"/>
          <p:nvPr/>
        </p:nvSpPr>
        <p:spPr>
          <a:xfrm>
            <a:off x="762000" y="685800"/>
            <a:ext cx="6172200" cy="380647"/>
          </a:xfrm>
          <a:prstGeom prst="rect">
            <a:avLst/>
          </a:prstGeom>
          <a:noFill/>
          <a:ln>
            <a:noFill/>
          </a:ln>
        </p:spPr>
        <p:txBody>
          <a:bodyPr anchorCtr="0" anchor="ctr" bIns="0" lIns="0" spcFirstLastPara="1" rIns="0" wrap="square" tIns="11200">
            <a:spAutoFit/>
          </a:bodyPr>
          <a:lstStyle/>
          <a:p>
            <a:pPr indent="0" lvl="0" marL="11206"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Basic Search Procedure</a:t>
            </a:r>
            <a:endParaRPr b="1" i="0" sz="2400" u="none" cap="none" strike="noStrike">
              <a:solidFill>
                <a:srgbClr val="000000"/>
              </a:solidFill>
              <a:latin typeface="Arial"/>
              <a:ea typeface="Arial"/>
              <a:cs typeface="Arial"/>
              <a:sym typeface="Arial"/>
            </a:endParaRPr>
          </a:p>
        </p:txBody>
      </p:sp>
      <p:sp>
        <p:nvSpPr>
          <p:cNvPr id="3608" name="Google Shape;3608;p34"/>
          <p:cNvSpPr txBox="1"/>
          <p:nvPr/>
        </p:nvSpPr>
        <p:spPr>
          <a:xfrm>
            <a:off x="744322" y="6172200"/>
            <a:ext cx="314214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ahoma"/>
                <a:ea typeface="Tahoma"/>
                <a:cs typeface="Tahoma"/>
                <a:sym typeface="Tahoma"/>
              </a:rPr>
              <a:t>Source Credit : Figure by Andrew Ng </a:t>
            </a:r>
            <a:endParaRPr b="0" i="0" sz="1400" u="none" cap="none" strike="noStrike">
              <a:solidFill>
                <a:srgbClr val="000000"/>
              </a:solidFill>
              <a:latin typeface="Tahoma"/>
              <a:ea typeface="Tahoma"/>
              <a:cs typeface="Tahoma"/>
              <a:sym typeface="Tahoma"/>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2" name="Shape 3612"/>
        <p:cNvGrpSpPr/>
        <p:nvPr/>
      </p:nvGrpSpPr>
      <p:grpSpPr>
        <a:xfrm>
          <a:off x="0" y="0"/>
          <a:ext cx="0" cy="0"/>
          <a:chOff x="0" y="0"/>
          <a:chExt cx="0" cy="0"/>
        </a:xfrm>
      </p:grpSpPr>
      <p:pic>
        <p:nvPicPr>
          <p:cNvPr id="3613" name="Google Shape;3613;p35"/>
          <p:cNvPicPr preferRelativeResize="0"/>
          <p:nvPr/>
        </p:nvPicPr>
        <p:blipFill rotWithShape="1">
          <a:blip r:embed="rId3">
            <a:alphaModFix/>
          </a:blip>
          <a:srcRect b="0" l="0" r="0" t="0"/>
          <a:stretch/>
        </p:blipFill>
        <p:spPr>
          <a:xfrm>
            <a:off x="381000" y="1676400"/>
            <a:ext cx="7699915" cy="4554107"/>
          </a:xfrm>
          <a:prstGeom prst="rect">
            <a:avLst/>
          </a:prstGeom>
          <a:noFill/>
          <a:ln>
            <a:noFill/>
          </a:ln>
        </p:spPr>
      </p:pic>
      <p:sp>
        <p:nvSpPr>
          <p:cNvPr id="3614" name="Google Shape;3614;p35"/>
          <p:cNvSpPr txBox="1"/>
          <p:nvPr/>
        </p:nvSpPr>
        <p:spPr>
          <a:xfrm>
            <a:off x="762000" y="685800"/>
            <a:ext cx="6172200" cy="380647"/>
          </a:xfrm>
          <a:prstGeom prst="rect">
            <a:avLst/>
          </a:prstGeom>
          <a:noFill/>
          <a:ln>
            <a:noFill/>
          </a:ln>
        </p:spPr>
        <p:txBody>
          <a:bodyPr anchorCtr="0" anchor="ctr" bIns="0" lIns="0" spcFirstLastPara="1" rIns="0" wrap="square" tIns="11200">
            <a:spAutoFit/>
          </a:bodyPr>
          <a:lstStyle/>
          <a:p>
            <a:pPr indent="0" lvl="0" marL="11206"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Basic Search Procedure</a:t>
            </a:r>
            <a:endParaRPr b="1" i="0" sz="2400" u="none" cap="none" strike="noStrike">
              <a:solidFill>
                <a:srgbClr val="000000"/>
              </a:solidFill>
              <a:latin typeface="Arial"/>
              <a:ea typeface="Arial"/>
              <a:cs typeface="Arial"/>
              <a:sym typeface="Arial"/>
            </a:endParaRPr>
          </a:p>
        </p:txBody>
      </p:sp>
      <p:sp>
        <p:nvSpPr>
          <p:cNvPr id="3615" name="Google Shape;3615;p35"/>
          <p:cNvSpPr txBox="1"/>
          <p:nvPr/>
        </p:nvSpPr>
        <p:spPr>
          <a:xfrm>
            <a:off x="744322" y="6172200"/>
            <a:ext cx="314214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ahoma"/>
                <a:ea typeface="Tahoma"/>
                <a:cs typeface="Tahoma"/>
                <a:sym typeface="Tahoma"/>
              </a:rPr>
              <a:t>Source Credit : Figure by Andrew Ng </a:t>
            </a:r>
            <a:endParaRPr b="0" i="0" sz="1400" u="none" cap="none" strike="noStrike">
              <a:solidFill>
                <a:srgbClr val="000000"/>
              </a:solidFill>
              <a:latin typeface="Tahoma"/>
              <a:ea typeface="Tahoma"/>
              <a:cs typeface="Tahoma"/>
              <a:sym typeface="Tahoma"/>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9" name="Shape 3619"/>
        <p:cNvGrpSpPr/>
        <p:nvPr/>
      </p:nvGrpSpPr>
      <p:grpSpPr>
        <a:xfrm>
          <a:off x="0" y="0"/>
          <a:ext cx="0" cy="0"/>
          <a:chOff x="0" y="0"/>
          <a:chExt cx="0" cy="0"/>
        </a:xfrm>
      </p:grpSpPr>
      <p:pic>
        <p:nvPicPr>
          <p:cNvPr id="3620" name="Google Shape;3620;p36"/>
          <p:cNvPicPr preferRelativeResize="0"/>
          <p:nvPr/>
        </p:nvPicPr>
        <p:blipFill rotWithShape="1">
          <a:blip r:embed="rId3">
            <a:alphaModFix/>
          </a:blip>
          <a:srcRect b="0" l="0" r="0" t="0"/>
          <a:stretch/>
        </p:blipFill>
        <p:spPr>
          <a:xfrm>
            <a:off x="0" y="1408176"/>
            <a:ext cx="9144000" cy="4041647"/>
          </a:xfrm>
          <a:prstGeom prst="rect">
            <a:avLst/>
          </a:prstGeom>
          <a:noFill/>
          <a:ln>
            <a:noFill/>
          </a:ln>
        </p:spPr>
      </p:pic>
      <p:sp>
        <p:nvSpPr>
          <p:cNvPr id="3621" name="Google Shape;3621;p36"/>
          <p:cNvSpPr txBox="1"/>
          <p:nvPr/>
        </p:nvSpPr>
        <p:spPr>
          <a:xfrm>
            <a:off x="762000" y="5791200"/>
            <a:ext cx="302781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ahoma"/>
                <a:ea typeface="Tahoma"/>
                <a:cs typeface="Tahoma"/>
                <a:sym typeface="Tahoma"/>
              </a:rPr>
              <a:t>Source Credit : Slide by Andrew Ng </a:t>
            </a:r>
            <a:endParaRPr b="0" i="0" sz="1400" u="none" cap="none" strike="noStrike">
              <a:solidFill>
                <a:srgbClr val="000000"/>
              </a:solidFill>
              <a:latin typeface="Tahoma"/>
              <a:ea typeface="Tahoma"/>
              <a:cs typeface="Tahoma"/>
              <a:sym typeface="Tahoma"/>
            </a:endParaRPr>
          </a:p>
        </p:txBody>
      </p:sp>
      <p:sp>
        <p:nvSpPr>
          <p:cNvPr id="3622" name="Google Shape;3622;p36"/>
          <p:cNvSpPr txBox="1"/>
          <p:nvPr/>
        </p:nvSpPr>
        <p:spPr>
          <a:xfrm>
            <a:off x="762000" y="685800"/>
            <a:ext cx="6172200" cy="380647"/>
          </a:xfrm>
          <a:prstGeom prst="rect">
            <a:avLst/>
          </a:prstGeom>
          <a:noFill/>
          <a:ln>
            <a:noFill/>
          </a:ln>
        </p:spPr>
        <p:txBody>
          <a:bodyPr anchorCtr="0" anchor="ctr" bIns="0" lIns="0" spcFirstLastPara="1" rIns="0" wrap="square" tIns="11200">
            <a:spAutoFit/>
          </a:bodyPr>
          <a:lstStyle/>
          <a:p>
            <a:pPr indent="0" lvl="0" marL="11206"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Gradient Descent</a:t>
            </a:r>
            <a:endParaRPr b="1" i="0" sz="2400" u="none" cap="none" strike="noStrike">
              <a:solidFill>
                <a:srgbClr val="000000"/>
              </a:solidFill>
              <a:latin typeface="Arial"/>
              <a:ea typeface="Arial"/>
              <a:cs typeface="Arial"/>
              <a:sym typeface="Arial"/>
            </a:endParaRPr>
          </a:p>
        </p:txBody>
      </p:sp>
      <p:graphicFrame>
        <p:nvGraphicFramePr>
          <p:cNvPr id="3623" name="Google Shape;3623;p36"/>
          <p:cNvGraphicFramePr/>
          <p:nvPr/>
        </p:nvGraphicFramePr>
        <p:xfrm>
          <a:off x="3505200" y="254332"/>
          <a:ext cx="3000000" cy="3000000"/>
        </p:xfrm>
        <a:graphic>
          <a:graphicData uri="http://schemas.openxmlformats.org/drawingml/2006/table">
            <a:tbl>
              <a:tblPr>
                <a:noFill/>
                <a:tableStyleId>{34F57EB2-B075-49AD-9C69-90DEA08F2B00}</a:tableStyleId>
              </a:tblPr>
              <a:tblGrid>
                <a:gridCol w="1229700"/>
                <a:gridCol w="1513500"/>
              </a:tblGrid>
              <a:tr h="379875">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Size in feet</a:t>
                      </a:r>
                      <a:r>
                        <a:rPr b="1" baseline="30000" lang="en-US" sz="1800" u="none" cap="none" strike="noStrike"/>
                        <a:t>2</a:t>
                      </a:r>
                      <a:r>
                        <a:rPr b="1" lang="en-US" sz="1800" u="none" cap="none" strike="noStrike"/>
                        <a:t> (</a:t>
                      </a:r>
                      <a:r>
                        <a:rPr b="0" lang="en-US" sz="1800" u="none" cap="none" strike="noStrike"/>
                        <a:t>x</a:t>
                      </a:r>
                      <a:r>
                        <a:rPr b="1" lang="en-US" sz="1800" u="none" cap="none" strike="noStrike"/>
                        <a:t>)</a:t>
                      </a:r>
                      <a:endParaRPr b="1" i="0" sz="1800" u="none" cap="none" strike="noStrike">
                        <a:solidFill>
                          <a:srgbClr val="000000"/>
                        </a:solidFill>
                        <a:latin typeface="Calibri"/>
                        <a:ea typeface="Calibri"/>
                        <a:cs typeface="Calibri"/>
                        <a:sym typeface="Calibri"/>
                      </a:endParaRPr>
                    </a:p>
                  </a:txBody>
                  <a:tcPr marT="7625" marB="0" marR="7625" marL="7625" anchor="ctr">
                    <a:lnR cap="flat" cmpd="sng" w="12700">
                      <a:solidFill>
                        <a:schemeClr val="dk1"/>
                      </a:solidFill>
                      <a:prstDash val="solid"/>
                      <a:round/>
                      <a:headEnd len="sm" w="sm" type="none"/>
                      <a:tailEnd len="sm" w="sm" type="none"/>
                    </a:lnR>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Price ($) in 1000's (</a:t>
                      </a:r>
                      <a:r>
                        <a:rPr b="0" lang="en-US" sz="1800" u="none" cap="none" strike="noStrike"/>
                        <a:t>y</a:t>
                      </a:r>
                      <a:r>
                        <a:rPr b="1" lang="en-US" sz="1800" u="none" cap="none" strike="noStrike"/>
                        <a:t>)</a:t>
                      </a:r>
                      <a:endParaRPr b="1" i="0" sz="1800" u="none" cap="none" strike="noStrike">
                        <a:solidFill>
                          <a:srgbClr val="000000"/>
                        </a:solidFill>
                        <a:latin typeface="Calibri"/>
                        <a:ea typeface="Calibri"/>
                        <a:cs typeface="Calibri"/>
                        <a:sym typeface="Calibri"/>
                      </a:endParaRPr>
                    </a:p>
                  </a:txBody>
                  <a:tcPr marT="7625" marB="0" marR="7625" marL="7625" anchor="ctr">
                    <a:lnL cap="flat" cmpd="sng" w="12700">
                      <a:solidFill>
                        <a:schemeClr val="dk1"/>
                      </a:solidFill>
                      <a:prstDash val="solid"/>
                      <a:round/>
                      <a:headEnd len="sm" w="sm" type="none"/>
                      <a:tailEnd len="sm" w="sm" type="none"/>
                    </a:lnL>
                    <a:lnB cap="flat" cmpd="sng" w="12700">
                      <a:solidFill>
                        <a:schemeClr val="dk1"/>
                      </a:solidFill>
                      <a:prstDash val="solid"/>
                      <a:round/>
                      <a:headEnd len="sm" w="sm" type="none"/>
                      <a:tailEnd len="sm" w="sm" type="none"/>
                    </a:lnB>
                  </a:tcPr>
                </a:tc>
              </a:tr>
              <a:tr h="24207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2104</a:t>
                      </a:r>
                      <a:endParaRPr b="0" i="0" sz="1800" u="none" cap="none" strike="noStrike">
                        <a:solidFill>
                          <a:srgbClr val="000000"/>
                        </a:solidFill>
                        <a:latin typeface="Calibri"/>
                        <a:ea typeface="Calibri"/>
                        <a:cs typeface="Calibri"/>
                        <a:sym typeface="Calibri"/>
                      </a:endParaRPr>
                    </a:p>
                  </a:txBody>
                  <a:tcPr marT="7625" marB="0" marR="7625" marL="7625" anchor="b">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460</a:t>
                      </a:r>
                      <a:endParaRPr b="0" i="0" sz="1800" u="none" cap="none" strike="noStrike">
                        <a:solidFill>
                          <a:srgbClr val="000000"/>
                        </a:solidFill>
                        <a:latin typeface="Calibri"/>
                        <a:ea typeface="Calibri"/>
                        <a:cs typeface="Calibri"/>
                        <a:sym typeface="Calibri"/>
                      </a:endParaRPr>
                    </a:p>
                  </a:txBody>
                  <a:tcPr marT="7625" marB="0" marR="7625" marL="7625" anchor="b">
                    <a:lnL cap="flat" cmpd="sng" w="12700">
                      <a:solidFill>
                        <a:schemeClr val="dk1"/>
                      </a:solidFill>
                      <a:prstDash val="solid"/>
                      <a:round/>
                      <a:headEnd len="sm" w="sm" type="none"/>
                      <a:tailEnd len="sm" w="sm" type="none"/>
                    </a:lnL>
                    <a:lnT cap="flat" cmpd="sng" w="12700">
                      <a:solidFill>
                        <a:schemeClr val="dk1"/>
                      </a:solidFill>
                      <a:prstDash val="solid"/>
                      <a:round/>
                      <a:headEnd len="sm" w="sm" type="none"/>
                      <a:tailEnd len="sm" w="sm" type="none"/>
                    </a:lnT>
                  </a:tcPr>
                </a:tc>
              </a:tr>
              <a:tr h="24207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1416</a:t>
                      </a:r>
                      <a:endParaRPr b="0" i="0" sz="1800" u="none" cap="none" strike="noStrike">
                        <a:solidFill>
                          <a:srgbClr val="000000"/>
                        </a:solidFill>
                        <a:latin typeface="Calibri"/>
                        <a:ea typeface="Calibri"/>
                        <a:cs typeface="Calibri"/>
                        <a:sym typeface="Calibri"/>
                      </a:endParaRPr>
                    </a:p>
                  </a:txBody>
                  <a:tcPr marT="7625" marB="0" marR="7625" marL="7625" anchor="b">
                    <a:lnR cap="flat" cmpd="sng" w="12700">
                      <a:solidFill>
                        <a:schemeClr val="dk1"/>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232</a:t>
                      </a:r>
                      <a:endParaRPr b="0" i="0" sz="1800" u="none" cap="none" strike="noStrike">
                        <a:solidFill>
                          <a:srgbClr val="000000"/>
                        </a:solidFill>
                        <a:latin typeface="Calibri"/>
                        <a:ea typeface="Calibri"/>
                        <a:cs typeface="Calibri"/>
                        <a:sym typeface="Calibri"/>
                      </a:endParaRPr>
                    </a:p>
                  </a:txBody>
                  <a:tcPr marT="7625" marB="0" marR="7625" marL="7625" anchor="b">
                    <a:lnL cap="flat" cmpd="sng" w="12700">
                      <a:solidFill>
                        <a:schemeClr val="dk1"/>
                      </a:solidFill>
                      <a:prstDash val="solid"/>
                      <a:round/>
                      <a:headEnd len="sm" w="sm" type="none"/>
                      <a:tailEnd len="sm" w="sm" type="none"/>
                    </a:lnL>
                  </a:tcPr>
                </a:tc>
              </a:tr>
              <a:tr h="24207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1534</a:t>
                      </a:r>
                      <a:endParaRPr b="0" i="0" sz="1800" u="none" cap="none" strike="noStrike">
                        <a:solidFill>
                          <a:srgbClr val="000000"/>
                        </a:solidFill>
                        <a:latin typeface="Calibri"/>
                        <a:ea typeface="Calibri"/>
                        <a:cs typeface="Calibri"/>
                        <a:sym typeface="Calibri"/>
                      </a:endParaRPr>
                    </a:p>
                  </a:txBody>
                  <a:tcPr marT="7625" marB="0" marR="7625" marL="7625" anchor="b">
                    <a:lnR cap="flat" cmpd="sng" w="12700">
                      <a:solidFill>
                        <a:schemeClr val="dk1"/>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315</a:t>
                      </a:r>
                      <a:endParaRPr b="0" i="0" sz="1800" u="none" cap="none" strike="noStrike">
                        <a:solidFill>
                          <a:srgbClr val="000000"/>
                        </a:solidFill>
                        <a:latin typeface="Calibri"/>
                        <a:ea typeface="Calibri"/>
                        <a:cs typeface="Calibri"/>
                        <a:sym typeface="Calibri"/>
                      </a:endParaRPr>
                    </a:p>
                  </a:txBody>
                  <a:tcPr marT="7625" marB="0" marR="7625" marL="7625" anchor="b">
                    <a:lnL cap="flat" cmpd="sng" w="12700">
                      <a:solidFill>
                        <a:schemeClr val="dk1"/>
                      </a:solidFill>
                      <a:prstDash val="solid"/>
                      <a:round/>
                      <a:headEnd len="sm" w="sm" type="none"/>
                      <a:tailEnd len="sm" w="sm" type="none"/>
                    </a:lnL>
                  </a:tcPr>
                </a:tc>
              </a:tr>
              <a:tr h="24207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852</a:t>
                      </a:r>
                      <a:endParaRPr b="0" i="0" sz="1800" u="none" cap="none" strike="noStrike">
                        <a:solidFill>
                          <a:srgbClr val="000000"/>
                        </a:solidFill>
                        <a:latin typeface="Calibri"/>
                        <a:ea typeface="Calibri"/>
                        <a:cs typeface="Calibri"/>
                        <a:sym typeface="Calibri"/>
                      </a:endParaRPr>
                    </a:p>
                  </a:txBody>
                  <a:tcPr marT="7625" marB="0" marR="7625" marL="7625" anchor="b">
                    <a:lnR cap="flat" cmpd="sng" w="12700">
                      <a:solidFill>
                        <a:schemeClr val="dk1"/>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178</a:t>
                      </a:r>
                      <a:endParaRPr b="0" i="0" sz="1800" u="none" cap="none" strike="noStrike">
                        <a:solidFill>
                          <a:srgbClr val="000000"/>
                        </a:solidFill>
                        <a:latin typeface="Calibri"/>
                        <a:ea typeface="Calibri"/>
                        <a:cs typeface="Calibri"/>
                        <a:sym typeface="Calibri"/>
                      </a:endParaRPr>
                    </a:p>
                  </a:txBody>
                  <a:tcPr marT="7625" marB="0" marR="7625" marL="7625" anchor="b">
                    <a:lnL cap="flat" cmpd="sng" w="12700">
                      <a:solidFill>
                        <a:schemeClr val="dk1"/>
                      </a:solidFill>
                      <a:prstDash val="solid"/>
                      <a:round/>
                      <a:headEnd len="sm" w="sm" type="none"/>
                      <a:tailEnd len="sm" w="sm" type="none"/>
                    </a:lnL>
                  </a:tcPr>
                </a:tc>
              </a:tr>
              <a:tr h="24207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a:t>
                      </a:r>
                      <a:endParaRPr b="0" i="0" sz="1800" u="none" cap="none" strike="noStrike">
                        <a:solidFill>
                          <a:srgbClr val="000000"/>
                        </a:solidFill>
                        <a:latin typeface="Calibri"/>
                        <a:ea typeface="Calibri"/>
                        <a:cs typeface="Calibri"/>
                        <a:sym typeface="Calibri"/>
                      </a:endParaRPr>
                    </a:p>
                  </a:txBody>
                  <a:tcPr marT="7625" marB="0" marR="7625" marL="7625" anchor="b">
                    <a:lnR cap="flat" cmpd="sng" w="12700">
                      <a:solidFill>
                        <a:schemeClr val="dk1"/>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a:t>
                      </a:r>
                      <a:endParaRPr b="0" i="0" sz="1800" u="none" cap="none" strike="noStrike">
                        <a:solidFill>
                          <a:srgbClr val="000000"/>
                        </a:solidFill>
                        <a:latin typeface="Calibri"/>
                        <a:ea typeface="Calibri"/>
                        <a:cs typeface="Calibri"/>
                        <a:sym typeface="Calibri"/>
                      </a:endParaRPr>
                    </a:p>
                  </a:txBody>
                  <a:tcPr marT="7625" marB="0" marR="7625" marL="7625" anchor="b">
                    <a:lnL cap="flat" cmpd="sng" w="12700">
                      <a:solidFill>
                        <a:schemeClr val="dk1"/>
                      </a:solidFill>
                      <a:prstDash val="solid"/>
                      <a:round/>
                      <a:headEnd len="sm" w="sm" type="none"/>
                      <a:tailEnd len="sm" w="sm" type="none"/>
                    </a:lnL>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7" name="Shape 3627"/>
        <p:cNvGrpSpPr/>
        <p:nvPr/>
      </p:nvGrpSpPr>
      <p:grpSpPr>
        <a:xfrm>
          <a:off x="0" y="0"/>
          <a:ext cx="0" cy="0"/>
          <a:chOff x="0" y="0"/>
          <a:chExt cx="0" cy="0"/>
        </a:xfrm>
      </p:grpSpPr>
      <p:pic>
        <p:nvPicPr>
          <p:cNvPr id="3628" name="Google Shape;3628;p37"/>
          <p:cNvPicPr preferRelativeResize="0"/>
          <p:nvPr/>
        </p:nvPicPr>
        <p:blipFill rotWithShape="1">
          <a:blip r:embed="rId3">
            <a:alphaModFix/>
          </a:blip>
          <a:srcRect b="0" l="0" r="0" t="0"/>
          <a:stretch/>
        </p:blipFill>
        <p:spPr>
          <a:xfrm>
            <a:off x="0" y="1447800"/>
            <a:ext cx="9144000" cy="3962399"/>
          </a:xfrm>
          <a:prstGeom prst="rect">
            <a:avLst/>
          </a:prstGeom>
          <a:noFill/>
          <a:ln>
            <a:noFill/>
          </a:ln>
        </p:spPr>
      </p:pic>
      <p:sp>
        <p:nvSpPr>
          <p:cNvPr id="3629" name="Google Shape;3629;p37"/>
          <p:cNvSpPr txBox="1"/>
          <p:nvPr/>
        </p:nvSpPr>
        <p:spPr>
          <a:xfrm>
            <a:off x="762000" y="5791200"/>
            <a:ext cx="302781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ahoma"/>
                <a:ea typeface="Tahoma"/>
                <a:cs typeface="Tahoma"/>
                <a:sym typeface="Tahoma"/>
              </a:rPr>
              <a:t>Source Credit : Slide by Andrew Ng </a:t>
            </a:r>
            <a:endParaRPr b="0" i="0" sz="1400" u="none" cap="none" strike="noStrike">
              <a:solidFill>
                <a:srgbClr val="000000"/>
              </a:solidFill>
              <a:latin typeface="Tahoma"/>
              <a:ea typeface="Tahoma"/>
              <a:cs typeface="Tahoma"/>
              <a:sym typeface="Tahoma"/>
            </a:endParaRPr>
          </a:p>
        </p:txBody>
      </p:sp>
      <p:sp>
        <p:nvSpPr>
          <p:cNvPr id="3630" name="Google Shape;3630;p37"/>
          <p:cNvSpPr txBox="1"/>
          <p:nvPr/>
        </p:nvSpPr>
        <p:spPr>
          <a:xfrm>
            <a:off x="762000" y="685800"/>
            <a:ext cx="6172200" cy="380647"/>
          </a:xfrm>
          <a:prstGeom prst="rect">
            <a:avLst/>
          </a:prstGeom>
          <a:noFill/>
          <a:ln>
            <a:noFill/>
          </a:ln>
        </p:spPr>
        <p:txBody>
          <a:bodyPr anchorCtr="0" anchor="ctr" bIns="0" lIns="0" spcFirstLastPara="1" rIns="0" wrap="square" tIns="11200">
            <a:spAutoFit/>
          </a:bodyPr>
          <a:lstStyle/>
          <a:p>
            <a:pPr indent="0" lvl="0" marL="11206"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Gradient Descent</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4" name="Shape 3634"/>
        <p:cNvGrpSpPr/>
        <p:nvPr/>
      </p:nvGrpSpPr>
      <p:grpSpPr>
        <a:xfrm>
          <a:off x="0" y="0"/>
          <a:ext cx="0" cy="0"/>
          <a:chOff x="0" y="0"/>
          <a:chExt cx="0" cy="0"/>
        </a:xfrm>
      </p:grpSpPr>
      <p:pic>
        <p:nvPicPr>
          <p:cNvPr id="3635" name="Google Shape;3635;p38"/>
          <p:cNvPicPr preferRelativeResize="0"/>
          <p:nvPr/>
        </p:nvPicPr>
        <p:blipFill rotWithShape="1">
          <a:blip r:embed="rId3">
            <a:alphaModFix/>
          </a:blip>
          <a:srcRect b="0" l="0" r="0" t="0"/>
          <a:stretch/>
        </p:blipFill>
        <p:spPr>
          <a:xfrm>
            <a:off x="0" y="1408176"/>
            <a:ext cx="9144000" cy="4041647"/>
          </a:xfrm>
          <a:prstGeom prst="rect">
            <a:avLst/>
          </a:prstGeom>
          <a:noFill/>
          <a:ln>
            <a:noFill/>
          </a:ln>
        </p:spPr>
      </p:pic>
      <p:sp>
        <p:nvSpPr>
          <p:cNvPr id="3636" name="Google Shape;3636;p38"/>
          <p:cNvSpPr txBox="1"/>
          <p:nvPr/>
        </p:nvSpPr>
        <p:spPr>
          <a:xfrm>
            <a:off x="762000" y="5791200"/>
            <a:ext cx="302781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ahoma"/>
                <a:ea typeface="Tahoma"/>
                <a:cs typeface="Tahoma"/>
                <a:sym typeface="Tahoma"/>
              </a:rPr>
              <a:t>Source Credit : Slide by Andrew Ng </a:t>
            </a:r>
            <a:endParaRPr b="0" i="0" sz="1400" u="none" cap="none" strike="noStrike">
              <a:solidFill>
                <a:srgbClr val="000000"/>
              </a:solidFill>
              <a:latin typeface="Tahoma"/>
              <a:ea typeface="Tahoma"/>
              <a:cs typeface="Tahoma"/>
              <a:sym typeface="Tahoma"/>
            </a:endParaRPr>
          </a:p>
        </p:txBody>
      </p:sp>
      <p:sp>
        <p:nvSpPr>
          <p:cNvPr id="3637" name="Google Shape;3637;p38"/>
          <p:cNvSpPr txBox="1"/>
          <p:nvPr/>
        </p:nvSpPr>
        <p:spPr>
          <a:xfrm>
            <a:off x="762000" y="685800"/>
            <a:ext cx="6172200" cy="380647"/>
          </a:xfrm>
          <a:prstGeom prst="rect">
            <a:avLst/>
          </a:prstGeom>
          <a:noFill/>
          <a:ln>
            <a:noFill/>
          </a:ln>
        </p:spPr>
        <p:txBody>
          <a:bodyPr anchorCtr="0" anchor="ctr" bIns="0" lIns="0" spcFirstLastPara="1" rIns="0" wrap="square" tIns="11200">
            <a:spAutoFit/>
          </a:bodyPr>
          <a:lstStyle/>
          <a:p>
            <a:pPr indent="0" lvl="0" marL="11206"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Gradient Descent</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1" name="Shape 3641"/>
        <p:cNvGrpSpPr/>
        <p:nvPr/>
      </p:nvGrpSpPr>
      <p:grpSpPr>
        <a:xfrm>
          <a:off x="0" y="0"/>
          <a:ext cx="0" cy="0"/>
          <a:chOff x="0" y="0"/>
          <a:chExt cx="0" cy="0"/>
        </a:xfrm>
      </p:grpSpPr>
      <p:pic>
        <p:nvPicPr>
          <p:cNvPr id="3642" name="Google Shape;3642;p39"/>
          <p:cNvPicPr preferRelativeResize="0"/>
          <p:nvPr/>
        </p:nvPicPr>
        <p:blipFill rotWithShape="1">
          <a:blip r:embed="rId3">
            <a:alphaModFix/>
          </a:blip>
          <a:srcRect b="0" l="0" r="0" t="0"/>
          <a:stretch/>
        </p:blipFill>
        <p:spPr>
          <a:xfrm>
            <a:off x="0" y="1408176"/>
            <a:ext cx="9144000" cy="4041647"/>
          </a:xfrm>
          <a:prstGeom prst="rect">
            <a:avLst/>
          </a:prstGeom>
          <a:noFill/>
          <a:ln>
            <a:noFill/>
          </a:ln>
        </p:spPr>
      </p:pic>
      <p:sp>
        <p:nvSpPr>
          <p:cNvPr id="3643" name="Google Shape;3643;p39"/>
          <p:cNvSpPr txBox="1"/>
          <p:nvPr/>
        </p:nvSpPr>
        <p:spPr>
          <a:xfrm>
            <a:off x="762000" y="5791200"/>
            <a:ext cx="302781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ahoma"/>
                <a:ea typeface="Tahoma"/>
                <a:cs typeface="Tahoma"/>
                <a:sym typeface="Tahoma"/>
              </a:rPr>
              <a:t>Source Credit : Slide by Andrew Ng </a:t>
            </a:r>
            <a:endParaRPr b="0" i="0" sz="1400" u="none" cap="none" strike="noStrike">
              <a:solidFill>
                <a:srgbClr val="000000"/>
              </a:solidFill>
              <a:latin typeface="Tahoma"/>
              <a:ea typeface="Tahoma"/>
              <a:cs typeface="Tahoma"/>
              <a:sym typeface="Tahoma"/>
            </a:endParaRPr>
          </a:p>
        </p:txBody>
      </p:sp>
      <p:sp>
        <p:nvSpPr>
          <p:cNvPr id="3644" name="Google Shape;3644;p39"/>
          <p:cNvSpPr txBox="1"/>
          <p:nvPr/>
        </p:nvSpPr>
        <p:spPr>
          <a:xfrm>
            <a:off x="762000" y="685800"/>
            <a:ext cx="6172200" cy="380647"/>
          </a:xfrm>
          <a:prstGeom prst="rect">
            <a:avLst/>
          </a:prstGeom>
          <a:noFill/>
          <a:ln>
            <a:noFill/>
          </a:ln>
        </p:spPr>
        <p:txBody>
          <a:bodyPr anchorCtr="0" anchor="ctr" bIns="0" lIns="0" spcFirstLastPara="1" rIns="0" wrap="square" tIns="11200">
            <a:spAutoFit/>
          </a:bodyPr>
          <a:lstStyle/>
          <a:p>
            <a:pPr indent="0" lvl="0" marL="11206"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Gradient Descent</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8" name="Shape 3648"/>
        <p:cNvGrpSpPr/>
        <p:nvPr/>
      </p:nvGrpSpPr>
      <p:grpSpPr>
        <a:xfrm>
          <a:off x="0" y="0"/>
          <a:ext cx="0" cy="0"/>
          <a:chOff x="0" y="0"/>
          <a:chExt cx="0" cy="0"/>
        </a:xfrm>
      </p:grpSpPr>
      <p:pic>
        <p:nvPicPr>
          <p:cNvPr id="3649" name="Google Shape;3649;p40"/>
          <p:cNvPicPr preferRelativeResize="0"/>
          <p:nvPr/>
        </p:nvPicPr>
        <p:blipFill rotWithShape="1">
          <a:blip r:embed="rId3">
            <a:alphaModFix/>
          </a:blip>
          <a:srcRect b="0" l="0" r="0" t="0"/>
          <a:stretch/>
        </p:blipFill>
        <p:spPr>
          <a:xfrm>
            <a:off x="0" y="1408176"/>
            <a:ext cx="9144000" cy="4041647"/>
          </a:xfrm>
          <a:prstGeom prst="rect">
            <a:avLst/>
          </a:prstGeom>
          <a:noFill/>
          <a:ln>
            <a:noFill/>
          </a:ln>
        </p:spPr>
      </p:pic>
      <p:sp>
        <p:nvSpPr>
          <p:cNvPr id="3650" name="Google Shape;3650;p40"/>
          <p:cNvSpPr txBox="1"/>
          <p:nvPr/>
        </p:nvSpPr>
        <p:spPr>
          <a:xfrm>
            <a:off x="762000" y="5791200"/>
            <a:ext cx="302781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ahoma"/>
                <a:ea typeface="Tahoma"/>
                <a:cs typeface="Tahoma"/>
                <a:sym typeface="Tahoma"/>
              </a:rPr>
              <a:t>Source Credit : Slide by Andrew Ng </a:t>
            </a:r>
            <a:endParaRPr b="0" i="0" sz="1400" u="none" cap="none" strike="noStrike">
              <a:solidFill>
                <a:srgbClr val="000000"/>
              </a:solidFill>
              <a:latin typeface="Tahoma"/>
              <a:ea typeface="Tahoma"/>
              <a:cs typeface="Tahoma"/>
              <a:sym typeface="Tahoma"/>
            </a:endParaRPr>
          </a:p>
        </p:txBody>
      </p:sp>
      <p:sp>
        <p:nvSpPr>
          <p:cNvPr id="3651" name="Google Shape;3651;p40"/>
          <p:cNvSpPr txBox="1"/>
          <p:nvPr/>
        </p:nvSpPr>
        <p:spPr>
          <a:xfrm>
            <a:off x="762000" y="685800"/>
            <a:ext cx="6172200" cy="380647"/>
          </a:xfrm>
          <a:prstGeom prst="rect">
            <a:avLst/>
          </a:prstGeom>
          <a:noFill/>
          <a:ln>
            <a:noFill/>
          </a:ln>
        </p:spPr>
        <p:txBody>
          <a:bodyPr anchorCtr="0" anchor="ctr" bIns="0" lIns="0" spcFirstLastPara="1" rIns="0" wrap="square" tIns="11200">
            <a:spAutoFit/>
          </a:bodyPr>
          <a:lstStyle/>
          <a:p>
            <a:pPr indent="0" lvl="0" marL="11206"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Gradient Descent</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5" name="Shape 3655"/>
        <p:cNvGrpSpPr/>
        <p:nvPr/>
      </p:nvGrpSpPr>
      <p:grpSpPr>
        <a:xfrm>
          <a:off x="0" y="0"/>
          <a:ext cx="0" cy="0"/>
          <a:chOff x="0" y="0"/>
          <a:chExt cx="0" cy="0"/>
        </a:xfrm>
      </p:grpSpPr>
      <p:pic>
        <p:nvPicPr>
          <p:cNvPr id="3656" name="Google Shape;3656;p41"/>
          <p:cNvPicPr preferRelativeResize="0"/>
          <p:nvPr/>
        </p:nvPicPr>
        <p:blipFill rotWithShape="1">
          <a:blip r:embed="rId3">
            <a:alphaModFix/>
          </a:blip>
          <a:srcRect b="0" l="0" r="0" t="0"/>
          <a:stretch/>
        </p:blipFill>
        <p:spPr>
          <a:xfrm>
            <a:off x="0" y="1408176"/>
            <a:ext cx="9144000" cy="4041647"/>
          </a:xfrm>
          <a:prstGeom prst="rect">
            <a:avLst/>
          </a:prstGeom>
          <a:noFill/>
          <a:ln>
            <a:noFill/>
          </a:ln>
        </p:spPr>
      </p:pic>
      <p:sp>
        <p:nvSpPr>
          <p:cNvPr id="3657" name="Google Shape;3657;p41"/>
          <p:cNvSpPr txBox="1"/>
          <p:nvPr/>
        </p:nvSpPr>
        <p:spPr>
          <a:xfrm>
            <a:off x="762000" y="5791200"/>
            <a:ext cx="302781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ahoma"/>
                <a:ea typeface="Tahoma"/>
                <a:cs typeface="Tahoma"/>
                <a:sym typeface="Tahoma"/>
              </a:rPr>
              <a:t>Source Credit : Slide by Andrew Ng </a:t>
            </a:r>
            <a:endParaRPr b="0" i="0" sz="1400" u="none" cap="none" strike="noStrike">
              <a:solidFill>
                <a:srgbClr val="000000"/>
              </a:solidFill>
              <a:latin typeface="Tahoma"/>
              <a:ea typeface="Tahoma"/>
              <a:cs typeface="Tahoma"/>
              <a:sym typeface="Tahoma"/>
            </a:endParaRPr>
          </a:p>
        </p:txBody>
      </p:sp>
      <p:sp>
        <p:nvSpPr>
          <p:cNvPr id="3658" name="Google Shape;3658;p41"/>
          <p:cNvSpPr txBox="1"/>
          <p:nvPr/>
        </p:nvSpPr>
        <p:spPr>
          <a:xfrm>
            <a:off x="762000" y="685800"/>
            <a:ext cx="6172200" cy="380647"/>
          </a:xfrm>
          <a:prstGeom prst="rect">
            <a:avLst/>
          </a:prstGeom>
          <a:noFill/>
          <a:ln>
            <a:noFill/>
          </a:ln>
        </p:spPr>
        <p:txBody>
          <a:bodyPr anchorCtr="0" anchor="ctr" bIns="0" lIns="0" spcFirstLastPara="1" rIns="0" wrap="square" tIns="11200">
            <a:spAutoFit/>
          </a:bodyPr>
          <a:lstStyle/>
          <a:p>
            <a:pPr indent="0" lvl="0" marL="11206"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Gradient Descent</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2" name="Shape 3662"/>
        <p:cNvGrpSpPr/>
        <p:nvPr/>
      </p:nvGrpSpPr>
      <p:grpSpPr>
        <a:xfrm>
          <a:off x="0" y="0"/>
          <a:ext cx="0" cy="0"/>
          <a:chOff x="0" y="0"/>
          <a:chExt cx="0" cy="0"/>
        </a:xfrm>
      </p:grpSpPr>
      <p:pic>
        <p:nvPicPr>
          <p:cNvPr id="3663" name="Google Shape;3663;p42"/>
          <p:cNvPicPr preferRelativeResize="0"/>
          <p:nvPr/>
        </p:nvPicPr>
        <p:blipFill rotWithShape="1">
          <a:blip r:embed="rId3">
            <a:alphaModFix/>
          </a:blip>
          <a:srcRect b="0" l="0" r="0" t="0"/>
          <a:stretch/>
        </p:blipFill>
        <p:spPr>
          <a:xfrm>
            <a:off x="0" y="1408176"/>
            <a:ext cx="9144000" cy="4041647"/>
          </a:xfrm>
          <a:prstGeom prst="rect">
            <a:avLst/>
          </a:prstGeom>
          <a:noFill/>
          <a:ln>
            <a:noFill/>
          </a:ln>
        </p:spPr>
      </p:pic>
      <p:sp>
        <p:nvSpPr>
          <p:cNvPr id="3664" name="Google Shape;3664;p42"/>
          <p:cNvSpPr txBox="1"/>
          <p:nvPr/>
        </p:nvSpPr>
        <p:spPr>
          <a:xfrm>
            <a:off x="762000" y="5791200"/>
            <a:ext cx="302781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ahoma"/>
                <a:ea typeface="Tahoma"/>
                <a:cs typeface="Tahoma"/>
                <a:sym typeface="Tahoma"/>
              </a:rPr>
              <a:t>Source Credit : Slide by Andrew Ng </a:t>
            </a:r>
            <a:endParaRPr b="0" i="0" sz="1400" u="none" cap="none" strike="noStrike">
              <a:solidFill>
                <a:srgbClr val="000000"/>
              </a:solidFill>
              <a:latin typeface="Tahoma"/>
              <a:ea typeface="Tahoma"/>
              <a:cs typeface="Tahoma"/>
              <a:sym typeface="Tahoma"/>
            </a:endParaRPr>
          </a:p>
        </p:txBody>
      </p:sp>
      <p:sp>
        <p:nvSpPr>
          <p:cNvPr id="3665" name="Google Shape;3665;p42"/>
          <p:cNvSpPr txBox="1"/>
          <p:nvPr/>
        </p:nvSpPr>
        <p:spPr>
          <a:xfrm>
            <a:off x="762000" y="685800"/>
            <a:ext cx="6172200" cy="380647"/>
          </a:xfrm>
          <a:prstGeom prst="rect">
            <a:avLst/>
          </a:prstGeom>
          <a:noFill/>
          <a:ln>
            <a:noFill/>
          </a:ln>
        </p:spPr>
        <p:txBody>
          <a:bodyPr anchorCtr="0" anchor="ctr" bIns="0" lIns="0" spcFirstLastPara="1" rIns="0" wrap="square" tIns="11200">
            <a:spAutoFit/>
          </a:bodyPr>
          <a:lstStyle/>
          <a:p>
            <a:pPr indent="0" lvl="0" marL="11206"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Gradient Descent</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9" name="Shape 3669"/>
        <p:cNvGrpSpPr/>
        <p:nvPr/>
      </p:nvGrpSpPr>
      <p:grpSpPr>
        <a:xfrm>
          <a:off x="0" y="0"/>
          <a:ext cx="0" cy="0"/>
          <a:chOff x="0" y="0"/>
          <a:chExt cx="0" cy="0"/>
        </a:xfrm>
      </p:grpSpPr>
      <p:pic>
        <p:nvPicPr>
          <p:cNvPr id="3670" name="Google Shape;3670;p43"/>
          <p:cNvPicPr preferRelativeResize="0"/>
          <p:nvPr/>
        </p:nvPicPr>
        <p:blipFill rotWithShape="1">
          <a:blip r:embed="rId3">
            <a:alphaModFix/>
          </a:blip>
          <a:srcRect b="0" l="0" r="0" t="0"/>
          <a:stretch/>
        </p:blipFill>
        <p:spPr>
          <a:xfrm>
            <a:off x="0" y="1408176"/>
            <a:ext cx="9144000" cy="4041647"/>
          </a:xfrm>
          <a:prstGeom prst="rect">
            <a:avLst/>
          </a:prstGeom>
          <a:noFill/>
          <a:ln>
            <a:noFill/>
          </a:ln>
        </p:spPr>
      </p:pic>
      <p:sp>
        <p:nvSpPr>
          <p:cNvPr id="3671" name="Google Shape;3671;p43"/>
          <p:cNvSpPr txBox="1"/>
          <p:nvPr/>
        </p:nvSpPr>
        <p:spPr>
          <a:xfrm>
            <a:off x="762000" y="5791200"/>
            <a:ext cx="302781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ahoma"/>
                <a:ea typeface="Tahoma"/>
                <a:cs typeface="Tahoma"/>
                <a:sym typeface="Tahoma"/>
              </a:rPr>
              <a:t>Source Credit : Slide by Andrew Ng </a:t>
            </a:r>
            <a:endParaRPr b="0" i="0" sz="1400" u="none" cap="none" strike="noStrike">
              <a:solidFill>
                <a:srgbClr val="000000"/>
              </a:solidFill>
              <a:latin typeface="Tahoma"/>
              <a:ea typeface="Tahoma"/>
              <a:cs typeface="Tahoma"/>
              <a:sym typeface="Tahoma"/>
            </a:endParaRPr>
          </a:p>
        </p:txBody>
      </p:sp>
      <p:sp>
        <p:nvSpPr>
          <p:cNvPr id="3672" name="Google Shape;3672;p43"/>
          <p:cNvSpPr txBox="1"/>
          <p:nvPr/>
        </p:nvSpPr>
        <p:spPr>
          <a:xfrm>
            <a:off x="762000" y="685800"/>
            <a:ext cx="6172200" cy="380647"/>
          </a:xfrm>
          <a:prstGeom prst="rect">
            <a:avLst/>
          </a:prstGeom>
          <a:noFill/>
          <a:ln>
            <a:noFill/>
          </a:ln>
        </p:spPr>
        <p:txBody>
          <a:bodyPr anchorCtr="0" anchor="ctr" bIns="0" lIns="0" spcFirstLastPara="1" rIns="0" wrap="square" tIns="11200">
            <a:spAutoFit/>
          </a:bodyPr>
          <a:lstStyle/>
          <a:p>
            <a:pPr indent="0" lvl="0" marL="11206"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Gradient Descent</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6" name="Shape 3676"/>
        <p:cNvGrpSpPr/>
        <p:nvPr/>
      </p:nvGrpSpPr>
      <p:grpSpPr>
        <a:xfrm>
          <a:off x="0" y="0"/>
          <a:ext cx="0" cy="0"/>
          <a:chOff x="0" y="0"/>
          <a:chExt cx="0" cy="0"/>
        </a:xfrm>
      </p:grpSpPr>
      <p:pic>
        <p:nvPicPr>
          <p:cNvPr id="3677" name="Google Shape;3677;p44"/>
          <p:cNvPicPr preferRelativeResize="0"/>
          <p:nvPr/>
        </p:nvPicPr>
        <p:blipFill rotWithShape="1">
          <a:blip r:embed="rId3">
            <a:alphaModFix/>
          </a:blip>
          <a:srcRect b="0" l="0" r="0" t="0"/>
          <a:stretch/>
        </p:blipFill>
        <p:spPr>
          <a:xfrm>
            <a:off x="0" y="1408176"/>
            <a:ext cx="9144000" cy="4041647"/>
          </a:xfrm>
          <a:prstGeom prst="rect">
            <a:avLst/>
          </a:prstGeom>
          <a:noFill/>
          <a:ln>
            <a:noFill/>
          </a:ln>
        </p:spPr>
      </p:pic>
      <p:sp>
        <p:nvSpPr>
          <p:cNvPr id="3678" name="Google Shape;3678;p44"/>
          <p:cNvSpPr txBox="1"/>
          <p:nvPr/>
        </p:nvSpPr>
        <p:spPr>
          <a:xfrm>
            <a:off x="762000" y="5791200"/>
            <a:ext cx="302781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ahoma"/>
                <a:ea typeface="Tahoma"/>
                <a:cs typeface="Tahoma"/>
                <a:sym typeface="Tahoma"/>
              </a:rPr>
              <a:t>Source Credit : Slide by Andrew Ng </a:t>
            </a:r>
            <a:endParaRPr b="0" i="0" sz="1400" u="none" cap="none" strike="noStrike">
              <a:solidFill>
                <a:srgbClr val="000000"/>
              </a:solidFill>
              <a:latin typeface="Tahoma"/>
              <a:ea typeface="Tahoma"/>
              <a:cs typeface="Tahoma"/>
              <a:sym typeface="Tahoma"/>
            </a:endParaRPr>
          </a:p>
        </p:txBody>
      </p:sp>
      <p:sp>
        <p:nvSpPr>
          <p:cNvPr id="3679" name="Google Shape;3679;p44"/>
          <p:cNvSpPr txBox="1"/>
          <p:nvPr/>
        </p:nvSpPr>
        <p:spPr>
          <a:xfrm>
            <a:off x="762000" y="685800"/>
            <a:ext cx="6172200" cy="380647"/>
          </a:xfrm>
          <a:prstGeom prst="rect">
            <a:avLst/>
          </a:prstGeom>
          <a:noFill/>
          <a:ln>
            <a:noFill/>
          </a:ln>
        </p:spPr>
        <p:txBody>
          <a:bodyPr anchorCtr="0" anchor="ctr" bIns="0" lIns="0" spcFirstLastPara="1" rIns="0" wrap="square" tIns="11200">
            <a:spAutoFit/>
          </a:bodyPr>
          <a:lstStyle/>
          <a:p>
            <a:pPr indent="0" lvl="0" marL="11206"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Gradient Descent</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3" name="Shape 3683"/>
        <p:cNvGrpSpPr/>
        <p:nvPr/>
      </p:nvGrpSpPr>
      <p:grpSpPr>
        <a:xfrm>
          <a:off x="0" y="0"/>
          <a:ext cx="0" cy="0"/>
          <a:chOff x="0" y="0"/>
          <a:chExt cx="0" cy="0"/>
        </a:xfrm>
      </p:grpSpPr>
      <p:pic>
        <p:nvPicPr>
          <p:cNvPr id="3684" name="Google Shape;3684;p45"/>
          <p:cNvPicPr preferRelativeResize="0"/>
          <p:nvPr/>
        </p:nvPicPr>
        <p:blipFill rotWithShape="1">
          <a:blip r:embed="rId3">
            <a:alphaModFix/>
          </a:blip>
          <a:srcRect b="0" l="0" r="0" t="0"/>
          <a:stretch/>
        </p:blipFill>
        <p:spPr>
          <a:xfrm>
            <a:off x="762000" y="1562884"/>
            <a:ext cx="7620000" cy="4761715"/>
          </a:xfrm>
          <a:prstGeom prst="rect">
            <a:avLst/>
          </a:prstGeom>
          <a:noFill/>
          <a:ln>
            <a:noFill/>
          </a:ln>
        </p:spPr>
      </p:pic>
      <p:sp>
        <p:nvSpPr>
          <p:cNvPr id="3685" name="Google Shape;3685;p45"/>
          <p:cNvSpPr txBox="1"/>
          <p:nvPr/>
        </p:nvSpPr>
        <p:spPr>
          <a:xfrm>
            <a:off x="762000" y="685800"/>
            <a:ext cx="6172200" cy="380647"/>
          </a:xfrm>
          <a:prstGeom prst="rect">
            <a:avLst/>
          </a:prstGeom>
          <a:noFill/>
          <a:ln>
            <a:noFill/>
          </a:ln>
        </p:spPr>
        <p:txBody>
          <a:bodyPr anchorCtr="0" anchor="ctr" bIns="0" lIns="0" spcFirstLastPara="1" rIns="0" wrap="square" tIns="11200">
            <a:spAutoFit/>
          </a:bodyPr>
          <a:lstStyle/>
          <a:p>
            <a:pPr indent="0" lvl="0" marL="11206"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Gradient Descent</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9" name="Shape 3689"/>
        <p:cNvGrpSpPr/>
        <p:nvPr/>
      </p:nvGrpSpPr>
      <p:grpSpPr>
        <a:xfrm>
          <a:off x="0" y="0"/>
          <a:ext cx="0" cy="0"/>
          <a:chOff x="0" y="0"/>
          <a:chExt cx="0" cy="0"/>
        </a:xfrm>
      </p:grpSpPr>
      <p:pic>
        <p:nvPicPr>
          <p:cNvPr id="3690" name="Google Shape;3690;p46"/>
          <p:cNvPicPr preferRelativeResize="0"/>
          <p:nvPr/>
        </p:nvPicPr>
        <p:blipFill rotWithShape="1">
          <a:blip r:embed="rId3">
            <a:alphaModFix/>
          </a:blip>
          <a:srcRect b="0" l="0" r="0" t="0"/>
          <a:stretch/>
        </p:blipFill>
        <p:spPr>
          <a:xfrm>
            <a:off x="761999" y="1551150"/>
            <a:ext cx="7632643" cy="4773450"/>
          </a:xfrm>
          <a:prstGeom prst="rect">
            <a:avLst/>
          </a:prstGeom>
          <a:noFill/>
          <a:ln>
            <a:noFill/>
          </a:ln>
        </p:spPr>
      </p:pic>
      <p:sp>
        <p:nvSpPr>
          <p:cNvPr id="3691" name="Google Shape;3691;p46"/>
          <p:cNvSpPr txBox="1"/>
          <p:nvPr/>
        </p:nvSpPr>
        <p:spPr>
          <a:xfrm>
            <a:off x="762000" y="685800"/>
            <a:ext cx="6172200" cy="380647"/>
          </a:xfrm>
          <a:prstGeom prst="rect">
            <a:avLst/>
          </a:prstGeom>
          <a:noFill/>
          <a:ln>
            <a:noFill/>
          </a:ln>
        </p:spPr>
        <p:txBody>
          <a:bodyPr anchorCtr="0" anchor="ctr" bIns="0" lIns="0" spcFirstLastPara="1" rIns="0" wrap="square" tIns="11200">
            <a:spAutoFit/>
          </a:bodyPr>
          <a:lstStyle/>
          <a:p>
            <a:pPr indent="0" lvl="0" marL="11206"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Gradient Descent</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5" name="Shape 3695"/>
        <p:cNvGrpSpPr/>
        <p:nvPr/>
      </p:nvGrpSpPr>
      <p:grpSpPr>
        <a:xfrm>
          <a:off x="0" y="0"/>
          <a:ext cx="0" cy="0"/>
          <a:chOff x="0" y="0"/>
          <a:chExt cx="0" cy="0"/>
        </a:xfrm>
      </p:grpSpPr>
      <p:pic>
        <p:nvPicPr>
          <p:cNvPr id="3696" name="Google Shape;3696;p47"/>
          <p:cNvPicPr preferRelativeResize="0"/>
          <p:nvPr/>
        </p:nvPicPr>
        <p:blipFill rotWithShape="1">
          <a:blip r:embed="rId3">
            <a:alphaModFix/>
          </a:blip>
          <a:srcRect b="0" l="0" r="0" t="0"/>
          <a:stretch/>
        </p:blipFill>
        <p:spPr>
          <a:xfrm>
            <a:off x="762000" y="1600200"/>
            <a:ext cx="7391400" cy="4622089"/>
          </a:xfrm>
          <a:prstGeom prst="rect">
            <a:avLst/>
          </a:prstGeom>
          <a:noFill/>
          <a:ln>
            <a:noFill/>
          </a:ln>
        </p:spPr>
      </p:pic>
      <p:sp>
        <p:nvSpPr>
          <p:cNvPr id="3697" name="Google Shape;3697;p47"/>
          <p:cNvSpPr txBox="1"/>
          <p:nvPr/>
        </p:nvSpPr>
        <p:spPr>
          <a:xfrm>
            <a:off x="762000" y="685800"/>
            <a:ext cx="6172200" cy="380647"/>
          </a:xfrm>
          <a:prstGeom prst="rect">
            <a:avLst/>
          </a:prstGeom>
          <a:noFill/>
          <a:ln>
            <a:noFill/>
          </a:ln>
        </p:spPr>
        <p:txBody>
          <a:bodyPr anchorCtr="0" anchor="ctr" bIns="0" lIns="0" spcFirstLastPara="1" rIns="0" wrap="square" tIns="11200">
            <a:spAutoFit/>
          </a:bodyPr>
          <a:lstStyle/>
          <a:p>
            <a:pPr indent="0" lvl="0" marL="11206"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Gradient Descent for Linear Regression</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1" name="Shape 3701"/>
        <p:cNvGrpSpPr/>
        <p:nvPr/>
      </p:nvGrpSpPr>
      <p:grpSpPr>
        <a:xfrm>
          <a:off x="0" y="0"/>
          <a:ext cx="0" cy="0"/>
          <a:chOff x="0" y="0"/>
          <a:chExt cx="0" cy="0"/>
        </a:xfrm>
      </p:grpSpPr>
      <p:sp>
        <p:nvSpPr>
          <p:cNvPr id="3702" name="Google Shape;3702;p48"/>
          <p:cNvSpPr txBox="1"/>
          <p:nvPr/>
        </p:nvSpPr>
        <p:spPr>
          <a:xfrm>
            <a:off x="762000" y="685800"/>
            <a:ext cx="6172200" cy="380647"/>
          </a:xfrm>
          <a:prstGeom prst="rect">
            <a:avLst/>
          </a:prstGeom>
          <a:noFill/>
          <a:ln>
            <a:noFill/>
          </a:ln>
        </p:spPr>
        <p:txBody>
          <a:bodyPr anchorCtr="0" anchor="ctr" bIns="0" lIns="0" spcFirstLastPara="1" rIns="0" wrap="square" tIns="11200">
            <a:spAutoFit/>
          </a:bodyPr>
          <a:lstStyle/>
          <a:p>
            <a:pPr indent="0" lvl="0" marL="11206"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Guarantee of Convergence</a:t>
            </a:r>
            <a:endParaRPr b="1" i="0" sz="2400" u="none" cap="none" strike="noStrike">
              <a:solidFill>
                <a:srgbClr val="000000"/>
              </a:solidFill>
              <a:latin typeface="Arial"/>
              <a:ea typeface="Arial"/>
              <a:cs typeface="Arial"/>
              <a:sym typeface="Arial"/>
            </a:endParaRPr>
          </a:p>
        </p:txBody>
      </p:sp>
      <p:sp>
        <p:nvSpPr>
          <p:cNvPr id="3703" name="Google Shape;3703;p48"/>
          <p:cNvSpPr/>
          <p:nvPr/>
        </p:nvSpPr>
        <p:spPr>
          <a:xfrm>
            <a:off x="5678471" y="1473494"/>
            <a:ext cx="2280753" cy="708014"/>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704" name="Google Shape;3704;p48"/>
          <p:cNvSpPr/>
          <p:nvPr/>
        </p:nvSpPr>
        <p:spPr>
          <a:xfrm>
            <a:off x="5985956" y="2034222"/>
            <a:ext cx="3158044" cy="369332"/>
          </a:xfrm>
          <a:prstGeom prst="rect">
            <a:avLst/>
          </a:prstGeom>
          <a:blipFill rotWithShape="1">
            <a:blip r:embed="rId4">
              <a:alphaModFix/>
            </a:blip>
            <a:stretch>
              <a:fillRect b="-13329"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705" name="Google Shape;3705;p48"/>
          <p:cNvSpPr txBox="1"/>
          <p:nvPr/>
        </p:nvSpPr>
        <p:spPr>
          <a:xfrm>
            <a:off x="6025069" y="2372904"/>
            <a:ext cx="3079817" cy="369332"/>
          </a:xfrm>
          <a:prstGeom prst="rect">
            <a:avLst/>
          </a:prstGeom>
          <a:blipFill rotWithShape="1">
            <a:blip r:embed="rId5">
              <a:alphaModFix/>
            </a:blip>
            <a:stretch>
              <a:fillRect b="-24587" l="-1579" r="-590" t="-819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706" name="Google Shape;3706;p48"/>
          <p:cNvSpPr/>
          <p:nvPr/>
        </p:nvSpPr>
        <p:spPr>
          <a:xfrm>
            <a:off x="228600" y="6172200"/>
            <a:ext cx="2547492" cy="25391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323232"/>
              </a:buClr>
              <a:buSzPts val="1050"/>
              <a:buFont typeface="Times New Roman"/>
              <a:buNone/>
            </a:pPr>
            <a:r>
              <a:rPr b="0" i="0" lang="en-US" sz="1050" u="none" cap="none" strike="noStrike">
                <a:solidFill>
                  <a:srgbClr val="323232"/>
                </a:solidFill>
                <a:latin typeface="Times New Roman"/>
                <a:ea typeface="Times New Roman"/>
                <a:cs typeface="Times New Roman"/>
                <a:sym typeface="Times New Roman"/>
              </a:rPr>
              <a:t>Source Credit: Prof. Mohammad Hammoud</a:t>
            </a:r>
            <a:endParaRPr b="0" i="0" sz="1050" u="none" cap="none" strike="noStrike">
              <a:solidFill>
                <a:srgbClr val="323232"/>
              </a:solidFill>
              <a:latin typeface="Times New Roman"/>
              <a:ea typeface="Times New Roman"/>
              <a:cs typeface="Times New Roman"/>
              <a:sym typeface="Times New Roman"/>
            </a:endParaRPr>
          </a:p>
        </p:txBody>
      </p:sp>
      <p:pic>
        <p:nvPicPr>
          <p:cNvPr id="3707" name="Google Shape;3707;p48"/>
          <p:cNvPicPr preferRelativeResize="0"/>
          <p:nvPr/>
        </p:nvPicPr>
        <p:blipFill rotWithShape="1">
          <a:blip r:embed="rId6">
            <a:alphaModFix/>
          </a:blip>
          <a:srcRect b="0" l="0" r="0" t="0"/>
          <a:stretch/>
        </p:blipFill>
        <p:spPr>
          <a:xfrm>
            <a:off x="386776" y="1520265"/>
            <a:ext cx="3018138" cy="1985495"/>
          </a:xfrm>
          <a:prstGeom prst="rect">
            <a:avLst/>
          </a:prstGeom>
          <a:noFill/>
          <a:ln>
            <a:noFill/>
          </a:ln>
        </p:spPr>
      </p:pic>
      <p:sp>
        <p:nvSpPr>
          <p:cNvPr id="3708" name="Google Shape;3708;p48"/>
          <p:cNvSpPr/>
          <p:nvPr/>
        </p:nvSpPr>
        <p:spPr>
          <a:xfrm>
            <a:off x="3404914" y="3355720"/>
            <a:ext cx="369012" cy="3231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500"/>
              <a:buFont typeface="Calibri"/>
              <a:buNone/>
            </a:pPr>
            <a:r>
              <a:rPr b="0" i="0" lang="en-US" sz="1500" u="none" cap="none" strike="noStrike">
                <a:solidFill>
                  <a:srgbClr val="FF0000"/>
                </a:solidFill>
                <a:latin typeface="Calibri"/>
                <a:ea typeface="Calibri"/>
                <a:cs typeface="Calibri"/>
                <a:sym typeface="Calibri"/>
              </a:rPr>
              <a:t>𝞱</a:t>
            </a:r>
            <a:r>
              <a:rPr b="0" baseline="-25000" i="1" lang="en-US" sz="1500" u="none" cap="none" strike="noStrike">
                <a:solidFill>
                  <a:srgbClr val="FF0000"/>
                </a:solidFill>
                <a:latin typeface="Calibri"/>
                <a:ea typeface="Calibri"/>
                <a:cs typeface="Calibri"/>
                <a:sym typeface="Calibri"/>
              </a:rPr>
              <a:t>1</a:t>
            </a:r>
            <a:endParaRPr b="0" i="0" sz="1500" u="none" cap="none" strike="noStrike">
              <a:solidFill>
                <a:srgbClr val="FF0000"/>
              </a:solidFill>
              <a:latin typeface="Calibri"/>
              <a:ea typeface="Calibri"/>
              <a:cs typeface="Calibri"/>
              <a:sym typeface="Calibri"/>
            </a:endParaRPr>
          </a:p>
        </p:txBody>
      </p:sp>
      <p:sp>
        <p:nvSpPr>
          <p:cNvPr id="3709" name="Google Shape;3709;p48"/>
          <p:cNvSpPr/>
          <p:nvPr/>
        </p:nvSpPr>
        <p:spPr>
          <a:xfrm>
            <a:off x="1764679" y="1219200"/>
            <a:ext cx="309700" cy="323165"/>
          </a:xfrm>
          <a:prstGeom prst="rect">
            <a:avLst/>
          </a:prstGeom>
          <a:blipFill rotWithShape="1">
            <a:blip r:embed="rId7">
              <a:alphaModFix/>
            </a:blip>
            <a:stretch>
              <a:fillRect b="-5656"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710" name="Google Shape;3710;p48"/>
          <p:cNvSpPr/>
          <p:nvPr/>
        </p:nvSpPr>
        <p:spPr>
          <a:xfrm>
            <a:off x="2869715" y="2565232"/>
            <a:ext cx="92676" cy="92676"/>
          </a:xfrm>
          <a:prstGeom prst="ellipse">
            <a:avLst/>
          </a:prstGeom>
          <a:solidFill>
            <a:srgbClr val="00B050"/>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350"/>
              <a:buFont typeface="Tahoma"/>
              <a:buNone/>
            </a:pPr>
            <a:r>
              <a:t/>
            </a:r>
            <a:endParaRPr b="0" i="0" sz="1350" u="none" cap="none" strike="noStrike">
              <a:solidFill>
                <a:srgbClr val="FFFFFF"/>
              </a:solidFill>
              <a:latin typeface="Arial"/>
              <a:ea typeface="Arial"/>
              <a:cs typeface="Arial"/>
              <a:sym typeface="Arial"/>
            </a:endParaRPr>
          </a:p>
        </p:txBody>
      </p:sp>
      <p:cxnSp>
        <p:nvCxnSpPr>
          <p:cNvPr id="3711" name="Google Shape;3711;p48"/>
          <p:cNvCxnSpPr/>
          <p:nvPr/>
        </p:nvCxnSpPr>
        <p:spPr>
          <a:xfrm flipH="1">
            <a:off x="2734562" y="2074051"/>
            <a:ext cx="389238" cy="1016520"/>
          </a:xfrm>
          <a:prstGeom prst="straightConnector1">
            <a:avLst/>
          </a:prstGeom>
          <a:noFill/>
          <a:ln cap="flat" cmpd="sng" w="28575">
            <a:solidFill>
              <a:srgbClr val="00B050"/>
            </a:solidFill>
            <a:prstDash val="solid"/>
            <a:round/>
            <a:headEnd len="sm" w="sm" type="none"/>
            <a:tailEnd len="sm" w="sm" type="none"/>
          </a:ln>
        </p:spPr>
      </p:cxnSp>
      <p:sp>
        <p:nvSpPr>
          <p:cNvPr id="3712" name="Google Shape;3712;p48"/>
          <p:cNvSpPr txBox="1"/>
          <p:nvPr/>
        </p:nvSpPr>
        <p:spPr>
          <a:xfrm>
            <a:off x="3709196" y="2473070"/>
            <a:ext cx="1624804" cy="3231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50"/>
              </a:buClr>
              <a:buSzPts val="1500"/>
              <a:buFont typeface="Calibri"/>
              <a:buNone/>
            </a:pPr>
            <a:r>
              <a:rPr b="0" i="0" lang="en-US" sz="1500" u="none" cap="none" strike="noStrike">
                <a:solidFill>
                  <a:srgbClr val="00B050"/>
                </a:solidFill>
                <a:latin typeface="Calibri"/>
                <a:ea typeface="Calibri"/>
                <a:cs typeface="Calibri"/>
                <a:sym typeface="Calibri"/>
              </a:rPr>
              <a:t>Positive Derivative</a:t>
            </a:r>
            <a:endParaRPr b="0" i="0" sz="1400" u="none" cap="none" strike="noStrike">
              <a:solidFill>
                <a:srgbClr val="000000"/>
              </a:solidFill>
              <a:latin typeface="Arial"/>
              <a:ea typeface="Arial"/>
              <a:cs typeface="Arial"/>
              <a:sym typeface="Arial"/>
            </a:endParaRPr>
          </a:p>
        </p:txBody>
      </p:sp>
      <p:cxnSp>
        <p:nvCxnSpPr>
          <p:cNvPr id="3713" name="Google Shape;3713;p48"/>
          <p:cNvCxnSpPr>
            <a:endCxn id="3712" idx="1"/>
          </p:cNvCxnSpPr>
          <p:nvPr/>
        </p:nvCxnSpPr>
        <p:spPr>
          <a:xfrm>
            <a:off x="3031196" y="2565353"/>
            <a:ext cx="678000" cy="69300"/>
          </a:xfrm>
          <a:prstGeom prst="curvedConnector3">
            <a:avLst>
              <a:gd fmla="val 50000" name="adj1"/>
            </a:avLst>
          </a:prstGeom>
          <a:noFill/>
          <a:ln cap="flat" cmpd="sng" w="9525">
            <a:solidFill>
              <a:srgbClr val="00B050"/>
            </a:solidFill>
            <a:prstDash val="solid"/>
            <a:round/>
            <a:headEnd len="sm" w="sm" type="none"/>
            <a:tailEnd len="med" w="med" type="triangle"/>
          </a:ln>
        </p:spPr>
      </p:cxnSp>
      <p:cxnSp>
        <p:nvCxnSpPr>
          <p:cNvPr id="3714" name="Google Shape;3714;p48"/>
          <p:cNvCxnSpPr>
            <a:stCxn id="3710" idx="4"/>
          </p:cNvCxnSpPr>
          <p:nvPr/>
        </p:nvCxnSpPr>
        <p:spPr>
          <a:xfrm>
            <a:off x="2916053" y="2657908"/>
            <a:ext cx="0" cy="847800"/>
          </a:xfrm>
          <a:prstGeom prst="straightConnector1">
            <a:avLst/>
          </a:prstGeom>
          <a:noFill/>
          <a:ln cap="flat" cmpd="sng" w="12700">
            <a:solidFill>
              <a:srgbClr val="00B050"/>
            </a:solidFill>
            <a:prstDash val="solid"/>
            <a:round/>
            <a:headEnd len="sm" w="sm" type="none"/>
            <a:tailEnd len="sm" w="sm" type="none"/>
          </a:ln>
        </p:spPr>
      </p:cxnSp>
      <p:sp>
        <p:nvSpPr>
          <p:cNvPr id="3715" name="Google Shape;3715;p48"/>
          <p:cNvSpPr/>
          <p:nvPr/>
        </p:nvSpPr>
        <p:spPr>
          <a:xfrm>
            <a:off x="2793134" y="3505857"/>
            <a:ext cx="349776" cy="3000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50"/>
              </a:buClr>
              <a:buSzPts val="1350"/>
              <a:buFont typeface="Calibri"/>
              <a:buNone/>
            </a:pPr>
            <a:r>
              <a:rPr b="0" i="0" lang="en-US" sz="1350" u="none" cap="none" strike="noStrike">
                <a:solidFill>
                  <a:srgbClr val="00B050"/>
                </a:solidFill>
                <a:latin typeface="Calibri"/>
                <a:ea typeface="Calibri"/>
                <a:cs typeface="Calibri"/>
                <a:sym typeface="Calibri"/>
              </a:rPr>
              <a:t>𝞱</a:t>
            </a:r>
            <a:r>
              <a:rPr b="0" baseline="-25000" i="1" lang="en-US" sz="1350" u="none" cap="none" strike="noStrike">
                <a:solidFill>
                  <a:srgbClr val="00B050"/>
                </a:solidFill>
                <a:latin typeface="Calibri"/>
                <a:ea typeface="Calibri"/>
                <a:cs typeface="Calibri"/>
                <a:sym typeface="Calibri"/>
              </a:rPr>
              <a:t>1</a:t>
            </a:r>
            <a:endParaRPr b="0" i="0" sz="1350" u="none" cap="none" strike="noStrike">
              <a:solidFill>
                <a:srgbClr val="00B050"/>
              </a:solidFill>
              <a:latin typeface="Calibri"/>
              <a:ea typeface="Calibri"/>
              <a:cs typeface="Calibri"/>
              <a:sym typeface="Calibri"/>
            </a:endParaRPr>
          </a:p>
        </p:txBody>
      </p:sp>
      <p:cxnSp>
        <p:nvCxnSpPr>
          <p:cNvPr id="3716" name="Google Shape;3716;p48"/>
          <p:cNvCxnSpPr/>
          <p:nvPr/>
        </p:nvCxnSpPr>
        <p:spPr>
          <a:xfrm rot="10800000">
            <a:off x="2592623" y="3782856"/>
            <a:ext cx="323430" cy="0"/>
          </a:xfrm>
          <a:prstGeom prst="straightConnector1">
            <a:avLst/>
          </a:prstGeom>
          <a:noFill/>
          <a:ln cap="flat" cmpd="sng" w="38100">
            <a:solidFill>
              <a:schemeClr val="dk1"/>
            </a:solidFill>
            <a:prstDash val="solid"/>
            <a:round/>
            <a:headEnd len="sm" w="sm" type="none"/>
            <a:tailEnd len="med" w="med" type="triangle"/>
          </a:ln>
        </p:spPr>
      </p:cxnSp>
      <p:pic>
        <p:nvPicPr>
          <p:cNvPr id="3717" name="Google Shape;3717;p48"/>
          <p:cNvPicPr preferRelativeResize="0"/>
          <p:nvPr/>
        </p:nvPicPr>
        <p:blipFill rotWithShape="1">
          <a:blip r:embed="rId6">
            <a:alphaModFix/>
          </a:blip>
          <a:srcRect b="0" l="0" r="0" t="0"/>
          <a:stretch/>
        </p:blipFill>
        <p:spPr>
          <a:xfrm>
            <a:off x="381000" y="3863373"/>
            <a:ext cx="3018138" cy="1985495"/>
          </a:xfrm>
          <a:prstGeom prst="rect">
            <a:avLst/>
          </a:prstGeom>
          <a:noFill/>
          <a:ln>
            <a:noFill/>
          </a:ln>
        </p:spPr>
      </p:pic>
      <p:sp>
        <p:nvSpPr>
          <p:cNvPr id="3718" name="Google Shape;3718;p48"/>
          <p:cNvSpPr/>
          <p:nvPr/>
        </p:nvSpPr>
        <p:spPr>
          <a:xfrm>
            <a:off x="3399138" y="5698828"/>
            <a:ext cx="369012" cy="3231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500"/>
              <a:buFont typeface="Calibri"/>
              <a:buNone/>
            </a:pPr>
            <a:r>
              <a:rPr b="0" i="0" lang="en-US" sz="1500" u="none" cap="none" strike="noStrike">
                <a:solidFill>
                  <a:srgbClr val="FF0000"/>
                </a:solidFill>
                <a:latin typeface="Calibri"/>
                <a:ea typeface="Calibri"/>
                <a:cs typeface="Calibri"/>
                <a:sym typeface="Calibri"/>
              </a:rPr>
              <a:t>𝞱</a:t>
            </a:r>
            <a:r>
              <a:rPr b="0" baseline="-25000" i="1" lang="en-US" sz="1500" u="none" cap="none" strike="noStrike">
                <a:solidFill>
                  <a:srgbClr val="FF0000"/>
                </a:solidFill>
                <a:latin typeface="Calibri"/>
                <a:ea typeface="Calibri"/>
                <a:cs typeface="Calibri"/>
                <a:sym typeface="Calibri"/>
              </a:rPr>
              <a:t>1</a:t>
            </a:r>
            <a:endParaRPr b="0" i="0" sz="1500" u="none" cap="none" strike="noStrike">
              <a:solidFill>
                <a:srgbClr val="FF0000"/>
              </a:solidFill>
              <a:latin typeface="Calibri"/>
              <a:ea typeface="Calibri"/>
              <a:cs typeface="Calibri"/>
              <a:sym typeface="Calibri"/>
            </a:endParaRPr>
          </a:p>
        </p:txBody>
      </p:sp>
      <p:sp>
        <p:nvSpPr>
          <p:cNvPr id="3719" name="Google Shape;3719;p48"/>
          <p:cNvSpPr/>
          <p:nvPr/>
        </p:nvSpPr>
        <p:spPr>
          <a:xfrm>
            <a:off x="1758903" y="3562308"/>
            <a:ext cx="309700" cy="323165"/>
          </a:xfrm>
          <a:prstGeom prst="rect">
            <a:avLst/>
          </a:prstGeom>
          <a:blipFill rotWithShape="1">
            <a:blip r:embed="rId8">
              <a:alphaModFix/>
            </a:blip>
            <a:stretch>
              <a:fillRect b="-7545"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720" name="Google Shape;3720;p48"/>
          <p:cNvSpPr/>
          <p:nvPr/>
        </p:nvSpPr>
        <p:spPr>
          <a:xfrm>
            <a:off x="2863939" y="4908340"/>
            <a:ext cx="92676" cy="92676"/>
          </a:xfrm>
          <a:prstGeom prst="ellipse">
            <a:avLst/>
          </a:prstGeom>
          <a:solidFill>
            <a:srgbClr val="00B050"/>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350"/>
              <a:buFont typeface="Tahoma"/>
              <a:buNone/>
            </a:pPr>
            <a:r>
              <a:t/>
            </a:r>
            <a:endParaRPr b="0" i="0" sz="1350" u="none" cap="none" strike="noStrike">
              <a:solidFill>
                <a:srgbClr val="FFFFFF"/>
              </a:solidFill>
              <a:latin typeface="Arial"/>
              <a:ea typeface="Arial"/>
              <a:cs typeface="Arial"/>
              <a:sym typeface="Arial"/>
            </a:endParaRPr>
          </a:p>
        </p:txBody>
      </p:sp>
      <p:sp>
        <p:nvSpPr>
          <p:cNvPr id="3721" name="Google Shape;3721;p48"/>
          <p:cNvSpPr/>
          <p:nvPr/>
        </p:nvSpPr>
        <p:spPr>
          <a:xfrm>
            <a:off x="2199481" y="5948318"/>
            <a:ext cx="709618" cy="3000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50"/>
              </a:buClr>
              <a:buSzPts val="1350"/>
              <a:buFont typeface="Calibri"/>
              <a:buNone/>
            </a:pPr>
            <a:r>
              <a:rPr b="0" i="0" lang="en-US" sz="1350" u="none" cap="none" strike="noStrike">
                <a:solidFill>
                  <a:srgbClr val="00B050"/>
                </a:solidFill>
                <a:latin typeface="Calibri"/>
                <a:ea typeface="Calibri"/>
                <a:cs typeface="Calibri"/>
                <a:sym typeface="Calibri"/>
              </a:rPr>
              <a:t>New 𝞱</a:t>
            </a:r>
            <a:r>
              <a:rPr b="0" baseline="-25000" i="1" lang="en-US" sz="1350" u="none" cap="none" strike="noStrike">
                <a:solidFill>
                  <a:srgbClr val="00B050"/>
                </a:solidFill>
                <a:latin typeface="Calibri"/>
                <a:ea typeface="Calibri"/>
                <a:cs typeface="Calibri"/>
                <a:sym typeface="Calibri"/>
              </a:rPr>
              <a:t>1</a:t>
            </a:r>
            <a:endParaRPr b="0" i="0" sz="1350" u="none" cap="none" strike="noStrike">
              <a:solidFill>
                <a:srgbClr val="00B050"/>
              </a:solidFill>
              <a:latin typeface="Calibri"/>
              <a:ea typeface="Calibri"/>
              <a:cs typeface="Calibri"/>
              <a:sym typeface="Calibri"/>
            </a:endParaRPr>
          </a:p>
        </p:txBody>
      </p:sp>
      <p:cxnSp>
        <p:nvCxnSpPr>
          <p:cNvPr id="3722" name="Google Shape;3722;p48"/>
          <p:cNvCxnSpPr>
            <a:endCxn id="3723" idx="0"/>
          </p:cNvCxnSpPr>
          <p:nvPr/>
        </p:nvCxnSpPr>
        <p:spPr>
          <a:xfrm flipH="1">
            <a:off x="2796135" y="5001053"/>
            <a:ext cx="105000" cy="212100"/>
          </a:xfrm>
          <a:prstGeom prst="straightConnector1">
            <a:avLst/>
          </a:prstGeom>
          <a:noFill/>
          <a:ln cap="flat" cmpd="sng" w="38100">
            <a:solidFill>
              <a:schemeClr val="dk1"/>
            </a:solidFill>
            <a:prstDash val="solid"/>
            <a:round/>
            <a:headEnd len="sm" w="sm" type="none"/>
            <a:tailEnd len="med" w="med" type="triangle"/>
          </a:ln>
        </p:spPr>
      </p:cxnSp>
      <p:cxnSp>
        <p:nvCxnSpPr>
          <p:cNvPr id="3724" name="Google Shape;3724;p48"/>
          <p:cNvCxnSpPr/>
          <p:nvPr/>
        </p:nvCxnSpPr>
        <p:spPr>
          <a:xfrm>
            <a:off x="2795937" y="5282132"/>
            <a:ext cx="0" cy="566736"/>
          </a:xfrm>
          <a:prstGeom prst="straightConnector1">
            <a:avLst/>
          </a:prstGeom>
          <a:noFill/>
          <a:ln cap="flat" cmpd="sng" w="12700">
            <a:solidFill>
              <a:srgbClr val="00B050"/>
            </a:solidFill>
            <a:prstDash val="solid"/>
            <a:round/>
            <a:headEnd len="sm" w="sm" type="none"/>
            <a:tailEnd len="sm" w="sm" type="none"/>
          </a:ln>
        </p:spPr>
      </p:cxnSp>
      <p:sp>
        <p:nvSpPr>
          <p:cNvPr id="3723" name="Google Shape;3723;p48"/>
          <p:cNvSpPr/>
          <p:nvPr/>
        </p:nvSpPr>
        <p:spPr>
          <a:xfrm>
            <a:off x="2749797" y="5213153"/>
            <a:ext cx="92676" cy="92676"/>
          </a:xfrm>
          <a:prstGeom prst="ellipse">
            <a:avLst/>
          </a:prstGeom>
          <a:solidFill>
            <a:srgbClr val="00B050"/>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350"/>
              <a:buFont typeface="Tahoma"/>
              <a:buNone/>
            </a:pPr>
            <a:r>
              <a:t/>
            </a:r>
            <a:endParaRPr b="0" i="0" sz="1350" u="none" cap="none" strike="noStrike">
              <a:solidFill>
                <a:srgbClr val="FFFFFF"/>
              </a:solidFill>
              <a:latin typeface="Arial"/>
              <a:ea typeface="Arial"/>
              <a:cs typeface="Arial"/>
              <a:sym typeface="Arial"/>
            </a:endParaRPr>
          </a:p>
        </p:txBody>
      </p:sp>
      <p:cxnSp>
        <p:nvCxnSpPr>
          <p:cNvPr id="3725" name="Google Shape;3725;p48"/>
          <p:cNvCxnSpPr/>
          <p:nvPr/>
        </p:nvCxnSpPr>
        <p:spPr>
          <a:xfrm>
            <a:off x="2910277" y="5001015"/>
            <a:ext cx="0" cy="847853"/>
          </a:xfrm>
          <a:prstGeom prst="straightConnector1">
            <a:avLst/>
          </a:prstGeom>
          <a:noFill/>
          <a:ln cap="flat" cmpd="sng" w="12700">
            <a:solidFill>
              <a:srgbClr val="00B050"/>
            </a:solidFill>
            <a:prstDash val="solid"/>
            <a:round/>
            <a:headEnd len="sm" w="sm" type="none"/>
            <a:tailEnd len="sm" w="sm" type="none"/>
          </a:ln>
        </p:spPr>
      </p:cxnSp>
      <p:sp>
        <p:nvSpPr>
          <p:cNvPr id="3726" name="Google Shape;3726;p48"/>
          <p:cNvSpPr/>
          <p:nvPr/>
        </p:nvSpPr>
        <p:spPr>
          <a:xfrm>
            <a:off x="2864534" y="5948318"/>
            <a:ext cx="635110" cy="3000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50"/>
              </a:buClr>
              <a:buSzPts val="1350"/>
              <a:buFont typeface="Calibri"/>
              <a:buNone/>
            </a:pPr>
            <a:r>
              <a:rPr b="0" i="0" lang="en-US" sz="1350" u="none" cap="none" strike="noStrike">
                <a:solidFill>
                  <a:srgbClr val="00B050"/>
                </a:solidFill>
                <a:latin typeface="Calibri"/>
                <a:ea typeface="Calibri"/>
                <a:cs typeface="Calibri"/>
                <a:sym typeface="Calibri"/>
              </a:rPr>
              <a:t>Old 𝞱</a:t>
            </a:r>
            <a:r>
              <a:rPr b="0" baseline="-25000" i="1" lang="en-US" sz="1350" u="none" cap="none" strike="noStrike">
                <a:solidFill>
                  <a:srgbClr val="00B050"/>
                </a:solidFill>
                <a:latin typeface="Calibri"/>
                <a:ea typeface="Calibri"/>
                <a:cs typeface="Calibri"/>
                <a:sym typeface="Calibri"/>
              </a:rPr>
              <a:t>1</a:t>
            </a:r>
            <a:endParaRPr b="0" i="0" sz="1350" u="none" cap="none" strike="noStrike">
              <a:solidFill>
                <a:srgbClr val="00B050"/>
              </a:solidFill>
              <a:latin typeface="Calibri"/>
              <a:ea typeface="Calibri"/>
              <a:cs typeface="Calibri"/>
              <a:sym typeface="Calibri"/>
            </a:endParaRPr>
          </a:p>
        </p:txBody>
      </p:sp>
      <p:cxnSp>
        <p:nvCxnSpPr>
          <p:cNvPr id="3727" name="Google Shape;3727;p48"/>
          <p:cNvCxnSpPr>
            <a:endCxn id="3726" idx="0"/>
          </p:cNvCxnSpPr>
          <p:nvPr/>
        </p:nvCxnSpPr>
        <p:spPr>
          <a:xfrm>
            <a:off x="2910289" y="5848718"/>
            <a:ext cx="271800" cy="99600"/>
          </a:xfrm>
          <a:prstGeom prst="curvedConnector2">
            <a:avLst/>
          </a:prstGeom>
          <a:noFill/>
          <a:ln cap="flat" cmpd="sng" w="9525">
            <a:solidFill>
              <a:srgbClr val="00B050"/>
            </a:solidFill>
            <a:prstDash val="dash"/>
            <a:round/>
            <a:headEnd len="sm" w="sm" type="none"/>
            <a:tailEnd len="med" w="med" type="triangle"/>
          </a:ln>
        </p:spPr>
      </p:cxnSp>
      <p:cxnSp>
        <p:nvCxnSpPr>
          <p:cNvPr id="3728" name="Google Shape;3728;p48"/>
          <p:cNvCxnSpPr>
            <a:endCxn id="3721" idx="0"/>
          </p:cNvCxnSpPr>
          <p:nvPr/>
        </p:nvCxnSpPr>
        <p:spPr>
          <a:xfrm flipH="1">
            <a:off x="2554290" y="5848718"/>
            <a:ext cx="269400" cy="99600"/>
          </a:xfrm>
          <a:prstGeom prst="curvedConnector2">
            <a:avLst/>
          </a:prstGeom>
          <a:noFill/>
          <a:ln cap="flat" cmpd="sng" w="9525">
            <a:solidFill>
              <a:srgbClr val="00B050"/>
            </a:solidFill>
            <a:prstDash val="solid"/>
            <a:round/>
            <a:headEnd len="sm" w="sm" type="none"/>
            <a:tailEnd len="med" w="med" type="triangle"/>
          </a:ln>
        </p:spPr>
      </p:cxn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2" name="Shape 3732"/>
        <p:cNvGrpSpPr/>
        <p:nvPr/>
      </p:nvGrpSpPr>
      <p:grpSpPr>
        <a:xfrm>
          <a:off x="0" y="0"/>
          <a:ext cx="0" cy="0"/>
          <a:chOff x="0" y="0"/>
          <a:chExt cx="0" cy="0"/>
        </a:xfrm>
      </p:grpSpPr>
      <p:sp>
        <p:nvSpPr>
          <p:cNvPr id="3733" name="Google Shape;3733;p49"/>
          <p:cNvSpPr txBox="1"/>
          <p:nvPr/>
        </p:nvSpPr>
        <p:spPr>
          <a:xfrm>
            <a:off x="762000" y="685800"/>
            <a:ext cx="6172200" cy="380647"/>
          </a:xfrm>
          <a:prstGeom prst="rect">
            <a:avLst/>
          </a:prstGeom>
          <a:noFill/>
          <a:ln>
            <a:noFill/>
          </a:ln>
        </p:spPr>
        <p:txBody>
          <a:bodyPr anchorCtr="0" anchor="ctr" bIns="0" lIns="0" spcFirstLastPara="1" rIns="0" wrap="square" tIns="11200">
            <a:spAutoFit/>
          </a:bodyPr>
          <a:lstStyle/>
          <a:p>
            <a:pPr indent="0" lvl="0" marL="11206"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Guarantee of Convergence</a:t>
            </a:r>
            <a:endParaRPr b="1" i="0" sz="2400" u="none" cap="none" strike="noStrike">
              <a:solidFill>
                <a:srgbClr val="000000"/>
              </a:solidFill>
              <a:latin typeface="Arial"/>
              <a:ea typeface="Arial"/>
              <a:cs typeface="Arial"/>
              <a:sym typeface="Arial"/>
            </a:endParaRPr>
          </a:p>
        </p:txBody>
      </p:sp>
      <p:sp>
        <p:nvSpPr>
          <p:cNvPr id="3734" name="Google Shape;3734;p49"/>
          <p:cNvSpPr/>
          <p:nvPr/>
        </p:nvSpPr>
        <p:spPr>
          <a:xfrm>
            <a:off x="5678471" y="1473494"/>
            <a:ext cx="2280753" cy="708014"/>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735" name="Google Shape;3735;p49"/>
          <p:cNvSpPr/>
          <p:nvPr/>
        </p:nvSpPr>
        <p:spPr>
          <a:xfrm>
            <a:off x="5985956" y="2034222"/>
            <a:ext cx="3262240" cy="369332"/>
          </a:xfrm>
          <a:prstGeom prst="rect">
            <a:avLst/>
          </a:prstGeom>
          <a:blipFill rotWithShape="1">
            <a:blip r:embed="rId4">
              <a:alphaModFix/>
            </a:blip>
            <a:stretch>
              <a:fillRect b="-13329"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736" name="Google Shape;3736;p49"/>
          <p:cNvSpPr txBox="1"/>
          <p:nvPr/>
        </p:nvSpPr>
        <p:spPr>
          <a:xfrm>
            <a:off x="6025069" y="2372904"/>
            <a:ext cx="3054169" cy="369332"/>
          </a:xfrm>
          <a:prstGeom prst="rect">
            <a:avLst/>
          </a:prstGeom>
          <a:blipFill rotWithShape="1">
            <a:blip r:embed="rId5">
              <a:alphaModFix/>
            </a:blip>
            <a:stretch>
              <a:fillRect b="-24587" l="-1595" r="0" t="-819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737" name="Google Shape;3737;p49"/>
          <p:cNvSpPr/>
          <p:nvPr/>
        </p:nvSpPr>
        <p:spPr>
          <a:xfrm>
            <a:off x="228600" y="6172200"/>
            <a:ext cx="2547492" cy="25391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323232"/>
              </a:buClr>
              <a:buSzPts val="1050"/>
              <a:buFont typeface="Times New Roman"/>
              <a:buNone/>
            </a:pPr>
            <a:r>
              <a:rPr b="0" i="0" lang="en-US" sz="1050" u="none" cap="none" strike="noStrike">
                <a:solidFill>
                  <a:srgbClr val="323232"/>
                </a:solidFill>
                <a:latin typeface="Times New Roman"/>
                <a:ea typeface="Times New Roman"/>
                <a:cs typeface="Times New Roman"/>
                <a:sym typeface="Times New Roman"/>
              </a:rPr>
              <a:t>Source Credit: Prof. Mohammad Hammoud</a:t>
            </a:r>
            <a:endParaRPr b="0" i="0" sz="1050" u="none" cap="none" strike="noStrike">
              <a:solidFill>
                <a:srgbClr val="323232"/>
              </a:solidFill>
              <a:latin typeface="Times New Roman"/>
              <a:ea typeface="Times New Roman"/>
              <a:cs typeface="Times New Roman"/>
              <a:sym typeface="Times New Roman"/>
            </a:endParaRPr>
          </a:p>
        </p:txBody>
      </p:sp>
      <p:pic>
        <p:nvPicPr>
          <p:cNvPr id="3738" name="Google Shape;3738;p49"/>
          <p:cNvPicPr preferRelativeResize="0"/>
          <p:nvPr/>
        </p:nvPicPr>
        <p:blipFill rotWithShape="1">
          <a:blip r:embed="rId6">
            <a:alphaModFix/>
          </a:blip>
          <a:srcRect b="0" l="0" r="0" t="0"/>
          <a:stretch/>
        </p:blipFill>
        <p:spPr>
          <a:xfrm>
            <a:off x="1032450" y="1512881"/>
            <a:ext cx="3018138" cy="1985495"/>
          </a:xfrm>
          <a:prstGeom prst="rect">
            <a:avLst/>
          </a:prstGeom>
          <a:noFill/>
          <a:ln>
            <a:noFill/>
          </a:ln>
        </p:spPr>
      </p:pic>
      <p:sp>
        <p:nvSpPr>
          <p:cNvPr id="3739" name="Google Shape;3739;p49"/>
          <p:cNvSpPr/>
          <p:nvPr/>
        </p:nvSpPr>
        <p:spPr>
          <a:xfrm>
            <a:off x="4050588" y="3348336"/>
            <a:ext cx="369012" cy="3231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500"/>
              <a:buFont typeface="Calibri"/>
              <a:buNone/>
            </a:pPr>
            <a:r>
              <a:rPr b="0" i="0" lang="en-US" sz="1500" u="none" cap="none" strike="noStrike">
                <a:solidFill>
                  <a:srgbClr val="FF0000"/>
                </a:solidFill>
                <a:latin typeface="Calibri"/>
                <a:ea typeface="Calibri"/>
                <a:cs typeface="Calibri"/>
                <a:sym typeface="Calibri"/>
              </a:rPr>
              <a:t>𝞱</a:t>
            </a:r>
            <a:r>
              <a:rPr b="0" baseline="-25000" i="1" lang="en-US" sz="1500" u="none" cap="none" strike="noStrike">
                <a:solidFill>
                  <a:srgbClr val="FF0000"/>
                </a:solidFill>
                <a:latin typeface="Calibri"/>
                <a:ea typeface="Calibri"/>
                <a:cs typeface="Calibri"/>
                <a:sym typeface="Calibri"/>
              </a:rPr>
              <a:t>1</a:t>
            </a:r>
            <a:endParaRPr b="0" i="0" sz="1500" u="none" cap="none" strike="noStrike">
              <a:solidFill>
                <a:srgbClr val="FF0000"/>
              </a:solidFill>
              <a:latin typeface="Calibri"/>
              <a:ea typeface="Calibri"/>
              <a:cs typeface="Calibri"/>
              <a:sym typeface="Calibri"/>
            </a:endParaRPr>
          </a:p>
        </p:txBody>
      </p:sp>
      <p:sp>
        <p:nvSpPr>
          <p:cNvPr id="3740" name="Google Shape;3740;p49"/>
          <p:cNvSpPr/>
          <p:nvPr/>
        </p:nvSpPr>
        <p:spPr>
          <a:xfrm>
            <a:off x="2410353" y="1211816"/>
            <a:ext cx="309700" cy="323165"/>
          </a:xfrm>
          <a:prstGeom prst="rect">
            <a:avLst/>
          </a:prstGeom>
          <a:blipFill rotWithShape="1">
            <a:blip r:embed="rId7">
              <a:alphaModFix/>
            </a:blip>
            <a:stretch>
              <a:fillRect b="-5656"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741" name="Google Shape;3741;p49"/>
          <p:cNvSpPr/>
          <p:nvPr/>
        </p:nvSpPr>
        <p:spPr>
          <a:xfrm>
            <a:off x="2208653" y="2557848"/>
            <a:ext cx="92676" cy="92676"/>
          </a:xfrm>
          <a:prstGeom prst="ellipse">
            <a:avLst/>
          </a:prstGeom>
          <a:solidFill>
            <a:srgbClr val="00B050"/>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350"/>
              <a:buFont typeface="Tahoma"/>
              <a:buNone/>
            </a:pPr>
            <a:r>
              <a:t/>
            </a:r>
            <a:endParaRPr b="0" i="0" sz="1350" u="none" cap="none" strike="noStrike">
              <a:solidFill>
                <a:srgbClr val="FFFFFF"/>
              </a:solidFill>
              <a:latin typeface="Arial"/>
              <a:ea typeface="Arial"/>
              <a:cs typeface="Arial"/>
              <a:sym typeface="Arial"/>
            </a:endParaRPr>
          </a:p>
        </p:txBody>
      </p:sp>
      <p:cxnSp>
        <p:nvCxnSpPr>
          <p:cNvPr id="3742" name="Google Shape;3742;p49"/>
          <p:cNvCxnSpPr/>
          <p:nvPr/>
        </p:nvCxnSpPr>
        <p:spPr>
          <a:xfrm>
            <a:off x="2054975" y="2076810"/>
            <a:ext cx="401717" cy="1106774"/>
          </a:xfrm>
          <a:prstGeom prst="straightConnector1">
            <a:avLst/>
          </a:prstGeom>
          <a:noFill/>
          <a:ln cap="flat" cmpd="sng" w="28575">
            <a:solidFill>
              <a:srgbClr val="00B050"/>
            </a:solidFill>
            <a:prstDash val="solid"/>
            <a:round/>
            <a:headEnd len="sm" w="sm" type="none"/>
            <a:tailEnd len="sm" w="sm" type="none"/>
          </a:ln>
        </p:spPr>
      </p:cxnSp>
      <p:sp>
        <p:nvSpPr>
          <p:cNvPr id="3743" name="Google Shape;3743;p49"/>
          <p:cNvSpPr txBox="1"/>
          <p:nvPr/>
        </p:nvSpPr>
        <p:spPr>
          <a:xfrm>
            <a:off x="120180" y="2505628"/>
            <a:ext cx="974882" cy="55399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50"/>
              </a:buClr>
              <a:buSzPts val="1500"/>
              <a:buFont typeface="Calibri"/>
              <a:buNone/>
            </a:pPr>
            <a:r>
              <a:rPr b="0" i="0" lang="en-US" sz="1500" u="none" cap="none" strike="noStrike">
                <a:solidFill>
                  <a:srgbClr val="00B050"/>
                </a:solidFill>
                <a:latin typeface="Calibri"/>
                <a:ea typeface="Calibri"/>
                <a:cs typeface="Calibri"/>
                <a:sym typeface="Calibri"/>
              </a:rPr>
              <a:t>Negative </a:t>
            </a:r>
            <a:br>
              <a:rPr b="0" i="0" lang="en-US" sz="1500" u="none" cap="none" strike="noStrike">
                <a:solidFill>
                  <a:srgbClr val="00B050"/>
                </a:solidFill>
                <a:latin typeface="Calibri"/>
                <a:ea typeface="Calibri"/>
                <a:cs typeface="Calibri"/>
                <a:sym typeface="Calibri"/>
              </a:rPr>
            </a:br>
            <a:r>
              <a:rPr b="0" i="0" lang="en-US" sz="1500" u="none" cap="none" strike="noStrike">
                <a:solidFill>
                  <a:srgbClr val="00B050"/>
                </a:solidFill>
                <a:latin typeface="Calibri"/>
                <a:ea typeface="Calibri"/>
                <a:cs typeface="Calibri"/>
                <a:sym typeface="Calibri"/>
              </a:rPr>
              <a:t>Derivative</a:t>
            </a:r>
            <a:endParaRPr b="0" i="0" sz="1400" u="none" cap="none" strike="noStrike">
              <a:solidFill>
                <a:srgbClr val="000000"/>
              </a:solidFill>
              <a:latin typeface="Arial"/>
              <a:ea typeface="Arial"/>
              <a:cs typeface="Arial"/>
              <a:sym typeface="Arial"/>
            </a:endParaRPr>
          </a:p>
        </p:txBody>
      </p:sp>
      <p:cxnSp>
        <p:nvCxnSpPr>
          <p:cNvPr id="3744" name="Google Shape;3744;p49"/>
          <p:cNvCxnSpPr>
            <a:endCxn id="3743" idx="3"/>
          </p:cNvCxnSpPr>
          <p:nvPr/>
        </p:nvCxnSpPr>
        <p:spPr>
          <a:xfrm flipH="1">
            <a:off x="1095062" y="2630227"/>
            <a:ext cx="1016100" cy="152400"/>
          </a:xfrm>
          <a:prstGeom prst="curvedConnector3">
            <a:avLst>
              <a:gd fmla="val 50000" name="adj1"/>
            </a:avLst>
          </a:prstGeom>
          <a:noFill/>
          <a:ln cap="flat" cmpd="sng" w="9525">
            <a:solidFill>
              <a:srgbClr val="00B050"/>
            </a:solidFill>
            <a:prstDash val="solid"/>
            <a:round/>
            <a:headEnd len="sm" w="sm" type="none"/>
            <a:tailEnd len="med" w="med" type="triangle"/>
          </a:ln>
        </p:spPr>
      </p:cxnSp>
      <p:cxnSp>
        <p:nvCxnSpPr>
          <p:cNvPr id="3745" name="Google Shape;3745;p49"/>
          <p:cNvCxnSpPr>
            <a:stCxn id="3741" idx="4"/>
          </p:cNvCxnSpPr>
          <p:nvPr/>
        </p:nvCxnSpPr>
        <p:spPr>
          <a:xfrm>
            <a:off x="2254991" y="2650524"/>
            <a:ext cx="0" cy="847800"/>
          </a:xfrm>
          <a:prstGeom prst="straightConnector1">
            <a:avLst/>
          </a:prstGeom>
          <a:noFill/>
          <a:ln cap="flat" cmpd="sng" w="12700">
            <a:solidFill>
              <a:srgbClr val="00B050"/>
            </a:solidFill>
            <a:prstDash val="solid"/>
            <a:round/>
            <a:headEnd len="sm" w="sm" type="none"/>
            <a:tailEnd len="sm" w="sm" type="none"/>
          </a:ln>
        </p:spPr>
      </p:cxnSp>
      <p:sp>
        <p:nvSpPr>
          <p:cNvPr id="3746" name="Google Shape;3746;p49"/>
          <p:cNvSpPr/>
          <p:nvPr/>
        </p:nvSpPr>
        <p:spPr>
          <a:xfrm>
            <a:off x="2105943" y="3509918"/>
            <a:ext cx="349776" cy="3000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50"/>
              </a:buClr>
              <a:buSzPts val="1350"/>
              <a:buFont typeface="Calibri"/>
              <a:buNone/>
            </a:pPr>
            <a:r>
              <a:rPr b="0" i="0" lang="en-US" sz="1350" u="none" cap="none" strike="noStrike">
                <a:solidFill>
                  <a:srgbClr val="00B050"/>
                </a:solidFill>
                <a:latin typeface="Calibri"/>
                <a:ea typeface="Calibri"/>
                <a:cs typeface="Calibri"/>
                <a:sym typeface="Calibri"/>
              </a:rPr>
              <a:t>𝞱</a:t>
            </a:r>
            <a:r>
              <a:rPr b="0" baseline="-25000" i="1" lang="en-US" sz="1350" u="none" cap="none" strike="noStrike">
                <a:solidFill>
                  <a:srgbClr val="00B050"/>
                </a:solidFill>
                <a:latin typeface="Calibri"/>
                <a:ea typeface="Calibri"/>
                <a:cs typeface="Calibri"/>
                <a:sym typeface="Calibri"/>
              </a:rPr>
              <a:t>1</a:t>
            </a:r>
            <a:endParaRPr b="0" i="0" sz="1350" u="none" cap="none" strike="noStrike">
              <a:solidFill>
                <a:srgbClr val="00B050"/>
              </a:solidFill>
              <a:latin typeface="Calibri"/>
              <a:ea typeface="Calibri"/>
              <a:cs typeface="Calibri"/>
              <a:sym typeface="Calibri"/>
            </a:endParaRPr>
          </a:p>
        </p:txBody>
      </p:sp>
      <p:cxnSp>
        <p:nvCxnSpPr>
          <p:cNvPr id="3747" name="Google Shape;3747;p49"/>
          <p:cNvCxnSpPr/>
          <p:nvPr/>
        </p:nvCxnSpPr>
        <p:spPr>
          <a:xfrm>
            <a:off x="2241606" y="3790490"/>
            <a:ext cx="337493" cy="0"/>
          </a:xfrm>
          <a:prstGeom prst="straightConnector1">
            <a:avLst/>
          </a:prstGeom>
          <a:noFill/>
          <a:ln cap="flat" cmpd="sng" w="38100">
            <a:solidFill>
              <a:schemeClr val="dk1"/>
            </a:solidFill>
            <a:prstDash val="solid"/>
            <a:round/>
            <a:headEnd len="sm" w="sm" type="none"/>
            <a:tailEnd len="med" w="med" type="triangle"/>
          </a:ln>
        </p:spPr>
      </p:cxnSp>
      <p:pic>
        <p:nvPicPr>
          <p:cNvPr id="3748" name="Google Shape;3748;p49"/>
          <p:cNvPicPr preferRelativeResize="0"/>
          <p:nvPr/>
        </p:nvPicPr>
        <p:blipFill rotWithShape="1">
          <a:blip r:embed="rId6">
            <a:alphaModFix/>
          </a:blip>
          <a:srcRect b="0" l="0" r="0" t="0"/>
          <a:stretch/>
        </p:blipFill>
        <p:spPr>
          <a:xfrm>
            <a:off x="1032450" y="3882465"/>
            <a:ext cx="3018138" cy="1985495"/>
          </a:xfrm>
          <a:prstGeom prst="rect">
            <a:avLst/>
          </a:prstGeom>
          <a:noFill/>
          <a:ln>
            <a:noFill/>
          </a:ln>
        </p:spPr>
      </p:pic>
      <p:sp>
        <p:nvSpPr>
          <p:cNvPr id="3749" name="Google Shape;3749;p49"/>
          <p:cNvSpPr/>
          <p:nvPr/>
        </p:nvSpPr>
        <p:spPr>
          <a:xfrm>
            <a:off x="4050588" y="5717920"/>
            <a:ext cx="369012" cy="3231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500"/>
              <a:buFont typeface="Calibri"/>
              <a:buNone/>
            </a:pPr>
            <a:r>
              <a:rPr b="0" i="0" lang="en-US" sz="1500" u="none" cap="none" strike="noStrike">
                <a:solidFill>
                  <a:srgbClr val="FF0000"/>
                </a:solidFill>
                <a:latin typeface="Calibri"/>
                <a:ea typeface="Calibri"/>
                <a:cs typeface="Calibri"/>
                <a:sym typeface="Calibri"/>
              </a:rPr>
              <a:t>𝞱</a:t>
            </a:r>
            <a:r>
              <a:rPr b="0" baseline="-25000" i="1" lang="en-US" sz="1500" u="none" cap="none" strike="noStrike">
                <a:solidFill>
                  <a:srgbClr val="FF0000"/>
                </a:solidFill>
                <a:latin typeface="Calibri"/>
                <a:ea typeface="Calibri"/>
                <a:cs typeface="Calibri"/>
                <a:sym typeface="Calibri"/>
              </a:rPr>
              <a:t>1</a:t>
            </a:r>
            <a:endParaRPr b="0" i="0" sz="1500" u="none" cap="none" strike="noStrike">
              <a:solidFill>
                <a:srgbClr val="FF0000"/>
              </a:solidFill>
              <a:latin typeface="Calibri"/>
              <a:ea typeface="Calibri"/>
              <a:cs typeface="Calibri"/>
              <a:sym typeface="Calibri"/>
            </a:endParaRPr>
          </a:p>
        </p:txBody>
      </p:sp>
      <p:sp>
        <p:nvSpPr>
          <p:cNvPr id="3750" name="Google Shape;3750;p49"/>
          <p:cNvSpPr/>
          <p:nvPr/>
        </p:nvSpPr>
        <p:spPr>
          <a:xfrm>
            <a:off x="2208653" y="4927432"/>
            <a:ext cx="92676" cy="92676"/>
          </a:xfrm>
          <a:prstGeom prst="ellipse">
            <a:avLst/>
          </a:prstGeom>
          <a:solidFill>
            <a:srgbClr val="00B050"/>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350"/>
              <a:buFont typeface="Tahoma"/>
              <a:buNone/>
            </a:pPr>
            <a:r>
              <a:t/>
            </a:r>
            <a:endParaRPr b="0" i="0" sz="1350" u="none" cap="none" strike="noStrike">
              <a:solidFill>
                <a:srgbClr val="FFFFFF"/>
              </a:solidFill>
              <a:latin typeface="Arial"/>
              <a:ea typeface="Arial"/>
              <a:cs typeface="Arial"/>
              <a:sym typeface="Arial"/>
            </a:endParaRPr>
          </a:p>
        </p:txBody>
      </p:sp>
      <p:cxnSp>
        <p:nvCxnSpPr>
          <p:cNvPr id="3751" name="Google Shape;3751;p49"/>
          <p:cNvCxnSpPr>
            <a:stCxn id="3750" idx="4"/>
          </p:cNvCxnSpPr>
          <p:nvPr/>
        </p:nvCxnSpPr>
        <p:spPr>
          <a:xfrm>
            <a:off x="2254991" y="5020108"/>
            <a:ext cx="0" cy="847800"/>
          </a:xfrm>
          <a:prstGeom prst="straightConnector1">
            <a:avLst/>
          </a:prstGeom>
          <a:noFill/>
          <a:ln cap="flat" cmpd="sng" w="12700">
            <a:solidFill>
              <a:srgbClr val="00B050"/>
            </a:solidFill>
            <a:prstDash val="solid"/>
            <a:round/>
            <a:headEnd len="sm" w="sm" type="none"/>
            <a:tailEnd len="sm" w="sm" type="none"/>
          </a:ln>
        </p:spPr>
      </p:cxnSp>
      <p:sp>
        <p:nvSpPr>
          <p:cNvPr id="3752" name="Google Shape;3752;p49"/>
          <p:cNvSpPr/>
          <p:nvPr/>
        </p:nvSpPr>
        <p:spPr>
          <a:xfrm>
            <a:off x="2387827" y="5329031"/>
            <a:ext cx="92676" cy="92676"/>
          </a:xfrm>
          <a:prstGeom prst="ellipse">
            <a:avLst/>
          </a:prstGeom>
          <a:solidFill>
            <a:srgbClr val="00B050"/>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350"/>
              <a:buFont typeface="Tahoma"/>
              <a:buNone/>
            </a:pPr>
            <a:r>
              <a:t/>
            </a:r>
            <a:endParaRPr b="0" i="0" sz="1350" u="none" cap="none" strike="noStrike">
              <a:solidFill>
                <a:srgbClr val="FFFFFF"/>
              </a:solidFill>
              <a:latin typeface="Arial"/>
              <a:ea typeface="Arial"/>
              <a:cs typeface="Arial"/>
              <a:sym typeface="Arial"/>
            </a:endParaRPr>
          </a:p>
        </p:txBody>
      </p:sp>
      <p:cxnSp>
        <p:nvCxnSpPr>
          <p:cNvPr id="3753" name="Google Shape;3753;p49"/>
          <p:cNvCxnSpPr/>
          <p:nvPr/>
        </p:nvCxnSpPr>
        <p:spPr>
          <a:xfrm>
            <a:off x="2428107" y="5421707"/>
            <a:ext cx="0" cy="446253"/>
          </a:xfrm>
          <a:prstGeom prst="straightConnector1">
            <a:avLst/>
          </a:prstGeom>
          <a:noFill/>
          <a:ln cap="flat" cmpd="sng" w="12700">
            <a:solidFill>
              <a:srgbClr val="00B050"/>
            </a:solidFill>
            <a:prstDash val="solid"/>
            <a:round/>
            <a:headEnd len="sm" w="sm" type="none"/>
            <a:tailEnd len="sm" w="sm" type="none"/>
          </a:ln>
        </p:spPr>
      </p:cxnSp>
      <p:sp>
        <p:nvSpPr>
          <p:cNvPr id="3754" name="Google Shape;3754;p49"/>
          <p:cNvSpPr/>
          <p:nvPr/>
        </p:nvSpPr>
        <p:spPr>
          <a:xfrm>
            <a:off x="2387827" y="5954037"/>
            <a:ext cx="709618" cy="3000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50"/>
              </a:buClr>
              <a:buSzPts val="1350"/>
              <a:buFont typeface="Calibri"/>
              <a:buNone/>
            </a:pPr>
            <a:r>
              <a:rPr b="0" i="0" lang="en-US" sz="1350" u="none" cap="none" strike="noStrike">
                <a:solidFill>
                  <a:srgbClr val="00B050"/>
                </a:solidFill>
                <a:latin typeface="Calibri"/>
                <a:ea typeface="Calibri"/>
                <a:cs typeface="Calibri"/>
                <a:sym typeface="Calibri"/>
              </a:rPr>
              <a:t>New 𝞱</a:t>
            </a:r>
            <a:r>
              <a:rPr b="0" baseline="-25000" i="1" lang="en-US" sz="1350" u="none" cap="none" strike="noStrike">
                <a:solidFill>
                  <a:srgbClr val="00B050"/>
                </a:solidFill>
                <a:latin typeface="Calibri"/>
                <a:ea typeface="Calibri"/>
                <a:cs typeface="Calibri"/>
                <a:sym typeface="Calibri"/>
              </a:rPr>
              <a:t>1</a:t>
            </a:r>
            <a:endParaRPr b="0" i="0" sz="1350" u="none" cap="none" strike="noStrike">
              <a:solidFill>
                <a:srgbClr val="00B050"/>
              </a:solidFill>
              <a:latin typeface="Calibri"/>
              <a:ea typeface="Calibri"/>
              <a:cs typeface="Calibri"/>
              <a:sym typeface="Calibri"/>
            </a:endParaRPr>
          </a:p>
        </p:txBody>
      </p:sp>
      <p:sp>
        <p:nvSpPr>
          <p:cNvPr id="3755" name="Google Shape;3755;p49"/>
          <p:cNvSpPr/>
          <p:nvPr/>
        </p:nvSpPr>
        <p:spPr>
          <a:xfrm>
            <a:off x="1664615" y="5960636"/>
            <a:ext cx="635110" cy="3000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50"/>
              </a:buClr>
              <a:buSzPts val="1350"/>
              <a:buFont typeface="Calibri"/>
              <a:buNone/>
            </a:pPr>
            <a:r>
              <a:rPr b="0" i="0" lang="en-US" sz="1350" u="none" cap="none" strike="noStrike">
                <a:solidFill>
                  <a:srgbClr val="00B050"/>
                </a:solidFill>
                <a:latin typeface="Calibri"/>
                <a:ea typeface="Calibri"/>
                <a:cs typeface="Calibri"/>
                <a:sym typeface="Calibri"/>
              </a:rPr>
              <a:t>Old 𝞱</a:t>
            </a:r>
            <a:r>
              <a:rPr b="0" baseline="-25000" i="1" lang="en-US" sz="1350" u="none" cap="none" strike="noStrike">
                <a:solidFill>
                  <a:srgbClr val="00B050"/>
                </a:solidFill>
                <a:latin typeface="Calibri"/>
                <a:ea typeface="Calibri"/>
                <a:cs typeface="Calibri"/>
                <a:sym typeface="Calibri"/>
              </a:rPr>
              <a:t>1</a:t>
            </a:r>
            <a:endParaRPr b="0" i="0" sz="1350" u="none" cap="none" strike="noStrike">
              <a:solidFill>
                <a:srgbClr val="00B050"/>
              </a:solidFill>
              <a:latin typeface="Calibri"/>
              <a:ea typeface="Calibri"/>
              <a:cs typeface="Calibri"/>
              <a:sym typeface="Calibri"/>
            </a:endParaRPr>
          </a:p>
        </p:txBody>
      </p:sp>
      <p:cxnSp>
        <p:nvCxnSpPr>
          <p:cNvPr id="3756" name="Google Shape;3756;p49"/>
          <p:cNvCxnSpPr>
            <a:endCxn id="3755" idx="0"/>
          </p:cNvCxnSpPr>
          <p:nvPr/>
        </p:nvCxnSpPr>
        <p:spPr>
          <a:xfrm flipH="1">
            <a:off x="1982170" y="5848436"/>
            <a:ext cx="271800" cy="112200"/>
          </a:xfrm>
          <a:prstGeom prst="curvedConnector2">
            <a:avLst/>
          </a:prstGeom>
          <a:noFill/>
          <a:ln cap="flat" cmpd="sng" w="9525">
            <a:solidFill>
              <a:srgbClr val="00B050"/>
            </a:solidFill>
            <a:prstDash val="dash"/>
            <a:round/>
            <a:headEnd len="sm" w="sm" type="none"/>
            <a:tailEnd len="med" w="med" type="triangle"/>
          </a:ln>
        </p:spPr>
      </p:cxnSp>
      <p:cxnSp>
        <p:nvCxnSpPr>
          <p:cNvPr id="3757" name="Google Shape;3757;p49"/>
          <p:cNvCxnSpPr>
            <a:endCxn id="3754" idx="0"/>
          </p:cNvCxnSpPr>
          <p:nvPr/>
        </p:nvCxnSpPr>
        <p:spPr>
          <a:xfrm>
            <a:off x="2427036" y="5854737"/>
            <a:ext cx="315600" cy="99300"/>
          </a:xfrm>
          <a:prstGeom prst="curvedConnector2">
            <a:avLst/>
          </a:prstGeom>
          <a:noFill/>
          <a:ln cap="flat" cmpd="sng" w="9525">
            <a:solidFill>
              <a:srgbClr val="00B050"/>
            </a:solidFill>
            <a:prstDash val="solid"/>
            <a:round/>
            <a:headEnd len="sm" w="sm" type="none"/>
            <a:tailEnd len="med" w="med" type="triangle"/>
          </a:ln>
        </p:spPr>
      </p:cxnSp>
      <p:cxnSp>
        <p:nvCxnSpPr>
          <p:cNvPr id="3758" name="Google Shape;3758;p49"/>
          <p:cNvCxnSpPr>
            <a:endCxn id="3752" idx="1"/>
          </p:cNvCxnSpPr>
          <p:nvPr/>
        </p:nvCxnSpPr>
        <p:spPr>
          <a:xfrm>
            <a:off x="2269099" y="5006603"/>
            <a:ext cx="132300" cy="336000"/>
          </a:xfrm>
          <a:prstGeom prst="straightConnector1">
            <a:avLst/>
          </a:prstGeom>
          <a:noFill/>
          <a:ln cap="flat" cmpd="sng" w="38100">
            <a:solidFill>
              <a:schemeClr val="dk1"/>
            </a:solidFill>
            <a:prstDash val="solid"/>
            <a:round/>
            <a:headEnd len="sm" w="sm" type="none"/>
            <a:tailEnd len="med" w="med" type="triangle"/>
          </a:ln>
        </p:spPr>
      </p:cxn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2" name="Shape 3762"/>
        <p:cNvGrpSpPr/>
        <p:nvPr/>
      </p:nvGrpSpPr>
      <p:grpSpPr>
        <a:xfrm>
          <a:off x="0" y="0"/>
          <a:ext cx="0" cy="0"/>
          <a:chOff x="0" y="0"/>
          <a:chExt cx="0" cy="0"/>
        </a:xfrm>
      </p:grpSpPr>
      <p:pic>
        <p:nvPicPr>
          <p:cNvPr id="3763" name="Google Shape;3763;p50"/>
          <p:cNvPicPr preferRelativeResize="0"/>
          <p:nvPr/>
        </p:nvPicPr>
        <p:blipFill rotWithShape="1">
          <a:blip r:embed="rId3">
            <a:alphaModFix/>
          </a:blip>
          <a:srcRect b="0" l="0" r="0" t="0"/>
          <a:stretch/>
        </p:blipFill>
        <p:spPr>
          <a:xfrm>
            <a:off x="304430" y="1384826"/>
            <a:ext cx="7239370" cy="4979652"/>
          </a:xfrm>
          <a:prstGeom prst="rect">
            <a:avLst/>
          </a:prstGeom>
          <a:noFill/>
          <a:ln>
            <a:noFill/>
          </a:ln>
        </p:spPr>
      </p:pic>
      <p:sp>
        <p:nvSpPr>
          <p:cNvPr id="3764" name="Google Shape;3764;p50"/>
          <p:cNvSpPr txBox="1"/>
          <p:nvPr/>
        </p:nvSpPr>
        <p:spPr>
          <a:xfrm>
            <a:off x="762000" y="685800"/>
            <a:ext cx="6172200" cy="380647"/>
          </a:xfrm>
          <a:prstGeom prst="rect">
            <a:avLst/>
          </a:prstGeom>
          <a:noFill/>
          <a:ln>
            <a:noFill/>
          </a:ln>
        </p:spPr>
        <p:txBody>
          <a:bodyPr anchorCtr="0" anchor="ctr" bIns="0" lIns="0" spcFirstLastPara="1" rIns="0" wrap="square" tIns="11200">
            <a:spAutoFit/>
          </a:bodyPr>
          <a:lstStyle/>
          <a:p>
            <a:pPr indent="0" lvl="0" marL="11206"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Choosing Learning Rate</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8" name="Shape 3768"/>
        <p:cNvGrpSpPr/>
        <p:nvPr/>
      </p:nvGrpSpPr>
      <p:grpSpPr>
        <a:xfrm>
          <a:off x="0" y="0"/>
          <a:ext cx="0" cy="0"/>
          <a:chOff x="0" y="0"/>
          <a:chExt cx="0" cy="0"/>
        </a:xfrm>
      </p:grpSpPr>
      <p:sp>
        <p:nvSpPr>
          <p:cNvPr id="3769" name="Google Shape;3769;p51"/>
          <p:cNvSpPr txBox="1"/>
          <p:nvPr>
            <p:ph idx="1" type="body"/>
          </p:nvPr>
        </p:nvSpPr>
        <p:spPr>
          <a:xfrm>
            <a:off x="304800" y="152400"/>
            <a:ext cx="6324600" cy="1143000"/>
          </a:xfrm>
          <a:prstGeom prst="rect">
            <a:avLst/>
          </a:prstGeom>
          <a:noFill/>
          <a:ln>
            <a:noFill/>
          </a:ln>
        </p:spPr>
        <p:txBody>
          <a:bodyPr anchorCtr="0" anchor="ctr" bIns="45700" lIns="91425" spcFirstLastPara="1" rIns="91425" wrap="square" tIns="45700">
            <a:normAutofit lnSpcReduction="10000"/>
          </a:bodyPr>
          <a:lstStyle/>
          <a:p>
            <a:pPr indent="0" lvl="0" marL="0" rtl="0" algn="l">
              <a:lnSpc>
                <a:spcPct val="150000"/>
              </a:lnSpc>
              <a:spcBef>
                <a:spcPts val="0"/>
              </a:spcBef>
              <a:spcAft>
                <a:spcPts val="0"/>
              </a:spcAft>
              <a:buClr>
                <a:schemeClr val="dk1"/>
              </a:buClr>
              <a:buSzPts val="2400"/>
              <a:buNone/>
            </a:pPr>
            <a:r>
              <a:rPr lang="en-US" sz="2400"/>
              <a:t>Gradient Descent algorithm : Effect of Feature Scaling</a:t>
            </a:r>
            <a:endParaRPr sz="2400"/>
          </a:p>
        </p:txBody>
      </p:sp>
      <p:pic>
        <p:nvPicPr>
          <p:cNvPr id="3770" name="Google Shape;3770;p51"/>
          <p:cNvPicPr preferRelativeResize="0"/>
          <p:nvPr/>
        </p:nvPicPr>
        <p:blipFill rotWithShape="1">
          <a:blip r:embed="rId3">
            <a:alphaModFix/>
          </a:blip>
          <a:srcRect b="-2778" l="0" r="0" t="-1"/>
          <a:stretch/>
        </p:blipFill>
        <p:spPr>
          <a:xfrm>
            <a:off x="457200" y="1600200"/>
            <a:ext cx="7780083" cy="28194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4" name="Shape 3774"/>
        <p:cNvGrpSpPr/>
        <p:nvPr/>
      </p:nvGrpSpPr>
      <p:grpSpPr>
        <a:xfrm>
          <a:off x="0" y="0"/>
          <a:ext cx="0" cy="0"/>
          <a:chOff x="0" y="0"/>
          <a:chExt cx="0" cy="0"/>
        </a:xfrm>
      </p:grpSpPr>
      <p:sp>
        <p:nvSpPr>
          <p:cNvPr id="3775" name="Google Shape;3775;p52"/>
          <p:cNvSpPr txBox="1"/>
          <p:nvPr>
            <p:ph idx="1" type="body"/>
          </p:nvPr>
        </p:nvSpPr>
        <p:spPr>
          <a:xfrm>
            <a:off x="304800" y="152400"/>
            <a:ext cx="8458200" cy="1143000"/>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dk1"/>
              </a:buClr>
              <a:buSzPts val="2400"/>
              <a:buNone/>
            </a:pPr>
            <a:r>
              <a:rPr lang="en-US" sz="2400"/>
              <a:t>Gradient Descent algorithm : Effect of Learning Rate : </a:t>
            </a:r>
            <a:endParaRPr/>
          </a:p>
          <a:p>
            <a:pPr indent="0" lvl="0" marL="0" rtl="0" algn="l">
              <a:lnSpc>
                <a:spcPct val="180000"/>
              </a:lnSpc>
              <a:spcBef>
                <a:spcPts val="0"/>
              </a:spcBef>
              <a:spcAft>
                <a:spcPts val="0"/>
              </a:spcAft>
              <a:buClr>
                <a:srgbClr val="0033CC"/>
              </a:buClr>
              <a:buSzPts val="2000"/>
              <a:buNone/>
            </a:pPr>
            <a:r>
              <a:rPr lang="en-US" sz="2000">
                <a:solidFill>
                  <a:srgbClr val="0033CC"/>
                </a:solidFill>
              </a:rPr>
              <a:t>Problem Type 2 – Interpretation of Convergence or Effect of Hyper parameters</a:t>
            </a:r>
            <a:endParaRPr sz="2000">
              <a:solidFill>
                <a:srgbClr val="0033CC"/>
              </a:solidFill>
            </a:endParaRPr>
          </a:p>
        </p:txBody>
      </p:sp>
      <p:pic>
        <p:nvPicPr>
          <p:cNvPr id="3776" name="Google Shape;3776;p52"/>
          <p:cNvPicPr preferRelativeResize="0"/>
          <p:nvPr/>
        </p:nvPicPr>
        <p:blipFill rotWithShape="1">
          <a:blip r:embed="rId3">
            <a:alphaModFix/>
          </a:blip>
          <a:srcRect b="0" l="0" r="0" t="0"/>
          <a:stretch/>
        </p:blipFill>
        <p:spPr>
          <a:xfrm>
            <a:off x="320039" y="1600200"/>
            <a:ext cx="8229599" cy="365760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1" name="Shape 3781"/>
        <p:cNvGrpSpPr/>
        <p:nvPr/>
      </p:nvGrpSpPr>
      <p:grpSpPr>
        <a:xfrm>
          <a:off x="0" y="0"/>
          <a:ext cx="0" cy="0"/>
          <a:chOff x="0" y="0"/>
          <a:chExt cx="0" cy="0"/>
        </a:xfrm>
      </p:grpSpPr>
      <p:sp>
        <p:nvSpPr>
          <p:cNvPr id="3782" name="Google Shape;3782;p55"/>
          <p:cNvSpPr txBox="1"/>
          <p:nvPr>
            <p:ph idx="1" type="body"/>
          </p:nvPr>
        </p:nvSpPr>
        <p:spPr>
          <a:xfrm>
            <a:off x="304800" y="1447800"/>
            <a:ext cx="8839200" cy="4525963"/>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800"/>
              <a:buNone/>
            </a:pPr>
            <a:r>
              <a:rPr b="1" lang="en-US" sz="1800"/>
              <a:t>Steps : </a:t>
            </a:r>
            <a:endParaRPr b="1" sz="1800"/>
          </a:p>
          <a:p>
            <a:pPr indent="0" lvl="0" marL="0" rtl="0" algn="l">
              <a:lnSpc>
                <a:spcPct val="100000"/>
              </a:lnSpc>
              <a:spcBef>
                <a:spcPts val="0"/>
              </a:spcBef>
              <a:spcAft>
                <a:spcPts val="0"/>
              </a:spcAft>
              <a:buSzPts val="1800"/>
              <a:buNone/>
            </a:pPr>
            <a:r>
              <a:rPr i="1" lang="en-US" sz="1800"/>
              <a:t>(Assuming : ‘n’ no.of.instances and two predictors {x1, x2} and linear regression)</a:t>
            </a:r>
            <a:endParaRPr i="1"/>
          </a:p>
          <a:p>
            <a:pPr indent="0" lvl="0" marL="0" rtl="0" algn="l">
              <a:lnSpc>
                <a:spcPct val="100000"/>
              </a:lnSpc>
              <a:spcBef>
                <a:spcPts val="360"/>
              </a:spcBef>
              <a:spcAft>
                <a:spcPts val="0"/>
              </a:spcAft>
              <a:buSzPts val="1800"/>
              <a:buNone/>
            </a:pPr>
            <a:r>
              <a:t/>
            </a:r>
            <a:endParaRPr b="1" sz="1800"/>
          </a:p>
          <a:p>
            <a:pPr indent="-342900" lvl="0" marL="342900" rtl="0" algn="l">
              <a:lnSpc>
                <a:spcPct val="150000"/>
              </a:lnSpc>
              <a:spcBef>
                <a:spcPts val="360"/>
              </a:spcBef>
              <a:spcAft>
                <a:spcPts val="0"/>
              </a:spcAft>
              <a:buSzPts val="1800"/>
              <a:buFont typeface="Calibri"/>
              <a:buAutoNum type="arabicPeriod"/>
            </a:pPr>
            <a:r>
              <a:rPr lang="en-US" sz="1800"/>
              <a:t>Identification of the equations </a:t>
            </a:r>
            <a:r>
              <a:rPr lang="en-US" sz="1600"/>
              <a:t>y = w0+w1X1+W2X2</a:t>
            </a:r>
            <a:endParaRPr sz="1800"/>
          </a:p>
          <a:p>
            <a:pPr indent="-342900" lvl="0" marL="342900" rtl="0" algn="l">
              <a:lnSpc>
                <a:spcPct val="150000"/>
              </a:lnSpc>
              <a:spcBef>
                <a:spcPts val="360"/>
              </a:spcBef>
              <a:spcAft>
                <a:spcPts val="0"/>
              </a:spcAft>
              <a:buSzPts val="1800"/>
              <a:buFont typeface="Calibri"/>
              <a:buAutoNum type="arabicPeriod"/>
            </a:pPr>
            <a:r>
              <a:rPr lang="en-US" sz="1800"/>
              <a:t>Cost function  &amp; derivative </a:t>
            </a:r>
            <a:endParaRPr/>
          </a:p>
          <a:p>
            <a:pPr indent="-285750" lvl="1" marL="742950" rtl="0" algn="l">
              <a:lnSpc>
                <a:spcPct val="150000"/>
              </a:lnSpc>
              <a:spcBef>
                <a:spcPts val="320"/>
              </a:spcBef>
              <a:spcAft>
                <a:spcPts val="0"/>
              </a:spcAft>
              <a:buClr>
                <a:schemeClr val="dk1"/>
              </a:buClr>
              <a:buSzPts val="1600"/>
              <a:buFont typeface="Calibri"/>
              <a:buAutoNum type="arabicPeriod"/>
            </a:pPr>
            <a:r>
              <a:rPr lang="en-US"/>
              <a:t>W0` = w0 – 1/n * learning rate * (sum (w0+w1X1+W2X2 - y)) </a:t>
            </a:r>
            <a:endParaRPr/>
          </a:p>
          <a:p>
            <a:pPr indent="-285750" lvl="1" marL="742950" rtl="0" algn="l">
              <a:lnSpc>
                <a:spcPct val="150000"/>
              </a:lnSpc>
              <a:spcBef>
                <a:spcPts val="320"/>
              </a:spcBef>
              <a:spcAft>
                <a:spcPts val="0"/>
              </a:spcAft>
              <a:buClr>
                <a:schemeClr val="dk1"/>
              </a:buClr>
              <a:buSzPts val="1600"/>
              <a:buFont typeface="Calibri"/>
              <a:buAutoNum type="arabicPeriod"/>
            </a:pPr>
            <a:r>
              <a:rPr lang="en-US"/>
              <a:t>W1` = w1 – 1/n * learning rate * (sum (w0+w1X1+W2X2 - y) * x1) </a:t>
            </a:r>
            <a:endParaRPr/>
          </a:p>
          <a:p>
            <a:pPr indent="-285750" lvl="1" marL="742950" rtl="0" algn="l">
              <a:lnSpc>
                <a:spcPct val="150000"/>
              </a:lnSpc>
              <a:spcBef>
                <a:spcPts val="320"/>
              </a:spcBef>
              <a:spcAft>
                <a:spcPts val="0"/>
              </a:spcAft>
              <a:buClr>
                <a:schemeClr val="dk1"/>
              </a:buClr>
              <a:buSzPts val="1600"/>
              <a:buFont typeface="Calibri"/>
              <a:buAutoNum type="arabicPeriod"/>
            </a:pPr>
            <a:r>
              <a:rPr lang="en-US"/>
              <a:t>W2` = w2 – 1/n * learning rate * (sum (w0+w1X1+W2X2 - y)*x2)</a:t>
            </a:r>
            <a:endParaRPr sz="1000"/>
          </a:p>
          <a:p>
            <a:pPr indent="-342900" lvl="0" marL="342900" rtl="0" algn="l">
              <a:lnSpc>
                <a:spcPct val="150000"/>
              </a:lnSpc>
              <a:spcBef>
                <a:spcPts val="360"/>
              </a:spcBef>
              <a:spcAft>
                <a:spcPts val="0"/>
              </a:spcAft>
              <a:buSzPts val="1800"/>
              <a:buFont typeface="Calibri"/>
              <a:buAutoNum type="arabicPeriod"/>
            </a:pPr>
            <a:r>
              <a:rPr lang="en-US" sz="1800"/>
              <a:t>Apply the equations </a:t>
            </a:r>
            <a:endParaRPr sz="1800"/>
          </a:p>
        </p:txBody>
      </p:sp>
      <p:sp>
        <p:nvSpPr>
          <p:cNvPr id="3783" name="Google Shape;3783;p55"/>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lnSpcReduction="10000"/>
          </a:bodyPr>
          <a:lstStyle/>
          <a:p>
            <a:pPr indent="0" lvl="0" marL="0" rtl="0" algn="l">
              <a:lnSpc>
                <a:spcPct val="150000"/>
              </a:lnSpc>
              <a:spcBef>
                <a:spcPts val="0"/>
              </a:spcBef>
              <a:spcAft>
                <a:spcPts val="0"/>
              </a:spcAft>
              <a:buClr>
                <a:schemeClr val="dk1"/>
              </a:buClr>
              <a:buSzPts val="2400"/>
              <a:buNone/>
            </a:pPr>
            <a:r>
              <a:rPr lang="en-US" sz="2400"/>
              <a:t>Fit a linear Regression Line : </a:t>
            </a:r>
            <a:br>
              <a:rPr lang="en-US" sz="2400"/>
            </a:br>
            <a:r>
              <a:rPr lang="en-US" sz="2400"/>
              <a:t>Gradient Descent  </a:t>
            </a:r>
            <a:r>
              <a:rPr lang="en-US" sz="2400">
                <a:solidFill>
                  <a:srgbClr val="0033CC"/>
                </a:solidFill>
              </a:rPr>
              <a:t>: Problem Type 3 </a:t>
            </a:r>
            <a:endParaRPr sz="2400">
              <a:solidFill>
                <a:srgbClr val="0033CC"/>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8" name="Shape 3788"/>
        <p:cNvGrpSpPr/>
        <p:nvPr/>
      </p:nvGrpSpPr>
      <p:grpSpPr>
        <a:xfrm>
          <a:off x="0" y="0"/>
          <a:ext cx="0" cy="0"/>
          <a:chOff x="0" y="0"/>
          <a:chExt cx="0" cy="0"/>
        </a:xfrm>
      </p:grpSpPr>
      <p:sp>
        <p:nvSpPr>
          <p:cNvPr id="3789" name="Google Shape;3789;p56"/>
          <p:cNvSpPr txBox="1"/>
          <p:nvPr>
            <p:ph idx="1" type="body"/>
          </p:nvPr>
        </p:nvSpPr>
        <p:spPr>
          <a:xfrm>
            <a:off x="304800" y="1447800"/>
            <a:ext cx="8229600" cy="4525963"/>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600"/>
              <a:buNone/>
            </a:pPr>
            <a:r>
              <a:rPr lang="en-US" sz="1600"/>
              <a:t>Fit a linear regression. Show only the first iteration of Gradient descent algorithm using learning rate of </a:t>
            </a:r>
            <a:r>
              <a:rPr b="1" lang="en-US" sz="1600"/>
              <a:t>0.02</a:t>
            </a:r>
            <a:r>
              <a:rPr lang="en-US" sz="1600"/>
              <a:t> for the following data , if the Relative Risk of Coronary Heart Disease is believed to be only linearly dependent on BMI as well as Diastolic Pressure. Assume the intercept of the regression model as</a:t>
            </a:r>
            <a:r>
              <a:rPr b="1" lang="en-US" sz="1600"/>
              <a:t> 5 </a:t>
            </a:r>
            <a:r>
              <a:rPr lang="en-US" sz="1600"/>
              <a:t>and the slope of independent variables as </a:t>
            </a:r>
            <a:r>
              <a:rPr b="1" lang="en-US" sz="1600"/>
              <a:t>-0.03 (negative)</a:t>
            </a:r>
            <a:r>
              <a:rPr lang="en-US" sz="1600"/>
              <a:t>.</a:t>
            </a:r>
            <a:endParaRPr/>
          </a:p>
          <a:p>
            <a:pPr indent="0" lvl="0" marL="0" rtl="0" algn="l">
              <a:lnSpc>
                <a:spcPct val="100000"/>
              </a:lnSpc>
              <a:spcBef>
                <a:spcPts val="320"/>
              </a:spcBef>
              <a:spcAft>
                <a:spcPts val="0"/>
              </a:spcAft>
              <a:buSzPts val="1600"/>
              <a:buNone/>
            </a:pPr>
            <a:r>
              <a:t/>
            </a:r>
            <a:endParaRPr sz="1600"/>
          </a:p>
          <a:p>
            <a:pPr indent="0" lvl="0" marL="0" rtl="0" algn="l">
              <a:lnSpc>
                <a:spcPct val="100000"/>
              </a:lnSpc>
              <a:spcBef>
                <a:spcPts val="320"/>
              </a:spcBef>
              <a:spcAft>
                <a:spcPts val="0"/>
              </a:spcAft>
              <a:buSzPts val="1600"/>
              <a:buNone/>
            </a:pPr>
            <a:r>
              <a:t/>
            </a:r>
            <a:endParaRPr b="1" sz="1600"/>
          </a:p>
          <a:p>
            <a:pPr indent="0" lvl="0" marL="0" rtl="0" algn="l">
              <a:lnSpc>
                <a:spcPct val="100000"/>
              </a:lnSpc>
              <a:spcBef>
                <a:spcPts val="320"/>
              </a:spcBef>
              <a:spcAft>
                <a:spcPts val="0"/>
              </a:spcAft>
              <a:buSzPts val="1600"/>
              <a:buNone/>
            </a:pPr>
            <a:r>
              <a:t/>
            </a:r>
            <a:endParaRPr b="1" sz="1600"/>
          </a:p>
          <a:p>
            <a:pPr indent="0" lvl="0" marL="0" rtl="0" algn="l">
              <a:lnSpc>
                <a:spcPct val="100000"/>
              </a:lnSpc>
              <a:spcBef>
                <a:spcPts val="320"/>
              </a:spcBef>
              <a:spcAft>
                <a:spcPts val="0"/>
              </a:spcAft>
              <a:buSzPts val="1600"/>
              <a:buNone/>
            </a:pPr>
            <a:r>
              <a:rPr b="1" lang="en-US" sz="1600"/>
              <a:t>Steps : </a:t>
            </a:r>
            <a:endParaRPr/>
          </a:p>
          <a:p>
            <a:pPr indent="-342900" lvl="0" marL="342900" rtl="0" algn="l">
              <a:lnSpc>
                <a:spcPct val="100000"/>
              </a:lnSpc>
              <a:spcBef>
                <a:spcPts val="320"/>
              </a:spcBef>
              <a:spcAft>
                <a:spcPts val="0"/>
              </a:spcAft>
              <a:buSzPts val="1600"/>
              <a:buFont typeface="Calibri"/>
              <a:buAutoNum type="arabicPeriod"/>
            </a:pPr>
            <a:r>
              <a:rPr lang="en-US" sz="1600"/>
              <a:t>Identification of the equations </a:t>
            </a:r>
            <a:r>
              <a:rPr lang="en-US" sz="1400"/>
              <a:t>y = w0+w1X1+W2X2</a:t>
            </a:r>
            <a:endParaRPr sz="1600"/>
          </a:p>
          <a:p>
            <a:pPr indent="-342900" lvl="0" marL="342900" rtl="0" algn="l">
              <a:lnSpc>
                <a:spcPct val="100000"/>
              </a:lnSpc>
              <a:spcBef>
                <a:spcPts val="320"/>
              </a:spcBef>
              <a:spcAft>
                <a:spcPts val="0"/>
              </a:spcAft>
              <a:buSzPts val="1600"/>
              <a:buFont typeface="Calibri"/>
              <a:buAutoNum type="arabicPeriod"/>
            </a:pPr>
            <a:r>
              <a:rPr lang="en-US" sz="1600"/>
              <a:t>Cost function  &amp; derivative </a:t>
            </a:r>
            <a:endParaRPr/>
          </a:p>
          <a:p>
            <a:pPr indent="-285750" lvl="1" marL="742950" rtl="0" algn="l">
              <a:lnSpc>
                <a:spcPct val="100000"/>
              </a:lnSpc>
              <a:spcBef>
                <a:spcPts val="280"/>
              </a:spcBef>
              <a:spcAft>
                <a:spcPts val="0"/>
              </a:spcAft>
              <a:buClr>
                <a:schemeClr val="dk1"/>
              </a:buClr>
              <a:buSzPts val="1400"/>
              <a:buFont typeface="Calibri"/>
              <a:buAutoNum type="arabicPeriod"/>
            </a:pPr>
            <a:r>
              <a:rPr lang="en-US" sz="1400"/>
              <a:t>W0` = w0 – 1/3 * learning rate * (sum (w0+w1X1+W2X2 - y)) </a:t>
            </a:r>
            <a:endParaRPr/>
          </a:p>
          <a:p>
            <a:pPr indent="-285750" lvl="1" marL="742950" rtl="0" algn="l">
              <a:lnSpc>
                <a:spcPct val="100000"/>
              </a:lnSpc>
              <a:spcBef>
                <a:spcPts val="280"/>
              </a:spcBef>
              <a:spcAft>
                <a:spcPts val="0"/>
              </a:spcAft>
              <a:buClr>
                <a:schemeClr val="dk1"/>
              </a:buClr>
              <a:buSzPts val="1400"/>
              <a:buFont typeface="Calibri"/>
              <a:buAutoNum type="arabicPeriod"/>
            </a:pPr>
            <a:r>
              <a:rPr lang="en-US" sz="1400"/>
              <a:t>W1` = w1 – 1/3 * learning rate * (sum (w0+w1X1+W2X2 - y) * x1) </a:t>
            </a:r>
            <a:endParaRPr/>
          </a:p>
          <a:p>
            <a:pPr indent="-285750" lvl="1" marL="742950" rtl="0" algn="l">
              <a:lnSpc>
                <a:spcPct val="100000"/>
              </a:lnSpc>
              <a:spcBef>
                <a:spcPts val="280"/>
              </a:spcBef>
              <a:spcAft>
                <a:spcPts val="0"/>
              </a:spcAft>
              <a:buClr>
                <a:schemeClr val="dk1"/>
              </a:buClr>
              <a:buSzPts val="1400"/>
              <a:buFont typeface="Calibri"/>
              <a:buAutoNum type="arabicPeriod"/>
            </a:pPr>
            <a:r>
              <a:rPr lang="en-US" sz="1400"/>
              <a:t>W2` = w2 – 1/3 * learning rate * (sum (w0+w1X1+W2X2 - y)*x2)</a:t>
            </a:r>
            <a:endParaRPr sz="900"/>
          </a:p>
          <a:p>
            <a:pPr indent="-342900" lvl="0" marL="342900" rtl="0" algn="l">
              <a:lnSpc>
                <a:spcPct val="100000"/>
              </a:lnSpc>
              <a:spcBef>
                <a:spcPts val="320"/>
              </a:spcBef>
              <a:spcAft>
                <a:spcPts val="0"/>
              </a:spcAft>
              <a:buSzPts val="1600"/>
              <a:buFont typeface="Calibri"/>
              <a:buAutoNum type="arabicPeriod"/>
            </a:pPr>
            <a:r>
              <a:rPr lang="en-US" sz="1600"/>
              <a:t>Apply the equations </a:t>
            </a:r>
            <a:endParaRPr sz="1600"/>
          </a:p>
        </p:txBody>
      </p:sp>
      <p:sp>
        <p:nvSpPr>
          <p:cNvPr id="3790" name="Google Shape;3790;p56"/>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lnSpcReduction="10000"/>
          </a:bodyPr>
          <a:lstStyle/>
          <a:p>
            <a:pPr indent="0" lvl="0" marL="0" rtl="0" algn="l">
              <a:lnSpc>
                <a:spcPct val="150000"/>
              </a:lnSpc>
              <a:spcBef>
                <a:spcPts val="0"/>
              </a:spcBef>
              <a:spcAft>
                <a:spcPts val="0"/>
              </a:spcAft>
              <a:buClr>
                <a:schemeClr val="dk1"/>
              </a:buClr>
              <a:buSzPts val="2400"/>
              <a:buNone/>
            </a:pPr>
            <a:r>
              <a:rPr lang="en-US" sz="2400"/>
              <a:t>Fit a linear Regression Line : </a:t>
            </a:r>
            <a:br>
              <a:rPr lang="en-US" sz="2400"/>
            </a:br>
            <a:r>
              <a:rPr lang="en-US" sz="2400"/>
              <a:t>Gradient Descent </a:t>
            </a:r>
            <a:endParaRPr sz="2400"/>
          </a:p>
        </p:txBody>
      </p:sp>
      <p:pic>
        <p:nvPicPr>
          <p:cNvPr id="3791" name="Google Shape;3791;p56"/>
          <p:cNvPicPr preferRelativeResize="0"/>
          <p:nvPr/>
        </p:nvPicPr>
        <p:blipFill rotWithShape="1">
          <a:blip r:embed="rId3">
            <a:alphaModFix/>
          </a:blip>
          <a:srcRect b="0" l="0" r="0" t="0"/>
          <a:stretch/>
        </p:blipFill>
        <p:spPr>
          <a:xfrm>
            <a:off x="4190788" y="2514600"/>
            <a:ext cx="4877223" cy="1450974"/>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6" name="Shape 3796"/>
        <p:cNvGrpSpPr/>
        <p:nvPr/>
      </p:nvGrpSpPr>
      <p:grpSpPr>
        <a:xfrm>
          <a:off x="0" y="0"/>
          <a:ext cx="0" cy="0"/>
          <a:chOff x="0" y="0"/>
          <a:chExt cx="0" cy="0"/>
        </a:xfrm>
      </p:grpSpPr>
      <p:sp>
        <p:nvSpPr>
          <p:cNvPr id="3797" name="Google Shape;3797;p57"/>
          <p:cNvSpPr txBox="1"/>
          <p:nvPr>
            <p:ph idx="1" type="body"/>
          </p:nvPr>
        </p:nvSpPr>
        <p:spPr>
          <a:xfrm>
            <a:off x="290512" y="1450974"/>
            <a:ext cx="8229600" cy="5029200"/>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100000"/>
              </a:lnSpc>
              <a:spcBef>
                <a:spcPts val="0"/>
              </a:spcBef>
              <a:spcAft>
                <a:spcPts val="0"/>
              </a:spcAft>
              <a:buSzPct val="100000"/>
              <a:buNone/>
            </a:pPr>
            <a:r>
              <a:rPr lang="en-US" sz="1600"/>
              <a:t>Fit a linear regression. Show only the first iteration of Gradient descent algorithm using learning rate of </a:t>
            </a:r>
            <a:r>
              <a:rPr b="1" lang="en-US" sz="1600"/>
              <a:t>0.02</a:t>
            </a:r>
            <a:r>
              <a:rPr lang="en-US" sz="1600"/>
              <a:t> for the following data , if the Relative Risk of Coronary Heart Disease is believed to be only linearly dependent on BMI as well as Diastolic Pressure. Assume the intercept of the regression model as</a:t>
            </a:r>
            <a:r>
              <a:rPr b="1" lang="en-US" sz="1600"/>
              <a:t> 5 </a:t>
            </a:r>
            <a:r>
              <a:rPr lang="en-US" sz="1600"/>
              <a:t>and the slope of independent variables as </a:t>
            </a:r>
            <a:r>
              <a:rPr b="1" lang="en-US" sz="1600"/>
              <a:t>-0.03 (negative)</a:t>
            </a:r>
            <a:r>
              <a:rPr lang="en-US" sz="1600"/>
              <a:t>.</a:t>
            </a:r>
            <a:endParaRPr/>
          </a:p>
          <a:p>
            <a:pPr indent="0" lvl="0" marL="0" rtl="0" algn="l">
              <a:lnSpc>
                <a:spcPct val="100000"/>
              </a:lnSpc>
              <a:spcBef>
                <a:spcPts val="296"/>
              </a:spcBef>
              <a:spcAft>
                <a:spcPts val="0"/>
              </a:spcAft>
              <a:buSzPct val="100000"/>
              <a:buNone/>
            </a:pPr>
            <a:r>
              <a:t/>
            </a:r>
            <a:endParaRPr sz="1600"/>
          </a:p>
          <a:p>
            <a:pPr indent="0" lvl="0" marL="0" rtl="0" algn="l">
              <a:lnSpc>
                <a:spcPct val="100000"/>
              </a:lnSpc>
              <a:spcBef>
                <a:spcPts val="296"/>
              </a:spcBef>
              <a:spcAft>
                <a:spcPts val="0"/>
              </a:spcAft>
              <a:buSzPct val="100000"/>
              <a:buNone/>
            </a:pPr>
            <a:r>
              <a:t/>
            </a:r>
            <a:endParaRPr b="1" sz="1600"/>
          </a:p>
          <a:p>
            <a:pPr indent="0" lvl="0" marL="0" rtl="0" algn="l">
              <a:lnSpc>
                <a:spcPct val="100000"/>
              </a:lnSpc>
              <a:spcBef>
                <a:spcPts val="296"/>
              </a:spcBef>
              <a:spcAft>
                <a:spcPts val="0"/>
              </a:spcAft>
              <a:buSzPct val="100000"/>
              <a:buNone/>
            </a:pPr>
            <a:r>
              <a:t/>
            </a:r>
            <a:endParaRPr b="1" sz="1600"/>
          </a:p>
          <a:p>
            <a:pPr indent="0" lvl="0" marL="0" rtl="0" algn="l">
              <a:lnSpc>
                <a:spcPct val="100000"/>
              </a:lnSpc>
              <a:spcBef>
                <a:spcPts val="296"/>
              </a:spcBef>
              <a:spcAft>
                <a:spcPts val="0"/>
              </a:spcAft>
              <a:buSzPct val="100000"/>
              <a:buNone/>
            </a:pPr>
            <a:r>
              <a:t/>
            </a:r>
            <a:endParaRPr b="1" sz="1600"/>
          </a:p>
          <a:p>
            <a:pPr indent="0" lvl="0" marL="0" rtl="0" algn="l">
              <a:lnSpc>
                <a:spcPct val="100000"/>
              </a:lnSpc>
              <a:spcBef>
                <a:spcPts val="296"/>
              </a:spcBef>
              <a:spcAft>
                <a:spcPts val="0"/>
              </a:spcAft>
              <a:buSzPct val="100000"/>
              <a:buNone/>
            </a:pPr>
            <a:r>
              <a:t/>
            </a:r>
            <a:endParaRPr b="1" sz="1600"/>
          </a:p>
          <a:p>
            <a:pPr indent="0" lvl="0" marL="0" rtl="0" algn="l">
              <a:lnSpc>
                <a:spcPct val="100000"/>
              </a:lnSpc>
              <a:spcBef>
                <a:spcPts val="296"/>
              </a:spcBef>
              <a:spcAft>
                <a:spcPts val="0"/>
              </a:spcAft>
              <a:buSzPct val="100000"/>
              <a:buNone/>
            </a:pPr>
            <a:r>
              <a:t/>
            </a:r>
            <a:endParaRPr b="1" sz="1600"/>
          </a:p>
          <a:p>
            <a:pPr indent="0" lvl="0" marL="0" rtl="0" algn="l">
              <a:lnSpc>
                <a:spcPct val="100000"/>
              </a:lnSpc>
              <a:spcBef>
                <a:spcPts val="296"/>
              </a:spcBef>
              <a:spcAft>
                <a:spcPts val="0"/>
              </a:spcAft>
              <a:buSzPct val="100000"/>
              <a:buNone/>
            </a:pPr>
            <a:r>
              <a:t/>
            </a:r>
            <a:endParaRPr b="1" sz="1600"/>
          </a:p>
          <a:p>
            <a:pPr indent="0" lvl="0" marL="0" rtl="0" algn="l">
              <a:lnSpc>
                <a:spcPct val="100000"/>
              </a:lnSpc>
              <a:spcBef>
                <a:spcPts val="296"/>
              </a:spcBef>
              <a:spcAft>
                <a:spcPts val="0"/>
              </a:spcAft>
              <a:buSzPct val="100000"/>
              <a:buNone/>
            </a:pPr>
            <a:r>
              <a:rPr b="1" lang="en-US" sz="1600"/>
              <a:t>Steps : </a:t>
            </a:r>
            <a:endParaRPr/>
          </a:p>
          <a:p>
            <a:pPr indent="-342900" lvl="0" marL="342900" rtl="0" algn="l">
              <a:lnSpc>
                <a:spcPct val="100000"/>
              </a:lnSpc>
              <a:spcBef>
                <a:spcPts val="296"/>
              </a:spcBef>
              <a:spcAft>
                <a:spcPts val="0"/>
              </a:spcAft>
              <a:buSzPct val="100000"/>
              <a:buFont typeface="Calibri"/>
              <a:buAutoNum type="arabicPeriod"/>
            </a:pPr>
            <a:r>
              <a:rPr lang="en-US" sz="1600"/>
              <a:t>Identification of the equations:  </a:t>
            </a:r>
            <a:r>
              <a:rPr lang="en-US" sz="1400"/>
              <a:t>RR-CHD = 5 – 0.03 * BMI – 0.03 * DiastolicPressure</a:t>
            </a:r>
            <a:endParaRPr sz="1600"/>
          </a:p>
          <a:p>
            <a:pPr indent="-342900" lvl="0" marL="342900" rtl="0" algn="l">
              <a:lnSpc>
                <a:spcPct val="100000"/>
              </a:lnSpc>
              <a:spcBef>
                <a:spcPts val="296"/>
              </a:spcBef>
              <a:spcAft>
                <a:spcPts val="0"/>
              </a:spcAft>
              <a:buSzPct val="100000"/>
              <a:buFont typeface="Calibri"/>
              <a:buAutoNum type="arabicPeriod"/>
            </a:pPr>
            <a:r>
              <a:rPr lang="en-US" sz="1600"/>
              <a:t>Cost function  &amp; derivative </a:t>
            </a:r>
            <a:endParaRPr/>
          </a:p>
          <a:p>
            <a:pPr indent="-285843" lvl="1" marL="742950" rtl="0" algn="l">
              <a:lnSpc>
                <a:spcPct val="100000"/>
              </a:lnSpc>
              <a:spcBef>
                <a:spcPts val="277"/>
              </a:spcBef>
              <a:spcAft>
                <a:spcPts val="0"/>
              </a:spcAft>
              <a:buClr>
                <a:schemeClr val="dk1"/>
              </a:buClr>
              <a:buSzPct val="100000"/>
              <a:buFont typeface="Calibri"/>
              <a:buAutoNum type="arabicPeriod"/>
            </a:pPr>
            <a:r>
              <a:rPr lang="en-US" sz="1500"/>
              <a:t>W0` = w0 – 1/3 * 0.02 * (sum (5-0.03BMI-0.03DiastolicPresure - RRCHD))</a:t>
            </a:r>
            <a:endParaRPr/>
          </a:p>
          <a:p>
            <a:pPr indent="0" lvl="2" marL="914400" rtl="0" algn="l">
              <a:lnSpc>
                <a:spcPct val="100000"/>
              </a:lnSpc>
              <a:spcBef>
                <a:spcPts val="277"/>
              </a:spcBef>
              <a:spcAft>
                <a:spcPts val="0"/>
              </a:spcAft>
              <a:buClr>
                <a:schemeClr val="dk1"/>
              </a:buClr>
              <a:buSzPct val="100000"/>
              <a:buNone/>
            </a:pPr>
            <a:r>
              <a:rPr lang="en-US" sz="1500"/>
              <a:t>= 5 – 1/3 * 0.02 * (sum (5-0.03BMI-0.03DiastolicPresure - RRCHD))</a:t>
            </a:r>
            <a:endParaRPr sz="1500"/>
          </a:p>
          <a:p>
            <a:pPr indent="-285843" lvl="1" marL="742950" rtl="0" algn="l">
              <a:lnSpc>
                <a:spcPct val="100000"/>
              </a:lnSpc>
              <a:spcBef>
                <a:spcPts val="277"/>
              </a:spcBef>
              <a:spcAft>
                <a:spcPts val="0"/>
              </a:spcAft>
              <a:buClr>
                <a:schemeClr val="dk1"/>
              </a:buClr>
              <a:buSzPct val="100000"/>
              <a:buFont typeface="Calibri"/>
              <a:buAutoNum type="arabicPeriod"/>
            </a:pPr>
            <a:r>
              <a:rPr lang="en-US" sz="1500"/>
              <a:t>W1` = w1 – 1/3 * 0.02 * (sum (5-0.03BMI-0.03DiastolicPresure - RRCHD) * BMI)</a:t>
            </a:r>
            <a:endParaRPr/>
          </a:p>
          <a:p>
            <a:pPr indent="0" lvl="2" marL="914400" rtl="0" algn="l">
              <a:lnSpc>
                <a:spcPct val="100000"/>
              </a:lnSpc>
              <a:spcBef>
                <a:spcPts val="277"/>
              </a:spcBef>
              <a:spcAft>
                <a:spcPts val="0"/>
              </a:spcAft>
              <a:buClr>
                <a:schemeClr val="dk1"/>
              </a:buClr>
              <a:buSzPct val="100000"/>
              <a:buNone/>
            </a:pPr>
            <a:r>
              <a:rPr lang="en-US" sz="1500"/>
              <a:t>= -0.03 – 1/3 * 0.02 * (sum (5-0.03BMI-0.03DiastolicPresure - RRCHD) * BMI)</a:t>
            </a:r>
            <a:endParaRPr sz="1500"/>
          </a:p>
          <a:p>
            <a:pPr indent="-285843" lvl="1" marL="742950" rtl="0" algn="l">
              <a:lnSpc>
                <a:spcPct val="100000"/>
              </a:lnSpc>
              <a:spcBef>
                <a:spcPts val="277"/>
              </a:spcBef>
              <a:spcAft>
                <a:spcPts val="0"/>
              </a:spcAft>
              <a:buClr>
                <a:schemeClr val="dk1"/>
              </a:buClr>
              <a:buSzPct val="100000"/>
              <a:buFont typeface="Calibri"/>
              <a:buAutoNum type="arabicPeriod"/>
            </a:pPr>
            <a:r>
              <a:rPr lang="en-US" sz="1500"/>
              <a:t>W2` = w2 – 1/3 * 0.02 * (sum (5-0.03BMI-0.03DiastolicPresure - RRCHD) * DiastolicPresure)</a:t>
            </a:r>
            <a:endParaRPr/>
          </a:p>
          <a:p>
            <a:pPr indent="0" lvl="1" marL="457200" rtl="0" algn="l">
              <a:lnSpc>
                <a:spcPct val="100000"/>
              </a:lnSpc>
              <a:spcBef>
                <a:spcPts val="277"/>
              </a:spcBef>
              <a:spcAft>
                <a:spcPts val="0"/>
              </a:spcAft>
              <a:buClr>
                <a:schemeClr val="dk1"/>
              </a:buClr>
              <a:buSzPct val="100000"/>
              <a:buNone/>
            </a:pPr>
            <a:r>
              <a:rPr lang="en-US" sz="1500"/>
              <a:t>	= -0.03 – 1/3 * 0.02 * (sum (5-0.03BMI-0.03DiastolicPresure - RRCHD) * DiastolicPresure)</a:t>
            </a:r>
            <a:endParaRPr sz="1500"/>
          </a:p>
          <a:p>
            <a:pPr indent="-232918" lvl="1" marL="742950" rtl="0" algn="l">
              <a:lnSpc>
                <a:spcPct val="100000"/>
              </a:lnSpc>
              <a:spcBef>
                <a:spcPts val="166"/>
              </a:spcBef>
              <a:spcAft>
                <a:spcPts val="0"/>
              </a:spcAft>
              <a:buClr>
                <a:schemeClr val="dk1"/>
              </a:buClr>
              <a:buSzPct val="100000"/>
              <a:buFont typeface="Calibri"/>
              <a:buNone/>
            </a:pPr>
            <a:r>
              <a:t/>
            </a:r>
            <a:endParaRPr sz="900"/>
          </a:p>
          <a:p>
            <a:pPr indent="-342900" lvl="0" marL="342900" rtl="0" algn="l">
              <a:lnSpc>
                <a:spcPct val="100000"/>
              </a:lnSpc>
              <a:spcBef>
                <a:spcPts val="296"/>
              </a:spcBef>
              <a:spcAft>
                <a:spcPts val="0"/>
              </a:spcAft>
              <a:buSzPct val="100000"/>
              <a:buFont typeface="Calibri"/>
              <a:buAutoNum type="arabicPeriod"/>
            </a:pPr>
            <a:r>
              <a:rPr lang="en-US" sz="1600"/>
              <a:t>Apply the equations : Answer at the end of first iteration: </a:t>
            </a:r>
            <a:endParaRPr/>
          </a:p>
          <a:p>
            <a:pPr indent="0" lvl="1" marL="457200" rtl="0" algn="l">
              <a:lnSpc>
                <a:spcPct val="100000"/>
              </a:lnSpc>
              <a:spcBef>
                <a:spcPts val="277"/>
              </a:spcBef>
              <a:spcAft>
                <a:spcPts val="0"/>
              </a:spcAft>
              <a:buClr>
                <a:schemeClr val="dk1"/>
              </a:buClr>
              <a:buSzPct val="100000"/>
              <a:buNone/>
            </a:pPr>
            <a:r>
              <a:rPr lang="en-US" sz="1500"/>
              <a:t>W0 = 5.0016 , W1 = 0.0476, w2= 0.179</a:t>
            </a:r>
            <a:endParaRPr sz="1500"/>
          </a:p>
        </p:txBody>
      </p:sp>
      <p:sp>
        <p:nvSpPr>
          <p:cNvPr id="3798" name="Google Shape;3798;p57"/>
          <p:cNvSpPr txBox="1"/>
          <p:nvPr>
            <p:ph idx="2" type="body"/>
          </p:nvPr>
        </p:nvSpPr>
        <p:spPr>
          <a:xfrm>
            <a:off x="304800" y="152400"/>
            <a:ext cx="6324600" cy="1143000"/>
          </a:xfrm>
          <a:prstGeom prst="rect">
            <a:avLst/>
          </a:prstGeom>
          <a:noFill/>
          <a:ln>
            <a:noFill/>
          </a:ln>
        </p:spPr>
        <p:txBody>
          <a:bodyPr anchorCtr="0" anchor="ctr" bIns="45700" lIns="91425" spcFirstLastPara="1" rIns="91425" wrap="square" tIns="45700">
            <a:normAutofit lnSpcReduction="10000"/>
          </a:bodyPr>
          <a:lstStyle/>
          <a:p>
            <a:pPr indent="0" lvl="0" marL="0" rtl="0" algn="l">
              <a:lnSpc>
                <a:spcPct val="150000"/>
              </a:lnSpc>
              <a:spcBef>
                <a:spcPts val="0"/>
              </a:spcBef>
              <a:spcAft>
                <a:spcPts val="0"/>
              </a:spcAft>
              <a:buClr>
                <a:schemeClr val="dk1"/>
              </a:buClr>
              <a:buSzPts val="2400"/>
              <a:buNone/>
            </a:pPr>
            <a:r>
              <a:rPr lang="en-US" sz="2400"/>
              <a:t>Fit a linear Regression Line : </a:t>
            </a:r>
            <a:br>
              <a:rPr lang="en-US" sz="2400"/>
            </a:br>
            <a:r>
              <a:rPr lang="en-US" sz="2400"/>
              <a:t>Gradient Descent </a:t>
            </a:r>
            <a:endParaRPr sz="2400"/>
          </a:p>
        </p:txBody>
      </p:sp>
      <p:pic>
        <p:nvPicPr>
          <p:cNvPr id="3799" name="Google Shape;3799;p57"/>
          <p:cNvPicPr preferRelativeResize="0"/>
          <p:nvPr/>
        </p:nvPicPr>
        <p:blipFill rotWithShape="1">
          <a:blip r:embed="rId3">
            <a:alphaModFix/>
          </a:blip>
          <a:srcRect b="0" l="0" r="0" t="0"/>
          <a:stretch/>
        </p:blipFill>
        <p:spPr>
          <a:xfrm>
            <a:off x="4190788" y="2514600"/>
            <a:ext cx="4877223" cy="1450974"/>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4" name="Shape 3804"/>
        <p:cNvGrpSpPr/>
        <p:nvPr/>
      </p:nvGrpSpPr>
      <p:grpSpPr>
        <a:xfrm>
          <a:off x="0" y="0"/>
          <a:ext cx="0" cy="0"/>
          <a:chOff x="0" y="0"/>
          <a:chExt cx="0" cy="0"/>
        </a:xfrm>
      </p:grpSpPr>
      <p:sp>
        <p:nvSpPr>
          <p:cNvPr id="3805" name="Google Shape;3805;p58"/>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2400"/>
              <a:buFont typeface="Arial"/>
              <a:buNone/>
            </a:pPr>
            <a:r>
              <a:rPr b="1" lang="en-US" sz="2400">
                <a:latin typeface="Arial"/>
                <a:ea typeface="Arial"/>
                <a:cs typeface="Arial"/>
                <a:sym typeface="Arial"/>
              </a:rPr>
              <a:t>Closed Form Solution Vs. Gradient Descent</a:t>
            </a:r>
            <a:endParaRPr b="1" sz="2400">
              <a:latin typeface="Arial"/>
              <a:ea typeface="Arial"/>
              <a:cs typeface="Arial"/>
              <a:sym typeface="Arial"/>
            </a:endParaRPr>
          </a:p>
        </p:txBody>
      </p:sp>
      <p:sp>
        <p:nvSpPr>
          <p:cNvPr id="3806" name="Google Shape;3806;p58"/>
          <p:cNvSpPr/>
          <p:nvPr/>
        </p:nvSpPr>
        <p:spPr>
          <a:xfrm>
            <a:off x="7829550" y="5657850"/>
            <a:ext cx="114300" cy="171450"/>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Tahoma"/>
              <a:buNone/>
            </a:pPr>
            <a:r>
              <a:t/>
            </a:r>
            <a:endParaRPr b="0" i="0" sz="1200" u="none" cap="none" strike="noStrike">
              <a:solidFill>
                <a:srgbClr val="FFFFFF"/>
              </a:solidFill>
              <a:latin typeface="Calibri"/>
              <a:ea typeface="Calibri"/>
              <a:cs typeface="Calibri"/>
              <a:sym typeface="Calibri"/>
            </a:endParaRPr>
          </a:p>
        </p:txBody>
      </p:sp>
      <p:pic>
        <p:nvPicPr>
          <p:cNvPr id="3807" name="Google Shape;3807;p58"/>
          <p:cNvPicPr preferRelativeResize="0"/>
          <p:nvPr/>
        </p:nvPicPr>
        <p:blipFill rotWithShape="1">
          <a:blip r:embed="rId3">
            <a:alphaModFix/>
          </a:blip>
          <a:srcRect b="0" l="0" r="0" t="0"/>
          <a:stretch/>
        </p:blipFill>
        <p:spPr>
          <a:xfrm>
            <a:off x="770814" y="2017653"/>
            <a:ext cx="7602371" cy="2822693"/>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1" name="Shape 3811"/>
        <p:cNvGrpSpPr/>
        <p:nvPr/>
      </p:nvGrpSpPr>
      <p:grpSpPr>
        <a:xfrm>
          <a:off x="0" y="0"/>
          <a:ext cx="0" cy="0"/>
          <a:chOff x="0" y="0"/>
          <a:chExt cx="0" cy="0"/>
        </a:xfrm>
      </p:grpSpPr>
      <p:sp>
        <p:nvSpPr>
          <p:cNvPr id="3812" name="Google Shape;3812;g2a33f95ab57_0_44"/>
          <p:cNvSpPr txBox="1"/>
          <p:nvPr>
            <p:ph idx="4294967295" type="title"/>
          </p:nvPr>
        </p:nvSpPr>
        <p:spPr>
          <a:xfrm>
            <a:off x="152400" y="2895600"/>
            <a:ext cx="91440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sz="3200">
                <a:solidFill>
                  <a:srgbClr val="C00000"/>
                </a:solidFill>
              </a:rPr>
              <a:t>Types of Gradient Descent Algorithms</a:t>
            </a:r>
            <a:endParaRPr sz="3200">
              <a:solidFill>
                <a:srgbClr val="C00000"/>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6" name="Shape 3816"/>
        <p:cNvGrpSpPr/>
        <p:nvPr/>
      </p:nvGrpSpPr>
      <p:grpSpPr>
        <a:xfrm>
          <a:off x="0" y="0"/>
          <a:ext cx="0" cy="0"/>
          <a:chOff x="0" y="0"/>
          <a:chExt cx="0" cy="0"/>
        </a:xfrm>
      </p:grpSpPr>
      <p:sp>
        <p:nvSpPr>
          <p:cNvPr id="3817" name="Google Shape;3817;g2a33f95ab57_0_11"/>
          <p:cNvSpPr/>
          <p:nvPr/>
        </p:nvSpPr>
        <p:spPr>
          <a:xfrm>
            <a:off x="275662" y="1340107"/>
            <a:ext cx="8352900" cy="2062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555555"/>
              </a:buClr>
              <a:buSzPts val="1600"/>
              <a:buFont typeface="Arial"/>
              <a:buChar char="•"/>
            </a:pPr>
            <a:r>
              <a:rPr b="1" i="0" lang="en-US" sz="1600" u="none" cap="none" strike="noStrike">
                <a:solidFill>
                  <a:srgbClr val="555555"/>
                </a:solidFill>
                <a:latin typeface="Arial"/>
                <a:ea typeface="Arial"/>
                <a:cs typeface="Arial"/>
                <a:sym typeface="Arial"/>
              </a:rPr>
              <a:t>Batch</a:t>
            </a:r>
            <a:r>
              <a:rPr b="0" i="0" lang="en-US" sz="1600" u="none" cap="none" strike="noStrike">
                <a:solidFill>
                  <a:srgbClr val="555555"/>
                </a:solidFill>
                <a:latin typeface="Arial"/>
                <a:ea typeface="Arial"/>
                <a:cs typeface="Arial"/>
                <a:sym typeface="Arial"/>
              </a:rPr>
              <a:t> gradient descent refers to calculating the derivative from all training data before calculating an update.</a:t>
            </a:r>
            <a:endParaRPr b="0" i="0" sz="1400" u="none" cap="none" strike="noStrike">
              <a:solidFill>
                <a:srgbClr val="000000"/>
              </a:solidFill>
              <a:latin typeface="Arial"/>
              <a:ea typeface="Arial"/>
              <a:cs typeface="Arial"/>
              <a:sym typeface="Arial"/>
            </a:endParaRPr>
          </a:p>
          <a:p>
            <a:pPr indent="-241300" lvl="0" marL="342900" marR="0" rtl="0" algn="l">
              <a:lnSpc>
                <a:spcPct val="100000"/>
              </a:lnSpc>
              <a:spcBef>
                <a:spcPts val="0"/>
              </a:spcBef>
              <a:spcAft>
                <a:spcPts val="0"/>
              </a:spcAft>
              <a:buClr>
                <a:schemeClr val="dk1"/>
              </a:buClr>
              <a:buSzPts val="1600"/>
              <a:buFont typeface="Arial"/>
              <a:buNone/>
            </a:pPr>
            <a:r>
              <a:t/>
            </a:r>
            <a:endParaRPr b="0" i="0" sz="1600" u="none" cap="none" strike="noStrike">
              <a:solidFill>
                <a:srgbClr val="555555"/>
              </a:solidFill>
              <a:latin typeface="Arial"/>
              <a:ea typeface="Arial"/>
              <a:cs typeface="Arial"/>
              <a:sym typeface="Arial"/>
            </a:endParaRPr>
          </a:p>
          <a:p>
            <a:pPr indent="-342900" lvl="0" marL="342900" marR="0" rtl="0" algn="l">
              <a:lnSpc>
                <a:spcPct val="100000"/>
              </a:lnSpc>
              <a:spcBef>
                <a:spcPts val="0"/>
              </a:spcBef>
              <a:spcAft>
                <a:spcPts val="0"/>
              </a:spcAft>
              <a:buClr>
                <a:srgbClr val="555555"/>
              </a:buClr>
              <a:buSzPts val="1600"/>
              <a:buFont typeface="Arial"/>
              <a:buChar char="•"/>
            </a:pPr>
            <a:r>
              <a:rPr b="1" i="0" lang="en-US" sz="1600" u="none" cap="none" strike="noStrike">
                <a:solidFill>
                  <a:srgbClr val="555555"/>
                </a:solidFill>
                <a:latin typeface="Arial"/>
                <a:ea typeface="Arial"/>
                <a:cs typeface="Arial"/>
                <a:sym typeface="Arial"/>
              </a:rPr>
              <a:t>Minibatch</a:t>
            </a:r>
            <a:r>
              <a:rPr b="0" i="0" lang="en-US" sz="1600" u="none" cap="none" strike="noStrike">
                <a:solidFill>
                  <a:srgbClr val="555555"/>
                </a:solidFill>
                <a:latin typeface="Arial"/>
                <a:ea typeface="Arial"/>
                <a:cs typeface="Arial"/>
                <a:sym typeface="Arial"/>
              </a:rPr>
              <a:t> refers to calculating derivative of mini groups of training data before calculating an update.</a:t>
            </a:r>
            <a:endParaRPr b="0" i="0" sz="1400" u="none" cap="none" strike="noStrike">
              <a:solidFill>
                <a:srgbClr val="000000"/>
              </a:solidFill>
              <a:latin typeface="Arial"/>
              <a:ea typeface="Arial"/>
              <a:cs typeface="Arial"/>
              <a:sym typeface="Arial"/>
            </a:endParaRPr>
          </a:p>
          <a:p>
            <a:pPr indent="-241300" lvl="0" marL="342900" marR="0" rtl="0" algn="l">
              <a:lnSpc>
                <a:spcPct val="100000"/>
              </a:lnSpc>
              <a:spcBef>
                <a:spcPts val="0"/>
              </a:spcBef>
              <a:spcAft>
                <a:spcPts val="0"/>
              </a:spcAft>
              <a:buClr>
                <a:schemeClr val="dk1"/>
              </a:buClr>
              <a:buSzPts val="1600"/>
              <a:buFont typeface="Arial"/>
              <a:buNone/>
            </a:pPr>
            <a:r>
              <a:t/>
            </a:r>
            <a:endParaRPr b="0" i="0" sz="1600" u="none" cap="none" strike="noStrike">
              <a:solidFill>
                <a:srgbClr val="555555"/>
              </a:solidFill>
              <a:latin typeface="Arial"/>
              <a:ea typeface="Arial"/>
              <a:cs typeface="Arial"/>
              <a:sym typeface="Arial"/>
            </a:endParaRPr>
          </a:p>
          <a:p>
            <a:pPr indent="-342900" lvl="0" marL="342900" marR="0" rtl="0" algn="l">
              <a:lnSpc>
                <a:spcPct val="100000"/>
              </a:lnSpc>
              <a:spcBef>
                <a:spcPts val="0"/>
              </a:spcBef>
              <a:spcAft>
                <a:spcPts val="0"/>
              </a:spcAft>
              <a:buClr>
                <a:srgbClr val="555555"/>
              </a:buClr>
              <a:buSzPts val="1600"/>
              <a:buFont typeface="Arial"/>
              <a:buChar char="•"/>
            </a:pPr>
            <a:r>
              <a:rPr b="1" i="0" lang="en-US" sz="1600" u="none" cap="none" strike="noStrike">
                <a:solidFill>
                  <a:srgbClr val="555555"/>
                </a:solidFill>
                <a:latin typeface="Arial"/>
                <a:ea typeface="Arial"/>
                <a:cs typeface="Arial"/>
                <a:sym typeface="Arial"/>
              </a:rPr>
              <a:t>Stochastic</a:t>
            </a:r>
            <a:r>
              <a:rPr b="0" i="0" lang="en-US" sz="1600" u="none" cap="none" strike="noStrike">
                <a:solidFill>
                  <a:srgbClr val="555555"/>
                </a:solidFill>
                <a:latin typeface="Arial"/>
                <a:ea typeface="Arial"/>
                <a:cs typeface="Arial"/>
                <a:sym typeface="Arial"/>
              </a:rPr>
              <a:t> gradient descent refers to calculating the derivative from each training data instance and calculating the update immediately</a:t>
            </a:r>
            <a:endParaRPr b="0" i="0" sz="1400" u="none" cap="none" strike="noStrike">
              <a:solidFill>
                <a:srgbClr val="000000"/>
              </a:solidFill>
              <a:latin typeface="Arial"/>
              <a:ea typeface="Arial"/>
              <a:cs typeface="Arial"/>
              <a:sym typeface="Arial"/>
            </a:endParaRPr>
          </a:p>
        </p:txBody>
      </p:sp>
      <p:sp>
        <p:nvSpPr>
          <p:cNvPr id="3818" name="Google Shape;3818;g2a33f95ab57_0_11"/>
          <p:cNvSpPr txBox="1"/>
          <p:nvPr/>
        </p:nvSpPr>
        <p:spPr>
          <a:xfrm>
            <a:off x="31376" y="228600"/>
            <a:ext cx="6991500" cy="7653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Gradient Descent: Variants</a:t>
            </a:r>
            <a:endParaRPr b="1" baseline="-25000" i="0" sz="2400" u="none" cap="none" strike="noStrike">
              <a:solidFill>
                <a:srgbClr val="000000"/>
              </a:solidFill>
              <a:latin typeface="Arial"/>
              <a:ea typeface="Arial"/>
              <a:cs typeface="Arial"/>
              <a:sym typeface="Arial"/>
            </a:endParaRPr>
          </a:p>
        </p:txBody>
      </p:sp>
      <p:pic>
        <p:nvPicPr>
          <p:cNvPr id="3819" name="Google Shape;3819;g2a33f95ab57_0_11"/>
          <p:cNvPicPr preferRelativeResize="0"/>
          <p:nvPr>
            <p:ph idx="4294967295" type="body"/>
          </p:nvPr>
        </p:nvPicPr>
        <p:blipFill rotWithShape="1">
          <a:blip r:embed="rId3">
            <a:alphaModFix/>
          </a:blip>
          <a:srcRect b="0" l="0" r="0" t="0"/>
          <a:stretch/>
        </p:blipFill>
        <p:spPr>
          <a:xfrm>
            <a:off x="1600200" y="3561980"/>
            <a:ext cx="5867400" cy="2709000"/>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3" name="Shape 3823"/>
        <p:cNvGrpSpPr/>
        <p:nvPr/>
      </p:nvGrpSpPr>
      <p:grpSpPr>
        <a:xfrm>
          <a:off x="0" y="0"/>
          <a:ext cx="0" cy="0"/>
          <a:chOff x="0" y="0"/>
          <a:chExt cx="0" cy="0"/>
        </a:xfrm>
      </p:grpSpPr>
      <p:sp>
        <p:nvSpPr>
          <p:cNvPr id="3824" name="Google Shape;3824;g2a33f95ab57_0_38"/>
          <p:cNvSpPr txBox="1"/>
          <p:nvPr/>
        </p:nvSpPr>
        <p:spPr>
          <a:xfrm>
            <a:off x="31376" y="228600"/>
            <a:ext cx="6991500" cy="7653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Gradient Descent: Variants</a:t>
            </a:r>
            <a:endParaRPr b="1" baseline="-25000" i="0" sz="2400" u="none" cap="none" strike="noStrike">
              <a:solidFill>
                <a:srgbClr val="000000"/>
              </a:solidFill>
              <a:latin typeface="Arial"/>
              <a:ea typeface="Arial"/>
              <a:cs typeface="Arial"/>
              <a:sym typeface="Arial"/>
            </a:endParaRPr>
          </a:p>
        </p:txBody>
      </p:sp>
      <p:pic>
        <p:nvPicPr>
          <p:cNvPr id="3825" name="Google Shape;3825;g2a33f95ab57_0_38"/>
          <p:cNvPicPr preferRelativeResize="0"/>
          <p:nvPr/>
        </p:nvPicPr>
        <p:blipFill rotWithShape="1">
          <a:blip r:embed="rId3">
            <a:alphaModFix/>
          </a:blip>
          <a:srcRect b="0" l="0" r="0" t="0"/>
          <a:stretch/>
        </p:blipFill>
        <p:spPr>
          <a:xfrm>
            <a:off x="141225" y="1627000"/>
            <a:ext cx="8334649" cy="405225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9" name="Shape 3829"/>
        <p:cNvGrpSpPr/>
        <p:nvPr/>
      </p:nvGrpSpPr>
      <p:grpSpPr>
        <a:xfrm>
          <a:off x="0" y="0"/>
          <a:ext cx="0" cy="0"/>
          <a:chOff x="0" y="0"/>
          <a:chExt cx="0" cy="0"/>
        </a:xfrm>
      </p:grpSpPr>
      <p:sp>
        <p:nvSpPr>
          <p:cNvPr id="3830" name="Google Shape;3830;g2a33f95ab57_0_54"/>
          <p:cNvSpPr txBox="1"/>
          <p:nvPr/>
        </p:nvSpPr>
        <p:spPr>
          <a:xfrm>
            <a:off x="31376" y="228600"/>
            <a:ext cx="6991500" cy="7653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Gradient Descent: Variants</a:t>
            </a:r>
            <a:endParaRPr b="1" baseline="-25000" i="0" sz="2400" u="none" cap="none" strike="noStrike">
              <a:solidFill>
                <a:srgbClr val="000000"/>
              </a:solidFill>
              <a:latin typeface="Arial"/>
              <a:ea typeface="Arial"/>
              <a:cs typeface="Arial"/>
              <a:sym typeface="Arial"/>
            </a:endParaRPr>
          </a:p>
        </p:txBody>
      </p:sp>
      <p:pic>
        <p:nvPicPr>
          <p:cNvPr id="3831" name="Google Shape;3831;g2a33f95ab57_0_54"/>
          <p:cNvPicPr preferRelativeResize="0"/>
          <p:nvPr/>
        </p:nvPicPr>
        <p:blipFill rotWithShape="1">
          <a:blip r:embed="rId3">
            <a:alphaModFix/>
          </a:blip>
          <a:srcRect b="0" l="0" r="0" t="0"/>
          <a:stretch/>
        </p:blipFill>
        <p:spPr>
          <a:xfrm>
            <a:off x="183800" y="1501799"/>
            <a:ext cx="7774225" cy="454250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5" name="Shape 3835"/>
        <p:cNvGrpSpPr/>
        <p:nvPr/>
      </p:nvGrpSpPr>
      <p:grpSpPr>
        <a:xfrm>
          <a:off x="0" y="0"/>
          <a:ext cx="0" cy="0"/>
          <a:chOff x="0" y="0"/>
          <a:chExt cx="0" cy="0"/>
        </a:xfrm>
      </p:grpSpPr>
      <p:sp>
        <p:nvSpPr>
          <p:cNvPr id="3836" name="Google Shape;3836;g2a33f95ab57_0_49"/>
          <p:cNvSpPr txBox="1"/>
          <p:nvPr/>
        </p:nvSpPr>
        <p:spPr>
          <a:xfrm>
            <a:off x="31376" y="228600"/>
            <a:ext cx="6991500" cy="7653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Gradient Descent: Variants</a:t>
            </a:r>
            <a:endParaRPr b="1" baseline="-25000" i="0" sz="2400" u="none" cap="none" strike="noStrike">
              <a:solidFill>
                <a:srgbClr val="000000"/>
              </a:solidFill>
              <a:latin typeface="Arial"/>
              <a:ea typeface="Arial"/>
              <a:cs typeface="Arial"/>
              <a:sym typeface="Arial"/>
            </a:endParaRPr>
          </a:p>
        </p:txBody>
      </p:sp>
      <p:pic>
        <p:nvPicPr>
          <p:cNvPr id="3837" name="Google Shape;3837;g2a33f95ab57_0_49"/>
          <p:cNvPicPr preferRelativeResize="0"/>
          <p:nvPr/>
        </p:nvPicPr>
        <p:blipFill rotWithShape="1">
          <a:blip r:embed="rId3">
            <a:alphaModFix/>
          </a:blip>
          <a:srcRect b="0" l="0" r="0" t="0"/>
          <a:stretch/>
        </p:blipFill>
        <p:spPr>
          <a:xfrm>
            <a:off x="309350" y="1478424"/>
            <a:ext cx="7863049" cy="457155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1" name="Shape 3841"/>
        <p:cNvGrpSpPr/>
        <p:nvPr/>
      </p:nvGrpSpPr>
      <p:grpSpPr>
        <a:xfrm>
          <a:off x="0" y="0"/>
          <a:ext cx="0" cy="0"/>
          <a:chOff x="0" y="0"/>
          <a:chExt cx="0" cy="0"/>
        </a:xfrm>
      </p:grpSpPr>
      <p:sp>
        <p:nvSpPr>
          <p:cNvPr id="3842" name="Google Shape;3842;g2a33f95ab57_0_17"/>
          <p:cNvSpPr txBox="1"/>
          <p:nvPr/>
        </p:nvSpPr>
        <p:spPr>
          <a:xfrm>
            <a:off x="31376" y="228600"/>
            <a:ext cx="6991500" cy="765300"/>
          </a:xfrm>
          <a:prstGeom prst="rect">
            <a:avLst/>
          </a:prstGeom>
          <a:noFill/>
          <a:ln>
            <a:noFill/>
          </a:ln>
        </p:spPr>
        <p:txBody>
          <a:bodyPr anchorCtr="0" anchor="ctr" bIns="45700" lIns="91425" spcFirstLastPara="1" rIns="91425" wrap="square" tIns="45700">
            <a:normAutofit lnSpcReduction="10000"/>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Gradient Descent: Variants - Effect on Convergence</a:t>
            </a:r>
            <a:endParaRPr b="1" baseline="-25000" i="0" sz="2400" u="none" cap="none" strike="noStrike">
              <a:solidFill>
                <a:srgbClr val="000000"/>
              </a:solidFill>
              <a:latin typeface="Arial"/>
              <a:ea typeface="Arial"/>
              <a:cs typeface="Arial"/>
              <a:sym typeface="Arial"/>
            </a:endParaRPr>
          </a:p>
        </p:txBody>
      </p:sp>
      <p:pic>
        <p:nvPicPr>
          <p:cNvPr id="3843" name="Google Shape;3843;g2a33f95ab57_0_17"/>
          <p:cNvPicPr preferRelativeResize="0"/>
          <p:nvPr/>
        </p:nvPicPr>
        <p:blipFill rotWithShape="1">
          <a:blip r:embed="rId3">
            <a:alphaModFix/>
          </a:blip>
          <a:srcRect b="0" l="0" r="0" t="0"/>
          <a:stretch/>
        </p:blipFill>
        <p:spPr>
          <a:xfrm>
            <a:off x="125550" y="1488717"/>
            <a:ext cx="3505503" cy="2505673"/>
          </a:xfrm>
          <a:prstGeom prst="rect">
            <a:avLst/>
          </a:prstGeom>
          <a:noFill/>
          <a:ln>
            <a:noFill/>
          </a:ln>
        </p:spPr>
      </p:pic>
      <p:pic>
        <p:nvPicPr>
          <p:cNvPr id="3844" name="Google Shape;3844;g2a33f95ab57_0_17"/>
          <p:cNvPicPr preferRelativeResize="0"/>
          <p:nvPr/>
        </p:nvPicPr>
        <p:blipFill rotWithShape="1">
          <a:blip r:embed="rId4">
            <a:alphaModFix/>
          </a:blip>
          <a:srcRect b="0" l="0" r="0" t="0"/>
          <a:stretch/>
        </p:blipFill>
        <p:spPr>
          <a:xfrm>
            <a:off x="3538050" y="2843750"/>
            <a:ext cx="5526024" cy="3620500"/>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8" name="Shape 3848"/>
        <p:cNvGrpSpPr/>
        <p:nvPr/>
      </p:nvGrpSpPr>
      <p:grpSpPr>
        <a:xfrm>
          <a:off x="0" y="0"/>
          <a:ext cx="0" cy="0"/>
          <a:chOff x="0" y="0"/>
          <a:chExt cx="0" cy="0"/>
        </a:xfrm>
      </p:grpSpPr>
      <p:sp>
        <p:nvSpPr>
          <p:cNvPr id="3849" name="Google Shape;3849;p59"/>
          <p:cNvSpPr txBox="1"/>
          <p:nvPr>
            <p:ph idx="4294967295" type="title"/>
          </p:nvPr>
        </p:nvSpPr>
        <p:spPr>
          <a:xfrm>
            <a:off x="152400" y="2895600"/>
            <a:ext cx="91440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sz="3200">
                <a:solidFill>
                  <a:srgbClr val="C00000"/>
                </a:solidFill>
              </a:rPr>
              <a:t>Evaluation Metrics</a:t>
            </a:r>
            <a:endParaRPr sz="3200">
              <a:solidFill>
                <a:srgbClr val="C00000"/>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4" name="Shape 3854"/>
        <p:cNvGrpSpPr/>
        <p:nvPr/>
      </p:nvGrpSpPr>
      <p:grpSpPr>
        <a:xfrm>
          <a:off x="0" y="0"/>
          <a:ext cx="0" cy="0"/>
          <a:chOff x="0" y="0"/>
          <a:chExt cx="0" cy="0"/>
        </a:xfrm>
      </p:grpSpPr>
      <p:sp>
        <p:nvSpPr>
          <p:cNvPr id="3855" name="Google Shape;3855;p60"/>
          <p:cNvSpPr txBox="1"/>
          <p:nvPr>
            <p:ph type="title"/>
          </p:nvPr>
        </p:nvSpPr>
        <p:spPr>
          <a:xfrm>
            <a:off x="309519" y="246233"/>
            <a:ext cx="8556712" cy="1015663"/>
          </a:xfrm>
          <a:prstGeom prst="rect">
            <a:avLst/>
          </a:prstGeom>
          <a:noFill/>
          <a:ln>
            <a:noFill/>
          </a:ln>
        </p:spPr>
        <p:txBody>
          <a:bodyPr anchorCtr="0" anchor="ctr" bIns="45700" lIns="91425" spcFirstLastPara="1" rIns="91425" wrap="square" tIns="45700">
            <a:spAutoFit/>
          </a:bodyPr>
          <a:lstStyle/>
          <a:p>
            <a:pPr indent="28575" lvl="0" marL="85725" rtl="0" algn="l">
              <a:lnSpc>
                <a:spcPct val="150000"/>
              </a:lnSpc>
              <a:spcBef>
                <a:spcPts val="0"/>
              </a:spcBef>
              <a:spcAft>
                <a:spcPts val="0"/>
              </a:spcAft>
              <a:buClr>
                <a:schemeClr val="dk1"/>
              </a:buClr>
              <a:buSzPts val="3600"/>
              <a:buFont typeface="Arial"/>
              <a:buNone/>
            </a:pPr>
            <a:r>
              <a:rPr b="1" lang="en-US" sz="2400">
                <a:latin typeface="Arial"/>
                <a:ea typeface="Arial"/>
                <a:cs typeface="Arial"/>
                <a:sym typeface="Arial"/>
              </a:rPr>
              <a:t>Evaluation of Linear Regression Model  </a:t>
            </a:r>
            <a:br>
              <a:rPr b="1" lang="en-US" sz="2400">
                <a:latin typeface="Arial"/>
                <a:ea typeface="Arial"/>
                <a:cs typeface="Arial"/>
                <a:sym typeface="Arial"/>
              </a:rPr>
            </a:br>
            <a:endParaRPr b="1" sz="1800">
              <a:latin typeface="Arial"/>
              <a:ea typeface="Arial"/>
              <a:cs typeface="Arial"/>
              <a:sym typeface="Arial"/>
            </a:endParaRPr>
          </a:p>
        </p:txBody>
      </p:sp>
      <p:sp>
        <p:nvSpPr>
          <p:cNvPr id="3856" name="Google Shape;3856;p60"/>
          <p:cNvSpPr txBox="1"/>
          <p:nvPr>
            <p:ph idx="12" type="sldNum"/>
          </p:nvPr>
        </p:nvSpPr>
        <p:spPr>
          <a:xfrm>
            <a:off x="8532440" y="6237312"/>
            <a:ext cx="611560" cy="29311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Times New Roman"/>
              <a:buNone/>
            </a:pPr>
            <a:fld id="{00000000-1234-1234-1234-123412341234}" type="slidenum">
              <a:rPr b="1" i="0" lang="en-US" sz="1600" u="none" cap="none" strike="noStrike">
                <a:solidFill>
                  <a:srgbClr val="000000"/>
                </a:solidFill>
                <a:latin typeface="Times New Roman"/>
                <a:ea typeface="Times New Roman"/>
                <a:cs typeface="Times New Roman"/>
                <a:sym typeface="Times New Roman"/>
              </a:rPr>
              <a:t>‹#›</a:t>
            </a:fld>
            <a:endParaRPr b="1" i="0" sz="1600" u="none" cap="none" strike="noStrike">
              <a:solidFill>
                <a:srgbClr val="000000"/>
              </a:solidFill>
              <a:latin typeface="Times New Roman"/>
              <a:ea typeface="Times New Roman"/>
              <a:cs typeface="Times New Roman"/>
              <a:sym typeface="Times New Roman"/>
            </a:endParaRPr>
          </a:p>
        </p:txBody>
      </p:sp>
      <p:graphicFrame>
        <p:nvGraphicFramePr>
          <p:cNvPr id="3857" name="Google Shape;3857;p60"/>
          <p:cNvGraphicFramePr/>
          <p:nvPr/>
        </p:nvGraphicFramePr>
        <p:xfrm>
          <a:off x="152400" y="1525136"/>
          <a:ext cx="3000000" cy="3000000"/>
        </p:xfrm>
        <a:graphic>
          <a:graphicData uri="http://schemas.openxmlformats.org/drawingml/2006/table">
            <a:tbl>
              <a:tblPr bandRow="1" firstRow="1">
                <a:noFill/>
                <a:tableStyleId>{34F57EB2-B075-49AD-9C69-90DEA08F2B00}</a:tableStyleId>
              </a:tblPr>
              <a:tblGrid>
                <a:gridCol w="1143000"/>
                <a:gridCol w="1102750"/>
              </a:tblGrid>
              <a:tr h="860775">
                <a:tc>
                  <a:txBody>
                    <a:bodyPr/>
                    <a:lstStyle/>
                    <a:p>
                      <a:pPr indent="0" lvl="0" marL="0" marR="0" rtl="0" algn="ctr">
                        <a:lnSpc>
                          <a:spcPct val="100000"/>
                        </a:lnSpc>
                        <a:spcBef>
                          <a:spcPts val="0"/>
                        </a:spcBef>
                        <a:spcAft>
                          <a:spcPts val="0"/>
                        </a:spcAft>
                        <a:buClr>
                          <a:srgbClr val="000000"/>
                        </a:buClr>
                        <a:buSzPts val="1600"/>
                        <a:buFont typeface="Arial"/>
                        <a:buNone/>
                      </a:pPr>
                      <a:r>
                        <a:rPr b="1" lang="en-US" sz="1600" u="none" cap="none" strike="noStrike">
                          <a:latin typeface="Arial"/>
                          <a:ea typeface="Arial"/>
                          <a:cs typeface="Arial"/>
                          <a:sym typeface="Arial"/>
                        </a:rPr>
                        <a:t>Mileage</a:t>
                      </a:r>
                      <a:endParaRPr sz="1400" u="none" cap="none" strike="noStrike"/>
                    </a:p>
                    <a:p>
                      <a:pPr indent="0" lvl="0" marL="0" marR="0" rtl="0" algn="ctr">
                        <a:lnSpc>
                          <a:spcPct val="100000"/>
                        </a:lnSpc>
                        <a:spcBef>
                          <a:spcPts val="0"/>
                        </a:spcBef>
                        <a:spcAft>
                          <a:spcPts val="0"/>
                        </a:spcAft>
                        <a:buClr>
                          <a:srgbClr val="000000"/>
                        </a:buClr>
                        <a:buSzPts val="1600"/>
                        <a:buFont typeface="Arial"/>
                        <a:buNone/>
                      </a:pPr>
                      <a:r>
                        <a:rPr b="1" lang="en-US" sz="1600" u="none" cap="none" strike="noStrike">
                          <a:latin typeface="Arial"/>
                          <a:ea typeface="Arial"/>
                          <a:cs typeface="Arial"/>
                          <a:sym typeface="Arial"/>
                        </a:rPr>
                        <a:t>(in </a:t>
                      </a:r>
                      <a:r>
                        <a:rPr b="1" i="0" lang="en-US" sz="1600" u="none" cap="none" strike="noStrike">
                          <a:solidFill>
                            <a:schemeClr val="dk1"/>
                          </a:solidFill>
                          <a:latin typeface="Arial"/>
                          <a:ea typeface="Arial"/>
                          <a:cs typeface="Arial"/>
                          <a:sym typeface="Arial"/>
                        </a:rPr>
                        <a:t>kmpl</a:t>
                      </a:r>
                      <a:r>
                        <a:rPr b="0" i="0" lang="en-US" sz="1600" u="none" cap="none" strike="noStrike">
                          <a:solidFill>
                            <a:schemeClr val="dk1"/>
                          </a:solidFill>
                          <a:latin typeface="Arial"/>
                          <a:ea typeface="Arial"/>
                          <a:cs typeface="Arial"/>
                          <a:sym typeface="Arial"/>
                        </a:rPr>
                        <a:t>)</a:t>
                      </a:r>
                      <a:endParaRPr b="1" sz="16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b="1" i="1" lang="en-US" sz="1600" u="none" cap="none" strike="noStrike">
                          <a:latin typeface="Arial"/>
                          <a:ea typeface="Arial"/>
                          <a:cs typeface="Arial"/>
                          <a:sym typeface="Arial"/>
                        </a:rPr>
                        <a:t>Car Price</a:t>
                      </a:r>
                      <a:endParaRPr sz="1400" u="none" cap="none" strike="noStrike"/>
                    </a:p>
                    <a:p>
                      <a:pPr indent="0" lvl="0" marL="0" marR="0" rtl="0" algn="ctr">
                        <a:lnSpc>
                          <a:spcPct val="100000"/>
                        </a:lnSpc>
                        <a:spcBef>
                          <a:spcPts val="0"/>
                        </a:spcBef>
                        <a:spcAft>
                          <a:spcPts val="0"/>
                        </a:spcAft>
                        <a:buClr>
                          <a:srgbClr val="000000"/>
                        </a:buClr>
                        <a:buSzPts val="1600"/>
                        <a:buFont typeface="Arial"/>
                        <a:buNone/>
                      </a:pPr>
                      <a:r>
                        <a:rPr b="1" i="1" lang="en-US" sz="1600" u="none" cap="none" strike="noStrike">
                          <a:latin typeface="Arial"/>
                          <a:ea typeface="Arial"/>
                          <a:cs typeface="Arial"/>
                          <a:sym typeface="Arial"/>
                        </a:rPr>
                        <a:t>(in cr)</a:t>
                      </a:r>
                      <a:endParaRPr b="1" i="1" sz="1600" u="none" cap="none" strike="noStrike">
                        <a:latin typeface="Arial"/>
                        <a:ea typeface="Arial"/>
                        <a:cs typeface="Arial"/>
                        <a:sym typeface="Arial"/>
                      </a:endParaRPr>
                    </a:p>
                  </a:txBody>
                  <a:tcPr marT="45725" marB="45725" marR="91450" marL="91450">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r>
              <a:tr h="371575">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9.8</a:t>
                      </a:r>
                      <a:endParaRPr sz="16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T cap="flat" cmpd="sng" w="12700">
                      <a:solidFill>
                        <a:schemeClr val="dk1"/>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10.48</a:t>
                      </a:r>
                      <a:endParaRPr sz="1600" u="none" cap="none" strike="noStrike">
                        <a:latin typeface="Arial"/>
                        <a:ea typeface="Arial"/>
                        <a:cs typeface="Arial"/>
                        <a:sym typeface="Arial"/>
                      </a:endParaRPr>
                    </a:p>
                  </a:txBody>
                  <a:tcPr marT="45725" marB="45725" marR="91450" marL="91450">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solidFill>
                      <a:srgbClr val="F2F2F2"/>
                    </a:solidFill>
                  </a:tcPr>
                </a:tc>
              </a:tr>
              <a:tr h="371575">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9.12</a:t>
                      </a:r>
                      <a:endParaRPr sz="16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1.75</a:t>
                      </a:r>
                      <a:endParaRPr sz="1600" u="none" cap="none" strike="noStrike">
                        <a:latin typeface="Arial"/>
                        <a:ea typeface="Arial"/>
                        <a:cs typeface="Arial"/>
                        <a:sym typeface="Arial"/>
                      </a:endParaRPr>
                    </a:p>
                  </a:txBody>
                  <a:tcPr marT="45725" marB="45725" marR="91450" marL="91450">
                    <a:lnR cap="flat" cmpd="sng" w="12700">
                      <a:solidFill>
                        <a:schemeClr val="dk1"/>
                      </a:solidFill>
                      <a:prstDash val="solid"/>
                      <a:round/>
                      <a:headEnd len="sm" w="sm" type="none"/>
                      <a:tailEnd len="sm" w="sm" type="none"/>
                    </a:lnR>
                    <a:solidFill>
                      <a:srgbClr val="F2F2F2"/>
                    </a:solidFill>
                  </a:tcPr>
                </a:tc>
              </a:tr>
              <a:tr h="371575">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9.5</a:t>
                      </a:r>
                      <a:endParaRPr sz="16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6.95</a:t>
                      </a:r>
                      <a:endParaRPr sz="1600" u="none" cap="none" strike="noStrike">
                        <a:latin typeface="Arial"/>
                        <a:ea typeface="Arial"/>
                        <a:cs typeface="Arial"/>
                        <a:sym typeface="Arial"/>
                      </a:endParaRPr>
                    </a:p>
                  </a:txBody>
                  <a:tcPr marT="45725" marB="45725" marR="91450" marL="91450">
                    <a:lnR cap="flat" cmpd="sng" w="12700">
                      <a:solidFill>
                        <a:schemeClr val="dk1"/>
                      </a:solidFill>
                      <a:prstDash val="solid"/>
                      <a:round/>
                      <a:headEnd len="sm" w="sm" type="none"/>
                      <a:tailEnd len="sm" w="sm" type="none"/>
                    </a:lnR>
                    <a:solidFill>
                      <a:srgbClr val="F2F2F2"/>
                    </a:solidFill>
                  </a:tcPr>
                </a:tc>
              </a:tr>
              <a:tr h="371575">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10</a:t>
                      </a:r>
                      <a:endParaRPr sz="16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2.51</a:t>
                      </a:r>
                      <a:endParaRPr sz="1600" u="none" cap="none" strike="noStrike">
                        <a:latin typeface="Arial"/>
                        <a:ea typeface="Arial"/>
                        <a:cs typeface="Arial"/>
                        <a:sym typeface="Arial"/>
                      </a:endParaRPr>
                    </a:p>
                  </a:txBody>
                  <a:tcPr marT="45725" marB="45725" marR="91450" marL="91450">
                    <a:lnR cap="flat" cmpd="sng" w="12700">
                      <a:solidFill>
                        <a:schemeClr val="dk1"/>
                      </a:solidFill>
                      <a:prstDash val="solid"/>
                      <a:round/>
                      <a:headEnd len="sm" w="sm" type="none"/>
                      <a:tailEnd len="sm" w="sm" type="none"/>
                    </a:lnR>
                    <a:solidFill>
                      <a:srgbClr val="F2F2F2"/>
                    </a:solidFill>
                  </a:tcPr>
                </a:tc>
              </a:tr>
              <a:tr h="371575">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a:t>
                      </a:r>
                      <a:endParaRPr sz="16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a:t>
                      </a:r>
                      <a:endParaRPr sz="1600" u="none" cap="none" strike="noStrike">
                        <a:latin typeface="Arial"/>
                        <a:ea typeface="Arial"/>
                        <a:cs typeface="Arial"/>
                        <a:sym typeface="Arial"/>
                      </a:endParaRPr>
                    </a:p>
                  </a:txBody>
                  <a:tcPr marT="45725" marB="45725" marR="91450" marL="91450">
                    <a:lnR cap="flat" cmpd="sng" w="12700">
                      <a:solidFill>
                        <a:schemeClr val="dk1"/>
                      </a:solidFill>
                      <a:prstDash val="solid"/>
                      <a:round/>
                      <a:headEnd len="sm" w="sm" type="none"/>
                      <a:tailEnd len="sm" w="sm" type="none"/>
                    </a:lnR>
                    <a:lnB cap="flat" cmpd="sng" w="12700">
                      <a:solidFill>
                        <a:schemeClr val="dk1"/>
                      </a:solidFill>
                      <a:prstDash val="solid"/>
                      <a:round/>
                      <a:headEnd len="sm" w="sm" type="none"/>
                      <a:tailEnd len="sm" w="sm" type="none"/>
                    </a:lnB>
                    <a:solidFill>
                      <a:srgbClr val="F2F2F2"/>
                    </a:solidFill>
                  </a:tcPr>
                </a:tc>
              </a:tr>
            </a:tbl>
          </a:graphicData>
        </a:graphic>
      </p:graphicFrame>
      <p:sp>
        <p:nvSpPr>
          <p:cNvPr id="3858" name="Google Shape;3858;p60"/>
          <p:cNvSpPr txBox="1"/>
          <p:nvPr/>
        </p:nvSpPr>
        <p:spPr>
          <a:xfrm>
            <a:off x="325658" y="5054025"/>
            <a:ext cx="4224618"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1" i="0" lang="en-US" sz="1600" u="none" cap="none" strike="noStrike">
                <a:solidFill>
                  <a:srgbClr val="000000"/>
                </a:solidFill>
                <a:latin typeface="Tahoma"/>
                <a:ea typeface="Tahoma"/>
                <a:cs typeface="Tahoma"/>
                <a:sym typeface="Tahoma"/>
              </a:rPr>
              <a:t>Model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CarPrice  = 8.5 + 0.5 Mileage – 1.5 Mileage</a:t>
            </a:r>
            <a:r>
              <a:rPr b="0" baseline="30000" i="0" lang="en-US" sz="1600" u="none" cap="none" strike="noStrike">
                <a:solidFill>
                  <a:srgbClr val="000000"/>
                </a:solidFill>
                <a:latin typeface="Tahoma"/>
                <a:ea typeface="Tahoma"/>
                <a:cs typeface="Tahoma"/>
                <a:sym typeface="Tahoma"/>
              </a:rPr>
              <a:t>2</a:t>
            </a:r>
            <a:endParaRPr b="0" baseline="30000" i="0" sz="1600" u="none" cap="none" strike="noStrike">
              <a:solidFill>
                <a:srgbClr val="000000"/>
              </a:solidFill>
              <a:latin typeface="Tahoma"/>
              <a:ea typeface="Tahoma"/>
              <a:cs typeface="Tahoma"/>
              <a:sym typeface="Tahoma"/>
            </a:endParaRPr>
          </a:p>
        </p:txBody>
      </p:sp>
      <p:sp>
        <p:nvSpPr>
          <p:cNvPr id="3859" name="Google Shape;3859;p60"/>
          <p:cNvSpPr txBox="1"/>
          <p:nvPr/>
        </p:nvSpPr>
        <p:spPr>
          <a:xfrm>
            <a:off x="5055770" y="5054025"/>
            <a:ext cx="2945230"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1" i="0" lang="en-US" sz="1600" u="none" cap="none" strike="noStrike">
                <a:solidFill>
                  <a:srgbClr val="000000"/>
                </a:solidFill>
                <a:latin typeface="Tahoma"/>
                <a:ea typeface="Tahoma"/>
                <a:cs typeface="Tahoma"/>
                <a:sym typeface="Tahoma"/>
              </a:rPr>
              <a:t>Model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CarPrice  = -5.5 + 1.5 Mileage</a:t>
            </a:r>
            <a:endParaRPr b="0" baseline="30000" i="0" sz="1600" u="none" cap="none" strike="noStrike">
              <a:solidFill>
                <a:srgbClr val="000000"/>
              </a:solidFill>
              <a:latin typeface="Tahoma"/>
              <a:ea typeface="Tahoma"/>
              <a:cs typeface="Tahoma"/>
              <a:sym typeface="Tahoma"/>
            </a:endParaRPr>
          </a:p>
        </p:txBody>
      </p:sp>
      <p:graphicFrame>
        <p:nvGraphicFramePr>
          <p:cNvPr id="3860" name="Google Shape;3860;p60"/>
          <p:cNvGraphicFramePr/>
          <p:nvPr/>
        </p:nvGraphicFramePr>
        <p:xfrm>
          <a:off x="6704867" y="1525136"/>
          <a:ext cx="3000000" cy="3000000"/>
        </p:xfrm>
        <a:graphic>
          <a:graphicData uri="http://schemas.openxmlformats.org/drawingml/2006/table">
            <a:tbl>
              <a:tblPr bandRow="1" firstRow="1">
                <a:noFill/>
                <a:tableStyleId>{34F57EB2-B075-49AD-9C69-90DEA08F2B00}</a:tableStyleId>
              </a:tblPr>
              <a:tblGrid>
                <a:gridCol w="1143000"/>
                <a:gridCol w="1102750"/>
              </a:tblGrid>
              <a:tr h="316875">
                <a:tc gridSpan="2">
                  <a:txBody>
                    <a:bodyPr/>
                    <a:lstStyle/>
                    <a:p>
                      <a:pPr indent="0" lvl="0" marL="0" marR="0" rtl="0" algn="ctr">
                        <a:lnSpc>
                          <a:spcPct val="100000"/>
                        </a:lnSpc>
                        <a:spcBef>
                          <a:spcPts val="0"/>
                        </a:spcBef>
                        <a:spcAft>
                          <a:spcPts val="0"/>
                        </a:spcAft>
                        <a:buClr>
                          <a:srgbClr val="000000"/>
                        </a:buClr>
                        <a:buSzPts val="1600"/>
                        <a:buFont typeface="Arial"/>
                        <a:buNone/>
                      </a:pPr>
                      <a:r>
                        <a:rPr b="1" lang="en-US" sz="1600" u="none" cap="none" strike="noStrike">
                          <a:latin typeface="Arial"/>
                          <a:ea typeface="Arial"/>
                          <a:cs typeface="Arial"/>
                          <a:sym typeface="Arial"/>
                        </a:rPr>
                        <a:t>Unseen Data</a:t>
                      </a:r>
                      <a:endParaRPr b="1" sz="16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813525">
                <a:tc>
                  <a:txBody>
                    <a:bodyPr/>
                    <a:lstStyle/>
                    <a:p>
                      <a:pPr indent="0" lvl="0" marL="0" marR="0" rtl="0" algn="ctr">
                        <a:lnSpc>
                          <a:spcPct val="100000"/>
                        </a:lnSpc>
                        <a:spcBef>
                          <a:spcPts val="0"/>
                        </a:spcBef>
                        <a:spcAft>
                          <a:spcPts val="0"/>
                        </a:spcAft>
                        <a:buClr>
                          <a:srgbClr val="000000"/>
                        </a:buClr>
                        <a:buSzPts val="1600"/>
                        <a:buFont typeface="Arial"/>
                        <a:buNone/>
                      </a:pPr>
                      <a:r>
                        <a:rPr b="1" lang="en-US" sz="1600" u="none" cap="none" strike="noStrike">
                          <a:latin typeface="Arial"/>
                          <a:ea typeface="Arial"/>
                          <a:cs typeface="Arial"/>
                          <a:sym typeface="Arial"/>
                        </a:rPr>
                        <a:t>Mileage</a:t>
                      </a:r>
                      <a:endParaRPr sz="1400" u="none" cap="none" strike="noStrike"/>
                    </a:p>
                    <a:p>
                      <a:pPr indent="0" lvl="0" marL="0" marR="0" rtl="0" algn="ctr">
                        <a:lnSpc>
                          <a:spcPct val="100000"/>
                        </a:lnSpc>
                        <a:spcBef>
                          <a:spcPts val="0"/>
                        </a:spcBef>
                        <a:spcAft>
                          <a:spcPts val="0"/>
                        </a:spcAft>
                        <a:buClr>
                          <a:srgbClr val="000000"/>
                        </a:buClr>
                        <a:buSzPts val="1600"/>
                        <a:buFont typeface="Arial"/>
                        <a:buNone/>
                      </a:pPr>
                      <a:r>
                        <a:rPr b="1" lang="en-US" sz="1600" u="none" cap="none" strike="noStrike">
                          <a:latin typeface="Arial"/>
                          <a:ea typeface="Arial"/>
                          <a:cs typeface="Arial"/>
                          <a:sym typeface="Arial"/>
                        </a:rPr>
                        <a:t>(in </a:t>
                      </a:r>
                      <a:r>
                        <a:rPr b="1" i="0" lang="en-US" sz="1600" u="none" cap="none" strike="noStrike">
                          <a:solidFill>
                            <a:schemeClr val="dk1"/>
                          </a:solidFill>
                          <a:latin typeface="Arial"/>
                          <a:ea typeface="Arial"/>
                          <a:cs typeface="Arial"/>
                          <a:sym typeface="Arial"/>
                        </a:rPr>
                        <a:t>kmpl</a:t>
                      </a:r>
                      <a:r>
                        <a:rPr b="0" i="0" lang="en-US" sz="1600" u="none" cap="none" strike="noStrike">
                          <a:solidFill>
                            <a:schemeClr val="dk1"/>
                          </a:solidFill>
                          <a:latin typeface="Arial"/>
                          <a:ea typeface="Arial"/>
                          <a:cs typeface="Arial"/>
                          <a:sym typeface="Arial"/>
                        </a:rPr>
                        <a:t>)</a:t>
                      </a:r>
                      <a:endParaRPr b="1" sz="16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b="1" i="1" lang="en-US" sz="1600" u="none" cap="none" strike="noStrike">
                          <a:latin typeface="Arial"/>
                          <a:ea typeface="Arial"/>
                          <a:cs typeface="Arial"/>
                          <a:sym typeface="Arial"/>
                        </a:rPr>
                        <a:t>Car Price</a:t>
                      </a:r>
                      <a:endParaRPr sz="1400" u="none" cap="none" strike="noStrike"/>
                    </a:p>
                    <a:p>
                      <a:pPr indent="0" lvl="0" marL="0" marR="0" rtl="0" algn="ctr">
                        <a:lnSpc>
                          <a:spcPct val="100000"/>
                        </a:lnSpc>
                        <a:spcBef>
                          <a:spcPts val="0"/>
                        </a:spcBef>
                        <a:spcAft>
                          <a:spcPts val="0"/>
                        </a:spcAft>
                        <a:buClr>
                          <a:srgbClr val="000000"/>
                        </a:buClr>
                        <a:buSzPts val="1600"/>
                        <a:buFont typeface="Arial"/>
                        <a:buNone/>
                      </a:pPr>
                      <a:r>
                        <a:rPr b="1" i="1" lang="en-US" sz="1600" u="none" cap="none" strike="noStrike">
                          <a:latin typeface="Arial"/>
                          <a:ea typeface="Arial"/>
                          <a:cs typeface="Arial"/>
                          <a:sym typeface="Arial"/>
                        </a:rPr>
                        <a:t>(in cr)</a:t>
                      </a:r>
                      <a:endParaRPr b="1" i="1" sz="1600" u="none" cap="none" strike="noStrike">
                        <a:latin typeface="Arial"/>
                        <a:ea typeface="Arial"/>
                        <a:cs typeface="Arial"/>
                        <a:sym typeface="Arial"/>
                      </a:endParaRPr>
                    </a:p>
                  </a:txBody>
                  <a:tcPr marT="45725" marB="45725" marR="91450" marL="91450">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r>
              <a:tr h="351175">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7.5</a:t>
                      </a:r>
                      <a:endParaRPr sz="16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T cap="flat" cmpd="sng" w="12700">
                      <a:solidFill>
                        <a:schemeClr val="dk1"/>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9.25</a:t>
                      </a:r>
                      <a:endParaRPr sz="1600" u="none" cap="none" strike="noStrike">
                        <a:latin typeface="Arial"/>
                        <a:ea typeface="Arial"/>
                        <a:cs typeface="Arial"/>
                        <a:sym typeface="Arial"/>
                      </a:endParaRPr>
                    </a:p>
                  </a:txBody>
                  <a:tcPr marT="45725" marB="45725" marR="91450" marL="91450">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solidFill>
                      <a:srgbClr val="F2F2F2"/>
                    </a:solidFill>
                  </a:tcPr>
                </a:tc>
              </a:tr>
              <a:tr h="351175">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10</a:t>
                      </a:r>
                      <a:endParaRPr sz="16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6.5</a:t>
                      </a:r>
                      <a:endParaRPr sz="1600" u="none" cap="none" strike="noStrike">
                        <a:latin typeface="Arial"/>
                        <a:ea typeface="Arial"/>
                        <a:cs typeface="Arial"/>
                        <a:sym typeface="Arial"/>
                      </a:endParaRPr>
                    </a:p>
                  </a:txBody>
                  <a:tcPr marT="45725" marB="45725" marR="91450" marL="91450">
                    <a:lnR cap="flat" cmpd="sng" w="12700">
                      <a:solidFill>
                        <a:schemeClr val="dk1"/>
                      </a:solidFill>
                      <a:prstDash val="solid"/>
                      <a:round/>
                      <a:headEnd len="sm" w="sm" type="none"/>
                      <a:tailEnd len="sm" w="sm" type="none"/>
                    </a:lnR>
                    <a:solidFill>
                      <a:srgbClr val="F2F2F2"/>
                    </a:solidFill>
                  </a:tcPr>
                </a:tc>
              </a:tr>
              <a:tr h="351175">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a:t>
                      </a:r>
                      <a:endParaRPr sz="16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a:t>
                      </a:r>
                      <a:endParaRPr sz="1600" u="none" cap="none" strike="noStrike">
                        <a:latin typeface="Arial"/>
                        <a:ea typeface="Arial"/>
                        <a:cs typeface="Arial"/>
                        <a:sym typeface="Arial"/>
                      </a:endParaRPr>
                    </a:p>
                  </a:txBody>
                  <a:tcPr marT="45725" marB="45725" marR="91450" marL="91450">
                    <a:lnR cap="flat" cmpd="sng" w="12700">
                      <a:solidFill>
                        <a:schemeClr val="dk1"/>
                      </a:solidFill>
                      <a:prstDash val="solid"/>
                      <a:round/>
                      <a:headEnd len="sm" w="sm" type="none"/>
                      <a:tailEnd len="sm" w="sm" type="none"/>
                    </a:lnR>
                    <a:lnB cap="flat" cmpd="sng" w="12700">
                      <a:solidFill>
                        <a:schemeClr val="dk1"/>
                      </a:solidFill>
                      <a:prstDash val="solid"/>
                      <a:round/>
                      <a:headEnd len="sm" w="sm" type="none"/>
                      <a:tailEnd len="sm" w="sm" type="none"/>
                    </a:lnB>
                    <a:solidFill>
                      <a:srgbClr val="F2F2F2"/>
                    </a:solidFill>
                  </a:tcPr>
                </a:tc>
              </a:tr>
            </a:tbl>
          </a:graphicData>
        </a:graphic>
      </p:graphicFrame>
      <p:pic>
        <p:nvPicPr>
          <p:cNvPr descr="https://miro.medium.com/max/289/1*_mx6zD6Qw_1sYEvWszK5Nw.png" id="3861" name="Google Shape;3861;p60"/>
          <p:cNvPicPr preferRelativeResize="0"/>
          <p:nvPr>
            <p:ph idx="1" type="body"/>
          </p:nvPr>
        </p:nvPicPr>
        <p:blipFill rotWithShape="1">
          <a:blip r:embed="rId3">
            <a:alphaModFix/>
          </a:blip>
          <a:srcRect b="0" l="0" r="0" t="0"/>
          <a:stretch/>
        </p:blipFill>
        <p:spPr>
          <a:xfrm>
            <a:off x="3175146" y="1461491"/>
            <a:ext cx="2752725" cy="1152525"/>
          </a:xfrm>
          <a:prstGeom prst="rect">
            <a:avLst/>
          </a:prstGeom>
          <a:noFill/>
          <a:ln>
            <a:noFill/>
          </a:ln>
        </p:spPr>
      </p:pic>
      <p:pic>
        <p:nvPicPr>
          <p:cNvPr descr="https://miro.medium.com/max/266/1*1TV6T6hNP-iwJrtvfsvCRQ.png" id="3862" name="Google Shape;3862;p60"/>
          <p:cNvPicPr preferRelativeResize="0"/>
          <p:nvPr/>
        </p:nvPicPr>
        <p:blipFill rotWithShape="1">
          <a:blip r:embed="rId4">
            <a:alphaModFix/>
          </a:blip>
          <a:srcRect b="0" l="0" r="0" t="0"/>
          <a:stretch/>
        </p:blipFill>
        <p:spPr>
          <a:xfrm>
            <a:off x="3409950" y="2373689"/>
            <a:ext cx="2533650" cy="1000125"/>
          </a:xfrm>
          <a:prstGeom prst="rect">
            <a:avLst/>
          </a:prstGeom>
          <a:noFill/>
          <a:ln>
            <a:noFill/>
          </a:ln>
        </p:spPr>
      </p:pic>
      <p:pic>
        <p:nvPicPr>
          <p:cNvPr id="3863" name="Google Shape;3863;p60"/>
          <p:cNvPicPr preferRelativeResize="0"/>
          <p:nvPr/>
        </p:nvPicPr>
        <p:blipFill rotWithShape="1">
          <a:blip r:embed="rId5">
            <a:alphaModFix/>
          </a:blip>
          <a:srcRect b="0" l="0" r="0" t="0"/>
          <a:stretch/>
        </p:blipFill>
        <p:spPr>
          <a:xfrm>
            <a:off x="3099029" y="3248535"/>
            <a:ext cx="3353091" cy="993734"/>
          </a:xfrm>
          <a:prstGeom prst="rect">
            <a:avLst/>
          </a:prstGeom>
          <a:noFill/>
          <a:ln>
            <a:noFill/>
          </a:ln>
        </p:spPr>
      </p:pic>
      <p:pic>
        <p:nvPicPr>
          <p:cNvPr id="3864" name="Google Shape;3864;p60"/>
          <p:cNvPicPr preferRelativeResize="0"/>
          <p:nvPr/>
        </p:nvPicPr>
        <p:blipFill rotWithShape="1">
          <a:blip r:embed="rId6">
            <a:alphaModFix/>
          </a:blip>
          <a:srcRect b="0" l="0" r="0" t="0"/>
          <a:stretch/>
        </p:blipFill>
        <p:spPr>
          <a:xfrm>
            <a:off x="3646487" y="4403672"/>
            <a:ext cx="1992313" cy="838349"/>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9" name="Shape 3869"/>
        <p:cNvGrpSpPr/>
        <p:nvPr/>
      </p:nvGrpSpPr>
      <p:grpSpPr>
        <a:xfrm>
          <a:off x="0" y="0"/>
          <a:ext cx="0" cy="0"/>
          <a:chOff x="0" y="0"/>
          <a:chExt cx="0" cy="0"/>
        </a:xfrm>
      </p:grpSpPr>
      <p:sp>
        <p:nvSpPr>
          <p:cNvPr id="3870" name="Google Shape;3870;p61"/>
          <p:cNvSpPr txBox="1"/>
          <p:nvPr>
            <p:ph type="title"/>
          </p:nvPr>
        </p:nvSpPr>
        <p:spPr>
          <a:xfrm>
            <a:off x="309519" y="246233"/>
            <a:ext cx="7386600" cy="954300"/>
          </a:xfrm>
          <a:prstGeom prst="rect">
            <a:avLst/>
          </a:prstGeom>
          <a:noFill/>
          <a:ln>
            <a:noFill/>
          </a:ln>
        </p:spPr>
        <p:txBody>
          <a:bodyPr anchorCtr="0" anchor="ctr" bIns="45700" lIns="91425" spcFirstLastPara="1" rIns="91425" wrap="square" tIns="45700">
            <a:spAutoFit/>
          </a:bodyPr>
          <a:lstStyle/>
          <a:p>
            <a:pPr indent="28575" lvl="0" marL="85725" rtl="0" algn="l">
              <a:lnSpc>
                <a:spcPct val="150000"/>
              </a:lnSpc>
              <a:spcBef>
                <a:spcPts val="0"/>
              </a:spcBef>
              <a:spcAft>
                <a:spcPts val="0"/>
              </a:spcAft>
              <a:buClr>
                <a:schemeClr val="dk1"/>
              </a:buClr>
              <a:buSzPts val="3600"/>
              <a:buFont typeface="Arial"/>
              <a:buNone/>
            </a:pPr>
            <a:r>
              <a:rPr b="1" lang="en-US" sz="2400">
                <a:latin typeface="Arial"/>
                <a:ea typeface="Arial"/>
                <a:cs typeface="Arial"/>
                <a:sym typeface="Arial"/>
              </a:rPr>
              <a:t>Evaluation of Linear Regression Model</a:t>
            </a:r>
            <a:br>
              <a:rPr b="1" lang="en-US" sz="2400">
                <a:latin typeface="Arial"/>
                <a:ea typeface="Arial"/>
                <a:cs typeface="Arial"/>
                <a:sym typeface="Arial"/>
              </a:rPr>
            </a:br>
            <a:r>
              <a:rPr b="1" lang="en-US" sz="2000">
                <a:solidFill>
                  <a:srgbClr val="C00000"/>
                </a:solidFill>
                <a:latin typeface="Arial"/>
                <a:ea typeface="Arial"/>
                <a:cs typeface="Arial"/>
                <a:sym typeface="Arial"/>
              </a:rPr>
              <a:t> 				                                          R-squared  </a:t>
            </a:r>
            <a:endParaRPr b="1" sz="1800">
              <a:solidFill>
                <a:srgbClr val="C00000"/>
              </a:solidFill>
              <a:latin typeface="Arial"/>
              <a:ea typeface="Arial"/>
              <a:cs typeface="Arial"/>
              <a:sym typeface="Arial"/>
            </a:endParaRPr>
          </a:p>
        </p:txBody>
      </p:sp>
      <p:sp>
        <p:nvSpPr>
          <p:cNvPr id="3871" name="Google Shape;3871;p61"/>
          <p:cNvSpPr txBox="1"/>
          <p:nvPr>
            <p:ph idx="12" type="sldNum"/>
          </p:nvPr>
        </p:nvSpPr>
        <p:spPr>
          <a:xfrm>
            <a:off x="8532440" y="6237312"/>
            <a:ext cx="611560" cy="29311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Times New Roman"/>
              <a:buNone/>
            </a:pPr>
            <a:fld id="{00000000-1234-1234-1234-123412341234}" type="slidenum">
              <a:rPr b="1" i="0" lang="en-US" sz="1600" u="none" cap="none" strike="noStrike">
                <a:solidFill>
                  <a:srgbClr val="000000"/>
                </a:solidFill>
                <a:latin typeface="Times New Roman"/>
                <a:ea typeface="Times New Roman"/>
                <a:cs typeface="Times New Roman"/>
                <a:sym typeface="Times New Roman"/>
              </a:rPr>
              <a:t>‹#›</a:t>
            </a:fld>
            <a:endParaRPr b="1" i="0" sz="1600" u="none" cap="none" strike="noStrike">
              <a:solidFill>
                <a:srgbClr val="000000"/>
              </a:solidFill>
              <a:latin typeface="Times New Roman"/>
              <a:ea typeface="Times New Roman"/>
              <a:cs typeface="Times New Roman"/>
              <a:sym typeface="Times New Roman"/>
            </a:endParaRPr>
          </a:p>
        </p:txBody>
      </p:sp>
      <p:graphicFrame>
        <p:nvGraphicFramePr>
          <p:cNvPr id="3872" name="Google Shape;3872;p61"/>
          <p:cNvGraphicFramePr/>
          <p:nvPr/>
        </p:nvGraphicFramePr>
        <p:xfrm>
          <a:off x="152400" y="1525136"/>
          <a:ext cx="3000000" cy="3000000"/>
        </p:xfrm>
        <a:graphic>
          <a:graphicData uri="http://schemas.openxmlformats.org/drawingml/2006/table">
            <a:tbl>
              <a:tblPr bandRow="1" firstRow="1">
                <a:noFill/>
                <a:tableStyleId>{34F57EB2-B075-49AD-9C69-90DEA08F2B00}</a:tableStyleId>
              </a:tblPr>
              <a:tblGrid>
                <a:gridCol w="1143000"/>
                <a:gridCol w="1102750"/>
              </a:tblGrid>
              <a:tr h="860775">
                <a:tc>
                  <a:txBody>
                    <a:bodyPr/>
                    <a:lstStyle/>
                    <a:p>
                      <a:pPr indent="0" lvl="0" marL="0" marR="0" rtl="0" algn="ctr">
                        <a:lnSpc>
                          <a:spcPct val="100000"/>
                        </a:lnSpc>
                        <a:spcBef>
                          <a:spcPts val="0"/>
                        </a:spcBef>
                        <a:spcAft>
                          <a:spcPts val="0"/>
                        </a:spcAft>
                        <a:buClr>
                          <a:srgbClr val="000000"/>
                        </a:buClr>
                        <a:buSzPts val="1600"/>
                        <a:buFont typeface="Arial"/>
                        <a:buNone/>
                      </a:pPr>
                      <a:r>
                        <a:rPr b="1" lang="en-US" sz="1600" u="none" cap="none" strike="noStrike">
                          <a:latin typeface="Arial"/>
                          <a:ea typeface="Arial"/>
                          <a:cs typeface="Arial"/>
                          <a:sym typeface="Arial"/>
                        </a:rPr>
                        <a:t>Mileage</a:t>
                      </a:r>
                      <a:endParaRPr sz="1400" u="none" cap="none" strike="noStrike"/>
                    </a:p>
                    <a:p>
                      <a:pPr indent="0" lvl="0" marL="0" marR="0" rtl="0" algn="ctr">
                        <a:lnSpc>
                          <a:spcPct val="100000"/>
                        </a:lnSpc>
                        <a:spcBef>
                          <a:spcPts val="0"/>
                        </a:spcBef>
                        <a:spcAft>
                          <a:spcPts val="0"/>
                        </a:spcAft>
                        <a:buClr>
                          <a:srgbClr val="000000"/>
                        </a:buClr>
                        <a:buSzPts val="1600"/>
                        <a:buFont typeface="Arial"/>
                        <a:buNone/>
                      </a:pPr>
                      <a:r>
                        <a:rPr b="1" lang="en-US" sz="1600" u="none" cap="none" strike="noStrike">
                          <a:latin typeface="Arial"/>
                          <a:ea typeface="Arial"/>
                          <a:cs typeface="Arial"/>
                          <a:sym typeface="Arial"/>
                        </a:rPr>
                        <a:t>(in </a:t>
                      </a:r>
                      <a:r>
                        <a:rPr b="1" i="0" lang="en-US" sz="1600" u="none" cap="none" strike="noStrike">
                          <a:solidFill>
                            <a:schemeClr val="dk1"/>
                          </a:solidFill>
                          <a:latin typeface="Arial"/>
                          <a:ea typeface="Arial"/>
                          <a:cs typeface="Arial"/>
                          <a:sym typeface="Arial"/>
                        </a:rPr>
                        <a:t>kmpl</a:t>
                      </a:r>
                      <a:r>
                        <a:rPr b="0" i="0" lang="en-US" sz="1600" u="none" cap="none" strike="noStrike">
                          <a:solidFill>
                            <a:schemeClr val="dk1"/>
                          </a:solidFill>
                          <a:latin typeface="Arial"/>
                          <a:ea typeface="Arial"/>
                          <a:cs typeface="Arial"/>
                          <a:sym typeface="Arial"/>
                        </a:rPr>
                        <a:t>)</a:t>
                      </a:r>
                      <a:endParaRPr b="1" sz="16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b="1" i="1" lang="en-US" sz="1600" u="none" cap="none" strike="noStrike">
                          <a:latin typeface="Arial"/>
                          <a:ea typeface="Arial"/>
                          <a:cs typeface="Arial"/>
                          <a:sym typeface="Arial"/>
                        </a:rPr>
                        <a:t>Car Price</a:t>
                      </a:r>
                      <a:endParaRPr sz="1400" u="none" cap="none" strike="noStrike"/>
                    </a:p>
                    <a:p>
                      <a:pPr indent="0" lvl="0" marL="0" marR="0" rtl="0" algn="ctr">
                        <a:lnSpc>
                          <a:spcPct val="100000"/>
                        </a:lnSpc>
                        <a:spcBef>
                          <a:spcPts val="0"/>
                        </a:spcBef>
                        <a:spcAft>
                          <a:spcPts val="0"/>
                        </a:spcAft>
                        <a:buClr>
                          <a:srgbClr val="000000"/>
                        </a:buClr>
                        <a:buSzPts val="1600"/>
                        <a:buFont typeface="Arial"/>
                        <a:buNone/>
                      </a:pPr>
                      <a:r>
                        <a:rPr b="1" i="1" lang="en-US" sz="1600" u="none" cap="none" strike="noStrike">
                          <a:latin typeface="Arial"/>
                          <a:ea typeface="Arial"/>
                          <a:cs typeface="Arial"/>
                          <a:sym typeface="Arial"/>
                        </a:rPr>
                        <a:t>(in cr)</a:t>
                      </a:r>
                      <a:endParaRPr b="1" i="1" sz="1600" u="none" cap="none" strike="noStrike">
                        <a:latin typeface="Arial"/>
                        <a:ea typeface="Arial"/>
                        <a:cs typeface="Arial"/>
                        <a:sym typeface="Arial"/>
                      </a:endParaRPr>
                    </a:p>
                  </a:txBody>
                  <a:tcPr marT="45725" marB="45725" marR="91450" marL="91450">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r>
              <a:tr h="371575">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9.8</a:t>
                      </a:r>
                      <a:endParaRPr sz="16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T cap="flat" cmpd="sng" w="12700">
                      <a:solidFill>
                        <a:schemeClr val="dk1"/>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10.48</a:t>
                      </a:r>
                      <a:endParaRPr sz="1600" u="none" cap="none" strike="noStrike">
                        <a:latin typeface="Arial"/>
                        <a:ea typeface="Arial"/>
                        <a:cs typeface="Arial"/>
                        <a:sym typeface="Arial"/>
                      </a:endParaRPr>
                    </a:p>
                  </a:txBody>
                  <a:tcPr marT="45725" marB="45725" marR="91450" marL="91450">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solidFill>
                      <a:srgbClr val="F2F2F2"/>
                    </a:solidFill>
                  </a:tcPr>
                </a:tc>
              </a:tr>
              <a:tr h="371575">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9.12</a:t>
                      </a:r>
                      <a:endParaRPr sz="16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1.75</a:t>
                      </a:r>
                      <a:endParaRPr sz="1600" u="none" cap="none" strike="noStrike">
                        <a:latin typeface="Arial"/>
                        <a:ea typeface="Arial"/>
                        <a:cs typeface="Arial"/>
                        <a:sym typeface="Arial"/>
                      </a:endParaRPr>
                    </a:p>
                  </a:txBody>
                  <a:tcPr marT="45725" marB="45725" marR="91450" marL="91450">
                    <a:lnR cap="flat" cmpd="sng" w="12700">
                      <a:solidFill>
                        <a:schemeClr val="dk1"/>
                      </a:solidFill>
                      <a:prstDash val="solid"/>
                      <a:round/>
                      <a:headEnd len="sm" w="sm" type="none"/>
                      <a:tailEnd len="sm" w="sm" type="none"/>
                    </a:lnR>
                    <a:solidFill>
                      <a:srgbClr val="F2F2F2"/>
                    </a:solidFill>
                  </a:tcPr>
                </a:tc>
              </a:tr>
              <a:tr h="371575">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9.5</a:t>
                      </a:r>
                      <a:endParaRPr sz="16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6.95</a:t>
                      </a:r>
                      <a:endParaRPr sz="1600" u="none" cap="none" strike="noStrike">
                        <a:latin typeface="Arial"/>
                        <a:ea typeface="Arial"/>
                        <a:cs typeface="Arial"/>
                        <a:sym typeface="Arial"/>
                      </a:endParaRPr>
                    </a:p>
                  </a:txBody>
                  <a:tcPr marT="45725" marB="45725" marR="91450" marL="91450">
                    <a:lnR cap="flat" cmpd="sng" w="12700">
                      <a:solidFill>
                        <a:schemeClr val="dk1"/>
                      </a:solidFill>
                      <a:prstDash val="solid"/>
                      <a:round/>
                      <a:headEnd len="sm" w="sm" type="none"/>
                      <a:tailEnd len="sm" w="sm" type="none"/>
                    </a:lnR>
                    <a:solidFill>
                      <a:srgbClr val="F2F2F2"/>
                    </a:solidFill>
                  </a:tcPr>
                </a:tc>
              </a:tr>
              <a:tr h="371575">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10</a:t>
                      </a:r>
                      <a:endParaRPr sz="16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2.51</a:t>
                      </a:r>
                      <a:endParaRPr sz="1600" u="none" cap="none" strike="noStrike">
                        <a:latin typeface="Arial"/>
                        <a:ea typeface="Arial"/>
                        <a:cs typeface="Arial"/>
                        <a:sym typeface="Arial"/>
                      </a:endParaRPr>
                    </a:p>
                  </a:txBody>
                  <a:tcPr marT="45725" marB="45725" marR="91450" marL="91450">
                    <a:lnR cap="flat" cmpd="sng" w="12700">
                      <a:solidFill>
                        <a:schemeClr val="dk1"/>
                      </a:solidFill>
                      <a:prstDash val="solid"/>
                      <a:round/>
                      <a:headEnd len="sm" w="sm" type="none"/>
                      <a:tailEnd len="sm" w="sm" type="none"/>
                    </a:lnR>
                    <a:solidFill>
                      <a:srgbClr val="F2F2F2"/>
                    </a:solidFill>
                  </a:tcPr>
                </a:tc>
              </a:tr>
              <a:tr h="371575">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a:t>
                      </a:r>
                      <a:endParaRPr sz="16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a:t>
                      </a:r>
                      <a:endParaRPr sz="1600" u="none" cap="none" strike="noStrike">
                        <a:latin typeface="Arial"/>
                        <a:ea typeface="Arial"/>
                        <a:cs typeface="Arial"/>
                        <a:sym typeface="Arial"/>
                      </a:endParaRPr>
                    </a:p>
                  </a:txBody>
                  <a:tcPr marT="45725" marB="45725" marR="91450" marL="91450">
                    <a:lnR cap="flat" cmpd="sng" w="12700">
                      <a:solidFill>
                        <a:schemeClr val="dk1"/>
                      </a:solidFill>
                      <a:prstDash val="solid"/>
                      <a:round/>
                      <a:headEnd len="sm" w="sm" type="none"/>
                      <a:tailEnd len="sm" w="sm" type="none"/>
                    </a:lnR>
                    <a:lnB cap="flat" cmpd="sng" w="12700">
                      <a:solidFill>
                        <a:schemeClr val="dk1"/>
                      </a:solidFill>
                      <a:prstDash val="solid"/>
                      <a:round/>
                      <a:headEnd len="sm" w="sm" type="none"/>
                      <a:tailEnd len="sm" w="sm" type="none"/>
                    </a:lnB>
                    <a:solidFill>
                      <a:srgbClr val="F2F2F2"/>
                    </a:solidFill>
                  </a:tcPr>
                </a:tc>
              </a:tr>
            </a:tbl>
          </a:graphicData>
        </a:graphic>
      </p:graphicFrame>
      <p:sp>
        <p:nvSpPr>
          <p:cNvPr id="3873" name="Google Shape;3873;p61"/>
          <p:cNvSpPr txBox="1"/>
          <p:nvPr/>
        </p:nvSpPr>
        <p:spPr>
          <a:xfrm>
            <a:off x="325658" y="5054025"/>
            <a:ext cx="4224618"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1" i="0" lang="en-US" sz="1600" u="none" cap="none" strike="noStrike">
                <a:solidFill>
                  <a:srgbClr val="000000"/>
                </a:solidFill>
                <a:latin typeface="Tahoma"/>
                <a:ea typeface="Tahoma"/>
                <a:cs typeface="Tahoma"/>
                <a:sym typeface="Tahoma"/>
              </a:rPr>
              <a:t>Model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CarPrice  = 8.5 + 0.5 Mileage – 1.5 Mileage</a:t>
            </a:r>
            <a:r>
              <a:rPr b="0" baseline="30000" i="0" lang="en-US" sz="1600" u="none" cap="none" strike="noStrike">
                <a:solidFill>
                  <a:srgbClr val="000000"/>
                </a:solidFill>
                <a:latin typeface="Tahoma"/>
                <a:ea typeface="Tahoma"/>
                <a:cs typeface="Tahoma"/>
                <a:sym typeface="Tahoma"/>
              </a:rPr>
              <a:t>2</a:t>
            </a:r>
            <a:endParaRPr b="0" baseline="30000" i="0" sz="1600" u="none" cap="none" strike="noStrike">
              <a:solidFill>
                <a:srgbClr val="000000"/>
              </a:solidFill>
              <a:latin typeface="Tahoma"/>
              <a:ea typeface="Tahoma"/>
              <a:cs typeface="Tahoma"/>
              <a:sym typeface="Tahoma"/>
            </a:endParaRPr>
          </a:p>
        </p:txBody>
      </p:sp>
      <p:pic>
        <p:nvPicPr>
          <p:cNvPr id="3874" name="Google Shape;3874;p61"/>
          <p:cNvPicPr preferRelativeResize="0"/>
          <p:nvPr/>
        </p:nvPicPr>
        <p:blipFill rotWithShape="1">
          <a:blip r:embed="rId3">
            <a:alphaModFix/>
          </a:blip>
          <a:srcRect b="0" l="0" r="0" t="0"/>
          <a:stretch/>
        </p:blipFill>
        <p:spPr>
          <a:xfrm>
            <a:off x="2782928" y="4215676"/>
            <a:ext cx="1992313" cy="838349"/>
          </a:xfrm>
          <a:prstGeom prst="rect">
            <a:avLst/>
          </a:prstGeom>
          <a:noFill/>
          <a:ln>
            <a:noFill/>
          </a:ln>
        </p:spPr>
      </p:pic>
      <p:pic>
        <p:nvPicPr>
          <p:cNvPr descr="https://miro.medium.com/max/267/1*_WTjlFb6OFvQ0NhWC_N3MA.gif" id="3875" name="Google Shape;3875;p61"/>
          <p:cNvPicPr preferRelativeResize="0"/>
          <p:nvPr/>
        </p:nvPicPr>
        <p:blipFill rotWithShape="1">
          <a:blip r:embed="rId4">
            <a:alphaModFix/>
          </a:blip>
          <a:srcRect b="0" l="0" r="0" t="0"/>
          <a:stretch/>
        </p:blipFill>
        <p:spPr>
          <a:xfrm>
            <a:off x="2592062" y="1889857"/>
            <a:ext cx="2589538" cy="213370"/>
          </a:xfrm>
          <a:prstGeom prst="rect">
            <a:avLst/>
          </a:prstGeom>
          <a:noFill/>
          <a:ln>
            <a:noFill/>
          </a:ln>
        </p:spPr>
      </p:pic>
      <p:pic>
        <p:nvPicPr>
          <p:cNvPr descr="https://miro.medium.com/max/294/1*OKvqu2qu6TVADxNRVj8uug.gif" id="3876" name="Google Shape;3876;p61"/>
          <p:cNvPicPr preferRelativeResize="0"/>
          <p:nvPr/>
        </p:nvPicPr>
        <p:blipFill rotWithShape="1">
          <a:blip r:embed="rId5">
            <a:alphaModFix/>
          </a:blip>
          <a:srcRect b="0" l="0" r="0" t="0"/>
          <a:stretch/>
        </p:blipFill>
        <p:spPr>
          <a:xfrm>
            <a:off x="2589067" y="2952557"/>
            <a:ext cx="2744933" cy="205403"/>
          </a:xfrm>
          <a:prstGeom prst="rect">
            <a:avLst/>
          </a:prstGeom>
          <a:noFill/>
          <a:ln>
            <a:noFill/>
          </a:ln>
        </p:spPr>
      </p:pic>
      <p:pic>
        <p:nvPicPr>
          <p:cNvPr descr="https://miro.medium.com/max/420/1*4gluRgl9q6r5xUxqg0xqYA.gif" id="3877" name="Google Shape;3877;p61"/>
          <p:cNvPicPr preferRelativeResize="0"/>
          <p:nvPr/>
        </p:nvPicPr>
        <p:blipFill rotWithShape="1">
          <a:blip r:embed="rId6">
            <a:alphaModFix/>
          </a:blip>
          <a:srcRect b="0" l="0" r="0" t="0"/>
          <a:stretch/>
        </p:blipFill>
        <p:spPr>
          <a:xfrm>
            <a:off x="2473004" y="3696598"/>
            <a:ext cx="4139169" cy="226669"/>
          </a:xfrm>
          <a:prstGeom prst="rect">
            <a:avLst/>
          </a:prstGeom>
          <a:noFill/>
          <a:ln>
            <a:noFill/>
          </a:ln>
        </p:spPr>
      </p:pic>
      <p:sp>
        <p:nvSpPr>
          <p:cNvPr id="3878" name="Google Shape;3878;p61"/>
          <p:cNvSpPr/>
          <p:nvPr/>
        </p:nvSpPr>
        <p:spPr>
          <a:xfrm>
            <a:off x="2473004" y="1365838"/>
            <a:ext cx="4139906"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600"/>
              <a:buFont typeface="Cambria"/>
              <a:buNone/>
            </a:pPr>
            <a:r>
              <a:rPr b="1" i="0" lang="en-US" sz="1600" u="none" cap="none" strike="noStrike">
                <a:solidFill>
                  <a:srgbClr val="C00000"/>
                </a:solidFill>
                <a:latin typeface="Cambria"/>
                <a:ea typeface="Cambria"/>
                <a:cs typeface="Cambria"/>
                <a:sym typeface="Cambria"/>
              </a:rPr>
              <a:t>variation in ‘y’ that is explained by a regression model</a:t>
            </a:r>
            <a:endParaRPr b="1" i="0" sz="1600" u="none" cap="none" strike="noStrike">
              <a:solidFill>
                <a:srgbClr val="C00000"/>
              </a:solidFill>
              <a:latin typeface="Cambria"/>
              <a:ea typeface="Cambria"/>
              <a:cs typeface="Cambria"/>
              <a:sym typeface="Cambria"/>
            </a:endParaRPr>
          </a:p>
        </p:txBody>
      </p:sp>
      <p:sp>
        <p:nvSpPr>
          <p:cNvPr id="3879" name="Google Shape;3879;p61"/>
          <p:cNvSpPr/>
          <p:nvPr/>
        </p:nvSpPr>
        <p:spPr>
          <a:xfrm>
            <a:off x="2440224" y="2348297"/>
            <a:ext cx="4174943"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600"/>
              <a:buFont typeface="Cambria"/>
              <a:buNone/>
            </a:pPr>
            <a:r>
              <a:rPr b="1" i="0" lang="en-US" sz="1600" u="none" cap="none" strike="noStrike">
                <a:solidFill>
                  <a:srgbClr val="C00000"/>
                </a:solidFill>
                <a:latin typeface="Cambria"/>
                <a:ea typeface="Cambria"/>
                <a:cs typeface="Cambria"/>
                <a:sym typeface="Cambria"/>
              </a:rPr>
              <a:t>variation in ‘y’ that is not captured/explained by a regression model</a:t>
            </a:r>
            <a:endParaRPr b="1" i="0" sz="1600" u="none" cap="none" strike="noStrike">
              <a:solidFill>
                <a:srgbClr val="C00000"/>
              </a:solidFill>
              <a:latin typeface="Cambria"/>
              <a:ea typeface="Cambria"/>
              <a:cs typeface="Cambria"/>
              <a:sym typeface="Cambria"/>
            </a:endParaRPr>
          </a:p>
        </p:txBody>
      </p:sp>
      <p:pic>
        <p:nvPicPr>
          <p:cNvPr descr="https://miro.medium.com/max/456/1*PSnCxuD3LTN2CliC4pMA_g.png" id="3880" name="Google Shape;3880;p61"/>
          <p:cNvPicPr preferRelativeResize="0"/>
          <p:nvPr>
            <p:ph idx="1" type="body"/>
          </p:nvPr>
        </p:nvPicPr>
        <p:blipFill rotWithShape="1">
          <a:blip r:embed="rId7">
            <a:alphaModFix/>
          </a:blip>
          <a:srcRect b="0" l="0" r="0" t="0"/>
          <a:stretch/>
        </p:blipFill>
        <p:spPr>
          <a:xfrm>
            <a:off x="5160019" y="4189885"/>
            <a:ext cx="3983981" cy="2463778"/>
          </a:xfrm>
          <a:prstGeom prst="rect">
            <a:avLst/>
          </a:prstGeom>
          <a:noFill/>
          <a:ln>
            <a:noFill/>
          </a:ln>
        </p:spPr>
      </p:pic>
      <p:sp>
        <p:nvSpPr>
          <p:cNvPr id="3881" name="Google Shape;3881;p61"/>
          <p:cNvSpPr/>
          <p:nvPr/>
        </p:nvSpPr>
        <p:spPr>
          <a:xfrm>
            <a:off x="152400" y="5864311"/>
            <a:ext cx="5181600" cy="584775"/>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C00000"/>
              </a:buClr>
              <a:buSzPts val="1600"/>
              <a:buFont typeface="Arial"/>
              <a:buChar char="•"/>
            </a:pPr>
            <a:r>
              <a:rPr b="1" i="0" lang="en-US" sz="1600" u="none" cap="none" strike="noStrike">
                <a:solidFill>
                  <a:srgbClr val="C00000"/>
                </a:solidFill>
                <a:latin typeface="Cambria"/>
                <a:ea typeface="Cambria"/>
                <a:cs typeface="Cambria"/>
                <a:sym typeface="Cambria"/>
              </a:rPr>
              <a:t>variation that is explained by a regression model</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C00000"/>
              </a:buClr>
              <a:buSzPts val="1600"/>
              <a:buFont typeface="Arial"/>
              <a:buChar char="•"/>
            </a:pPr>
            <a:r>
              <a:rPr b="1" i="0" lang="en-US" sz="1600" u="none" cap="none" strike="noStrike">
                <a:solidFill>
                  <a:srgbClr val="C00000"/>
                </a:solidFill>
                <a:latin typeface="Cambria"/>
                <a:ea typeface="Cambria"/>
                <a:cs typeface="Cambria"/>
                <a:sym typeface="Cambria"/>
              </a:rPr>
              <a:t>measures the goodness of fit of a regression model</a:t>
            </a:r>
            <a:endParaRPr b="1" i="0" sz="1600" u="none" cap="none" strike="noStrike">
              <a:solidFill>
                <a:srgbClr val="C00000"/>
              </a:solidFill>
              <a:latin typeface="Cambria"/>
              <a:ea typeface="Cambria"/>
              <a:cs typeface="Cambria"/>
              <a:sym typeface="Cambria"/>
            </a:endParaRPr>
          </a:p>
        </p:txBody>
      </p:sp>
      <p:graphicFrame>
        <p:nvGraphicFramePr>
          <p:cNvPr id="3882" name="Google Shape;3882;p61"/>
          <p:cNvGraphicFramePr/>
          <p:nvPr/>
        </p:nvGraphicFramePr>
        <p:xfrm>
          <a:off x="7914894" y="1573770"/>
          <a:ext cx="3000000" cy="3000000"/>
        </p:xfrm>
        <a:graphic>
          <a:graphicData uri="http://schemas.openxmlformats.org/drawingml/2006/table">
            <a:tbl>
              <a:tblPr bandRow="1" firstRow="1">
                <a:noFill/>
                <a:tableStyleId>{34F57EB2-B075-49AD-9C69-90DEA08F2B00}</a:tableStyleId>
              </a:tblPr>
              <a:tblGrid>
                <a:gridCol w="1102750"/>
              </a:tblGrid>
              <a:tr h="860775">
                <a:tc>
                  <a:txBody>
                    <a:bodyPr/>
                    <a:lstStyle/>
                    <a:p>
                      <a:pPr indent="0" lvl="0" marL="0" marR="0" rtl="0" algn="ctr">
                        <a:lnSpc>
                          <a:spcPct val="100000"/>
                        </a:lnSpc>
                        <a:spcBef>
                          <a:spcPts val="0"/>
                        </a:spcBef>
                        <a:spcAft>
                          <a:spcPts val="0"/>
                        </a:spcAft>
                        <a:buClr>
                          <a:srgbClr val="000000"/>
                        </a:buClr>
                        <a:buSzPts val="1600"/>
                        <a:buFont typeface="Arial"/>
                        <a:buNone/>
                      </a:pPr>
                      <a:r>
                        <a:rPr b="1" i="1" lang="en-US" sz="1600" u="none" cap="none" strike="noStrike">
                          <a:latin typeface="Arial"/>
                          <a:ea typeface="Arial"/>
                          <a:cs typeface="Arial"/>
                          <a:sym typeface="Arial"/>
                        </a:rPr>
                        <a:t>Car Price</a:t>
                      </a:r>
                      <a:endParaRPr sz="1400" u="none" cap="none" strike="noStrike"/>
                    </a:p>
                    <a:p>
                      <a:pPr indent="0" lvl="0" marL="0" marR="0" rtl="0" algn="ctr">
                        <a:lnSpc>
                          <a:spcPct val="100000"/>
                        </a:lnSpc>
                        <a:spcBef>
                          <a:spcPts val="0"/>
                        </a:spcBef>
                        <a:spcAft>
                          <a:spcPts val="0"/>
                        </a:spcAft>
                        <a:buClr>
                          <a:srgbClr val="000000"/>
                        </a:buClr>
                        <a:buSzPts val="1600"/>
                        <a:buFont typeface="Arial"/>
                        <a:buNone/>
                      </a:pPr>
                      <a:r>
                        <a:rPr b="1" i="1" lang="en-US" sz="1600" u="none" cap="none" strike="noStrike">
                          <a:latin typeface="Arial"/>
                          <a:ea typeface="Arial"/>
                          <a:cs typeface="Arial"/>
                          <a:sym typeface="Arial"/>
                        </a:rPr>
                        <a:t>(in cr)</a:t>
                      </a:r>
                      <a:endParaRPr b="1" i="1" sz="16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r>
              <a:tr h="371575">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10.48</a:t>
                      </a:r>
                      <a:endParaRPr sz="16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r>
              <a:tr h="371575">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1.75</a:t>
                      </a:r>
                      <a:endParaRPr sz="16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r>
              <a:tr h="371575">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6.95</a:t>
                      </a:r>
                      <a:endParaRPr sz="16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r>
              <a:tr h="371575">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2.51</a:t>
                      </a:r>
                      <a:endParaRPr sz="16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r>
              <a:tr h="371575">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Arial"/>
                          <a:ea typeface="Arial"/>
                          <a:cs typeface="Arial"/>
                          <a:sym typeface="Arial"/>
                        </a:rPr>
                        <a:t>Mean Y</a:t>
                      </a:r>
                      <a:endParaRPr sz="16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6" name="Shape 3886"/>
        <p:cNvGrpSpPr/>
        <p:nvPr/>
      </p:nvGrpSpPr>
      <p:grpSpPr>
        <a:xfrm>
          <a:off x="0" y="0"/>
          <a:ext cx="0" cy="0"/>
          <a:chOff x="0" y="0"/>
          <a:chExt cx="0" cy="0"/>
        </a:xfrm>
      </p:grpSpPr>
      <p:sp>
        <p:nvSpPr>
          <p:cNvPr id="3887" name="Google Shape;3887;p63"/>
          <p:cNvSpPr txBox="1"/>
          <p:nvPr>
            <p:ph type="title"/>
          </p:nvPr>
        </p:nvSpPr>
        <p:spPr>
          <a:xfrm>
            <a:off x="-76200" y="2971800"/>
            <a:ext cx="9144000" cy="685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rPr b="1" i="0" lang="en-US" sz="3200" u="none" cap="none" strike="noStrike">
                <a:solidFill>
                  <a:srgbClr val="C00000"/>
                </a:solidFill>
                <a:latin typeface="Arial"/>
                <a:ea typeface="Arial"/>
                <a:cs typeface="Arial"/>
                <a:sym typeface="Arial"/>
              </a:rPr>
              <a:t>Linear Basis Models</a:t>
            </a:r>
            <a:endParaRPr b="1" i="0" sz="3200" u="none" cap="none" strike="noStrike">
              <a:solidFill>
                <a:srgbClr val="C00000"/>
              </a:solidFill>
              <a:latin typeface="Arial"/>
              <a:ea typeface="Arial"/>
              <a:cs typeface="Arial"/>
              <a:sym typeface="Arial"/>
            </a:endParaRPr>
          </a:p>
        </p:txBody>
      </p:sp>
      <p:sp>
        <p:nvSpPr>
          <p:cNvPr id="3888" name="Google Shape;3888;p63"/>
          <p:cNvSpPr txBox="1"/>
          <p:nvPr/>
        </p:nvSpPr>
        <p:spPr>
          <a:xfrm>
            <a:off x="228600" y="5715000"/>
            <a:ext cx="614783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33CC"/>
                </a:solidFill>
                <a:latin typeface="Arial"/>
                <a:ea typeface="Arial"/>
                <a:cs typeface="Arial"/>
                <a:sym typeface="Arial"/>
              </a:rPr>
              <a:t>What if output is a non-linear function of input vector?</a:t>
            </a:r>
            <a:endParaRPr b="1" i="0" sz="1800" u="none" cap="none" strike="noStrike">
              <a:solidFill>
                <a:srgbClr val="0033CC"/>
              </a:solidFill>
              <a:latin typeface="Arial"/>
              <a:ea typeface="Arial"/>
              <a:cs typeface="Arial"/>
              <a:sym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2" name="Shape 3892"/>
        <p:cNvGrpSpPr/>
        <p:nvPr/>
      </p:nvGrpSpPr>
      <p:grpSpPr>
        <a:xfrm>
          <a:off x="0" y="0"/>
          <a:ext cx="0" cy="0"/>
          <a:chOff x="0" y="0"/>
          <a:chExt cx="0" cy="0"/>
        </a:xfrm>
      </p:grpSpPr>
      <p:grpSp>
        <p:nvGrpSpPr>
          <p:cNvPr id="3893" name="Google Shape;3893;p64"/>
          <p:cNvGrpSpPr/>
          <p:nvPr/>
        </p:nvGrpSpPr>
        <p:grpSpPr>
          <a:xfrm>
            <a:off x="716263" y="4027378"/>
            <a:ext cx="7627478" cy="2525822"/>
            <a:chOff x="376120" y="2065990"/>
            <a:chExt cx="3849051" cy="1274605"/>
          </a:xfrm>
        </p:grpSpPr>
        <p:pic>
          <p:nvPicPr>
            <p:cNvPr id="3894" name="Google Shape;3894;p64"/>
            <p:cNvPicPr preferRelativeResize="0"/>
            <p:nvPr/>
          </p:nvPicPr>
          <p:blipFill rotWithShape="1">
            <a:blip r:embed="rId3">
              <a:alphaModFix/>
            </a:blip>
            <a:srcRect b="0" l="0" r="0" t="0"/>
            <a:stretch/>
          </p:blipFill>
          <p:spPr>
            <a:xfrm>
              <a:off x="2498687" y="2065990"/>
              <a:ext cx="1726484" cy="1274605"/>
            </a:xfrm>
            <a:prstGeom prst="rect">
              <a:avLst/>
            </a:prstGeom>
            <a:noFill/>
            <a:ln>
              <a:noFill/>
            </a:ln>
          </p:spPr>
        </p:pic>
        <p:pic>
          <p:nvPicPr>
            <p:cNvPr id="3895" name="Google Shape;3895;p64"/>
            <p:cNvPicPr preferRelativeResize="0"/>
            <p:nvPr/>
          </p:nvPicPr>
          <p:blipFill rotWithShape="1">
            <a:blip r:embed="rId4">
              <a:alphaModFix/>
            </a:blip>
            <a:srcRect b="0" l="0" r="0" t="0"/>
            <a:stretch/>
          </p:blipFill>
          <p:spPr>
            <a:xfrm>
              <a:off x="376120" y="2084361"/>
              <a:ext cx="1654288" cy="1221368"/>
            </a:xfrm>
            <a:prstGeom prst="rect">
              <a:avLst/>
            </a:prstGeom>
            <a:noFill/>
            <a:ln>
              <a:noFill/>
            </a:ln>
          </p:spPr>
        </p:pic>
      </p:grpSp>
      <p:pic>
        <p:nvPicPr>
          <p:cNvPr id="3896" name="Google Shape;3896;p64"/>
          <p:cNvPicPr preferRelativeResize="0"/>
          <p:nvPr/>
        </p:nvPicPr>
        <p:blipFill rotWithShape="1">
          <a:blip r:embed="rId5">
            <a:alphaModFix/>
          </a:blip>
          <a:srcRect b="0" l="0" r="0" t="0"/>
          <a:stretch/>
        </p:blipFill>
        <p:spPr>
          <a:xfrm>
            <a:off x="4724400" y="1338638"/>
            <a:ext cx="3348987" cy="2472310"/>
          </a:xfrm>
          <a:prstGeom prst="rect">
            <a:avLst/>
          </a:prstGeom>
          <a:noFill/>
          <a:ln>
            <a:noFill/>
          </a:ln>
        </p:spPr>
      </p:pic>
      <p:pic>
        <p:nvPicPr>
          <p:cNvPr id="3897" name="Google Shape;3897;p64"/>
          <p:cNvPicPr preferRelativeResize="0"/>
          <p:nvPr/>
        </p:nvPicPr>
        <p:blipFill rotWithShape="1">
          <a:blip r:embed="rId6">
            <a:alphaModFix/>
          </a:blip>
          <a:srcRect b="0" l="0" r="0" t="0"/>
          <a:stretch/>
        </p:blipFill>
        <p:spPr>
          <a:xfrm>
            <a:off x="749533" y="1391695"/>
            <a:ext cx="3278222" cy="2420326"/>
          </a:xfrm>
          <a:prstGeom prst="rect">
            <a:avLst/>
          </a:prstGeom>
          <a:noFill/>
          <a:ln>
            <a:noFill/>
          </a:ln>
        </p:spPr>
      </p:pic>
      <p:sp>
        <p:nvSpPr>
          <p:cNvPr id="3898" name="Google Shape;3898;p64"/>
          <p:cNvSpPr txBox="1"/>
          <p:nvPr/>
        </p:nvSpPr>
        <p:spPr>
          <a:xfrm>
            <a:off x="8420152" y="6642068"/>
            <a:ext cx="683283" cy="166712"/>
          </a:xfrm>
          <a:prstGeom prst="rect">
            <a:avLst/>
          </a:prstGeom>
          <a:noFill/>
          <a:ln>
            <a:noFill/>
          </a:ln>
        </p:spPr>
        <p:txBody>
          <a:bodyPr anchorCtr="0" anchor="t" bIns="0" lIns="0" spcFirstLastPara="1" rIns="0" wrap="square" tIns="0">
            <a:spAutoFit/>
          </a:bodyPr>
          <a:lstStyle/>
          <a:p>
            <a:pPr indent="0" lvl="0" marL="75503" marR="0" rtl="0" algn="l">
              <a:lnSpc>
                <a:spcPct val="112531"/>
              </a:lnSpc>
              <a:spcBef>
                <a:spcPts val="0"/>
              </a:spcBef>
              <a:spcAft>
                <a:spcPts val="0"/>
              </a:spcAft>
              <a:buClr>
                <a:srgbClr val="FFFFFF"/>
              </a:buClr>
              <a:buSzPts val="1189"/>
              <a:buFont typeface="Tahoma"/>
              <a:buNone/>
            </a:pPr>
            <a:r>
              <a:rPr b="0" i="0" lang="en-US" sz="1189" u="none" cap="none" strike="noStrike">
                <a:solidFill>
                  <a:srgbClr val="FFFFFF"/>
                </a:solidFill>
                <a:latin typeface="Tahoma"/>
                <a:ea typeface="Tahoma"/>
                <a:cs typeface="Tahoma"/>
                <a:sym typeface="Tahoma"/>
              </a:rPr>
              <a:t>17 / 22</a:t>
            </a:r>
            <a:endParaRPr b="0" i="0" sz="1189" u="none" cap="none" strike="noStrike">
              <a:solidFill>
                <a:srgbClr val="000000"/>
              </a:solidFill>
              <a:latin typeface="Tahoma"/>
              <a:ea typeface="Tahoma"/>
              <a:cs typeface="Tahoma"/>
              <a:sym typeface="Tahoma"/>
            </a:endParaRPr>
          </a:p>
        </p:txBody>
      </p:sp>
      <p:sp>
        <p:nvSpPr>
          <p:cNvPr id="3899" name="Google Shape;3899;p64"/>
          <p:cNvSpPr txBox="1"/>
          <p:nvPr/>
        </p:nvSpPr>
        <p:spPr>
          <a:xfrm>
            <a:off x="395536" y="274638"/>
            <a:ext cx="6120680" cy="85010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Polynomial Regression</a:t>
            </a:r>
            <a:endParaRPr b="1" i="0" sz="2400" u="none" cap="none" strike="noStrike">
              <a:solidFill>
                <a:srgbClr val="000000"/>
              </a:solidFill>
              <a:latin typeface="Arial"/>
              <a:ea typeface="Arial"/>
              <a:cs typeface="Arial"/>
              <a:sym typeface="Arial"/>
            </a:endParaRPr>
          </a:p>
        </p:txBody>
      </p:sp>
    </p:spTree>
  </p:cSld>
  <p:clrMapOvr>
    <a:masterClrMapping/>
  </p:clrMapOvr>
  <p:transition>
    <p:cut/>
  </p:transition>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3" name="Shape 3903"/>
        <p:cNvGrpSpPr/>
        <p:nvPr/>
      </p:nvGrpSpPr>
      <p:grpSpPr>
        <a:xfrm>
          <a:off x="0" y="0"/>
          <a:ext cx="0" cy="0"/>
          <a:chOff x="0" y="0"/>
          <a:chExt cx="0" cy="0"/>
        </a:xfrm>
      </p:grpSpPr>
      <p:sp>
        <p:nvSpPr>
          <p:cNvPr id="3904" name="Google Shape;3904;p65"/>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ahoma"/>
              <a:buNone/>
            </a:pPr>
            <a:fld id="{00000000-1234-1234-1234-123412341234}" type="slidenum">
              <a:rPr b="1" i="0" lang="en-US" sz="1200" u="none" cap="none" strike="noStrike">
                <a:solidFill>
                  <a:srgbClr val="000000"/>
                </a:solidFill>
                <a:latin typeface="Tahoma"/>
                <a:ea typeface="Tahoma"/>
                <a:cs typeface="Tahoma"/>
                <a:sym typeface="Tahoma"/>
              </a:rPr>
              <a:t>‹#›</a:t>
            </a:fld>
            <a:endParaRPr b="1" i="0" sz="1200" u="none" cap="none" strike="noStrike">
              <a:solidFill>
                <a:srgbClr val="000000"/>
              </a:solidFill>
              <a:latin typeface="Tahoma"/>
              <a:ea typeface="Tahoma"/>
              <a:cs typeface="Tahoma"/>
              <a:sym typeface="Tahoma"/>
            </a:endParaRPr>
          </a:p>
        </p:txBody>
      </p:sp>
      <p:pic>
        <p:nvPicPr>
          <p:cNvPr id="3905" name="Google Shape;3905;p65"/>
          <p:cNvPicPr preferRelativeResize="0"/>
          <p:nvPr/>
        </p:nvPicPr>
        <p:blipFill rotWithShape="1">
          <a:blip r:embed="rId3">
            <a:alphaModFix/>
          </a:blip>
          <a:srcRect b="0" l="0" r="0" t="0"/>
          <a:stretch/>
        </p:blipFill>
        <p:spPr>
          <a:xfrm>
            <a:off x="395535" y="1447800"/>
            <a:ext cx="4916129" cy="3810000"/>
          </a:xfrm>
          <a:prstGeom prst="rect">
            <a:avLst/>
          </a:prstGeom>
          <a:noFill/>
          <a:ln>
            <a:noFill/>
          </a:ln>
        </p:spPr>
      </p:pic>
      <p:pic>
        <p:nvPicPr>
          <p:cNvPr id="3906" name="Google Shape;3906;p65"/>
          <p:cNvPicPr preferRelativeResize="0"/>
          <p:nvPr/>
        </p:nvPicPr>
        <p:blipFill rotWithShape="1">
          <a:blip r:embed="rId4">
            <a:alphaModFix/>
          </a:blip>
          <a:srcRect b="0" l="0" r="0" t="0"/>
          <a:stretch/>
        </p:blipFill>
        <p:spPr>
          <a:xfrm>
            <a:off x="950656" y="5558795"/>
            <a:ext cx="4400550" cy="514350"/>
          </a:xfrm>
          <a:prstGeom prst="rect">
            <a:avLst/>
          </a:prstGeom>
          <a:noFill/>
          <a:ln>
            <a:noFill/>
          </a:ln>
        </p:spPr>
      </p:pic>
      <p:sp>
        <p:nvSpPr>
          <p:cNvPr id="3907" name="Google Shape;3907;p65"/>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2400"/>
              <a:buFont typeface="Arial"/>
              <a:buNone/>
            </a:pPr>
            <a:r>
              <a:rPr b="1" lang="en-US">
                <a:latin typeface="Arial"/>
                <a:ea typeface="Arial"/>
                <a:cs typeface="Arial"/>
                <a:sym typeface="Arial"/>
              </a:rPr>
              <a:t>Linear Basis Function Models</a:t>
            </a:r>
            <a:endParaRPr b="1">
              <a:latin typeface="Arial"/>
              <a:ea typeface="Arial"/>
              <a:cs typeface="Arial"/>
              <a:sym typeface="Arial"/>
            </a:endParaRPr>
          </a:p>
        </p:txBody>
      </p:sp>
      <p:pic>
        <p:nvPicPr>
          <p:cNvPr id="3908" name="Google Shape;3908;p65"/>
          <p:cNvPicPr preferRelativeResize="0"/>
          <p:nvPr/>
        </p:nvPicPr>
        <p:blipFill rotWithShape="1">
          <a:blip r:embed="rId5">
            <a:alphaModFix/>
          </a:blip>
          <a:srcRect b="0" l="0" r="0" t="0"/>
          <a:stretch/>
        </p:blipFill>
        <p:spPr>
          <a:xfrm>
            <a:off x="6892287" y="1105807"/>
            <a:ext cx="2237426" cy="1225402"/>
          </a:xfrm>
          <a:prstGeom prst="rect">
            <a:avLst/>
          </a:prstGeom>
          <a:noFill/>
          <a:ln>
            <a:noFill/>
          </a:ln>
        </p:spPr>
      </p:pic>
      <p:pic>
        <p:nvPicPr>
          <p:cNvPr id="3909" name="Google Shape;3909;p65"/>
          <p:cNvPicPr preferRelativeResize="0"/>
          <p:nvPr/>
        </p:nvPicPr>
        <p:blipFill rotWithShape="1">
          <a:blip r:embed="rId6">
            <a:alphaModFix/>
          </a:blip>
          <a:srcRect b="0" l="0" r="0" t="0"/>
          <a:stretch/>
        </p:blipFill>
        <p:spPr>
          <a:xfrm>
            <a:off x="6498193" y="2344862"/>
            <a:ext cx="2631520" cy="1881087"/>
          </a:xfrm>
          <a:prstGeom prst="rect">
            <a:avLst/>
          </a:prstGeom>
          <a:noFill/>
          <a:ln>
            <a:noFill/>
          </a:ln>
        </p:spPr>
      </p:pic>
      <p:pic>
        <p:nvPicPr>
          <p:cNvPr id="3910" name="Google Shape;3910;p65"/>
          <p:cNvPicPr preferRelativeResize="0"/>
          <p:nvPr/>
        </p:nvPicPr>
        <p:blipFill rotWithShape="1">
          <a:blip r:embed="rId7">
            <a:alphaModFix/>
          </a:blip>
          <a:srcRect b="0" l="0" r="0" t="0"/>
          <a:stretch/>
        </p:blipFill>
        <p:spPr>
          <a:xfrm>
            <a:off x="6337879" y="4342574"/>
            <a:ext cx="2791834" cy="1701345"/>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4" name="Shape 3914"/>
        <p:cNvGrpSpPr/>
        <p:nvPr/>
      </p:nvGrpSpPr>
      <p:grpSpPr>
        <a:xfrm>
          <a:off x="0" y="0"/>
          <a:ext cx="0" cy="0"/>
          <a:chOff x="0" y="0"/>
          <a:chExt cx="0" cy="0"/>
        </a:xfrm>
      </p:grpSpPr>
      <p:sp>
        <p:nvSpPr>
          <p:cNvPr id="3915" name="Google Shape;3915;p66"/>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ahoma"/>
              <a:buNone/>
            </a:pPr>
            <a:fld id="{00000000-1234-1234-1234-123412341234}" type="slidenum">
              <a:rPr b="1" i="0" lang="en-US" sz="1200" u="none" cap="none" strike="noStrike">
                <a:solidFill>
                  <a:srgbClr val="000000"/>
                </a:solidFill>
                <a:latin typeface="Tahoma"/>
                <a:ea typeface="Tahoma"/>
                <a:cs typeface="Tahoma"/>
                <a:sym typeface="Tahoma"/>
              </a:rPr>
              <a:t>‹#›</a:t>
            </a:fld>
            <a:endParaRPr b="1" i="0" sz="1200" u="none" cap="none" strike="noStrike">
              <a:solidFill>
                <a:srgbClr val="000000"/>
              </a:solidFill>
              <a:latin typeface="Tahoma"/>
              <a:ea typeface="Tahoma"/>
              <a:cs typeface="Tahoma"/>
              <a:sym typeface="Tahoma"/>
            </a:endParaRPr>
          </a:p>
        </p:txBody>
      </p:sp>
      <p:sp>
        <p:nvSpPr>
          <p:cNvPr id="3916" name="Google Shape;3916;p66"/>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2400"/>
              <a:buFont typeface="Arial"/>
              <a:buNone/>
            </a:pPr>
            <a:r>
              <a:rPr b="1" lang="en-US">
                <a:latin typeface="Arial"/>
                <a:ea typeface="Arial"/>
                <a:cs typeface="Arial"/>
                <a:sym typeface="Arial"/>
              </a:rPr>
              <a:t>Linear Basis Function Models</a:t>
            </a:r>
            <a:endParaRPr b="1">
              <a:latin typeface="Arial"/>
              <a:ea typeface="Arial"/>
              <a:cs typeface="Arial"/>
              <a:sym typeface="Arial"/>
            </a:endParaRPr>
          </a:p>
        </p:txBody>
      </p:sp>
      <p:pic>
        <p:nvPicPr>
          <p:cNvPr id="3917" name="Google Shape;3917;p66"/>
          <p:cNvPicPr preferRelativeResize="0"/>
          <p:nvPr/>
        </p:nvPicPr>
        <p:blipFill rotWithShape="1">
          <a:blip r:embed="rId3">
            <a:alphaModFix/>
          </a:blip>
          <a:srcRect b="0" l="0" r="0" t="0"/>
          <a:stretch/>
        </p:blipFill>
        <p:spPr>
          <a:xfrm>
            <a:off x="5937227" y="1019059"/>
            <a:ext cx="3206774" cy="2292295"/>
          </a:xfrm>
          <a:prstGeom prst="rect">
            <a:avLst/>
          </a:prstGeom>
          <a:noFill/>
          <a:ln>
            <a:noFill/>
          </a:ln>
        </p:spPr>
      </p:pic>
      <p:sp>
        <p:nvSpPr>
          <p:cNvPr id="3918" name="Google Shape;3918;p66"/>
          <p:cNvSpPr/>
          <p:nvPr/>
        </p:nvSpPr>
        <p:spPr>
          <a:xfrm>
            <a:off x="424110" y="1573619"/>
            <a:ext cx="5290889" cy="233910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Example: an M-th order polynomial function of one dimensional feature x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159"/>
              </a:spcBef>
              <a:spcAft>
                <a:spcPts val="0"/>
              </a:spcAft>
              <a:buClr>
                <a:schemeClr val="dk1"/>
              </a:buClr>
              <a:buSzPts val="1800"/>
              <a:buFont typeface="Tahoma"/>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1159"/>
              </a:spcBef>
              <a:spcAft>
                <a:spcPts val="0"/>
              </a:spcAft>
              <a:buClr>
                <a:schemeClr val="dk1"/>
              </a:buClr>
              <a:buSzPts val="1800"/>
              <a:buFont typeface="Tahoma"/>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Tahoma"/>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Tahoma"/>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where x</a:t>
            </a:r>
            <a:r>
              <a:rPr b="0" baseline="30000" i="0" lang="en-US" sz="1800" u="none" cap="none" strike="noStrike">
                <a:solidFill>
                  <a:srgbClr val="000000"/>
                </a:solidFill>
                <a:latin typeface="Arial"/>
                <a:ea typeface="Arial"/>
                <a:cs typeface="Arial"/>
                <a:sym typeface="Arial"/>
              </a:rPr>
              <a:t>j </a:t>
            </a:r>
            <a:r>
              <a:rPr b="0" i="0" lang="en-US" sz="1800" u="none" cap="none" strike="noStrike">
                <a:solidFill>
                  <a:srgbClr val="000000"/>
                </a:solidFill>
                <a:latin typeface="Arial"/>
                <a:ea typeface="Arial"/>
                <a:cs typeface="Arial"/>
                <a:sym typeface="Arial"/>
              </a:rPr>
              <a:t>= j-th power of x</a:t>
            </a:r>
            <a:endParaRPr b="0" i="0" sz="1800" u="none" cap="none" strike="noStrike">
              <a:solidFill>
                <a:srgbClr val="000000"/>
              </a:solidFill>
              <a:latin typeface="Arial"/>
              <a:ea typeface="Arial"/>
              <a:cs typeface="Arial"/>
              <a:sym typeface="Arial"/>
            </a:endParaRPr>
          </a:p>
        </p:txBody>
      </p:sp>
      <p:pic>
        <p:nvPicPr>
          <p:cNvPr id="3919" name="Google Shape;3919;p66"/>
          <p:cNvPicPr preferRelativeResize="0"/>
          <p:nvPr/>
        </p:nvPicPr>
        <p:blipFill rotWithShape="1">
          <a:blip r:embed="rId4">
            <a:alphaModFix/>
          </a:blip>
          <a:srcRect b="0" l="0" r="0" t="0"/>
          <a:stretch/>
        </p:blipFill>
        <p:spPr>
          <a:xfrm>
            <a:off x="546929" y="2369851"/>
            <a:ext cx="2805871" cy="842183"/>
          </a:xfrm>
          <a:prstGeom prst="rect">
            <a:avLst/>
          </a:prstGeom>
          <a:noFill/>
          <a:ln>
            <a:noFill/>
          </a:ln>
        </p:spPr>
      </p:pic>
      <p:pic>
        <p:nvPicPr>
          <p:cNvPr id="3920" name="Google Shape;3920;p66"/>
          <p:cNvPicPr preferRelativeResize="0"/>
          <p:nvPr/>
        </p:nvPicPr>
        <p:blipFill rotWithShape="1">
          <a:blip r:embed="rId5">
            <a:alphaModFix/>
          </a:blip>
          <a:srcRect b="0" l="0" r="0" t="0"/>
          <a:stretch/>
        </p:blipFill>
        <p:spPr>
          <a:xfrm>
            <a:off x="546929" y="3927899"/>
            <a:ext cx="4944045" cy="692750"/>
          </a:xfrm>
          <a:prstGeom prst="rect">
            <a:avLst/>
          </a:prstGeom>
          <a:noFill/>
          <a:ln>
            <a:noFill/>
          </a:ln>
        </p:spPr>
      </p:pic>
      <p:sp>
        <p:nvSpPr>
          <p:cNvPr id="3921" name="Google Shape;3921;p66"/>
          <p:cNvSpPr txBox="1"/>
          <p:nvPr/>
        </p:nvSpPr>
        <p:spPr>
          <a:xfrm>
            <a:off x="424110" y="4720623"/>
            <a:ext cx="6606541" cy="1959639"/>
          </a:xfrm>
          <a:prstGeom prst="rect">
            <a:avLst/>
          </a:prstGeom>
          <a:noFill/>
          <a:ln>
            <a:noFill/>
          </a:ln>
        </p:spPr>
        <p:txBody>
          <a:bodyPr anchorCtr="0" anchor="t" bIns="0" lIns="0" spcFirstLastPara="1" rIns="0" wrap="square" tIns="13325">
            <a:spAutoFit/>
          </a:bodyPr>
          <a:lstStyle/>
          <a:p>
            <a:pPr indent="0" lvl="0" marL="50800" marR="43180" rtl="0" algn="l">
              <a:lnSpc>
                <a:spcPct val="120000"/>
              </a:lnSpc>
              <a:spcBef>
                <a:spcPts val="0"/>
              </a:spcBef>
              <a:spcAft>
                <a:spcPts val="0"/>
              </a:spcAft>
              <a:buClr>
                <a:srgbClr val="000000"/>
              </a:buClr>
              <a:buSzPts val="1800"/>
              <a:buFont typeface="Arial"/>
              <a:buNone/>
            </a:pPr>
            <a:r>
              <a:rPr b="0" i="1" lang="en-US" sz="1800" u="none" cap="none" strike="noStrike">
                <a:solidFill>
                  <a:srgbClr val="000000"/>
                </a:solidFill>
                <a:latin typeface="Arial"/>
                <a:ea typeface="Arial"/>
                <a:cs typeface="Arial"/>
                <a:sym typeface="Arial"/>
              </a:rPr>
              <a:t>Φ</a:t>
            </a:r>
            <a:r>
              <a:rPr b="0" baseline="-25000" i="1" lang="en-US" sz="1800" u="none" cap="none" strike="noStrike">
                <a:solidFill>
                  <a:srgbClr val="000000"/>
                </a:solidFill>
                <a:latin typeface="Arial"/>
                <a:ea typeface="Arial"/>
                <a:cs typeface="Arial"/>
                <a:sym typeface="Arial"/>
              </a:rPr>
              <a:t>j</a:t>
            </a:r>
            <a:r>
              <a:rPr b="0" i="0" lang="en-US" sz="1800" u="none" cap="none" strike="noStrike">
                <a:solidFill>
                  <a:srgbClr val="000000"/>
                </a:solidFill>
                <a:latin typeface="Arial"/>
                <a:ea typeface="Arial"/>
                <a:cs typeface="Arial"/>
                <a:sym typeface="Arial"/>
              </a:rPr>
              <a:t>(x) are known as </a:t>
            </a:r>
            <a:r>
              <a:rPr b="0" i="1" lang="en-US" sz="1800" u="none" cap="none" strike="noStrike">
                <a:solidFill>
                  <a:srgbClr val="000000"/>
                </a:solidFill>
                <a:latin typeface="Arial"/>
                <a:ea typeface="Arial"/>
                <a:cs typeface="Arial"/>
                <a:sym typeface="Arial"/>
              </a:rPr>
              <a:t>basis functions</a:t>
            </a:r>
            <a:r>
              <a:rPr b="0" i="0" lang="en-US" sz="1800" u="none" cap="none" strike="noStrike">
                <a:solidFill>
                  <a:srgbClr val="000000"/>
                </a:solidFill>
                <a:latin typeface="Arial"/>
                <a:ea typeface="Arial"/>
                <a:cs typeface="Arial"/>
                <a:sym typeface="Arial"/>
              </a:rPr>
              <a:t>.  Typically, </a:t>
            </a:r>
            <a:r>
              <a:rPr b="0" i="1" lang="en-US" sz="1800" u="none" cap="none" strike="noStrike">
                <a:solidFill>
                  <a:srgbClr val="000000"/>
                </a:solidFill>
                <a:latin typeface="Arial"/>
                <a:ea typeface="Arial"/>
                <a:cs typeface="Arial"/>
                <a:sym typeface="Arial"/>
              </a:rPr>
              <a:t>Φ</a:t>
            </a:r>
            <a:r>
              <a:rPr b="0" baseline="-25000" i="0" lang="en-US" sz="1800" u="none" cap="none" strike="noStrike">
                <a:solidFill>
                  <a:srgbClr val="000000"/>
                </a:solidFill>
                <a:latin typeface="Arial"/>
                <a:ea typeface="Arial"/>
                <a:cs typeface="Arial"/>
                <a:sym typeface="Arial"/>
              </a:rPr>
              <a:t>0</a:t>
            </a:r>
            <a:r>
              <a:rPr b="0" i="0" lang="en-US" sz="1800" u="none" cap="none" strike="noStrike">
                <a:solidFill>
                  <a:srgbClr val="000000"/>
                </a:solidFill>
                <a:latin typeface="Arial"/>
                <a:ea typeface="Arial"/>
                <a:cs typeface="Arial"/>
                <a:sym typeface="Arial"/>
              </a:rPr>
              <a:t>(x) = 1, so that </a:t>
            </a:r>
            <a:r>
              <a:rPr b="0" i="1" lang="en-US" sz="1800" u="none" cap="none" strike="noStrike">
                <a:solidFill>
                  <a:srgbClr val="000000"/>
                </a:solidFill>
                <a:latin typeface="Arial"/>
                <a:ea typeface="Arial"/>
                <a:cs typeface="Arial"/>
                <a:sym typeface="Arial"/>
              </a:rPr>
              <a:t>w</a:t>
            </a:r>
            <a:r>
              <a:rPr b="0" baseline="-25000" i="0" lang="en-US" sz="1800" u="none" cap="none" strike="noStrike">
                <a:solidFill>
                  <a:srgbClr val="000000"/>
                </a:solidFill>
                <a:latin typeface="Arial"/>
                <a:ea typeface="Arial"/>
                <a:cs typeface="Arial"/>
                <a:sym typeface="Arial"/>
              </a:rPr>
              <a:t>0 </a:t>
            </a:r>
            <a:r>
              <a:rPr b="0" i="0" lang="en-US" sz="1800" u="none" cap="none" strike="noStrike">
                <a:solidFill>
                  <a:srgbClr val="000000"/>
                </a:solidFill>
                <a:latin typeface="Arial"/>
                <a:ea typeface="Arial"/>
                <a:cs typeface="Arial"/>
                <a:sym typeface="Arial"/>
              </a:rPr>
              <a:t>acts as a bias.</a:t>
            </a:r>
            <a:endParaRPr b="0" i="0" sz="1800" u="none" cap="none" strike="noStrike">
              <a:solidFill>
                <a:srgbClr val="000000"/>
              </a:solidFill>
              <a:latin typeface="Arial"/>
              <a:ea typeface="Arial"/>
              <a:cs typeface="Arial"/>
              <a:sym typeface="Arial"/>
            </a:endParaRPr>
          </a:p>
          <a:p>
            <a:pPr indent="0" lvl="0" marL="50800" marR="43180" rtl="0" algn="l">
              <a:lnSpc>
                <a:spcPct val="12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In the simplest case, we use linear basis  functions : </a:t>
            </a:r>
            <a:r>
              <a:rPr b="0" i="1" lang="en-US" sz="1800" u="none" cap="none" strike="noStrike">
                <a:solidFill>
                  <a:srgbClr val="000000"/>
                </a:solidFill>
                <a:latin typeface="Arial"/>
                <a:ea typeface="Arial"/>
                <a:cs typeface="Arial"/>
                <a:sym typeface="Arial"/>
              </a:rPr>
              <a:t>Φ</a:t>
            </a:r>
            <a:r>
              <a:rPr b="0" baseline="-25000" i="1" lang="en-US" sz="1800" u="none" cap="none" strike="noStrike">
                <a:solidFill>
                  <a:srgbClr val="000000"/>
                </a:solidFill>
                <a:latin typeface="Arial"/>
                <a:ea typeface="Arial"/>
                <a:cs typeface="Arial"/>
                <a:sym typeface="Arial"/>
              </a:rPr>
              <a:t>d</a:t>
            </a:r>
            <a:r>
              <a:rPr b="0" i="0" lang="en-US" sz="1800" u="none" cap="none" strike="noStrike">
                <a:solidFill>
                  <a:srgbClr val="000000"/>
                </a:solidFill>
                <a:latin typeface="Arial"/>
                <a:ea typeface="Arial"/>
                <a:cs typeface="Arial"/>
                <a:sym typeface="Arial"/>
              </a:rPr>
              <a:t>(x) = </a:t>
            </a:r>
            <a:r>
              <a:rPr b="0" i="1" lang="en-US" sz="1800" u="none" cap="none" strike="noStrike">
                <a:solidFill>
                  <a:srgbClr val="000000"/>
                </a:solidFill>
                <a:latin typeface="Arial"/>
                <a:ea typeface="Arial"/>
                <a:cs typeface="Arial"/>
                <a:sym typeface="Arial"/>
              </a:rPr>
              <a:t>x</a:t>
            </a:r>
            <a:r>
              <a:rPr b="0" baseline="-25000" i="1" lang="en-US" sz="1800" u="none" cap="none" strike="noStrike">
                <a:solidFill>
                  <a:srgbClr val="000000"/>
                </a:solidFill>
                <a:latin typeface="Arial"/>
                <a:ea typeface="Arial"/>
                <a:cs typeface="Arial"/>
                <a:sym typeface="Arial"/>
              </a:rPr>
              <a:t>d</a:t>
            </a:r>
            <a:r>
              <a:rPr b="0" i="0" lang="en-US" sz="1800" u="none" cap="none" strike="noStrike">
                <a:solidFill>
                  <a:srgbClr val="000000"/>
                </a:solidFill>
                <a:latin typeface="Arial"/>
                <a:ea typeface="Arial"/>
                <a:cs typeface="Arial"/>
                <a:sym typeface="Arial"/>
              </a:rPr>
              <a:t>.</a:t>
            </a:r>
            <a:endParaRPr b="0" i="0" sz="1800" u="none" cap="none" strike="noStrike">
              <a:solidFill>
                <a:srgbClr val="000000"/>
              </a:solidFill>
              <a:latin typeface="Arial"/>
              <a:ea typeface="Arial"/>
              <a:cs typeface="Arial"/>
              <a:sym typeface="Arial"/>
            </a:endParaRPr>
          </a:p>
          <a:p>
            <a:pPr indent="0" lvl="0" marL="50800" marR="959485" rtl="0" algn="l">
              <a:lnSpc>
                <a:spcPct val="207777"/>
              </a:lnSpc>
              <a:spcBef>
                <a:spcPts val="0"/>
              </a:spcBef>
              <a:spcAft>
                <a:spcPts val="0"/>
              </a:spcAft>
              <a:buClr>
                <a:srgbClr val="FF0000"/>
              </a:buClr>
              <a:buSzPts val="1800"/>
              <a:buFont typeface="Arial"/>
              <a:buNone/>
            </a:pPr>
            <a:r>
              <a:rPr b="0" i="0" lang="en-US" sz="1800" u="none" cap="none" strike="noStrike">
                <a:solidFill>
                  <a:srgbClr val="FF0000"/>
                </a:solidFill>
                <a:latin typeface="Arial"/>
                <a:ea typeface="Arial"/>
                <a:cs typeface="Arial"/>
                <a:sym typeface="Arial"/>
              </a:rPr>
              <a:t>They are called linear models because this function is linear in </a:t>
            </a:r>
            <a:r>
              <a:rPr b="1" i="0" lang="en-US" sz="1800" u="none" cap="none" strike="noStrike">
                <a:solidFill>
                  <a:srgbClr val="FF0000"/>
                </a:solidFill>
                <a:latin typeface="Arial"/>
                <a:ea typeface="Arial"/>
                <a:cs typeface="Arial"/>
                <a:sym typeface="Arial"/>
              </a:rPr>
              <a:t>w</a:t>
            </a:r>
            <a:r>
              <a:rPr b="0" i="0" lang="en-US" sz="1800" u="none" cap="none" strike="noStrike">
                <a:solidFill>
                  <a:srgbClr val="FF0000"/>
                </a:solidFill>
                <a:latin typeface="Arial"/>
                <a:ea typeface="Arial"/>
                <a:cs typeface="Arial"/>
                <a:sym typeface="Arial"/>
              </a:rPr>
              <a:t>. </a:t>
            </a:r>
            <a:endParaRPr b="0" i="0" sz="1800" u="none" cap="none" strike="noStrike">
              <a:solidFill>
                <a:srgbClr val="000000"/>
              </a:solidFill>
              <a:latin typeface="Arial"/>
              <a:ea typeface="Arial"/>
              <a:cs typeface="Arial"/>
              <a:sym typeface="Arial"/>
            </a:endParaRPr>
          </a:p>
        </p:txBody>
      </p:sp>
      <p:pic>
        <p:nvPicPr>
          <p:cNvPr id="3922" name="Google Shape;3922;p66"/>
          <p:cNvPicPr preferRelativeResize="0"/>
          <p:nvPr/>
        </p:nvPicPr>
        <p:blipFill rotWithShape="1">
          <a:blip r:embed="rId6">
            <a:alphaModFix/>
          </a:blip>
          <a:srcRect b="0" l="0" r="0" t="0"/>
          <a:stretch/>
        </p:blipFill>
        <p:spPr>
          <a:xfrm>
            <a:off x="5604706" y="3361341"/>
            <a:ext cx="3416415" cy="821347"/>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6" name="Shape 3926"/>
        <p:cNvGrpSpPr/>
        <p:nvPr/>
      </p:nvGrpSpPr>
      <p:grpSpPr>
        <a:xfrm>
          <a:off x="0" y="0"/>
          <a:ext cx="0" cy="0"/>
          <a:chOff x="0" y="0"/>
          <a:chExt cx="0" cy="0"/>
        </a:xfrm>
      </p:grpSpPr>
      <p:sp>
        <p:nvSpPr>
          <p:cNvPr id="3927" name="Google Shape;3927;p67"/>
          <p:cNvSpPr txBox="1"/>
          <p:nvPr>
            <p:ph idx="12" type="sldNum"/>
          </p:nvPr>
        </p:nvSpPr>
        <p:spPr>
          <a:xfrm>
            <a:off x="8532441" y="6237314"/>
            <a:ext cx="611560" cy="29311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ahoma"/>
              <a:buNone/>
            </a:pPr>
            <a:fld id="{00000000-1234-1234-1234-123412341234}" type="slidenum">
              <a:rPr b="1" i="0" lang="en-US" sz="1200" u="none" cap="none" strike="noStrike">
                <a:solidFill>
                  <a:srgbClr val="000000"/>
                </a:solidFill>
                <a:latin typeface="Tahoma"/>
                <a:ea typeface="Tahoma"/>
                <a:cs typeface="Tahoma"/>
                <a:sym typeface="Tahoma"/>
              </a:rPr>
              <a:t>‹#›</a:t>
            </a:fld>
            <a:endParaRPr b="1" i="0" sz="1200" u="none" cap="none" strike="noStrike">
              <a:solidFill>
                <a:srgbClr val="000000"/>
              </a:solidFill>
              <a:latin typeface="Tahoma"/>
              <a:ea typeface="Tahoma"/>
              <a:cs typeface="Tahoma"/>
              <a:sym typeface="Tahoma"/>
            </a:endParaRPr>
          </a:p>
        </p:txBody>
      </p:sp>
      <p:sp>
        <p:nvSpPr>
          <p:cNvPr id="3928" name="Google Shape;3928;p67"/>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2400"/>
              <a:buFont typeface="Arial"/>
              <a:buNone/>
            </a:pPr>
            <a:r>
              <a:rPr b="1" lang="en-US">
                <a:latin typeface="Arial"/>
                <a:ea typeface="Arial"/>
                <a:cs typeface="Arial"/>
                <a:sym typeface="Arial"/>
              </a:rPr>
              <a:t>Linear Basis Function Models - Examples</a:t>
            </a:r>
            <a:endParaRPr b="1">
              <a:latin typeface="Arial"/>
              <a:ea typeface="Arial"/>
              <a:cs typeface="Arial"/>
              <a:sym typeface="Arial"/>
            </a:endParaRPr>
          </a:p>
        </p:txBody>
      </p:sp>
      <p:pic>
        <p:nvPicPr>
          <p:cNvPr id="3929" name="Google Shape;3929;p67"/>
          <p:cNvPicPr preferRelativeResize="0"/>
          <p:nvPr/>
        </p:nvPicPr>
        <p:blipFill rotWithShape="1">
          <a:blip r:embed="rId3">
            <a:alphaModFix/>
          </a:blip>
          <a:srcRect b="0" l="0" r="0" t="0"/>
          <a:stretch/>
        </p:blipFill>
        <p:spPr>
          <a:xfrm>
            <a:off x="203125" y="1436475"/>
            <a:ext cx="2392109" cy="2268900"/>
          </a:xfrm>
          <a:prstGeom prst="rect">
            <a:avLst/>
          </a:prstGeom>
          <a:noFill/>
          <a:ln>
            <a:noFill/>
          </a:ln>
        </p:spPr>
      </p:pic>
      <p:pic>
        <p:nvPicPr>
          <p:cNvPr id="3930" name="Google Shape;3930;p67"/>
          <p:cNvPicPr preferRelativeResize="0"/>
          <p:nvPr/>
        </p:nvPicPr>
        <p:blipFill rotWithShape="1">
          <a:blip r:embed="rId4">
            <a:alphaModFix/>
          </a:blip>
          <a:srcRect b="0" l="0" r="0" t="0"/>
          <a:stretch/>
        </p:blipFill>
        <p:spPr>
          <a:xfrm>
            <a:off x="203125" y="4093075"/>
            <a:ext cx="2903600" cy="2359350"/>
          </a:xfrm>
          <a:prstGeom prst="rect">
            <a:avLst/>
          </a:prstGeom>
          <a:noFill/>
          <a:ln>
            <a:noFill/>
          </a:ln>
        </p:spPr>
      </p:pic>
      <p:pic>
        <p:nvPicPr>
          <p:cNvPr id="3931" name="Google Shape;3931;p67"/>
          <p:cNvPicPr preferRelativeResize="0"/>
          <p:nvPr/>
        </p:nvPicPr>
        <p:blipFill rotWithShape="1">
          <a:blip r:embed="rId5">
            <a:alphaModFix/>
          </a:blip>
          <a:srcRect b="0" l="0" r="0" t="0"/>
          <a:stretch/>
        </p:blipFill>
        <p:spPr>
          <a:xfrm>
            <a:off x="2977725" y="1610523"/>
            <a:ext cx="2392100" cy="2259952"/>
          </a:xfrm>
          <a:prstGeom prst="rect">
            <a:avLst/>
          </a:prstGeom>
          <a:noFill/>
          <a:ln>
            <a:noFill/>
          </a:ln>
        </p:spPr>
      </p:pic>
      <p:pic>
        <p:nvPicPr>
          <p:cNvPr id="3932" name="Google Shape;3932;p67"/>
          <p:cNvPicPr preferRelativeResize="0"/>
          <p:nvPr/>
        </p:nvPicPr>
        <p:blipFill rotWithShape="1">
          <a:blip r:embed="rId6">
            <a:alphaModFix/>
          </a:blip>
          <a:srcRect b="0" l="0" r="0" t="0"/>
          <a:stretch/>
        </p:blipFill>
        <p:spPr>
          <a:xfrm>
            <a:off x="2753401" y="3933981"/>
            <a:ext cx="3511601" cy="2677531"/>
          </a:xfrm>
          <a:prstGeom prst="rect">
            <a:avLst/>
          </a:prstGeom>
          <a:noFill/>
          <a:ln>
            <a:noFill/>
          </a:ln>
        </p:spPr>
      </p:pic>
      <p:pic>
        <p:nvPicPr>
          <p:cNvPr id="3933" name="Google Shape;3933;p67"/>
          <p:cNvPicPr preferRelativeResize="0"/>
          <p:nvPr/>
        </p:nvPicPr>
        <p:blipFill rotWithShape="1">
          <a:blip r:embed="rId7">
            <a:alphaModFix/>
          </a:blip>
          <a:srcRect b="0" l="0" r="0" t="0"/>
          <a:stretch/>
        </p:blipFill>
        <p:spPr>
          <a:xfrm>
            <a:off x="6265000" y="1187275"/>
            <a:ext cx="2576325" cy="2455555"/>
          </a:xfrm>
          <a:prstGeom prst="rect">
            <a:avLst/>
          </a:prstGeom>
          <a:noFill/>
          <a:ln>
            <a:noFill/>
          </a:ln>
        </p:spPr>
      </p:pic>
      <p:pic>
        <p:nvPicPr>
          <p:cNvPr id="3934" name="Google Shape;3934;p67"/>
          <p:cNvPicPr preferRelativeResize="0"/>
          <p:nvPr/>
        </p:nvPicPr>
        <p:blipFill rotWithShape="1">
          <a:blip r:embed="rId8">
            <a:alphaModFix/>
          </a:blip>
          <a:srcRect b="0" l="0" r="0" t="0"/>
          <a:stretch/>
        </p:blipFill>
        <p:spPr>
          <a:xfrm>
            <a:off x="6211425" y="3705375"/>
            <a:ext cx="2903612" cy="2677524"/>
          </a:xfrm>
          <a:prstGeom prst="rect">
            <a:avLst/>
          </a:prstGeom>
          <a:noFill/>
          <a:ln>
            <a:noFill/>
          </a:ln>
        </p:spPr>
      </p:pic>
      <p:pic>
        <p:nvPicPr>
          <p:cNvPr id="3935" name="Google Shape;3935;p67"/>
          <p:cNvPicPr preferRelativeResize="0"/>
          <p:nvPr/>
        </p:nvPicPr>
        <p:blipFill rotWithShape="1">
          <a:blip r:embed="rId9">
            <a:alphaModFix/>
          </a:blip>
          <a:srcRect b="0" l="0" r="0" t="0"/>
          <a:stretch/>
        </p:blipFill>
        <p:spPr>
          <a:xfrm>
            <a:off x="6806100" y="4093075"/>
            <a:ext cx="1839675" cy="1303500"/>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9" name="Shape 3939"/>
        <p:cNvGrpSpPr/>
        <p:nvPr/>
      </p:nvGrpSpPr>
      <p:grpSpPr>
        <a:xfrm>
          <a:off x="0" y="0"/>
          <a:ext cx="0" cy="0"/>
          <a:chOff x="0" y="0"/>
          <a:chExt cx="0" cy="0"/>
        </a:xfrm>
      </p:grpSpPr>
      <p:sp>
        <p:nvSpPr>
          <p:cNvPr id="3940" name="Google Shape;3940;p70"/>
          <p:cNvSpPr txBox="1"/>
          <p:nvPr>
            <p:ph type="title"/>
          </p:nvPr>
        </p:nvSpPr>
        <p:spPr>
          <a:xfrm>
            <a:off x="-76200" y="2971800"/>
            <a:ext cx="9144000" cy="685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rPr b="1" i="0" lang="en-US" sz="3200" u="none" cap="none" strike="noStrike">
                <a:solidFill>
                  <a:srgbClr val="C00000"/>
                </a:solidFill>
                <a:latin typeface="Calibri"/>
                <a:ea typeface="Calibri"/>
                <a:cs typeface="Calibri"/>
                <a:sym typeface="Calibri"/>
              </a:rPr>
              <a:t>Notion of Bias - Variance</a:t>
            </a:r>
            <a:endParaRPr b="1" i="0" sz="3200" u="none" cap="none" strike="noStrike">
              <a:solidFill>
                <a:srgbClr val="C00000"/>
              </a:solidFill>
              <a:latin typeface="Calibri"/>
              <a:ea typeface="Calibri"/>
              <a:cs typeface="Calibri"/>
              <a:sym typeface="Calibri"/>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5" name="Shape 3945"/>
        <p:cNvGrpSpPr/>
        <p:nvPr/>
      </p:nvGrpSpPr>
      <p:grpSpPr>
        <a:xfrm>
          <a:off x="0" y="0"/>
          <a:ext cx="0" cy="0"/>
          <a:chOff x="0" y="0"/>
          <a:chExt cx="0" cy="0"/>
        </a:xfrm>
      </p:grpSpPr>
      <p:pic>
        <p:nvPicPr>
          <p:cNvPr id="3946" name="Google Shape;3946;p72"/>
          <p:cNvPicPr preferRelativeResize="0"/>
          <p:nvPr/>
        </p:nvPicPr>
        <p:blipFill rotWithShape="1">
          <a:blip r:embed="rId3">
            <a:alphaModFix/>
          </a:blip>
          <a:srcRect b="0" l="0" r="0" t="13393"/>
          <a:stretch/>
        </p:blipFill>
        <p:spPr>
          <a:xfrm>
            <a:off x="468132" y="1600200"/>
            <a:ext cx="7620000" cy="4560628"/>
          </a:xfrm>
          <a:prstGeom prst="rect">
            <a:avLst/>
          </a:prstGeom>
          <a:noFill/>
          <a:ln>
            <a:noFill/>
          </a:ln>
        </p:spPr>
      </p:pic>
      <p:sp>
        <p:nvSpPr>
          <p:cNvPr id="3947" name="Google Shape;3947;p72"/>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2400"/>
              <a:buFont typeface="Arial"/>
              <a:buNone/>
            </a:pPr>
            <a:r>
              <a:rPr b="1" lang="en-US" sz="2400">
                <a:latin typeface="Arial"/>
                <a:ea typeface="Arial"/>
                <a:cs typeface="Arial"/>
                <a:sym typeface="Arial"/>
              </a:rPr>
              <a:t>Quality of Fit</a:t>
            </a:r>
            <a:endParaRPr b="1" sz="2400">
              <a:latin typeface="Arial"/>
              <a:ea typeface="Arial"/>
              <a:cs typeface="Arial"/>
              <a:sym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1" name="Shape 3951"/>
        <p:cNvGrpSpPr/>
        <p:nvPr/>
      </p:nvGrpSpPr>
      <p:grpSpPr>
        <a:xfrm>
          <a:off x="0" y="0"/>
          <a:ext cx="0" cy="0"/>
          <a:chOff x="0" y="0"/>
          <a:chExt cx="0" cy="0"/>
        </a:xfrm>
      </p:grpSpPr>
      <p:sp>
        <p:nvSpPr>
          <p:cNvPr id="3952" name="Google Shape;3952;p73"/>
          <p:cNvSpPr txBox="1"/>
          <p:nvPr>
            <p:ph idx="2" type="body"/>
          </p:nvPr>
        </p:nvSpPr>
        <p:spPr>
          <a:xfrm>
            <a:off x="581695" y="1447800"/>
            <a:ext cx="8562305" cy="857250"/>
          </a:xfrm>
          <a:prstGeom prst="rect">
            <a:avLst/>
          </a:prstGeom>
          <a:noFill/>
          <a:ln>
            <a:noFill/>
          </a:ln>
        </p:spPr>
        <p:txBody>
          <a:bodyPr anchorCtr="0" anchor="ctr" bIns="45700" lIns="91425" spcFirstLastPara="1" rIns="91425" wrap="square" tIns="45700">
            <a:normAutofit/>
          </a:bodyPr>
          <a:lstStyle/>
          <a:p>
            <a:pPr indent="0" lvl="0" marL="0" rtl="0" algn="l">
              <a:lnSpc>
                <a:spcPct val="150000"/>
              </a:lnSpc>
              <a:spcBef>
                <a:spcPts val="0"/>
              </a:spcBef>
              <a:spcAft>
                <a:spcPts val="0"/>
              </a:spcAft>
              <a:buClr>
                <a:schemeClr val="dk1"/>
              </a:buClr>
              <a:buSzPts val="1800"/>
              <a:buNone/>
            </a:pPr>
            <a:r>
              <a:rPr b="0" lang="en-US" sz="1800"/>
              <a:t>Increase in Size of the data set reduces the over-fitting problem</a:t>
            </a:r>
            <a:endParaRPr/>
          </a:p>
        </p:txBody>
      </p:sp>
      <p:pic>
        <p:nvPicPr>
          <p:cNvPr descr="Screen Clipping" id="3953" name="Google Shape;3953;p73"/>
          <p:cNvPicPr preferRelativeResize="0"/>
          <p:nvPr/>
        </p:nvPicPr>
        <p:blipFill rotWithShape="1">
          <a:blip r:embed="rId3">
            <a:alphaModFix/>
          </a:blip>
          <a:srcRect b="0" l="0" r="0" t="0"/>
          <a:stretch/>
        </p:blipFill>
        <p:spPr>
          <a:xfrm>
            <a:off x="304801" y="2140676"/>
            <a:ext cx="8336279" cy="3340826"/>
          </a:xfrm>
          <a:prstGeom prst="rect">
            <a:avLst/>
          </a:prstGeom>
          <a:noFill/>
          <a:ln>
            <a:noFill/>
          </a:ln>
        </p:spPr>
      </p:pic>
      <p:sp>
        <p:nvSpPr>
          <p:cNvPr id="3954" name="Google Shape;3954;p73"/>
          <p:cNvSpPr txBox="1"/>
          <p:nvPr/>
        </p:nvSpPr>
        <p:spPr>
          <a:xfrm>
            <a:off x="348377" y="602312"/>
            <a:ext cx="7886700" cy="74391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Handling Overfitting – Way 1</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9" name="Shape 3959"/>
        <p:cNvGrpSpPr/>
        <p:nvPr/>
      </p:nvGrpSpPr>
      <p:grpSpPr>
        <a:xfrm>
          <a:off x="0" y="0"/>
          <a:ext cx="0" cy="0"/>
          <a:chOff x="0" y="0"/>
          <a:chExt cx="0" cy="0"/>
        </a:xfrm>
      </p:grpSpPr>
      <p:sp>
        <p:nvSpPr>
          <p:cNvPr id="3960" name="Google Shape;3960;p74"/>
          <p:cNvSpPr txBox="1"/>
          <p:nvPr>
            <p:ph type="title"/>
          </p:nvPr>
        </p:nvSpPr>
        <p:spPr>
          <a:xfrm>
            <a:off x="395536" y="274638"/>
            <a:ext cx="6120680" cy="850106"/>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2400"/>
              <a:buFont typeface="Arial"/>
              <a:buNone/>
            </a:pPr>
            <a:r>
              <a:rPr b="1" lang="en-US" sz="2400">
                <a:latin typeface="Arial"/>
                <a:ea typeface="Arial"/>
                <a:cs typeface="Arial"/>
                <a:sym typeface="Arial"/>
              </a:rPr>
              <a:t>Effect of Training Size on Over fitting</a:t>
            </a:r>
            <a:br>
              <a:rPr b="1" lang="en-US" sz="2400">
                <a:latin typeface="Arial"/>
                <a:ea typeface="Arial"/>
                <a:cs typeface="Arial"/>
                <a:sym typeface="Arial"/>
              </a:rPr>
            </a:br>
            <a:r>
              <a:rPr b="1" lang="en-US" sz="2000">
                <a:solidFill>
                  <a:srgbClr val="0033CC"/>
                </a:solidFill>
                <a:latin typeface="Arial"/>
                <a:ea typeface="Arial"/>
                <a:cs typeface="Arial"/>
                <a:sym typeface="Arial"/>
              </a:rPr>
              <a:t>Problem Type 4 : Interpretation of the Model Fit</a:t>
            </a:r>
            <a:endParaRPr b="1" sz="2000">
              <a:solidFill>
                <a:srgbClr val="0033CC"/>
              </a:solidFill>
              <a:latin typeface="Arial"/>
              <a:ea typeface="Arial"/>
              <a:cs typeface="Arial"/>
              <a:sym typeface="Arial"/>
            </a:endParaRPr>
          </a:p>
        </p:txBody>
      </p:sp>
      <p:sp>
        <p:nvSpPr>
          <p:cNvPr id="3961" name="Google Shape;3961;p7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1800"/>
              <a:buChar char="•"/>
            </a:pPr>
            <a:r>
              <a:rPr lang="en-US" sz="1800">
                <a:latin typeface="Arial"/>
                <a:ea typeface="Arial"/>
                <a:cs typeface="Arial"/>
                <a:sym typeface="Arial"/>
              </a:rPr>
              <a:t>Size of training dataset needs to be large to prevent when higher order model is used.</a:t>
            </a:r>
            <a:endParaRPr sz="1800">
              <a:latin typeface="Arial"/>
              <a:ea typeface="Arial"/>
              <a:cs typeface="Arial"/>
              <a:sym typeface="Arial"/>
            </a:endParaRPr>
          </a:p>
        </p:txBody>
      </p:sp>
      <p:pic>
        <p:nvPicPr>
          <p:cNvPr id="3962" name="Google Shape;3962;p74"/>
          <p:cNvPicPr preferRelativeResize="0"/>
          <p:nvPr/>
        </p:nvPicPr>
        <p:blipFill rotWithShape="1">
          <a:blip r:embed="rId3">
            <a:alphaModFix/>
          </a:blip>
          <a:srcRect b="0" l="0" r="0" t="0"/>
          <a:stretch/>
        </p:blipFill>
        <p:spPr>
          <a:xfrm>
            <a:off x="457200" y="3001707"/>
            <a:ext cx="4114800" cy="2672617"/>
          </a:xfrm>
          <a:prstGeom prst="rect">
            <a:avLst/>
          </a:prstGeom>
          <a:noFill/>
          <a:ln>
            <a:noFill/>
          </a:ln>
        </p:spPr>
      </p:pic>
      <p:pic>
        <p:nvPicPr>
          <p:cNvPr id="3963" name="Google Shape;3963;p74"/>
          <p:cNvPicPr preferRelativeResize="0"/>
          <p:nvPr/>
        </p:nvPicPr>
        <p:blipFill rotWithShape="1">
          <a:blip r:embed="rId4">
            <a:alphaModFix/>
          </a:blip>
          <a:srcRect b="0" l="0" r="0" t="0"/>
          <a:stretch/>
        </p:blipFill>
        <p:spPr>
          <a:xfrm>
            <a:off x="4514850" y="3124200"/>
            <a:ext cx="3968045" cy="2590800"/>
          </a:xfrm>
          <a:prstGeom prst="rect">
            <a:avLst/>
          </a:prstGeom>
          <a:noFill/>
          <a:ln>
            <a:noFill/>
          </a:ln>
        </p:spPr>
      </p:pic>
      <p:sp>
        <p:nvSpPr>
          <p:cNvPr id="3964" name="Google Shape;3964;p74"/>
          <p:cNvSpPr txBox="1"/>
          <p:nvPr/>
        </p:nvSpPr>
        <p:spPr>
          <a:xfrm>
            <a:off x="2343150" y="4427517"/>
            <a:ext cx="1571264"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Helvetica Neue"/>
              <a:buNone/>
            </a:pPr>
            <a:r>
              <a:rPr b="1" i="0" lang="en-US" sz="1200" u="none" cap="none" strike="noStrike">
                <a:solidFill>
                  <a:srgbClr val="000000"/>
                </a:solidFill>
                <a:latin typeface="Helvetica Neue"/>
                <a:ea typeface="Helvetica Neue"/>
                <a:cs typeface="Helvetica Neue"/>
                <a:sym typeface="Helvetica Neue"/>
              </a:rPr>
              <a:t>Lower order model</a:t>
            </a:r>
            <a:endParaRPr b="0" i="0" sz="1400" u="none" cap="none" strike="noStrike">
              <a:solidFill>
                <a:srgbClr val="000000"/>
              </a:solidFill>
              <a:latin typeface="Arial"/>
              <a:ea typeface="Arial"/>
              <a:cs typeface="Arial"/>
              <a:sym typeface="Arial"/>
            </a:endParaRPr>
          </a:p>
        </p:txBody>
      </p:sp>
      <p:sp>
        <p:nvSpPr>
          <p:cNvPr id="3965" name="Google Shape;3965;p74"/>
          <p:cNvSpPr txBox="1"/>
          <p:nvPr/>
        </p:nvSpPr>
        <p:spPr>
          <a:xfrm>
            <a:off x="6400801" y="3913167"/>
            <a:ext cx="1604927"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Helvetica Neue"/>
              <a:buNone/>
            </a:pPr>
            <a:r>
              <a:rPr b="1" i="0" lang="en-US" sz="1200" u="none" cap="none" strike="noStrike">
                <a:solidFill>
                  <a:srgbClr val="000000"/>
                </a:solidFill>
                <a:latin typeface="Helvetica Neue"/>
                <a:ea typeface="Helvetica Neue"/>
                <a:cs typeface="Helvetica Neue"/>
                <a:sym typeface="Helvetica Neue"/>
              </a:rPr>
              <a:t>Higher order model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0" name="Shape 3970"/>
        <p:cNvGrpSpPr/>
        <p:nvPr/>
      </p:nvGrpSpPr>
      <p:grpSpPr>
        <a:xfrm>
          <a:off x="0" y="0"/>
          <a:ext cx="0" cy="0"/>
          <a:chOff x="0" y="0"/>
          <a:chExt cx="0" cy="0"/>
        </a:xfrm>
      </p:grpSpPr>
      <p:sp>
        <p:nvSpPr>
          <p:cNvPr id="3971" name="Google Shape;3971;p75"/>
          <p:cNvSpPr txBox="1"/>
          <p:nvPr>
            <p:ph type="title"/>
          </p:nvPr>
        </p:nvSpPr>
        <p:spPr>
          <a:xfrm>
            <a:off x="448820" y="355595"/>
            <a:ext cx="6120680" cy="378950"/>
          </a:xfrm>
          <a:prstGeom prst="rect">
            <a:avLst/>
          </a:prstGeom>
          <a:noFill/>
          <a:ln>
            <a:noFill/>
          </a:ln>
        </p:spPr>
        <p:txBody>
          <a:bodyPr anchorCtr="0" anchor="ctr" bIns="0" lIns="0" spcFirstLastPara="1" rIns="0" wrap="square" tIns="9525">
            <a:spAutoFit/>
          </a:bodyPr>
          <a:lstStyle/>
          <a:p>
            <a:pPr indent="-1418748" lvl="0" marL="1427798" marR="3810" rtl="0" algn="l">
              <a:lnSpc>
                <a:spcPct val="100000"/>
              </a:lnSpc>
              <a:spcBef>
                <a:spcPts val="0"/>
              </a:spcBef>
              <a:spcAft>
                <a:spcPts val="0"/>
              </a:spcAft>
              <a:buClr>
                <a:schemeClr val="dk1"/>
              </a:buClr>
              <a:buSzPts val="2400"/>
              <a:buFont typeface="Arial"/>
              <a:buNone/>
            </a:pPr>
            <a:r>
              <a:rPr b="1" lang="en-US" sz="2400">
                <a:latin typeface="Arial"/>
                <a:ea typeface="Arial"/>
                <a:cs typeface="Arial"/>
                <a:sym typeface="Arial"/>
              </a:rPr>
              <a:t>Polynomial Fitting can lead to Overfitting</a:t>
            </a:r>
            <a:endParaRPr b="1" sz="2400">
              <a:latin typeface="Arial"/>
              <a:ea typeface="Arial"/>
              <a:cs typeface="Arial"/>
              <a:sym typeface="Arial"/>
            </a:endParaRPr>
          </a:p>
        </p:txBody>
      </p:sp>
      <p:sp>
        <p:nvSpPr>
          <p:cNvPr id="3972" name="Google Shape;3972;p75"/>
          <p:cNvSpPr txBox="1"/>
          <p:nvPr>
            <p:ph idx="1" type="body"/>
          </p:nvPr>
        </p:nvSpPr>
        <p:spPr>
          <a:xfrm>
            <a:off x="533400" y="1848099"/>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1800"/>
              <a:buChar char="•"/>
            </a:pPr>
            <a:r>
              <a:rPr lang="en-US" sz="1800">
                <a:latin typeface="Arial"/>
                <a:ea typeface="Arial"/>
                <a:cs typeface="Arial"/>
                <a:sym typeface="Arial"/>
              </a:rPr>
              <a:t>Linear model results in under fitting with large bias</a:t>
            </a:r>
            <a:endParaRPr/>
          </a:p>
          <a:p>
            <a:pPr indent="-342900" lvl="0" marL="342900" rtl="0" algn="l">
              <a:lnSpc>
                <a:spcPct val="100000"/>
              </a:lnSpc>
              <a:spcBef>
                <a:spcPts val="360"/>
              </a:spcBef>
              <a:spcAft>
                <a:spcPts val="0"/>
              </a:spcAft>
              <a:buClr>
                <a:schemeClr val="dk1"/>
              </a:buClr>
              <a:buSzPts val="1800"/>
              <a:buChar char="•"/>
            </a:pPr>
            <a:r>
              <a:rPr lang="en-US" sz="1800">
                <a:latin typeface="Arial"/>
                <a:ea typeface="Arial"/>
                <a:cs typeface="Arial"/>
                <a:sym typeface="Arial"/>
              </a:rPr>
              <a:t>Polynomial of order 300 results in a large variance</a:t>
            </a:r>
            <a:endParaRPr sz="1800">
              <a:latin typeface="Arial"/>
              <a:ea typeface="Arial"/>
              <a:cs typeface="Arial"/>
              <a:sym typeface="Arial"/>
            </a:endParaRPr>
          </a:p>
        </p:txBody>
      </p:sp>
      <p:sp>
        <p:nvSpPr>
          <p:cNvPr id="3973" name="Google Shape;3973;p75"/>
          <p:cNvSpPr txBox="1"/>
          <p:nvPr>
            <p:ph idx="4294967295" type="body"/>
          </p:nvPr>
        </p:nvSpPr>
        <p:spPr>
          <a:xfrm>
            <a:off x="533400" y="1452811"/>
            <a:ext cx="8396288" cy="395288"/>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1800"/>
              <a:buChar char="•"/>
            </a:pPr>
            <a:r>
              <a:rPr lang="en-US" sz="1800">
                <a:latin typeface="Arial"/>
                <a:ea typeface="Arial"/>
                <a:cs typeface="Arial"/>
                <a:sym typeface="Arial"/>
              </a:rPr>
              <a:t>Underlying target function is quadratic</a:t>
            </a:r>
            <a:endParaRPr sz="1800">
              <a:latin typeface="Arial"/>
              <a:ea typeface="Arial"/>
              <a:cs typeface="Arial"/>
              <a:sym typeface="Arial"/>
            </a:endParaRPr>
          </a:p>
        </p:txBody>
      </p:sp>
      <p:pic>
        <p:nvPicPr>
          <p:cNvPr id="3974" name="Google Shape;3974;p75"/>
          <p:cNvPicPr preferRelativeResize="0"/>
          <p:nvPr/>
        </p:nvPicPr>
        <p:blipFill rotWithShape="1">
          <a:blip r:embed="rId3">
            <a:alphaModFix/>
          </a:blip>
          <a:srcRect b="0" l="0" r="0" t="0"/>
          <a:stretch/>
        </p:blipFill>
        <p:spPr>
          <a:xfrm>
            <a:off x="1752600" y="3200400"/>
            <a:ext cx="5086350" cy="3252735"/>
          </a:xfrm>
          <a:prstGeom prst="rect">
            <a:avLst/>
          </a:prstGeom>
          <a:noFill/>
          <a:ln>
            <a:noFill/>
          </a:ln>
        </p:spPr>
      </p:pic>
      <p:sp>
        <p:nvSpPr>
          <p:cNvPr id="3975" name="Google Shape;3975;p75"/>
          <p:cNvSpPr/>
          <p:nvPr/>
        </p:nvSpPr>
        <p:spPr>
          <a:xfrm>
            <a:off x="304800" y="820448"/>
            <a:ext cx="8331255"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Handling Overfitting – Way 2 – Reduce the complexity of the model</a:t>
            </a:r>
            <a:endParaRPr b="1" i="0" sz="2000" u="none" cap="none" strike="noStrike">
              <a:solidFill>
                <a:srgbClr val="000000"/>
              </a:solidFill>
              <a:latin typeface="Arial"/>
              <a:ea typeface="Arial"/>
              <a:cs typeface="Arial"/>
              <a:sym typeface="Arial"/>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9" name="Shape 3979"/>
        <p:cNvGrpSpPr/>
        <p:nvPr/>
      </p:nvGrpSpPr>
      <p:grpSpPr>
        <a:xfrm>
          <a:off x="0" y="0"/>
          <a:ext cx="0" cy="0"/>
          <a:chOff x="0" y="0"/>
          <a:chExt cx="0" cy="0"/>
        </a:xfrm>
      </p:grpSpPr>
      <p:sp>
        <p:nvSpPr>
          <p:cNvPr id="3980" name="Google Shape;3980;p76"/>
          <p:cNvSpPr txBox="1"/>
          <p:nvPr>
            <p:ph type="title"/>
          </p:nvPr>
        </p:nvSpPr>
        <p:spPr>
          <a:xfrm>
            <a:off x="395536" y="274638"/>
            <a:ext cx="6691064" cy="850106"/>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2400"/>
              <a:buFont typeface="Arial"/>
              <a:buNone/>
            </a:pPr>
            <a:r>
              <a:rPr b="1" lang="en-US" sz="2400">
                <a:latin typeface="Arial"/>
                <a:ea typeface="Arial"/>
                <a:cs typeface="Arial"/>
                <a:sym typeface="Arial"/>
              </a:rPr>
              <a:t>How to experiment on Model Complexity ?</a:t>
            </a:r>
            <a:endParaRPr b="1" sz="2400">
              <a:latin typeface="Arial"/>
              <a:ea typeface="Arial"/>
              <a:cs typeface="Arial"/>
              <a:sym typeface="Arial"/>
            </a:endParaRPr>
          </a:p>
        </p:txBody>
      </p:sp>
      <p:pic>
        <p:nvPicPr>
          <p:cNvPr id="3981" name="Google Shape;3981;p76"/>
          <p:cNvPicPr preferRelativeResize="0"/>
          <p:nvPr/>
        </p:nvPicPr>
        <p:blipFill rotWithShape="1">
          <a:blip r:embed="rId3">
            <a:alphaModFix/>
          </a:blip>
          <a:srcRect b="0" l="0" r="0" t="0"/>
          <a:stretch/>
        </p:blipFill>
        <p:spPr>
          <a:xfrm>
            <a:off x="417948" y="1676400"/>
            <a:ext cx="5683796" cy="3810000"/>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5" name="Shape 3985"/>
        <p:cNvGrpSpPr/>
        <p:nvPr/>
      </p:nvGrpSpPr>
      <p:grpSpPr>
        <a:xfrm>
          <a:off x="0" y="0"/>
          <a:ext cx="0" cy="0"/>
          <a:chOff x="0" y="0"/>
          <a:chExt cx="0" cy="0"/>
        </a:xfrm>
      </p:grpSpPr>
      <p:sp>
        <p:nvSpPr>
          <p:cNvPr id="3986" name="Google Shape;3986;p77"/>
          <p:cNvSpPr txBox="1"/>
          <p:nvPr>
            <p:ph idx="2" type="body"/>
          </p:nvPr>
        </p:nvSpPr>
        <p:spPr>
          <a:xfrm>
            <a:off x="581695" y="1447800"/>
            <a:ext cx="8562305" cy="857250"/>
          </a:xfrm>
          <a:prstGeom prst="rect">
            <a:avLst/>
          </a:prstGeom>
          <a:noFill/>
          <a:ln>
            <a:noFill/>
          </a:ln>
        </p:spPr>
        <p:txBody>
          <a:bodyPr anchorCtr="0" anchor="ctr" bIns="45700" lIns="91425" spcFirstLastPara="1" rIns="91425" wrap="square" tIns="45700">
            <a:normAutofit/>
          </a:bodyPr>
          <a:lstStyle/>
          <a:p>
            <a:pPr indent="0" lvl="0" marL="0" rtl="0" algn="l">
              <a:lnSpc>
                <a:spcPct val="150000"/>
              </a:lnSpc>
              <a:spcBef>
                <a:spcPts val="0"/>
              </a:spcBef>
              <a:spcAft>
                <a:spcPts val="0"/>
              </a:spcAft>
              <a:buClr>
                <a:schemeClr val="dk1"/>
              </a:buClr>
              <a:buSzPts val="1800"/>
              <a:buNone/>
            </a:pPr>
            <a:r>
              <a:rPr b="0" lang="en-US" sz="1800"/>
              <a:t>Early Stop the Training</a:t>
            </a:r>
            <a:endParaRPr b="0" sz="1800"/>
          </a:p>
        </p:txBody>
      </p:sp>
      <p:sp>
        <p:nvSpPr>
          <p:cNvPr id="3987" name="Google Shape;3987;p77"/>
          <p:cNvSpPr txBox="1"/>
          <p:nvPr/>
        </p:nvSpPr>
        <p:spPr>
          <a:xfrm>
            <a:off x="348377" y="602312"/>
            <a:ext cx="7886700" cy="74391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Handling Overfitting – Way 3</a:t>
            </a:r>
            <a:endParaRPr b="1" i="0" sz="2400" u="none" cap="none" strike="noStrike">
              <a:solidFill>
                <a:srgbClr val="000000"/>
              </a:solidFill>
              <a:latin typeface="Arial"/>
              <a:ea typeface="Arial"/>
              <a:cs typeface="Arial"/>
              <a:sym typeface="Arial"/>
            </a:endParaRPr>
          </a:p>
        </p:txBody>
      </p:sp>
      <p:pic>
        <p:nvPicPr>
          <p:cNvPr descr="https://lh3.googleusercontent.com/87Yl7aEPVR_1ATbUuZI4f0NjTGRLf5-cghtvjT8qUa22vYZOoeib_TexvxhKbWO1sMBhMxes5_9RBU7dGMMZjV2RHMunBUYa9C-Op8ZgAYy80B4e_NwCkmD0-2bNF8P9MzJt741TKoGYJSnGfjmCqw=s2048" id="3988" name="Google Shape;3988;p77"/>
          <p:cNvPicPr preferRelativeResize="0"/>
          <p:nvPr/>
        </p:nvPicPr>
        <p:blipFill rotWithShape="1">
          <a:blip r:embed="rId3">
            <a:alphaModFix/>
          </a:blip>
          <a:srcRect b="0" l="0" r="0" t="0"/>
          <a:stretch/>
        </p:blipFill>
        <p:spPr>
          <a:xfrm>
            <a:off x="581695" y="2292350"/>
            <a:ext cx="5531865" cy="3622707"/>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2" name="Shape 3992"/>
        <p:cNvGrpSpPr/>
        <p:nvPr/>
      </p:nvGrpSpPr>
      <p:grpSpPr>
        <a:xfrm>
          <a:off x="0" y="0"/>
          <a:ext cx="0" cy="0"/>
          <a:chOff x="0" y="0"/>
          <a:chExt cx="0" cy="0"/>
        </a:xfrm>
      </p:grpSpPr>
      <p:sp>
        <p:nvSpPr>
          <p:cNvPr id="3993" name="Google Shape;3993;p78"/>
          <p:cNvSpPr txBox="1"/>
          <p:nvPr>
            <p:ph type="title"/>
          </p:nvPr>
        </p:nvSpPr>
        <p:spPr>
          <a:xfrm>
            <a:off x="-76200" y="2971800"/>
            <a:ext cx="9144000" cy="685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rPr b="1" i="0" lang="en-US" sz="3200" u="none" cap="none" strike="noStrike">
                <a:solidFill>
                  <a:srgbClr val="C00000"/>
                </a:solidFill>
                <a:latin typeface="Arial"/>
                <a:ea typeface="Arial"/>
                <a:cs typeface="Arial"/>
                <a:sym typeface="Arial"/>
              </a:rPr>
              <a:t>Regularization</a:t>
            </a:r>
            <a:br>
              <a:rPr b="1" i="0" lang="en-US" sz="3200" u="none" cap="none" strike="noStrike">
                <a:solidFill>
                  <a:srgbClr val="C00000"/>
                </a:solidFill>
                <a:latin typeface="Arial"/>
                <a:ea typeface="Arial"/>
                <a:cs typeface="Arial"/>
                <a:sym typeface="Arial"/>
              </a:rPr>
            </a:br>
            <a:r>
              <a:rPr b="0" i="0" lang="en-US" sz="2400" u="none" cap="none" strike="noStrike">
                <a:solidFill>
                  <a:schemeClr val="dk1"/>
                </a:solidFill>
                <a:latin typeface="Arial"/>
                <a:ea typeface="Arial"/>
                <a:cs typeface="Arial"/>
                <a:sym typeface="Arial"/>
              </a:rPr>
              <a:t>(*This notion is common for both Linear Regression – Module 3 and Logistic Regression – Module 4)</a:t>
            </a:r>
            <a:endParaRPr b="0" i="0" sz="2400" u="none" cap="none" strike="noStrike">
              <a:solidFill>
                <a:schemeClr val="dk1"/>
              </a:solidFill>
              <a:latin typeface="Arial"/>
              <a:ea typeface="Arial"/>
              <a:cs typeface="Arial"/>
              <a:sym typeface="Arial"/>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7" name="Shape 3997"/>
        <p:cNvGrpSpPr/>
        <p:nvPr/>
      </p:nvGrpSpPr>
      <p:grpSpPr>
        <a:xfrm>
          <a:off x="0" y="0"/>
          <a:ext cx="0" cy="0"/>
          <a:chOff x="0" y="0"/>
          <a:chExt cx="0" cy="0"/>
        </a:xfrm>
      </p:grpSpPr>
      <p:sp>
        <p:nvSpPr>
          <p:cNvPr id="3998" name="Google Shape;3998;p79"/>
          <p:cNvSpPr txBox="1"/>
          <p:nvPr>
            <p:ph type="title"/>
          </p:nvPr>
        </p:nvSpPr>
        <p:spPr>
          <a:xfrm>
            <a:off x="348377" y="602312"/>
            <a:ext cx="7886700" cy="74391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2400"/>
              <a:t>Overfitting vs Underfitting</a:t>
            </a:r>
            <a:endParaRPr sz="2400"/>
          </a:p>
        </p:txBody>
      </p:sp>
      <p:sp>
        <p:nvSpPr>
          <p:cNvPr id="3999" name="Google Shape;3999;p79"/>
          <p:cNvSpPr txBox="1"/>
          <p:nvPr>
            <p:ph idx="1" type="body"/>
          </p:nvPr>
        </p:nvSpPr>
        <p:spPr>
          <a:xfrm>
            <a:off x="152077" y="1292203"/>
            <a:ext cx="3868340" cy="617934"/>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1800"/>
              <a:buNone/>
            </a:pPr>
            <a:r>
              <a:rPr lang="en-US" sz="1800"/>
              <a:t>Overfitting</a:t>
            </a:r>
            <a:endParaRPr/>
          </a:p>
        </p:txBody>
      </p:sp>
      <p:sp>
        <p:nvSpPr>
          <p:cNvPr id="4000" name="Google Shape;4000;p79"/>
          <p:cNvSpPr txBox="1"/>
          <p:nvPr>
            <p:ph idx="2" type="body"/>
          </p:nvPr>
        </p:nvSpPr>
        <p:spPr>
          <a:xfrm>
            <a:off x="152077" y="1910137"/>
            <a:ext cx="4419923" cy="2763441"/>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1800"/>
              <a:buChar char="•"/>
            </a:pPr>
            <a:r>
              <a:rPr lang="en-US" sz="1800"/>
              <a:t>Fitting the data too well</a:t>
            </a:r>
            <a:endParaRPr/>
          </a:p>
          <a:p>
            <a:pPr indent="-285750" lvl="1" marL="742950" rtl="0" algn="l">
              <a:lnSpc>
                <a:spcPct val="100000"/>
              </a:lnSpc>
              <a:spcBef>
                <a:spcPts val="360"/>
              </a:spcBef>
              <a:spcAft>
                <a:spcPts val="0"/>
              </a:spcAft>
              <a:buClr>
                <a:schemeClr val="dk1"/>
              </a:buClr>
              <a:buSzPts val="1800"/>
              <a:buChar char="–"/>
            </a:pPr>
            <a:r>
              <a:rPr lang="en-US" sz="1800"/>
              <a:t>Features are noisy / uncorrelated to concept</a:t>
            </a:r>
            <a:endParaRPr/>
          </a:p>
          <a:p>
            <a:pPr indent="0" lvl="1" marL="457200" rtl="0" algn="l">
              <a:lnSpc>
                <a:spcPct val="100000"/>
              </a:lnSpc>
              <a:spcBef>
                <a:spcPts val="360"/>
              </a:spcBef>
              <a:spcAft>
                <a:spcPts val="0"/>
              </a:spcAft>
              <a:buClr>
                <a:schemeClr val="dk1"/>
              </a:buClr>
              <a:buSzPts val="1800"/>
              <a:buNone/>
            </a:pPr>
            <a:r>
              <a:t/>
            </a:r>
            <a:endParaRPr sz="1800"/>
          </a:p>
        </p:txBody>
      </p:sp>
      <p:sp>
        <p:nvSpPr>
          <p:cNvPr id="4001" name="Google Shape;4001;p79"/>
          <p:cNvSpPr txBox="1"/>
          <p:nvPr>
            <p:ph idx="3" type="body"/>
          </p:nvPr>
        </p:nvSpPr>
        <p:spPr>
          <a:xfrm>
            <a:off x="4917604" y="1292203"/>
            <a:ext cx="3887391" cy="617934"/>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1800"/>
              <a:buNone/>
            </a:pPr>
            <a:r>
              <a:rPr lang="en-US" sz="1800"/>
              <a:t>Underfitting</a:t>
            </a:r>
            <a:endParaRPr/>
          </a:p>
        </p:txBody>
      </p:sp>
      <p:sp>
        <p:nvSpPr>
          <p:cNvPr id="4002" name="Google Shape;4002;p79"/>
          <p:cNvSpPr txBox="1"/>
          <p:nvPr>
            <p:ph idx="4" type="body"/>
          </p:nvPr>
        </p:nvSpPr>
        <p:spPr>
          <a:xfrm>
            <a:off x="4917604" y="1910137"/>
            <a:ext cx="3887391" cy="2763441"/>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1800"/>
              <a:buChar char="•"/>
            </a:pPr>
            <a:r>
              <a:rPr lang="en-US" sz="1800"/>
              <a:t>Learning too little of the true concept</a:t>
            </a:r>
            <a:endParaRPr/>
          </a:p>
          <a:p>
            <a:pPr indent="-285750" lvl="1" marL="742950" rtl="0" algn="l">
              <a:lnSpc>
                <a:spcPct val="100000"/>
              </a:lnSpc>
              <a:spcBef>
                <a:spcPts val="360"/>
              </a:spcBef>
              <a:spcAft>
                <a:spcPts val="0"/>
              </a:spcAft>
              <a:buClr>
                <a:schemeClr val="dk1"/>
              </a:buClr>
              <a:buSzPts val="1800"/>
              <a:buChar char="–"/>
            </a:pPr>
            <a:r>
              <a:rPr lang="en-US" sz="1800"/>
              <a:t>Features don’t capture concept</a:t>
            </a:r>
            <a:endParaRPr/>
          </a:p>
          <a:p>
            <a:pPr indent="-285750" lvl="1" marL="742950" rtl="0" algn="l">
              <a:lnSpc>
                <a:spcPct val="100000"/>
              </a:lnSpc>
              <a:spcBef>
                <a:spcPts val="360"/>
              </a:spcBef>
              <a:spcAft>
                <a:spcPts val="0"/>
              </a:spcAft>
              <a:buClr>
                <a:schemeClr val="dk1"/>
              </a:buClr>
              <a:buSzPts val="1800"/>
              <a:buChar char="–"/>
            </a:pPr>
            <a:r>
              <a:rPr lang="en-US" sz="1800"/>
              <a:t>Too much bias in model</a:t>
            </a:r>
            <a:endParaRPr/>
          </a:p>
        </p:txBody>
      </p:sp>
      <p:pic>
        <p:nvPicPr>
          <p:cNvPr id="4003" name="Google Shape;4003;p79"/>
          <p:cNvPicPr preferRelativeResize="0"/>
          <p:nvPr/>
        </p:nvPicPr>
        <p:blipFill rotWithShape="1">
          <a:blip r:embed="rId3">
            <a:alphaModFix/>
          </a:blip>
          <a:srcRect b="0" l="0" r="0" t="0"/>
          <a:stretch/>
        </p:blipFill>
        <p:spPr>
          <a:xfrm>
            <a:off x="581976" y="3755615"/>
            <a:ext cx="3438442" cy="2066723"/>
          </a:xfrm>
          <a:prstGeom prst="rect">
            <a:avLst/>
          </a:prstGeom>
          <a:noFill/>
          <a:ln>
            <a:noFill/>
          </a:ln>
        </p:spPr>
      </p:pic>
      <p:graphicFrame>
        <p:nvGraphicFramePr>
          <p:cNvPr id="4004" name="Google Shape;4004;p79"/>
          <p:cNvGraphicFramePr/>
          <p:nvPr/>
        </p:nvGraphicFramePr>
        <p:xfrm>
          <a:off x="5001899" y="4038600"/>
          <a:ext cx="3429000" cy="2057400"/>
        </p:xfrm>
        <a:graphic>
          <a:graphicData uri="http://schemas.openxmlformats.org/drawingml/2006/chart">
            <c:chart r:id="rId4"/>
          </a:graphicData>
        </a:graphic>
      </p:graphicFrame>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8" name="Shape 4008"/>
        <p:cNvGrpSpPr/>
        <p:nvPr/>
      </p:nvGrpSpPr>
      <p:grpSpPr>
        <a:xfrm>
          <a:off x="0" y="0"/>
          <a:ext cx="0" cy="0"/>
          <a:chOff x="0" y="0"/>
          <a:chExt cx="0" cy="0"/>
        </a:xfrm>
      </p:grpSpPr>
      <p:pic>
        <p:nvPicPr>
          <p:cNvPr id="4009" name="Google Shape;4009;p80"/>
          <p:cNvPicPr preferRelativeResize="0"/>
          <p:nvPr/>
        </p:nvPicPr>
        <p:blipFill rotWithShape="1">
          <a:blip r:embed="rId3">
            <a:alphaModFix/>
          </a:blip>
          <a:srcRect b="0" l="0" r="0" t="0"/>
          <a:stretch/>
        </p:blipFill>
        <p:spPr>
          <a:xfrm>
            <a:off x="609600" y="1752600"/>
            <a:ext cx="6076069" cy="3278695"/>
          </a:xfrm>
          <a:prstGeom prst="rect">
            <a:avLst/>
          </a:prstGeom>
          <a:noFill/>
          <a:ln>
            <a:noFill/>
          </a:ln>
        </p:spPr>
      </p:pic>
      <p:sp>
        <p:nvSpPr>
          <p:cNvPr id="4010" name="Google Shape;4010;p80"/>
          <p:cNvSpPr txBox="1"/>
          <p:nvPr/>
        </p:nvSpPr>
        <p:spPr>
          <a:xfrm>
            <a:off x="457200" y="304800"/>
            <a:ext cx="6120680" cy="850106"/>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Regularization</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4" name="Shape 4014"/>
        <p:cNvGrpSpPr/>
        <p:nvPr/>
      </p:nvGrpSpPr>
      <p:grpSpPr>
        <a:xfrm>
          <a:off x="0" y="0"/>
          <a:ext cx="0" cy="0"/>
          <a:chOff x="0" y="0"/>
          <a:chExt cx="0" cy="0"/>
        </a:xfrm>
      </p:grpSpPr>
      <p:sp>
        <p:nvSpPr>
          <p:cNvPr id="4015" name="Google Shape;4015;p81"/>
          <p:cNvSpPr txBox="1"/>
          <p:nvPr/>
        </p:nvSpPr>
        <p:spPr>
          <a:xfrm>
            <a:off x="457200" y="304800"/>
            <a:ext cx="6120680" cy="850106"/>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Regularization</a:t>
            </a:r>
            <a:endParaRPr b="1" i="0" sz="2400" u="none" cap="none" strike="noStrike">
              <a:solidFill>
                <a:srgbClr val="000000"/>
              </a:solidFill>
              <a:latin typeface="Arial"/>
              <a:ea typeface="Arial"/>
              <a:cs typeface="Arial"/>
              <a:sym typeface="Arial"/>
            </a:endParaRPr>
          </a:p>
        </p:txBody>
      </p:sp>
      <p:pic>
        <p:nvPicPr>
          <p:cNvPr id="4016" name="Google Shape;4016;p81"/>
          <p:cNvPicPr preferRelativeResize="0"/>
          <p:nvPr/>
        </p:nvPicPr>
        <p:blipFill rotWithShape="1">
          <a:blip r:embed="rId3">
            <a:alphaModFix/>
          </a:blip>
          <a:srcRect b="0" l="0" r="0" t="0"/>
          <a:stretch/>
        </p:blipFill>
        <p:spPr>
          <a:xfrm>
            <a:off x="609600" y="1788886"/>
            <a:ext cx="5447116" cy="2700280"/>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0" name="Shape 4020"/>
        <p:cNvGrpSpPr/>
        <p:nvPr/>
      </p:nvGrpSpPr>
      <p:grpSpPr>
        <a:xfrm>
          <a:off x="0" y="0"/>
          <a:ext cx="0" cy="0"/>
          <a:chOff x="0" y="0"/>
          <a:chExt cx="0" cy="0"/>
        </a:xfrm>
      </p:grpSpPr>
      <p:sp>
        <p:nvSpPr>
          <p:cNvPr id="4021" name="Google Shape;4021;p82"/>
          <p:cNvSpPr txBox="1"/>
          <p:nvPr/>
        </p:nvSpPr>
        <p:spPr>
          <a:xfrm>
            <a:off x="457200" y="304800"/>
            <a:ext cx="6120680" cy="850106"/>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Understanding Regularization</a:t>
            </a:r>
            <a:endParaRPr b="1" i="0" sz="2400" u="none" cap="none" strike="noStrike">
              <a:solidFill>
                <a:srgbClr val="000000"/>
              </a:solidFill>
              <a:latin typeface="Arial"/>
              <a:ea typeface="Arial"/>
              <a:cs typeface="Arial"/>
              <a:sym typeface="Arial"/>
            </a:endParaRPr>
          </a:p>
        </p:txBody>
      </p:sp>
      <p:pic>
        <p:nvPicPr>
          <p:cNvPr id="4022" name="Google Shape;4022;p82"/>
          <p:cNvPicPr preferRelativeResize="0"/>
          <p:nvPr/>
        </p:nvPicPr>
        <p:blipFill rotWithShape="1">
          <a:blip r:embed="rId3">
            <a:alphaModFix/>
          </a:blip>
          <a:srcRect b="0" l="0" r="0" t="0"/>
          <a:stretch/>
        </p:blipFill>
        <p:spPr>
          <a:xfrm>
            <a:off x="591145" y="1772947"/>
            <a:ext cx="5852790" cy="3942053"/>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6" name="Shape 4026"/>
        <p:cNvGrpSpPr/>
        <p:nvPr/>
      </p:nvGrpSpPr>
      <p:grpSpPr>
        <a:xfrm>
          <a:off x="0" y="0"/>
          <a:ext cx="0" cy="0"/>
          <a:chOff x="0" y="0"/>
          <a:chExt cx="0" cy="0"/>
        </a:xfrm>
      </p:grpSpPr>
      <p:sp>
        <p:nvSpPr>
          <p:cNvPr id="4027" name="Google Shape;4027;p83"/>
          <p:cNvSpPr txBox="1"/>
          <p:nvPr/>
        </p:nvSpPr>
        <p:spPr>
          <a:xfrm>
            <a:off x="457200" y="304800"/>
            <a:ext cx="6120680" cy="850106"/>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Understanding Regularization</a:t>
            </a:r>
            <a:endParaRPr b="1" i="0" sz="2400" u="none" cap="none" strike="noStrike">
              <a:solidFill>
                <a:srgbClr val="000000"/>
              </a:solidFill>
              <a:latin typeface="Arial"/>
              <a:ea typeface="Arial"/>
              <a:cs typeface="Arial"/>
              <a:sym typeface="Arial"/>
            </a:endParaRPr>
          </a:p>
        </p:txBody>
      </p:sp>
      <p:pic>
        <p:nvPicPr>
          <p:cNvPr id="4028" name="Google Shape;4028;p83"/>
          <p:cNvPicPr preferRelativeResize="0"/>
          <p:nvPr/>
        </p:nvPicPr>
        <p:blipFill rotWithShape="1">
          <a:blip r:embed="rId3">
            <a:alphaModFix/>
          </a:blip>
          <a:srcRect b="77320" l="0" r="0" t="0"/>
          <a:stretch/>
        </p:blipFill>
        <p:spPr>
          <a:xfrm>
            <a:off x="591145" y="1772947"/>
            <a:ext cx="5852790" cy="894053"/>
          </a:xfrm>
          <a:prstGeom prst="rect">
            <a:avLst/>
          </a:prstGeom>
          <a:noFill/>
          <a:ln>
            <a:noFill/>
          </a:ln>
        </p:spPr>
      </p:pic>
      <p:pic>
        <p:nvPicPr>
          <p:cNvPr id="4029" name="Google Shape;4029;p83"/>
          <p:cNvPicPr preferRelativeResize="0"/>
          <p:nvPr/>
        </p:nvPicPr>
        <p:blipFill rotWithShape="1">
          <a:blip r:embed="rId4">
            <a:alphaModFix/>
          </a:blip>
          <a:srcRect b="0" l="0" r="0" t="0"/>
          <a:stretch/>
        </p:blipFill>
        <p:spPr>
          <a:xfrm>
            <a:off x="591145" y="2899382"/>
            <a:ext cx="6419255" cy="3425218"/>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3" name="Shape 4033"/>
        <p:cNvGrpSpPr/>
        <p:nvPr/>
      </p:nvGrpSpPr>
      <p:grpSpPr>
        <a:xfrm>
          <a:off x="0" y="0"/>
          <a:ext cx="0" cy="0"/>
          <a:chOff x="0" y="0"/>
          <a:chExt cx="0" cy="0"/>
        </a:xfrm>
      </p:grpSpPr>
      <p:sp>
        <p:nvSpPr>
          <p:cNvPr id="4034" name="Google Shape;4034;p84"/>
          <p:cNvSpPr txBox="1"/>
          <p:nvPr/>
        </p:nvSpPr>
        <p:spPr>
          <a:xfrm>
            <a:off x="457200" y="304800"/>
            <a:ext cx="6120680" cy="850106"/>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Understanding Regularization</a:t>
            </a:r>
            <a:endParaRPr b="1" i="0" sz="2400" u="none" cap="none" strike="noStrike">
              <a:solidFill>
                <a:srgbClr val="000000"/>
              </a:solidFill>
              <a:latin typeface="Arial"/>
              <a:ea typeface="Arial"/>
              <a:cs typeface="Arial"/>
              <a:sym typeface="Arial"/>
            </a:endParaRPr>
          </a:p>
        </p:txBody>
      </p:sp>
      <p:pic>
        <p:nvPicPr>
          <p:cNvPr id="4035" name="Google Shape;4035;p84"/>
          <p:cNvPicPr preferRelativeResize="0"/>
          <p:nvPr/>
        </p:nvPicPr>
        <p:blipFill rotWithShape="1">
          <a:blip r:embed="rId3">
            <a:alphaModFix/>
          </a:blip>
          <a:srcRect b="77320" l="0" r="0" t="0"/>
          <a:stretch/>
        </p:blipFill>
        <p:spPr>
          <a:xfrm>
            <a:off x="591145" y="1772947"/>
            <a:ext cx="5852790" cy="894053"/>
          </a:xfrm>
          <a:prstGeom prst="rect">
            <a:avLst/>
          </a:prstGeom>
          <a:noFill/>
          <a:ln>
            <a:noFill/>
          </a:ln>
        </p:spPr>
      </p:pic>
      <p:pic>
        <p:nvPicPr>
          <p:cNvPr id="4036" name="Google Shape;4036;p84"/>
          <p:cNvPicPr preferRelativeResize="0"/>
          <p:nvPr/>
        </p:nvPicPr>
        <p:blipFill rotWithShape="1">
          <a:blip r:embed="rId4">
            <a:alphaModFix/>
          </a:blip>
          <a:srcRect b="0" l="0" r="0" t="0"/>
          <a:stretch/>
        </p:blipFill>
        <p:spPr>
          <a:xfrm>
            <a:off x="591145" y="2895600"/>
            <a:ext cx="6401150" cy="3454206"/>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0" name="Shape 4040"/>
        <p:cNvGrpSpPr/>
        <p:nvPr/>
      </p:nvGrpSpPr>
      <p:grpSpPr>
        <a:xfrm>
          <a:off x="0" y="0"/>
          <a:ext cx="0" cy="0"/>
          <a:chOff x="0" y="0"/>
          <a:chExt cx="0" cy="0"/>
        </a:xfrm>
      </p:grpSpPr>
      <p:sp>
        <p:nvSpPr>
          <p:cNvPr id="4041" name="Google Shape;4041;p85"/>
          <p:cNvSpPr txBox="1"/>
          <p:nvPr/>
        </p:nvSpPr>
        <p:spPr>
          <a:xfrm>
            <a:off x="457200" y="304800"/>
            <a:ext cx="6120680" cy="85010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Arial"/>
                <a:ea typeface="Arial"/>
                <a:cs typeface="Arial"/>
                <a:sym typeface="Arial"/>
              </a:rPr>
              <a:t>Regularization</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000"/>
              <a:buFont typeface="Arial"/>
              <a:buNone/>
            </a:pPr>
            <a:r>
              <a:rPr b="1" i="0" lang="en-US" sz="2000" u="none" cap="none" strike="noStrike">
                <a:solidFill>
                  <a:srgbClr val="C00000"/>
                </a:solidFill>
                <a:latin typeface="Arial"/>
                <a:ea typeface="Arial"/>
                <a:cs typeface="Arial"/>
                <a:sym typeface="Arial"/>
              </a:rPr>
              <a:t>Ridge Regression / Tikhonov regularization</a:t>
            </a:r>
            <a:endParaRPr b="1" i="0" sz="2000" u="none" cap="none" strike="noStrike">
              <a:solidFill>
                <a:srgbClr val="C00000"/>
              </a:solidFill>
              <a:latin typeface="Arial"/>
              <a:ea typeface="Arial"/>
              <a:cs typeface="Arial"/>
              <a:sym typeface="Arial"/>
            </a:endParaRPr>
          </a:p>
        </p:txBody>
      </p:sp>
      <p:pic>
        <p:nvPicPr>
          <p:cNvPr id="4042" name="Google Shape;4042;p85"/>
          <p:cNvPicPr preferRelativeResize="0"/>
          <p:nvPr/>
        </p:nvPicPr>
        <p:blipFill rotWithShape="1">
          <a:blip r:embed="rId3">
            <a:alphaModFix/>
          </a:blip>
          <a:srcRect b="0" l="0" r="0" t="0"/>
          <a:stretch/>
        </p:blipFill>
        <p:spPr>
          <a:xfrm>
            <a:off x="259038" y="1600200"/>
            <a:ext cx="6517004" cy="4201156"/>
          </a:xfrm>
          <a:prstGeom prst="rect">
            <a:avLst/>
          </a:prstGeom>
          <a:noFill/>
          <a:ln>
            <a:noFill/>
          </a:ln>
        </p:spPr>
      </p:pic>
      <p:pic>
        <p:nvPicPr>
          <p:cNvPr id="4043" name="Google Shape;4043;p85"/>
          <p:cNvPicPr preferRelativeResize="0"/>
          <p:nvPr/>
        </p:nvPicPr>
        <p:blipFill rotWithShape="1">
          <a:blip r:embed="rId4">
            <a:alphaModFix/>
          </a:blip>
          <a:srcRect b="0" l="0" r="0" t="0"/>
          <a:stretch/>
        </p:blipFill>
        <p:spPr>
          <a:xfrm>
            <a:off x="609600" y="5638800"/>
            <a:ext cx="3962400" cy="838200"/>
          </a:xfrm>
          <a:prstGeom prst="rect">
            <a:avLst/>
          </a:prstGeom>
          <a:noFill/>
          <a:ln cap="flat" cmpd="sng" w="9525">
            <a:solidFill>
              <a:srgbClr val="C00000"/>
            </a:solidFill>
            <a:prstDash val="solid"/>
            <a:round/>
            <a:headEnd len="sm" w="sm" type="none"/>
            <a:tailEnd len="sm" w="sm" type="none"/>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7" name="Shape 4047"/>
        <p:cNvGrpSpPr/>
        <p:nvPr/>
      </p:nvGrpSpPr>
      <p:grpSpPr>
        <a:xfrm>
          <a:off x="0" y="0"/>
          <a:ext cx="0" cy="0"/>
          <a:chOff x="0" y="0"/>
          <a:chExt cx="0" cy="0"/>
        </a:xfrm>
      </p:grpSpPr>
      <p:sp>
        <p:nvSpPr>
          <p:cNvPr id="4048" name="Google Shape;4048;p86"/>
          <p:cNvSpPr txBox="1"/>
          <p:nvPr>
            <p:ph idx="2" type="body"/>
          </p:nvPr>
        </p:nvSpPr>
        <p:spPr>
          <a:xfrm>
            <a:off x="304800" y="152400"/>
            <a:ext cx="8229600" cy="1143000"/>
          </a:xfrm>
          <a:prstGeom prst="rect">
            <a:avLst/>
          </a:prstGeom>
          <a:noFill/>
          <a:ln>
            <a:noFill/>
          </a:ln>
        </p:spPr>
        <p:txBody>
          <a:bodyPr anchorCtr="0" anchor="ctr" bIns="45700" lIns="91425" spcFirstLastPara="1" rIns="91425" wrap="square" tIns="45700">
            <a:normAutofit fontScale="77500" lnSpcReduction="20000"/>
          </a:bodyPr>
          <a:lstStyle/>
          <a:p>
            <a:pPr indent="0" lvl="0" marL="0" rtl="0" algn="l">
              <a:lnSpc>
                <a:spcPct val="150000"/>
              </a:lnSpc>
              <a:spcBef>
                <a:spcPts val="0"/>
              </a:spcBef>
              <a:spcAft>
                <a:spcPts val="0"/>
              </a:spcAft>
              <a:buSzPct val="144144"/>
              <a:buNone/>
            </a:pPr>
            <a:r>
              <a:rPr lang="en-US" sz="2400"/>
              <a:t>Regularization</a:t>
            </a:r>
            <a:endParaRPr/>
          </a:p>
          <a:p>
            <a:pPr indent="0" lvl="0" marL="0" rtl="0" algn="r">
              <a:lnSpc>
                <a:spcPct val="180000"/>
              </a:lnSpc>
              <a:spcBef>
                <a:spcPts val="0"/>
              </a:spcBef>
              <a:spcAft>
                <a:spcPts val="0"/>
              </a:spcAft>
              <a:buSzPct val="172971"/>
              <a:buNone/>
            </a:pPr>
            <a:r>
              <a:rPr lang="en-US" sz="2000">
                <a:solidFill>
                  <a:srgbClr val="C00000"/>
                </a:solidFill>
              </a:rPr>
              <a:t>Lasso Regression (Least Absolute Shrinkage and Selection Operator Regression)</a:t>
            </a:r>
            <a:endParaRPr sz="2000">
              <a:solidFill>
                <a:srgbClr val="C00000"/>
              </a:solidFill>
            </a:endParaRPr>
          </a:p>
        </p:txBody>
      </p:sp>
      <p:pic>
        <p:nvPicPr>
          <p:cNvPr id="4049" name="Google Shape;4049;p86"/>
          <p:cNvPicPr preferRelativeResize="0"/>
          <p:nvPr/>
        </p:nvPicPr>
        <p:blipFill rotWithShape="1">
          <a:blip r:embed="rId3">
            <a:alphaModFix/>
          </a:blip>
          <a:srcRect b="0" l="0" r="3653" t="16378"/>
          <a:stretch/>
        </p:blipFill>
        <p:spPr>
          <a:xfrm>
            <a:off x="304801" y="1493837"/>
            <a:ext cx="4412580" cy="2872340"/>
          </a:xfrm>
          <a:prstGeom prst="rect">
            <a:avLst/>
          </a:prstGeom>
          <a:noFill/>
          <a:ln>
            <a:noFill/>
          </a:ln>
        </p:spPr>
      </p:pic>
      <p:pic>
        <p:nvPicPr>
          <p:cNvPr id="4050" name="Google Shape;4050;p86"/>
          <p:cNvPicPr preferRelativeResize="0"/>
          <p:nvPr/>
        </p:nvPicPr>
        <p:blipFill rotWithShape="1">
          <a:blip r:embed="rId4">
            <a:alphaModFix/>
          </a:blip>
          <a:srcRect b="0" l="0" r="0" t="0"/>
          <a:stretch/>
        </p:blipFill>
        <p:spPr>
          <a:xfrm>
            <a:off x="914272" y="1676401"/>
            <a:ext cx="3880280" cy="676562"/>
          </a:xfrm>
          <a:prstGeom prst="rect">
            <a:avLst/>
          </a:prstGeom>
          <a:noFill/>
          <a:ln>
            <a:noFill/>
          </a:ln>
        </p:spPr>
      </p:pic>
      <p:pic>
        <p:nvPicPr>
          <p:cNvPr id="4051" name="Google Shape;4051;p86"/>
          <p:cNvPicPr preferRelativeResize="0"/>
          <p:nvPr/>
        </p:nvPicPr>
        <p:blipFill rotWithShape="1">
          <a:blip r:embed="rId5">
            <a:alphaModFix/>
          </a:blip>
          <a:srcRect b="0" l="0" r="0" t="0"/>
          <a:stretch/>
        </p:blipFill>
        <p:spPr>
          <a:xfrm>
            <a:off x="914271" y="3647647"/>
            <a:ext cx="3803948" cy="574474"/>
          </a:xfrm>
          <a:prstGeom prst="rect">
            <a:avLst/>
          </a:prstGeom>
          <a:solidFill>
            <a:srgbClr val="DAEEF3"/>
          </a:solidFill>
          <a:ln>
            <a:noFill/>
          </a:ln>
        </p:spPr>
      </p:pic>
      <p:pic>
        <p:nvPicPr>
          <p:cNvPr id="4052" name="Google Shape;4052;p86"/>
          <p:cNvPicPr preferRelativeResize="0"/>
          <p:nvPr/>
        </p:nvPicPr>
        <p:blipFill rotWithShape="1">
          <a:blip r:embed="rId6">
            <a:alphaModFix/>
          </a:blip>
          <a:srcRect b="0" l="0" r="0" t="0"/>
          <a:stretch/>
        </p:blipFill>
        <p:spPr>
          <a:xfrm>
            <a:off x="5181600" y="3276600"/>
            <a:ext cx="2967079" cy="1219200"/>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6" name="Shape 4056"/>
        <p:cNvGrpSpPr/>
        <p:nvPr/>
      </p:nvGrpSpPr>
      <p:grpSpPr>
        <a:xfrm>
          <a:off x="0" y="0"/>
          <a:ext cx="0" cy="0"/>
          <a:chOff x="0" y="0"/>
          <a:chExt cx="0" cy="0"/>
        </a:xfrm>
      </p:grpSpPr>
      <p:pic>
        <p:nvPicPr>
          <p:cNvPr id="4057" name="Google Shape;4057;p87"/>
          <p:cNvPicPr preferRelativeResize="0"/>
          <p:nvPr/>
        </p:nvPicPr>
        <p:blipFill rotWithShape="1">
          <a:blip r:embed="rId3">
            <a:alphaModFix/>
          </a:blip>
          <a:srcRect b="0" l="0" r="0" t="0"/>
          <a:stretch/>
        </p:blipFill>
        <p:spPr>
          <a:xfrm>
            <a:off x="282114" y="1577160"/>
            <a:ext cx="6523285" cy="1219306"/>
          </a:xfrm>
          <a:prstGeom prst="rect">
            <a:avLst/>
          </a:prstGeom>
          <a:noFill/>
          <a:ln>
            <a:noFill/>
          </a:ln>
        </p:spPr>
      </p:pic>
      <p:sp>
        <p:nvSpPr>
          <p:cNvPr id="4058" name="Google Shape;4058;p87"/>
          <p:cNvSpPr txBox="1"/>
          <p:nvPr/>
        </p:nvSpPr>
        <p:spPr>
          <a:xfrm>
            <a:off x="457200" y="304800"/>
            <a:ext cx="6120680" cy="85010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Arial"/>
                <a:ea typeface="Arial"/>
                <a:cs typeface="Arial"/>
                <a:sym typeface="Arial"/>
              </a:rPr>
              <a:t>Regularization</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000"/>
              <a:buFont typeface="Arial"/>
              <a:buNone/>
            </a:pPr>
            <a:r>
              <a:rPr b="1" i="0" lang="en-US" sz="2000" u="none" cap="none" strike="noStrike">
                <a:solidFill>
                  <a:srgbClr val="C00000"/>
                </a:solidFill>
                <a:latin typeface="Arial"/>
                <a:ea typeface="Arial"/>
                <a:cs typeface="Arial"/>
                <a:sym typeface="Arial"/>
              </a:rPr>
              <a:t>Elastic Net</a:t>
            </a:r>
            <a:endParaRPr b="1" i="0" sz="2000" u="none" cap="none" strike="noStrike">
              <a:solidFill>
                <a:srgbClr val="C00000"/>
              </a:solidFill>
              <a:latin typeface="Arial"/>
              <a:ea typeface="Arial"/>
              <a:cs typeface="Arial"/>
              <a:sym typeface="Arial"/>
            </a:endParaRPr>
          </a:p>
        </p:txBody>
      </p:sp>
      <p:sp>
        <p:nvSpPr>
          <p:cNvPr id="4059" name="Google Shape;4059;p87"/>
          <p:cNvSpPr/>
          <p:nvPr/>
        </p:nvSpPr>
        <p:spPr>
          <a:xfrm>
            <a:off x="1143000" y="3150741"/>
            <a:ext cx="5791200"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Control the regularization using </a:t>
            </a:r>
            <a:r>
              <a:rPr b="1" i="0" lang="en-US" sz="1800" u="none" cap="none" strike="noStrike">
                <a:solidFill>
                  <a:schemeClr val="dk1"/>
                </a:solidFill>
                <a:latin typeface="Arial"/>
                <a:ea typeface="Arial"/>
                <a:cs typeface="Arial"/>
                <a:sym typeface="Arial"/>
              </a:rPr>
              <a:t>the Mix Ration “r”: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When,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 r = 0, Elastic Net is equivalent to Ridge Regression,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r = 1, it is equivalent to Lasso Regression</a:t>
            </a:r>
            <a:endParaRPr b="0" i="0" sz="1800" u="none" cap="none" strike="noStrike">
              <a:solidFill>
                <a:schemeClr val="dk1"/>
              </a:solidFill>
              <a:latin typeface="Arial"/>
              <a:ea typeface="Arial"/>
              <a:cs typeface="Arial"/>
              <a:sym typeface="Arial"/>
            </a:endParaRPr>
          </a:p>
        </p:txBody>
      </p:sp>
      <p:sp>
        <p:nvSpPr>
          <p:cNvPr id="4060" name="Google Shape;4060;p87"/>
          <p:cNvSpPr/>
          <p:nvPr/>
        </p:nvSpPr>
        <p:spPr>
          <a:xfrm>
            <a:off x="5158985" y="5908709"/>
            <a:ext cx="4137415"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1" lang="en-US" sz="1600" u="none" cap="none" strike="noStrike">
                <a:solidFill>
                  <a:srgbClr val="0033CC"/>
                </a:solidFill>
                <a:latin typeface="Arial"/>
                <a:ea typeface="Arial"/>
                <a:cs typeface="Arial"/>
                <a:sym typeface="Arial"/>
              </a:rPr>
              <a:t>from sklearn.linear_model import ElasticNet</a:t>
            </a:r>
            <a:endParaRPr b="0" i="1" sz="1600" u="none" cap="none" strike="noStrike">
              <a:solidFill>
                <a:srgbClr val="0033CC"/>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1" lang="en-US" sz="1600" u="none" cap="none" strike="noStrike">
                <a:solidFill>
                  <a:srgbClr val="0033CC"/>
                </a:solidFill>
                <a:latin typeface="Arial"/>
                <a:ea typeface="Arial"/>
                <a:cs typeface="Arial"/>
                <a:sym typeface="Arial"/>
              </a:rPr>
              <a:t>ElasticNet(alpha=0.1, l1_ratio=0.5)</a:t>
            </a:r>
            <a:endParaRPr b="0" i="0" sz="1400" u="none" cap="none" strike="noStrike">
              <a:solidFill>
                <a:srgbClr val="000000"/>
              </a:solidFill>
              <a:latin typeface="Arial"/>
              <a:ea typeface="Arial"/>
              <a:cs typeface="Arial"/>
              <a:sym typeface="Arial"/>
            </a:endParaRPr>
          </a:p>
        </p:txBody>
      </p:sp>
      <p:sp>
        <p:nvSpPr>
          <p:cNvPr id="4061" name="Google Shape;4061;p87"/>
          <p:cNvSpPr txBox="1"/>
          <p:nvPr/>
        </p:nvSpPr>
        <p:spPr>
          <a:xfrm>
            <a:off x="5096301" y="2176046"/>
            <a:ext cx="512019" cy="338554"/>
          </a:xfrm>
          <a:prstGeom prst="rect">
            <a:avLst/>
          </a:prstGeom>
          <a:solidFill>
            <a:srgbClr val="C5D8F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1" lang="en-US" sz="1600" u="none" cap="none" strike="noStrike">
                <a:solidFill>
                  <a:schemeClr val="dk1"/>
                </a:solidFill>
                <a:latin typeface="Tahoma"/>
                <a:ea typeface="Tahoma"/>
                <a:cs typeface="Tahoma"/>
                <a:sym typeface="Tahoma"/>
              </a:rPr>
              <a:t>+ r </a:t>
            </a:r>
            <a:endParaRPr b="0" i="0" sz="1600" u="none" cap="none" strike="noStrike">
              <a:solidFill>
                <a:schemeClr val="dk1"/>
              </a:solidFill>
              <a:latin typeface="Tahoma"/>
              <a:ea typeface="Tahoma"/>
              <a:cs typeface="Tahoma"/>
              <a:sym typeface="Tahoma"/>
            </a:endParaRPr>
          </a:p>
        </p:txBody>
      </p:sp>
      <p:pic>
        <p:nvPicPr>
          <p:cNvPr id="4062" name="Google Shape;4062;p87"/>
          <p:cNvPicPr preferRelativeResize="0"/>
          <p:nvPr/>
        </p:nvPicPr>
        <p:blipFill rotWithShape="1">
          <a:blip r:embed="rId4">
            <a:alphaModFix/>
          </a:blip>
          <a:srcRect b="0" l="0" r="0" t="0"/>
          <a:stretch/>
        </p:blipFill>
        <p:spPr>
          <a:xfrm>
            <a:off x="7286198" y="1894180"/>
            <a:ext cx="1048603" cy="902286"/>
          </a:xfrm>
          <a:prstGeom prst="rect">
            <a:avLst/>
          </a:prstGeom>
          <a:noFill/>
          <a:ln>
            <a:noFill/>
          </a:ln>
        </p:spPr>
      </p:pic>
      <p:sp>
        <p:nvSpPr>
          <p:cNvPr id="4063" name="Google Shape;4063;p87"/>
          <p:cNvSpPr txBox="1"/>
          <p:nvPr/>
        </p:nvSpPr>
        <p:spPr>
          <a:xfrm>
            <a:off x="6593120" y="2061493"/>
            <a:ext cx="2770684" cy="451470"/>
          </a:xfrm>
          <a:prstGeom prst="rect">
            <a:avLst/>
          </a:prstGeom>
          <a:blipFill rotWithShape="1">
            <a:blip r:embed="rId5">
              <a:alphaModFix/>
            </a:blip>
            <a:stretch>
              <a:fillRect b="-1348"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7" name="Shape 4067"/>
        <p:cNvGrpSpPr/>
        <p:nvPr/>
      </p:nvGrpSpPr>
      <p:grpSpPr>
        <a:xfrm>
          <a:off x="0" y="0"/>
          <a:ext cx="0" cy="0"/>
          <a:chOff x="0" y="0"/>
          <a:chExt cx="0" cy="0"/>
        </a:xfrm>
      </p:grpSpPr>
      <p:sp>
        <p:nvSpPr>
          <p:cNvPr id="4068" name="Google Shape;4068;p88"/>
          <p:cNvSpPr txBox="1"/>
          <p:nvPr/>
        </p:nvSpPr>
        <p:spPr>
          <a:xfrm>
            <a:off x="457200" y="304800"/>
            <a:ext cx="6120680" cy="85010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Arial"/>
                <a:ea typeface="Arial"/>
                <a:cs typeface="Arial"/>
                <a:sym typeface="Arial"/>
              </a:rPr>
              <a:t>How to choose the right Regularization?</a:t>
            </a:r>
            <a:endParaRPr b="1" i="0" sz="2400" u="none" cap="none" strike="noStrike">
              <a:solidFill>
                <a:schemeClr val="dk1"/>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000"/>
              <a:buFont typeface="Arial"/>
              <a:buNone/>
            </a:pPr>
            <a:r>
              <a:rPr b="1" i="0" lang="en-US" sz="2000" u="none" cap="none" strike="noStrike">
                <a:solidFill>
                  <a:srgbClr val="C00000"/>
                </a:solidFill>
                <a:latin typeface="Arial"/>
                <a:ea typeface="Arial"/>
                <a:cs typeface="Arial"/>
                <a:sym typeface="Arial"/>
              </a:rPr>
              <a:t>Common Usage &amp; Observation </a:t>
            </a:r>
            <a:endParaRPr b="1" i="0" sz="2000" u="none" cap="none" strike="noStrike">
              <a:solidFill>
                <a:srgbClr val="C00000"/>
              </a:solidFill>
              <a:latin typeface="Arial"/>
              <a:ea typeface="Arial"/>
              <a:cs typeface="Arial"/>
              <a:sym typeface="Arial"/>
            </a:endParaRPr>
          </a:p>
        </p:txBody>
      </p:sp>
      <p:sp>
        <p:nvSpPr>
          <p:cNvPr id="4069" name="Google Shape;4069;p88"/>
          <p:cNvSpPr/>
          <p:nvPr/>
        </p:nvSpPr>
        <p:spPr>
          <a:xfrm>
            <a:off x="228600" y="1524000"/>
            <a:ext cx="8153400" cy="3416320"/>
          </a:xfrm>
          <a:prstGeom prst="rect">
            <a:avLst/>
          </a:prstGeom>
          <a:noFill/>
          <a:ln>
            <a:noFill/>
          </a:ln>
        </p:spPr>
        <p:txBody>
          <a:bodyPr anchorCtr="0" anchor="t" bIns="45700" lIns="91425" spcFirstLastPara="1" rIns="91425" wrap="square" tIns="45700">
            <a:spAutoFit/>
          </a:bodyPr>
          <a:lstStyle/>
          <a:p>
            <a:pPr indent="-257175" lvl="0" marL="257175" marR="0" rtl="0" algn="l">
              <a:lnSpc>
                <a:spcPct val="150000"/>
              </a:lnSpc>
              <a:spcBef>
                <a:spcPts val="0"/>
              </a:spcBef>
              <a:spcAft>
                <a:spcPts val="0"/>
              </a:spcAft>
              <a:buClr>
                <a:srgbClr val="232629"/>
              </a:buClr>
              <a:buSzPts val="1800"/>
              <a:buFont typeface="Arial"/>
              <a:buChar char="•"/>
            </a:pPr>
            <a:r>
              <a:rPr b="0" i="0" lang="en-US" sz="1800" u="none" cap="none" strike="noStrike">
                <a:solidFill>
                  <a:srgbClr val="232629"/>
                </a:solidFill>
                <a:latin typeface="Arial"/>
                <a:ea typeface="Arial"/>
                <a:cs typeface="Arial"/>
                <a:sym typeface="Arial"/>
              </a:rPr>
              <a:t>L1 regularization has the ability to set some coefficients to 0 exactly </a:t>
            </a:r>
            <a:r>
              <a:rPr b="0" i="0" lang="en-US" sz="1800" u="none" cap="none" strike="noStrike">
                <a:solidFill>
                  <a:srgbClr val="000000"/>
                </a:solidFill>
                <a:latin typeface="Arial"/>
                <a:ea typeface="Arial"/>
                <a:cs typeface="Arial"/>
                <a:sym typeface="Arial"/>
              </a:rPr>
              <a:t>leading to a </a:t>
            </a:r>
            <a:r>
              <a:rPr b="0" i="1" lang="en-US" sz="1800" u="none" cap="none" strike="noStrike">
                <a:solidFill>
                  <a:srgbClr val="000000"/>
                </a:solidFill>
                <a:latin typeface="Arial"/>
                <a:ea typeface="Arial"/>
                <a:cs typeface="Arial"/>
                <a:sym typeface="Arial"/>
              </a:rPr>
              <a:t>sparse </a:t>
            </a:r>
            <a:r>
              <a:rPr b="0" i="0" lang="en-US" sz="1800" u="none" cap="none" strike="noStrike">
                <a:solidFill>
                  <a:srgbClr val="000000"/>
                </a:solidFill>
                <a:latin typeface="Arial"/>
                <a:ea typeface="Arial"/>
                <a:cs typeface="Arial"/>
                <a:sym typeface="Arial"/>
              </a:rPr>
              <a:t>model</a:t>
            </a:r>
            <a:endParaRPr b="0" i="0" sz="1800" u="none" cap="none" strike="noStrike">
              <a:solidFill>
                <a:srgbClr val="232629"/>
              </a:solidFill>
              <a:latin typeface="Arial"/>
              <a:ea typeface="Arial"/>
              <a:cs typeface="Arial"/>
              <a:sym typeface="Arial"/>
            </a:endParaRPr>
          </a:p>
          <a:p>
            <a:pPr indent="-257175" lvl="0" marL="257175" marR="0" rtl="0" algn="l">
              <a:lnSpc>
                <a:spcPct val="15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L1 regularization helps in feature selection by eliminating the features that are not important</a:t>
            </a:r>
            <a:endParaRPr b="0" i="0" sz="1400" u="none" cap="none" strike="noStrike">
              <a:solidFill>
                <a:srgbClr val="000000"/>
              </a:solidFill>
              <a:latin typeface="Arial"/>
              <a:ea typeface="Arial"/>
              <a:cs typeface="Arial"/>
              <a:sym typeface="Arial"/>
            </a:endParaRPr>
          </a:p>
          <a:p>
            <a:pPr indent="-257175" lvl="0" marL="257175" marR="0" rtl="0" algn="l">
              <a:lnSpc>
                <a:spcPct val="15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L1 cannot be used efficiently in gradient-based approaches since it is not-differentiable unlike L2</a:t>
            </a:r>
            <a:endParaRPr b="1" i="0" sz="1800" u="none" cap="none" strike="noStrike">
              <a:solidFill>
                <a:srgbClr val="232629"/>
              </a:solidFill>
              <a:latin typeface="Arial"/>
              <a:ea typeface="Arial"/>
              <a:cs typeface="Arial"/>
              <a:sym typeface="Arial"/>
            </a:endParaRPr>
          </a:p>
          <a:p>
            <a:pPr indent="-257175" lvl="0" marL="257175" marR="0" rtl="0" algn="l">
              <a:lnSpc>
                <a:spcPct val="150000"/>
              </a:lnSpc>
              <a:spcBef>
                <a:spcPts val="0"/>
              </a:spcBef>
              <a:spcAft>
                <a:spcPts val="0"/>
              </a:spcAft>
              <a:buClr>
                <a:srgbClr val="232629"/>
              </a:buClr>
              <a:buSzPts val="1800"/>
              <a:buFont typeface="Arial"/>
              <a:buChar char="•"/>
            </a:pPr>
            <a:r>
              <a:rPr b="0" i="0" lang="en-US" sz="1800" u="none" cap="none" strike="noStrike">
                <a:solidFill>
                  <a:srgbClr val="232629"/>
                </a:solidFill>
                <a:latin typeface="Arial"/>
                <a:ea typeface="Arial"/>
                <a:cs typeface="Arial"/>
                <a:sym typeface="Arial"/>
              </a:rPr>
              <a:t>L2 will in general lead to small magnitudes of weights but not exactly 0.</a:t>
            </a:r>
            <a:r>
              <a:rPr b="0" i="0" lang="en-US" sz="18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257175" lvl="0" marL="257175" marR="0" rtl="0" algn="l">
              <a:lnSpc>
                <a:spcPct val="15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Elastic net – Prefer in Highly correlated features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4" name="Shape 4074"/>
        <p:cNvGrpSpPr/>
        <p:nvPr/>
      </p:nvGrpSpPr>
      <p:grpSpPr>
        <a:xfrm>
          <a:off x="0" y="0"/>
          <a:ext cx="0" cy="0"/>
          <a:chOff x="0" y="0"/>
          <a:chExt cx="0" cy="0"/>
        </a:xfrm>
      </p:grpSpPr>
      <p:sp>
        <p:nvSpPr>
          <p:cNvPr id="4075" name="Google Shape;4075;p89"/>
          <p:cNvSpPr txBox="1"/>
          <p:nvPr>
            <p:ph type="title"/>
          </p:nvPr>
        </p:nvSpPr>
        <p:spPr>
          <a:xfrm>
            <a:off x="309519" y="477065"/>
            <a:ext cx="7386681" cy="553998"/>
          </a:xfrm>
          <a:prstGeom prst="rect">
            <a:avLst/>
          </a:prstGeom>
          <a:noFill/>
          <a:ln>
            <a:noFill/>
          </a:ln>
        </p:spPr>
        <p:txBody>
          <a:bodyPr anchorCtr="0" anchor="ctr" bIns="45700" lIns="91425" spcFirstLastPara="1" rIns="91425" wrap="square" tIns="45700">
            <a:spAutoFit/>
          </a:bodyPr>
          <a:lstStyle/>
          <a:p>
            <a:pPr indent="28575" lvl="0" marL="85725" rtl="0" algn="l">
              <a:lnSpc>
                <a:spcPct val="150000"/>
              </a:lnSpc>
              <a:spcBef>
                <a:spcPts val="0"/>
              </a:spcBef>
              <a:spcAft>
                <a:spcPts val="0"/>
              </a:spcAft>
              <a:buClr>
                <a:schemeClr val="dk1"/>
              </a:buClr>
              <a:buSzPts val="3600"/>
              <a:buFont typeface="Arial"/>
              <a:buNone/>
            </a:pPr>
            <a:r>
              <a:rPr b="1" lang="en-US" sz="2400">
                <a:latin typeface="Arial"/>
                <a:ea typeface="Arial"/>
                <a:cs typeface="Arial"/>
                <a:sym typeface="Arial"/>
              </a:rPr>
              <a:t>Numerical Exercise – For Student Practice  </a:t>
            </a:r>
            <a:endParaRPr b="1" sz="1800">
              <a:solidFill>
                <a:srgbClr val="C00000"/>
              </a:solidFill>
              <a:latin typeface="Arial"/>
              <a:ea typeface="Arial"/>
              <a:cs typeface="Arial"/>
              <a:sym typeface="Arial"/>
            </a:endParaRPr>
          </a:p>
        </p:txBody>
      </p:sp>
      <p:sp>
        <p:nvSpPr>
          <p:cNvPr id="4076" name="Google Shape;4076;p89"/>
          <p:cNvSpPr txBox="1"/>
          <p:nvPr/>
        </p:nvSpPr>
        <p:spPr>
          <a:xfrm>
            <a:off x="304800" y="1447800"/>
            <a:ext cx="8229600" cy="5181600"/>
          </a:xfrm>
          <a:prstGeom prst="rect">
            <a:avLst/>
          </a:prstGeom>
          <a:noFill/>
          <a:ln>
            <a:noFill/>
          </a:ln>
        </p:spPr>
        <p:txBody>
          <a:bodyPr anchorCtr="0" anchor="t" bIns="45700" lIns="91425" spcFirstLastPara="1" rIns="91425" wrap="square" tIns="45700">
            <a:normAutofit fontScale="92500" lnSpcReduction="20000"/>
          </a:bodyPr>
          <a:lstStyle/>
          <a:p>
            <a:pPr indent="0" lvl="0" marL="0" marR="0" rtl="0" algn="l">
              <a:lnSpc>
                <a:spcPct val="100000"/>
              </a:lnSpc>
              <a:spcBef>
                <a:spcPts val="0"/>
              </a:spcBef>
              <a:spcAft>
                <a:spcPts val="0"/>
              </a:spcAft>
              <a:buClr>
                <a:schemeClr val="dk1"/>
              </a:buClr>
              <a:buSzPct val="100000"/>
              <a:buFont typeface="Arial"/>
              <a:buNone/>
            </a:pPr>
            <a:r>
              <a:rPr b="0" i="0" lang="en-US" sz="1600" u="none" cap="none" strike="noStrike">
                <a:solidFill>
                  <a:schemeClr val="dk1"/>
                </a:solidFill>
                <a:latin typeface="Arial"/>
                <a:ea typeface="Arial"/>
                <a:cs typeface="Arial"/>
                <a:sym typeface="Arial"/>
              </a:rPr>
              <a:t>Fit a linear regression. Show only the first iteration of Gradient descent algorithm using learning rate of </a:t>
            </a:r>
            <a:r>
              <a:rPr b="1" i="0" lang="en-US" sz="1600" u="none" cap="none" strike="noStrike">
                <a:solidFill>
                  <a:schemeClr val="dk1"/>
                </a:solidFill>
                <a:latin typeface="Arial"/>
                <a:ea typeface="Arial"/>
                <a:cs typeface="Arial"/>
                <a:sym typeface="Arial"/>
              </a:rPr>
              <a:t>0.02</a:t>
            </a:r>
            <a:r>
              <a:rPr b="0" i="0" lang="en-US" sz="1600" u="none" cap="none" strike="noStrike">
                <a:solidFill>
                  <a:schemeClr val="dk1"/>
                </a:solidFill>
                <a:latin typeface="Arial"/>
                <a:ea typeface="Arial"/>
                <a:cs typeface="Arial"/>
                <a:sym typeface="Arial"/>
              </a:rPr>
              <a:t> for the following data , if the Relative Risk of Coronary Heart Disease is believed to be only linearly dependent on BMI as well as Diastolic Pressure. Assume the intercept of the regression model as</a:t>
            </a:r>
            <a:r>
              <a:rPr b="1" i="0" lang="en-US" sz="1600" u="none" cap="none" strike="noStrike">
                <a:solidFill>
                  <a:schemeClr val="dk1"/>
                </a:solidFill>
                <a:latin typeface="Arial"/>
                <a:ea typeface="Arial"/>
                <a:cs typeface="Arial"/>
                <a:sym typeface="Arial"/>
              </a:rPr>
              <a:t> 5 </a:t>
            </a:r>
            <a:r>
              <a:rPr b="0" i="0" lang="en-US" sz="1600" u="none" cap="none" strike="noStrike">
                <a:solidFill>
                  <a:schemeClr val="dk1"/>
                </a:solidFill>
                <a:latin typeface="Arial"/>
                <a:ea typeface="Arial"/>
                <a:cs typeface="Arial"/>
                <a:sym typeface="Arial"/>
              </a:rPr>
              <a:t>and the slope of independent variables as </a:t>
            </a:r>
            <a:r>
              <a:rPr b="1" i="0" lang="en-US" sz="1600" u="none" cap="none" strike="noStrike">
                <a:solidFill>
                  <a:schemeClr val="dk1"/>
                </a:solidFill>
                <a:latin typeface="Arial"/>
                <a:ea typeface="Arial"/>
                <a:cs typeface="Arial"/>
                <a:sym typeface="Arial"/>
              </a:rPr>
              <a:t>-0.03 (negative)</a:t>
            </a:r>
            <a:r>
              <a:rPr b="0" i="0" lang="en-US" sz="1600" u="none" cap="none" strike="noStrike">
                <a:solidFill>
                  <a:schemeClr val="dk1"/>
                </a:solidFill>
                <a:latin typeface="Arial"/>
                <a:ea typeface="Arial"/>
                <a:cs typeface="Arial"/>
                <a:sym typeface="Arial"/>
              </a:rPr>
              <a:t>.</a:t>
            </a:r>
            <a:endParaRPr b="0" i="0" sz="3200" u="none" cap="none" strike="noStrike">
              <a:solidFill>
                <a:schemeClr val="dk1"/>
              </a:solidFill>
              <a:latin typeface="Arial"/>
              <a:ea typeface="Arial"/>
              <a:cs typeface="Arial"/>
              <a:sym typeface="Arial"/>
            </a:endParaRPr>
          </a:p>
          <a:p>
            <a:pPr indent="0" lvl="0" marL="0" marR="0" rtl="0" algn="l">
              <a:lnSpc>
                <a:spcPct val="100000"/>
              </a:lnSpc>
              <a:spcBef>
                <a:spcPts val="320"/>
              </a:spcBef>
              <a:spcAft>
                <a:spcPts val="0"/>
              </a:spcAft>
              <a:buClr>
                <a:schemeClr val="dk1"/>
              </a:buClr>
              <a:buSzPct val="1000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320"/>
              </a:spcBef>
              <a:spcAft>
                <a:spcPts val="0"/>
              </a:spcAft>
              <a:buClr>
                <a:schemeClr val="dk1"/>
              </a:buClr>
              <a:buSzPct val="100000"/>
              <a:buFont typeface="Arial"/>
              <a:buNone/>
            </a:pPr>
            <a:r>
              <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320"/>
              </a:spcBef>
              <a:spcAft>
                <a:spcPts val="0"/>
              </a:spcAft>
              <a:buClr>
                <a:schemeClr val="dk1"/>
              </a:buClr>
              <a:buSzPct val="100000"/>
              <a:buFont typeface="Arial"/>
              <a:buNone/>
            </a:pPr>
            <a:r>
              <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320"/>
              </a:spcBef>
              <a:spcAft>
                <a:spcPts val="0"/>
              </a:spcAft>
              <a:buClr>
                <a:schemeClr val="dk1"/>
              </a:buClr>
              <a:buSzPct val="100000"/>
              <a:buFont typeface="Arial"/>
              <a:buNone/>
            </a:pPr>
            <a:r>
              <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320"/>
              </a:spcBef>
              <a:spcAft>
                <a:spcPts val="0"/>
              </a:spcAft>
              <a:buClr>
                <a:schemeClr val="dk1"/>
              </a:buClr>
              <a:buSzPct val="100000"/>
              <a:buFont typeface="Arial"/>
              <a:buNone/>
            </a:pPr>
            <a:r>
              <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320"/>
              </a:spcBef>
              <a:spcAft>
                <a:spcPts val="0"/>
              </a:spcAft>
              <a:buClr>
                <a:schemeClr val="dk1"/>
              </a:buClr>
              <a:buSzPct val="100000"/>
              <a:buFont typeface="Arial"/>
              <a:buNone/>
            </a:pPr>
            <a:r>
              <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320"/>
              </a:spcBef>
              <a:spcAft>
                <a:spcPts val="0"/>
              </a:spcAft>
              <a:buClr>
                <a:schemeClr val="dk1"/>
              </a:buClr>
              <a:buSzPct val="100000"/>
              <a:buFont typeface="Arial"/>
              <a:buNone/>
            </a:pPr>
            <a:r>
              <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320"/>
              </a:spcBef>
              <a:spcAft>
                <a:spcPts val="0"/>
              </a:spcAft>
              <a:buClr>
                <a:srgbClr val="FF0000"/>
              </a:buClr>
              <a:buSzPct val="100000"/>
              <a:buFont typeface="Arial"/>
              <a:buNone/>
            </a:pPr>
            <a:r>
              <a:rPr b="0" i="0" lang="en-US" sz="1600" u="none" cap="none" strike="noStrike">
                <a:solidFill>
                  <a:srgbClr val="FF0000"/>
                </a:solidFill>
                <a:latin typeface="Arial"/>
                <a:ea typeface="Arial"/>
                <a:cs typeface="Arial"/>
                <a:sym typeface="Arial"/>
              </a:rPr>
              <a:t>Apply a regularization on the same problem with regularization constant 5 and apply GD for 2 iterations &amp; interpret the results. Try both ridge regression as well as lasso regression. Below equation is changed only for ridge regression. Students must apply appropriate GD update equation changes for this problem.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20"/>
              </a:spcBef>
              <a:spcAft>
                <a:spcPts val="0"/>
              </a:spcAft>
              <a:buClr>
                <a:schemeClr val="dk1"/>
              </a:buClr>
              <a:buSzPct val="100000"/>
              <a:buFont typeface="Arial"/>
              <a:buNone/>
            </a:pPr>
            <a:r>
              <a:rPr b="1" i="0" lang="en-US" sz="1600" u="none" cap="none" strike="noStrike">
                <a:solidFill>
                  <a:schemeClr val="dk1"/>
                </a:solidFill>
                <a:latin typeface="Arial"/>
                <a:ea typeface="Arial"/>
                <a:cs typeface="Arial"/>
                <a:sym typeface="Arial"/>
              </a:rPr>
              <a:t>Steps : </a:t>
            </a:r>
            <a:endParaRPr b="0" i="0" sz="3200" u="none" cap="none" strike="noStrike">
              <a:solidFill>
                <a:schemeClr val="dk1"/>
              </a:solidFill>
              <a:latin typeface="Arial"/>
              <a:ea typeface="Arial"/>
              <a:cs typeface="Arial"/>
              <a:sym typeface="Arial"/>
            </a:endParaRPr>
          </a:p>
          <a:p>
            <a:pPr indent="-335280" lvl="0" marL="342900" marR="0" rtl="0" algn="l">
              <a:lnSpc>
                <a:spcPct val="100000"/>
              </a:lnSpc>
              <a:spcBef>
                <a:spcPts val="320"/>
              </a:spcBef>
              <a:spcAft>
                <a:spcPts val="0"/>
              </a:spcAft>
              <a:buClr>
                <a:schemeClr val="dk1"/>
              </a:buClr>
              <a:buSzPct val="100000"/>
              <a:buFont typeface="Calibri"/>
              <a:buAutoNum type="arabicPeriod"/>
            </a:pPr>
            <a:r>
              <a:rPr b="0" i="0" lang="en-US" sz="1600" u="none" cap="none" strike="noStrike">
                <a:solidFill>
                  <a:schemeClr val="dk1"/>
                </a:solidFill>
                <a:latin typeface="Arial"/>
                <a:ea typeface="Arial"/>
                <a:cs typeface="Arial"/>
                <a:sym typeface="Arial"/>
              </a:rPr>
              <a:t>Identification of the equations </a:t>
            </a:r>
            <a:r>
              <a:rPr b="0" i="0" lang="en-US" sz="1400" u="none" cap="none" strike="noStrike">
                <a:solidFill>
                  <a:schemeClr val="dk1"/>
                </a:solidFill>
                <a:latin typeface="Arial"/>
                <a:ea typeface="Arial"/>
                <a:cs typeface="Arial"/>
                <a:sym typeface="Arial"/>
              </a:rPr>
              <a:t>y = w0+w1X1+W2X2</a:t>
            </a:r>
            <a:endParaRPr b="0" i="0" sz="1600" u="none" cap="none" strike="noStrike">
              <a:solidFill>
                <a:schemeClr val="dk1"/>
              </a:solidFill>
              <a:latin typeface="Arial"/>
              <a:ea typeface="Arial"/>
              <a:cs typeface="Arial"/>
              <a:sym typeface="Arial"/>
            </a:endParaRPr>
          </a:p>
          <a:p>
            <a:pPr indent="-335280" lvl="0" marL="342900" marR="0" rtl="0" algn="l">
              <a:lnSpc>
                <a:spcPct val="100000"/>
              </a:lnSpc>
              <a:spcBef>
                <a:spcPts val="320"/>
              </a:spcBef>
              <a:spcAft>
                <a:spcPts val="0"/>
              </a:spcAft>
              <a:buClr>
                <a:schemeClr val="dk1"/>
              </a:buClr>
              <a:buSzPct val="100000"/>
              <a:buFont typeface="Calibri"/>
              <a:buAutoNum type="arabicPeriod"/>
            </a:pPr>
            <a:r>
              <a:rPr b="0" i="0" lang="en-US" sz="1600" u="none" cap="none" strike="noStrike">
                <a:solidFill>
                  <a:schemeClr val="dk1"/>
                </a:solidFill>
                <a:latin typeface="Arial"/>
                <a:ea typeface="Arial"/>
                <a:cs typeface="Arial"/>
                <a:sym typeface="Arial"/>
              </a:rPr>
              <a:t>Cost function  &amp; derivative </a:t>
            </a:r>
            <a:endParaRPr b="0" i="0" sz="3200" u="none" cap="none" strike="noStrike">
              <a:solidFill>
                <a:schemeClr val="dk1"/>
              </a:solidFill>
              <a:latin typeface="Arial"/>
              <a:ea typeface="Arial"/>
              <a:cs typeface="Arial"/>
              <a:sym typeface="Arial"/>
            </a:endParaRPr>
          </a:p>
          <a:p>
            <a:pPr indent="-279082" lvl="1" marL="742950" marR="0" rtl="0" algn="l">
              <a:lnSpc>
                <a:spcPct val="100000"/>
              </a:lnSpc>
              <a:spcBef>
                <a:spcPts val="280"/>
              </a:spcBef>
              <a:spcAft>
                <a:spcPts val="0"/>
              </a:spcAft>
              <a:buClr>
                <a:schemeClr val="dk1"/>
              </a:buClr>
              <a:buSzPct val="100000"/>
              <a:buFont typeface="Calibri"/>
              <a:buAutoNum type="arabicPeriod"/>
            </a:pPr>
            <a:r>
              <a:rPr b="0" i="0" lang="en-US" sz="1400" u="none" cap="none" strike="noStrike">
                <a:solidFill>
                  <a:schemeClr val="dk1"/>
                </a:solidFill>
                <a:latin typeface="Arial"/>
                <a:ea typeface="Arial"/>
                <a:cs typeface="Arial"/>
                <a:sym typeface="Arial"/>
              </a:rPr>
              <a:t>W0` = w0 – 1/3 * learning rate * (sum (w0+w1X1+W2X2 - y)) </a:t>
            </a:r>
            <a:endParaRPr b="0" i="0" sz="2800" u="none" cap="none" strike="noStrike">
              <a:solidFill>
                <a:schemeClr val="dk1"/>
              </a:solidFill>
              <a:latin typeface="Arial"/>
              <a:ea typeface="Arial"/>
              <a:cs typeface="Arial"/>
              <a:sym typeface="Arial"/>
            </a:endParaRPr>
          </a:p>
          <a:p>
            <a:pPr indent="-279082" lvl="1" marL="742950" marR="0" rtl="0" algn="l">
              <a:lnSpc>
                <a:spcPct val="100000"/>
              </a:lnSpc>
              <a:spcBef>
                <a:spcPts val="280"/>
              </a:spcBef>
              <a:spcAft>
                <a:spcPts val="0"/>
              </a:spcAft>
              <a:buClr>
                <a:schemeClr val="dk1"/>
              </a:buClr>
              <a:buSzPct val="100000"/>
              <a:buFont typeface="Calibri"/>
              <a:buAutoNum type="arabicPeriod"/>
            </a:pPr>
            <a:r>
              <a:rPr b="0" i="0" lang="en-US" sz="1400" u="none" cap="none" strike="noStrike">
                <a:solidFill>
                  <a:schemeClr val="dk1"/>
                </a:solidFill>
                <a:latin typeface="Arial"/>
                <a:ea typeface="Arial"/>
                <a:cs typeface="Arial"/>
                <a:sym typeface="Arial"/>
              </a:rPr>
              <a:t>W1` = w1</a:t>
            </a:r>
            <a:r>
              <a:rPr b="0" i="0" lang="en-US" sz="1400" u="none" cap="none" strike="noStrike">
                <a:solidFill>
                  <a:srgbClr val="002060"/>
                </a:solidFill>
                <a:latin typeface="Arial"/>
                <a:ea typeface="Arial"/>
                <a:cs typeface="Arial"/>
                <a:sym typeface="Arial"/>
              </a:rPr>
              <a:t>* (1- learning rate * regularization constant)</a:t>
            </a:r>
            <a:r>
              <a:rPr b="0" i="0" lang="en-US" sz="1400" u="none" cap="none" strike="noStrike">
                <a:solidFill>
                  <a:schemeClr val="dk1"/>
                </a:solidFill>
                <a:latin typeface="Arial"/>
                <a:ea typeface="Arial"/>
                <a:cs typeface="Arial"/>
                <a:sym typeface="Arial"/>
              </a:rPr>
              <a:t> – 1/3 * learning rate * (sum (w0+w1X1+W2X2 - y) * x1) </a:t>
            </a:r>
            <a:endParaRPr b="0" i="0" sz="2800" u="none" cap="none" strike="noStrike">
              <a:solidFill>
                <a:schemeClr val="dk1"/>
              </a:solidFill>
              <a:latin typeface="Arial"/>
              <a:ea typeface="Arial"/>
              <a:cs typeface="Arial"/>
              <a:sym typeface="Arial"/>
            </a:endParaRPr>
          </a:p>
          <a:p>
            <a:pPr indent="-279082" lvl="1" marL="742950" marR="0" rtl="0" algn="l">
              <a:lnSpc>
                <a:spcPct val="100000"/>
              </a:lnSpc>
              <a:spcBef>
                <a:spcPts val="280"/>
              </a:spcBef>
              <a:spcAft>
                <a:spcPts val="0"/>
              </a:spcAft>
              <a:buClr>
                <a:schemeClr val="dk1"/>
              </a:buClr>
              <a:buSzPct val="100000"/>
              <a:buFont typeface="Calibri"/>
              <a:buAutoNum type="arabicPeriod"/>
            </a:pPr>
            <a:r>
              <a:rPr b="0" i="0" lang="en-US" sz="1400" u="none" cap="none" strike="noStrike">
                <a:solidFill>
                  <a:schemeClr val="dk1"/>
                </a:solidFill>
                <a:latin typeface="Arial"/>
                <a:ea typeface="Arial"/>
                <a:cs typeface="Arial"/>
                <a:sym typeface="Arial"/>
              </a:rPr>
              <a:t>W2` = w2</a:t>
            </a:r>
            <a:r>
              <a:rPr b="0" i="0" lang="en-US" sz="1400" u="none" cap="none" strike="noStrike">
                <a:solidFill>
                  <a:srgbClr val="002060"/>
                </a:solidFill>
                <a:latin typeface="Arial"/>
                <a:ea typeface="Arial"/>
                <a:cs typeface="Arial"/>
                <a:sym typeface="Arial"/>
              </a:rPr>
              <a:t> * (1- learning rate * regularization constant)</a:t>
            </a:r>
            <a:r>
              <a:rPr b="0" i="0" lang="en-US" sz="1400" u="none" cap="none" strike="noStrike">
                <a:solidFill>
                  <a:schemeClr val="dk1"/>
                </a:solidFill>
                <a:latin typeface="Arial"/>
                <a:ea typeface="Arial"/>
                <a:cs typeface="Arial"/>
                <a:sym typeface="Arial"/>
              </a:rPr>
              <a:t> – 1/3 * learning rate * (sum (w0+w1X1+W2X2 - y)*x2)</a:t>
            </a:r>
            <a:endParaRPr b="0" i="0" sz="900" u="none" cap="none" strike="noStrike">
              <a:solidFill>
                <a:schemeClr val="dk1"/>
              </a:solidFill>
              <a:latin typeface="Arial"/>
              <a:ea typeface="Arial"/>
              <a:cs typeface="Arial"/>
              <a:sym typeface="Arial"/>
            </a:endParaRPr>
          </a:p>
          <a:p>
            <a:pPr indent="-335280" lvl="0" marL="342900" marR="0" rtl="0" algn="l">
              <a:lnSpc>
                <a:spcPct val="100000"/>
              </a:lnSpc>
              <a:spcBef>
                <a:spcPts val="320"/>
              </a:spcBef>
              <a:spcAft>
                <a:spcPts val="0"/>
              </a:spcAft>
              <a:buClr>
                <a:schemeClr val="dk1"/>
              </a:buClr>
              <a:buSzPct val="100000"/>
              <a:buFont typeface="Calibri"/>
              <a:buAutoNum type="arabicPeriod"/>
            </a:pPr>
            <a:r>
              <a:rPr b="0" i="0" lang="en-US" sz="1600" u="none" cap="none" strike="noStrike">
                <a:solidFill>
                  <a:schemeClr val="dk1"/>
                </a:solidFill>
                <a:latin typeface="Arial"/>
                <a:ea typeface="Arial"/>
                <a:cs typeface="Arial"/>
                <a:sym typeface="Arial"/>
              </a:rPr>
              <a:t>Apply the equations </a:t>
            </a:r>
            <a:endParaRPr b="0" i="0" sz="1600" u="none" cap="none" strike="noStrike">
              <a:solidFill>
                <a:schemeClr val="dk1"/>
              </a:solidFill>
              <a:latin typeface="Arial"/>
              <a:ea typeface="Arial"/>
              <a:cs typeface="Arial"/>
              <a:sym typeface="Arial"/>
            </a:endParaRPr>
          </a:p>
        </p:txBody>
      </p:sp>
      <p:pic>
        <p:nvPicPr>
          <p:cNvPr id="4077" name="Google Shape;4077;p89"/>
          <p:cNvPicPr preferRelativeResize="0"/>
          <p:nvPr/>
        </p:nvPicPr>
        <p:blipFill rotWithShape="1">
          <a:blip r:embed="rId3">
            <a:alphaModFix/>
          </a:blip>
          <a:srcRect b="0" l="0" r="0" t="0"/>
          <a:stretch/>
        </p:blipFill>
        <p:spPr>
          <a:xfrm>
            <a:off x="3984737" y="2276200"/>
            <a:ext cx="4877224" cy="1450974"/>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2" name="Shape 4082"/>
        <p:cNvGrpSpPr/>
        <p:nvPr/>
      </p:nvGrpSpPr>
      <p:grpSpPr>
        <a:xfrm>
          <a:off x="0" y="0"/>
          <a:ext cx="0" cy="0"/>
          <a:chOff x="0" y="0"/>
          <a:chExt cx="0" cy="0"/>
        </a:xfrm>
      </p:grpSpPr>
      <p:sp>
        <p:nvSpPr>
          <p:cNvPr id="4083" name="Google Shape;4083;p90"/>
          <p:cNvSpPr txBox="1"/>
          <p:nvPr>
            <p:ph type="title"/>
          </p:nvPr>
        </p:nvSpPr>
        <p:spPr>
          <a:xfrm>
            <a:off x="309519" y="477065"/>
            <a:ext cx="7386681" cy="553998"/>
          </a:xfrm>
          <a:prstGeom prst="rect">
            <a:avLst/>
          </a:prstGeom>
          <a:noFill/>
          <a:ln>
            <a:noFill/>
          </a:ln>
        </p:spPr>
        <p:txBody>
          <a:bodyPr anchorCtr="0" anchor="ctr" bIns="45700" lIns="91425" spcFirstLastPara="1" rIns="91425" wrap="square" tIns="45700">
            <a:spAutoFit/>
          </a:bodyPr>
          <a:lstStyle/>
          <a:p>
            <a:pPr indent="28575" lvl="0" marL="85725" rtl="0" algn="l">
              <a:lnSpc>
                <a:spcPct val="150000"/>
              </a:lnSpc>
              <a:spcBef>
                <a:spcPts val="0"/>
              </a:spcBef>
              <a:spcAft>
                <a:spcPts val="0"/>
              </a:spcAft>
              <a:buClr>
                <a:schemeClr val="dk1"/>
              </a:buClr>
              <a:buSzPts val="3600"/>
              <a:buFont typeface="Arial"/>
              <a:buNone/>
            </a:pPr>
            <a:r>
              <a:rPr b="1" lang="en-US" sz="2400">
                <a:latin typeface="Arial"/>
                <a:ea typeface="Arial"/>
                <a:cs typeface="Arial"/>
                <a:sym typeface="Arial"/>
              </a:rPr>
              <a:t>Python Lab Exercise – For Student Practice </a:t>
            </a:r>
            <a:endParaRPr b="1" sz="1800">
              <a:solidFill>
                <a:srgbClr val="C00000"/>
              </a:solidFill>
              <a:latin typeface="Arial"/>
              <a:ea typeface="Arial"/>
              <a:cs typeface="Arial"/>
              <a:sym typeface="Arial"/>
            </a:endParaRPr>
          </a:p>
        </p:txBody>
      </p:sp>
      <p:sp>
        <p:nvSpPr>
          <p:cNvPr id="4084" name="Google Shape;4084;p90"/>
          <p:cNvSpPr txBox="1"/>
          <p:nvPr/>
        </p:nvSpPr>
        <p:spPr>
          <a:xfrm>
            <a:off x="533400" y="1348800"/>
            <a:ext cx="7848600" cy="575542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Tahoma"/>
                <a:ea typeface="Tahoma"/>
                <a:cs typeface="Tahoma"/>
                <a:sym typeface="Tahoma"/>
              </a:rPr>
              <a:t>Go to your virtual lab file under : Machine Learning 🡪 LabCapsule 2 Linear _ Polynomial Regression 🡪 3 Polynomial Regression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Tahoma"/>
              <a:ea typeface="Tahoma"/>
              <a:cs typeface="Tahoma"/>
              <a:sym typeface="Tahoma"/>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Tahoma"/>
                <a:ea typeface="Tahoma"/>
                <a:cs typeface="Tahoma"/>
                <a:sym typeface="Tahoma"/>
              </a:rPr>
              <a:t>Download ML_Lab 5 PolynomialRegression.ipynb</a:t>
            </a:r>
            <a:endParaRPr b="0" i="0" sz="1600" u="none" cap="none" strike="noStrike">
              <a:solidFill>
                <a:schemeClr val="dk1"/>
              </a:solidFill>
              <a:latin typeface="Tahoma"/>
              <a:ea typeface="Tahoma"/>
              <a:cs typeface="Tahoma"/>
              <a:sym typeface="Tahoma"/>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Tahoma"/>
              <a:ea typeface="Tahoma"/>
              <a:cs typeface="Tahoma"/>
              <a:sym typeface="Tahoma"/>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Tahoma"/>
                <a:ea typeface="Tahoma"/>
                <a:cs typeface="Tahoma"/>
                <a:sym typeface="Tahoma"/>
              </a:rPr>
              <a:t>Try to change the degree to {2, 5, 7, 10} in the below function line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Tahoma"/>
                <a:ea typeface="Tahoma"/>
                <a:cs typeface="Tahoma"/>
                <a:sym typeface="Tahoma"/>
              </a:rPr>
              <a:t>PolynomialFeatures(degree=3)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Tahoma"/>
              <a:ea typeface="Tahoma"/>
              <a:cs typeface="Tahoma"/>
              <a:sym typeface="Tahoma"/>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Tahoma"/>
                <a:ea typeface="Tahoma"/>
                <a:cs typeface="Tahoma"/>
                <a:sym typeface="Tahoma"/>
              </a:rPr>
              <a:t>Observe and interpret on the performance of the training data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Tahoma"/>
              <a:ea typeface="Tahoma"/>
              <a:cs typeface="Tahoma"/>
              <a:sym typeface="Tahoma"/>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FF0000"/>
                </a:solidFill>
                <a:latin typeface="Tahoma"/>
                <a:ea typeface="Tahoma"/>
                <a:cs typeface="Tahoma"/>
                <a:sym typeface="Tahoma"/>
              </a:rPr>
              <a:t>Note: Training vs Test Data split is not coded in this implementation. Below are the suggestions to experiment further: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Noto Sans Symbols"/>
              <a:buChar char="⮚"/>
            </a:pPr>
            <a:r>
              <a:rPr b="0" i="0" lang="en-US" sz="1600" u="none" cap="none" strike="noStrike">
                <a:solidFill>
                  <a:schemeClr val="dk1"/>
                </a:solidFill>
                <a:latin typeface="Tahoma"/>
                <a:ea typeface="Tahoma"/>
                <a:cs typeface="Tahoma"/>
                <a:sym typeface="Tahoma"/>
              </a:rPr>
              <a:t>Add few hundreds of data  (Use synthetic data generation python libraries available : Refer here )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Noto Sans Symbols"/>
              <a:buChar char="⮚"/>
            </a:pPr>
            <a:r>
              <a:rPr b="0" i="0" lang="en-US" sz="1600" u="none" cap="none" strike="noStrike">
                <a:solidFill>
                  <a:schemeClr val="dk1"/>
                </a:solidFill>
                <a:latin typeface="Tahoma"/>
                <a:ea typeface="Tahoma"/>
                <a:cs typeface="Tahoma"/>
                <a:sym typeface="Tahoma"/>
              </a:rPr>
              <a:t>Split the data into 80% train vs 20% test set</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Noto Sans Symbols"/>
              <a:buChar char="⮚"/>
            </a:pPr>
            <a:r>
              <a:rPr b="0" i="0" lang="en-US" sz="1600" u="none" cap="none" strike="noStrike">
                <a:solidFill>
                  <a:schemeClr val="dk1"/>
                </a:solidFill>
                <a:latin typeface="Tahoma"/>
                <a:ea typeface="Tahoma"/>
                <a:cs typeface="Tahoma"/>
                <a:sym typeface="Tahoma"/>
              </a:rPr>
              <a:t>Built the polynomial model using above four different degree on training set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Noto Sans Symbols"/>
              <a:buChar char="⮚"/>
            </a:pPr>
            <a:r>
              <a:rPr b="0" i="0" lang="en-US" sz="1600" u="none" cap="none" strike="noStrike">
                <a:solidFill>
                  <a:schemeClr val="dk1"/>
                </a:solidFill>
                <a:latin typeface="Tahoma"/>
                <a:ea typeface="Tahoma"/>
                <a:cs typeface="Tahoma"/>
                <a:sym typeface="Tahoma"/>
              </a:rPr>
              <a:t>For each of the model apply in the test set</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Noto Sans Symbols"/>
              <a:buChar char="⮚"/>
            </a:pPr>
            <a:r>
              <a:rPr b="0" i="0" lang="en-US" sz="1600" u="none" cap="none" strike="noStrike">
                <a:solidFill>
                  <a:schemeClr val="dk1"/>
                </a:solidFill>
                <a:latin typeface="Tahoma"/>
                <a:ea typeface="Tahoma"/>
                <a:cs typeface="Tahoma"/>
                <a:sym typeface="Tahoma"/>
              </a:rPr>
              <a:t>Find the MSE for both training data and separately for test data</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Noto Sans Symbols"/>
              <a:buChar char="⮚"/>
            </a:pPr>
            <a:r>
              <a:rPr b="0" i="0" lang="en-US" sz="1600" u="none" cap="none" strike="noStrike">
                <a:solidFill>
                  <a:schemeClr val="dk1"/>
                </a:solidFill>
                <a:latin typeface="Tahoma"/>
                <a:ea typeface="Tahoma"/>
                <a:cs typeface="Tahoma"/>
                <a:sym typeface="Tahoma"/>
              </a:rPr>
              <a:t>Plot the four experiment results in a plot and interpret the notion of overfit vs underfit</a:t>
            </a:r>
            <a:endParaRPr b="0" i="0" sz="1600" u="none" cap="none" strike="noStrike">
              <a:solidFill>
                <a:schemeClr val="dk1"/>
              </a:solidFill>
              <a:latin typeface="Tahoma"/>
              <a:ea typeface="Tahoma"/>
              <a:cs typeface="Tahoma"/>
              <a:sym typeface="Tahoma"/>
            </a:endParaRPr>
          </a:p>
          <a:p>
            <a:pPr indent="-285750" lvl="0" marL="285750" marR="0" rtl="0" algn="l">
              <a:lnSpc>
                <a:spcPct val="100000"/>
              </a:lnSpc>
              <a:spcBef>
                <a:spcPts val="0"/>
              </a:spcBef>
              <a:spcAft>
                <a:spcPts val="0"/>
              </a:spcAft>
              <a:buClr>
                <a:schemeClr val="dk1"/>
              </a:buClr>
              <a:buSzPts val="1600"/>
              <a:buFont typeface="Noto Sans Symbols"/>
              <a:buChar char="⮚"/>
            </a:pPr>
            <a:r>
              <a:rPr b="0" i="0" lang="en-US" sz="1600" u="none" cap="none" strike="noStrike">
                <a:solidFill>
                  <a:schemeClr val="dk1"/>
                </a:solidFill>
                <a:latin typeface="Tahoma"/>
                <a:ea typeface="Tahoma"/>
                <a:cs typeface="Tahoma"/>
                <a:sym typeface="Tahoma"/>
              </a:rPr>
              <a:t>Suggest which degree is a best fit .</a:t>
            </a:r>
            <a:endParaRPr b="0" i="0" sz="1400" u="none" cap="none" strike="noStrike">
              <a:solidFill>
                <a:srgbClr val="000000"/>
              </a:solidFill>
              <a:latin typeface="Arial"/>
              <a:ea typeface="Arial"/>
              <a:cs typeface="Arial"/>
              <a:sym typeface="Arial"/>
            </a:endParaRPr>
          </a:p>
          <a:p>
            <a:pPr indent="-184150" lvl="0" marL="28575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ahoma"/>
              <a:ea typeface="Tahoma"/>
              <a:cs typeface="Tahoma"/>
              <a:sym typeface="Tahoma"/>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Tahoma"/>
                <a:ea typeface="Tahoma"/>
                <a:cs typeface="Tahoma"/>
                <a:sym typeface="Tahoma"/>
              </a:rPr>
              <a:t> </a:t>
            </a:r>
            <a:endParaRPr b="0" i="0" sz="1600" u="none" cap="none" strike="noStrike">
              <a:solidFill>
                <a:schemeClr val="dk1"/>
              </a:solidFill>
              <a:latin typeface="Tahoma"/>
              <a:ea typeface="Tahoma"/>
              <a:cs typeface="Tahoma"/>
              <a:sym typeface="Tahoma"/>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8" name="Shape 4088"/>
        <p:cNvGrpSpPr/>
        <p:nvPr/>
      </p:nvGrpSpPr>
      <p:grpSpPr>
        <a:xfrm>
          <a:off x="0" y="0"/>
          <a:ext cx="0" cy="0"/>
          <a:chOff x="0" y="0"/>
          <a:chExt cx="0" cy="0"/>
        </a:xfrm>
      </p:grpSpPr>
      <p:pic>
        <p:nvPicPr>
          <p:cNvPr id="4089" name="Google Shape;4089;p92"/>
          <p:cNvPicPr preferRelativeResize="0"/>
          <p:nvPr/>
        </p:nvPicPr>
        <p:blipFill rotWithShape="1">
          <a:blip r:embed="rId3">
            <a:alphaModFix/>
          </a:blip>
          <a:srcRect b="0" l="0" r="0" t="0"/>
          <a:stretch/>
        </p:blipFill>
        <p:spPr>
          <a:xfrm>
            <a:off x="0" y="0"/>
            <a:ext cx="9144000" cy="6858013"/>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3" name="Shape 4093"/>
        <p:cNvGrpSpPr/>
        <p:nvPr/>
      </p:nvGrpSpPr>
      <p:grpSpPr>
        <a:xfrm>
          <a:off x="0" y="0"/>
          <a:ext cx="0" cy="0"/>
          <a:chOff x="0" y="0"/>
          <a:chExt cx="0" cy="0"/>
        </a:xfrm>
      </p:grpSpPr>
      <p:sp>
        <p:nvSpPr>
          <p:cNvPr id="4094" name="Google Shape;4094;g2a33f95ab57_0_6"/>
          <p:cNvSpPr txBox="1"/>
          <p:nvPr>
            <p:ph type="title"/>
          </p:nvPr>
        </p:nvSpPr>
        <p:spPr>
          <a:xfrm>
            <a:off x="1219200" y="2895600"/>
            <a:ext cx="6096000" cy="1143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a:t>Thank you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7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5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14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13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1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name="6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xmlns:r="http://schemas.openxmlformats.org/officeDocument/2006/relationships" name="10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1.xml><?xml version="1.0" encoding="utf-8"?>
<a:theme xmlns:a="http://schemas.openxmlformats.org/drawingml/2006/main" xmlns:r="http://schemas.openxmlformats.org/officeDocument/2006/relationships" name="3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2.xml><?xml version="1.0" encoding="utf-8"?>
<a:theme xmlns:a="http://schemas.openxmlformats.org/drawingml/2006/main" xmlns:r="http://schemas.openxmlformats.org/officeDocument/2006/relationships" name="23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3.xml><?xml version="1.0" encoding="utf-8"?>
<a:theme xmlns:a="http://schemas.openxmlformats.org/drawingml/2006/main" xmlns:r="http://schemas.openxmlformats.org/officeDocument/2006/relationships" name="4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4.xml><?xml version="1.0" encoding="utf-8"?>
<a:theme xmlns:a="http://schemas.openxmlformats.org/drawingml/2006/main" xmlns:r="http://schemas.openxmlformats.org/officeDocument/2006/relationships" name="9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83247868A9EF043AAFD763B509A33CB" ma:contentTypeVersion="32" ma:contentTypeDescription="Create a new document." ma:contentTypeScope="" ma:versionID="49e29cc773250fb22efa7541fc8a4712">
  <xsd:schema xmlns:xsd="http://www.w3.org/2001/XMLSchema" xmlns:xs="http://www.w3.org/2001/XMLSchema" xmlns:p="http://schemas.microsoft.com/office/2006/metadata/properties" xmlns:ns2="921d7e3d-ccf6-4c0a-83b2-6e8132303dda" xmlns:ns3="9e209dda-a78e-49a0-9b2f-f7ca81c34b7c" targetNamespace="http://schemas.microsoft.com/office/2006/metadata/properties" ma:root="true" ma:fieldsID="8e323d0c1f05f1d80d7a271d7d64525c" ns2:_="" ns3:_="">
    <xsd:import namespace="921d7e3d-ccf6-4c0a-83b2-6e8132303dda"/>
    <xsd:import namespace="9e209dda-a78e-49a0-9b2f-f7ca81c34b7c"/>
    <xsd:element name="properties">
      <xsd:complexType>
        <xsd:sequence>
          <xsd:element name="documentManagement">
            <xsd:complexType>
              <xsd:all>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21d7e3d-ccf6-4c0a-83b2-6e8132303dda" elementFormDefault="qualified">
    <xsd:import namespace="http://schemas.microsoft.com/office/2006/documentManagement/types"/>
    <xsd:import namespace="http://schemas.microsoft.com/office/infopath/2007/PartnerControls"/>
    <xsd:element name="NotebookType" ma:index="8" nillable="true" ma:displayName="Notebook Type" ma:internalName="NotebookType">
      <xsd:simpleType>
        <xsd:restriction base="dms:Text"/>
      </xsd:simpleType>
    </xsd:element>
    <xsd:element name="FolderType" ma:index="9" nillable="true" ma:displayName="Folder Type" ma:internalName="FolderType">
      <xsd:simpleType>
        <xsd:restriction base="dms:Text"/>
      </xsd:simpleType>
    </xsd:element>
    <xsd:element name="CultureName" ma:index="10" nillable="true" ma:displayName="Culture Name" ma:internalName="CultureName">
      <xsd:simpleType>
        <xsd:restriction base="dms:Text"/>
      </xsd:simpleType>
    </xsd:element>
    <xsd:element name="AppVersion" ma:index="11" nillable="true" ma:displayName="App Version" ma:internalName="AppVersion">
      <xsd:simpleType>
        <xsd:restriction base="dms:Text"/>
      </xsd:simpleType>
    </xsd:element>
    <xsd:element name="TeamsChannelId" ma:index="12" nillable="true" ma:displayName="Teams Channel Id" ma:internalName="TeamsChannelId">
      <xsd:simpleType>
        <xsd:restriction base="dms:Text"/>
      </xsd:simpleType>
    </xsd:element>
    <xsd:element name="Owner" ma:index="13"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4" nillable="true" ma:displayName="Math Settings" ma:internalName="Math_Settings">
      <xsd:simpleType>
        <xsd:restriction base="dms:Text"/>
      </xsd:simpleType>
    </xsd:element>
    <xsd:element name="DefaultSectionNames" ma:index="15" nillable="true" ma:displayName="Default Section Names" ma:internalName="DefaultSectionNames">
      <xsd:simpleType>
        <xsd:restriction base="dms:Note">
          <xsd:maxLength value="255"/>
        </xsd:restriction>
      </xsd:simpleType>
    </xsd:element>
    <xsd:element name="Templates" ma:index="16" nillable="true" ma:displayName="Templates" ma:internalName="Templates">
      <xsd:simpleType>
        <xsd:restriction base="dms:Note">
          <xsd:maxLength value="255"/>
        </xsd:restriction>
      </xsd:simpleType>
    </xsd:element>
    <xsd:element name="Teachers" ma:index="17"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18"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19"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0" nillable="true" ma:displayName="Distribution Groups" ma:internalName="Distribution_Groups">
      <xsd:simpleType>
        <xsd:restriction base="dms:Note">
          <xsd:maxLength value="255"/>
        </xsd:restriction>
      </xsd:simpleType>
    </xsd:element>
    <xsd:element name="LMS_Mappings" ma:index="21" nillable="true" ma:displayName="LMS Mappings" ma:internalName="LMS_Mappings">
      <xsd:simpleType>
        <xsd:restriction base="dms:Note">
          <xsd:maxLength value="255"/>
        </xsd:restriction>
      </xsd:simpleType>
    </xsd:element>
    <xsd:element name="Invited_Teachers" ma:index="22" nillable="true" ma:displayName="Invited Teachers" ma:internalName="Invited_Teachers">
      <xsd:simpleType>
        <xsd:restriction base="dms:Note">
          <xsd:maxLength value="255"/>
        </xsd:restriction>
      </xsd:simpleType>
    </xsd:element>
    <xsd:element name="Invited_Students" ma:index="23" nillable="true" ma:displayName="Invited Students" ma:internalName="Invited_Students">
      <xsd:simpleType>
        <xsd:restriction base="dms:Note">
          <xsd:maxLength value="255"/>
        </xsd:restriction>
      </xsd:simpleType>
    </xsd:element>
    <xsd:element name="Self_Registration_Enabled" ma:index="24" nillable="true" ma:displayName="Self Registration Enabled" ma:internalName="Self_Registration_Enabled">
      <xsd:simpleType>
        <xsd:restriction base="dms:Boolean"/>
      </xsd:simpleType>
    </xsd:element>
    <xsd:element name="Has_Teacher_Only_SectionGroup" ma:index="25" nillable="true" ma:displayName="Has Teacher Only SectionGroup" ma:internalName="Has_Teacher_Only_SectionGroup">
      <xsd:simpleType>
        <xsd:restriction base="dms:Boolean"/>
      </xsd:simpleType>
    </xsd:element>
    <xsd:element name="Is_Collaboration_Space_Locked" ma:index="26" nillable="true" ma:displayName="Is Collaboration Space Locked" ma:internalName="Is_Collaboration_Space_Locked">
      <xsd:simpleType>
        <xsd:restriction base="dms:Boolean"/>
      </xsd:simpleType>
    </xsd:element>
    <xsd:element name="IsNotebookLocked" ma:index="27" nillable="true" ma:displayName="Is Notebook Locked" ma:internalName="IsNotebookLocked">
      <xsd:simpleType>
        <xsd:restriction base="dms:Boolean"/>
      </xsd:simpleType>
    </xsd:element>
    <xsd:element name="Teams_Channel_Section_Location" ma:index="28" nillable="true" ma:displayName="Teams Channel Section Location" ma:internalName="Teams_Channel_Section_Location">
      <xsd:simpleType>
        <xsd:restriction base="dms:Text"/>
      </xsd:simpleType>
    </xsd:element>
    <xsd:element name="MediaServiceMetadata" ma:index="29" nillable="true" ma:displayName="MediaServiceMetadata" ma:hidden="true" ma:internalName="MediaServiceMetadata" ma:readOnly="true">
      <xsd:simpleType>
        <xsd:restriction base="dms:Note"/>
      </xsd:simpleType>
    </xsd:element>
    <xsd:element name="MediaServiceFastMetadata" ma:index="30" nillable="true" ma:displayName="MediaServiceFastMetadata" ma:hidden="true" ma:internalName="MediaServiceFastMetadata" ma:readOnly="true">
      <xsd:simpleType>
        <xsd:restriction base="dms:Note"/>
      </xsd:simpleType>
    </xsd:element>
    <xsd:element name="MediaServiceSearchProperties" ma:index="31" nillable="true" ma:displayName="MediaServiceSearchProperties" ma:hidden="true" ma:internalName="MediaServiceSearchProperties" ma:readOnly="true">
      <xsd:simpleType>
        <xsd:restriction base="dms:Note"/>
      </xsd:simpleType>
    </xsd:element>
    <xsd:element name="MediaServiceDateTaken" ma:index="32" nillable="true" ma:displayName="MediaServiceDateTaken" ma:hidden="true" ma:indexed="true" ma:internalName="MediaServiceDateTaken" ma:readOnly="true">
      <xsd:simpleType>
        <xsd:restriction base="dms:Text"/>
      </xsd:simpleType>
    </xsd:element>
    <xsd:element name="MediaServiceGenerationTime" ma:index="33" nillable="true" ma:displayName="MediaServiceGenerationTime" ma:hidden="true" ma:internalName="MediaServiceGenerationTime" ma:readOnly="true">
      <xsd:simpleType>
        <xsd:restriction base="dms:Text"/>
      </xsd:simpleType>
    </xsd:element>
    <xsd:element name="MediaServiceEventHashCode" ma:index="34" nillable="true" ma:displayName="MediaServiceEventHashCode" ma:hidden="true" ma:internalName="MediaServiceEventHashCode" ma:readOnly="true">
      <xsd:simpleType>
        <xsd:restriction base="dms:Text"/>
      </xsd:simpleType>
    </xsd:element>
    <xsd:element name="MediaLengthInSeconds" ma:index="35" nillable="true" ma:displayName="MediaLengthInSeconds" ma:hidden="true" ma:internalName="MediaLengthInSeconds" ma:readOnly="true">
      <xsd:simpleType>
        <xsd:restriction base="dms:Unknown"/>
      </xsd:simpleType>
    </xsd:element>
    <xsd:element name="lcf76f155ced4ddcb4097134ff3c332f" ma:index="37" nillable="true" ma:taxonomy="true" ma:internalName="lcf76f155ced4ddcb4097134ff3c332f" ma:taxonomyFieldName="MediaServiceImageTags" ma:displayName="Image Tags" ma:readOnly="false" ma:fieldId="{5cf76f15-5ced-4ddc-b409-7134ff3c332f}" ma:taxonomyMulti="true" ma:sspId="eb8cb680-6a83-4177-80f4-b15e2230c4d8" ma:termSetId="09814cd3-568e-fe90-9814-8d621ff8fb84" ma:anchorId="fba54fb3-c3e1-fe81-a776-ca4b69148c4d" ma:open="true" ma:isKeyword="false">
      <xsd:complexType>
        <xsd:sequence>
          <xsd:element ref="pc:Terms" minOccurs="0" maxOccurs="1"/>
        </xsd:sequence>
      </xsd:complexType>
    </xsd:element>
    <xsd:element name="MediaServiceOCR" ma:index="3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e209dda-a78e-49a0-9b2f-f7ca81c34b7c" elementFormDefault="qualified">
    <xsd:import namespace="http://schemas.microsoft.com/office/2006/documentManagement/types"/>
    <xsd:import namespace="http://schemas.microsoft.com/office/infopath/2007/PartnerControls"/>
    <xsd:element name="TaxCatchAll" ma:index="38" nillable="true" ma:displayName="Taxonomy Catch All Column" ma:hidden="true" ma:list="{a0018add-e23d-4441-b071-bb6fc52e56ca}" ma:internalName="TaxCatchAll" ma:showField="CatchAllData" ma:web="9e209dda-a78e-49a0-9b2f-f7ca81c34b7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elf_Registration_Enabled xmlns="921d7e3d-ccf6-4c0a-83b2-6e8132303dda" xsi:nil="true"/>
    <DefaultSectionNames xmlns="921d7e3d-ccf6-4c0a-83b2-6e8132303dda" xsi:nil="true"/>
    <Is_Collaboration_Space_Locked xmlns="921d7e3d-ccf6-4c0a-83b2-6e8132303dda" xsi:nil="true"/>
    <Teams_Channel_Section_Location xmlns="921d7e3d-ccf6-4c0a-83b2-6e8132303dda" xsi:nil="true"/>
    <AppVersion xmlns="921d7e3d-ccf6-4c0a-83b2-6e8132303dda" xsi:nil="true"/>
    <LMS_Mappings xmlns="921d7e3d-ccf6-4c0a-83b2-6e8132303dda" xsi:nil="true"/>
    <Invited_Students xmlns="921d7e3d-ccf6-4c0a-83b2-6e8132303dda" xsi:nil="true"/>
    <Math_Settings xmlns="921d7e3d-ccf6-4c0a-83b2-6e8132303dda" xsi:nil="true"/>
    <Templates xmlns="921d7e3d-ccf6-4c0a-83b2-6e8132303dda" xsi:nil="true"/>
    <FolderType xmlns="921d7e3d-ccf6-4c0a-83b2-6e8132303dda" xsi:nil="true"/>
    <Owner xmlns="921d7e3d-ccf6-4c0a-83b2-6e8132303dda">
      <UserInfo>
        <DisplayName/>
        <AccountId xsi:nil="true"/>
        <AccountType/>
      </UserInfo>
    </Owner>
    <Teachers xmlns="921d7e3d-ccf6-4c0a-83b2-6e8132303dda">
      <UserInfo>
        <DisplayName/>
        <AccountId xsi:nil="true"/>
        <AccountType/>
      </UserInfo>
    </Teachers>
    <Students xmlns="921d7e3d-ccf6-4c0a-83b2-6e8132303dda">
      <UserInfo>
        <DisplayName/>
        <AccountId xsi:nil="true"/>
        <AccountType/>
      </UserInfo>
    </Students>
    <Student_Groups xmlns="921d7e3d-ccf6-4c0a-83b2-6e8132303dda">
      <UserInfo>
        <DisplayName/>
        <AccountId xsi:nil="true"/>
        <AccountType/>
      </UserInfo>
    </Student_Groups>
    <Distribution_Groups xmlns="921d7e3d-ccf6-4c0a-83b2-6e8132303dda" xsi:nil="true"/>
    <TeamsChannelId xmlns="921d7e3d-ccf6-4c0a-83b2-6e8132303dda" xsi:nil="true"/>
    <IsNotebookLocked xmlns="921d7e3d-ccf6-4c0a-83b2-6e8132303dda" xsi:nil="true"/>
    <NotebookType xmlns="921d7e3d-ccf6-4c0a-83b2-6e8132303dda" xsi:nil="true"/>
    <CultureName xmlns="921d7e3d-ccf6-4c0a-83b2-6e8132303dda" xsi:nil="true"/>
    <Invited_Teachers xmlns="921d7e3d-ccf6-4c0a-83b2-6e8132303dda" xsi:nil="true"/>
    <Has_Teacher_Only_SectionGroup xmlns="921d7e3d-ccf6-4c0a-83b2-6e8132303dda" xsi:nil="true"/>
    <lcf76f155ced4ddcb4097134ff3c332f xmlns="921d7e3d-ccf6-4c0a-83b2-6e8132303dda">
      <Terms xmlns="http://schemas.microsoft.com/office/infopath/2007/PartnerControls"/>
    </lcf76f155ced4ddcb4097134ff3c332f>
    <TaxCatchAll xmlns="9e209dda-a78e-49a0-9b2f-f7ca81c34b7c" xsi:nil="true"/>
  </documentManagement>
</p:properties>
</file>

<file path=customXml/itemProps1.xml><?xml version="1.0" encoding="utf-8"?>
<ds:datastoreItem xmlns:ds="http://schemas.openxmlformats.org/officeDocument/2006/customXml" ds:itemID="{8A138550-BE57-4244-96B8-5F99839D65C5}"/>
</file>

<file path=customXml/itemProps2.xml><?xml version="1.0" encoding="utf-8"?>
<ds:datastoreItem xmlns:ds="http://schemas.openxmlformats.org/officeDocument/2006/customXml" ds:itemID="{0DB6E195-1D01-4ECE-B9EE-B7D45F6B77FB}"/>
</file>

<file path=customXml/itemProps3.xml><?xml version="1.0" encoding="utf-8"?>
<ds:datastoreItem xmlns:ds="http://schemas.openxmlformats.org/officeDocument/2006/customXml" ds:itemID="{F0C8D4D1-C81B-4ED8-9603-5A8E65F771F6}"/>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2021-11-12T07:04:08Z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0x010100483247868A9EF043AAFD763B509A33CB</vt:lpwstr>
  </property>
</Properties>
</file>