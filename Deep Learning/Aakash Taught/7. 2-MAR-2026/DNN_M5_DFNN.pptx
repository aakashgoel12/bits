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ink/ink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3.xml" ContentType="application/inkml+xml"/>
  <Override PartName="/ppt/notesSlides/notesSlide11.xml" ContentType="application/vnd.openxmlformats-officedocument.presentationml.notesSlide+xml"/>
  <Override PartName="/ppt/ink/ink4.xml" ContentType="application/inkml+xml"/>
  <Override PartName="/ppt/notesSlides/notesSlide12.xml" ContentType="application/vnd.openxmlformats-officedocument.presentationml.notesSlide+xml"/>
  <Override PartName="/ppt/ink/ink5.xml" ContentType="application/inkml+xml"/>
  <Override PartName="/ppt/notesSlides/notesSlide13.xml" ContentType="application/vnd.openxmlformats-officedocument.presentationml.notesSlide+xml"/>
  <Override PartName="/ppt/ink/ink6.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7.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8.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9.xml" ContentType="application/inkml+xml"/>
  <Override PartName="/ppt/notesSlides/notesSlide25.xml" ContentType="application/vnd.openxmlformats-officedocument.presentationml.notesSlide+xml"/>
  <Override PartName="/ppt/ink/ink10.xml" ContentType="application/inkml+xml"/>
  <Override PartName="/ppt/notesSlides/notesSlide26.xml" ContentType="application/vnd.openxmlformats-officedocument.presentationml.notesSlide+xml"/>
  <Override PartName="/ppt/ink/ink11.xml" ContentType="application/inkml+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322" r:id="rId28"/>
  </p:sldIdLst>
  <p:sldSz cx="5765800" cy="3244850"/>
  <p:notesSz cx="5765800" cy="3244850"/>
  <p:embeddedFontLst>
    <p:embeddedFont>
      <p:font typeface="Cambria" panose="02040503050406030204" pitchFamily="18" charset="0"/>
      <p:regular r:id="rId30"/>
      <p:bold r:id="rId31"/>
      <p:italic r:id="rId32"/>
      <p:boldItalic r:id="rId33"/>
    </p:embeddedFont>
    <p:embeddedFont>
      <p:font typeface="Lucida Sans" panose="020B0602030504020204" pitchFamily="34" charset="0"/>
      <p:regular r:id="rId34"/>
      <p:bold r:id="rId35"/>
      <p:italic r:id="rId36"/>
      <p:boldItalic r:id="rId37"/>
    </p:embeddedFont>
    <p:embeddedFont>
      <p:font typeface="Quattrocento Sans" panose="020B0502050000020003" pitchFamily="34" charset="0"/>
      <p:regular r:id="rId38"/>
      <p:bold r:id="rId39"/>
    </p:embeddedFont>
    <p:embeddedFont>
      <p:font typeface="Tahoma" panose="020B0604030504040204" pitchFamily="34" charset="0"/>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4" roundtripDataSignature="AMtx7mhCDN2bvx9UKdUVco0lvKLMqNWY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3A80E9-8C9B-4F1C-9C85-0C3D0799B159}">
  <a:tblStyle styleId="{2B3A80E9-8C9B-4F1C-9C85-0C3D0799B15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84" autoAdjust="0"/>
  </p:normalViewPr>
  <p:slideViewPr>
    <p:cSldViewPr snapToGrid="0">
      <p:cViewPr varScale="1">
        <p:scale>
          <a:sx n="158" d="100"/>
          <a:sy n="158" d="100"/>
        </p:scale>
        <p:origin x="965" y="91"/>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84"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8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 Id="rId88"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4:46:48.864"/>
    </inkml:context>
    <inkml:brush xml:id="br0">
      <inkml:brushProperty name="width" value="0.05292" units="cm"/>
      <inkml:brushProperty name="height" value="0.05292" units="cm"/>
      <inkml:brushProperty name="color" value="#FF0000"/>
    </inkml:brush>
  </inkml:definitions>
  <inkml:trace contextRef="#ctx0" brushRef="#br0">12961 4048 0,'0'0'0,"0"0"0,0 0 0,0 0 0,0 0 15,-1 3-15,-3 3 16,-4 7-16,-2 6 16,0 3-16,4 4 15,2 1-15,4 1 16,2-3-16,3-5 16,0-4-1,0-3-15,2-3 16,2-3-16,6-2 15,4-3-15,5-4 16,-2-5-16,-2-4 16,-2-4-16,-1-5 15,0-5-15,-4-1 16,-4 4-16,-5 1 16,-4 2-1,-2 0-15,-1 4 16,-3 1-16,1 2 15,-2 2-15,1 1 16,-3 2-16,0 1 16,9 6-16,-12-7 15,12 7-15,-12-1 16</inkml:trace>
  <inkml:trace contextRef="#ctx0" brushRef="#br0" timeOffset="600.83">13254 4562 0,'0'0'0,"-2"-1"15,2 1-15,0 0 16,-16-5-16,16 5 15,-13-3-15,13 3 16,-13 0-16,3 4 16,-7 7-16,-3 9 15,1 2-15,0 2 16,3 2 0,1 3-16,0 3 15,7-3-15,3-4 16,4-5-16,3-3 15,2-7-15,-4-10 16,15 3-16,1-13 16,7-7-16,4-14 15,-3-3-15,-4 2 16,-7 3-16,-8 5 16,-3 5-16,-5-1 15,-1 4 1,-2 3-16,-1 3 15,2 3 1,5 7-16,-12-6 0,-2 9 16,-13 12-16,-11 10 15</inkml:trace>
  <inkml:trace contextRef="#ctx0" brushRef="#br0" timeOffset="1085.83">13141 5337 0,'0'0'0,"0"0"0,0 0 16,0 0-16,-6 4 15,6-4-15,-24 20 16,4 0-16,-3 8 16,2 2-16,5-5 15,4-4 1,7-5-16,4-5 15,3-3-15,10-1 16,9-5-16,4-4 16,2-11-1,-1-9-15,-3-1 0,-6 1 16,-2 7-16,-6 3 16,-2 3-16,-1 1 15,-6 8 1,6-9-16,-6 9 15,-3-9-15,3 9 16,-10-11-16,10 11 16,-12-5-16,-4 10 15,-11 17-15</inkml:trace>
  <inkml:trace contextRef="#ctx0" brushRef="#br0" timeOffset="1551.66">13140 6178 0,'0'0'0,"0"0"0,0 0 16,0 0-1,0 0-15,0 0 16,0 2-16,0-2 16,-3 10-16,-1 4 15,-3 7-15,1 1 0,1-2 16,5 1-16,3-1 16,4-3-16,2-5 15,1-5-15,9-6 16,5-9-1,7-9-15,-2-6 16,-6-3-16,-6 3 16,-6-1-16,-5-1 15,-9-3-15,-2 1 16,-5 4-16,-8 5 31,-2 5-15,-4 7-16,0 9 15,-4 12-15,-3 12 16,-1 12-16</inkml:trace>
  <inkml:trace contextRef="#ctx0" brushRef="#br0" timeOffset="4874.89">12757 3768 0,'0'-3'0,"0"3"0,0-6 15,0 6-15,0 0 16,0 0-16,-3-8 16,3 8-16,0 0 15,0 0-15,2-9 16,-2 9-16,26-14 15,11 6-15,10 2 16,6 3 0,1 0-16,2-1 15,-3 2-15,1-2 16,0 12-16,-8-2 16,-6-1-16,-6 5 15,-5-4-15,2 5 16,1 7-16,-5-1 15,-1 5 1,1 4-16,-4-3 16,-2 3-16,0 1 15,-4-4-15,3 9 16,-2-1-16,-3-5 16,0-1-16,0 2 15,0 6-15,1 5 16,-2 8-16,-3 3 15,-2 7-15,-2 2 16,-4-2 0,0 8-16,-3-16 15,-1-2-15,-1 6 16,0 5-16,0 19 16,-1-8-16,0-10 15,1-7-15,0 2 16,0 1-16,0 10 15,4-10-15,1 8 16,0 4-16,1 3 16,0 8-1,-2-3-15,-2-11 16,0 5-16,0 6 16,0 6-16,0 13 15,0-15-15,3-7 16,3 33 15,2-15-31,8 4 16,0-16-16,-3-35 15,1 0-15,-1-7 16,0-3-16,-1-6 16,-2-3-16,-2-6 15,-3 1-15,-5-1 16,-1-3-16,-1-3 15,-2-1-15,-6 4 16,-9 6 0,-7 2-16,-9-2 15,-8-2-15,-10-3 16,0 0-16,-5-2 16,2-1-16,-2-2 15,-8-1-15,7-4 16,1 0-16,0 0 15,7-1-15,3 0 16,5-2-16,6-4 16,7 0-1,-2-2-15,0-4 16,0-2-16,3-5 16,8-3-16,2-8 15,2-6-15,3-8 16,4-2-16,1 0 15,3-11-15,1-8 16,1-4-16,1-8 16,3 3-1,-2-10-15,1-2 16,1 2-16,-1-9 16,0 13-16,0 0 15,1 4-15,-2 5 16,-3-1-16,-2 0 15,0 0-15,-1 3 16,-1-4-16,1 2 16,-1-3-1,0-3-15,1 0 16,2-4-16,1-1 16,3 4-16,2-3 15,0 4-15,0 3 16,0 0-16,0 5 15,0 3-15,0 1 16,0 1-16,0 3 16,0-1-1,0 5-15,0 1 16,0 3-16,0 3 16,0 4-16,0 2 15,2 0-15,0 2 16,1 2-16,-1 7 15,0 4-15,0 4 16,1 2-16,-1 6 16,-1 3-1,1 2-15,-1 2 16,-1 6-16,4-9 16,0 1-16</inkml:trace>
  <inkml:trace contextRef="#ctx0" brushRef="#br0" timeOffset="7479.69">13338 4113 0,'0'0'0,"0"0"0,0 0 0,0 0 0,0 0 16,0 0-1,-1 2-15,1-2 0,0 0 16,0 0 0,0 0-16,0 0 15,7 7-15,4 0 16,5 0-16,4 0 15,5 0-15,1 0 16,4 1-16,2 1 16,1-1-16,5 2 15,0 0-15,1 1 16,2-1 0,2 1-16,-2 1 15,5 5-15,-3-1 16,1 0-16,0 1 15,-4-2-15,0-1 16,-3 1-16,-6-5 16,-6-3-16,-3-1 15,-2 0 1,-1-2-16,-5 1 16,-3-2-16,-11-3 15,17 4-15,-17-4 16,10 3-16,-10-3 15,0 0-15,0 0 16,0 0-16,10 4 16,-10-4-16,0 0 15,0 0-15,0 0 16,0 0 0,0 0-16,0 0 15,0 0-15,0 0 16,0 0-16,0 0 15,0 0-15,0 0 16,0 0-16,0 0 16,0 0-16,0 0 15,0 0-15,0 0 16,0 0 0,0 0-16,0 0 15,0 0-15,-1 7 16,1-7-16,0 0 15,0 0-15,0 0 16,0 0-16,0 0 16,-9 7-16,9-7 15,0 0-15,0 0 16,-11 6 0,11-6-16,0 0 15,-12 3-15,12-3 16,0 0-16,-16 7 15,2-2-15,-5-1 16,-2 2-16,0 0 16,2-1-16,3-1 15,0 0-15,3-1 16,2 1-16,1-3 16,10-1-1,-17 5-15,17-5 16,-14 5-16,14-5 15,-14 4-15,14-4 16,-11 3-16,11-3 16,-15 6-16,15-6 15,-17 7-15,17-7 16,-19 6-16,8-2 16,-1 0-1,2 0-15,0 0 16,-1 0-16,-2 1 15,-2 1-15,-4 1 16,1-1-16,1 0 16,2 0-16,2-1 15,2-1-15,0 0 16,11-4 0,-17 7-16,17-7 15,-15 6-15,15-6 16,-16 5-16,16-5 15,-20 5-15,7-2 16,0 1-16,2-1 16,0-1-16,1 0 15,10-2-15,-19 6 16,19-6 0,-19 6-16,10-3 15,-3 2-15,-1-1 16,0 2-16,1 0 15,2-1-15,0 1 16,10-6-16,-14 7 16,14-7-16,-12 5 15,12-5-15,0 0 16,-10 7-16,10-7 16,0 0-1,0 0-15,-10 6 16,10-6-16,0 0 15,0 0-15,0 0 16,0 0-16,0 0 16,0 0-16,0 0 15,0 0-15</inkml:trace>
  <inkml:trace contextRef="#ctx0" brushRef="#br0" timeOffset="8465.66">12605 4440 0,'0'0'0,"0"0"0,0 0 16,0 0-16,0 0 15,0 0-15,3 0 16,-3 0-16,20 0 16,15 0-1,15 0-15,11 0 16,4-1-16,3-3 15,0-1-15,-3 0 16,-6 1-16,-1-2 16,-4 1-16,-2 0 15,1 0-15,-5 0 16,2 0-16,-1 3 16,0 1-16,1 2 15,1 0 1,-3-1-16,0 1 15,1 0-15,0-3 16,0-2-16,-11 0 16,-13-2-16</inkml:trace>
  <inkml:trace contextRef="#ctx0" brushRef="#br0" timeOffset="8965.91">12624 4915 0,'0'0'0,"0"0"16,0 0-16,0 0 15,0 1-15,0-1 16,0 0-16,0 0 16,16 5-16,7 1 15,13 1-15,15-1 16,2-3-1,8-1-15,1-2 16,5 0-16,7-2 16,-6-1-16,3 0 15,-1-1-15,-2 1 16,0 0-16,2-1 16,-5 1-16,2 1 15,-4 3 1,-6 2-16,0 0 15,-6 1-15,-2 2 16,-4 1-16,-9 1 16,-5 4-16</inkml:trace>
  <inkml:trace contextRef="#ctx0" brushRef="#br0" timeOffset="9535.04">12681 5736 0,'0'0'0,"0"0"16,0 0-16,0 0 16,0 0-16,6 1 15,6 3-15,13 1 16,11-1-16,12 0 16,13-3-16,3-2 15,8-1-15,2 0 16,1-1-16,3-1 15,-1-2 1,-3-1-16,-3 0 16,0 0-16,-4 1 15,-5 0-15,-2 1 16,-6-1-16,-2 3 16,-3 3-16,-2 1 15,-5 2-15,-2 4 16,-10 1-1,-10 3-15</inkml:trace>
  <inkml:trace contextRef="#ctx0" brushRef="#br0" timeOffset="10001.4">12633 6506 0,'0'0'0,"0"0"0,0 2 16,0-2-16,0 0 16,0 0-16,0 0 15,0 7-15,0-7 16,7 12-16,0-1 16,7 1-16,10 0 15,11 1-15,15-3 16,17-5-1,10-4-15,9-3 16,12-4-16,2 1 16,9-3-16,-3 0 15,1 0-15,4-1 16,5-4-16,1-7 16</inkml:trace>
  <inkml:trace contextRef="#ctx0" brushRef="#br0" timeOffset="15311.89">13352 4087 0,'0'0'0,"0"0"15,0 0-15,0 0 16,0 0 0,0 0-16,0 0 15,0 0-15,0 0 16,0 0-16,3 0 15,-3 0-15,20 0 16,3 0-16,5 0 16,5 1-16,2 1 15,0 3 1,-3 0-16,-3-1 16,1 2-16,2 0 15,2 2-15,-2-1 16,-2 0-16,3 0 15,2 2-15,3 2 16,-1 1-16,0 0 16,0 1-16,-1-1 15,-2-1 1,-3-2-16,-4 0 16,0-2-16,-3 1 15,-3-2-15,-3 0 16,-2 2-16,0-3 15,0 2-15,-1 1 16,-1-1-16,-2 0 16,-3-1-16,-9-6 15,13 9 1,-13-9-16,9 9 16,-9-9-16,7 8 15,-7-8-15,6 8 16,-6-8-16,3 6 15,-3-6-15,0 0 16,2 8-16,-2-8 16,0 0-16,0 9 15,0-9-15,-4 10 16,-4-1 0,-5 1-16,-6 4 15,-6-1-15,-4 0 16,-1-1-16,-2-1 15,0 0-15,-5-1 16,1 1-16,-1 0 16,-1-1-16,0 0 15,0 1-15,1-1 16,2-1 0,3-1-16,5 1 15,4-1-15,1 1 16,3 0-16,2-1 15,4 0-15,0-1 16,3-1-16,0 1 16,10-7-16,-13 8 15,13-8-15,0 0 16,0 0 0,-11 7-16,11-7 15,0 0-15,0 0 16,-6 7-16,6-7 15,0 0-15,0 0 16,-7 10-16,7-10 16,-13 12-16,7-6 15,6-6 1,-11 11-16,11-11 16,-10 9-16,10-9 15,-8 7-15,8-7 16,0 0-16,0 0 15,-9 7-15,9-7 16,0 0-16,0 0 16,0 0-16,0 0 15,0 0-15,0 0 16,0 0-16,-10 5 16,10-5-1,0 0-15,0 0 16,0 0-16,0 0 15,0 0-15,0 0 16,0 0-16,0 0 16,0 0-16,0 0 15,0 0-15,0 0 16,0 0 0,0 0-16,0 0 15,0 0-15,0 0 16,0 0-16,0 0 15,0 0-15,0 0 16,0 0-16,0 0 16,0 0-16,0 0 15,0 0-15,0 0 16,0 0-16,0 0 16,0 0-1,0 0-15,0 0 16,0 0-16,0 0 15,0 0-15,0 0 16,0 0-16,0 0 16,0 0-16,0 0 15,0 0 1,0 0-16,0 0 0,0 0 16,0 0-1,0 0-15,0 0 16,0 0-16,0 0 15,0 0-15,0 0 16,0 0-16,0 0 16,0 0-16,0 0 15,0 0-15,0 0 16,0 0-16,0 0 16,0 0-1,0 0-15,0 0 16,0 0-16,0 0 15,0 0-15,0 0 16,0 0-16,0 0 16,0 0-16,0 0 15,0 0-15,0 0 16,0 0-16,0 0 16,0 0-1,0 0-15,0 0 16,0 0-16,0 0 15,0 0-15,0 0 16,0 0-16,0 0 16,0 0-16,0 0 15,0 0-15,0 0 16,0 0-16,0 0 16,0 0-1,0 0-15,0 0 16,0 0-16,0 0 15,0 0-15,0 0 16,0 0-16,0 0 16</inkml:trace>
  <inkml:trace contextRef="#ctx0" brushRef="#br0" timeOffset="21105.57">13301 4142 0,'0'0'0,"0"0"0,0 0 0,0 0 16,0 0 0,0 0-16,0 0 15,0 0-15,0 0 16,4 2-16,-4-2 15,12 1-15,1 1 16,6-1-16,3-4 16,0-2-16,0 0 15,-2-2 1,3 0-16,-2-1 16,3-1-16,-2 2 15,-2 0-15,-4 2 16,-2 1-16,0 0 15,0 4-15,-3 0 16,0 2-16,3 1 16,1 2-16,2 1 15</inkml:trace>
  <inkml:trace contextRef="#ctx0" brushRef="#br0" timeOffset="21839.87">13362 4653 0,'0'0'0,"0"0"16,0 0-16,0 0 15,0 0-15,0 0 16,0 0 0,2 0-16,-2 0 15,21-3-15,12-2 16,7-6-16,7-6 15,-5-2-15,-3-1 16,-6 2-16,-7 2 16,0 0-16,-2 1 15,-2 1 1,-4 3-16,-2 5 16,-3 1-16,-3 2 15,-10 3-15,13-2 16,-13 2-16,0 0 15,11-1-15,-11 1 16,0 0-16,0 0 16,0 0-16</inkml:trace>
  <inkml:trace contextRef="#ctx0" brushRef="#br0" timeOffset="22657.89">13547 4725 0,'0'0'0,"0"0"0,0 0 15,0 0-15,0 0 16,0 0-16,0 0 15</inkml:trace>
  <inkml:trace contextRef="#ctx0" brushRef="#br0" timeOffset="26047.78">13084 2637 0,'0'0'0,"0"0"16,0 0-16,0 0 16,0 0-16,0 0 15,0 0-15,-2 2 16,2-2-16,-3 11 15,1-1 1,0 6-16,0 6 16,1 5-16,1-1 15,0-2-15,0 0 16,0-1-16,0 1 16,1 1-16,1 1 15,0-2-15,0-3 16,-1-6-16,1-1 15,-2-1 1,2-2-16,-2-3 16,0-8-16,2 10 15,-2-10-15,0 0 16,2 7-16,-2-7 16,0 0-16,0 0 15,0 0-15,0 0 16,0 0-16,0 0 15,0 0 1,0 0-16,0 0 16,0 0-16,0 0 15,2 6-15,-2-6 16,0 0-16,0 0 16,0 0-16,0 0 15,0 0-15,0 0 16,0 0-16,0 7 15,0-7 1</inkml:trace>
  <inkml:trace contextRef="#ctx0" brushRef="#br0" timeOffset="26499.04">13152 2895 0,'0'0'0,"0"0"15,0 0-15,0 0 16,0 0-16,0 0 15,0 0-15,9-4 16,2 0 0,4-2-16,1 2 15,1-1-15,-1 2 16,-2 1-16,-1 0 16,-13 2-16,16-2 15,-16 2-15,0 0 16,12-1-16,-12 1 15,0 0-15,0 0 16,0 0 0,0 0-16,0 0 15,10 0-15,-10 0 16,18-9-16</inkml:trace>
  <inkml:trace contextRef="#ctx0" brushRef="#br0" timeOffset="26849.54">13401 2694 0,'0'0'0,"0"0"0,0 0 0,0 0 0,0 2 16,0-2 0,-1 10-16,0-3 15,0 3-15,0 1 16,1 2-16,2 2 16,-1-1-16,1-1 15,-1-1-15,1 3 16,0-1-16,1 2 15,-1 1-15,1 4 16,2 4 0,-2 1-16,1 0 15,-2-4-15,0-1 16</inkml:trace>
  <inkml:trace contextRef="#ctx0" brushRef="#br0" timeOffset="27117.3">13569 3085 0,'0'0'0,"0"0"15,0 0-15,0 0 16,0 0-16,0 0 15,0 0-15,0 0 16,0 0-16,0 0 16,0 0-1,-1 4-15,0 5 16,-1 4-16,-1 6 16,-1 4-16</inkml:trace>
  <inkml:trace contextRef="#ctx0" brushRef="#br0" timeOffset="27784.49">14676 2721 0,'0'0'0,"0"0"0,0 0 16,0 0-16,0 0 15,0 0-15,0 3 16,0 3-16,0 6 16,0 8-1,0 0-15,3 4 16,0 0-16,1 2 16,2 1-16,-1 2 15,0 1-15,0-3 16,-1 1-16,3-5 15</inkml:trace>
  <inkml:trace contextRef="#ctx0" brushRef="#br0" timeOffset="28178.65">14701 2926 0,'0'0'0,"0"0"15,0 0-15,0 0 16,5-3-16,7-4 15,15-6-15,11 0 16,4 1-16,-4 3 16,-4 2-16,-1 2 15,-5 2 1,-4 1-16,-2 0 16,-7 0-16,-15 2 15,16-1-15,-16 1 16</inkml:trace>
  <inkml:trace contextRef="#ctx0" brushRef="#br0" timeOffset="28494.46">14990 2679 0,'0'0'0,"0"0"15,0 0 1,0 0-16,0 2 16,0 5-16,0 7 15,0 6-15,0 2 16,0-1-16,1 2 15,-1 0-15,3-2 16,0 2-16,0 2 16,1 1-16,1 2 15,1-1 1,-1-11-16</inkml:trace>
  <inkml:trace contextRef="#ctx0" brushRef="#br0" timeOffset="29086.81">15142 3050 0,'0'0'0,"0"0"16,0 0-16,1-1 16,-1 1-16,8-9 15,0 2 1,2-1-16,-1 0 16,3 2-16,1 1 15,0 2-15,-2 1 16,-11 2-1,16 0-15,-16 0 0,11 3 16,-11-3 0,7 7 31,-4 1-47,0 4 0,-3-12 0,0 17 0,-3 8 0,3-25 0,-6 31 0,0 0 15,-1-1-15,3-7 0,0-4 16,1-1-16,0-4 15,2-2-15,0-1 16,1 1-16,1-3 16,2 3-16,2-2 15,1 0-15,4-3 16,0-1 0,6 0-16,4-3 15,4-3-15,1-3 16,0-4-16,-3 1 15,-5 0-15,-1 1 16,-4 1-16,-1 0 16,-11 4-16,16-6 15</inkml:trace>
  <inkml:trace contextRef="#ctx0" brushRef="#br0" timeOffset="29804.65">14797 3868 0,'0'0'0,"0"0"0,0 0 16,0 0-16,0 0 15,-1 2-15,1-2 16,-3 11-16,-1 9 16,-4 11-1,-1 8-15,-1 4 16,1 2-16,-2 2 15,0 5-15,-1 4 16,2 2-16,0 4 16,3-1-16,1 1 15,2 2 1,0 0-16,2 5 16,1-2-16,1 3 15,1 0-15,1 2 16,-2-1-16,1 3 15,0 2-15,0-3 16,-1 0-16,1-1 16,0-3-16,-2 2 15,0-6-15,-1-5 16,1-2-16,-1-11 16,2-5-1,0-6-15,0-2 16,0-1-16,3 4 15,-1-1-15,1-6 16,-2 0-16,2-3 16,0 0-16,-2 2 15,2-2-15,-1 3 16,-1 1-16,-4 3 16,-2 1-1,-2-4-15,0-7 31,5-9-31,2-15 16</inkml:trace>
  <inkml:trace contextRef="#ctx0" brushRef="#br0" timeOffset="31073.38">14707 3998 0,'0'0'0,"0"0"15,0 0-15,0 0 16,5-4-16,13-12 16,29-17-16,18-1 15,-3 5-15,-8 7 16,0-1-16,-1 0 16,-2 2-1,-8 6-15,-12 3 16,-11 6-16,-9 2 15,-11 4-15,18-3 16,-7 5-16,0 4 16,3 9-16,-1 5 15,-1 8-15,-5 6 16,-3 4-16,-4 8 16,-2 4-1,-1 4-15,-1 3 16,1 2-16,-1 1 15,0 6-15,1 3 16,-1 4-16,0 9 16,-1-1-16,1 4 15,-2 1-15,-1 2 16,2 5-16,-2 3 16,1 1-16,0-8 15,0 10 1,1-8-16,0 10 15,2-5-15,0-5 16,0 5-16,0-8 16,0 3-16,-1-5 15,-2-9-15,-1-5 16,0 2-16,2-15 16,0 0-1,-1-8-15,3-7 16,-2-7-16,2-6 15,1-6-15,1-7 16,-1-3-16,1-5 16,1-2-16,0-8 15,-1 8-15,1-8 16,0 0-16,-20 10 16,3-7-16,-4 0 15,-5 1 1,-6-2-16,-4-2 15,-1-2-15,2 0 16,2-1-16,1 3 16,-1 3-16,4 2 15,1-2-15,3 1 16,2-1-16,4-1 16,5 2-16,14-4 15,-13 1 1,13-1-16,-4-10 15,2-2-15,4-6 16,3-9-16,5-9 16,2-2-16,3-4 15,1-1-15,0 1 16,5-13 15,1 0-31,-8 6 16,-5 8-16,-5 17 15,0 5-15,-2 5 16,0-1-16,0 1 16,0-6-16</inkml:trace>
  <inkml:trace contextRef="#ctx0" brushRef="#br0" timeOffset="31741.54">14634 4488 0,'0'0'0,"0"0"0,0 0 16,14-6-16,20-5 16,22-8-16,8 1 15,3 2-15,-2 2 16,-1 1-1,-4 3-15,-1-1 16,-7 2-16,-11 2 16,-11 2-16,-12 2 15,-7 1-15,-11 2 16</inkml:trace>
  <inkml:trace contextRef="#ctx0" brushRef="#br0" timeOffset="32309.5">14918 4057 0,'0'0'0,"0"0"0,0 0 16,0 0-16,0 0 16,0 0-16,0 0 15,-4 5-15,-1 4 16,0 4-1,3 4-15,4 3 16,5 1-16,7 2 16,6-2-16,7-3 15,9-3-15,0-8 16,-1-4-16,-7-6 16,-8-2-16,-6 2 15,-5-2 1,0-2-16,-3-2 15,-2-2-15,-3-3 16,-4-1-16,-3 1 16,-6 0-16,-3 0 15,-4 1-15,-4 1 16,-1 4-16,-4 3 16,-1 3-16,-4 3 15,2 0-15,4 3 16,3 1-16,5 0 15</inkml:trace>
  <inkml:trace contextRef="#ctx0" brushRef="#br0" timeOffset="34029.19">13459 4228 0,'0'0'0,"0"0"16,0 0-16,0 0 15,0 0-15,-2-2 16,2 2-16,0 0 15,0 0 1,10-4-16,2 1 16,9-2-16,9-2 15,7-1-15,3 1 16,-2 1-16,-5 2 16,-1 1-16,-1 0 15,2 0-15,-2 0 16,2 2-16,-3 0 15,3 0-15,4 0 16,4 0 0,6 0-16,2-3 15,-3 1-15,-5-1 16,-5 1-16,-1 0 16,-2 0-16,0-1 15,-3 1-15,-2 0 16,3-1-16,-1 0 15,3 0 1,-2-1-16,-1 1 16,-1-1-16,0-1 15,-2 1-15,-1 0 16,0 0-16,0 0 16,-1 1-16,-2 0 15,2 0-15,-3 0 16,0 0-16,-1 0 15,-3 0 1,-3 2-16,-4 1 16,-11 1-16,15-3 15,-15 3-15,0 0 16,0 0-16,0 0 16,11 1-16,-11-1 15,0 0-15,0 0 16</inkml:trace>
  <inkml:trace contextRef="#ctx0" brushRef="#br0" timeOffset="35865.64">13449 4728 0,'0'0'0,"0"0"0,0 0 15,0 0-15,0 0 16,0 0-16,0 0 16,0 0-16,0 0 15,0 0-15,0 0 16,0 0 0,1-1-16,-1 1 15,12-6-15,-3 0 16,5-1-16,2-3 15,3 0-15,4 0 16,-1 1-16,2 1 16,0 0-1,-1 0-15,0 0 16,-3 2-16,2-2 16,3 0-16,2-2 15,-1 0-15,4 0 16,1-2-16,1 0 15,6-2-15,-2-1 16,-4 1-16,3 0 16,-4 0-16,2 0 15,-5 2 1,2-1-16,0 2 16,1-1-16,0-1 15,-3 2-15,0 1 16,-2 0-16,-3 1 15,-3 1-15,0 0 16,0 1-16,0-1 16,3-1-16,2-1 15,-2 1 1,-2 1-16,-3 0 16,0 1-16,0 0 15,4-1-15,1-2 16,4-2-16,-1-1 15,2 1-15,1 0 16,0-1-16,1 0 16,-2 2-1,-1 1-15,1 0 16,-2 0-16,-2 1 16,-4 2-16,-3 0 15,-3 1-15,0 1 16,-2 0-16,2 1 15,-1 0-15,-2 2 16,-11 2-16,15-3 16,-15 3-16,0 0 15,10 0 1,-10 0-16,0 0 16</inkml:trace>
  <inkml:trace contextRef="#ctx0" brushRef="#br0" timeOffset="36970.58">13394 5568 0,'0'0'0,"0"0"16,0 0-1,1-2-15,-1 2 16,16-17-16,4-4 16,3-5-16,4-3 15,-1 1-15,-1-1 16,-1 1-16,1-2 15,-2 1-15,-1 1 16,-1 0-16,-4 2 16,1-1-16,1-1 15,0 0-15,0 0 16,3-4 0,4-2-16,7-3 15,7-3-15,-1 4 16,3-2-16,-1 3 15,-1 0-15,1-1 16,-2 3-16,1-2 16,1 1-16,-1 2 15,0 0 1,-4 3-16,-2 1 16,1-1-16,-2 2 15,-2-1-15,-2 2 16,-1 1-16,-1 0 15,-1 0-15,0 2 16,-2 2-16,-1 1 16,-1 0-16,-3 2 15,1 1-15,-2 1 16,2-1 0,4 2-16,0 0 15,0 1-15,-3 4 16,-3 0-16,-3 3 15,-3 0-15,-12 7 16,15-8-16,-15 8 16,0 0-16,10-5 15,-10 5 1,0 0-16</inkml:trace>
  <inkml:trace contextRef="#ctx0" brushRef="#br0" timeOffset="39455.51">14711 3624 0,'0'0'0,"0"0"0,0 0 16,2 2-16,-2-2 15,10 13-15,-2-3 16,0 0-16,-1 3 16,0 0-16,2 1 15,0 2-15,-1-2 16,-1-1-16,1-4 16,1-3-16,7-5 15,7-2-15,7-8 16,5-5-1,2-6-15,3-5 16,6-6-16,2-4 16,1 0-16,-3 1 15,-4 3-15,-5 3 16,-7 5-16,-7 6 16,-5 4-16,-6 4 15,-4 3 1,-8 6-16,9-8 15,-9 8-15,0 0 16,10-7-16</inkml:trace>
  <inkml:trace contextRef="#ctx0" brushRef="#br0" timeOffset="41709.98">12943 3441 0,'0'0'0,"0"0"0,0 0 16,0 0-16,0 0 15,6 4-15,-6-4 16,16 13 0,-6-5-16,1 1 15,-2-2-15,0-1 16,-9-6-16,15 11 16,-15-11-16,12 9 15,-12-9-15,12 9 16,-12-9-16,18 11 15,-2-11 1,7-5-16,12-6 16,6-10-16,6-8 15,5-4-15,2-6 16,-2 2-16,-8 4 16,-1 0-16,-6 5 15,-5 3-15,-4 6 16,-7 4-16,-4 5 15,-6 3-15,-11 7 16,11-4 0,-11 4-16,14 1 15</inkml:trace>
  <inkml:trace contextRef="#ctx0" brushRef="#br0" timeOffset="60545.91">13353 2167 0,'0'0'0,"0"0"0,0 0 0,2 0 16,-2 0-16,12-3 15,1 2-15,6 0 16,2 0-16,1 1 16,1 0-16,0 0 15,0 0-15,2 1 16,2 0 0,2 3-16,1-2 15,0 1-15,8 1 16,4-1-16,5-1 15,3-1-15,-3 0 16,-4-1-16,-4 0 16,-3 0-16,-4 0 15,1 0-15,-1 0 16,-2 0 0,-1 1-16,1 1 15,2 0-15,1 0 16,-2 0-16,-2 0 15,-3 0-15,-3-1 16,-2 1-16,1 0 16,0 0-16,2-1 15,1 0-15,-1 0 16,-2 0-16,2-1 16,-1 0-1,2-2-15,1-1 16,2-2-16,-1 2 15,1 0-15,0 0 16,2-1-16,-2 1 16,1 0-16,-1 0 15,0 0-15,-2 0 16,0 2-16,-1 0 16,-1 1-1,-1-1-15,0-1 16,-1 2-16,1-1 15,1 1-15,-2-1 16,-2 1-16,-2 0 16,-3 0-16,-1 0 15,-5 0-15,-9 0 16,13 0-16,-13 0 16,0 0-1,0 0-15,0 0 16,10 0-16,-10 0 15,0 0-15</inkml:trace>
  <inkml:trace contextRef="#ctx0" brushRef="#br0" timeOffset="61063.31">15044 1987 0,'0'0'0,"0"0"0,0 0 15,0 0-15,0-1 16,0 1-16,0 0 16,0 0-16,0 0 15,16 4 1,-4-1-16,3 1 15,3 0-15,-1 1 16,4 1-16,0 3 16,1 0-16,-2 1 15,-3-1-15,-2 0 16,-3-2-16,1 1 16,-2 1-1,-2-2-15,1 2 16,-1 1-16,0 0 15,-2-1-15,-1-1 16,-3 0-16,-2 2 16,-1 0-16,-5 4 15,-7 2-15,-3 2 16,-7 2-16,-5 1 16,-5 2-16,-5-2 15,-1 0 1,4-4-16,6-3 15,1-3-15,5-1 16</inkml:trace>
  <inkml:trace contextRef="#ctx0" brushRef="#br0" timeOffset="61847.71">13803 1869 0,'0'0'0,"0"0"0,0 0 0,0 0 16,0 0-16,0 0 15,0 0-15,0 0 16,-2 0-16,2 0 16,-10 6-16,-7 4 15,-11 8 1,-4 0-16,-3 1 15,0-2-15,3-2 16,1-1-16,5-4 16,2 0-16,4-2 15,4-1-15,3-2 16,1 0-16,0 0 16,1 0-16,1-1 15,-1 2 1,0 1-16,-1 1 15,0 1-15,2-1 16,1 0-16,1-1 16,8-7-16,-9 7 15,9-7-15,0 0 16,0 0-16,-6 8 16,6-8-1,0 0-15,0 0 16,4 9-16,1 0 15,5 3-15,6 6 16,3-1-16,3 1 16,8 4-16,3 1 15,4 3-15,3 2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4:48:48.38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002060"/>
    </inkml:brush>
    <inkml:brush xml:id="br3">
      <inkml:brushProperty name="width" value="0.05292" units="cm"/>
      <inkml:brushProperty name="height" value="0.05292" units="cm"/>
      <inkml:brushProperty name="color" value="#00B050"/>
    </inkml:brush>
  </inkml:definitions>
  <inkml:trace contextRef="#ctx0" brushRef="#br0">11072 2517 0,'0'0'0,"0"0"0,2 0 0,-2 0 15,27 5-15,2 0 16,5 0-16,-1 0 16,-4-2-16,-3-1 15,-2 0-15,-1-1 16,-8 0 0,-4 0-16,-11-1 15</inkml:trace>
  <inkml:trace contextRef="#ctx0" brushRef="#br0" timeOffset="216.08">11235 2628 0,'0'0'0,"0"0"15,0 0-15,0 0 16,0 2-16,0-2 15,8 14-15,0 2 16,0 4-16,-2 6 16,-3 4-16,-2 3 15,-1-2-15,-1-2 16,-2-1 0</inkml:trace>
  <inkml:trace contextRef="#ctx0" brushRef="#br0" timeOffset="483.38">11182 2963 0,'0'0'0,"0"0"0,0 0 16,0 0-16,0 0 15,5-1-15,7-1 16,9-1-16,7-1 16,5 0-16,3-1 15,-1 2-15,-1-1 16,4-1-16</inkml:trace>
  <inkml:trace contextRef="#ctx0" brushRef="#br0" timeOffset="1118.98">12770 2452 0,'0'2'0,"0"-2"15,1 15-15,1 11 16,0 8-16,1 2 15,-2 0-15,-1-2 16,-1 4-16,-1 2 16,1-7-16,-1-5 15,0-3-15,1-3 16,-2-1 0,1 0-16</inkml:trace>
  <inkml:trace contextRef="#ctx0" brushRef="#br0" timeOffset="1335.27">12832 2672 0,'0'0'0,"0"0"15,3-3-15,7-3 16,15-6-16,12 5 16,4 0-16,-3 4 15,1-2-15,-2 2 16,-3 0-16</inkml:trace>
  <inkml:trace contextRef="#ctx0" brushRef="#br0" timeOffset="1586.13">13138 2501 0,'0'0'0,"0"0"16,0 0-16,0 0 15,1 2-15,3 9 16,2 12-16,3 13 16,-1 11-16,-2 4 15,-4 3-15</inkml:trace>
  <inkml:trace contextRef="#ctx0" brushRef="#br0" timeOffset="2939.05">14646 2402 0,'0'0'0,"0"0"0,0 0 16,0 0-16,0 0 16,-4 2-16,4-2 15,-14 10 1,0-1-16,-3 1 15,-2 2-15,-1 0 16,1 3-16,2 2 16,4-1-16,0 3 15,3 0-15,3 3 16,2-1-16,4 4 16,5 3-16,8 3 15,7 1 1,7-1-16,7-5 15,-1-5-15,0-6 16,0-9-16,0-6 16,3-5-16,1-4 15,-3-5-15,-6-4 16,-3-3-16,-5-3 16,-3 1-16,-1 0 15,-4-3-15,-4 0 16,-3-1-1,-11 0 1,-8 1 0,-18 1-16,-32 7 15</inkml:trace>
  <inkml:trace contextRef="#ctx0" brushRef="#br0" timeOffset="3722.65">14775 2589 0,'-1'-1'0,"1"1"16,0 0-16,-15-15 16,5 4-16,-3 0 15,0 1-15,2 2 16,-2 1-16,-1 0 16</inkml:trace>
  <inkml:trace contextRef="#ctx0" brushRef="#br0" timeOffset="8748.76">823 5382 0,'0'0'0,"0"0"15,1 2-15,2 4 16,5 12-16,9 12 16,7 6-16,3 0 15,5 1-15,3-2 16,5 5-16,-1-3 16,-4-3-1</inkml:trace>
  <inkml:trace contextRef="#ctx0" brushRef="#br0" timeOffset="9016.14">1072 5294 0,'0'0'0,"0"0"16,0 0-16,0 0 15,-1 1-15,1-1 16,-11 22-16,-7 14 16,-10 20-1,0 8-15,-1 7 16,2-1-16</inkml:trace>
  <inkml:trace contextRef="#ctx0" brushRef="#br0" timeOffset="9300.44">1204 5559 0,'0'0'0,"0"0"0,0 0 16,0 3-1,0 11-15,0 21 16,0 15-16,1 8 15,3 0-15,7 4 16,3 3-16</inkml:trace>
  <inkml:trace contextRef="#ctx0" brushRef="#br0" timeOffset="9968.1">1933 5386 0,'0'0'0,"4"4"0,5 5 16,14 18-16,9 11 16,2 8-16,-2 4 15,-3-3-15,-5-10 32</inkml:trace>
  <inkml:trace contextRef="#ctx0" brushRef="#br0" timeOffset="10205.08">2131 5404 0,'0'0'0,"0"0"0,0 0 0,0 0 16,0 0-1,0 0-15,0 0 16,-3 1-16,3-1 16,-12 22-16,-6 16 15,-6 14-15,1 8 16,4-2-16</inkml:trace>
  <inkml:trace contextRef="#ctx0" brushRef="#br0" timeOffset="10719.9">2252 5576 0,'0'0'0,"0"0"0,0 0 15,0 0-15,3-1 16,-3 1-16,19-1 16,-2 1-1,0 2-15,1 4 16,-3 6-16,-2 4 15,-2 6-15,-3 7 16,-6 1-16,-3 5 16,-4-2-16,-2-5 15,2-7-15,1-8 16,1-5-16,1-1 16,2-7-16,-4 10 15,4-10-15,0 0 16,0 0-16,0 0 15,9 8 1,4-4-16,11-3 16,10-3-16,8-3 15,8-4-15</inkml:trace>
  <inkml:trace contextRef="#ctx0" brushRef="#br0" timeOffset="11170.95">3138 5248 0,'0'0'0,"0"0"0,0 0 15,-1 2 1,1-2-16,0 0 16,0 0-16,6 13 15,5 6-15,5 4 16,7 4-16,5 6 16,-1-1-16,3 5 15,1-1-15,1 1 31,2 3-15,-6-12-16,0-5 16</inkml:trace>
  <inkml:trace contextRef="#ctx0" brushRef="#br0" timeOffset="11504.24">3634 5168 0,'0'0'0,"0"0"0,0 0 0,0 0 16,0 2-16,0-2 15,0 0-15,0 0 16,-2 8-16,-2 7 15,-5 13 1,-5 8-16,-3 4 16,-1-2-16,-1 2 15,0-3-15,3-2 16,1-5-16,2-5 16,1-4-1,-7 5 1</inkml:trace>
  <inkml:trace contextRef="#ctx0" brushRef="#br0" timeOffset="11737.92">3416 5588 0,'0'0'0,"0"0"0,0 0 16,0 0-16,0 2 15,0-2 1,0 0-16,0 0 16,1 10-16,1-2 15,1 6-15,3 8 16,3 9-16,0 2 16,2 9-16,-5-2 15</inkml:trace>
  <inkml:trace contextRef="#ctx0" brushRef="#br0" timeOffset="12406.1">2881 5213 0,'0'0'0,"0"0"16,0 0-16,0 4 15,0 15-15,0 36 16,0 32-16,0 14 16,0 12-16,3 13 15,6 3-15,2 7 16,4 2-16,0 12 15,0 3 1,1 4-16,-2-4 16,-5 4-16,-3-3 15,-2 2-15,-2-12 16,-2 5-16,-2 48 31,1-56-31,-2-3 16,-4-54-16,-6-45 15,1-16-15</inkml:trace>
  <inkml:trace contextRef="#ctx0" brushRef="#br0" timeOffset="13040.64">1702 5282 0,'0'0'0,"0"0"15,0 0-15,-1 3 16,-1 9-16,-6 21 15,0 33-15,6 21 16,8 7-16,6 5 16,5 2-1,4 8-15,1 1 16,3 8-16,-2-6 16,1 8-16,0-2 15,-2 3-15,-2-5 16,-1-5-16,-5-8 15,-1-4-15,-3-13 16,-6-9 0,-1-7-16,-2-14 15,-2-8-15,-1-7 16,-2-9-16,-1-2 16,-1-4-16,-1-6 15,0-3-15,-1 0 16,-3 0-16,-6 2 15,-13 2-15</inkml:trace>
  <inkml:trace contextRef="#ctx0" brushRef="#br0" timeOffset="13925.61">449 6221 0,'0'0'0,"0"0"0,0 0 16,0 0-16,1-2 16,-1 2-16,14-7 15,19-5-15,17-1 16,5 2-16,4 3 15,1-1-15,3 1 16,3 0-16,-1 1 16,2-1-16,2 0 15,-2 0 1,-1 1-16,-1 1 16,0 2-16,-1 2 15,0 1-15,-1 2 16,0 0-16,1 2 15,-2-1-15,1 1 16,2-1 0,2 1-16,0-1 15,0-1-15,2-5 16,-1-4-16,-2 0 16,-1-1-16,0-1 15,0 0-15,3 0 16,0 0-16,3 2 15,0 1-15,1 1 16,-4 1-16,4-1 16,-2 2-16,0 1 15,0 0 1,-3 1-16,0 1 16,0-1-16,-1 1 15,-2 0-15,1-1 16,0-5-16,-1-4 15,2-1-15,-5-1 16,3 0-16,-5 2 16,-3 1-16,-1 0 15,-8 0 1,-3 0-16,-6-1 16,-4-2-16,-2 0 15,-6 1-15,-4 2 16,-3 2-16,-4 1 15,3 1-15,-2 0 16,2 0-16</inkml:trace>
  <inkml:trace contextRef="#ctx0" brushRef="#br0" timeOffset="14876.38">2064 7383 0,'0'0'0,"0"0"15,0 0-15,0 0 16,0 0-16,-1 6 15,-1 7-15,-4 17 16,0 13-16,-2 3 16,4-5-16,1-1 15,0 4 1,3 2-16,0-2 16,1-9-16,-1-5 15,0-3-15,2 3 16,-1 1-16,1 1 15,0-1-15,-2-2 16,1-6-16,0-3 16,0-3-16,1-1 15,0-2 1,1-1-16,-1 0 16,2 0-16,-1-1 15,0-1-15,1-3 16,-2 0-16,0-2 15,0 1-15,0-1 16,0 0-16,-2-6 16,3 10-16,-3-10 15,1 8 1,-1-8-16,0 0 16,0 0-16,0 0 15,0 0-15</inkml:trace>
  <inkml:trace contextRef="#ctx0" brushRef="#br0" timeOffset="15661.99">1960 7015 0,'0'0'0,"0"0"0,0 2 15,0-2-15,1 14 16,0 2-16,-1 9 16,-1 7-16,0 7 15,0 1 1,0 0-16,0 20 31,1 6-31,3 0 16,1-4-16,0-22 15,2-4-15,0-4 16,-2-7-16,1-3 16,0-1-16,-1 3 15,2 0 1,-2 0-16,1-2 16,0 1-16,-1-1 15,1 0-15,-1 4 16,3 3-16,-1 4 15,2 3-15,-3-3 16,-2-1-16,0 0 16,0 0-16,-1-3 15,1-1-15,-2-3 16,0-4 0,1-2-16,-2-3 15,2 0-15,-2 1 16,1 1-16,0 0 15,2 3-15,0-1 16,0 3-16,2 2 16,-2-2-16,0-4 15,2-1-15,0-3 16,1-1 0,-2-2-16,0-2 15,0-1-15,-1 0 16,0-1-16,-1-1 15,2 3-15</inkml:trace>
  <inkml:trace contextRef="#ctx0" brushRef="#br0" timeOffset="17782.93">3582 6342 0,'0'0'0,"-1"-2"16,1 2-16,-7-9 16,0 0-16,1 1 15,0 2-15,6 6 16,-9-12-16,3 4 16,0 1-16,0 1 15,6 6 1,-17-10-16,7 8 15,-3 1-15,0 2 16,1 1-16,-3 4 16,2 2-16,-2 2 15,0 4-15,2 2 16,1 2-16,2 5 16,4 1-16,4 4 15,2 2 1,5 2-16,1-2 15,3-5-15,2-4 16,1-5-16,11-6 31,14-5-31,4-7 16,-3-9-16,-11-3 16,-5-8-16,-4-3 15,-1-4-15,-5-1 16,-3 0-1,-4-3-15,-3-4 16,-4-1-16,-5 5 16,-2 5-16,-4 6 15,-2 4-15,-3 4 16,0 4-16,-3 2 16,-1 3-1,-2 3-15,3 1 16,2 3-16,4 1 15,-4 5-15,1 2 16</inkml:trace>
  <inkml:trace contextRef="#ctx0" brushRef="#br0" timeOffset="18300.15">3473 6916 0,'0'0'0,"0"0"15,0 0-15,0 0 16,0 0-16,0 0 15,0 0-15,0 0 16,0 0-16,0 0 16,0 4-16,0-4 15,2 18-15,-1-2 16,0 3-16,1 0 16,0 1-16,-1 3 15,-1-1 1,-1 3-16,1-1 15,-1-4-15,0-1 16</inkml:trace>
  <inkml:trace contextRef="#ctx0" brushRef="#br0" timeOffset="18734.79">3492 7454 0,'0'0'0,"0"0"0,0 0 0,0 0 15,0 0-15,-2 2 16,2-2-16,0 0 16,0 0-16,-4 6 15,4 2-15,-1 8 16,-1 5-16,2 6 15,2 1 1,-1 2-16,1 2 16,0 0-16,1-2 15,-2-6-15,2-5 16,0-4-16</inkml:trace>
  <inkml:trace contextRef="#ctx0" brushRef="#br0" timeOffset="19319.09">3535 7970 0,'0'0'0,"0"0"0,0 0 0,-2 1 0,2-1 15,0 0-15,-10 10 16,10-10-16,-4 9 16,4-9-16,-5 13 31,1 0-31,-1 6 15,2 3 1,0-4-16,4-2 16,2-1-16,1-1 15,2-2-15,1-3 16,3-1-16,2-2 16,6-5-16,-1-2 15,-1-8-15,0-2 16,-2-2-16,0-3 15,-2-3 1,-2-1-16,-5-5 16,-5 2-16,-3-1 15,-4 0-15,-3 4 16,-5 0-16,-3 4 16,-1 3-16,-1 6 15,0 3-15,-1 3 16,0 3-16,-1 3 15,0 5-15,0 6 16,-3-2 0</inkml:trace>
  <inkml:trace contextRef="#ctx0" brushRef="#br0" timeOffset="20204">3139 7839 0,'0'0'0,"0"0"15,0 0-15,0 0 16,0 0-16,0 0 15,-1 2-15,-2 5 16,-2 10 0,-4 13-16,2 6 15,1 4-15,0-1 16,1 1-16,0 1 16,-1 2-16,2-3 15,-2-4-15,3-2 16,-1 2-16,1 4 15,0-3-15,3-8 16,0-7 0,1-6-16,2-1 15,1-4-15</inkml:trace>
  <inkml:trace contextRef="#ctx0" brushRef="#br0" timeOffset="20838.07">3005 7832 0,'0'0'0,"0"0"0,0 0 16,0 0-1,-2 2-15,2-2 16,-3 15-16,0 12 16,2 14-16,0 3 15,2 1-15,1 4 16,4 2-16,0 5 15,1-2 1,0 1-16,-1-3 16,0-7-16,-1-7 15,-1-6-15</inkml:trace>
  <inkml:trace contextRef="#ctx0" brushRef="#br0" timeOffset="24345.93">1448 6486 0,'0'0'0,"0"0"15,0 0-15,0 0 16,-3-2-16,3 2 16,-11-5-16,11 5 15,-15-6-15,15 6 16,-18-8-16,7 5 16,-2 1-16,-3 2 15,-2 2 1,0 3-16,0 0 15,1 0-15,1 4 16,-2 3-16,0 7 16,3 3-16,4-2 15,3 2-15,5-1 16,4 2-16,3-2 16,4-1-1,3-3-15,6-5 16,5-4-16,4-8 15,3-7-15,3-6 16,1-4-16,-1-2 16,-3-1-16,-6 3 15,-5-3-15,-3 0 16,-4-7-16,-1-1 16,-5-1-1,-4 3-15,-3 1 16,-4 1-16,-4 3 15,-2 1-15,-4 4 16,-2 1-16,-4 5 31,0 2-31,0 7 16,0 10-16,2 5 16,-6 11-16</inkml:trace>
  <inkml:trace contextRef="#ctx0" brushRef="#br0" timeOffset="25095.79">2357 6302 0,'0'0'0,"-2"-3"0,2 3 16,-7-6-16,7 6 15,-10-11-15,10 11 16,-10-8-16,10 8 16,0 0-16,-12-8 15,12 8-15,0 0 16,0 0-1,-14 1-15,7 9 16,-2 7-16,1 5 16,1 1-16,4 0 15,3 3-15,1 4 16,3 3-16,1 0 16,3-6-1,3-4-15,3-4 16,6-4-16,2-5 15,0-4-15,2-6 16,-2-6-16,2-10 16,1-8-16,1-8 15,-4-5-15,-8 3 16,-5-2-16,-5 1 16,-4 2-1,-7 0-15,-3 6 16,-5 3-16,-4 3 15,-1 7-15,-2 2 16,0 5-16,-2 4 16,-3 3-16,-7 9 15,-8 14-15,-1 4 16,10 8-16</inkml:trace>
  <inkml:trace contextRef="#ctx0" brushRef="#br0" timeOffset="27433.97">1503 7081 0,'0'0'0,"0"0"16,0 0-16,-5-1 15,5 1 1,-10-1-16,10 1 16,-16-2-16,4 1 15,1 1-15,0 1 16,-1 2-16,1 3 16,-3 3-16,0 6 15,1 4-15,3 2 16,2 1-1,4-3-15,4 0 0,5 3 16,5 0 0,3-1-16,3-6 15,6-5-15,3-7 16,1-5-16,3-5 16,-2-1-16,1-5 15,0-3-15,-4-3 16,-6 2-16,-4 0 15,-5 0-15,-3-2 16,-3-5 0,-5 1-16,-2-1 15,-5 4-15,-1 3 16,-5 2-16,-3 1 16,1 5-16,-2 2 15,4 1-15,3 3 16,12 3-16,-12-2 15,12 2 1,0 0-16,-10 14 16</inkml:trace>
  <inkml:trace contextRef="#ctx0" brushRef="#br0" timeOffset="27834.89">2492 6918 0,'0'0'0,"0"0"15,0 0 1,-3-1-16,3 1 16,0 0-16,0 0 15,0 0-15,0 0 16,0 0-16,-7 8 16,7 3-16,3 8 15,5 6-15,1 2 16,1 1-16,0-3 15,-1 0-15,1-1 16,0-2-16,-1-2 16,2-1-1,1-5-15</inkml:trace>
  <inkml:trace contextRef="#ctx0" brushRef="#br0" timeOffset="28836.45">1455 7639 0,'0'0'0,"0"0"0,0 0 15,2 6-15,1 9 16,2 12-16,2 8 16,0 3-16,-1-6 15,-1-4 1,0-5-16,-2-2 16</inkml:trace>
  <inkml:trace contextRef="#ctx0" brushRef="#br0" timeOffset="29487.67">2513 7645 0,'0'0'0,"0"0"0,0 0 0,0 0 0,0 0 16,-3-2-16,3 2 15,0 0-15,0 0 16,-11-2-16,11 2 16,0 0-16,-14 6 15,14-6 1,-17 18-16,7 1 16,2 7-16,3 0 15,3-2-15,4-2 16,0-4-16,2-2 15,2-4-15,1-2 16,2-2-16,3-5 16,3-6-1,5-4-15,1-4 16,0-7-16,-5-5 16,0-4-16,-7-8 15,-5-1-15,-6-2 16,-4 6-16,-3 1 15,-8-1 1,-4 3 0,-1 5-16,5 8 15,7 10 1,0 4-16,0 3 16,-1 8-16,-1 7 15,-2-1-15</inkml:trace>
  <inkml:trace contextRef="#ctx0" brushRef="#br0" timeOffset="30155.57">1542 8116 0,'0'0'0,"0"0"0,0 0 16,0 0-16,-2 1 15,2-1 1,0 0-16,-4 11 16,1 6-16,1 13 15,6 9-15,3-1 16,2 0-16,2-5 15,-2-2-15,0-10 16</inkml:trace>
  <inkml:trace contextRef="#ctx0" brushRef="#br0" timeOffset="30606.19">2551 8063 0,'0'0'0,"0"0"16,0 0-16,0 0 15,0 0-15,0 0 16,-2 0-16,2 0 15,0 0-15,0 0 16,-7 14-16,2 16 16,3 15-16,3 7 15,2 0-15,3-1 16,-1-3 0,2-9-16</inkml:trace>
  <inkml:trace contextRef="#ctx0" brushRef="#br0" timeOffset="39172.37">11483 3818 0,'0'0'16,"-2"-4"-16,2 4 0,-9-13 15,2 5-15,7 8 16,-13-9-16,13 9 15,-13-3-15,0 8 16,-4 10-16,-2 2 16,4 4-16,4-3 15,6 3-15,3 5 16,9 3 0,10-1-16,10-7 15,7-9-15,2-6 16,6-11-16,-6-6 15,-1-5-15,-3-4 16,-6 2-16,-5 1 16,-8 0-16,-7-2 15,-7-1-15,-4 3 16,-2 2-16,-5 4 16,-2 3-16,-5 5 15,-4 5 1,-5 6-16,-4 9 15,3 3-15,4 7 16</inkml:trace>
  <inkml:trace contextRef="#ctx0" brushRef="#br0" timeOffset="39690.74">11593 4683 0,'0'0'0,"-4"-1"0,4 1 16,-25-1-16,-2 11 16,-1 10-16,3 17 15,3 4-15,4 7 16,4-3-16,8 6 16,5 0-16,20 5 31,7-14-16,11-17-15,10-16 16,-7-19-16,9-20 16,-6-3-16,-5-4 15,-9 1-15,-10-6 16,-4 0-16,-5 1 16,-7 5-1,-6 5-15,-5 6 16,-5 3-16,-3 5 15,-4 4-15,-7 5 16,-12 8-16,-15 8 16,-11 13-16,-2 9 15</inkml:trace>
  <inkml:trace contextRef="#ctx0" brushRef="#br0" timeOffset="41427.86">10698 3682 0,'0'0'0,"0"0"0,0-1 16,0 1-16,0 0 15,0 0-15,0 0 16,0 0-16,15 8 16,2 5-16,6 5 15,4 4-15,1 0 16,-3-2-1,-7-3-15,-4-1 16,-1-3 0,-13-13-1</inkml:trace>
  <inkml:trace contextRef="#ctx0" brushRef="#br0" timeOffset="41644.37">10945 3688 0,'0'0'0,"0"0"16,0 0-16,0 0 15,0 0 1,0 0-16,-2 3 16,1 4-16,-4 10 15,-4 10-15,-2 9 16,-2 1-16,1 3 16,-1 0-16,1-2 15,1 1-15,6-8 16,2-3-16</inkml:trace>
  <inkml:trace contextRef="#ctx0" brushRef="#br0" timeOffset="41827.55">11125 3958 0,'0'0'0,"0"0"15,0 0-15,0 0 0,0 6 16,0 6 0,2 12-16,-1 11 15,1 7-15,0 12 16,-1 2-16</inkml:trace>
  <inkml:trace contextRef="#ctx0" brushRef="#br0" timeOffset="42178.77">10771 4753 0,'0'0'0,"0"0"15,0 0-15,2 4 16,4 10-16,5 14 15,7 8-15,1-6 16,5 2 0</inkml:trace>
  <inkml:trace contextRef="#ctx0" brushRef="#br0" timeOffset="42428.27">10899 4737 0,'0'0'0,"0"0"16,0 0-16,0 0 15,-1 5-15,-3 9 16,-8 14-16,-6 9 15,-4 2 1,0 1-16,0 0 16,1 0-16,8-13 15</inkml:trace>
  <inkml:trace contextRef="#ctx0" brushRef="#br0" timeOffset="42795.65">11064 4978 0,'0'0'0,"0"0"0,0 0 0,0 0 16,2-1-16,-2 1 15,14 0-15,-1 1 16,-1 4-16,0 5 15,-2 1-15,-4 5 16,-7 7-16,-4 4 16,-4 2-1,1-6-15,0-3 16,1-2-16,3-3 16,-1-1-16,3-1 15,4-3-15,5 0 16,8-3-16,15-1 15,16-6-15,12-9 16</inkml:trace>
  <inkml:trace contextRef="#ctx0" brushRef="#br0" timeOffset="43513.71">10835 3791 0,'0'0'0,"0"0"15,0 0-15,0 0 16,0-2-16,0 2 16,0 0-1,0 0-15,0 0 16,12 4-16,6 6 16,9 14-16,2 16 15,2 11-15,1 7 16</inkml:trace>
  <inkml:trace contextRef="#ctx0" brushRef="#br0" timeOffset="46652.7">13191 3666 0,'0'0'0,"2"0"0,-2 0 0,0 0 15,0 0-15,13 10 16,-11-3-16,-2-7 16,1 6-16,-1-6 15,0 0-15,0 0 16,-16-8 0,3 3-16,-9 7 15,-2 7-15,2 1 16,1 3-16,5 14 15,2-5-15,4 6 16,5 12-16,1-9 16,6-2-16,1-12 15,2-3-15,4-5 16,8-5 0,8-1-16,10-4 0,5-7 15,-3-5 1,-5-9-16,-6-1 15,-9 6-15,-5-3 16,-4 0-16,-5-4 16,-6 1-16,-5 1 15,-4-2-15,-2 7 16,-6 2 0,-8 11-16,-10 8 15,0-2-15,1 5 16,6-2-16,4 0 15</inkml:trace>
  <inkml:trace contextRef="#ctx0" brushRef="#br0" timeOffset="47354.37">13237 4900 0,'0'0'0,"0"-2"0,0 2 0,0 0 15,0 0-15,-4-7 16,4 7-16,0 0 16,-21 14-1,2 6-15,2 7 16,9 7-16,3 2 15,5 5-15,8-2 16,5 0-16,4-6 16,7-7-16,3-6 15,6-7-15,15-9 16,3-9-16,3-10 16,-3-1-16,-16 1 15,-11 0 1,-9-1-16,-11-6 15,-6-4-15,-17-19 16,-15-11-16,-21-5 16,-9 21-16,-6 9 15,1 9-15,4 25 16,9 0-16</inkml:trace>
  <inkml:trace contextRef="#ctx0" brushRef="#br0" timeOffset="49191.66">14796 2569 0,'0'0'0,"0"0"0,0 0 15,0 0 1,0-2-16,0 2 16,0 0-16,-1-8 15,1 8-15,-5-7 16,5 7-16,-9-9 16,3 3-16,-4-3 15,0 0-15,-6-1 16,-4 0-16,-3 1 15,0 1 1,1 1-16,5 3 16,3 0-16,14 4 15</inkml:trace>
  <inkml:trace contextRef="#ctx0" brushRef="#br0" timeOffset="58859.34">14792 4138 0,'0'0'0,"0"0"0,0 0 16,-1-1-16,1 1 16,0 0-1,0 0-15,-7-10 16,7 10-16,-9-11 16,5 4-16,-2 1 15,-2 0-15,-4 0 16,-5 4-16,-3 3 15,-5 7-15,2 3 16,0 7-16,0 6 16,4 2-16,5 1 15,4 0 1,7-2-16,5-1 16,4 0-16,6-1 15,7-3-15,8 0 16,9-5-16,3-3 15,-2-7-15,-4-5 16,-5-3-16,-3-4 16,-4-1-1,-2-2-15,-4-1 16,-3-1-16,-2-1 16,-4-2-16,-1-2 15,-3-1-15,-3 1 16,-2 0-16,-2 1 15,-3 0-15,-6-4 16,-4-1-16,-4 3 16,0 2-16,1 5 15,2 4-15,0 3 16,0 3 0,1 2-16</inkml:trace>
  <inkml:trace contextRef="#ctx0" brushRef="#br1" timeOffset="64653.27">11583 3848 0,'0'0'0,"0"0"16,0 0-16,0 0 15,0 0-15,0 0 16,0 0-1,0 0-15,0 0 16,0 0-16,13-3 16,11-1-16,5 1 15,5 1-15,6-1 16,-1 0-16,8 1 16,2 0-16,-2-1 15,8-1-15,4 1 16,-7 0-16,8 1 15,-5-1-15,1 0 16,2 1 0,-6-2-16,3 1 15,-1 0-15,-1-1 16,-1 6-16,-5 4 16,2 2-16,-2 3 15,-4-3-15,-5 0 16,0-2-16,0-4 15,3 0 1,-2-2-16,-3 1 16,-3 1-16,2-5 15,-1-6-15,0-1 16,-8 3-16,-5 2 16,-5 2-16,-4 4 15,-1 0-15,-11-1 16,14 3-16,-14-3 15,0 0-15</inkml:trace>
  <inkml:trace contextRef="#ctx0" brushRef="#br1" timeOffset="65654.78">12043 3266 0,'0'0'0,"0"0"0,-3 0 15,3 0-15,0 0 16,0 0-16,0 0 15,-8 14-15,6 1 16,2 3 0,8 7-16,2 5 15,3-2-15,2-2 16,-5-5-16,3 3 16,-1-3-16,-2-2 15,-2-3-15,-2-5 16,1 1-16,-1-4 15,1-1-15,-2-1 16,-5-6-16,0 0 16,18 1-1,-5-9-15,2-3 16,-1-3-16,3-3 16,-5 4-16,-7 3 15,-2 3-15,-3 7 16,5-12-16,-2 3 15,-1 3-15,-2 6 16,2-9-16,-2 9 16,0 0-1,3-6-15,-3 6 16,0 0-16,0 0 16,0 0-16,10 9 15,-10-9-15,15 4 16,-4-6-16,1-6 15,2-4-15,1-6 16,-3-2-16,0-6 16,-4 2-1,-2 3-15,-2-1 16,-1 6-16,-2 6 16,0 4-16,-1 6 15,0 0-15,-1-7 16,1 7-16,0 0 15</inkml:trace>
  <inkml:trace contextRef="#ctx0" brushRef="#br1" timeOffset="65872.35">12495 3405 0,'0'0'0,"0"0"0,0 2 16,0-2 0,0 11-16,1 4 15,0 3-15,0 2 16,0 2-16,3 6 16,2 3-16,0-2 15,1 2-15,2 2 16</inkml:trace>
  <inkml:trace contextRef="#ctx0" brushRef="#br1" timeOffset="66774.85">11443 3909 0,'0'0'0,"0"0"16,0 0-1,2 3-15,-2-3 16,21 17-16,2 0 16,7 6-16,5 3 15,4 2-15,-1-1 16,2 0-16,0 0 15,3 3-15,5 2 16,1 2-16,0-2 16,4 5-1,4 2-15,-2-2 16,5 3-16,-6 4 16,1 7-16,-3-5 15,-1 3-15,1-2 16,-3 0-16,-3-4 15,-6-4-15,2 1 16,-4-3-16,-2-5 16,-4-10-1,0-5-15,-1-1 0,-1-1 16,-4-1 0,1 0-16,0 4 15,-3 0-15,-3-2 16,-4-2-16,-2-4 15,0 1-15,2 0 16,1 0-16,1-1 16,-1-2-1,-4 1-15,-2-3 16,0-2-16,-2-1 16,1-1-16,-11-2 15,14 0-15,-14 0 16,0 0-16,12-2 15</inkml:trace>
  <inkml:trace contextRef="#ctx0" brushRef="#br1" timeOffset="67509.07">12381 4219 0,'0'0'0,"0"0"16,0 0-16,0 0 15,0 0-15,0 0 16,1 2-16,4 8 15,4 6-15,2 5 16,-1-2-16,-3-3 16,-1 3-16,0 0 15,-1-2-15,-1-3 16,-2-5 0,-2-9-16,2 6 15,-2-6-15,0 0 16,8-7-16,-2 0 15,0 1-15,-6 6 16,8-9-16,-8 9 16,0 0-16,7-8 15,-7 8 1,0 0-16,0 0 16,0 0-16,13-1 15,-13 1-15,11 6 16,-11-6-16,0 0 15,11 3-15,-11-3 16,16-7-16,-2-3 16,-2-2-16,-2-2 15,-1-1 1,-1 4-16,-4 2 16,-1 2-16,-3 7 15,0 0-15,0 0 16</inkml:trace>
  <inkml:trace contextRef="#ctx0" brushRef="#br1" timeOffset="67792.46">12687 4453 0,'0'-2'0,"0"2"0,0 0 16,0 0-16,0 0 15,16 3-15,-16-3 16,20 7-16,-10-1 16,-10-6-16,13 12 15,-8-6 1,-2 1-16,-1 0 16,-2-7-16,2 10 15,0-1-15,-1 0 16,2 2-16,3-5 15,11-4-15,13 2 16,6-6-16,2-4 16</inkml:trace>
  <inkml:trace contextRef="#ctx0" brushRef="#br1" timeOffset="68711.31">11794 4881 0,'0'0'0,"0"0"0,0 0 16,0 0-16,-2-2 15,2 2-15,3-19 16,6-9-16,5-5 15,5-3-15,5 1 16,4-7-16,5-6 16,-2 2-16,1 0 15,0 0-15,3-5 16,5-5 0,5-3-16,4 4 15,-2 5-15,2-1 16,1 6-16,1 2 15,2-1-15,-4 2 16,-2 3-16,-6 3 16,-1 2-16,-2 4 15,2 0-15,1 0 16,-1 3 0,-2 0-16,-10 7 15,-1 2-15,-5 3 16,-3 2-16,0 0 15,-6 4-15,-2 0 16,-3-2-16,-8 11 16,0 0-16,0 0 15,0 0 1</inkml:trace>
  <inkml:trace contextRef="#ctx0" brushRef="#br1" timeOffset="69244.25">12706 3290 0,'0'0'0,"0"0"0,0 0 0,0 0 16,0 0-16,0 3 15,-1 7-15,0 9 16,0 1-16,1 3 16,1-3-1,-1-3-15,1-2 16,1-4-16,2 0 15,-4-11-15,0 0 16,10 4-16,-3-10 16,4-3-16,2-3 15,-1 0-15,-5 4 16,0 2-16,-7 6 16,8-9-1,-8 9-15,0 0 16,0 0-16,14-4 15,-14 4-15,15 3 16,-15-3-16,15 3 16,-15-3-16,22 1 15,-7-7-15,1-7 16,-2-2-16,1-6 16,-2-3-16</inkml:trace>
  <inkml:trace contextRef="#ctx0" brushRef="#br1" timeOffset="69663.19">13019 3318 0,'0'0'0,"0"0"0,0 0 16,0 0-16,4-1 15,-4 1-15,25-4 16,-6 3-16,-2 2 16,-5 0-16,-12-1 15,10 3-15,-10-3 16,7 7-16,-6 0 16,-2 4-16,-2 0 15,1-1 1,0-3-16,2-7 15,-1 14-15,5-2 16,2 1-16,1-2 16,0-2-16,-2-1 15,-5-8-15,8 12 16,-9-4-16,-9 11 16,-6 13-1,-3-5-15,-8 2 16,-1-4-16,-7 0 15,-2 1-15,1-1 16</inkml:trace>
  <inkml:trace contextRef="#ctx0" brushRef="#br1" timeOffset="70531.05">11780 5074 0,'0'0'0,"0"0"16,0 0-16,0 0 16,0 0-16,0 0 15,0 0-15,0 0 16,0 0-16,4-1 16,-4 1-16,30-3 15,1 3 1,4 0-16,3 0 15,4 0-15,5 1 16,0-1-16,-2 1 16,-5-1-16,5 0 15,9 4-15,6 5 16,-2 1-16,-8 0 16,-4 0-16,-4-2 15,5 1 1,0 0-16,-1 0 15,1-1-15,2-1 16,-1-5-16,0-3 16,-8-1-16,-6-1 15,-3 0-15,-6 1 16,-7 0-16,-2 1 16,-16 1-16,14-3 15,-14 3-15,10-1 16,-10 1-1,0 0-15</inkml:trace>
  <inkml:trace contextRef="#ctx0" brushRef="#br1" timeOffset="71099.21">12215 5294 0,'0'0'0,"2"-2"0,-2 2 0,0 0 15,0 0-15,8 7 16,-2 4-1,1 8-15,0 5 16,0 1-16,0-1 16,-1-2-16,0-4 15,-1-4-15,6-6 16,2-5-16,3-6 16,1-6-16,0-3 15,-1-2-15,-5 4 16,-6 2-1,-5 8-15,7-7 16,-7 7-16,11 0 16,0 5-16,3 4 15,1 3-15,0-1 16,-3-1-16,-1-5 16,4-5-16,4-7 15,2-8-15,1-8 16,-5-1-1,-3-1-15,-4 3 16,-6 7-16,-1 7 16,-3 8-16,3-8 15,-3 8-15,0 0 16,0 0-16</inkml:trace>
  <inkml:trace contextRef="#ctx0" brushRef="#br1" timeOffset="71466.33">12666 5495 0,'0'0'0,"-1"1"0,1-1 16,0 0-16,1 14 16,0 2-16,3 10 15,1 0-15,4 1 16,-1-11-1,3-2-15,-1-4 16,0-7-16,1-5 16,5-6-16,-2 0 15,-1 1-15,0-2 16,-2-1-16,0 1 16,-4 2-16,-7 7 15,0 0-15,10-4 16,-2 15-16,4 9 15,-2 15 1,-1 7-16,-3 7 16,-4 7-16,0 16 15,1-12-15</inkml:trace>
  <inkml:trace contextRef="#ctx0" brushRef="#br1" timeOffset="72351.35">13345 3862 0,'0'0'0,"0"0"0,0-2 15,0 2 1,0 0-16,11-3 16,10 11-16,14 12 15,4-1-15,9 6 16,7 3-16,0-9 16,3 4-16,0-4 15,0 0-15,5 0 16,-2-3-16,-7-4 15,1 0-15,-5-2 16,5 1 0,9 3-16,-11-3 15,-2 0-15,-6-2 16,-2 1-16,-3 2 16,-3-1-16,-6 1 15,-4-2-15,-6-1 16,-3-2-16,-2-1 15,-3-2 1,-4 1-16,-9-5 16,16 5-16,-16-5 15,10 4-15,-10-4 16,0 0-16,11 3 16,-11-3-16</inkml:trace>
  <inkml:trace contextRef="#ctx0" brushRef="#br1" timeOffset="73102.39">13811 3632 0,'0'1'0,"0"-1"16,0 0-16,0 0 16,0 0-16,0 9 15,0-9-15,1 13 16,0 4-16,0-2 16,2 0-16,1 3 15,-2-9-15,1-1 16,1-1-16,-4-7 15,0 0-15,6 7 16,-6-7-16,0 0 16,10 3-1,-10-3-15,13-10 16,-9 2-16,-4 8 16,0 0-16,0 0 15,13 8-15,-8-2 16,-5-6-16,15 11 15,-2-3-15,4 4 16,-2 0 0,-2-2-16,-5-4 15,2 1-15,4-5 16,1-3-16,-1-2 16,1-5-16,-1-1 15,1-5-15,-2-7 16,-5 9-16,-2-5 15,-4 9-15,0 2 16,-2 6-16,0 0 16,0-9-1,0 9-15,-8-20 16,-1 4-16</inkml:trace>
  <inkml:trace contextRef="#ctx0" brushRef="#br1" timeOffset="73420.14">14267 3773 0,'0'0'0,"0"0"0,0 0 15,0 0-15,0 0 16,-3 2-16,-4 9 16,-3 4-16,-4 2 15,-2-2-15,3-2 16,-3 1-16,6-6 15,10-8-15,-10 11 16,10-3-16,0 2 16,2 5-1,8 3-15,2 2 16,-2-3-16,2 1 16,-2-2-16,-5-3 15,-6 4-15,-9 0 16,0 1-16,0-2 15,-5 4-15,-18 5 16,-4 1-16</inkml:trace>
  <inkml:trace contextRef="#ctx0" brushRef="#br1" timeOffset="74069.95">13567 5006 0,'0'1'0,"0"-1"16,0 0-16,0 0 16,0 0-1,0 0-15,13-6 16,11-7-16,16-16 16,3-3-16,7-6 15,8-6-15,8-4 16,11-9-16,-4-4 15,-10 6-15,5-8 16,-4 5-16,-6 4 16,4 0-1,-8 8-15,-2 9 16,-2 4-16,-7 5 16,-7 7-16,-9 4 15,-7 4-15,-4 4 16,-6 2-16,-10 7 15,14-8-15,-14 8 16,0 0 0,7-6-16</inkml:trace>
  <inkml:trace contextRef="#ctx0" brushRef="#br1" timeOffset="74755.46">13889 4840 0,'0'0'0,"0"0"0,0-2 0,0 2 15,0 0 1,0 0-16,0 0 16,11 17-16,0 9 15,-1 5-15,-1-4 16,-1-1-16,-1 1 15,-2-4-15,2 1 16,5-8-16,-1-6 16,-1-3-16,6-3 15,13-9 17,9-5-32,-3-6 15,-14 3-15,-9 5 16,-12 8-16,13-8 15,-13 8-15,12-2 16,-12 2-16,17 4 16,-17-4-1,18 7-15,-7-2 16,0 0-16,0 0 16,2-7-16,4-11 15,2-9-15,0-8 16,-2-6-16,-4-4 15,-1 0-15,-6 2 16,-2 7-16,-4 6 16,0 7-1,0 7-15,-2 4 16,2 7-16,-1-7 16,1 7-16,0 0 15,0 0-15,0 0 16</inkml:trace>
  <inkml:trace contextRef="#ctx0" brushRef="#br1" timeOffset="75207.1">14692 4952 0,'0'0'0,"0"0"16,0 0-16,-1 5 15,-1 3 1,-3 8-16,-1 8 16,-3 3-16,-1 1 15,-1 6-15,-1 3 16,-1 0-16,-1 6 15,5-4-15,4-2 16,4-6-16,4-8 16,3-6-16,4-7 15,17-9 17,28-20-32,3-13 15,-8-5-15,-28 12 16,-7 3-16,-5 2 15,-6 4-15,-5 4 16,-6 0-16,-10 2 16,-9 6-16,-14 8 15,-9 11 1,1 9-16,1 11 16</inkml:trace>
  <inkml:trace contextRef="#ctx0" brushRef="#br2" timeOffset="89765.28">13346 3456 0,'1'-4'0,"-1"4"16,0 0-16,0 0 16,1-8-16,-1 8 15,0 0 1,3-6-16,-3 6 16,0 0-16,0 0 15,0 0-15,0 0 16,3 13-16,0 8 15,-1-7-15,0 3 16,-1-10-16,-1-7 16,0 9-16,0-9 15,0 8 1,0-8-16,0 0 16,0 0-16,0 0 15,0 0-15,0 0 16,15-4-16,8-11 15,14-13-15,5-9 16,0 1-16,-8 7 16,-3 2-16,-3 4 15,-2 1 1,-1 1-16,-1-2 16,1 2-16,-4 3 15,-2 2-15,-5 3 16,0 2-16,-1-2 15,3 1-15,-3 0 16,-1 3-16,-4 3 16,-8 6-16,15-11 15,-15 11 1,11-6-16,-11 6 16,0 0-16,0 0 15,0 0-15,0 0 16,0 0-16,0 0 15,0 0-15,0 0 16,0 0-16,0 0 16,10-3-16,-10 3 15,0 0 1,0 0-16,0 0 16,0 0-16,0 0 15,0 0-15,0 0 16,0 0-16</inkml:trace>
  <inkml:trace contextRef="#ctx0" brushRef="#br2" timeOffset="91219.92">13345 3538 0,'0'0'0,"5"-5"0,0-1 16,3-5-16,2-6 16,-1-1-16,-3-6 15,1-3-15,-1-4 16,-1-9-16,1-3 15,-2-6-15,0 0 16,-1-1-16,0 3 16,-1 3-16,-1 2 15,-1 6 1,-1-3-16,1-5 16,0-7-16,0-11 15,0 5-15,2 7 16,2 3-16,5-17 15,1 3-15,2-10 16,-2 10-16,-3 18 16,1-7-16,-2 9 15,-3 3-15,-2 0 16,-1 2 0,-1 1-16,-1-3 15,0 7-15,-1 3 16,2 2-16,-1 5 15,0-1-15,-2 3 16,1 3-16,1 3 16,-1 0-16,0 4 15,3 9-15,-2-10 16,2 10 0,0 0-16,-3-7 15,3 7-15,0 0 16,0 0-16,0 0 15,0 0-15,-15 9 16,7-1-16,-8 7 16,-4 5-16,0-1 15,3-3-15,1-3 16,0 0 0,0 0-16,0 0 15,4-2-15,3-3 16,1-2-16,8-6 15,-11 10-15,11-10 16,-9 9-16,9-9 16,0 0-16,-9 7 15,9-7-15,0 0 16,0 0 0,0 0-16,0 0 15,0 0-15,0 0 16,1-14-16,7-1 15,6-5-15,9-1 16,5-5-16,-2 7 16,1 0-16,-6 5 15,-3 2-15,-2 3 16,-5 3 0,-11 6-16,17-5 15,-17 5-15,11-3 16,-11 3-16,0 0 15,0 0-15,10 2 16,-10-2-16,22 14 16,-3-2-16,5 3 15,1 0-15,0 0 16,0 2 0,-3 2-16,0 3 15,0 0-15,-3-3 16,-4-2-16,-1-4 15,-3-2-15,-1 0 16,-1-2-16,-2-2 16,-7-7-16,11 10 15,-11-10-15,9 7 16,-9-7 0,7 7-16</inkml:trace>
  <inkml:trace contextRef="#ctx0" brushRef="#br2" timeOffset="96095.15">13080 1490 0,'0'0'0,"0"0"16,1 1-16,-1-1 15,-1 12-15,0-2 16,-2 1-16,-1-3 15,4-8 1,-11 10-16,11-10 16,-20 14-16,8-5 15,2 1-15,0 5 16,2 0-16,2-4 16,2-2-16,2 0 15,0 0-15,2 2 16,4 7-16,6 0 15,6-1-15,5-1 16,5-11-16,-2-3 16,-2-4-1,-3 2-15,-4-1 16,-3 1-16,-12 0 16,17-1-16,-17 1 15,12-8-15,-12 8 16,8-7-16,-5 0 15,1-9-15,-1-8 16,-4 5 0,-3 0-16,-1 7 15,-3 0-15,-4-5 16,-2-3-16,1 4 16,2 4-16,2 5 15,-2-1-15,0 1 16,1 0-16,0 2 15,10 5-15,-17-8 16,17 8-16,-14-1 16,14 1-1,-10 1-15,10-1 16</inkml:trace>
  <inkml:trace contextRef="#ctx0" brushRef="#br2" timeOffset="96495.14">13377 1353 0,'0'0'0,"0"0"0,0-2 15,0 2-15,0 0 16,0 0-16,0 0 16,0 0-1,0 0-15,0 0 16,10 19-16,1-1 16,0 9-16,0 3 15,-3 5-15,1-1 16,-4-3-16,0-3 15,-2-1-15,-1-9 16,0 1-16,0-7 16,0 1-16,0 3 15,0 5 1,-1-8-16,0-4 16,-1-9-16,0 0 15</inkml:trace>
  <inkml:trace contextRef="#ctx0" brushRef="#br2" timeOffset="97181.1">13411 1472 0,'0'0'0,"0"-2"0,0 2 16,0-7-16,0 7 15,0 0-15,0 0 16,0 0-16,0 0 15,0 0-15,1-7 16,-1 7-16,0 0 16,8-8-16,0 0 15,3-4 1,3-1-16,6-2 16,4 2-16,0 12 15,-3 1-15,-2 2 16,-3 1-16,-1-1 15,-4 2-15,-11-4 16,14 7-16,-14-7 16,10 4-16,-10-4 15,10 11 1,-6-4-16,-4-7 16,2 7-16,-2-7 15,-10 12-15,-6 1 16,-10 2-16,-4 0 15,4-4-15,1-3 16,8-3 0,3-3-16,4 1 15,10-3-15,-13 1 16,13-1-16,0 0 16,0 0-16,0 0 15,0 0-15,-7 8 16,9 3-16,6 2 15,8 9-15,8 1 16,3-2-16,-1-4 16,1-2-16,1 3 15,0-2-15,-2 2 16,-5-4 0,-4-2-16,1 1 15,-4-2-15,-3-4 16,-1 0-16,-10-7 15,14 11-15,-14-11 16,12 9-16,-3-2 16,10 7-16,7 6 15</inkml:trace>
  <inkml:trace contextRef="#ctx0" brushRef="#br2" timeOffset="98181.56">13505 5326 0,'0'0'0,"0"0"0,0 0 15,0 0-15,0 0 16,3 2-16,-3-2 16,23 16-16,-7-1 15,-2 6 1,-1 3-16,-2 0 16,1 4-16,-5 1 15,-4 10-15,-5 6 16,-1-3-16,-3-8 15,2-3-15,-1-4 16,1 7-16,-2 6 16,2-12-16,0-4 15,2-8-15,0-5 16,1 0-16,0 0 16,1 1-1,1-3-15,0-3 16,-1-6-16,0 0 15,0 0-15,0 0 16,0 0-16,0 0 16</inkml:trace>
  <inkml:trace contextRef="#ctx0" brushRef="#br2" timeOffset="99000.07">13421 5783 0,'-1'2'0,"1"-2"0,0 0 16,0 0 0,0 0-16,0 0 15,5 6-15,8 0 16,5 8-16,-1 16 15,1-1-15,-1 2 16,-8-13-16,2 1 16,0-1-16,-2-3 15,1 1-15,-5-8 16,-5-8-16,4 9 16,-4-9-1,0 0-15,0 0 16,0 0-16,0 0 15,13 1-15,-13-1 16,22-8-16,-1-6 16,3-9-16,-7 8 15,-4 4-15,-4 4 16,0-2 0,0 0-16,2-1 15,-1 3-15,-10 7 16,10-9-16,-10 9 15,0 0-15,14-8 16,-14 8-16,17-6 16,-17 6-16,19-7 15,-19 7-15,13-5 16,-13 5-16,14-7 16,-14 7-1,11-10-15,-11 10 16,0 0-16,0 0 15,0 0-15,10-5 16,-10 5-16,3-10 16,-1 3-16,-2 7 15,0 0-15,0 0 16,0 0 0,0 0-16,3-7 15,-3 7-15,0 0 16,0 0-16,0 0 15,0 0-15,0 0 16,0 0-16,2-8 16,-2 8-16,0 0 15,0 0-15,0 0 16,0 0-16,0 0 16,0 0-1,0 0-15,0 0 16,0 0-16</inkml:trace>
  <inkml:trace contextRef="#ctx0" brushRef="#br2" timeOffset="100135.84">13320 6285 0,'0'0'0,"0"0"0,0 0 16,0 0-16,0 0 15,0 0-15,0 0 16,-2 2-16,2-2 16,-8 20-16,-1 5 15,-3 7 1,1 1-16,1-1 15,1 3-15,-1 8 16,3-11-16,2-5 16,2-10-16,0 0 15,1 4-15,-1-5 16,2-7-16,1-9 16,-1 11-1,1-11-15,0 0 16,0 0-16,6-8 15</inkml:trace>
  <inkml:trace contextRef="#ctx0" brushRef="#br2" timeOffset="100486.73">13278 6311 0,'0'0'0,"0"0"0,0 0 15,0 0-15,0 0 16,4-1-16,-4 1 16,29 0-16,-1 6 15,4 7-15,0 6 16,-2 5-16,-3 0 16,0 6-1,-5 0-15,-2 4 16,-2-5-16,-4-7 15,0 3-15,-3-476 16,0 943-16,-4-475 16,-1-4-16,-3 4 15,-1-10-15,-2-7 16,0 0-16,2 6 16,-4 3-16</inkml:trace>
  <inkml:trace contextRef="#ctx0" brushRef="#br2" timeOffset="100803.85">13302 6543 0,'-1'2'0,"1"-2"16,0 0-16,0 6 15,0-6-15,0 0 16,0 0-16,0 0 16,0 0-16,15 9 15,9-6-15,4 1 16,-1-2-16,-5-3 16,-1-1-16,-4 0 15,-1 1-15,-1 1 16,-2 3-1,-3-2-15,-10-1 16</inkml:trace>
  <inkml:trace contextRef="#ctx0" brushRef="#br2" timeOffset="101905.86">13839 6262 0,'0'0'0,"0"0"16,0 0-16,0 0 15,0 0-15,3 1 16,1 7-16,2 2 16,1 13-16,-2 12 15,0 3-15,-3-2 16,-1-1-16,-1 1 16,-1-3-16,1 0 15,-2-16-15,0-9 16,-1-1-16,3-7 15,-2 11 1,2-11-16,0 0 16,0 0-16,-8-7 15,8 7-15,-5-13 16,-2-8 0,7-26-1,1-5-15,5 10 16,0 13-1,1 9-15,-3 4 16,1 5-16,-2 3 16,-3 8-16,6-10 15,-6 10-15,0 0 16,9-8-16,2 9 16,13 6-16,6 9 15,0 7-15,-2 1 16,-2 2-1,-3-1-15,-1 0 16,-3-3-16,-3-3 16,-4-4-16,-1-3 15,-2-2-15,-1-2 16,-2-1-16,-6-7 16,0 0-16,15-3 15,-4-21-15,-3-14 16,-5-10-16,-7 1 15,0 6-15,-2 10 16,1 8 0,1 7-16,2 3 15,-1 2-15,0 3 16,1 1-16,2 7 16,-3-9-16,3 9 15,0 0-15,-2-6 16,2 6-16,0 0 15,0 0 1,0 0-16</inkml:trace>
  <inkml:trace contextRef="#ctx0" brushRef="#br2" timeOffset="102657.92">14410 6227 0,'0'0'0,"0"0"0,0 0 0,0 0 0,0 0 15,0 0-15,0 0 16,0 0-16,0 3 16,1 6-16,0 15 15,2 14-15,-1 2 16,0 1-16,1 1 15,0-4 1,-1-2-16,0-7 16,1-7-16,0-7 15,-1-4-15,1-4 16,-3-7-16,3 8 16,-3-8-16,0 0 15,3-12-15,-1-24 16,-7-15-16,-3 2 15,-2 1 1,1 9-16,0 6 31,-1 9-31,2 7 16,3 5-16,2 6 16,3 6-16,-3-10 15,3 10-15,0 0 16,-1-8-16,1 8 15,9-4 1,7 2-16,10 5 16,11 4-16,4 7 15,-2 5-15,-4 4 16,-6-1-16,-4-1 16,-3-1-16,-2 4 15,-4 3-15,-7 7 16,-3 1-16,-7-3 15,-3-5-15,-1-4 16,-3-3 0,-5-3-16,-6-3 15,-9-5-15,-4-3 16,-4-6-16,3-2 16,9-1-16,7 1 15,4 1-15,13 1 16,-14-1-16,14 1 15,0 0 1,-14-4-16</inkml:trace>
  <inkml:trace contextRef="#ctx0" brushRef="#br2" timeOffset="107867.02">11478 7145 0,'0'0'0,"0"0"0,0 0 16,0 0-16,0 0 16,0 0-1,2 4-15,5 4 16,6 8-16,5 8 15,6 5-15,5 3 16,2-2-16,1-1 16,-2-2-16,-1-1 15,-5-5-15,-3-3 16,-3-3-16,-3-2 16,-2-2-16</inkml:trace>
  <inkml:trace contextRef="#ctx0" brushRef="#br2" timeOffset="108235.24">11747 7156 0,'0'0'0,"0"0"0,0 0 15,0 0-15,0 0 16,0 0-16,0 0 16,0 0-16,-3 6 15,-6 12 1,-10 19-16,-4 3 15,0 2-15,-1 0 16,1-3-16,4 0 16,5-3-16,5-4 15,3-4-15,2-5 16,1-3-16,0-5 16,2-1-16,2-4 15</inkml:trace>
  <inkml:trace contextRef="#ctx0" brushRef="#br2" timeOffset="108919.99">12019 7288 0,'0'0'0,"0"0"0,0 0 0,0 0 0,0 0 16,0 0-16,-5-1 15,5 1-15,0 0 16,-11-1-16,11 1 15,0 0 1,-16 1-16,5 3 16,3 5-16,2 4 15,-2 5-15,1 9 16,4 4-16,5 0 16,8-2-16,-1-2 15,4-5-15,-1-5 16,3-5-1,-2-1-15,-1-3 16,-2-1-16,4-3 16,-1-3-16,0-2 15,-13 1-15,14-6 16,-14 6-16,10-14 16,-5 3-16,-3-2 15,0-2 1,-4-1-16,0-2 15,-1 0-15,-2 0 16,1-1-16,-4 2 16,0-1-16,0 3 15,-1 0-15,-2 2 16,-2 1-16,-1 1 16,2 2-16,0-1 15,0 4-15,12 6 16,-15-10-16,15 10 15</inkml:trace>
  <inkml:trace contextRef="#ctx0" brushRef="#br2" timeOffset="109269.62">12204 7123 0,'0'0'0,"0"0"16,2 0-16,-2 0 16,0 0-16,0 0 15,0 0-15,0 0 16,0 0-1,11 12-15,0 2 16,6 6-16,0 2 16,-1 2-16,3 1 15,-2 1-15,-3-2 16,-3-1-16,-3-2 16,0 0-16,-2 0 15,-1-1-15,-2-5 16</inkml:trace>
  <inkml:trace contextRef="#ctx0" brushRef="#br2" timeOffset="109870.59">12178 7106 0,'0'0'0,"-1"-2"0,1 2 16,0 0-16,0 0 16,0 0-16,0 0 15,-5-7-15,5 7 16,0 0-16,11-4 16,9-4-16,7-2 15,-1 2-15,-3-1 16,-4 3-16,-3 2 15,-3 2 1,-1 5-16,-1 1 16,-1 1-16,-10-5 15,14 9-15,-7-2 16,-3 2-16,-3 6 16,-4 2-16,-4 1 15,-5-1-15,1-1 16,-1-3-16,3-1 15,1-4 1,8-8-16,-10 9 16,10-9-16,0 0 15,0 0-15,0 0 16,-9 6-16,9-6 16,0 0-16,10 11 15,2 0-15,4 0 16,3-1-16,0-3 15,-3-2 1,1 2-16,-3-2 16,-1 0-16,0-1 15,-2 0-15,-11-4 16,18 7-16,-18-7 16,12 5-16,-12-5 15,0 0-15,12 5 16</inkml:trace>
  <inkml:trace contextRef="#ctx0" brushRef="#br2" timeOffset="110304.67">12696 7173 0,'0'0'0,"0"0"0,0 0 0,0 0 0,0 0 15,0 0-15,0 2 16,0-2-16,0 0 15,0 0-15,0 0 16,0 0 0,12 3-16,1-2 15,3 1-15,3 1 16,1-1-16,-5 0 16,-3-1-16,-2-1 15,-10 0-15,15-1 16,-15 1-16,13 0 15,-13 0-15,11 0 16,-11 0 0</inkml:trace>
  <inkml:trace contextRef="#ctx0" brushRef="#br2" timeOffset="110638.88">12772 7377 0,'0'0'0,"0"0"15,0 0-15,3 0 16,-3 0-16,0 0 16,14 5-16,-5 0 15,3 0-15,0-1 16,4 2-16,-1-3 15,2-1-15,0 0 16,0-2 0,-2 0-16,-2 0 15,0 0-15,-1 0 16,-2 0-16,0 0 16,-10 0-16,22 0 15,-9 0-15</inkml:trace>
  <inkml:trace contextRef="#ctx0" brushRef="#br2" timeOffset="113177.93">13254 7070 0,'0'0'0,"0"0"16,0 0-16,-3-1 15,3 1-15,-10 3 16,10-3 0,-18 13-16,18-13 15,-10 10-15,10-10 16,-11 11-16,4 4 15,2 6-15,-1 9 16,2-3-16,-2 2 16,2-2-16,0-3 15,2 1-15,1-1 16,1 4 0,2 5-16,1 2 15,5-2-15,2-3 16,3-2-16,0-7 15,3-4-15,1-2 16</inkml:trace>
  <inkml:trace contextRef="#ctx0" brushRef="#br2" timeOffset="113944.79">13430 7211 0,'0'0'0,"0"0"15,0 0-15,0 0 16,0 0-16,0 0 16,1 4-16,-1-4 15,10 11-15,-2 1 16,4 3 0,2 2-16,-1 0 15,-2-3-15,-1-1 16,1 0-16,1 0 15,-1 0-15,2 1 16,-2 0-16,-2-3 16</inkml:trace>
  <inkml:trace contextRef="#ctx0" brushRef="#br2" timeOffset="114245.3">13623 7105 0,'0'0'0,"0"0"0,0 1 16,0-1 0,-1 7-16,-2 2 15,-2 1-15,1 4 16,-3 4-16,-4 5 15,-2 2-15,-2 1 16,1-3-16,0 2 16,0-1-16,1 0 15,2 3-15,2 0 16,3-3 0,1 0-16</inkml:trace>
  <inkml:trace contextRef="#ctx0" brushRef="#br2" timeOffset="114512.63">13744 7370 0,'0'0'0,"0"0"0,0 0 0,0 0 15,0 0-15,0 0 16,0 0-16,0 0 16,1 4-16,-1-4 15,3 21-15,-2 6 16,-1 5-16,-1 5 16,1-13-1,-1 3-15,1 1 16</inkml:trace>
  <inkml:trace contextRef="#ctx0" brushRef="#br2" timeOffset="115464.51">14023 7244 0,'0'0'0,"2"-1"16,-2 1-16,0 0 15,0 0 1,0 0-16,0 0 15,0 0-15,5 9 16,-5 7-16,0 5 16,-3 8-16,-2-1 15,-2-1-15,3-7 16,1-4-16,10 0 16,10-4 15,6-3-31,14-10 15,-3-2-15,-5-5 16,-2-3-16,-9-1 16,-7-2-16,-6-1 15,1-2-15,-2-2 16,-4-1-16,-2-2 16,-2 3-16,-4 2 15,-2 2 1,-2 2-16,0 2 15,1 3-15,11 8 16,-16-10-16,16 10 16,-9-5-16,9 5 15,0 0-15,0 0 16,0 0-16</inkml:trace>
  <inkml:trace contextRef="#ctx0" brushRef="#br2" timeOffset="115781.8">14395 7217 0,'0'0'0,"0"0"0,0 0 0,0 0 0,0 0 16,-1 4-16,-4 4 16,-3 10-16,-5 10 15,2 3-15,-1 1 16,4-5-16,3-6 16,1-4-16,1-2 15,0-3 1,2-2-16,1-1 15,1-1-15</inkml:trace>
  <inkml:trace contextRef="#ctx0" brushRef="#br2" timeOffset="116367.75">14332 7303 0,'0'0'0,"0"0"0,-2-3 16,2 3-16,-8-15 16,6 5-16,0-5 15,4-2-15,4-5 16,2 3-16,2 0 16,4 1-16,3 1 15,4 2-15,-2 4 16,-4 4-1,-2 2-15,-3 2 16,-10 3-16,17 0 16,-17 0-16,12 8 15,-9 0-15,0 5 16,-4 4-16,-4 2 16,-5 0-16,-3-1 15,-1-3 1,0-3-16,2-2 15,3-2-15,9-8 16,-12 10-16,12-10 16,0 0-16,-9 7 15,9-7-15,0 0 16,0 0-16,0 0 16,-2 7-16,2-7 15,9 16-15,1-1 16,3 0-1,4 1-15,-1-2 16,1 0-16,-2-2 16,-2-3-16,-1-3 15,-1-1-15,1-3 16,-12-2-16,15 1 16,-15-1-16,12 0 15,-12 0-15</inkml:trace>
  <inkml:trace contextRef="#ctx0" brushRef="#br2" timeOffset="116833.85">14722 7164 0,'0'0'0,"0"0"0,0 0 0,0 0 0,0 0 16,0 0-16,1 3 16,-1-3-16,9 12 15,0 3-15,5 2 16,2 3-16,1 1 16,1 2-16,0-1 15,2 5 1,1-2-1,-5-3 1,-4-6-16,-5-7 16,-1-1-16,-1-2 15,-5-6-15,6 9 16,-6-9-16</inkml:trace>
  <inkml:trace contextRef="#ctx0" brushRef="#br2" timeOffset="117167.58">14921 7155 0,'0'0'0,"0"0"16,0 0-16,0 0 15,0 0-15,0 0 16,0 0-16,0 0 15,0 0 1,-1 4-16,1-4 16,-14 18-16,0 2 15,-3 4-15,-2 3 16,-1 2-16,3 1 16,1-2-16,4-2 15,2 1 1,2-3-1,2-3 1,4-6-16,2-9 16</inkml:trace>
  <inkml:trace contextRef="#ctx0" brushRef="#br2" timeOffset="117751.81">15045 7405 0,'0'0'0,"0"0"16,2-2-16,-2 2 15,10-7-15,-10 7 16,19-12-16,-8 5 15,1 1 1,-12 6-16,18-3 16,-18 3-16,18 12 15,-10 2-15,-1 9 16,-4 0-16,-3 1 16,-4-1-16,-5 3 15,-4 3-15,-1 1 16,0-6-16,2-8 15,3-1 1,1-5-16,2-2 16,1-2-16,5-6 15,-7 9-15,7-9 16,0 0-16,0 0 16,0 0-16,10 3 15,3-4-15,8 0 16,5-1-16,4-2 15,-6 0 1,-5-3-16,-4 2 16,-1-1-16,-2 0 15,-1 1-15,0-1 16,-1 1-16,0 0 16,-10 5-16,16-8 15,-7 2-15,3 1 16</inkml:trace>
  <inkml:trace contextRef="#ctx0" brushRef="#br2" timeOffset="118152.56">15349 6982 0,'0'0'0,"0"0"16,0 0-16,0 0 16,0 0-16,3 3 15,3 6-15,8 11 16,4 9-16,1 12 15,-4 3-15,1 22 32,-4 3-17,-3-3-15,-6-9 16,-3-21-16,-3 2 16,-2 4-16,-3 7 15,-2-8-15,-3 2 16,-1-17-16,0-2 15,1-3-15,-3 4 16</inkml:trace>
  <inkml:trace contextRef="#ctx0" brushRef="#br2" timeOffset="120991.89">13972 7658 0,'0'0'0,"5"2"0,-5-2 0,10 1 15,-10-1-15,0 0 16,13 5-16,-13-5 16,0 0-16,0 0 15,0 0-15,0 0 16,16 2 0,-1 1-16,8 2 15,6-3-15,-2-2 16,-3-2-16,0-1 15,0-3-15,7 0 16,6-3-16,0 2 16,-8 1-16,-5 2 15,-4 2-15,-5 0 16,-2 0 0,-13 2-16,15-2 15,-15 2-15,0 0 16,0 0-16,0 0 15,0 0-15,-6 10 16,-17 1-16,-13-3 16,-4-3-16,5-1 15,6-3-15,6 1 16,1-2 0,0 2-16,4-2 15,3 3-15,3 0 16,12-3-16,-14 2 15,14-2-15,0 0 16,-11 0-16,11 0 16,0 0-16,0 0 15,11-10 1,10 1-16,9-1 16,6 2-16,1 5 15,-5-1-15,-2 3 16,-1-1-16,3 2 15,-5 0-15,-6 0 16,-8 0-16,-13 0 16,14 0-16,-14 0 15,0 0-15,0 0 16,-13 6 0,-15 3-16,-1-1 15,-10 1-15,3-1 16,4-1-16,6-4 15,10 0-15,5-2 16,11-1-16,-13 0 16,13 0-16,0 0 15,0 0-15,0 0 16,33-15 0,0 4-16,1 0 15</inkml:trace>
  <inkml:trace contextRef="#ctx0" brushRef="#br2" timeOffset="122912.54">13184 4172 0,'0'0'15,"0"0"-15,0 0 16,0 0-16,0 0 15,3-2-15,-3 2 16</inkml:trace>
  <inkml:trace contextRef="#ctx0" brushRef="#br2" timeOffset="126284.6">13370 4542 0,'0'0'0,"-3"23"0,3-23 0,-2 40 16,12 44-16,0-42 15,3-21-15,-2-6 16</inkml:trace>
  <inkml:trace contextRef="#ctx0" brushRef="#br2" timeOffset="131444.75">13254 8388 0,'0'0'0,"0"0"0,0 2 15,0-2-15,0 0 16,0 0-16,0 0 16,0 0-16,0 0 15,0 0-15,5 6 16,-5-6-16,0 0 16,0 7-16,0-7 15,4 12-15,0-4 16,-1 0-1,2 1-15,-2 0 16,5 4-16,4 1 31,8 2-31,1-1 16,-4-3-16,-5-4 16,0-1-16,-1 1 15,-2-2 1,-9-6-16,15 10 15,-15-10-15,9 6 16,-9-6-16,0 0 16,7 7-16,-7-7 15,0 0-15,0 0 16</inkml:trace>
  <inkml:trace contextRef="#ctx0" brushRef="#br2" timeOffset="132078.47">13412 8404 0,'0'0'0,"2"-1"0,-2 1 16,0 0-16,0 0 15,0 0-15,0 0 16,0 0-16,0 0 16,0 0-16,0 0 15,0 0-15,-3 8 16,-7 10-16,-5 4 15,1 1 1,-3 1-16,1-3 16,0-1-16,2-4 15,3-3-15,3-5 16,2-1-16,6-7 16,-9 7-16,9-7 15,0 0-15,0 0 16,-8 7-1,8-7-15,0 0 16,0 0-16,0 0 16,0 0-16,-8 8 15,8-8-15</inkml:trace>
  <inkml:trace contextRef="#ctx0" brushRef="#br2" timeOffset="132530.37">13630 8487 0,'0'0'0,"0"0"15,0 0-15,0 0 16,0 0-16,0 0 16,0 0-16,0 0 15,0 0-15,-3 2 16,3-2-16,-6 16 15,0 0-15,4 2 16,-1 1 0,0 1-16,1-3 15,1-2-15,0-3 16,1-1-16,0-2 16,0-2-16,0-7 15,0 8-15,0-8 16,0 0-16</inkml:trace>
  <inkml:trace contextRef="#ctx0" brushRef="#br2" timeOffset="133214.39">14122 8460 0,'0'0'0,"0"0"16,0 0 0,0 0-16,0 0 15,0 0-15,0 0 16,-2 2-16,2-2 16,-7 8-16,-1 4 15,-4 5-15,0 3 16,2 6-16,3-1 15,4-1-15,1-2 16,2-7 0,-1-5-16,1-10 15,0 0 1</inkml:trace>
  <inkml:trace contextRef="#ctx0" brushRef="#br2" timeOffset="133614.96">14141 8352 0,'0'0'0,"0"0"16,0 0-16,1-2 15,-1 2-15,5-8 16,-1 1-16,2 0 15,0-1 1,-1 1-16,-5 7 16,15-5-16,-4 6 15,5 6-15,1 3 16,-1 5-16,-1 5 16,-2 2-16,-3 1 15,-1 0-15,-2-4 16,-2 3-16,0-2 15,0 1-15,-1 2 16,-1-2 0,-2-2-16,0-4 15,-1-5-15,-1-1 16,1-9-16,-1 10 16,1-10-16,-2 6 15,2-6-15</inkml:trace>
  <inkml:trace contextRef="#ctx0" brushRef="#br2" timeOffset="133899.67">14122 8564 0,'0'0'0,"0"0"0,0 0 16,0 0-16,5-5 16,-5 5-1,19-12-15,-2 4 16,3 3-16,0-2 16,-1 1-16,-2 2 15,-4 1-15,-2 2 16,-11 1-16</inkml:trace>
  <inkml:trace contextRef="#ctx0" brushRef="#br2" timeOffset="134216.29">14539 8404 0,'0'0'0,"0"0"0,0 0 16,0 0-16,0 0 16,-3 0-16,3 0 15,0 0-15,0 0 16,-6 7-16,0 2 15,-1 6-15,0 3 16,1 2-16,1 5 16,1 4-1,3 0-15,1-1 16,0-10-16,1-4 16,-1-14-16</inkml:trace>
  <inkml:trace contextRef="#ctx0" brushRef="#br2" timeOffset="134583.44">14511 8376 0,'0'0'0,"0"0"0,0 0 15,0 0-15,0 0 16,0 0-16,0 0 16,4 4-1,3 3-15,6 3 16,3 6-16,4 2 16,-1-1-16,-3-2 15,-4-5-15,-2 0 16,0-1-16,-1-1 15,-1 1-15,1 5 32,1 3-17,-2 2-15,-2-5 16,-3-7-16,-3-7 16</inkml:trace>
  <inkml:trace contextRef="#ctx0" brushRef="#br2" timeOffset="134917.42">14753 8384 0,'0'0'0,"0"0"0,0 0 15,0 0-15,0 0 16,0 0-16,0 0 15,0 3-15,0-3 16,-3 17-16,-1 2 16,-1 1-1,-1 2-15,-1 4 16,-1 2-16,-2 7 31,0-2-31,2-5 16,3-8-16,2-8 15,1-4-15,2-8 16,-2 8-16</inkml:trace>
  <inkml:trace contextRef="#ctx0" brushRef="#br2" timeOffset="135268.53">14857 8460 0,'0'0'0,"0"0"0,0 0 16,0 0-16,0 0 16,2 3-16,-2-3 15,5 13 1,-1 2-16,0 8 16,-2 6-16,0-1 15,-2-4-15,0-4 16,-1-4-16,-1-8 15</inkml:trace>
  <inkml:trace contextRef="#ctx0" brushRef="#br2" timeOffset="135668.79">14863 8426 0,'0'0'0,"0"0"0,0 0 16,0 0-16,0 0 15,4-1 1,-4 1-16,13 1 16,-3-1-16,5 4 15,5 4-15,4 2 16,-4 0-16,-3 1 15,-5-1-15,-3 1 16,-3 3-16,-3 1 16,-1 1-16,-3 0 15,-2-3-15,-2 1 16,-7 2 0,-5 2-16,0-1 15,1-4-15,3-5 16,3-2-16,-1-2 15,11-4-15,-16 6 16,16-6-16,-11 0 16</inkml:trace>
  <inkml:trace contextRef="#ctx0" brushRef="#br2" timeOffset="136303.72">15258 8386 0,'0'0'0,"0"0"0,0 0 16,0 0 0,0 0-16,3 1 15,-3-1-15,10 5 16,-10-5-16,21 13 15,-4-1-15,4 2 16,1 3-16,-2-2 16,-4-3-16,-3-1 15,-3-2 1,-2-1-16,-1-2 16,-7-6-16,11 10 15,-11-10-15,9 9 16,-9-9-16,0 0 15,8 8-15,-8-8 16</inkml:trace>
  <inkml:trace contextRef="#ctx0" brushRef="#br2" timeOffset="136554.32">15446 8353 0,'0'0'0,"0"0"16,0 0-16,0 0 16,0 2-16,0-2 15,-10 13-15,1 0 16,-5 5 0,0 1-16,-3 4 15,-2 1-15,2-1 16,1-3-16,2 3 15,3 0-15,3-1 16,0 0-16,4-7 16,1-4-16</inkml:trace>
  <inkml:trace contextRef="#ctx0" brushRef="#br2" timeOffset="137122.67">15531 8601 0,'0'0'0,"0"-2"0,0 2 0,0 0 15,0 0-15,7-6 16,-7 6-16,19-10 15,-8 5-15,2 0 16,-2 3-16,1 1 16,-1 2-16,-11-1 15,15 5-15,-15-5 16,11 14 0,-8-2-16,-4 2 15,-7 4-15,-9 4 16,-6 0-16,-1-4 15,5-5-15,4-3 16,7-3-16,8-7 16,-9 8-16,9-8 15,0 0-15,0 0 16,0 0-16,0 0 16,0 0-1,-3 6-15,13-6 16,5 0-16,11-2 15,-2-2-15,-1 0 16,-1 0-16,1-1 16,-2 0-16,4-1 15,3 0-15,-2 2 16,-4 0-16,-22 4 16,0 0-16,11 0 15,-11 0 1,0 0-16</inkml:trace>
  <inkml:trace contextRef="#ctx0" brushRef="#br2" timeOffset="137638.79">15624 8275 0,'0'0'0,"0"0"15,0 0-15,0 0 16,0 0-16,0 0 16,2 2-16,-2-2 15,17 15-15,-1 0 16,4 4-16,-3 5 16,1 3-1,1 2-15,-1 2 16,-14-23-16,1 13 15,2 16-15,-3-1 16,-2-2-16,0-5 16,-1-1-16,-1 0 15,0 4-15,-24 45 16,10-46-16,-27 4 31,-13 3-15,-5-10-16,3-5 15,25-12-15</inkml:trace>
  <inkml:trace contextRef="#ctx0" brushRef="#br2" timeOffset="138524.54">13226 8268 0,'0'0'0,"0"0"0,0 0 16,0 0-1,0 0-15,0 0 16,-3 0-16,3 0 16,0 0-16,0 0 15,0 0-15,0 0 16,-8 6-16,-4 8 16,-9 10-16,0 4 15,3-1-15,2 2 16,3 0-1,3 3-15,2 3 16,3 0-16,3-4 16,1-4-16,-1-3 15,2 1-15,0 4 16,5 5-16,6-9 16,1-6-16,3 2 15,21 10 16,11 7-31,0-17 16</inkml:trace>
  <inkml:trace contextRef="#ctx0" brushRef="#br2" timeOffset="140094.6">13247 5131 0,'0'0'0,"0"0"0,0 0 0,0 0 15,0 0-15,0 0 16,0 0-16,0 0 15,0 0 1,0 0-16,0 0 16,0 0-16,0 0 15,0 0-15,1 2 16,-1-2-16,0 0 16,0 0-16,4 6 15,-4-6-15,0 0 16,0 0-16,0 0 15,18-5-15,8-8 16,18-18 0,11-12-16,1-4 15,1-1-15,-11 10 16</inkml:trace>
  <inkml:trace contextRef="#ctx0" brushRef="#br3" timeOffset="149844.82">13252 7752 0,'0'0'0,"0"0"16,0 0-1,0 0-15,0 0 16,0 0-16,0 0 16,0 0-16,0 0 15,0 0-15,0 0 16,-1 2-16,1-2 15,-2 13-15,1-1 16,-1 1-16,-1 0 16,0 2-1,-1 1-15,-1 0 16,0 2-16,-2 0 16,-1 0-16,0 1 15,0 0-15,-1 2 16,0 0-16,0 0 15,2-4 1,2-5 0,0 2-1,1-7-15,4-7 16,0 0-16,0 0 16,2-13-16</inkml:trace>
  <inkml:trace contextRef="#ctx0" brushRef="#br3" timeOffset="150245.46">13298 7696 0,'-1'3'0,"1"-3"0,0 0 16,0 8-16,0-8 15,0 0-15,0 7 16,0-7-16,0 0 16,3 9-1,1-1-15,0 1 16,4 5-16,1 1 16,3 3-16,4 0 15,4 5 1,7 9-1,-4-5-15,-1-1 16,-8-9-16,-2-2 16,-3-4-16,-1-3 15,-3-1 1,0 1-16,0-1 16,-2-1-16,-3-6 15,0 0-15</inkml:trace>
  <inkml:trace contextRef="#ctx0" brushRef="#br3" timeOffset="150563.79">13260 7996 0,'0'0'0,"0"0"15,0 0-15,0 0 16,0 0-16,0 0 15,0 0-15,0 0 16,0 0-16,0 0 16,4-2-16,-4 2 15,22-11 1,-6 3-16,3-1 16,0 0-16,-2 1 15,1 0-15,-5 2 16,2 0-16,0 3 15,-1-1-15,2-1 16,-2 1-16</inkml:trace>
  <inkml:trace contextRef="#ctx0" brushRef="#br3" timeOffset="150880.48">13662 7828 0,'-1'-1'0,"1"1"0,0 0 16,0 0-16,0 0 15,0 0-15,0 0 16,0 0-16,0 0 15,-6 27-15,2-4 16,0-4-16,1 0 16,0-5-16,0 3 15,-1 4 1,0 0-16,0 1 16,1-4-16,2-11 15,1-7-15</inkml:trace>
  <inkml:trace contextRef="#ctx0" brushRef="#br3" timeOffset="151248.25">13644 7859 0,'-1'-4'0,"1"4"0,0 0 0,0 0 0,-1-7 16,1 7-16,0 0 15,0 0-15,0 0 16,0 0-16,6-8 16,-6 8-16,10-1 15,1 6-15,7 12 16,1 4 0,-5-5-16,-6-7 15,0-3-15,2 1 16,5 5-16,2 2 15,-1 0-15,-6-5 16,2 1-16,1 3 16,-6 2-16,0-4 15,-4-4-15,-3-7 16,0 0 0,0 0-16,17-21 15</inkml:trace>
  <inkml:trace contextRef="#ctx0" brushRef="#br3" timeOffset="151514.53">13929 7745 0,'0'2'0,"0"-2"0,0 0 16,0 0-16,0 0 15,2 7-15,-2-7 16,0 13-16,1 4 15,-4 4-15,-8 7 16,-2 3-16,-3 3 16,0 3-16,5-10 15,-3 4-15,4-8 16,2-4-16,1-5 16,4-4-1,-1-3-15,4-7 16,-3 8-16,3-8 15,0 0-15</inkml:trace>
  <inkml:trace contextRef="#ctx0" brushRef="#br3" timeOffset="151848.63">14112 7856 0,'0'0'0,"0"0"16,-3 0-16,3 0 16,0 0-1,0 0-15,-9 10 16,3-2-16,-1 12 15,3 5-15,1-3 16,-2 5-16,1 1 16,1-2-16,-2 8 15,3-13-15,0-2 16,1-9-16</inkml:trace>
  <inkml:trace contextRef="#ctx0" brushRef="#br3" timeOffset="152199.44">14021 7952 0,'0'-2'0,"0"2"16,0 0-16,8-7 16,-8 7-1,0 0-15,6-6 16,-6 6-16,0 0 15,18-7-15,-1 8 16,4 5-16,-2 2 16,4 2-16,6 6 15,-4-1-15,-9 0 16,-11 2-16,-1-1 16,-3 1-1,-2-2-15,-4-1 16,-8 7-16,-6 3 15,-3 3-15,-8-3 16,-1-9-16,0-2 16,0-5-16,5-6 15,12-6-15</inkml:trace>
  <inkml:trace contextRef="#ctx0" brushRef="#br3" timeOffset="153084.57">14593 7940 0,'0'0'0,"0"0"0,0 0 16,0 0-16,0 2 15,0-2-15,-1 13 16,-1 3-16,-1 12 16,-4 2-1,-2 3 1,1 2-1,1-6-15,2-10 16,4-11-16,1-8 16,0 0-16,0 0 15,0 0-15,1-20 16,3-8-16,0-6 16,2 0-16,0 6 15,-1 6 1,0 5-16,-1 3 15,0 5-15,-1 1 16,-3 8-16,6-9 16,-6 9-16,0 0 15,19-2-15,-8 9 16,1 5-16,1 5 16,0 2-1,-3 0-15,-1-2 16,-1-2-16,-3-4 15,1 1-15,-2-2 16,1 0-16,-1-2 16,-4-8-16,5 6 15,-5-6-15,0 0 16,18-12-16,-5-8 16,-1-7-1,-3 5-15,-3-3 16,-1 1-16,-2 1 15,-2 5-15,0 5 16,-1 3-16,0 2 16,0 2-16,0 6 15,0-6-15,0 6 16</inkml:trace>
  <inkml:trace contextRef="#ctx0" brushRef="#br3" timeOffset="153568.96">14946 7960 0,'0'0'0,"0"0"16,0 0-16,0 0 16,0 0-16,-2 2 15,2-2 1,-14 14-16,1-3 15,2 3-15,0-2 16,2 2-16,2-1 16,1-1-16,3-2 15,2 1-15,3-1 16,4 1-16,5 1 16,4-1-1,5-4-15,1-4 16,-1-4-16,1-5 15,-5-1-15,-1-3 16,-5-2-16,-2 1 16,-4-3-16,-5-2 15,-5-4-15,-11-3 32,-5 0-32,-3 4 15,5 7-15,7 6 16,13 6-1,-14-5-15,14 5 16,0 0-16,0 0 16,0 0-16,0 0 15</inkml:trace>
  <inkml:trace contextRef="#ctx0" brushRef="#br3" timeOffset="154220.24">15170 7852 0,'0'0'0,"0"0"0,0 0 15,0 0-15,0 0 16,0 0-16,9-2 16,6 0-16,8-3 15,4-1-15,6-2 16,3-1-16,1-1 16,0 0-16,-5 2 15,-2 0 1,-4 4-16,-6 0 0,-5 2 15,-4 2 1,-11 0-16,0 0 16,0 0-16,0 0 15,-22 17 1,-19-1 0,4-7-16,5-2 15,15-3-15,6-2 16,11-2-16,0 0 15,-12 3 1,12-3-16,0 0 16,0 0-16,-7 9 15,4-2-15,-2 4 16,-1 3-16,-1 4 16,1 3-16,1 1 15,0 1-15,1-1 16,0-3-1,1 0-15,1-4 16,2 0-16,1 0 16,1 0-16,1 2 15,0-3-15,0-2 16,-1-3-16,0-3 16,-2-6-16</inkml:trace>
  <inkml:trace contextRef="#ctx0" brushRef="#br3" timeOffset="168997.63">11398 7883 0,'0'0'0,"0"0"0,0 0 0,0-2 16,0 2-1,0 0-15,0 0 16,0 0-16,0 0 16,18-11-16,3 3 15,5 0-15,2 1 16,2-1-16,4-1 16,6 0-16,3 0 15,1 0-15,0 0 16,1 1-16,4-2 15,-1 0 1,-2 0-16,-1 1 16,-1 2-16,-1-2 15,-1 0-15,0 0 16,-3 2-16,-1-2 16,-3 1-16,-6 0 15,-6 1-15,-1 1 16,-3 2-1,-3 0-15,-2 0 16,-2 2-16,-12 2 16,14-3-16,-14 3 15,0 0-15,12-2 16,-12 2-16,0 0 16,14-3-16,1-3 15</inkml:trace>
  <inkml:trace contextRef="#ctx0" brushRef="#br3" timeOffset="176094.3">11322 6982 0,'0'0'0,"0"0"0,0 0 0,0 0 16,0 0-16,3 0 15,-3 0-15,19-8 16,6-2-16,7-3 16,9-3-1,2-1-15,3 2 16,5-2-16,-5 4 15,5-4-15,1 1 16,1 1-16,3 1 16,1 2-16,-1 1 15,4 1-15,-3 2 16,-3 1-16,0 0 16,2 0-1,2 0-15,-4-1 16,0 1-16,-2 0 15,-2 1-15,-2-1 16,0 2-16,-2-2 16,1 3-16,-1 1 15,2 0-15,-1 2 16,0 0 0,-1 1-16,-1 0 15,2 0-15,-4 1 16,0 0-16,-2 2 15,5 2-15,1-1 16,-1 2-16,-1-1 16,5 2-16,2 0 15,3 1-15,0 0 16,3 0-16,-1 0 16,0-1-1,-2 1-15,4 1 16,-1-5-16,-1 3 15,7-1-15,-2-1 16,2 3-16,1-2 16,-6 0-16,4-1 15,-1 1-15,0 0 16,-1-2-16,1-4 16,-2 2-16,-3-4 15,1 2 1,-1 0-16,-1 0 15,-2 0-15,-2-2 16,0 0-16,-1 0 16,-1-2-16,-1-1 15,1 0-15,-1 0 16,-4 1-16,-3 0 16,-1 0-1,-1 0-15,-5 1 16,-6 0-16,-5 0 15,-3 1-15,2 0 16,-3 0-16,-3 1 16,-2 1-16,-2 2 15,0 1-15,1 0 16,1 1-16,0 0 16,-1 4-1,1-1-15,-2 2 16,2 1-16,0 3 15,-15-13-15,8 11 16,-2 2-16,0 4 16,-1 5-16,-2 0 15,-1 1-15,0 1 16,-1 1-16,0 0 16,0 1-16,0-2 15,-1 3 1,2 0-16,-1 1 15,-1 0-15,1 3 16,0-3-16,0 1 16,-1-2-16,0 0 15,0-2-15,0 1 16,0-1-16,1-1 16,0 0-16,0 0 15,0-2 1,-1 2-16,2 0 15,-1 1-15,-1 1 16,2-1-16,0-1 16,-1 1-16,1 0 15,1 1-15,1 1 16,-1-2-16,2 0 16,-3 1-1,2-1-15,-1-1 16,-1-3-16,1 0 15,-1-1-15,1 1 16,0-2-16,-2-1 16,1 1-16,1 0 15,-2-1-15,-1 1 16,1-1-16,0 0 16,0 0-16,0-1 15,0-1 1,0 0-16,-1 1 15,2 1-15,-1 1 16,0 1-16,-1 0 16,1-2-16,0 3 15,0-2-15,0 0 16,-1-2-16,1-3 16,0 1-1,0-3-15,0-2 16,0 1-16,0-2 15,-1 2-15,1-3 16,0 2-16,0-1 16,0-1-16,0 2 15,0 1-15,-1 1 16,0 0-16,0 2 16,0 1-16,0 1 15,0 1-15,0 1 16,0 0-1,0 1-15,0 4 16,0 0-16,1 3 16,0 2-16,0 0 15,0-1-15,-1 1 16,1-1-16,0-2 16,0 0-16,0-1 15,0-3 1,0-4-16,0-1 15,-1-3-15,2-2 16,-1 0-16,0-3 16,-1-8-16,2 12 15,-2-12-15,10 11 16</inkml:trace>
  <inkml:trace contextRef="#ctx0" brushRef="#br3" timeOffset="178314.32">11364 6966 0,'0'0'0,"0"0"0,0 0 15,0 0-15,0 0 16,0 0-16,0 0 16,0 0-16,0 0 15,0 0-15,0 0 16,-1 3-1,1-3-15,-5 15 16,-1 9-16,-2 9 16,-1 8-16,3 3 15,-1-1-15,1 3 16,2 2-16,2-2 16,2-2-16,2-4 15,1-1-15,1 2 16,0-1-1,2-2-15,0-4 16,0-3-16,2 3 16,1-2-16,1 0 15,-1-1-15,-1-2 16,1 1-16,-1 0 16,1 0-16,1 1 15,-2-3-15,1 3 16,0 2-16,0 0 15,-3 3 1,-3-2-16,0-1 16,0 1-16,0-1 15,0 0-15,0-1 16,0-1-16,-1-2 16,0 0-16,2-1 15,0-2-15,2-1 16,0-3-1,1 1-15,1-2 16,2 1-16,3 1 16,-1-3-16,2 1 15,-2-3-15,4-1 16,1 0-16,1 0 16,0 0-16,1-2 15,0-1-15,4-1 16,2 3-16,4-1 15,5 0 1,1-1-16,1-2 16,2-2-16,1 0 15,2 0-15,0 1 16,1-2-16,4-1 16,2-2-16,1 1 15,-1-2-15,3 0 16,-1-1-16,-1 0 15,-1 0 1,2 0-16,-2-1 16,2-2-16,2-4 15,0 0-15,2 0 16,-4-1-16,-1 1 16,0 0-16,1 1 15,-2 1-15,0 2 16,1 0-16,-2-1 15,-4 1 1,-4 0-16,2 0 16,1-1-16,-1 1 15,-4 0-15,1 0 16,0-1-16,-1 1 16,-2 0-16,-4 0 15,-4 0-15,5 1 16,-1-1-1,3 1-15,-1-1 16,-4 1-16,0 0 16,2-1-16,5 1 15,1 0-15,2 0 16,-3 1-16,3 2 16,0 2-16,1-1 15,-1 1-15,-2-2 16,2 1-16,0-1 15,2 1 1,-2 0-16,-1 0 16,-2-2-16,0 1 15,0 1-15,1-1 16,0 1-16,4-1 16,-2 1-16,-1-1 15,-1 1-15,1-1 16,2 1-16,-3 0 15,0-1 1,0 2-16,0-2 16,-1 1-16,-2-1 15,-1-1-15,-1 2 16,-1-2-16,0 1 16,-1 0-16,2 0 15,3-1-15,-2 1 16,-3-1-16,-2 0 15,2-1 1,2-2-16,1-1 16,-1-3-16,-2 3 15,-3-1-15,0-1 16,1 0-16,0-1 16,-2-1-16,-2 1 15,0 1-15,-1-2 16,-1 2-16,-3 0 15,-2 0-15,-2 0 16,-1 0 0,-14 2-16,0 0 15,0 0-15,11 0 16,-11 0-16,0 0 16,0 0-16,10 0 15,-10 0-15,0 0 16,0 0-16,0 0 15,0 0-15,10 0 16,-10 0-16,0 0 16,0 0-1</inkml:trace>
  <inkml:trace contextRef="#ctx0" brushRef="#br3" timeOffset="181304.28">13304 3997 0,'0'0'0,"0"0"0,0 0 16,0 0-16,0 0 15,0 0-15,0 0 16,0 0-16,3 0 16</inkml:trace>
  <inkml:trace contextRef="#ctx0" brushRef="#br3" timeOffset="182674.03">13576 5604 0,'0'0'0,"0"0"16,0-3-16,0 3 15,-2-11-15,0 3 16,-1-2-16,1 1 16,0 2-16,2 7 15,-2-9 1,2 9-16,0 0 15,-2-8-15,2 8 16,0 0-16,0 0 16,0 0-16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4:52:43.290"/>
    </inkml:context>
    <inkml:brush xml:id="br0">
      <inkml:brushProperty name="width" value="0.05292" units="cm"/>
      <inkml:brushProperty name="height" value="0.05292" units="cm"/>
      <inkml:brushProperty name="color" value="#00B050"/>
    </inkml:brush>
  </inkml:definitions>
  <inkml:trace contextRef="#ctx0" brushRef="#br0">7119 1449 0,'0'0'0,"0"0"0,0 0 15,0 0-15,1 4 16,-1-4-16,3 13 15,1-1-15,-1 4 16,1 3-16,3 0 16,2-1-16,2-1 15,0-3-15,1-3 16,-4-3-16,-8-8 16,16 8-16,-16-8 15,12 5 1,-12-5-16,16-3 15,-16 3-15,18-10 16,-9 3-16,0-1 16,-1-2-16,-1 1 15,1-3 1,-1 3-16,-3 1 16,-4 8-16,7-10 15,-7 10-15,0 0 16,0 0-16,3-6 15,-3 6-15,0 0 16,0 0-16,0 0 16,0 0-16,0 0 15,0 0-15,0 10 16,0 8-16,0 10 16,0 9-1,0 5-15,0 0 16,0 0-16,0-4 15,-1-3-15,0-2 16,0-5-16,-1-5 16,1-6-16,-1-4 15,1-2-15,0-2 16,0-2-16,1-7 16,-1 10-1,1-10-15,0 0 16,-2 8-16,2-8 15,0 0-15</inkml:trace>
  <inkml:trace contextRef="#ctx0" brushRef="#br0" timeOffset="317.83">7485 1721 0,'0'0'0,"0"0"0,5-3 16,9-1-16,16-4 15,8-1-15,1 1 16,1 1-16,2 1 16,-2 0-16,-2 0 15,-3 2-15,-6 3 16,-2 1-16,-3 1 16,-3 1-1</inkml:trace>
  <inkml:trace contextRef="#ctx0" brushRef="#br0" timeOffset="568.84">7613 1861 0,'0'0'0,"0"0"0,0 0 15,0 0-15,0 0 16,0 0-16,4 0 16,9-4-16,19-4 15,11-4-15,2 1 16,0 0-16,5-2 16,2 0-1</inkml:trace>
  <inkml:trace contextRef="#ctx0" brushRef="#br0" timeOffset="1202.82">8292 1552 0,'0'0'0,"0"0"16,0 0-16,0 0 15,0 0-15,2 4 16,3 2-16,4 8 16,5 10-16,-5 15 15,-5 9 1,-8 5-16,-5-10 15,-4-11-15,3-9 16,1-6-16,2-4 16,3-4-16,4-9 15,-3 7-15,3-7 16,0 0-16,19-17 16,9-10-1,4-11-15,-1 0 16,-3 2-16,-6 6 15,-6 8-15,-5 6 16,-3 6-16,-4 3 16,-4 7-16,5-6 15,-5 6-15,0 0 16,0 0-16,0 0 16,-5 19-16,-1 4 15,0 6 1,-2 2-16,5-1 15,9 0-15,11-3 16,5-6-16,34-9 31,27-18-31,0-13 16,-11-3-16,-29 2 16,-6-5-16,-5 0 15</inkml:trace>
  <inkml:trace contextRef="#ctx0" brushRef="#br0" timeOffset="1519.9">8769 1427 0,'0'0'0,"0"0"0,0 0 15,0-2-15,0 2 16,0 0-16,25-7 16,-2 7-16,0 5 15,-4 3-15,-4 3 16,-2 2-16,-4 2 16,-2-1-16,-5-2 15,0-1-15,-2-3 16,1-2-1,2 0-15,20 2 16,34-7-16,40-20 16,23-12-16</inkml:trace>
  <inkml:trace contextRef="#ctx0" brushRef="#br0" timeOffset="3623.88">10216 1588 0,'0'0'0,"0"0"16,0 0-16,0 0 15,2 6-15,3 2 16,4 10-16,3 5 16,4 0-16,3-2 15,6-7-15,6-8 16,9-12-16,-2-7 15,1-3-15,-10 1 16,-12 6 0,-5 3-16,-12 6 15,11-5-15,-11 5 16,0 0-16,0 0 16,0 0-16,0 0 15,0 0-15,13 15 16,-6 7-16,0 8 15,-3 3-15,-2 2 16,-2 1 0,0 3-16,0-4 15,0-4-15,0-8 16,0-5-16,0-5 16,0-3-16,0-3 15,0-7-15,0 11 16,0-11-16</inkml:trace>
  <inkml:trace contextRef="#ctx0" brushRef="#br0" timeOffset="3874.07">10809 1735 0,'0'0'0,"0"0"16,0 0 0,3 0-16,9 0 15,19-2-15,10-2 16,2-1-16,-6 0 16,-4 0-16,-4 0 15,-5 0-15,-7-2 16,-3 3-16,-14 4 15</inkml:trace>
  <inkml:trace contextRef="#ctx0" brushRef="#br0" timeOffset="4041.81">10861 1863 0,'0'0'0,"0"0"0,0 0 15,3 0-15,10 0 16,25 0-16,16-2 15,4-5 1,4-5-16,-5 1 0,1-2 16,1-1-1,-4-4-15</inkml:trace>
  <inkml:trace contextRef="#ctx0" brushRef="#br0" timeOffset="4408.63">11613 1482 0,'0'0'0,"0"0"0,0 0 16,-3 3-16,-4 4 15,-5 6-15,-6 6 16,0 1-16,4 4 15,7 3-15,5 0 16,8 3-16,8 1 16,5 0-1,3-3-15,3-1 32,-4-3-32,-3-3 15,-7-1-15,-13 7 16,-12 6-16,-16 3 15,-11-5-15,0-3 16,5-8-16,14-9 16,8-5-1</inkml:trace>
  <inkml:trace contextRef="#ctx0" brushRef="#br0" timeOffset="4609.24">11851 1704 0,'0'0'0,"0"0"0,0 0 15,0 0-15,0 0 16,0 0-16,0 5 16,0 5-16,0 9 15,0 5-15,0 2 16</inkml:trace>
  <inkml:trace contextRef="#ctx0" brushRef="#br0" timeOffset="4792.8">11979 1527 0,'0'0'0,"0"0"0,0 0 0,0 0 16,1 3-1,3 4-15</inkml:trace>
  <inkml:trace contextRef="#ctx0" brushRef="#br0" timeOffset="5126.13">12078 1689 0,'0'0'0,"0"0"16,1 2-16,-1-2 15,5 18-15,-1-3 16,1 1-16,-1-4 16,-2-1-16,0-3 15,-2-8-15,3 10 16,-3-10-16,0 0 15,0 0-15,0 0 16,25 0-16,1-12 16,-4-2-1,-4 2-15,-5 2 16,-4 4-16,-9 6 16,9-8-16,-9 8 15,0 0-15,0 0 16,14 11-16,-4 10 15</inkml:trace>
  <inkml:trace contextRef="#ctx0" brushRef="#br0" timeOffset="5380.03">12580 1586 0,'0'0'0,"0"2"0,0-2 16,-1 23-16,-3 9 15,1 11-15,0-1 16,4 1-16,8 1 15,10-8 1</inkml:trace>
  <inkml:trace contextRef="#ctx0" brushRef="#br0" timeOffset="5811.81">12710 1724 0,'0'0'0,"0"0"0,0 0 16,0 0-1,0 0-15,0 0 16,3 6-16,2 9 16,0 11-16,-6 9 15,-6 5-15,0-4 16,-1-10-16,3-11 15,5-15-15,0 0 16,-12-8-16,9-8 16,7-6-16,2-2 15,3 0 1,0 7-16,-3 4 16,1 4-16,-7 9 15,11-11-15,-11 11 16,15-5-16,-4 5 15,1 3-15,2 2 16,2 5 0,2 2-16,-7-1 0,-1-2 15,-1-2 1,1 0-16,6-2 16,2-6-16</inkml:trace>
  <inkml:trace contextRef="#ctx0" brushRef="#br0" timeOffset="6028.78">13156 1509 0,'0'0'0,"0"0"15,2 4-15,4 7 16,9 21-16,3 18 15,-9 18-15,-11 7 16,-49 48 15</inkml:trace>
  <inkml:trace contextRef="#ctx0" brushRef="#br0" timeOffset="7330.8">2745 1572 0,'0'0'0,"0"0"0,0 0 16,0 0-16,0 0 15,1 5-15,3 9 16,3 6-16,2 6 16,0 1-16,1-3 15,0-4-15,1-7 16,-2-5 0,-9-8-16,14 7 15,-14-7-15,12 1 16,-12-1-16,0 0 15,10 0-15,-10 0 16,0 0-16,0 0 16,6 12-16,-1 4 15,0 15-15,-2 12 16,-4 5 0,-4-2-16,0-7 15,-2-4-15,-1-5 16,1-6-16,3-8 15,0-5-15,1-5 16,3-6-16,-4 8 16,4-8-16,0 0 15,-13-4-15,13 4 16,-10-11 0,6 1-16</inkml:trace>
  <inkml:trace contextRef="#ctx0" brushRef="#br0" timeOffset="7547.66">3014 1851 0,'0'0'0,"3"0"0,-3 0 0,0 0 16,26-2-16,6-1 16,7-1-16,-4 1 15,-7 0-15</inkml:trace>
  <inkml:trace contextRef="#ctx0" brushRef="#br0" timeOffset="7764.6">3096 2090 0,'0'0'0,"0"0"16,0 0-16,3 0 16,11 0-1,12-1-15,8-3 16,2-3-16,0 2 15,-1-3-15</inkml:trace>
  <inkml:trace contextRef="#ctx0" brushRef="#br0" timeOffset="7948.98">3547 1834 0,'0'0'0,"0"0"0,0 0 16,0 0-16,1 7 16,0 9-16,2 12 15,0 3-15,0 2 16,-1 6 0,-2 4-16,0-1 0</inkml:trace>
  <inkml:trace contextRef="#ctx0" brushRef="#br0" timeOffset="8415.52">3446 1787 0,'0'0'0,"0"0"0,0 0 0,0-2 16,0 2-16,0 0 15,3-7-15,-3 7 16,29-16-16,7-2 16,3 3-16,-7 4 15,-6 2-15,-6 4 16,-4 3-16,-6 2 16,-10 0-16,12 7 15,-8 5 1,-5 4-16,-5 9 15,-3 7-15,-4 3 16,1-1-16,1-6 16,4-6-16,2-6 15,2-5-15,1-2 16,2-3-16,0 1 16,3 0-1,4 2-15,6 3 16,7 1-16,7 2 15,3-1-15,-2-2 16,-3-1-16,-3-2 16,3 2-16</inkml:trace>
  <inkml:trace contextRef="#ctx0" brushRef="#br0" timeOffset="8799.85">3928 1897 0,'0'0'0,"0"0"16,0 0-16,0 0 16,0 0-16,0 0 15,0 0-15,0 0 16,4 2-16,-4-2 16,26 0-16,-7-9 15,-3-4 1,0 0-16,-4-2 15,-3 1-15,-4-1 16,-3 1-16,-3 1 16,-3 4-16,0 2 15,4 7-15,-10-8 16,10 8-16,-16 5 16,3 7-16,-5 11 15,9 14 1,9 7-16,3-1 15,10-4-15,10-6 16,12-7-16,7-11 16,3-12-16,-1-22 15</inkml:trace>
  <inkml:trace contextRef="#ctx0" brushRef="#br0" timeOffset="9033.87">4312 1640 0,'0'0'0,"0"0"0,0 0 0,0 0 16,-1 2-16,1-2 15,-4 25-15,1 12 16,1 6-16,1 3 16,5 3-16,2-3 15,0-8 1,2-10-16,-4-11 15,2-5-15,0-4 16,-6-8-16,24 3 16,0-16-16,12-12 15,-5-10-15</inkml:trace>
  <inkml:trace contextRef="#ctx0" brushRef="#br0" timeOffset="9417.99">4589 1769 0,'0'0'0,"0"0"0,0 0 0,0 0 16,0 2-16,0-2 15,2 9-15,1-1 16,0 1-16,1 2 15,-1-2 1,2-2-16,1-1 16,-6-6-16,20 3 15,-1-9-15,2-6 16,-2 0-16,-8 3 16,-11 9-16,10-10 15,-10 10 1,0 0-16,0 0 15,0 0-15,10 1 16,0 14-16,5 19 16,2 11-16,-3-5 15</inkml:trace>
  <inkml:trace contextRef="#ctx0" brushRef="#br0" timeOffset="9668.21">5063 1468 0,'0'0'0,"0"0"0,0 0 15,0 6-15,0 12 16,0 19-1,-2 9-15,1 7 16,-1 7-16,3-4 16,4-2-16,6-15 15</inkml:trace>
  <inkml:trace contextRef="#ctx0" brushRef="#br0" timeOffset="10102.45">5313 1582 0,'0'0'0,"0"0"0,0 0 16,0 0-16,2 4 15,0 3-15,3 8 16,0 8-16,-1 6 15,-2-3 1,-1-10-16,0-3 16,-1-5-16,0-8 15,11 5-15,14-19 16,15-18-16,-2-7 16,-9 1-16,-11 11 15,-6 6-15,-6 10 16,-6 11-1,4-9-15,-4 9 16,0 0-16,0 0 16,-7 20-16,-1 1 15,0 1-15,3 4 16,7 8-16,4 2 16,7-11-16,3-16 15,8-13-15,15-11 16</inkml:trace>
  <inkml:trace contextRef="#ctx0" brushRef="#br0" timeOffset="10302.58">5734 1194 0,'0'0'0,"0"0"0,0 0 16,2 4-16,3 14 15,7 17-15,-1 11 16,-10 24 0,-16 18-16,-18 31 15</inkml:trace>
  <inkml:trace contextRef="#ctx0" brushRef="#br0" timeOffset="12006.27">4419 2263 0,'0'0'0,"8"-1"16,12-3-16,42-9 15,36-7-15,6-1 16,12-4-16,6 1 15,-8 1-15,14 5 16</inkml:trace>
  <inkml:trace contextRef="#ctx0" brushRef="#br0" timeOffset="12456.2">7878 2186 0,'0'0'0,"0"0"16,0 0-16,0 0 15,8 2-15,20 3 16,36 9 0,31 3-16,10-4 15,14-5-15,9-2 16,6-2-16,5-4 16</inkml:trace>
  <inkml:trace contextRef="#ctx0" brushRef="#br0" timeOffset="12874.42">11530 2207 0,'0'0'0,"0"0"0,0 0 15,11 1-15,33 2 16,50 11-16,44 6 15,4-1-15,36 6 16</inkml:trace>
  <inkml:trace contextRef="#ctx0" brushRef="#br0" timeOffset="15028.63">13748 1788 0,'0'0'0,"0"0"0,0 0 15,0 0-15,1 4 16,-1-4-16,0 0 16,0 0-1,10-8-15,3-6 16,6-7-16,5-6 15,-3 3-15,-2 3 16,-3 3-16,-1 1 16,2 0-16,0-2 15,-1 1-15,-4 6 16,0-2-16,2 3 16,2 2-1,2-1-15,-1 1 16,2-1-16,0 0 15,1 0-15,-2 1 16,2 1-16,-3 4 16,3 3-16,-1 5 15,-2 2-15,3 4 16,-1 3-16,-1 3 16,-3 0-1,-2 0-15,-2 0 16,0 2-16,-2-1 15,1 3-15,-2-1 16,2 3-16,0 0 16,0-1-16,-1-2 15,2-1-15,4-5 16,4-1-16,1-3 16,0-3-1,0-2-15,0-3 16,-1-2-16,0-1 15,0-2-15,-2-1 16,-3-2-16</inkml:trace>
  <inkml:trace contextRef="#ctx0" brushRef="#br0" timeOffset="18017.91">14753 986 0,'0'0'0,"0"0"16,0 0-16,0 0 15,0 1-15,0-1 16,0 0-1,0 0-15,0 9 16,-1 0-16,1 7 16,-1 4-16,1 5 15,1 3-15,0 1 16,2 3-16,-1 1 16,0 3-16,0 3 15,1-1-15,-1 0 16,0-5-16,-2-2 15,1 0 1,0-3-16,-1-4 16,1-3-16,0-4 15,0-2-15,0-3 16,-1-2-16,1-2 16,0-1-16,-1-7 15,1 10-15,-1-10 16,1 8-16,-1-8 15,0 0 1,2 6-16,-2-6 16,0 0-16,0 0 15,0 0-15,0 0 16,0 0-16,0 0 16,0 0-16,0 0 15,0 0-15,0 0 16,0 0-1,11 5-15,-11-5 16,15 6-16,5 3 16,8 3-16,7 3 15,6 3-15,5 2 16,4 2-16,0 0 16,2 0-16,-1 1 15,1 0-15,1-1 16,-4 0-1,-4-2-15,-4-3 16,-5-1-16,-4 0 16,-6-3-16,-6-3 15,-5-2-15,-2-1 16,-4-3-16,-9-4 16,13 8-16,-13-8 15,0 0-15,8 7 16,-8-7-16,0 0 15,0 0-15,0 0 16,0 0 0</inkml:trace>
  <inkml:trace contextRef="#ctx0" brushRef="#br0" timeOffset="46704.05">8905 5370 0,'0'0'0,"0"0"0,0 0 0,0 0 16,0 0-16,0 0 16,-1 2-16,1-2 15,-4 18 1,-1 3-16,0 7 15,0 3-15,0-5 16,2-3-16,0-2 16,3-3-16,0-3 15,0-5-15,3-4 16,-3-6-16,14 6 16,-1-6-16,13-11 31,3-3-16,-3-4-15,-6 5 16,-8 4-16,-12 9 16,15-10-16,-15 10 15,14 3-15,-3 6 16,1 4-16,0 4 16,-3-4-16,0-3 15,-2-3-15,5-4 16,3-8-1,5-7-15,3-7 16,1-7-16,-2-3 16,-2 0-16,-1 1 15,-4 3-15,-3 5 16,-2 5-16,-2 3 16,-2 2-16,1-2 15</inkml:trace>
  <inkml:trace contextRef="#ctx0" brushRef="#br0" timeOffset="47055.06">9486 5527 0,'0'0'0,"0"0"0,5-2 15,-5 2-15,23 0 16,-8 2-16,0 4 16,-1 3-16,-2 4 15,-3 5-15,-5 9 16,-10 7-16,-5 2 16,-5-3-16,3-8 15,2-10-15,4-3 16,3-6-1,4-6-15,0 0 16,0 0-16,45 0 16,20-17-16,13-11 15,-1-1-15,-2-3 16</inkml:trace>
  <inkml:trace contextRef="#ctx0" brushRef="#br0" timeOffset="47706.54">10387 5090 0,'0'0'0,"0"0"0,0 0 15,0 0-15,0 0 16,0 0-16,-1 4 16,-3 6-16,-4 18 15,-8 19-15,-5 18 16,-6 17-16,-15 48 31,9-28-15,5-7-16,17-39 15,8-32-15,3 2 16,8-7-16,12 4 16,14 0-16,10-12 15</inkml:trace>
  <inkml:trace contextRef="#ctx0" brushRef="#br0" timeOffset="48239.89">10631 5287 0,'0'0'0,"0"0"16,0 0-16,0 0 15,-2 6-15,-5 14 16,-6 16-16,-2 9 16,0-5-16,7-10 31,8-11-16,9-11-15,8-9 16,8-15-16,1-12 16,-2 2-16,-8 5 15,-6 7-15,-4 4 16,-6 10-16,8-10 16,-8 10-16,0 0 15,7 9-15,3 10 16,2 12-16,0-2 15,-1-3 1,1-5-16,3-10 16,4-7-16,4-11 15,1-13-15,0-12 16,0-1-16,-4-2 16,-3 1-16,-4 6 15,-6 6-15,-2 6 16,-3 7-16,-2 9 15,1-9 1</inkml:trace>
  <inkml:trace contextRef="#ctx0" brushRef="#br0" timeOffset="48474.1">10998 5475 0,'1'2'0,"-1"-2"15,4 8 1,2 3-16,0 4 16,-2 3-16,-1 5 15,-1 5-15,-2 3 16,0 2-16,0-2 16,1-5-16,2-6 15,5-4-15</inkml:trace>
  <inkml:trace contextRef="#ctx0" brushRef="#br0" timeOffset="48975.11">11293 5392 0,'0'0'0,"0"0"0,3-2 15,-3 2-15,19-7 16,3 2 0,1 5-16,-1 7 15,-4 10-15,-3 7 16,-6 6-16,-8 1 16,-6-3-16,-5-3 15,-5-3-15,-2-6 16,2-4-16,4-6 15,11-6-15,0 0 16,-3-10 0,18-16-16,11-10 15,2-2-15,-1 4 16,-1 5-16,-3 5 16,-3 7-16,-5 5 15,-6 5-15,-9 7 16,0 0-16,0 0 15,10 2 1,-9 14-16,-4 14 16,-7 7-16,0-2 15,2-5-15,3-9 16,10-3-16,8-1 16,5-6-16,7-4 15,13-11-15,15-14 16,-1-7-16</inkml:trace>
  <inkml:trace contextRef="#ctx0" brushRef="#br0" timeOffset="49241.93">11898 5104 0,'0'0'0,"0"0"0,0 0 16,2 2 0,3 8-16,9 17 15,5 24-15,-10 16 16,-13 15-16,-40 50 31,-19-16-31,-22 3 16,9-41-16,-11-31 15</inkml:trace>
  <inkml:trace contextRef="#ctx0" brushRef="#br0" timeOffset="50645.02">7634 5204 0,'0'0'0,"0"0"0,0 0 15,0 3 1,0-3-16,3 21 16,0 4-16,4 4 15,3 1-15,0-1 16,1-1-16,6 0 15,3-2-15,1-5 16,3-6 0,2-8-16,6-7 15,3-8-15,-2-8 16,-4-2-16,-5-4 16,-6 0-16,-3 1 15,-4 2-15,-4 0 16,-2 6-16,-2 2 15,-3 11-15,3-9 16,-3 9-16,0 0 16,0 0-16,0 0 15,0 0 1,0 0-16,0 0 16,-10 25-16,0 8 15,0 8-15,-1 2 16,-1 3-16,-6 10 15,-16 5-15,0 0 16,-6 0-16,5-13 16,-4 1-16,2-9 15,0-8 1,0-5-16,5-8 16,-2-7-16,6-3 15,2-6-15,7-3 16,6-2-16,3-1 15,4-4-15,6-5 16</inkml:trace>
  <inkml:trace contextRef="#ctx0" brushRef="#br0" timeOffset="50895.16">8372 5527 0,'0'0'0,"0"0"16,0 0-16,9 1 16,11 3-16,13 1 15,5 0-15,-1-2 16,-1-1-16,-1-2 15,-2-2-15,1 0 16,-7-1-16,-7 0 16,-20 3-16</inkml:trace>
  <inkml:trace contextRef="#ctx0" brushRef="#br0" timeOffset="51062.03">8444 5676 0,'0'0'0,"0"0"0,0 0 15,-2 2-15,2-2 16,0 0-16,0 0 16,1 6-16,-1-6 15,36 13-15,17-11 16,12-4 0,16-12-16</inkml:trace>
  <inkml:trace contextRef="#ctx0" brushRef="#br0" timeOffset="55420.26">11563 6051 0,'0'0'0,"0"0"16,0 0-16,0 0 16,0 0-16,-1 5 15,0 5 1,-2 7-16,1 2 15,0 0-15,0-2 16,1-4 0,3-2-1,8-1-15,4-5 16,1-3-16,2-5 16,-3-2-16,-2 2 15,-12 3-15,14-8 16,-14 8-16,0 0 15,14-7 1,-14 7-16,16 4 16,-6 3-16,-1 1 15,1-1-15,2 1 16,4-4-16,3-7 16,3-5-16,2-9 15,1-6-15,-3-3 16,-6 4-1,-5 3-15,-3 4 16,-2 5-16,-3 3 16,-3 7-16,0 0 15,0 0-15</inkml:trace>
  <inkml:trace contextRef="#ctx0" brushRef="#br0" timeOffset="55637.18">11974 6199 0,'0'0'0,"0"0"0,-1 3 16,1-3-16,-7 17 16,2 6-16,0 8 15,4 3-15,1-2 16,1 0-1,2 0-15,0-3 16</inkml:trace>
  <inkml:trace contextRef="#ctx0" brushRef="#br0" timeOffset="56053.85">12589 5846 0,'0'0'0,"0"0"0,0 0 0,0 0 0,0 0 16,-6 6-16,-11 12 16,-13 17-16,-1 7 15,-1 7-15,4 6 16,11 30-1,10-5 1,17-14 0,15-13-16,4-28 15,15-5-15,-2-18 16,8-15-16</inkml:trace>
  <inkml:trace contextRef="#ctx0" brushRef="#br0" timeOffset="56571.83">12897 5984 0,'0'-1'0,"0"1"16,0 0-16,0 0 15,0 0-15,0 0 16,-11 16-16,-8 18 15,-1 3-15,4-5 16,4-9 0,10-13-1,2-10 1,0 0-16,20-11 16,6-7-16,-1-5 15,-8 6-15,-6 5 16,-5 5-16,-6 7 15,5-7-15,-5 7 16,6 7 0,3 9-16,1 7 15,-2 2-15,-2-6 16,-1-1-16,-2-6 16,2-2-16,-5-10 15,22 4-15,2-14 16,8-9-16,1-10 15,-5-6 1,-4 2-16,-5 3 16,-5 7-16,-4 6 15,-3 6-15,-3 4 16,-4 7-16,3-8 16,-3 8-16</inkml:trace>
  <inkml:trace contextRef="#ctx0" brushRef="#br0" timeOffset="56822.88">13230 6157 0,'0'0'0,"0"0"0,2 2 16,-2-2-16,13 13 15,-4 2-15,-3 7 16,-5 2-16,-4 2 15,-4-2-15,1-4 16,1-5-16,4-7 16,2-2-1,12 3-15,13-2 16,11-5-16,9-11 16,9-15-16</inkml:trace>
  <inkml:trace contextRef="#ctx0" brushRef="#br0" timeOffset="57257.07">13609 6065 0,'0'0'0,"0"0"15,1 1-15,0 6 16,3 9-16,-3 7 15,-7 4-15,-7-1 16,-4-4 0,1-4-16,1-7 15,3-4-15,12-7 16,-12 1-16,12-1 16,-1-22-16,6-3 15,6-8-15,4 0 16,-3 7-16,-1 6 15,-3 6-15,-2 6 16,-6 8 0,5-8-16,-5 8 15,0 0 1,0 26 0,-7 17-16,1-2 15,2-13-15,5-5 16,12-1-16,7-7 15,8-4-15,0-14 16</inkml:trace>
  <inkml:trace contextRef="#ctx0" brushRef="#br0" timeOffset="57491.08">13943 5890 0,'0'0'0,"0"0"0,0 0 16,1 4-1,1 11-15,3 18 16,3 11-16,-1 3 16,-17 14-16,-15 2 15,-5 3-15,-76 40 31,-12-34-31</inkml:trace>
  <inkml:trace contextRef="#ctx0" brushRef="#br0" timeOffset="60161.76">14260 6287 0,'3'-1'0,"-3"1"0,30-12 15,25 3-15,16 2 16,2 6 0,-6 3-16,-3-1 15,-3 1-15,-8-1 16,-5-1-16,-11 0 15,-9 0-15,-8 0 16,-6 0-16,-14 0 16,13 0-16,-13 0 15,0 0-15,0 0 16,0 0 0,-27 8-16,-14-8 15,1-4-15,9 0 16,12 3-16,5-1 15,14 2-15,-12-3 16,12 3-16,0 0 16,0 0-16,0 0 15,0-12-15,15 4 16,9 4-16,3 4 16,0 5-1,-4 5-15,-4 4 16,-5 2-16,-7 7 15,-6 2-15,-14 7 16,-15 5-16,-20 14 16,-29 6-16</inkml:trace>
  <inkml:trace contextRef="#ctx0" brushRef="#br0" timeOffset="68761.84">13153 5523 0,'0'0'0,"0"0"0,0-3 0,0 3 15,-4-17-15,-1 4 16,-9-2-16,-11-4 16,-9-1-1,-13 3-15,-14 1 16,-3 7-16,-8 6 15,-8 2-15,-1 8 16,-5 3-16,1 1 16,7 2-16,1 2 15,0 4-15,0 1 16,3 2-16,-1 0 16,3 0-1,3-1-15,1 2 16,8-1-16,2 2 15,3 3-15,-1 2 16,4 1-16,4 2 16,6 2-16,2 4 15,3 3-15,2 0 16,5-1-16,5 9 16,3 1-1,4 2-15,3-3 16,5-1-16,4 2 15,5-2-15,5-5 16,22 8 0,22 6-1,13-9-15,16-9 16,-20-20-16,16-7 16,6 1-16,-1-10 15,19 1 1,-18-4-16,14 2 15,-3 0-15,2 1 16,2-1-16,-9 1 16,-5-1-16,-12-1 15,13 2-15,-20-1 16,1 3-16,0 3 16,-10 1-16,-3-1 15,2-6 1,-2-5-16,2 0 15,-1-3-15,-3-3 16,3-15-16,-2-4 16,1-4-16,-4-9 15,-6 2-15,0-10 16,-9-4-16,-9-9 16,-8-2-16,-5-3 15,-4-9 1,-2 1-16,-2 11 15,-2 3-15,-2 3 16,-2-15-16,1-6 16,1 9-16,0 2 15,-1 13-15,1 3 16,-2 8-16,-6 6 16,-5 3-16,-11 5 15,-17 7-15,-28 11 16,-34 20-1,-24 21-15,-22-1 16</inkml:trace>
  <inkml:trace contextRef="#ctx0" brushRef="#br0" timeOffset="80399.92">11692 7750 0,'0'0'0,"0"0"0,-1-2 15,1 2-15,0 0 16,-4-6-16,4 6 16,0 0-1</inkml:trace>
  <inkml:trace contextRef="#ctx0" brushRef="#br0" timeOffset="82270.96">11914 7208 0,'0'0'0,"0"0"0,0 0 0,0 0 0,-3 1 16,-1 6-16,-7 11 15,-7 11-15,0 2 16,5-1-16</inkml:trace>
  <inkml:trace contextRef="#ctx0" brushRef="#br0" timeOffset="82705.02">11904 7057 0,'0'0'0,"0"0"0,0 0 16,0 0 0,8-3-16,17-8 15,19-1-15,-5 6 16,-5 3-16,-7 4 15,-4 6-15,-3 6 16,-3 3-16,-4 8 16,-12 1-16,-10 6 15,-10 8-15,0 0 16,-1-7-16,-1-1 16,7-10-1,2-4-15,6-8 16,6-9-16,0 15 15,8-2-15,8 5 16,15 1-16,18-3 16,-1 2-16,4-4 15,-3 0-15,-4-4 16,-11-4 0</inkml:trace>
  <inkml:trace contextRef="#ctx0" brushRef="#br0" timeOffset="82888.53">12499 7433 0,'0'0'0,"0"0"16,0 0-16,-3 7 16,-4 15-1,-10 27-15,-4 3 16,-1-1-16,3-9 15,-1 3-15,4-7 16,10-24-16,6-14 16</inkml:trace>
  <inkml:trace contextRef="#ctx0" brushRef="#br0" timeOffset="83188.5">12798 7112 0,'0'0'0,"0"0"16,0 0-1,7-3-15,16-6 16,28-8-16,12-2 15,-9 5-15,-2 0 16,-5 1-16,-8 3 16,-5 1-16,-12 3 15,-6-1-15</inkml:trace>
  <inkml:trace contextRef="#ctx0" brushRef="#br0" timeOffset="83355.49">13037 7049 0,'0'0'0,"0"0"0,0 0 0,0 3 0,1 4 16,0 12-16,2 14 15,1 7-15,-1 4 16,-1 6-16,-2 2 16,0-3-1,-1-4-15,1-10 16,1-12-16,2-13 15</inkml:trace>
  <inkml:trace contextRef="#ctx0" brushRef="#br0" timeOffset="83605.67">13415 7420 0,'0'0'0,"0"0"16,0 2-16,-2 9 15,-3 18-15,-8 18 16,-5 7 0,0-5-16,-1-6 15,7-12-15</inkml:trace>
  <inkml:trace contextRef="#ctx0" brushRef="#br0" timeOffset="84023.69">14138 6873 0,'0'0'0,"0"0"16,0 0-16,0 0 15,0 0-15,0 0 16,-4 0 0,-9 5-16,-14 6 15,-9 10-15,1-1 16,4 2-16,7-5 15,2 1-15,7-2 16,6-1-16,8 2 16,8 2-16,5 7 15,9 5-15,12-7 16,4-7-16,-5 0 31,-9-6-15,-12-5-16,-10 1 15,-13 10-15,-39 17 16,-37 15-16,-17 2 16</inkml:trace>
  <inkml:trace contextRef="#ctx0" brushRef="#br0" timeOffset="109220.35">5939 7747 0,'0'0'0,"2"-2"0,-2 2 0,0 0 15,12-13-15,2-2 16,5-1-16,3 2 15,-1 3-15,-4 1 16,-3 1 0,-3 3-16,-8 0 31,-14-5-31,-19 4 16,-8 7-16,20 6 15,18-6-15,-14 9 16,14-9-16,-9 11 15,9-11-15,-7 15 16,-1 3 0,-1 13-16,1 12 15,-4 16-15,3 9 16,0-3-16,4 0 16,0-9-16,1-4 15,1-6-15,1-8 16,-5-3-1,-8-7-15,-4-9 16,-1-5-16,0-7 16,0-4-16,2-3 15,1-4-15,2-4 16,2-3-16,2-9 16,6-13-16,6-12 15,4-18-15</inkml:trace>
  <inkml:trace contextRef="#ctx0" brushRef="#br0" timeOffset="109421.69">5729 8017 0,'0'0'0,"0"0"0,0 0 0,0 0 0,0 0 16,0 0-16,0 0 15,4 1-15,9 2 16,17 1-16,16-4 15,9-8-15,1 1 16,-4 0 0,1 0-16,-7 2 15</inkml:trace>
  <inkml:trace contextRef="#ctx0" brushRef="#br0" timeOffset="109737.57">6481 7531 0,'0'0'0,"0"0"0,0 0 15,0 0-15,-7 5 16,-9 12-16,-15 26 15,-8 19 1,3 5-16,8 1 16,8 3-16,5-4 15,4-3-15,5 20 32,7-10-32,7-4 15,4-14-15,4-25 16,5-9-16,6-5 15</inkml:trace>
  <inkml:trace contextRef="#ctx0" brushRef="#br0" timeOffset="110204.88">6751 7826 0,'0'0'0,"-1"-3"15,1 3-15,-6-9 16,6 9-16,-7-10 16,7 10-16,-16 6 15,-1 10-15,-5 22 16,2 8-16,5-1 15,5 1-15,4-15 16,2-6-16,4-6 16,1-8-1,-1-11-15,11 6 16,1-12-16,6-5 16,1-6-16,-3-2 15,-6 5-15,-3 5 31,-7 9-31,0 0 16,20 2-16,-5 11 16,0 8-1,1 3-15,0 2 16,0 4-16,0-4 16,-7-10-16,3-7 15</inkml:trace>
  <inkml:trace contextRef="#ctx0" brushRef="#br0" timeOffset="110588.72">7044 7854 0,'0'0'0,"0"4"16,2 2-16,1 12 15,2 12-15,-4 5 16,-1-3-16,-2-10 16,1-6-16,-1-5 15,2-11 1,0 0-16,0 0 16,10-9-16,10-24 15,3-6-15,-5 5 16,-4 8-16,-3 6 15,-7 11 1,-4 9 0,0 0-1,-7 18-15,-7 19 16,1 11-16,11-1 16,4-5-16,7-6 15,6-8-15,2-9 16</inkml:trace>
  <inkml:trace contextRef="#ctx0" brushRef="#br0" timeOffset="110790.21">7347 7964 0,'0'0'0,"0"0"0,0 0 15,0 4-15,0 9 16,0 19-16,-1 12 15,1 4-15,0 4 16,0-4-16,0-2 31</inkml:trace>
  <inkml:trace contextRef="#ctx0" brushRef="#br0" timeOffset="111291.44">7773 8052 0,'0'0'0,"-1"-2"16,1 2-16,0 0 15,-1-8-15,8 0 16,18-9-16,18-8 15,11 6-15,-2 6 16,-5 7-16,-9 4 16,-3 1-16</inkml:trace>
  <inkml:trace contextRef="#ctx0" brushRef="#br0" timeOffset="111524.42">7913 7825 0,'0'0'0,"0"0"0,0 0 0,0 0 16,0 2-16,0 6 16,-2 19-16,-3 25 15,0 13-15,0 0 16,0 1-16,0-2 15,2-8-15,5-9 16,3-15 0</inkml:trace>
  <inkml:trace contextRef="#ctx0" brushRef="#br0" timeOffset="112026.62">8296 7816 0,'0'0'0,"0"0"16,0 0-16,1 3 16,2 8-16,4 18 15,0 19-15,-5 16 16,-9 2-16,-2 0 15,-4-2-15,3-15 16,0-11-16,3-12 16,1-11-1,2-8-15,4-7 16,0 0-16,-8-20 16,11-16-16,10-11 15,2 5-15,1 11 16,0 8-16,2 7 15,0 6-15,0 6 16,1 7-16,1 11 16,-3 6-16,-5 11 15,-8 1-15,-9-1 16,-8 0-16,-4-4 16,-10-5-1,-4-4-15,2-8 16,2-7-16,9-3 15,4-2-15,14 2 16,-13-10-16,12 2 16,7-10-16</inkml:trace>
  <inkml:trace contextRef="#ctx0" brushRef="#br0" timeOffset="112493.39">8594 8050 0,'0'0'0,"0"0"0,0 0 0,4-3 0,-4 3 15,20-11-15,3 11 16,5 8 0,-2 5-16,-2 17 15,-7 12-15,-3 4 16,-9 2-16,-2-12 31,-3-12-31,1-12 16,-1-12-16,0 0 15,23-23 1,8-17-16,-4-5 0,-5 6 16,-5 3-1,-4 6-15,-4 9 16,-3 7-16,-3 7 15,-3 7-15,0 0 16,0 0-16,-9 16 16,-3 19-16,1 12 15,3-1-15,4-1 16,5-5 0,4-8-16,1-7 15,6-4-15,2-6 16,2-7-16</inkml:trace>
  <inkml:trace contextRef="#ctx0" brushRef="#br0" timeOffset="112794.28">9082 8278 0,'0'0'0,"0"0"15,2-2-15,-2 2 16,14-12-16,-1 6 15,3 3-15,1 4 16,2 7-16,-2 8 16,-4 6-16,-10 8 15,-9 3-15,-6 3 16,-3-4-16,-2-5 16,4-8-1,3-6-15,4-5 16,6-8-16,0 0 15,0 0-15,17-8 16,19-12-16,6-11 16,-3-4-16,-4 2 15,-9 3-15,-8-8 16</inkml:trace>
  <inkml:trace contextRef="#ctx0" brushRef="#br0" timeOffset="113111.22">9151 7728 0,'0'0'0,"0"0"16,0 0-16,1 3 16,1 3-16,7 13 15,12 24 1,5 12-16,4 8 15,-10 16-15,-6 11 16,-10 1-16,-26 40 31,4-25-31,-7-10 16,6-25-16,10-39 16,1-6-1,2-11-15,6-15 16,0 0-16,0 0 15</inkml:trace>
  <inkml:trace contextRef="#ctx0" brushRef="#br0" timeOffset="113361.49">9611 8362 0,'0'0'0,"0"0"16,3 0-16,10-3 16,17-3-16,13-4 15,4 3-15,3 5 16,2 1-16,-5 3 16,-6 3-1,-9 0-15,-2 2 16,-6-2-16,-5-1 15</inkml:trace>
  <inkml:trace contextRef="#ctx0" brushRef="#br0" timeOffset="113562.43">9771 8527 0,'0'0'0,"0"0"16,0 0-16,0 0 15,0 0-15,2 1 16,10 3-16,17 1 16,17-3-16,9-5 15,2-2-15,11-7 16</inkml:trace>
  <inkml:trace contextRef="#ctx0" brushRef="#br0" timeOffset="114430.51">10835 8098 0,'0'0'0,"0"-2"15,0 2-15,-2-16 16,-1-2-16,0 0 16,-3-1-16,1 4 15,-1 3 1,-5 4-16,-5 6 15,-15 11-15,-9 15 16,-1 12-16,6 12 16,8 2-16,7 2 15,9-2-15,4-10 16,5-9-16,4-9 16,2-7-16,5-5 15,4-10 1,12-11-16,5-15 15,2-7-15,-4 1 16,-6 3-16,-6 6 16,-5 8-16,-4 6 15,-3 2-15,-4 7 32,0 0-32,0 0 15,13 17 1,-5 4-16,1 0 15,-2-2-15,4-3 16,7-2-16,7-2 16,13-8-16,4-6 15,0-11-15,-7-15 16,-2 1-16</inkml:trace>
  <inkml:trace contextRef="#ctx0" brushRef="#br0" timeOffset="114914.58">11396 7837 0,'0'0'0,"0"0"0,0 0 0,0 0 0,0 0 15,-3 5-15,2 9 16,4 24-16,2 15 16,1 2-16,1 11 15,-9 1-15,-23 24 32,-4-12-32,-6-16 15,5-18-15,15-25 16,4-8-1,2-6-15,9-6 16,-15-8-16,9-18 16,8-24-16,3-12 15,10-7-15</inkml:trace>
  <inkml:trace contextRef="#ctx0" brushRef="#br0" timeOffset="115098.69">11314 7836 0,'0'0'0,"0"0"16,0 0-16,0 0 16,0 0-16,6-4 15,5 0-15,7-1 16,7 2-16,1 4 16,0 3-16,-3 0 15,0 2-15,-3 1 16,-7-3-1</inkml:trace>
  <inkml:trace contextRef="#ctx0" brushRef="#br0" timeOffset="115298.63">11258 8167 0,'0'0'0,"0"0"16,3 0-16,8 4 15,22 0 1,16-2-16,3-4 16,0-2-16,-5-12 15</inkml:trace>
  <inkml:trace contextRef="#ctx0" brushRef="#br0" timeOffset="115515.31">11760 7776 0,'0'0'0,"0"0"15,0 0-15,-2 4 16,-3 8-16,-6 18 16,-4 22-16,1 10 15,-1 7-15,-1 5 16,2-4-16,2-12 15,1-3 1,3-3-16,4-17 16</inkml:trace>
  <inkml:trace contextRef="#ctx0" brushRef="#br0" timeOffset="115966.48">11814 8085 0,'0'0'0,"0"0"0,1-2 15,-1 2-15,13-3 16,-2 2-16,7 7 16,-3 5-16,-4 8 15,-7 6-15,-11 7 16,-6 3-16,-5-2 15,0-7 17,5-9-32,6-9 15,7-8-15,0 0 16,4-22-16,9-14 16,4 0-16,-1 7 15,0 7-15,-4 7 16,-3 4-16,-9 11 15,10-8 1,-10 8-16,12 7 16,-7 6-16,2 10 15,-3 4-15,-1 3 16,0-1-16,-1-4 16,-1-7-16,4-9 15</inkml:trace>
  <inkml:trace contextRef="#ctx0" brushRef="#br0" timeOffset="116150.41">12125 8233 0,'0'0'0,"0"0"16,0 0-16,-4 4 16,4 6-16,0 13 15,0 15-15,1 8 16,0-1-1,0-3-15,0-4 16,-4-9-16,-8-5 16,8-12-16,3-12 15</inkml:trace>
  <inkml:trace contextRef="#ctx0" brushRef="#br0" timeOffset="116467.37">12274 7882 0,'0'0'0,"0"0"15,0 0-15,0 0 16,0 4-16,0-4 16,4 16-16,7 14 15,5 15-15,3 10 16,-2-2-1,-8 4-15,-26 41 32,-16-4-32,-1 2 15,2-28-15,13-30 16,2-8-16,7-15 16,10-15-16,0 0 15,1-27-15</inkml:trace>
  <inkml:trace contextRef="#ctx0" brushRef="#br0" timeOffset="116701.58">12505 8269 0,'0'0'0,"3"0"16,-3 0-16,21-4 15,8 1-15,6 0 16,5 3 0,2 0-16,-4 2 15,1-1-15,-5 1 16,1 0-16,-4 0 16,-8-3-16,-12-7 15</inkml:trace>
  <inkml:trace contextRef="#ctx0" brushRef="#br0" timeOffset="116900.63">12746 8053 0,'0'0'0,"0"0"16,-1 2-16,1 10 15,-1 26-15,4 22 16,-2 2-1,1 6-15,-1-10 16,-4 0-16</inkml:trace>
  <inkml:trace contextRef="#ctx0" brushRef="#br0" timeOffset="117369.28">13220 7925 0,'0'0'0,"0"1"16,0-1-16,0 18 15,3 18-15,2 22 16,-1 2-1,-6-1-15,-15-7 0,0-10 16,-3-5 0,1-11-16,7-14 15,12-12-15,0 0 16,-9-15-16,12-16 16,10-11-16,5 4 15,1 9-15,3 8 16,-2 9-16,2 7 15,-2 6-15,0 10 16,-5 7 0,-5 6-16,-11 10 15,-11 5-15,-15 0 16,-10-1-16,-8-13 16,2-8-16,10-8 15,11-6-15,8-5 16,8-5-16,2-8 15</inkml:trace>
  <inkml:trace contextRef="#ctx0" brushRef="#br0" timeOffset="117719.45">13726 7876 0,'0'0'0,"0"2"15,0-2-15,-2 11 16,-2 4-16,0 16 16,0 20-16,1 14 15,1 6-15,-2-2 16,-6-4-16,-11-2 15,-18 1 17,2-7-32,-5-9 15,7-15-15,12-18 16,5-11-16,6-10 16,-1-21-16,18-39 15,19-33-15</inkml:trace>
  <inkml:trace contextRef="#ctx0" brushRef="#br0" timeOffset="117902.73">13719 7856 0,'0'0'0,"0"2"0,0-2 15,13 5-15,8 2 16,3 3-16,1-1 15,-4 0-15,-3-3 16,-4 2-16</inkml:trace>
  <inkml:trace contextRef="#ctx0" brushRef="#br0" timeOffset="118070.44">13542 8299 0,'0'0'0,"0"0"0,4-1 16,16-2-1,27-2-15,11-1 16,-5 1-16,-1-10 16,-2-27-16</inkml:trace>
  <inkml:trace contextRef="#ctx0" brushRef="#br0" timeOffset="118287.26">14086 7896 0,'0'0'0,"0"0"0,0 0 16,3 4-16,-4 16 15,-4 26-15,-3 25 16,-4 18-16,1-1 15,1-2-15,3-16 16,0 15 0,3-36-1</inkml:trace>
  <inkml:trace contextRef="#ctx0" brushRef="#br0" timeOffset="118787.68">14261 8182 0,'0'0'0,"0"0"0,5-2 16,-5 2-16,19-2 15,-4 6-15,-1 9 16,-6 6-16,-7 6 15,-11 8-15,-14 3 16,-13 4-16,-2-4 16,8-9-16,12-15 31,19-12-15,-8-6-16,11-17 15,12-4-15,-3 1 16,10 2-16,2 6 15,-6 4-15,-3 4 16,-5 4-16,-10 6 16,0 0-16,0 0 15,9 7 1,-9 10-16,-1 10 16,-5 8-16,2-1 15,-3-3-15,4-8 16,1-6-16,2-3 15,13-2-15,6-2 16,16-10-16,7-14 16</inkml:trace>
  <inkml:trace contextRef="#ctx0" brushRef="#br0" timeOffset="119038.16">14521 8460 0,'0'0'0,"4"0"16,-4 0-16,15 0 15,1 0-15,6 0 16,3 0-16,-1 2 16,-4 2-16,-5 5 15,-3 7 1,-5 6-16,-5 7 16,-10 0-16,-8-1 15,-3-5-15,1-6 16,3-7-16,15-10 15,-10 7-15,10-7 16,8-6-16,24-19 16,24-19-16,9-13 15,1-2-15</inkml:trace>
  <inkml:trace contextRef="#ctx0" brushRef="#br0" timeOffset="119272.56">14900 7977 0,'0'0'0,"0"0"0,0 0 0,0 0 15,2 3-15,9 9 16,17 22 0,9 16-16,-4 12 15,-9 8-15,-11 8 16,-14 5-16,-12-7 15,-63 28 1,-41-26 0</inkml:trace>
  <inkml:trace contextRef="#ctx0" brushRef="#br0" timeOffset="122110.95">4541 8022 0,'0'0'0,"0"0"0,0 0 16,0 0-16,0 4 15,3 2-15,3 7 16,7 6-1,6 0-15,3-2 16,9-4-16,15-12 16,11-14-16,22-27 15,12-34-15,5-22 16,4-8-16,-13 7 16,-8 12-16,-20 20 15,-2 19 1,-12 24-16</inkml:trace>
  <inkml:trace contextRef="#ctx0" brushRef="#br0" timeOffset="130844.21">7272 7539 0,'0'0'0,"-1"-3"0,1 3 15,-7-9-15,2 3 16,1 0-16,-1-2 16,-1 0-16,-2-1 15,-5-1-15,-9-2 16,-3-2-16,-2 3 16,0 0-16,3 2 15,-6-2-15,-1-1 16,-6-1-1,-2 1-15,3 5 16,1 2-16,1 0 16,2 5-16,-2 3 15,1 4-15,-1 5 16,3 1-16,-2 8 16,0 2-16,2 5 15,1 2-15,4 0 16,4 2-1,5-2-15,0 2 16,4 5-16,1 6 16,4 3-16,3 0 15,3-2-15,2-2 16,3 1-16,3-1 16,4-2-16,4 2 15,5 5-15,5 3 16,6 0-1,2-1-15,4 1 16,3 1-16,0 0 16,3 0-16,-4-9 15,3-1-15,4-6 16,4-2-16,2-8 16,1-10-16,1-6 15,1-3-15,-1-6 16,4-6-16,-7-8 15,1-10 1,-5-2-16,-8-6 16,2-2-16,1-7 15,-1-6-15,-4-1 16,-9 2-16,-1-3 16,-4-3-16,-5-5 15,-2 0-15,-3 1 16,-8-20 15,-9-7-31,-13 5 16,-3 11-16,-2 21 15,-13 4-15,-1 2 16,-13 4-16,-2 6 16,-4 2-16,-1 3 15,-3 3-15,-2 4 16,3 6-16,-2 1 15,7 4 1,6 3-16,3 1 16,12 2-16,8 1 15,4 0-15,4 1 16,4 0-16,3 1 16,10-2-16,-11 5 15,7 2-15</inkml:trace>
  <inkml:trace contextRef="#ctx0" brushRef="#br0" timeOffset="132564.13">10781 8123 0,'0'0'0,"0"0"0,0 0 16,0 0 0,0 0-16,0 0 15,0 0-15,0 0 16,0 0-16,3 3 16,-3-3-16,7 12 15,0-4-15,1 7 16,1 6-16,-1 0 15,-3-2-15,0-2 16,-1 0-16,0-4 16,-1-1-1,3-1-15,9-4 16</inkml:trace>
  <inkml:trace contextRef="#ctx0" brushRef="#br0" timeOffset="137640.07">10420 8563 0,'0'0'0,"0"0"16,0 0-16,0 0 15,0 0 1,-3 1-16,3-1 15,0 0-15,0 0 16,14-1-16,9-2 16,10-1-16,7-1 15,5 0 1,2-2-16,3 2 0,0 1 16,0 2-16,0 0 15,-2 0 1,-4 2-16,-3-1 15,-3 1-15,-8 0 16,-4 0-16,-9 0 16,-7 0-16,-10 0 15,12 0-15,-12 0 16,0 0-16,0 0 16,0 0-16,0 0 15,-9 9 1,-26 1-16,-11-1 15,-3-2-15,3-1 16,-1-1-16,2-1 16,5-2-16,5 1 15,9-2-15,6 0 16,7 0-16,13-1 16,-15 0-16,15 0 15,0 0 1,0 0-16,0 0 15,0 0-15,25 4 16,27 4-16,18-2 16</inkml:trace>
  <inkml:trace contextRef="#ctx0" brushRef="#br0" timeOffset="140881.06">11013 7504 0,'0'0'0,"0"0"15,0 0-15,0 0 16,3-1-16,-3 1 16,0 0-16,13-1 15,-13 1-15,17 5 31,-7-1-31,0 1 16,0 2-16,-2 1 16,-3 4-16,-3 3 15,-4 2 1,-4 2-16,0-1 16,0-2-16,1-4 15,1-3-15,4-2 16,9 2-16,15-3 15,31-10-15,30-21 16,16-5-16</inkml:trace>
  <inkml:trace contextRef="#ctx0" brushRef="#br0" timeOffset="142364.51">11135 7504 0,'0'0'0,"0"0"0,0 0 16,-1 2-16,1-2 15,0 0 1,0 0-16,0 0 16,-4 8-16,1 0 15,-2 4-15,-1 3 16,1-1-16,0-2 15,2-2-15,2-3 16,1-7-16,-1 8 16,1-8-16,0 0 15,6 7 1,-6-7-16,16 4 16,-16-4-16,11 1 15,-11-1-15,0 0 16,0 0-16,0 0 15,0 0-15,0 0 16,0 0-16,4 10 16,-4-10-16,-4 8 15,4-8-15,0 0 16,0 0 0,0 0-16,19 0 15,12-11-15,-1-3 16,-9 2-16,-8 4 15,-13 8-15,11-8 16,-11 8-16,0 0 16,0 0-16,0 0 15,-27 4 1,-16 14-16,-7 6 16,11-3-16,12-5 15,10-6-15,17-10 16,-12 8-16,12-8 15,0 0-15,-4 6 16,4-6-16,0 0 16,0 0-16,0 0 15,27-14-15,10-11 16,9-8 0,-9 3-16,-10 7 15,-11 7-15,-5 6 16,-5 3-16,-6 7 15,4-6-15,-4 6 16,0 0-16,0 0 16,0 0-16,0 0 15,0 0-15,-10 1 16,10-1 0,0 0-16,0 0 15,0 0-15,39-7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4:55:13.587"/>
    </inkml:context>
    <inkml:brush xml:id="br0">
      <inkml:brushProperty name="width" value="0.05292" units="cm"/>
      <inkml:brushProperty name="height" value="0.05292" units="cm"/>
      <inkml:brushProperty name="color" value="#00B050"/>
    </inkml:brush>
  </inkml:definitions>
  <inkml:trace contextRef="#ctx0" brushRef="#br0">3533 7585 0,'0'0'0,"0"0"0,0 0 0,-2-2 15,2 2-15,0 0 16,0 0-16,0 0 15,0 0-15,0 0 16,20 0-16,28 9 16,34 1-16,19-5 15</inkml:trace>
  <inkml:trace contextRef="#ctx0" brushRef="#br0" timeOffset="634.91">7780 7548 0,'0'0'0,"0"0"0,0 0 0,0 0 16,10 0-16,25 0 16,46 0-16,22 0 15,16 0-15,6-3 16</inkml:trace>
  <inkml:trace contextRef="#ctx0" brushRef="#br0" timeOffset="1335.51">12303 7627 0,'0'0'0,"0"0"0,0 0 16,3-1-16,-3 1 16,11-3-16,17-1 15,48-2 1,34 7-16,14 6 15,2-1-15</inkml:trace>
  <inkml:trace contextRef="#ctx0" brushRef="#br0" timeOffset="6311.47">2886 6745 0,'0'0'0,"0"-2"15,0 2-15,0 0 16,0-8-16,0 8 15,0 0-15,-1-6 16,1 6-16,1-7 16,3-6-16,20-27 15,36-50 1,20-18-16,9-5 16,-3 3-16,-4 9 15,-4 2-15,-1 7 16</inkml:trace>
  <inkml:trace contextRef="#ctx0" brushRef="#br0" timeOffset="7580.76">7485 6008 0,'0'0'0,"0"0"0,0 0 16,2 0-16,-2 0 15,19-8-15,16-3 16,25-9-16,25-8 15,26-11-15,19-42 16,33-11-16</inkml:trace>
  <inkml:trace contextRef="#ctx0" brushRef="#br0" timeOffset="8832.86">12474 6310 0,'0'0'0,"0"0"0,0 0 15,0 0-15,0 0 16,0 0-16,1 3 16,-1-3-16,6 9 15,3 2-15,6 8 16,8 6-16,8 5 16,9 0-1,3 4-15,4 2 16,8 6-16,0-1 15,4 8-15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4:56:16.105"/>
    </inkml:context>
    <inkml:brush xml:id="br0">
      <inkml:brushProperty name="width" value="0.05292" units="cm"/>
      <inkml:brushProperty name="height" value="0.05292" units="cm"/>
      <inkml:brushProperty name="color" value="#00B050"/>
    </inkml:brush>
  </inkml:definitions>
  <inkml:trace contextRef="#ctx0" brushRef="#br0">6814 2532 0,'0'0'0,"0"0"0,-4 0 0,4 0 15,0 0-15,0 0 16,0 0-16,-9 0 16,9 0-16,0 0 15,0 0-15,0 0 16,0 0-16,0 0 16,0 0-16,0 0 15,0 0-15,0 0 16,0 0-1,0 0-15,0 0 16,0 0-16,0 0 16,0 0-16,0 0 15,0 0-15,25 1 16</inkml:trace>
  <inkml:trace contextRef="#ctx0" brushRef="#br0" timeOffset="6794.62">9318 2555 0,'0'0'0,"0"0"0,0 0 0,0 0 15,0 0 1,-1 3-16,1-3 15</inkml:trace>
  <inkml:trace contextRef="#ctx0" brushRef="#br0" timeOffset="9282.89">11539 2217 0,'0'0'0,"0"0"0,0 0 16,0 0-16,0 0 31,0 0-31,0 2 0</inkml:trace>
  <inkml:trace contextRef="#ctx0" brushRef="#br0" timeOffset="9884.62">11631 2551 0,'0'0'0,"0"0"0,0 0 16,0 0-16,0 0 16,0 0-16,-1 2 15</inkml:trace>
  <inkml:trace contextRef="#ctx0" brushRef="#br0" timeOffset="14225.75">11652 5793 0,'0'0'0,"0"0"16,0 0-16,0 0 16,3 0-16,-3 0 15,11-2 1,0 1-16,-11 1 15,15-4-15,-15 4 16,0 0-16,12-5 16,-12 5-16,0 0 15,8-6-15</inkml:trace>
  <inkml:trace contextRef="#ctx0" brushRef="#br0" timeOffset="15394.51">11643 5805 0,'0'0'0,"0"0"15,0 0-15,0 0 16,0 0-16,6 1 16,4 1-16,5 0 15,5 0-15,6-3 16,-1-1-16,3-1 16,0 0-16,1-1 15,1 1-15,-1-1 16,0 0-1,-5 1-15,-4 0 16,-3 2-16,-6-1 16,-1 1-16,-10 1 15,13-1-15,-13 1 16,0 0-16,0 0 16,10-2-16</inkml:trace>
  <inkml:trace contextRef="#ctx0" brushRef="#br0" timeOffset="16212.7">11560 5806 0,'0'0'0,"0"0"16,0 0-16,0 0 15,0 0-15,0 0 16,0 0-16,0 0 16,0 0-16,0 0 15,0 2-15,0-2 16,0 0-1,3 12-15,-1-1 16,2 7-16,1 8 16,-2 5-16,-1 5 15,-2 4-15,-1 1 16,0-2-16,0 3 31,1-1-15,-1-4-16,0-3 15,-1-9-15,1-3 16,1-5-16,-1-2 16,1-2-16,1-2 15,0-1-15,1 0 16,0-5-16,-2-5 16,3 10-16,-3-10 15,0 0-15,2 8 16,-2-8-1,0 0-15,0 0 16,0 0-16,0 0 16,0 0-16,5 6 15,-5-6-15,0 0 16,0 0-16,14 2 16,-2-2-16,4-2 15,10-4-15,3-1 16,4 0-16,2-1 15,-4 0 1,0 1-16,1-1 16,-6 0-16,2 1 15,-4-1-15,-8 3 16,3-1-16,0 2 16,-3 3-16,-16 1 15,14 0-15,-14 0 16,0 0-16,0 0 15,10 0 1,-10 0-16,0 0 16,0 0-16</inkml:trace>
  <inkml:trace contextRef="#ctx0" brushRef="#br0" timeOffset="16880.87">11630 5798 0,'0'0'0,"0"0"0,0 0 16,0-1 0,0 1-16,0 0 15,0 0-15,0 0 16,0 0-16,0 0 16,0 0-16,9-9 15,0 2-15,9-4 16,8 0-16,1 1 15,-3 3 1,0 2-16,-5 0 16,0 2-16,-1-1 15,-1 1-15,-1 1 16,-4-1-16,4 0 16,8-3-16</inkml:trace>
  <inkml:trace contextRef="#ctx0" brushRef="#br0" timeOffset="18198.99">12353 5997 0,'0'0'0,"0"-2"16,0 2-16,0 0 15,0 0-15,0 0 16,0 0-16,0 0 15,0 0-15,10 1 16,-10-1-16,0 0 16,12 0-1,-12 0-15,18-6 16,-3 2-16,7-4 16,7 1-16,3 1 15,-1 1-15,-4 1 16,0 1-16,5 2 15,0 0-15,-2 0 16,-6 0-16,-5 0 16,-3 1-1,-3 0-15,-3 0 16,-10 0-16,14 3 16,-14-3-16,0 0 15,0 0-15,0 0 16,0 0-16,0 0 15,0 0-15,-15-17 16,2 6-16</inkml:trace>
  <inkml:trace contextRef="#ctx0" brushRef="#br0" timeOffset="18499.68">12674 5856 0,'0'0'0,"0"0"0,0 0 16,0 0-16,0-2 16,0 2-16,0 0 15,0 0 1,0 0-16,0 0 16,15 10-16,-1-5 15,0 1-15,1-1 16,-3-1-16,-1 1 15,-11-5-15,15 12 16,-10-6-16,-1 4 16,-16 15 15,-28 17-31,-16 4 16,-3-9-16</inkml:trace>
  <inkml:trace contextRef="#ctx0" brushRef="#br0" timeOffset="20103.48">11707 6647 0,'0'0'0,"0"0"0,0 0 16,0 0-16,0 0 15,3 3-15,-3-3 16,17 10-16,-3-2 16,2 2-16,2 2 15,2 6-15,-2 5 16,1 7 0,0 5-16,-5 5 15,-2 3-15,-8-1 16,-7 17-1,-4 4 1,-2-6-16,1-12 16,-1-20-16,-1-8 15,1-5-15,1-2 16,8-10 0,-9 11-16,9-11 15,-10 7-15,10-7 16,0 0-16,0 0 15,-10 3-15,10-3 16,0 0-16,-8-10 16,4-1-16,2-7 15,1 1-15</inkml:trace>
  <inkml:trace contextRef="#ctx0" brushRef="#br0" timeOffset="28986.33">10092 6604 0,'0'0'0,"0"0"0,0 0 16,0 0-16,0 0 15,0 2-15,0-2 16,0 0-16,0 0 16,0 0-1,0 0-15,1 11 16,2 3-16,1 8 15,0 1-15,2 8 16,2 9-16,-3 4 16,-5 10-16,-3-9 15,-2-4-15,-1-9 16,0-8 0,2-7-16,-1-4 15,1-4-15,2-3 16,2-6-16,0 0 15,-5 8-15,5-8 16,0 0-16,0 0 16,0 0-16</inkml:trace>
  <inkml:trace contextRef="#ctx0" brushRef="#br0" timeOffset="44615.32">6648 3463 0,'0'0'0,"0"0"0,0 0 0,0 0 15,0 0-15,0 2 16,0-2-16</inkml:trace>
  <inkml:trace contextRef="#ctx0" brushRef="#br0" timeOffset="44982.77">8883 3620 0,'0'0'0,"0"0"16,0 0-16,0 0 16,0 0-16,0 0 15,0 2-15,0-2 16</inkml:trace>
  <inkml:trace contextRef="#ctx0" brushRef="#br0" timeOffset="46685.94">11666 3570 0,'0'0'0,"0"0"0,0 0 15,0 0-15,0 0 16,0 0-16,0 0 15,0 0 1</inkml:trace>
  <inkml:trace contextRef="#ctx0" brushRef="#br0" timeOffset="51863.18">14642 3039 0,'0'0'0,"0"0"0,0 0 16,0 0-16,0 0 16,0 0-16,0 0 15,4-1-15,-4 1 16,15-6-16,-1 0 16,6-3-16,7 0 15,7 0 1,4 3-16,4 1 15,-1 1-15,2 2 16,0 1-16,-3 1 16,-8 1-16,-5-1 15,0 0-15,-5 0 16,-2 1-16,-4 0 16,-6-1-1,-10 0-15,14 2 16,-14-2-16,0 0 15,12 5-15,-12-5 16,0 0-16,0 0 16,0 0-16,0 0 15,0 0-15,7 7 16,-7-7-16</inkml:trace>
  <inkml:trace contextRef="#ctx0" brushRef="#br0" timeOffset="52914.12">15183 2970 0,'0'0'0,"0"0"0,0-2 15,0 2-15,2-13 16,2-4-16,4-7 16,4-3-16,3-3 15,5-4 1,3-2-16,0-2 15,-1 3-15,2-2 16,0 3-16,-2 2 16,-2 2-16,-1 3 15,-3 4-15,0 0 16,-3 1-16,-2 3 16,-1 1-16,-3 2 15,-1 1-15,-2 2 16,-1 1-1,0 0-15,-2 2 16,0 2-16,-1 8 16,1-10-16,-1 10 15,0-6-15,0 6 16,0 0-16,0-8 16,0 8-16,0 0 15,0 0 1</inkml:trace>
  <inkml:trace contextRef="#ctx0" brushRef="#br0" timeOffset="90918.34">9812 7560 0,'0'0'0,"1"-2"0,-1 2 0,14-16 15,4-1 1,1-2-16,-3 4 15,-3 4-15,0 1 16,-1 4-16,2 0 16,0 4-16,-2 1 15,0 4-15,-1 7 16,-3 2-16,-4 9 16,-10 11-16,-3 5 15,-4 0-15,-3-4 16,-2-2-1,-1 3-15,-1-1 16,-1 3-16,1-5 16,1-7-16,4-5 15,4-7-15,2-2 16,2-3-16,7-7 16,-7 7-16,7-7 15,0 0 1,0 0-16,0 0 15,-6 6-15,6-6 16,0 0-16,0 0 16,17 8-16,-4-5 15,3-3-15,2-2 16,-1 0-16,-1 0 16,-1-1-16,-1 1 15,1 0 1,2 0-16,0 2 15,4 2-15,-2-1 16,-1 1-16,-2-1 16,-2 0-16,-4-1 15,-10 0-15,18 0 16,-18 0-16,15-2 16,-15 2-16,16-2 15,-16 2-15,20-2 16,-6 1-16</inkml:trace>
  <inkml:trace contextRef="#ctx0" brushRef="#br0" timeOffset="91669.88">10205 7555 0,'0'0'0,"0"0"0,0 0 16,0 0-16,0 0 16,0 0-16,0 0 15,0 0-15,0 0 16,0 0-16,0 0 15,0 0 1,0 0-16,0 0 16,0 0-16,0 0 15,0 0-15,0 0 16,0 0-16,0 0 16,3 2-16,-3-2 15,0 0-15,16 10 16,-16-10-1,12 8-15,-12-8 16,15 9-16,-15-9 16,13 8-16,-13-8 15,11 9-15,-11-9 16,13 8-16,-13-8 16,17 12-16,-6-5 15,3 2-15,4 2 16,3 0-16,2-2 15,-2 1 1,-3-3-16,-2-1 16,3 3-16,2-2 15,-1 2-15,-1 0 16,-5-4-16,0 1 16,-4-2-16,-10-4 15,14 4-15,-14-4 16</inkml:trace>
  <inkml:trace contextRef="#ctx0" brushRef="#br0" timeOffset="91936.7">10510 7492 0,'0'0'0,"0"0"0,0 0 0,0 0 0,0 0 16,0 0-16,0 0 16,-1 4-16,-3 6 15,-4 10-15,-4 9 16,-2 9-16,-5 6 16,-8 3-16,0 0 15,5-9-15,2-5 16,8-12-16,-1 0 15</inkml:trace>
  <inkml:trace contextRef="#ctx0" brushRef="#br0" timeOffset="92638.75">10632 7637 0,'0'0'0,"0"0"0,0 0 16,2-5-16,1-3 16,3-4-16,1-4 15,1 0-15,1 1 16,2 2-16,1 1 15,0 4 1,1 1-16,1 3 16,-2 2-16,-2 1 15,1 1-15,-11 0 16,19 6-16,-7 1 16,-2 5-16,-3 4 15,-5 0-15,-6 5 16,-2 2-16,-6-2 15,2-2 1,1-5-16,1-4 16,1-2-16,2-1 15,5-7-15,-6 9 16,6-9-16,-3 6 16,3-6-16,0 0 15,10 8-15,3-7 16,3 0-16,5-2 15,-1 0-15,-1 0 16,-2 0 0,-1 2-16,-2 4 15,-4 4-15,-2 2 16,-4 2-16,-5 2 16,-4 1-16,-2 2 15,-5-5-15,1-3 16,-11 0-1,-6-2-15,-2-1 0,2-4 16,9-2 0,2-1-16,3-1 15,2 1-15,2 0 16,10 0-16,-13 0 16,13 0-16</inkml:trace>
  <inkml:trace contextRef="#ctx0" brushRef="#br0" timeOffset="92956.05">11089 7689 0,'0'0'0,"0"0"0,0 0 16,0-1-16,0 1 15,13 0-15,3 0 16,4 0-16,0 0 15,-1 0-15,-5 0 16,-4 0-16</inkml:trace>
  <inkml:trace contextRef="#ctx0" brushRef="#br0" timeOffset="93222.09">11023 7871 0,'0'0'0,"0"0"15,0 0-15,0 0 16,4-4-16,-4 4 16,13-11-16,0 0 15,5-2-15,6 0 16,1 1-16,0 4 15,0 5-15,-3 0 16,1 2-16,-2-1 16,2 0-1,1-3-15</inkml:trace>
  <inkml:trace contextRef="#ctx0" brushRef="#br0" timeOffset="93773.53">11754 7464 0,'0'0'0,"0"0"15,0 0-15,0 0 16,-1-2-16,1 2 15,0 0-15,0 0 16,-10-2 0,-6 2-16,-8 4 15,-7 4-15,-2 8 16,-4 9-16,-1 4 16,6 2-16,3-2 15,4 2-15,2 17 31,5 3-31,7-7 16,6-11-16,6-14 16,2-5-1,5 1-15,13-1 16,5-2-16,10-4 16,-1-6-16,-8-5 15,-2-3-15,-5-1 16,1-4-16,-1-3 15,-3-1-15,-5 1 16,-6 2-16,-3 2 16,-8-2-1,-8 3-15,-13-1 16,-13 0-16,-6 8 16,-2 6-16,-4 6 15,-5 1-15</inkml:trace>
  <inkml:trace contextRef="#ctx0" brushRef="#br0" timeOffset="96578.62">11817 7336 0,'0'0'0,"0"0"0,0 0 15,0 0-15,2-1 16,-2 1-16,0 0 16,0 0-16,0 0 15,0 0-15,0-10 16,-2 1 0,-3-2-16,-4 0 15,-4 1-15,-2 1 16,-4-1-16,-2 3 15,-2 2-15,2 2 16,3 2-16,1 1 16,-2 1-16,-2 3 15,-3 2 1,1 0-16,0 2 16,0 0-16,1 2 15,1 2-15,-2 2 16,3-1-16,2-1 15,-1 1-15,1 0 16,2 0-16,0 2 16,0 1-16,-1 0 15,2 1-15,0 2 16,0 3 0,1 2-16,3 3 15,2-2-15,0-3 16,4 0-1,0 2 1,0 1-16,3 4 16,3-1-16,4-1 15,3-5-15,0-3 16,1-3 0,0-3-16,3 1 15,3 4-15,5-1 16,0 0-16,-1-4 15,0-4-15,-2-2 16,1-1-16,1-1 16,1 2-16,-2 2 15,3 8 1,1 2-16,-3-3 16,1 0-16,-3-5 15,-1-2-15,0 0 16,-3-3-16,-1-2 15,2-2-15,5-1 16,2-1-16,4-2 16,-2-2-16,-3 0 15,0-1-15,-3 0 16,0 0-16,2-5 16,0-8-16,1 0 15,-2 2 1,-4 3-16,5-3 15,0-1-15,1-2 16,-3 1-16,-3 2 16,-2-11-16,1-4 15,-4-2-15,-2 2 16,-3 9 0,-1 1-16,-1 2 15,-1 1-15,0-4 16,-2-6-16,0-3 15,-2 2-15,-3 6 16,-5 2-16,-1 1 16,-5 0-16,-1 0 15,-1 2-15,-1-2 16,0 3 0,-2 1-16,-2 1 15,1 3-15,1 2 16,2 2-16,4 1 15,0 2-15,1-1 16,2 2-16,1 1 16,1-1-16,11 4 15,-17-2-15,17 2 16,-15 1-16,15-1 16,-12 1-1,12-1-15,-9 2 16,9-2-16,-13 3 15,13-3-15</inkml:trace>
  <inkml:trace contextRef="#ctx0" brushRef="#br0" timeOffset="98081.77">9874 8123 0,'0'0'0,"0"0"16,0 0-1,0 0-15,1-2 16,-1 2-16,0 0 16,0 0-16,0 0 15,0 0-15,13-6 16,-13 6-16,15-5 16,-2 2-16,2-1 15,8-1 1,4 1-16,0 1 15,-3-1-15,-5 4 16,-2 0-16,-2 2 16,-2 2-16</inkml:trace>
  <inkml:trace contextRef="#ctx0" brushRef="#br0" timeOffset="98482.7">10669 8043 0,'0'0'0,"0"0"0,0 0 0,0-2 16,0 2-16,0 0 15,0 0 1,0 0-16,3-6 15,-3 6-15,0 0 16,19-12-16,-3 5 16,10 1-16,6 4 15,-3-2-15</inkml:trace>
  <inkml:trace contextRef="#ctx0" brushRef="#br0" timeOffset="100269.58">9860 8343 0,'0'0'0,"0"0"16,0 0-16,0 0 16,-3-1-16,3 1 15,0 0-15,-10-4 16,10 4-16,-16-6 15,4 1-15,-2-1 16,2 2-16,-1 0 16,1 1-1,1 2-15,-1 2 16,0 2-16,0 2 16,0 1-16,12-6 15,-17 13-15,12-2 16,1 3-16,1 2 15,4 0 1,3 1-16,2-2 16,2 1-16,3-2 15,4 0-15,5 0 16,4-1-16,4-6 16,-1-4-16,-5-3 15,0-3-15,-3-2 16,-2-3-16,-2-1 15,0-3-15,-3-2 16,-1-2 0,-3-2-16,-6-2 15,-2 1-15,-2 1 16,-3 1-16,0 3 16,-2 0-16,-2 3 15,0 1-15,-1 2 16,1 1-16,-4 2 15,1 2-15,-4 2 16,1 2 0,4 3-16,3 3 15,3 1-15,3 3 16,3 2-16,3 3 16,2-4-16</inkml:trace>
  <inkml:trace contextRef="#ctx0" brushRef="#br0" timeOffset="100502.68">10174 8439 0,'0'0'0,"0"0"0,-1-2 16,1 2-16,0 0 16,0 0-1,0 0-15,-3-7 16,3 7-16,0 0 16,0-7-16</inkml:trace>
  <inkml:trace contextRef="#ctx0" brushRef="#br0" timeOffset="101153.75">10320 8247 0,'0'0'0,"0"0"0,0 0 15,3-3-15,-3 3 16,16-10-16,-4 2 16,2 1-16,0 2 15,2 3-15,-2 2 16,-3 2-16,-11-2 15,17 4-15,-17-4 16,13 13 0,-8 0-16,-1 5 15,-7 7-15,-1 5 16,-4 3-16,-1-4 16,-2-1-16,0-2 15,0-3-15,1-4 16,2-4-16,1-2 15,1-2-15,1-3 16,1-1 0,4-7-16,-5 7 15,5-7-15,0 0 16,0 0-16,0 0 16,0 0-16,0 0 15,0 0-15,0 0 16,25 4-16,-2-7 15,1-3-15,-1-1 16,-5 0-16,-3 0 16,0 2-1,1-1-15,0 2 16,2 4-16,-3 2 16,-15-2-16,10 3 15,-10-3-15,2 10 16</inkml:trace>
  <inkml:trace contextRef="#ctx0" brushRef="#br0" timeOffset="101688.47">10734 8262 0,'0'0'0,"0"0"15,2 2-15,-2-2 16,0 0-16,7 7 16,2 0-16,7 6 15,4 6-15,3 5 16,-1 3-16,0 0 15,-3-3-15,1 2 16,4 2 0,1-6-16,-2-6 0,-10-7 15,-2-3 1,-1-1-16,0 0 16,0 0-16,-10-5 15,0 0-15,0 0 16,0 0-16,2-13 15,-16-16-15</inkml:trace>
  <inkml:trace contextRef="#ctx0" brushRef="#br0" timeOffset="101972.5">10899 8258 0,'0'0'0,"0"0"0,0-2 31,0 2-31,0 0 16,0 0-16,0 0 16,0 0-1,-8 13-15,-3 8 16,-3 12-16,1 6 16,1-2-16,0-1 15,1-1-15,0-5 16,-1-6-16,5-9 15,0-5-15,3-1 16,4-9-16,-5 10 16,5-10-16,0 0 15</inkml:trace>
  <inkml:trace contextRef="#ctx0" brushRef="#br0" timeOffset="102506.32">11204 8387 0,'0'0'0,"0"-3"0,0 3 15,0 0-15,0-8 16,0 8-16,0 0 15,0 0-15,0 0 16,-10-1-16,10 1 16,-20 17-16,7 7 15,1 3 1,4 6-16,7-9 16,2-5-16,3 0 15,1-6-15,2 2 16,2 2-16,4 0 15,-2-5-15,1-5 16,-1-3-16,1-7 16,2-6-16,-1-6 15,-2-9-15,-4 4 16,-2-2 0,-1-1-16,-1-3 15,-3 1-15,-4 1 16,0 7-16,-1 5 15,1 1-15,-3 1 16,-5 1 15,-6 4-31,-1 3 16,-2 7-16,4 2 16,6 4-16,11-11 15</inkml:trace>
  <inkml:trace contextRef="#ctx0" brushRef="#br0" timeOffset="102707.7">11396 8478 0,'0'0'0,"0"0"0,0 0 16,0 0-16,0 0 15,0 0-15,0 0 16,0 0-16,0 0 16,-4-4-16</inkml:trace>
  <inkml:trace contextRef="#ctx0" brushRef="#br0" timeOffset="103407.57">11507 8297 0,'0'0'0,"0"0"0,0 0 0,2-2 0,-2 2 16,12-10-16,-1 2 15,5 1-15,0 0 16,-1 3-16,-4 1 15,-1 1-15,-10 2 16,18-3-16,-18 3 16,12 1-16,-12-1 15,11 6-15,-6 1 16,-1 5 0,0 4-16,-4 11 15,-4 2-15,-2-1 16,1-4-16,-1-7 15,2-5-15,0-3 16,1-3-16,3-6 16,-3 8-16,3-8 15,0 0 1,0 0-16,0 0 16,0 0-16,0 0 15,0 0-15,10 5 16,-10-5-16,13 2 15,-2 1-15,3 2 16,3 3-16,2 1 16,-9-2-16,-3 0 15,-2 3-15,-3 4 16,-2-2 0,-2 0-16,-3 0 15,-5 5-15,-4 1 16,-2-1-16,-1-3 15,3-5-15,1-3 16,-2-3-16,-6-2 16,-1-2-16,2 0 15,4 1-15,6-1 16,10 1 0,-12-3-16,12 3 15,0 0-15,0 0 16,-4-14-16</inkml:trace>
  <inkml:trace contextRef="#ctx0" brushRef="#br0" timeOffset="103759.8">11984 8448 0,'0'0'0,"0"0"0,0 0 16,6-3-1,-6 3-15,20-7 16,0 0-16,3-1 15,0-1-15,0 7 16,-1 4-16,-2 1 16,-7-1-16,-13-2 15,14 3-15,-14-3 32</inkml:trace>
  <inkml:trace contextRef="#ctx0" brushRef="#br0" timeOffset="104059.52">11933 8583 0,'0'0'0,"0"0"15,0 0-15,6-3 16,8-2-16,5-4 15,5 0-15,-1 0 16,4 1-16,3 2 16,3-3-16,-5 3 15,-4 0-15,-8 2 16,-3 0-16,0 3 16,-2 1-1,-1 1-15,-10-1 16,14 5-16,-14-5 15,13 4-15</inkml:trace>
  <inkml:trace contextRef="#ctx0" brushRef="#br0" timeOffset="105127.55">12672 8259 0,'0'0'0,"0"0"0,0 0 15,-2-1-15,2 1 16,0 0-16,-8-8 16,8 8-16,-10-6 15,10 6 1,-16-5-16,4 4 15,1 3-15,-6 0 16,-1 3-16,-3 1 16,0 3-16,4 5 15,3 3-15,2 2 16,2 0-16,2-2 16,2 1-16,2 0 15,3 0 1,6 3-16,1-1 15,6-1-15,0-5 16,0-3-16,1-3 16,-1-2-16,0-2 15,0 0-15,0-3 16,0-1-16,3-1 16,2-4-16,0-1 15,-1-4 1,-4-4-16,-2-2 15,-2-3-15,-2 0 16,-3 2-16,-1-3 16,-1-2-16,-2-1 15,-2 2-15,-2 2 16,-3 0-16,-2 1 16,-2 1-16,0 3 15,0 4 1,-1 1-16,0 5 15,1 1-15,1 1 16,2 2-16,9 0 16,-16 5-16,16-5 15,-11 9-15,9-2 16,2 2-16</inkml:trace>
  <inkml:trace contextRef="#ctx0" brushRef="#br0" timeOffset="105462.34">12927 8373 0,'0'0'0,"0"0"0,0-2 16,0 2-16,0 0 15,0 0-15,0 0 16,0 0-16,0 0 16,1-6-16,-1 6 15,0 0-15,0 0 16,0 0-1,0 0-15,0 0 16,0 0-16,-5-10 16</inkml:trace>
  <inkml:trace contextRef="#ctx0" brushRef="#br0" timeOffset="106864.72">13343 8250 0,'0'-2'0,"0"2"0,0 0 16,0 0-1,0 0-15,0 0 16,-9-8-16,9 8 16,-21-8-16,6 5 15,0 3-15,-5 2 16,4 3-16,-3 3 16,0 6-16,1 5 15,-1 0-15,5-1 16,5-4-16,6 5 15,3-2 1,7 1-16,5 1 16,5-2-16,4 0 15,-1-4-15,0-6 16,3-4-16,-1-2 16,0-1-16,-4-1 15,-1 0-15,1-3 16,-1-1-1,-4-2-15,-2-9 32,-4-13-32,-2-5 15,-3-2-15,-4 11 16,-2 4-16,-4 0 16,1 3-16,-2 4 15,2 1-15,-1 6 16,-3 0-16,-3 3 15,-1 2-15,-1 2 16,1 2 0,3 3-16,0 1 15,2 1-15,10-7 16,-8 7-16</inkml:trace>
  <inkml:trace contextRef="#ctx0" brushRef="#br0" timeOffset="107699.82">13864 7976 0,'0'0'0,"0"0"16,0 0-16,-1 3 15,1-3 1,-5 8-16,-3 3 16,-2 4-16,-3 2 15,0 2-15,-2-1 16,1 2-16,-1-1 16,1-1-16,0 4 15,2 2-15,3 3 16,2-2-16,3 2 15,3 1-15,3 4 16,4 2 0,-1-5-16,3 0 15,2-6-15,9-1 16,8-2-16,1-3 16,-1-4-16,-5-5 15,-2-3-15,4 3 16,0-2-16,2 0 15,-4-3 1,0-1-16,-3-7 16,-3 0-16,-2-1 15,-5 1-15,-9 5 16,12-14-16,-10 4 16,-3-3-16,-4-4 15,-3-3-15,-6 0 16,-6 2-16,-2 1 15,-7 3-15,0 2 16,0 4 0,-1 1-16,2 2 15,2 2-15,5 1 16,4 2-16,4 2 16,2 1-16,11-3 15,-14 7-15,14-7 16,-7 16-16,7-4 15,5 3 17,0 4-32</inkml:trace>
  <inkml:trace contextRef="#ctx0" brushRef="#br0" timeOffset="109302.1">12466 8671 0,'0'0'0,"0"0"0,0 0 15,1 1-15,-1-1 16,0 0-16,0 0 15,0 0-15,0 0 16,0 0-16,0 0 16,21-11-1,0 0-15,4-3 16,1 0-16,2 0 16,4 4-16,11 2 15,1 1-15,10-3 16,4 1-16,1 3 15,5 1-15,28 1 32,11 3-17,0 2-15,-15 1 16,-28 0-16,8 1 16,-8 2-16,1 0 15,-6 2-15,1-2 16,5 1-16,-4-1 15,1 1-15,-6-1 16,-5-1-16,-5-2 16,-3-3-1,-5 0-15,-3-1 16,1 0-16,-3 0 16,-6 0-16,-5 0 15,-6 2-15,-12 0 16,13-1-16,-13 1 15,0 0-15,0 0 16,13-4 0,-13 4-16,0 0 15,6-8-15,-4-1 16,0-8-16,-1-6 16,-1-5-16,0-4 15,0-3-15,-2-1 16,-1 3-16,-1 0 15,-1-1-15,2 4 16,-1-2-16,0-1 16,2 0-1,-1 2-15,-1 2 16,-1 3-16,-4-4 16,-6 1-16,-5 1 15,-4 1-15,-2 2 16,-2 3-16,-2 2 15,-4 1-15,-5 3 16,-3 2-16,-2 3 16,-1 1-1,-4 2-15,-6 3 16,1 2-16,-2-1 16,3 4-16,0-1 15,-1 1-15,1 1 16,0-1-16,5 0 15,-2 0-15,0 0 16,0 0 0,2 0-16,3 0 15,2 0-15,0 0 16,-1 0-16,4 0 16,-1 0-16,1 0 15,0 0-15,2 0 16,-2 2-16,1 1 15,-1 2-15,1 1 16,4 0-16,5 0 16,4-1-1,3 2-15,-2 3 16,2 2-16,1 0 16,3-1-16,2 1 15,2 1-15,-1 1 16,0 3-16,2 3 15,1 3-15,1 4 16,2 5-16,1 3 16,2 7-16,3 2 15,2 3 1,3-4-16,1-5 16,3 0-16,1-3 15,2 0-15,0-1 16,-1-6-16,0-3 15,-2-3-15,0-1 16,1-5-16,-1-2 16,-2-5-16,-3-9 15,4 8 1,-4-8-16,0 0 16,0 0-16,0 0 15,0 0-15,0 0 16,0 0-16,0 0 15</inkml:trace>
  <inkml:trace contextRef="#ctx0" brushRef="#br0" timeOffset="110370.9">10997 8761 0,'0'0'0,"-2"0"0,2 0 0,0 0 0,0 0 16,0 0-1,0 0-15,0 0 0,1-8 16,9-3 0,0 2-16,3-3 15,9-1-15,8 0 16,7-1-16,3 3 15,-6 4-15,3 1 16,3 0-16,4 0 16,3 0-16,-8 0 15,-1 1-15,-2 0 16,-5 1 0,-5 1-16,-6 2 15,-5 0-15,-3 0 16,-12 1-16,15 0 15,-15 0-15,0 0 16,0 0-16,0 0 16,7 7-16,-21 0 15,-15 6 1</inkml:trace>
  <inkml:trace contextRef="#ctx0" brushRef="#br0" timeOffset="110855.48">10002 8793 0,'0'0'0,"0"0"16,0 0-16,0 0 16,0 0-1,0 0-15,0 0 16,6-1-16,9-3 15,12-6-15,11-2 16,12-6-16,4 1 16,7 0-16</inkml:trace>
  <inkml:trace contextRef="#ctx0" brushRef="#br0" timeOffset="114696.78">12419 6760 0,'0'0'0,"0"0"15,0 0-15,0 0 16,0 0-16,0 0 15,0 0 1,0 0-16,0 0 16,0 0-16,-3 3 15,3-3-15,-10 7 16,0-1-16,-3 2 16,0 1-16,2-2 15,1 1-15,0-1 16,-1 4-1,3 2-15,1 1 16,2 1-16,2-2 16,4 5-16,5 3 15,2 2-15,3-1 16,-2-5-16,4-5 31,4-5-31,1-4 16,5-2-16,1 1 15,0-1 1,-2-4-16,0-12 16,-4 4-16,0-7 15,-7 9-15,-3 0 16,0 1-16,-3 0 16,-1-2-16,-2-3 15,-2-3-15,-2-1 16,-1 3-1,-2 3-15,0 0 16,5 11-16,-8-9 16,8 9-16,0 0 15,-11-1-15,11 1 16,0 0-16,0 0 16,0 0-16,-7-9 15,7 9-15,0-7 16,0 7-16,0 0 15</inkml:trace>
  <inkml:trace contextRef="#ctx0" brushRef="#br0" timeOffset="114963.51">12817 6879 0,'0'0'0,"0"0"0,0 0 15,0 0-15,0 0 16,0 0-16,0 0 16,0 0-16,0 0 15,0 0-15,0 2 16,0-2-16,2 12 15,-2-5 1,0-7-16</inkml:trace>
  <inkml:trace contextRef="#ctx0" brushRef="#br0" timeOffset="115614.19">12563 6867 0,'-1'4'0,"1"-4"16,0 0-16,0 0 16,0 0-16,-1 6 15,1-6-15,0 0 16,-9-8-16,0-3 15,2 0-15,7 11 16,-8-8 0,2 1-16,-4-1 15,-5-6-15,-4 4 16,-8 11-16,2-5 16,0 4-16,4-1 15,3 0-15,2 3 16,2-1-16,3 1 15,1-1-15,-2 6 16,2-2 0,3 9-16,7-14 15,0 0-15</inkml:trace>
  <inkml:trace contextRef="#ctx0" brushRef="#br0" timeOffset="117117.46">13166 6812 0,'-1'13'0,"3"-1"0,-2-12 15,0 11-15,0-11 16,0 0-16,0 0 15,-9 5-15,-1 1 16,-2 2-16,-3 7 16,4-7-16,3 0 15,2-1 1,6-7-16,-6 8 16,6-8-16,0 0 15,8 16-15,6 2 16,3-5-16,3-4 15,2-11-15,-4 4 16,-3-2-16,-5 1 16,2 1-1,-12-2-15,17-11 16,-6 2-16,-5 0 31,-6 9-31,1-8 16,-3 0-16,-1 1 15,3 7-15,-8-10 16,8 10-16,-9-8 16,9 8-16,0 0 15,0 0 1,0 0-16,0 0 16</inkml:trace>
  <inkml:trace contextRef="#ctx0" brushRef="#br0" timeOffset="117568.49">13563 6878 0,'0'0'0,"0"0"0,-1 2 16,1-2-16,0 0 16,0 0-16,0 0 15,-7 8-15,7-8 16,-7 8-16,7-8 15,-10 10-15,10-10 16,-8 14-16,7-4 16,1 3-16,9 4 31,7-10-15,4 1-16,3-2 15,-6-5-15,-1 2 16,-4-4-16,-3-4 15,-9 5-15,16-15 16,-11 1-16,-5 14 16,5-15-16,-5 15 15,1-9-15,-3 0 16,-2 3 0,4 6-16,-15-6 15,15 6-15,-12 3 16,12-3-16,0 0 15,0 0-15</inkml:trace>
  <inkml:trace contextRef="#ctx0" brushRef="#br0" timeOffset="118151.69">13921 6861 0,'-2'8'0,"2"2"0,-2 1 15,1-1-15,1-10 16,0 0-16,-3 6 16,3-6-16,-4 9 15,0-2 1,1 0-16,0 3 0,4-2 16,2-1-1,1 6-15,0-6 16,-4-7-16,19-5 15,-6-1-15,2-4 16,-15 10-16,15-8 16,-5 2-16,-10 6 15,19-13 1,-19 13-16,14-12 16,-6 2-16,-3 2 15,0 0-15,-5 8 16,3-10-16,-3 10 15,0 0-15,0 0 16,2 10-16,-2-10 16,-1 8-16,1-8 15,0 0-15,0 0 16,0 0 0,0 0-16,0 0 15,0 0-15,-10 3 16,10-3-16,0 0 15,0 0-15,0 0 16,0 0-16,0 0 16,0 0-16,0 0 15,0 0-15,0 0 16,0 0 0,0 0-16,-11-3 15</inkml:trace>
  <inkml:trace contextRef="#ctx0" brushRef="#br0" timeOffset="118469.55">14168 6862 0,'0'0'0,"0"0"0,0 0 16,0 0-16,2-1 15,-2 1-15,0 0 16,0 0-16,10 3 15,-10-3-15,9 9 16,-4-2-16,-1 1 16,-1 8-16,-2-7 15,-1-1-15,0-8 16,-2 13-16,2-13 16,-4 11-1,4-11-15,0 0 16,0 0-16,20 4 15,4-1-15,6-1 16,5-2-16,10-4 16</inkml:trace>
  <inkml:trace contextRef="#ctx0" brushRef="#br0" timeOffset="119538.6">14471 6832 0,'0'0'0,"0"0"0,0 0 15,0 0-15,-3 0 16,3 0-16,0 0 16,1 7-16,4 0 15,4 5-15,5 4 16,7 6-16,4 2 16,1-2-1,0-1-15,-7-10 31</inkml:trace>
  <inkml:trace contextRef="#ctx0" brushRef="#br0" timeOffset="119772.31">14662 6876 0,'0'2'0,"0"-2"0,0 0 16,0 0-16,0 0 15,-2 7-15,2-7 16,0 0-16,-6 10 16,2-2-16,-4 4 15,-7 5-15,-8 1 16,-3 1-16,-1-1 16</inkml:trace>
  <inkml:trace contextRef="#ctx0" brushRef="#br0" timeOffset="120339.68">13658 7204 0,'0'0'0,"0"0"0,0 0 0,0 0 15,0 0-15,-3 0 16,3 0-16,-11 4 16,-2-1-16,-4 4 15,0-1-15,4 0 16,4 4-16,1 3 16,4 0-16,1-1 15,4-2 1,2 2-16,3-3 15,2-2-15,3-5 16,5-6-16,1-1 16,-1 0-16,-3 1 15,-3 1-15,-10 3 16,13-8-16,-7 2 16,2-3-16,-2 0 15,0 1 1,-6 8-16,0 0 15,0 0-15,0 0 16,0 0-16</inkml:trace>
  <inkml:trace contextRef="#ctx0" brushRef="#br0" timeOffset="120490.72">13936 7238 0,'0'0'0,"0"0"0,0 0 0,0 0 16,0 0-16,0 0 16,3 4-16,-3-4 15,6 7-15,-6-7 16,0 0-16</inkml:trace>
  <inkml:trace contextRef="#ctx0" brushRef="#br0" timeOffset="121509.37">14034 7248 0,'0'0'0,"0"0"0,0 0 16,0 0-16,0 0 15,1 2 1,-1-2-16,6 9 15,-2-3-15,3 2 16,-1-1-16,-1 0 16,-5-7-16,10 10 15,-10-10-15,0 0 16,11 8-16,-11-8 16,0 0-16,11-1 15,-11 1-15,0 0 16,8-11-1,-3 3-15,0 0 16,-5 8-16,6-11 16,-6 11-16,6-11 15,5 4-15,3-1 16,9 2-16,0 0 16,-7 3-16,-4 1 15,-12 2-15,11-1 16,-11 1-1,0 0-15,0 0 16,12 8-16,-6 2 16,-3 2-16,1 3 15,-1 1-15,2 0 16,2 0-16,2-1 16,1-4-1,3-6-15,2-1 0,3-3 16,-4-2-1,-3-1-15,-11 2 16,19-9-16,-13 1 16,-1 0-16,-2-3 15,-3 0-15,-1 0 16,0 4-16,0 0 16,1 7-16,-1-11 15,1 11-15,-2-8 16,2 8-16,2-7 15,-2 7 1,14-11-16,-5 7 16,-9 4-16,17-6 15,-17 6-15,12 0 16,-12 0-16,11 4 16,-11-4-16,11 15 15,-6-3-15,0 3 16,-1-4-1,-2 2-15,2-2 16,-2 0-16,2-3 16,4-2-16,5 0 15,2-4-15,0-1 16,-1-3-16,-2-3 16,-1-1-16,-2 0 15,-3-3-15,-3 0 16,-3-3-1,-2 0-15,-2 3 16,0 1-16,0 2 16,4 6-16,-11-10 15,11 10-15,-11-7 16</inkml:trace>
  <inkml:trace contextRef="#ctx0" brushRef="#br0" timeOffset="121926.39">14698 7209 0,'0'0'0,"0"0"15,4 0-15,-4 0 16,25 0-16,-4 1 16,2 0-16,-3 3 15,-3-1-15,-5 0 16,-12-3-16,16 6 15,-16-6 1,7 7-16,-7-7 16,1 15-16,-3-2 15,-4 2-15,0-3 16,1-2-16,2-3 16,3-7-16,-3 13 15,9-1-15,3 3 16,1-1-16,0-1 15,-1-4 1,-2 0-16,0-2 16,-2 0-16,-5-7 15,5 13-15,-6-3 16,-4 0-16,-2 1 16,-2-1-16,-4 1 15,-2-1-15,-2-2 16,6-4-1,11-4-15</inkml:trace>
  <inkml:trace contextRef="#ctx0" brushRef="#br0" timeOffset="122393.4">14516 7678 0,'0'0'0,"0"0"16,3-1-16,-3 1 15,17-6 1,-1 3-16,5 3 16,1 0-16,-3 2 15,-1-1-15,-3 1 16,-1-1-16,-1 1 16,-3-1-16,-10-1 15,18 1-15,-8 1 16,1-2-16,0 1 15,0-1-15,-11 0 16,16 2 0,-16-2-16,14 2 15,-14-2-15,0 0 16,11 2-16,-11-2 16</inkml:trace>
  <inkml:trace contextRef="#ctx0" brushRef="#br0" timeOffset="122961.81">14518 7883 0,'0'0'0,"0"0"16,0 0-16,0 0 15,0 0-15,0 0 16,0 0-16,0 0 16,0 0-16,0 0 15,0 0-15,0 0 16,4-3-16,-4 3 15,11-6-15,-1 0 16,6 0-16,-1 0 16,0-1-1,-1 5-15,-3 1 16,-1 1-16,-10 0 16,13 1-16,-13-1 15,12 8-15,-6-2 16,2 3-16,-1 1 15,-1 0 1,-1-2-16,0 1 16,1-1-16,0 2 15,1-1-15,0-2 16,-7-7-16,18 9 16,-8-7-16,-10-2 15,19 0-15,-19 0 16,17-4-16,-17 4 15,18-8-15,-9 2 16,2-3 0</inkml:trace>
  <inkml:trace contextRef="#ctx0" brushRef="#br0" timeOffset="123645.72">15093 7840 0,'0'0'0,"0"0"0,0 0 0,3-3 16,-3 3-16,0 0 16,0 0-16,7-8 15,-7 8 1,0 0-16,0 0 16,-4-6-16,4 6 15,-13 0-15,4 0 16,-2 2-16,-2 6 15,2 3 1,4 3-16,3 0 16,7 5-16,3 5 15,6-1-15,6-6 16,1-5-16,3-6 16,-2-4-16,-1-3 15,0-8-15,-2-2 16,-3-2-16,-7-1 15,-6 1-15,-6-3 16,-5-2-16,-4 0 16,-7 2-16,-7-1 15,-3 4 1,-5 4-16,-8 4 16,-4 3-16</inkml:trace>
  <inkml:trace contextRef="#ctx0" brushRef="#br0" timeOffset="127338.58">15360 7664 0,'0'0'0,"0"0"0,0 0 16,0 0 0,0 0-16,0 0 15,2 3-15,-2-3 16,5 13-16,0-2 15,2 8-15,-2 5 16,-2 2-16,-1-4 16,-2-2-16,1 1 15,0 0-15,0-1 16,0-2-16,-1 1 16,0 2-16,-1-1 15,0-1 1,0-3-16,0-1 15,1 3-15,-1-1 16,1 0-16,0-2 16</inkml:trace>
  <inkml:trace contextRef="#ctx0" brushRef="#br0" timeOffset="128254.45">15160 8126 0,'0'0'0,"0"0"0,0 0 0,0 0 15,0 0-15,3 0 16,-3 0-16,0 0 16,0 0-16,15 7 15,-1-2 1,4 3-16,3 1 15,2-1-15,-3-3 16,-4-1-16,-5-3 16,-11-1-16,16 1 15,-16-1-15,9 0 16,-9 0-16,0 0 16,12-2-16,-12 2 15,9-4-15,-9 4 16,18-10-16,-5 2 15,4-6 1,0-1-16,-1 0 16,-4 2-16,0-1 15,-3 3-15,-2 2 16,-1 0-16</inkml:trace>
  <inkml:trace contextRef="#ctx0" brushRef="#br0" timeOffset="139942.91">11663 1375 0,'0'0'0,"0"0"0,0 0 0,0 0 15,0 0-15,0 0 16,0 0-16,0 0 15,0 0-15,0 0 16,-4 0-16,4 0 16,-20-5-1,-10-2-15,-7-1 16,-2-1-16,0 0 16,0 0-16,0 0 15,1 0-15,2 1 16,6 2-16,6 3 15,5 1-15,5 2 16,4 2-16,10-2 16,-13 1-16,13-1 15,0 0 1,0 0-16,-10 3 16,10-3-16,0 0 15,0 0-15,0 0 16,0 0-16,0 0 15,-5 6-15</inkml:trace>
  <inkml:trace contextRef="#ctx0" brushRef="#br0" timeOffset="140795.16">10692 1382 0,'0'0'0,"0"0"16,0 0-16,0 0 15,0 0-15,0 0 16,0 0-16,0 0 16,0-2-1,0 2-15,0 0 16,-12-9-16,-12-6 15,-13-2-15,-5 1 16,-2 3-16,-4 2 16,-7 5-16,-3 1 15,-4 7-15,4 3 16,7 2 0,6 3-16,8-1 15,9-3-15,7-3 16,7 0-16,4-1 15,10-2-15,-11 2 16,11-2-16,0 0 16,0 0-16,-11 3 15,11-3-15,0 0 16,0 0 0,0 0-16,0 0 15,0 0-15,0 0 16,0 0-16,0 0 15</inkml:trace>
  <inkml:trace contextRef="#ctx0" brushRef="#br0" timeOffset="141729.45">11640 1411 0,'0'0'0,"0"0"0,0 0 15,0 0-15,0 0 16,0-1-16,0 1 15,0 0-15,0 0 16,0 0-16,0 0 16,0 0-16,0 0 15,-2-8-15,2 8 16,0 0-16,-6-8 16,-1-1-1,-11-4-15,-7-3 16,-2 0-16,-1 2 15,-2-1-15,-2 0 16,0 2-16,0 2 16,6 2-16,5 2 15,6 2-15,4 2 16,11 3-16,-15-3 16,15 3-1,0 0-15,-11 1 16,11-1-16,0 0 15,0 0-15,0 0 16,0 0-16,0 0 16</inkml:trace>
  <inkml:trace contextRef="#ctx0" brushRef="#br0" timeOffset="142230.32">10715 1438 0,'0'0'0,"-1"-2"0,1 2 16,0 0-16,0 0 15,0 0-15,0 0 16,0 0-16,-1-6 16,1 6-16,0 0 15,0 0-15,0 0 16,-1-7-16,1 7 16,-5-8-1,-2-4-15,-9-4 16,-6-4-16,-9 4 15,-7 2-15,-3 4 16,-1 5-16,2 0 16,0 4-16,4 2 15,5 3-15,7 0 16,7-1-16,5-1 16,12-2-16,-14 5 15,14-5 1,0 0-16,-9 3 15,9-3-15,0 0 16,0 0-16,0 0 16,0 0-16,0 0 15,0 0-15,0 0 16</inkml:trace>
  <inkml:trace contextRef="#ctx0" brushRef="#br0" timeOffset="143048.79">13148 1566 0,'0'-2'0,"-1"-5"16,1 7-1,-1-14-15,1 14 16,-1-8-16,1 8 15,0 0-15,0 0 16,0 0-16,-4-8 16,-3 1-16,-12-13 15,-2-4-15,-2 0 16,-2 0-16,-11 2 16,-10 2-16,1 1 15,-3 3 1,-1 0-16,0 1 15,6 1-15,3 2 16,7 3-16,8 4 16,3 1-16,6 3 15,4-1-15,12 2 16,-13-1-16,13 1 16,0 0-16,0 0 15,-10 1-15,10-1 16</inkml:trace>
  <inkml:trace contextRef="#ctx0" brushRef="#br0" timeOffset="143633.93">11740 1448 0,'0'0'0,"0"0"16,0 0-16,0 0 16,-3-3-16,3 3 15,0 0-15,0 0 16,0 0-1,-3-7-15,3 7 16,0 0-16,0 0 16,-11-12-16,-9 0 15,-12-5-15,-1 4 16,-3 0-16,-4 0 16,-1 5-16,0 1 15,-2 3-15,5 0 16,1 3-1,8 1-15,7 1 16,6 1-16,5 0 16,11-2-16,-14 3 15,14-3-15,0 0 16,0 0-16</inkml:trace>
  <inkml:trace contextRef="#ctx0" brushRef="#br0" timeOffset="144551.91">10798 1452 0,'0'0'0,"0"0"16,0 0-1,0 0-15,0 0 16,0 0-16,0 0 16,0 0-16,0 0 15,0 0-15,0 0 16,0 0-16,0-3 16,0 3-16,0 0 15,-5-11-15,0 2 16,-7-4-16,-4-2 15,-7-4 1,-7 0-16,-8-2 16,-12-2-16,-2 2 15,-3 4-15,3 2 16,-2 2-16,2 5 16,-3 2-16,0 3 15,4 1-15,1 2 16,5 2-16,7 0 15,7 1 1,7 0-16,8-2 16,4 1-16,12-2 15,-14 2-15,14-2 16,0 0-16,-10 2 16,10-2-16,0 0 15,0 0-15,0 0 16,0 0-16,0 0 15</inkml:trace>
  <inkml:trace contextRef="#ctx0" brushRef="#br0" timeOffset="145569.41">12785 803 0,'0'0'0,"0"2"15,0-2-15,0 0 16,0 0-16,0 0 15,0 0-15,0 0 16,-16 4 0,-8-2-16,-14 0 15,-8-2-15,-7-2 16,-13-1-16,-5-2 16,-6-4-16,-4-1 15,6 2-15,5 1 16,3 4-16,-3 4 15,4 0-15,-3 0 16,1 2 0,1-1-16,-7 1 15,1 0-15,-3 2 16,1 1-16,2 0 16,-2 2-16,-1-2 15,4 1-15,1-2 16,7 1-16,5-2 15,5 1 1,8-2-16,5-1 16,3 1-16,9-2 15,5 0-15,6 0 16,7 0-16,11-1 16,-16 0-16,16 0 15,0 0-15,0 0 16,-11-1-16,11 1 15,0 0-15,-2-7 16</inkml:trace>
  <inkml:trace contextRef="#ctx0" brushRef="#br0" timeOffset="146137.72">11025 666 0,'0'0'0,"0"0"15,0 0-15,0 0 16,0 0-16,-3 2 16,3-2-16,-6 7 15,-1 2-15,-2 2 16,-3 3-16,-6 2 15,-5-2-15,-9 1 16,-8-2 0,-4-1-16,-1-2 15,4-3-15,2 2 16,5-2-16,3 0 16,4-2-16,4 1 15,3-3-15,5 1 16,1-2-16,4 0 15,10-2-15,-13 5 16,13-5-16,0 0 16,-12 7-1,12-7-15,-7 8 16,4 0-16,0 3 16,3 1-16,6 3 15,4 2-15,6 1 16,8 2-16,3 2 15,5-2 1,3-1-16,1-2 16,-3-2-16,3 1 15,-2-2-15,-3 0 16,2-4-16</inkml:trace>
  <inkml:trace contextRef="#ctx0" brushRef="#br0" timeOffset="148910.75">12771 1559 0,'0'0'0,"-1"-6"15,1 6-15,-3-9 16,3 9-16,0 0 16,0 0-16,0 0 15,0 0-15,0 0 16,-12 2 0,-1 1-16,-6 1 15</inkml:trace>
  <inkml:trace contextRef="#ctx0" brushRef="#br0" timeOffset="149243.66">11610 1605 0,'0'0'0,"0"0"0,0 0 16,-3-3-16,3 3 16,0 0-16,0 0 15,0 0-15,0 0 16</inkml:trace>
  <inkml:trace contextRef="#ctx0" brushRef="#br0" timeOffset="158494.17">5663 1374 0,'0'0'0,"0"0"0,0 0 0,3 0 0,-3 0 16,18 1-16,0 1 15,4-1-15,0 1 16,-1 0-16,-1 0 16,-2-2-16,-2-2 15,-3 1-15,-13 1 16,11-1-16,-11 1 16</inkml:trace>
  <inkml:trace contextRef="#ctx0" brushRef="#br0" timeOffset="158894.95">5670 1388 0,'0'0'0,"-3"0"15,3 0-15,0 0 16,0 0-16,-14 8 16,6-1-16,-1 6 15,1 4-15,-1 4 16,0 5-1,0 0-15,0 1 16,2-6-16,1-4 16,2-2-16,0-3 15,0-1-15,-1 1 16,1-2-16,0 1 16,-1-2-16,0 0 15,-2 0-15,0 0 16,-1 0-16,-1-2 15,-1 0 1,0-5-16,-1-1 16,0-3-16,1 0 15,-1-2-15,0-1 16,-2-4-16,1 1 16,4 0-16</inkml:trace>
  <inkml:trace contextRef="#ctx0" brushRef="#br0" timeOffset="159195.93">5447 1596 0,'0'0'0,"0"0"16,0 0-16,0 0 16,0 0-16,4 2 15,-4-2-15,22 4 16,0 0-16,4-1 16,2 0-16,0-2 15,-3-1-15,-5-1 16,-2-1-1,-4 1-15,-2 0 16,-12 1-16,14-1 16</inkml:trace>
  <inkml:trace contextRef="#ctx0" brushRef="#br0" timeOffset="160364.09">6007 1597 0,'1'-1'0,"-1"1"0,0 0 15,0 0-15,0 0 16,0 0-16,4-8 15,-4 8-15,0 0 16,0 0 0,-2-6-16,2 6 15,10-6-15,5-2 16,10-4-16,5-2 16,2 0-16,0 1 15,-5 1-15,-3 3 16,-3 0-16,-5 4 15,-3 0-15,-13 5 16,15-6 0,-15 6-16,0 0 15,10-4-15,-10 4 16,0 0-16,0 0 16,10-3-16,-10 3 15,0 0-15,0 0 16,0 0-16,0 0 15,10-7 1,-10 7-16,0 0 16,9-8-16,-9 8 15,11-11-15,1 4 16,3 0-16,4 3 16,2 1-16,-5 2 15,-4 1-15,-2 1 16,-10-1-16,13 3 15,-13-3 1,0 0-16,12 4 16,-12-4-16,0 0 15,0 0-15,0 0 16,0 0-16,0 0 16,0 0-16,0 0 15,0 0-15,0 0 16,-20-4-16,8 0 15,1 0-15,11 4 16,-17-7 0,17 7-16,-11-2 15,11 2-15,0 0 16,0 0-16,0 0 16,0 0-16,0 0 15,0 0-15,0 0 16,17 11-16,-6-5 15,-3 0 1,-4 3-16,-4 6 16,-5 3-16,-5 6 15,-5 1-15,-1-3 16,-4-1-16</inkml:trace>
  <inkml:trace contextRef="#ctx0" brushRef="#br0" timeOffset="160916.93">6723 1410 0,'0'0'0,"0"0"0,0 1 16,0-1-16,0 16 16,-1 8-1,-3 2-15,-5 1 16,-2-3-16,1-4 16,0-6-16,1-3 15,9-11-15,-14 9 16,14-9-16,-11-5 15,7-7-15,1-8 16,7-8 0,3-5-16,7 2 15,6 0-15,3 3 16,2 5-16,-1 7 16,-7 6-16,-4 4 15,-2 3-15,-1 2 16,-10 1-16,19 7 15,-9 2-15,1 6 16,0 6 0,-2 8-16,-1 2 15,0-1-15,-4-5 16,-2-8 0,-1-4-1,-1-6-15,0-7 16,0 0-16,-24 0 15</inkml:trace>
  <inkml:trace contextRef="#ctx0" brushRef="#br0" timeOffset="161065.43">6724 1546 0,'0'0'0,"0"0"0,0 0 16,0 0-16,0 0 15,0 0-15,0 0 16,3-2-16,10-3 15,14-2-15,4 0 16</inkml:trace>
  <inkml:trace contextRef="#ctx0" brushRef="#br0" timeOffset="163672.04">6917 1411 0,'0'0'0,"0"0"16,0 0-16,0 0 15,0 0-15,0 0 16,0-1-16,0 1 15,0 0-15,0 0 16,-6-7-16,6 7 16,-8-6-16,8 6 15,-10-6 1,10 6-16,-11-3 16,11 3-16,-17-1 15,6 3-15,-2 4 16,-3 2-16,0 2 15,1 1-15,1 1 16,2 0-16,2-1 16,1 0-16,0-1 15,1 0 1,2 0-16,0-1 16,2-2-16,4-7 15,-5 11-15,5-11 16,-2 9-16,2-9 15,4 8-15,-4-8 16,24 10-16,-4-8 16,1-5-16,1-6 15,0-3-15,-1-5 16,-3 1 0,-5 1-16,-1 4 15,-5 3-15,-7 8 16,10-10-16,-10 10 15,0 0-15,0 0 16,6-7-16,-6 7 16,0 0-16,0 0 15,0 0 1,0 0-16,0 15 16,-6 14-16,-11 32 31,-4 0-31,-2-2 15,4-14-15,6-22 16,3-2-16,1-6 16,-1-3-16,-1-1 15,-3-1-15,-2-2 16,3-2-16,0-2 16,2-3-1,1-1-15,10 0 16,-14-2-16,14 2 15,-10-7-15,10 7 16,-4-15-16,6 3 16,3-4-16,5 0 15,7-3-15,5-1 16,6-1 0,1 1-16,-2 3 15,-1 5-15,-1 2 16,3 1-16,0 2 15,-4 0-15</inkml:trace>
  <inkml:trace contextRef="#ctx0" brushRef="#br0" timeOffset="164655.82">7188 1467 0,'0'0'0,"0"0"0,0 0 16,0 0-16,0 0 15,5-4-15,-5 4 16,20-14-16,-5 4 16,6-4-16,7 0 15,8-1-15,1 1 16,-3 4-16,-1 1 16,-1 0-1,0 3-15,-3 0 16,-5 4-16,-6 1 15,-4 2-15,-2 1 16,-3 0-16,-9-2 16,14 5-16,-14-5 15,0 0-15,10 5 16,-10-5-16,0 0 16,0 0-1,0 0-15,0 0 16,0 0-16,0 0 15,0 0-15,0 0 16,0 0-16,-2-6 16,2 6-16,-9-12 15,9 12-15,-8-9 16,8 9 15,0 0-31,-5-6 16,5 6-16,0 0 15,0 0-15,0 0 16,11 5-16,-2-1 16,1 2-16,-10-6 15,14 13-15,-11-6 16,-3 2-16,-5 4 16,-6 5-16,-9 2 15,-9 0 1,0-5-16</inkml:trace>
  <inkml:trace contextRef="#ctx0" brushRef="#br0" timeOffset="165658">7876 1385 0,'0'0'0,"0"0"0,0 0 0,0 0 16,0 0-16,0 0 16,3 0-16,-3 0 15,0 0-15,15-9 16,0 0-16,2-1 16,0-3-16,3-6 15,-3-5 1,-3 1-16,-3 3 15,-4 6-15,-2 4 16,-2 2-16,-3 8 16,1-8-16,-1 8 15,0 0-15,0 0 16,0 0-16,0 0 16,0 0-16,0 0 15,-10 16-15,-1 6 16,-1 5-1,0 1-15,0 1 16,-1 1-16,2-7 16,4-5-16,1-7 15,2-5-15,4-6 16,0 0-16,0 0 16,0 0-16,22-20 15,-2 0 1,7-2-16,0 4 15,-1 2-15,-5 7 16,-5 6-16,-2 4 16,-1 5-16,-1 6 15,-1 4-15,-3 3 16,-1 0-16,1 0 16,-1-1-16,11-2 15</inkml:trace>
  <inkml:trace contextRef="#ctx0" brushRef="#br0" timeOffset="167711.46">5569 1554 0,'0'0'0,"0"0"0,0 0 15</inkml:trace>
  <inkml:trace contextRef="#ctx0" brushRef="#br0" timeOffset="168814.16">8270 1422 0,'0'0'0,"0"0"15,-7 1-15</inkml:trace>
  <inkml:trace contextRef="#ctx0" brushRef="#br0" timeOffset="169965.11">2145 1104 0,'0'0'0,"0"0"0,2-2 15,-2 2-15,11-8 16,-11 8-16,13-4 16,-4 3-16,4 3 15,1 5-15,2 2 16,-2 2-16,-2 1 15,-2-1-15,-2-1 16,-1 3-16,-1 4 16,-2 5-16,-4 3 15,-6 0-15,-3 0 16,-1-3 0,-4-2-16,-1-4 15,1-2-15,4-5 16,2-2-16,8-7 15,-10 6-15,10-6 16,0 0-16,0 0 16,-10 3-1,10-3-15,0 0 16,0 0-16,0 0 16,-2-9-16,6-2 15,9-9-15,5-3 16,-1 4-16,0-1 15,-2 4-15,-1 1 16,-1 5-16</inkml:trace>
  <inkml:trace contextRef="#ctx0" brushRef="#br0" timeOffset="170332.96">2622 1111 0,'0'0'0,"0"0"16,0 0-16,0 0 15,0 0-15,0 0 16,3 4-16,2 4 16,1 0-16,-1 3 15,-1 5 1,-4 6-16,-3 8 16,-2 2-16,-3-3 15,0-4-15,0-4 16,0-5-16,1-5 15,3-4-15,4-7 16</inkml:trace>
  <inkml:trace contextRef="#ctx0" brushRef="#br0" timeOffset="170533.54">2676 1090 0,'0'0'0,"0"0"16,4-3-16,6-3 16,12-3-16,13 1 15,-1 2 1,-3 2-16,-8 1 16,-5 1-16,-4 0 15,-4 1-15,-10 1 16,0 0-16</inkml:trace>
  <inkml:trace contextRef="#ctx0" brushRef="#br0" timeOffset="170733.58">2536 1219 0,'0'0'0,"0"0"0,0 0 15,0 0-15,0 0 16,2 0-16,-2 0 15,30-2-15,-3-1 16,2 0-16,-5-1 16,0-2-16</inkml:trace>
  <inkml:trace contextRef="#ctx0" brushRef="#br0" timeOffset="171067.62">2297 1368 0,'0'0'0,"4"-2"16,6-1-16,15-5 16,14-2-16,1 2 15,3 1 1,2 3-16,-3 0 16,-4 1-16,-7 1 15,-3-1-15,-5 1 16,-5 0-16,-3-1 15</inkml:trace>
  <inkml:trace contextRef="#ctx0" brushRef="#br0" timeOffset="171418.21">2340 1473 0,'0'0'0,"0"0"0,-1 3 16,1-3-16,-4 14 16,0 2-16,0 1 15,-1-1-15,1-2 16,2-5 0,-2 0-16,2-3 15,2-6-15,-3 10 16,3-10-16,0 0 15,-3 8-15,3-8 16,-6 6-16,6-6 16,0 0-16,-9 4 15,9-4-15,0 0 16,3-15 0,9-6-16,8-5 15,2 5-15,-3 5 16,-1 3-16</inkml:trace>
  <inkml:trace contextRef="#ctx0" brushRef="#br0" timeOffset="171835.8">2503 1448 0,'0'0'0,"0"0"0,0 0 16,0 3-16,-2 3 15,-1 7-15,-1 9 16,0 4-16,1 1 16,1-4-16,0-4 15,1-3-15,1-4 16,0-4-16,0-8 16,0 6-1,0-6-15,0 0 16,0 0-16,0 0 15,18-6-15,-5-2 16,-2 1-16,-11 7 16,12-7-16,-12 7 15,0 0-15,14-3 16,-4 10 0,3 3-16,2 3 15,1 1-15,-1 0 16,0-2-16,-5-3 15,4-3-15,8-6 16,2-9-16</inkml:trace>
  <inkml:trace contextRef="#ctx0" brushRef="#br0" timeOffset="172019.7">3031 1268 0,'0'0'0,"0"0"0,0 0 15,0 0-15,0 0 16,0 0-16,6 3 16,-6-3-1</inkml:trace>
  <inkml:trace contextRef="#ctx0" brushRef="#br0" timeOffset="172487.49">3264 1099 0,'0'0'0,"0"0"0,0 0 0,0 0 16,0 0-16,5 6 15,6 3-15,2 5 16,3 0-16,-3 2 16,0-2-16,-3 3 15,-1 1 1,-3-1-16,-3-1 15,-1-5-15,-1-2 16,-2-1-16,-2 0 16,-4 2-16,-3 0 15,0-1-15,1-2 16,9-7-16,-12 6 16,12-6-1,0 0-15,-11 2 16,11-2-16,-8-10 15,8 0-15,3-6 16,4-2-16,6-1 16,7-1-16,5-9 31</inkml:trace>
  <inkml:trace contextRef="#ctx0" brushRef="#br0" timeOffset="173105.09">3602 1010 0,'0'0'0,"0"0"0,0 0 15,0 0-15,3 1 16,-3-1-16,10 6 16,-10-6-16,11 6 15,-11-6 1,0 0-16,12 9 15,-12-9-15,0 0 16,0 0-16,10 7 16,-10-7-16,0 0 15,4 8-15,-4 0 16,1 3-16,0 3 16,-1 1-16,-1 1 15,0-1 1,-1 1-16,1 0 15,-1 1-15,1 2 16,0-1-16,-1-3 16,0-2-16,1-2 15,1-2-15,-1-3 16,1-6-16,-1 8 16,1-8-16,0 0 15,-2 7 1,2-7-16,0 0 15,0 0-15,0 0 16,0 0-16,10-12 16,1-3-16,4-3 15,5-6-15,4 2 16,-2 4-16,-6 6 16,-4 4-16,-12 8 15,17-8 1,-17 8-16,14-3 15,-14 3-15,12 1 16,-12-1-16,0 0 16,10 4-16,-10-4 15,0 0-15,7 7 16</inkml:trace>
  <inkml:trace contextRef="#ctx0" brushRef="#br0" timeOffset="173622.42">2881 1371 0,'0'0'0,"0"0"16,0 0-16,0 0 15,0 0-15,8 0 16,11 0-16,12 0 16,1-471-16,1 937 15,-1-471 1,1-3-16,1-2 15,-2 1-15,-6 0 16,-2 1-16,-4 0 16,-5 1-16,-5 4 15,-10 3-15</inkml:trace>
  <inkml:trace contextRef="#ctx0" brushRef="#br0" timeOffset="173839.76">2862 1504 0,'0'0'0,"0"0"0,0 0 0,0 0 0,0 0 16,0 0-16,1-1 15,-1 1 1,12-7-16,9-1 15,11-4-15,1 1 16,1 0-16,-1 1 16,-3 0-16,-3 3 15</inkml:trace>
  <inkml:trace contextRef="#ctx0" brushRef="#br0" timeOffset="175843.8">3781 1046 0,'0'0'0,"0"2"16,0-2-16,0 0 15,0 0-15,0 0 16,0 0-16,0 0 16,0 0-16,1 6 15,-1-6-15,0 0 16,0 0-16,0 0 15,0 0 1,0 0-16,0 0 16,0 0-16,0 7 15,0-7-15,-4 13 16,-1 0-16,0 2 16,-1 2-16,1-1 15,0-2-15,1-1 16,-1 0-16,1 0 15,-1-1-15,3-2 16,-1-3 0,3-7-16,-3 9 15,3-9-15,0 0 16,-2 8-16,2-8 16,0 0-16,0 0 15,0 0-15,0 0 16,0 0-16,0 0 15,0 0-15,0 0 16,0 0 0,0 0-16,0 0 15,0 0-15,0 0 16,0 0-16,0 0 16,0 0-16,-3-10 15,3 2-15,-1-1 16,0-3-16,0-5 15,0-5-15,2-8 16,5-1 0,2 2-16,1 4 15,-1 4-15,2 2 16,1 4-16,2-2 16,3 1-16,3 1 15,-1 2-15,-1 4 16,-2 4-16,1 5 15,1 3-15,2 2 16,1 2 0,1 0-16</inkml:trace>
  <inkml:trace contextRef="#ctx0" brushRef="#br0" timeOffset="176077.49">3783 1156 0,'0'0'0,"0"0"0,3 0 15,-3 0-15,21 0 16,13 0-16,14-1 15,6-7-15,-6-6 16,-11-1 0</inkml:trace>
  <inkml:trace contextRef="#ctx0" brushRef="#br0" timeOffset="176477.1">3275 1472 0,'0'0'0,"7"-1"16,6 0-1,24-3-15,19-3 16,8 0-16,3-4 16,0-4-16,0 0 15,-8 0-15,-4 0 16,-4 0-16,-11 3 15,-3 0-15,-11 4 16,-6 1-16,-5 2 16,-4 2-1,-11 3-15</inkml:trace>
  <inkml:trace contextRef="#ctx0" brushRef="#br0" timeOffset="177414.84">3540 1483 0,'0'0'0,"0"0"0,0 0 16,0 0-16,1 1 15,-1-1-15,10 15 16,-1-1-16,1 2 16,-2 2-16,-2-3 15,-6 9 17,-5 3-32,-4 3 15,-7-1-15,3-12 16,-3-3-16,-2-5 15,1-3-15,2-3 16,4-3 0,11 0-16,-14-15 15,10-1-15,4-2 16,4 2-16,6-2 16,2 2-16,2-1 15,3 0-15,4 5 16,4 2-16,3-2 15,6 0-15,9-4 16,1 0-16,-7 3 16,-9 4-1,-9 5-15,-2 4 16,-3 0-16,1 2 16,-5-1-16,-10-1 15,10 1-15,-10-1 16,0 0-16,9-7 15,-9 7-15,0 0 16,-1-7-16,1 7 16,0 0-16,0 0 15,-11 4 1,1 2-16,-1 4 16,3 1-16,2-1 15,2-2-15,4-8 16,-3 10-16,3-10 15,2 6-15,-2-6 16,0 0-16,15 7 16,-5-6-1,1 0-15,1 0 16,-12-1-16,16 10 16,-9 0-16,-1 11 15,0 5-15,-4 3 16,-4 3-16,-3-5 15,-3-2-15,1-7 16,1-5-16,2-4 16,0-1-16,4-8 15,-5 6 1,5-6-16,0 0 16,0 0-16,0 0 15,-10-4-15,11-6 16,6-8-16,6-14 15</inkml:trace>
  <inkml:trace contextRef="#ctx0" brushRef="#br0" timeOffset="177579.7">4069 1592 0,'0'0'0,"0"0"0,0 0 15,0 0-15,7-2 16,13-5-16</inkml:trace>
  <inkml:trace contextRef="#ctx0" brushRef="#br0" timeOffset="178030.69">4393 1062 0,'0'0'0,"0"0"0,0 0 16,0 0-16,0 0 15,4 1-15,-4-1 16</inkml:trace>
  <inkml:trace contextRef="#ctx0" brushRef="#br0" timeOffset="178547.66">4743 900 0,'0'0'0,"0"0"0,0 0 0,0 0 0,0 0 15,4 4-15,1 3 16,3 3-16,2 2 15,2 3-15,1 5 16,-1 3-16,-4 0 16,-6 0-16,-4 0 15,-3-1-15,-3-3 16,0-4 0,-3-1-16,-5 1 15,-5-1-15,-1-1 16,3-4-16,5-3 15,14-6-15,-16 5 16,16-5-16,0 0 16,0 0-16,-8-12 15,10 2-15,2-2 16,4-1 0,4-3-16,7-4 15,4 0-15,5-5 16</inkml:trace>
  <inkml:trace contextRef="#ctx0" brushRef="#br0" timeOffset="179032">5107 983 0,'0'0'0,"0"0"0,0 0 15,-3 0-15,3 0 16,0 0-16,0 0 16,-9 8-16,1 0 15,-4 4 1,1 0-16,4-3 16,2 0-16,1-2 15,4-7-15,-3 9 16,3-9-16,0 0 15,0 0-15,0 0 16,14 6-16,-14-6 16,14-1-16,-14 1 15,14 1-15,-14-1 16,14 12 0,-8 4-16,-3 7 15,-10 8-15,-7 1 16,-6 0-16,-6 3 15,-1-3-15,4-4 16,2-5-16,8-13 16,2-5-16,1-7 15,-1-3-15,2-4 16,3-4-16,4-4 16,5-3-1,2-2-15,1 4 16</inkml:trace>
  <inkml:trace contextRef="#ctx0" brushRef="#br0" timeOffset="179299.81">4726 1349 0,'0'0'0,"0"0"16,0 0-16,0 0 15,0 0-15,12-1 16,17-5-16,14-5 16,4-3-16,0 1 15,2 0-15,4-3 16,-6 2-16,-7 0 16,-4 3-1,-11 2-15,-4 3 16,-5 2-16,-6 2 15,-10 2-15</inkml:trace>
  <inkml:trace contextRef="#ctx0" brushRef="#br0" timeOffset="180053.47">4781 1470 0,'0'0'0,"0"0"0,0 0 0,0 0 0,-3 5 16,-2 4-16,-2 6 15,-2 5-15,2 0 16,0 0 0,0-2-16,1 2 15,-2 1-15,-1-3 16,-1-5-16,1-5 15,-2-6-15,0-2 16,1-2-16,10 2 16,-13-10-16,10 3 15,5-5 1,4-8-16,5-3 16,2 2-16,3-1 15,3 2-15,1-1 16,-1 1-16,-1 4 31,2 0-31,-2 3 16,1 1-16,-5 3 15,-14 9-15,15-7 16,-15 7-16,0 0 16,0 0-16,12 3 15,-6 6 1,1 9-16,-2 6 15,-3 6-15,-5-1 16,-2 3-16,-1-6 16,3-7-16,1-6 15,1-6-15,1-7 16,0 0 0,0 0-16,0 0 15,15-12-15,-1-7 16,1-3-16,1-4 15,0 1-15,-4 5 16,-1 8-16,-3 5 16,-8 7-16,18-3 15,-18 3-15,19 22 16,-12-1-16,-3 3 16,-1 5-16,0-9 15,2 0 1,8-3-16,6-10 15</inkml:trace>
  <inkml:trace contextRef="#ctx0" brushRef="#br0" timeOffset="183206.73">4662 694 0,'0'0'0,"-6"0"0,6 0 16,-28 0-16,3 0 15,-5 0-15,-9 0 16,-5 0-16,-2 1 16,-11 6-16,-1 1 15,-3 4-15,-9 3 16,5 2-16,-3 0 15,1 2 1,10 0-16,0 3 16,9-3-16,1 1 15,3-1-15,3 1 16,-1 2-16,2 3 16,-1 4-16,-1 3 15,5 0-15,3 0 16,4-1-1,5-3-15,1-3 16,5-1-16,3-2 16,4-1-16,4-1 15,1 1-15,2 0 16,1 2-16,2-2 16,0 2-16,1 3 15,3 6-15,3 5 16,0-1-16,4-1 15,-1-2 1,2 3-16,3 2 16,1 1-16,-1-1 15,3-1-15,2 0 16,2-1-16,1-1 16,0-4-16,5 0 15,0-6-15,0-3 16,4-3-16,3-6 15,12-2 1,5-5-16,3-4 16,7-6-16,1-3 15,5-4-15,0-3 16,-2 1-16,3-4 16,-6 4-16,3-2 15,1 1-15,2 0 16,-1 2-16,1 3 15,0 0-15,0 0 16,5 0 0,-4-1-16,1 2 15,1-3-15,-6 0 16,2-2-16,-2-1 16,-6 1-16,3-2 15,-9 4-15,-2 0 16,-1 0-16,-6 1 15,0-2-15,3-5 16,-4 0 0,-1 0-16,-6-2 15,-3-2-15,-1-4 16,-2-3-16,-2-2 16,-7 0-16,-4 1 15,-8 0-15,-8 0 16,-6-1-16,-7-3 15,-4-2-15,-3 1 16,-1 2 0,-3 0-16,0 2 15,-5-5-15,-2-2 16,-2 1-16,0 1 16,-2 6-16,-3 2 15,-4 2-15,-5 3 16,-1 1-16,-6 4 15,2 3-15,-2 3 16,-6-1 0,1 3-16,-5 1 15,-1 3-15,3 1 16,3 2-16,0-1 16,3 1-16,1 1 15,0 3-15,2 4 16,2 2-16,4 3 15,8 5-15,5 1 16</inkml:trace>
  <inkml:trace contextRef="#ctx0" brushRef="#br0" timeOffset="192606.91">13641 1312 0,'0'0'0,"0"0"0,0 0 16,0 0-16,-2-2 15,2 2-15,0 0 16,0 0-16,0 0 16,0 0-1,-7 13-15,5-3 16,0 3-16,0 1 16,1-2-16,0 0 15,1-3-15,0-2 16,0-7-16,1 10 15,-1-10-15,0 0 16,6 7-16,5-10 16,12-6-16,12-10 15,3-6 1,-6 2-16,-7 4 16,-8 7-16,-8 5 15,-9 7-15,0 0 16,10-7-16,-10 7 15,0 0-15,0 0 16,0 0-16,7 7 16,-4 2-1,0 4-15,2 0 16,-2 1-16,0-2 16,0-1-16,1 1 15,1-4-15,4 0 16,4-3-16,1-2 15,2 0-15,-5-4 16,-1-2-16,-10 3 16,16-14-1,-9-1-15,-3-3 16,1-3-16,-3 3 16,-2 2-16,1 4 15,-1 0-15,0 4 16,0 0-16,0 8 15,0-11-15,0 11 16,2-11-16,3 1 16,8-2-16</inkml:trace>
  <inkml:trace contextRef="#ctx0" brushRef="#br0" timeOffset="192925.45">14180 1261 0,'0'0'0,"0"0"16,0 0-16,0 0 16,0 0-16,7 1 15,2 0 1,7 2-16,1 0 16,4 0-16,2 0 15,2-2-15,-1-2 16,-1-1-16,-7 0 15</inkml:trace>
  <inkml:trace contextRef="#ctx0" brushRef="#br0" timeOffset="193158.67">14233 1420 0,'0'0'0,"0"0"0,0 0 15,0 0-15,0 0 16,0 0 0,0 0-16,7-2 15,9-1-15,15-4 16,11-1-16</inkml:trace>
  <inkml:trace contextRef="#ctx0" brushRef="#br0" timeOffset="193843.64">14547 1204 0,'0'0'0,"0"0"0,0 0 0,0 3 15,0-3-15,2 17 16,-1-3-16,0 1 15,1 0-15,0-2 16,-1 0-16,-1-4 16,1-1-16,-1-8 15,0 8-15,0-8 16,0 0 0,0 0-16,13-7 15,-3-4-15,0-4 16,-1-1-16,-2 3 15,-4 5-15,-3 8 16,4-8-16,-4 8 16,0 0-16,0 0 15,5 7-15,4 8 16,1 7 0,0-1-16,-2-3 15,0-3-15,-2-1 16,-1-2-16,0-2 15,0-1-15,2-1 16,2 0-16,3-4 16,-1-3-16,2-4 15,-3-5 1,0-6-16,-2-10 16,-1-10-1,-2 3 1,-3 6-16,-1 10 15,-1 7-15,0 8 16,0-9-16,0 9 16,0 0-16,0 0 15</inkml:trace>
  <inkml:trace contextRef="#ctx0" brushRef="#br0" timeOffset="194094.51">14948 1299 0,'0'0'0,"0"0"16,0 0-16,0 0 15,0 0-15,0 0 16,0 0-16,5 0 15,-5 0-15,14 0 16,0-1-16,2 0 16,1-1-16,0 0 15</inkml:trace>
  <inkml:trace contextRef="#ctx0" brushRef="#br0" timeOffset="195947.93">15217 1172 0,'0'0'0,"0"0"16,-2 0-16,2 0 15,0 0 1,0 0-16,0 0 15,0 0-15,0 0 16,0 0-16,0 0 16,12 5-16,-12-5 15,17 5-15,-17-5 16,11 11-16,-10 0 16,-3 9-16,-5 6 15,-5-1 1,-3 0-16,0-5 15,2-4-15,3-5 16,2-3-16,8-8 16,-7 8-16,7-8 15,0 0-15,0 0 16,0 0-16,0 0 16,0 0-16,6-17 15,7-6 1,0 0-16,-1 6 15,-1 3-15,0 1 16,1 1-16,0 2 16,-5 3-16,-7 7 15,12-5-15,-12 5 16,16 6-16,-4 4 16,0 5-16,-3 2 15,-2 1-15,-2 1 16,-4 2-1,-5 4-15,-5 3 16,-3 2-16,-4 0 16,-2 0-16,1-4 15,3-2-15,3-6 16,2-5-16,2-3 16,3-2-16,4-8 15,-4 7 1,4-7-16,0 0 15,0 0-15,25 4 16,16-17-16</inkml:trace>
  <inkml:trace contextRef="#ctx0" brushRef="#br0" timeOffset="197566.7">15554 1141 0,'0'0'0,"0"0"0,0 0 15,-3 1-15,3-1 16,0 0-16,0 0 15,0 0 1,0 0-16,0 0 16,0 0-16,0 0 15,0 0-15,3 6 16,6 2-16,4 2 16,2-1-16,-1 1 15,-2-2-15,1 1 16,0 2-1,-4 8-15,-2 0 16,-2 3-16,-3-2 16,-3-3-16,-2-1 15,0-3-15,-2 1 16,0-1-16,-1-2 16,-2-1-16,3-4 15,5-6-15,-7 10 16,7-10-1,0 0-15,-8 8 16,8-8-16,0 0 16,-11 2-16,11-2 15,0 0-15,-10 0 16,10 0-16,0 0 16,0 0-16,0 0 15,0 0-15,0 0 16,-10-3-16,10 3 15,0 0 1,0 0-16,0 0 16,0 0-16,0 0 15,0 0-15,0 0 16,0 0-16,0 0 16,0 0-16,0 0 15,0 0-15,0 0 16,0 0-16</inkml:trace>
  <inkml:trace contextRef="#ctx0" brushRef="#br0" timeOffset="197834.61">15621 1164 0,'0'0'0,"0"0"15,0 0-15,0 0 16,-4 4-16,4-4 16,-16 15-16,3 0 15,-1 6-15,-1 1 16,0 0-16,1 1 15,1 0-15,0-2 16,3-471 0,-1 937-16</inkml:trace>
  <inkml:trace contextRef="#ctx0" brushRef="#br0" timeOffset="198084.26">15501 1451 0,'0'0'0,"0"0"16,3 0-16,-3 0 16,14 1-16,-3 0 15,2 0-15,7-1 16,0-1-16,1-1 15,-2-1-15,0 2 16,-5-1 0</inkml:trace>
  <inkml:trace contextRef="#ctx0" brushRef="#br0" timeOffset="199019.74">15577 1164 0,'0'0'0,"0"0"0,0 0 0,0 0 16,0 0-16,0 0 15,-4 4-15,4-4 16,-17 15-16,0 2 16,-2 5-1,-2 5-15,2 0 16,5-2-16,2-3 16,5-6-16,3-2 15,0-3-15,1 0 16,2-2-16,0-1 15,0-1-15,1-7 16,0 8 0,0-8-16,0 0 15,0 8-15,0-8 16,0 0-16,0 0 16,0 0-16</inkml:trace>
  <inkml:trace contextRef="#ctx0" brushRef="#br0" timeOffset="199654.27">15645 1187 0,'0'0'0,"0"0"15,0 0-15,1 1 16,-1-1-16,6 12 16,1-1-16,0 2 15,1 2-15,1 2 16,0-2-16,-2-2 15,0-1-15,0 1 16,-1-1 0,1-2-16,-3-1 15,1-1-15,-2-2 16,-3-6-16,4 7 16,-4-7-16,0 0 15,0 0-15,1 9 16,-1-9-16,0 0 15,0 0-15,-3 7 16,3-7-16,-15 10 16,2-4-16,-7 2 15,-3-1 1,-2 0-16,-2-2 16,1-1-16,1-1 15,5 0-15,5-1 16,5-1-16,10-1 15,-11 1-15,11-1 16,0 0-16,-11 2 16,11-2-1,-11 2-15,11-2 16,-11 1-16,11-1 16,0 0-16,-11 0 15</inkml:trace>
  <inkml:trace contextRef="#ctx0" brushRef="#br0" timeOffset="201006.45">15768 1017 0,'0'0'0,"0"0"0,0 0 0,0 0 0,0 0 16,0 0-16,0 0 15,-1-2-15,1 2 16,0 0-16,0 0 15,0 0-15,0 0 16,-14-3-16,-3-1 16,-12 7-16,-8 3 15,-3 5-15,3 2 16,1-1 0,6 2-16,7 0 15,2-1-15,1 2 16,2-1-16,2 0 15,3-3-15,2 0 16,2 0-16,1 0 16,-1 4-16,2 2 15,0 2 1,0 1-16,1 1 16,2-1-16,1-1 15,1-4-15,1 0 16,1-1-16,2 4 15,2 0-15,0 2 16,2 1-16,0-3 16,1 2-16,2-1 15,2-1 1,0-2-16,-2-3 16,1 1-16,0-3 15,-1 1-15,3 0 16,4 3-16,3 0 15,2-3-15,-1-3 16,3-5-16,-3 0 16,-1-2-16,-2-2 15,-1 0-15,0 0 16,2-2 0,1-1-16,0-1 15,3-1-15,2-1 16,-24 6-16,14-3 15,-5 1-15,1-2 16,2-1-16,-2-3 16,4-7-16,1-14 15,-4-11-15,-5 10 16,-2 1 0,-3 4-16,0 6 15,-1 2-15,0 1 16,0 2-16,0-1 15,0-2-15,0 0 16,0-3-16,0 2 16,-1-1-16,-2 1 15,-1 0-15,-2 3 16,0-1 0,-1-2-16,-9 4 15,5-1-15,-2 2 16,-22-22-16,22 23 15,4 4-15,9 8 16,-12-8-16,12 8 16,-10-4-16,10 4 15,-21 0-15,8 1 16</inkml:trace>
  <inkml:trace contextRef="#ctx0" brushRef="#br0" timeOffset="203312.46">15235 1830 0,'0'0'0,"0"0"0,0 0 0,0 0 16,0-3-16,0 3 15,1-12-15,0 4 16,0 0-16,-1-1 16,1-1-16,0-3 15,0-4-15,-1-3 16,1-1-16,0-5 16,1-3-1,4-6-15,2-3 16,4-4-16,1-3 15,0 4-15,1-1 16,1-3-16,1-1 16,-1 0-16,0 2 15,-1 2-15,-1 2 16,-3 1-16,-2 4 16,-4 4-16,-2 5 15,0 4 1,-1 0-16,1-4 15,2-6-15,3-2 16,2-2-16,3-3 16,1-3-16,-1 0 15,1-1-15,-2 6 16,-3 8-16,-3 8 16,-2 7-1,-1 3-15,-1 3 16,-1 2-16,0 6 15,-1-10-15,1 10 16,-2-11-16,2 11 16,-1-7-16,1 7 15,0 0-15,0 0 16,-7-7-16,-5 6 16,-13 4-16,-9 3 15,1 4 1,4 1-16,3 1 15,3 1-15,1 1 16,4-3-16,3-1 16,1 2-16,3-4 15,2 0-15,9-8 16,-12 11-16,12-11 16,0 0-1,-7 7-15,7-7 16,0 0-16,0 0 15,0 0-15,0 0 16,0 0-16,27-14 16,7-10-16,4-2 15,3-1-15,0 0 16,-5 4-16,0 5 16,-7 4-16,-6 4 15,-4 4 1,-6 1-16,-13 5 15,16-3-15,-16 3 16,11 3-16,-11-3 16,15 12-16,-9-2 15,3 4-15,-2 1 16,-1 0-16,-1-1 16,1 3-16,1 4 15,0 4 1,-1 0-16,0-5 15,-4-5-15</inkml:trace>
  <inkml:trace contextRef="#ctx0" brushRef="#br0" timeOffset="204313.09">15375 6 0,'0'0'0,"0"0"0,0 0 16,0 0-16,0 0 15,0 0-15,0 0 16,0 0-1,0 0-15,0 0 16,0 0-16,-4 4 16,-4 4-16,-6 5 15,-3 3-15,2 1 16,-1 1-16,-2 3 16,3-2-16,1 0 15,3-3 1,3 1-16,2 0 15,1-1-15,2 1 16,3-1-16,0-3 16,3 0-16,2-1 15,1-1-15,1 0 16,4-1-16,2-1 16,2 0-16,0-3 15,-1-2-15,0-2 16,0-1-1,0-1-15,0-1 16,-1-1-16,0-1 16,0-1-16,0-1 15,0-2-15,-1 1 16,-2-3-16,-1-3 16,-1-4-16,2-7 15,0-5-15,-2-4 16,-2 4-1,-3 5-15,-3 3 16,0 4-16,-1 3 16,-1 5-16,1 1 15,1 7-15,-3-8 16,3 8-16,0 0 16,-5-7-16,5 7 15,-18-7-15,-2 8 16,-5 2-1,0 3-15,6 1 16,4-2-16,5-1 16,10-4-16,-13 6 15,13-6-15,0 0 16,0 0-16,0 0 16,-9 6-16,9-6 15,0 0-15,0 0 16,-4 7-16,4-7 15</inkml:trace>
  <inkml:trace contextRef="#ctx0" brushRef="#br0" timeOffset="207302.47">13644 1613 0,'0'0'0,"0"0"0,0 0 0,0 0 0,0 0 16,0 0-16,6 3 16,4 4-16,-1-1 15,2-1-15,4-3 16,4-3-16,1 0 15,0-1-15,-4 1 16,1 1 0,3 4-16,2 0 15,-1 2-15,-4-4 16,-1 2-16,0-2 16,0 0-16,1 0 15,5 1-15,-4-1 16,-1 0-16,2-1 15,-1-2-15,4 0 16,-1 0-16,-1 1 16,3-2-1,-1 2-15,-2-1 16,2 0-16,-5 0 16,1 1-16,-3-1 15,-3 0-15,-12 1 16,17-2-16,-17 2 15,19-1 1,-4 0-16,0 0 16,1 0-16,-2 0 15,-1 0-15,-1 1 16,-1-2-16,3 2 16,-1 0-16,1 0 15,1 0-15,-1 0 16,0 0-16,0 2 15,0-2-15,0 0 16,1 0 0,-4 0-16,1 0 15,0 0-15,1 0 16,-1 0-16,1 0 16,0 0-16,-2 0 15,-1 0-15,2 1 16,-2 0-16,1 0 15,-1 0-15,1 0 16,1-1-16,-1 0 16,-2 0-1,-9 0-15,18 0 16,-18 0-16,16 0 16,-16 0-16,15 0 15,-15 0-15,11 0 16,-11 0-16,0 0 15,0 0-15,11-4 16,-11 4 0,0 0-16,0 0 15,0 0-15,0 0 16,0 0-16,0 0 16,0 0-16,10 0 15,-10 0-15,0 0 16,0 0-16,0 0 15,0 0-15,0 0 16,0 0 0,0 0-16,0 0 15,0 0-15,0 0 16,0 0-16,0 0 16,0 0-16,10 1 15,-10-1-15,0 0 16,0 0-16,0 0 15,0 0-15,0 0 16,0 0-16,0 0 16,0 0-1,5 7-15,-5-7 16,0 0-16,0 0 16,0 0-16,8 6 15,-8-6-15,0 0 16,0 0-16,0 0 15,0 0-15,0 0 16,8 7-16,-8-7 16,0 0-1,0 0-15,0 0 16,0 0-16,4 6 16,-4-6-16,0 0 15,0 0-15,0 0 16,0 0-16,0 0 15,0 0-15,4 7 16,-4-7-16,0 0 16,0 0-1,0 0-15,0 0 16,0 0-16,0 0 16,0 0-16,0 0 15,2 6-15,-2-6 16,0 0-16,0 0 15,0 0-15,0 0 16,0 0-16,6 6 16,-6-6-1,0 0-15,0 0 16,0 0-16,0 0 16,0 0-16,0 0 15,0 0-15,0 0 16,0 0-16,3 7 15,-3-7-15,0 0 16,0 0-16,0 0 16,0 0-1,0 0-15,0 0 16,0 0-16,0 0 16,0 0-16,0 0 15,0 0-15,0 0 16,0 0-16,0 0 15,0 0-15,0 0 16,0 0-16,0 0 16,0 0-16,0 0 15,0 0 1,0 0-16,0 0 16,0 0-16,0 0 15,0 0-15,0 0 16,0 0-16,0 0 15,0 0-15,0 0 16,0 0-16,0 7 16,0-7-1,0 0-15,0 0 16,0 0-16,0 0 16,-12 1-16,12-1 15,0 0-15,0 0 16,0 0-16,-11 5 15</inkml:trace>
  <inkml:trace contextRef="#ctx0" brushRef="#br0" timeOffset="-202874.67">6881 4079 0,'0'0'0,"0"0"0,0 0 0,0 0 16,0 0-16,0 0 15,0 0-15,0 0 16,0 0-16,0-2 16,0 2-16,0 0 15,0 0 1,0 0-16,0 0 15,0 0-15,0 0 16,0 0-16,0 0 16,0 0-16,0 0 15,0 0-15,0 0 16</inkml:trace>
  <inkml:trace contextRef="#ctx0" brushRef="#br0" timeOffset="-193724.75">10094 4195 0,'0'0'0,"0"0"0,0 0 16,0 0-16,0 0 15,0 0-15,0 0 16,0 0 0,0 0-16,0 0 15,0 0-15,0 0 16,0-1-16,0 1 16,0 0-16,0 0 15,0 0-15,0 0 16,0 0-16,0 0 15,0-7-15,0 7 16,0 0 0,0 0-16,0 0 15,0 0-15,0 0 16,0 0-16,0 0 16,0 0-16</inkml:trace>
  <inkml:trace contextRef="#ctx0" brushRef="#br0" timeOffset="-192773.48">12489 4031 0,'0'0'0,"0"-3"15,0 3-15,0-7 16,0 7-16,0 0 16,0 0-16,0 0 15,0 0-15,0 0 16,0 0-16,0 0 15,0 0-15,0 0 16,0 0-16,0 0 16,0 0-1,0 0-15</inkml:trace>
  <inkml:trace contextRef="#ctx0" brushRef="#br0" timeOffset="-137687.43">6903 4510 0,'0'0'0,"0"0"0,0 0 0,0 0 0,0 0 16,0 0-16,0 0 15,0 0-15,0 0 16,3 0-16</inkml:trace>
  <inkml:trace contextRef="#ctx0" brushRef="#br0" timeOffset="-135699.98">9330 4500 0,'0'0'0,"0"0"16,0 0-16,0 0 16,0 0-16,0 0 15,0 0 1,0 0-16,0 0 15</inkml:trace>
  <inkml:trace contextRef="#ctx0" brushRef="#br0" timeOffset="-110286.41">5346 5227 0,'0'0'0,"0"0"0,0 0 0,0 0 15,0 0-15,0 0 16,0 0-16,0 0 16,0 0-16,0 0 15,0 0-15,0 0 16,0 0-1,0 0-15,0 0 16,0 0-16,0 0 16,4-1-16,-4 1 15,11-1-15,-11 1 16,13-2-16,-13 2 16,16-1-16,-6 0 15,0 0-15,2 0 16,-2 0-16,-10 1 15,17-2 1,-17 2-16,18-1 16,-18 1-16,18 0 15,-18 0-15,16 0 16,-16 0-16,14 0 16,-14 0-16,16 0 15,-16 0-15,14 0 16,-14 0-1,14 0-15,-14 0 16,14 0-16,-14 0 16,16 0-16,-16 0 15,17 0-15,-17 0 16,18 0-16,-18 0 16,17 0-16,-17 0 15,17 1-15,-17-1 16,17 3-16,-17-3 15,15 2 1,-15-2-16,15 1 16,-15-1-16,13 2 15,-13-2-15,16 2 16,-16-2-16,16 1 16,-16-1-16,17 2 15,-17-2-15,17 2 16,-17-2-1,17 1-15,-6 0 16,0 0-16,0 0 16,-1 0-16,1-1 15,-1 1-15,0 0 16,1 0-16,1-1 16,-1-1-16,3-1 15,-1 1-15,-1-1 16,0 0-1,0 1-15,0-1 16,1 0-16,-1 1 16,-2-1-16,1 1 15,-1-2-15,1 0 16,0 0-16,1 0 16,-1 0-16,1 0 15,-2-1-15,-10 4 16,19-5-16,-9 2 15,0 0-15,-1 1 16,1 0 0,-10 2-16,18-5 15,-18 5-15,16-3 16,-16 3-16,16 0 16,-16 0-16,17 0 15,-17 0-15,15 0 16,-15 0-1,13 0-15,-13 0 16,13 0-16,-13 0 16,17 0-16,-17 0 15,19 1-15,-9 1 16,-1 0-16,2-1 16,1 1-16,-1 0 15,1-1-15,-1 0 16,-1 1-16,1 0 15,-1 0 1,-10-2-16,19 1 16,-19-1-16,17 1 15,-17-1-15,19 0 16,-9 0-16,-10 0 16,18 0-16,-18 0 15,16 0-15,-16 0 16,16 0-16,-16 0 15,18 0-15,-7 0 16,0 0 0,-11 0-16,19 0 15,-9 0-15,0 1 16,2-1-16,-12 0 16,20 2-16,-11-1 15,-9-1-15,20 2 16,-10-1-16,-10-1 15,19 2 1,-19-2-16,15 1 16,-15-1-16,16 1 15,-16-1-15,16 2 16,-16-2-16,14 2 16,-14-2-16,13 1 15,-13-1-15,10 2 16,-10-2-16,0 0 15,13 1-15,-13-1 16,0 0 0,12 0-16,-12 0 15,0 0-15,0 0 16,10 0-16,-10 0 16,0 0-16,0 0 15,0 0-15,10 0 16,-10 0-16,0 0 15,0 0-15,0 0 16,0 0 0,0 0-16,0 0 15,0 0-15,0 0 16,0 0-16,0 0 16,0 0-16,0 0 15,0 0-15,0 0 16,0 0-16,0 0 15,0 0-15,0 0 16,0 0 0,0 0-16,0 0 15,0 0-15,0 0 16,0 0-16,0 0 16,0 0-16,0 0 15,0 0-15,0 0 16,0 0-16,0 0 15,10 0-15,-10 0 16,0 0-16,0 0 16,0 0-1,0 0-15,0 0 16,0 0-16,0 0 16,0 0-16,0 0 15,0 0-15,0 0 16,0 0-16,0 0 15,0 0-15,0 0 16,0 0 0,0 0-16,0 0 15,0 0-15,0 0 16,0 0-16,0 0 16,0 0-16,0 0 15,0 0-15,0 0 16,0 0-16,0 0 15,0 0-15,0 0 16,0 0 0,0 0-16</inkml:trace>
  <inkml:trace contextRef="#ctx0" brushRef="#br0" timeOffset="-107747.5">7703 5313 0,'0'0'0,"3"0"15,-3 0-15,19 0 16,4 0-16,2 0 16,4-3-16,0 0 15,3-2 1,-3 0-16,0-1 16,0-1-16,-1 1 15,1-1-15,1 1 16,0 0-16,1 2 15,-1 2-15,-1 2 16,2 0-16,-1 0 16,1 0-16,-2 2 15,0-1 1,-1-1-16,1 1 16,-1 1-16,0-2 15,1 1-15,0-1 16,-1 0-16,1 0 15,-2-1-15,0 1 16,0-2-16,-3 1 16,0 1-16,0-1 15,-1 1-15,-2-2 16,0 2 0,-2-1-16,0 0 15,-1 0-15,0 0 16,-2 0-16,1 0 15,2 1-15,-1-2 16,-1 1-16,-1 1 16,-2-1-16,1 0 15,0 0 1,0 0-16,-1 1 16,0-1-16,-3 0 15,-11 1-15,18-2 16,-18 2-16,13-1 15,-13 1-15,0 0 16,10-3-16,-10 3 16,0 0-16,0 0 15,0 0 1,0 0-16,0 0 16,0 0-16,0 0 15,0 0-15,10-1 16,-10 1-16,0 0 15,0 0-15,0 0 16,0 0-16,0 0 16,0 0-16,0 0 15,0 0-15,0 0 16,0 0 0,0 0-16</inkml:trace>
  <inkml:trace contextRef="#ctx0" brushRef="#br0" timeOffset="-106629.6">10723 5194 0,'0'0'0,"0"0"0,0 0 15,0 0-15,-1 2 16,1-2-16</inkml:trace>
  <inkml:trace contextRef="#ctx0" brushRef="#br0" timeOffset="-105110.92">10002 5350 0,'0'0'0,"0"0"0,0 0 16,0 0-16,6 0 15,5-2-15,6 0 16,5-1-16,-2 1 16,2 0-16,6-1 15,2 1-15,5-1 16,-6 2-16,-4-1 16,0 1-1,4-1-15,3 0 16,3-468-16,0 937 15,-3-470-15,-3-1 16,1 1-16,-1-1 16,-1 0-16,-1-1 15,-2 2-15,-2 0 16,0 0-16,-1 1 16,0 0-16,0-1 15,1 1 1,-2 0-16,0 0 15,-1 1-15,-1-1 16,0 1-16,-1-1 16,3 0-16,3 0 15,-1 1-15,1-1 16,0 1-16,-1-1 16,-2 0-16,-1 1 15,4 0 1,-1-1-16,5 0 15,-2 0-15,-2 0 16,-1 1-16,-2-1 16,-2 1-16,1-1 15,2 1-15,0-1 16,1 0-16,-2 1 16,-1-1-1,0 0-15,-3 1 16,-2 0-16,-1 0 15,1 0-15,-1 0 16,1 1-16,-3-1 16,-1 0-16,1 0 15,0 0-15,0 1 16,-1-1-16,2 0 16,0 0-16,1 1 15,-3 1 1,1 0-16,-1 0 15,1-1-15,1 1 16,0 0-16,1 0 16,-2 0-16,1-1 15,1 1-15,-1 0 16,-2 0-16,-11-1 16,18 2-16,-18-2 15,15 1 1,-15-1-16,16 2 15,-16-2-15,12 1 16,-12-1-16,12 0 16,-12 0-16,10 0 15,-10 0-15,0 0 16,14-2-16,-14 2 31</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5:02:47.884"/>
    </inkml:context>
    <inkml:brush xml:id="br0">
      <inkml:brushProperty name="width" value="0.05292" units="cm"/>
      <inkml:brushProperty name="height" value="0.05292" units="cm"/>
      <inkml:brushProperty name="color" value="#00B050"/>
    </inkml:brush>
    <inkml:context xml:id="ctx1">
      <inkml:inkSource xml:id="inkSrc34">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3-02T15:25:56.374"/>
    </inkml:context>
  </inkml:definitions>
  <inkml:trace contextRef="#ctx0" brushRef="#br0">3573 1942 0,'0'0'0,"0"0"0,0 0 0,0 0 16,0 0-1,3 0-15,-3 0 16,28 3-16,16 1 15,21-1-15,16 0 16,13-6-16,15-1 16,6 1-16,8-2 15,11 2-15,10-1 16,16-1-16,11-2 16,11-10-16</inkml:trace>
  <inkml:trace contextRef="#ctx0" brushRef="#br0" timeOffset="11938.73">6701 1588 0,'0'0'0,"0"0"0,0 0 0,0 0 0,0 0 15,0 0 1,0 0-16,0 5 16,0 8-16,0 23 15,-2 26-15,-8 9 16,-4 2-16,-2-6 15,-3-10-15,2-11 16,-1-12-16,3-9 16,-1-8-1</inkml:trace>
  <inkml:trace contextRef="#ctx0" brushRef="#br0" timeOffset="12239.86">6676 1496 0,'0'0'0,"0"0"0,0 0 16,0 0-16,6 5 15,7 4-15,8 7 16,2 4-16,2 2 15,-1 0-15,2 4 16,1 1-16,-3 1 16,1-2-16,-2-1 15,-2-2-15,1 1 16,-2-5 0,0-2-16</inkml:trace>
  <inkml:trace contextRef="#ctx0" brushRef="#br0" timeOffset="12489.53">7379 1512 0,'0'0'0,"0"0"15,-3 6-15,-9 17 16,-15 26-16,-9 12 16,2-6-16,1 4 15,3-9 1,-4 3-16,2-3 16,2-8-16,3-4 15</inkml:trace>
  <inkml:trace contextRef="#ctx0" brushRef="#br0" timeOffset="12806.62">7364 1445 0,'0'0'0,"0"0"0,0 0 16,4 4-16,4 7 16,6 12-16,4 11 15,-3 11-15,-3 8 16,-2 5 0,-1-3-16,-4-4 15,3-3-15,-2-3 16,0-5-16,2-5 15,2-6-15,2-5 16,3 0-16</inkml:trace>
  <inkml:trace contextRef="#ctx0" brushRef="#br0" timeOffset="13324.85">7969 1701 0,'0'0'0,"0"0"0,0 0 15,0 0 1,0 0-16,-2 2 16,2-2-16,-19 25 15,-12 9-15,-11 10 16,6-5-16,8-7 15,0 3-15,9-7 16,2-4-16,3-4 16,4-7-16,3-3 15,7-10-15,-4 8 16,4-8 0,0 0-16,22-4 15,1-14-15,2-13 16,2-7-16,-1 0 15,-4 5-15,-5 8 16,-5 6-16,-5 9 16,-2 4-16,-5 6 15,5-7-15,-5 7 16,0 0-16,10 0 16,4 7-1,6 8-15,4 7 16,2 5-16,1 2 15,-1-1-15,0-1 16,1-4-16,0-8 16,1-5-16,-1-8 15,2-12 1</inkml:trace>
  <inkml:trace contextRef="#ctx0" brushRef="#br0" timeOffset="13574.72">8403 1623 0,'0'0'0,"0"0"0,0 0 0,0 0 0,8 5 16,13 9-1,19 16-15,6 10 16,1 8-16,-6 0 15,-3 1-15,-7-6 16,-9-10-16,-7-11 31,-15-22-31</inkml:trace>
  <inkml:trace contextRef="#ctx0" brushRef="#br0" timeOffset="13841.92">8758 1547 0,'0'0'0,"0"0"0,0 0 0,0 0 0,0 0 16,-3 3 0,-9 9-16,-22 34 15,-8 19-15,2-3 16,-2 8-16,7-11 15,-5 8-15,7-10 16,5-9-16,5-9 16,5-7-16,3-8 15,5-4-15,3-7 16</inkml:trace>
  <inkml:trace contextRef="#ctx0" brushRef="#br0" timeOffset="14242.6">9295 1332 0,'0'0'0,"0"0"0,0 0 16,0 2-16,0-2 16,-3 11-16,-3 10 15,-11 24-15,-11 15 16,-4 2-16,-8 10 16,1-5-1,0-2-15,10-15 16,4-7-16,4-9 15,6-3-15,9 0 16,6 1-16,9 7 16,13 9-16,8 3 15,6-9-15,9-6 16,27-11 15,4-23-31</inkml:trace>
  <inkml:trace contextRef="#ctx0" brushRef="#br0" timeOffset="14911">9654 1602 0,'0'0'0,"0"0"0,0 0 16,0 0-16,-2 3 16,-2 5-16,-8 17 15,-6 16 1,4 4-16,3 0 15,6-6-15,4-5 16,1-8-16,3-5 16,-1-6-16,3-1 15,2-3-15,4-1 16,5-1-16,3-3 16,2-10-1,-1-6-15,0-8 16,0-5-16,-3-3 15,-2-2-15,-5 0 16,-7 1-16,-5 4 16,-4 2-16,-2 4 15,0 5-15,0 3 16,0 2-16,8 7 16,-11-7-16,11 7 15,0 0 1,-17 8-16,6 3 15</inkml:trace>
  <inkml:trace contextRef="#ctx0" brushRef="#br0" timeOffset="15144.99">9939 1876 0,'0'0'0,"-1"3"0,1-3 0,-1 6 0,-5 15 15,-3 18-15,-2 16 16,-2 8-16,1 1 16,0-8-1,3-10-15,3-8 0,0-11 16,3-9-1,2-9-15</inkml:trace>
  <inkml:trace contextRef="#ctx0" brushRef="#br0" timeOffset="15394.95">10214 1915 0,'0'0'0,"0"0"16,0 0-16,0 0 15,2 0-15,-2 0 16,22 3-16,1-2 16,3 1-16,-3-1 15,-4 0 1,-3 0-16,-3-3 15,-2-11-15</inkml:trace>
  <inkml:trace contextRef="#ctx0" brushRef="#br0" timeOffset="15895.79">10552 1638 0,'0'0'0,"3"0"0,-3 0 16,15-5-16,4 2 15,7 2-15,-2 3 16,-6 1-16,-4 1 16,-4 0-16,-10-4 15,11 8-15,-11-8 16,4 8-1,-4-8-15,3 9 16,-4-2-16,-4 4 16,0 1-16,-1 0 15,1-3-15,1 1 16,2 1-16,5 3 16,6 4-16,8 4 15,7 3 1,5 1-16,-1-2 15,-2-2-15,-5-2 16,-7 0-16,-6-1 16,-10 4-16,-9 6 15,-15 2-15,-11 4 16,-10-4-16,1-9 16,-2 0-16,5-6 15,7-4-15,4-6 16</inkml:trace>
  <inkml:trace contextRef="#ctx0" brushRef="#br0" timeOffset="16179.77">10875 1510 0,'0'0'0,"3"2"0,-3-2 16,33 21-16,6 10 15,0 3-15,-4 6 16,-6 4-16,-9-4 16,-7-1-16,-7-3 15,-9 2-15,-18 11 16,-22 19-1,-13 19-15,-2-10 16,11-21-16</inkml:trace>
  <inkml:trace contextRef="#ctx0" brushRef="#br0" timeOffset="16413.66">11350 1824 0,'3'0'0,"10"1"16,10 2-16,35 2 16,4 2-16,-4 2 15,-11-2-15,-8-1 16,-5-1-1,-6-3-15,-6-4 16,-11-1-16</inkml:trace>
  <inkml:trace contextRef="#ctx0" brushRef="#br0" timeOffset="16580.37">11254 2047 0,'0'0'0,"0"0"0,5 1 0,24 6 16,33 8 0,17-2-16,-3-11 15,-6-1-15,5-9 16</inkml:trace>
  <inkml:trace contextRef="#ctx0" brushRef="#br0" timeOffset="16881.74">12066 1858 0,'0'0'0,"0"0"0,0 0 0,0 0 15,0 0-15,-2 6 16,-6 12-16,-7 19 16,0 11-16,13-3 15,12-5-15,6-7 16,10-10-1,7-13-15,8-14 16,6-16-16,1-9 16,-3-3-16,-5-5 15,-10-1-15,-9 2 16,-10 8-16,-7 4 16,-8 5-16,-10 2 15,-37-1-15,-70 22 16</inkml:trace>
  <inkml:trace contextRef="#ctx0" brushRef="#br0" timeOffset="20103.9">6970 1736 0,'0'0'0,"0"0"16,0 0-16,0 0 15,0 0-15,0 0 16,-2 0-16,2 0 15,0 0-15,1 10 16,6 6-16,10 15 16,6 9-16,2 3 15,1 3-15,6 8 32</inkml:trace>
  <inkml:trace contextRef="#ctx0" brushRef="#br0" timeOffset="20939.02">8705 2617 0,'0'0'0,"0"0"0,0 0 0,0 0 0,0 11 16,-3 26-16,-8 36 15,-5 3-15,-2-2 16,0-12-16,1-5 16</inkml:trace>
  <inkml:trace contextRef="#ctx0" brushRef="#br0" timeOffset="21222.49">8708 2555 0,'0'0'0,"0"0"0,0 0 16,3 1-16,-3-1 15,21 13-15,5 6 16,5 10-16,3 9 15,-1 7-15,-3 2 16,-6-5-16,-4-8 16,-6-9-16,-4-8 15,-3-7-15,-7-10 16,21 2 0,-1-19-16</inkml:trace>
  <inkml:trace contextRef="#ctx0" brushRef="#br0" timeOffset="21422.41">9250 2486 0,'0'0'0,"0"0"0,0 0 0,0 0 15,0 0-15,0 5 16,0 9-16,0 20 16,-6 17-1,-12 15-15,-4 2 16,-31 41-1,3-10 1,1-9-16,11-23 16</inkml:trace>
  <inkml:trace contextRef="#ctx0" brushRef="#br0" timeOffset="21841.68">9424 2703 0,'0'0'0,"0"0"16,0 0-16,-5 0 15,-4 7-15,-11 18 16,-9 18-16,2 1 16,3 3-16,6-3 15,4-4 1,3-4-1,4-10 1,4-6-16,2-7 16,1-5-16,1-1 15,-1-7-15,7 8 16,-7-8-16,0 0 16</inkml:trace>
  <inkml:trace contextRef="#ctx0" brushRef="#br0" timeOffset="22314.54">9440 2489 0,'0'0'0,"0"0"0,0 0 0,0 0 16,0 0-16,0 0 16,4 4-16,2 4 15,3 4-15,0 4 16,0 0-16,-1 2 16,-3 2-16,1-1 15,-4 1-15,0 0 16,0 2-1,0 5-15,0 6 16,0 2-16,1-1 16,3 7-1,5 2 1,2-7-16,2-5 16,-1-11-1,4-4-15,2-2 16,0-3-16,-2-1 15,-1-3-15,-1 0 16,-2-3-16,-2-1 16,-1-2-16,0-3 15</inkml:trace>
  <inkml:trace contextRef="#ctx0" brushRef="#br0" timeOffset="22541.62">9359 2863 0,'0'0'0,"0"0"0,0 0 0,0 0 15,0 0-15,9 0 16,14 0-1,14 0-15,8-6 16,2-13-16</inkml:trace>
  <inkml:trace contextRef="#ctx0" brushRef="#br0" timeOffset="22758.69">9718 2667 0,'0'0'0,"0"0"15,0 0-15,7 2 16,13 6-16,19 13 16,10 9-16,-1 1 15,-2 5-15,-4-1 16,-5-2-16,-7-6 16,-7-7-16,-10-8 31</inkml:trace>
  <inkml:trace contextRef="#ctx0" brushRef="#br0" timeOffset="22925.51">9932 2659 0,'0'0'0,"0"0"0,0 0 16,0 0-1,-2 0-15,2 0 16,-13 26-16,-10 36 15,-10 31-15,3-5 16,3-13-16,11-23 16</inkml:trace>
  <inkml:trace contextRef="#ctx0" brushRef="#br0" timeOffset="23242.91">10426 2407 0,'0'0'0,"0"0"0,0 0 0,0 0 15,0 2-15,-1 8 16,0 20-1,-2 22-15,-2 13 16,-5 7-16,-7 3 16,3 1-16,-1-8 15,14 4 1,25-15 0,8-17-16,10-16 15,-5-18-15</inkml:trace>
  <inkml:trace contextRef="#ctx0" brushRef="#br0" timeOffset="23643.69">10898 2656 0,'0'0'0,"0"0"15,0 0-15,-1 2 16,-3 6-16,-11 18 16,-8 22-16,-1 6 15,-1 2-15,5-3 16,7-12-16,13-2 31,13-16-15,4-14-16,12-15 15,13-24-15,4-11 16,-5 1-16,-9-9 16,-11-8-16,-6 10 15,-7 5-15,-5 19 16,-3 8-16,-1 7 16,1 8-16,-11-6 15,-4 15-15,-10 19 16,4 11-1</inkml:trace>
  <inkml:trace contextRef="#ctx0" brushRef="#br0" timeOffset="23878.26">11229 2831 0,'0'0'0,"1"1"0,-1-1 15,5 24 1,1 16 0,-6 19-16,-5 12 31,-11 4-31,0-10 0,16-65 0,-16 63 0,6-21 0,10-42 0,-7 32 0,3-11 16,3-11-1</inkml:trace>
  <inkml:trace contextRef="#ctx0" brushRef="#br0" timeOffset="24297.64">11531 2736 0,'0'0'0,"0"0"0,4-1 15,9-1 1,16-5-16,9 0 15,-3 0-15,-4 5 16,-5 2-16,-3 2 16,-5 1-16,-6 1 15,-12-4-15,11 9 16,-15 2-16,-18 12 16,-13 12-16,-3-2 15,9-9 1,9-6-1,4-3 1,9 3-16,10 8 16,6 5-16,9 2 15,1-9-15,-2-4 16,-1-4-16,-4-3 16,-2-1-16,-9 7 15,-8 1-15,-4-3 16,-6 0-1,-4-5-15,-4 1 16,0-6-16,2-6 16,10-3-16</inkml:trace>
  <inkml:trace contextRef="#ctx0" brushRef="#br0" timeOffset="24546.86">12115 2425 0,'0'0'0,"1"2"0,-1-2 16,14 23-16,11 13 16,6 10-16,8 11 15,-9 20-15,-25 24 16,-14 1-16,-11 20 15,-59 23 17,5-38-32</inkml:trace>
  <inkml:trace contextRef="#ctx0" brushRef="#br0" timeOffset="24828.93">12566 3017 0,'0'0'0,"13"0"15,10 0-15,33 0 16,13 0-1,-1 0-15,-9 0 0,-6 0 16,-14-2 0,-14-2-16,-6-1 15,-9 2-15,-10 3 16</inkml:trace>
  <inkml:trace contextRef="#ctx0" brushRef="#br0" timeOffset="25062.98">12555 3193 0,'0'0'0,"4"2"16,-4-2-16,33 10 16,13-4-16,9-3 15,7-4-15,-2-6 16,-3-8-16,-5-1 15,-3-4-15,-1 0 16,0-4 0,-3-11-16,-4-3 15</inkml:trace>
  <inkml:trace contextRef="#ctx0" brushRef="#br0" timeOffset="25464.45">13287 2764 0,'0'0'0,"0"0"16,0 0-16,7 4 15,14 6-15,19 7 16,7 1-16,-4-3 16,-10-5-16,-9-2 15,-9-4-15,-3-1 16,-12-3-16,11 6 15,-11-6 1,-9 17-16,-22 9 16,-11 9-16,5-6 15,9-7-15,12-6 32,11 6-32,9 0 15,12 7-15,3-1 16,8 1-16,2 2 15,-7-6-15,-8-10 16,-3-3-16,-9-4 16,-7 2-1,-17 2-15,-18 0 16,-13-4-16,-10-4 16</inkml:trace>
  <inkml:trace contextRef="#ctx1" brushRef="#br0">9893 7398 0</inkml:trace>
  <inkml:trace contextRef="#ctx0" brushRef="#br0" timeOffset="100431">3120 7057 0,'0'0'0,"0"0"0,0 0 15,0 0-15,0 0 16,0 0-16,4 0 16</inkml:trace>
  <inkml:trace contextRef="#ctx0" brushRef="#br0" timeOffset="153930.09">10618 3887 0,'0'0'0,"0"0"16,0 0-16,0 0 16,0 0-16,3 0 15,-3 0-15,0 0 16,0 0-16,0 0 16,0 0-16,0 0 15,0 0-15,-3 8 16,0 3-1,-1 5-15,-1 5 16,-2 4-16,1 3 16,-1-1-16,0-2 15,3-5-15,-1-1 16,2-5-16,0-2 16,0-3-16,3-9 15,-2 9 1,2-9-16,0 0 15,0 0-15,0 0 16,0 0-16,0 0 16,0 0-16,0 0 15,0 0-15,0 0 16,14-8-16,1-10 16,4-3-16,0 0 15,-3 4-15,-3 2 16,-4 3-16,0 1 15,-2 3 1,-2 2-16,-5 6 16,8-9-16,-8 9 15,0 0-15,0 0 16,5-6-16,-5 6 16,0 0-16,0 0 15,0 0-15,0 0 16,0 0-16,0 0 15,0 0 1,0 0-16,0 0 16,0 0-16,-6 6 15,6-6-15,0 0 16,0 0-16,-4 8 16,4-8-16,0 0 15,0 0-15,0 0 16,-2 6-16,2-6 15,0 0 1,0 0-16,0 0 16,0 0-16,0 0 15,0 0-15,13-4 16,4-4-16,1 2 16,-2-1-16,-2 1 15,-14 6-15,17-7 16,-17 7-16,0 0 15,13-5 1,-13 5-16,0 0 16,0 0-16,0 0 15,0 0-15,0 0 16,0 0-16,0 0 16,0 0-16,0 0 15,0 0-15,0 0 16,0 0-16,2 9 15,-2-9 1,-6 11-16,2-3 16,-2 5-16,0 0 15,1 1-15,3 0 16,3 2-16,2 2 16,7 5-16,6 0 15,7 0-15,4-4 16,9-9-16,9-13 15</inkml:trace>
  <inkml:trace contextRef="#ctx0" brushRef="#br0" timeOffset="155516.33">11185 4096 0,'0'0'0,"0"0"0,0 0 15,0 0-15,0 0 16,0 0-16,0-2 15,0 2-15,17-7 16,13-1 0,14-1-16,4 1 15,4 0-15,-1 2 16,-1 2-16,-3 1 16,-5 0-16,-2 2 15,-3 1-15,-4 0 16,-4 1-16,-5-1 15,-3 0-15,-4 0 16,-3 0-16,-3 0 16,-11 0-1,13 2-15,-13-2 16,0 0-16,0 0 16,0 0-16,0 0 15,0 0-15,0 0 16,0 0-16,0 0 15,0 0-15,0 0 16,0 0-16,0 0 16,0 0-1,-10-4-15,10 4 16,0 0-16,0 0 16,0 0-16,0 0 15,0 0-15,-9-5 16,9 5-16,0 0 15,0 0-15,0 0 16,0 0-16,-8-7 16,8 7-1,-13-11-15,2 2 16,-2-1-16,2 1 16,1 2-16,2 1 15,8 6-15,-10-9 16,10 9-16,0 0 15,0 0-15,0 0 16,-9-6 0,9 6-16,0 0 15,0 0-15,0 0 16,0 0-16,0 0 16,22 8-16,-5-2 15,1 0-15,-3 1 16,-3 0-16,-2-1 15,-4 0-15,-6-6 16,8 12-16,-8-12 16,5 12-1,-4-4-15,-11 6 16,-13 9-16,-17 9 16,-15 5-1,11-13 1</inkml:trace>
  <inkml:trace contextRef="#ctx0" brushRef="#br0" timeOffset="156067.24">11325 3664 0,'0'0'0,"0"0"0,0 0 0,0 0 0,0 0 16,0 0-16,0 0 15,0 0 1,0 5-16,-1 2 16,-1 5-16,1 7 15,0 2-15,1 0 16,1-1-16,-1-2 15,0 0 1,0 0-16,0-4 16</inkml:trace>
  <inkml:trace contextRef="#ctx0" brushRef="#br0" timeOffset="156468.22">11285 3682 0,'0'0'0,"0"0"0,0 0 0,0 0 15,2-1 1,-2 1-16,0 0 16,12-3-16,0 1 15,8 2-15,6 1 16,4 5-16,3 3 15,-5 1-15,-3 0 16,-5-2-16,-3 1 16,-2-1-1,-3 1-15,-1 0 16,-4 0-16,-1-1 16,-3-2-16,1 1 15,-4 1-15,-4 4 16,-4 5-16,-6-1 15,-3-2-15,-1-1 16,-2-4-16,1-2 16,-2-1-16,-2-1 15,-8 2 1,-2-3-16</inkml:trace>
  <inkml:trace contextRef="#ctx0" brushRef="#br0" timeOffset="158137.5">12442 3825 0,'0'0'0,"0"0"0,0 0 15,-1-2-15,1 2 16,0 0-16,0 0 16,0 0-16,0 9 15,0 11-15,-1 27 16,-8 26 0,-6 26-16,-17 61 31,7-33-31</inkml:trace>
  <inkml:trace contextRef="#ctx0" brushRef="#br0" timeOffset="163330.82">11679 4723 0,'0'0'0,"0"0"16,0 0-16,0 0 15,-8-2-15,-3-2 16,-10-1-16,-11-1 16,-7 3-1,-2 3-15,2 5 16,-2 5-16,-5 1 16,4 2-16,8-1 15,9-1-15,8-1 16,5-1-16,12-9 15,-13 9-15,13-9 16,-9 11-16,8 0 16,3 5-1,7 2-15,8 2 16,7 2-16,6-3 16,0 0-16,3-1 15,1 0-15,0 0 16,-1-1-16,-3-2 15,-3-1-15,-4-1 16,-5-1-16,-5-3 16,-5-1-1,-3-2-15,-5-6 16,0 12-16,-16-1 16,-18 5-16,-13-1 15,-9-5-15,-3-3 16,-3-2-16,-1-4 15,5-2-15,2 1 16,3-2-16,-1 1 16,3 1-1,8 0-15</inkml:trace>
  <inkml:trace contextRef="#ctx0" brushRef="#br0" timeOffset="163848.59">11820 4960 0,'0'0'0,"0"0"0,0 0 0,0 0 16,0 0-16,0 0 15,-2 4-15,-4 11 16,-10 25-16,-7 17 15,4-7-15,4-11 16,3-7-16,4-9 16,2-7-1,3-8-15,3-8 16</inkml:trace>
  <inkml:trace contextRef="#ctx0" brushRef="#br0" timeOffset="164533.7">11875 4769 0,'0'0'0,"0"0"0,0 0 0,0 0 16,0 0-16,0 0 15,0 0-15,0 0 16,0 0-16,0 0 15,0 0-15,0 0 16,0 0-16,3 8 16,4 13-16,3 5 15,0 7-15,0-5 16,-3-5 0,3-4-16,0-6 15,0-4-15,-2-3 16,-8-6-16,14 9 15,-14-9-15,12 3 16,-12-3-16,0 0 16,10 2-16,-10-2 15,0 0 1,0 0-16,0 0 16,-13 3-16,-6 2 15,-2 2-15,2 1 16,5-2-16,5 0 15,9-6-15,-12 10 16,12-10-16,-4 10 16,9-1-16,6 3 15,9 3 1,4-2-16,-2-4 16,-3-2-16,-3-4 15,-3 2-15,0-2 16,-2 1-16,-1 6 15,-2 7-15,-4 15 16,-5 15-16,-15 9 16,-2-3-16,-6-7 15,0 0-15,3-6 16,4-7 0,6-12-16,5-9 15,2-4-15,4-8 16,0 0-16,0 0 15</inkml:trace>
  <inkml:trace contextRef="#ctx0" brushRef="#br0" timeOffset="165117.47">12254 5131 0,'0'0'0,"0"0"16,0 0-16,7 1 16,8 1-16,12 0 15,0 0-15,-3-1 16,2-1 0,3-1-16,6-2 15,-1 1-15,-1 0 16,-4 1-16,0-1 15,1 0-15,2 1 16,-2-1-16,-5 1 16,-7 0-16,-7 0 15,-11 1-15,11-7 16,-11 7-16,-4-14 16,-6 0-1,-9 1-15,-8-1 16,2 6-16,2 3 15,1 3-15,6 0 16,5 0-16,11 2 16,-14-2-16,14 2 15,0 0-15,0 0 16,4 14 0,6 1-16,4 1 15,8 4-15,3 3 16,1-4-16,-7-3 15,-6-6-15,-4 3 16,-5 10-16,-7 0 16,-5-1-16,-3-7 15,2-3-15,9-12 16</inkml:trace>
  <inkml:trace contextRef="#ctx0" brushRef="#br0" timeOffset="165870.4">13209 4952 0,'0'0'0,"-3"-1"0,3 1 16,-13-6-1,-3 5-15,-7 4 16,-7 9-16,-3 6 15,0 6-15,6 3 16,5-2-16,4 0 16,6-4-16,4-3 15,3-1-15,5-2 16,3 2-16,4 1 16,8 1-1,7-3-15,9-2 16,1-4-16,-4-5 15,-3-6-15,4-6 16,4-3-16,1-6 16,-5 0-16,-7 0 15,-5-9-15,-9-2 16,-3-4 0,-7 2-16,-4 4 15,-7 2-15,-6 4 16,-3 2-16,1 5 15,1 6-15,2 2 16,0 4-16,3 2 16,1 4-16,4 3 15,5 3-15,6 1 16,10-1-16</inkml:trace>
  <inkml:trace contextRef="#ctx0" brushRef="#br0" timeOffset="166052.98">13570 5126 0,'0'0'0,"0"0"15,0 0-15,0 0 16,0 0-16,0 0 15,0 0-15,-2-1 16,2 1-16,-2-14 16</inkml:trace>
  <inkml:trace contextRef="#ctx0" brushRef="#br0" timeOffset="166654.09">13716 4936 0,'0'-3'0,"0"3"0,0 0 16,0 0-16,11-10 16,-3 4-16,4 3 15,3 3 1,2-1-16,2 1 15,-6 0-15,-3 2 16,-10-2-16,15 9 16,-7 0-16,-6 8 15,1 7-15,-8 15 16,-3-5-16,-5-2 16,-2-6-1,-1-5-15,0 0 16,-1 0-16,-3 7 31,5-4-31,3-4 16,4-7-16,4-5 15,3-2-15,1 1 16,4 0-16,3 0 16,-7-7-1,20 4-15,-5-1 16,3-1-16,6 0 15,7-6-15,-1-3 16,-4-2-16,-6 3 16,-3 2-16,-2 2 15,-2 3-15,-1 1 16,4 0-16,-4 0 16,-2-2-16,-10 0 15,0 0 1,0 0-16,12-2 15,-12 2-15</inkml:trace>
  <inkml:trace contextRef="#ctx0" brushRef="#br0" timeOffset="167205.34">14378 4959 0,'0'0'0,"0"0"0,0 0 0,-3-2 0,3 2 16,-16-8-16,1 3 15,-3 1-15,-5 1 16,-3 3-1,0 3-15,2 0 16,5 0-16,7 0 16,1-1-16,11-2 15,-10 8-15,8 3 16,3 4-16,5 6 16,8 2-1,5 3-15,3-2 16,-2-3-16,0-2 15,4 0-15,4-1 16,-1-3-16,-4-3 16,-4-1-16,-5-2 15,-6 3-15,-7 7 16,-3 2-16,-9-1 16,-9-2-16,-16-1 15,-6 1 1,5-5-16,-2-4 15,7-3-15,0-4 16,6-1-16,7-3 16,6-7-16,5-4 15,9-5-15</inkml:trace>
  <inkml:trace contextRef="#ctx0" brushRef="#br0" timeOffset="167605.4">14278 4925 0,'0'0'0,"0"0"15,0 0-15,0 0 16,-2 0-16,2 0 16,0 0-16,0 0 15,0 0-15,0 0 16,0 0-16,22-3 16,12 2-16,5 1 15,1 0 1,-10 0-16,-7 0 15,-5 0-15,-4 0 16,-4 0-16,-10 0 16,12 0-16,-12 0 15,0 0-15,0 0 16,0 0-16,6-6 16</inkml:trace>
  <inkml:trace contextRef="#ctx0" brushRef="#br0" timeOffset="168024.05">14790 4708 0,'0'0'0,"0"0"15,0 0-15,0 0 16,0 0-16,0 0 16,0 0-16,0 0 15,-3 3-15,-5 7 16,-12 13-1,-11 21-15,-5 14 16,-2 19-16,-10 42 31,9-19-31,7-9 16,10-22-16,12-30 16,2-8-16,6-5 15,4-8-15,10-5 16,5 0-1,4 0-15</inkml:trace>
  <inkml:trace contextRef="#ctx0" brushRef="#br0" timeOffset="169842.87">12163 5130 0,'0'0'0,"0"0"0,0 0 16,0 0-16,-3 0 15,3 0-15,-16-2 16,16 2-16,-15-2 15,15 2-15,-13-5 16,3 1 0,10 4-16,-9-10 15,4 3-15,0-1 16,-2-2-16,0 0 16,-2-4-16,-5-1 15,-3 0-15,3 3 16,6 6-16,8 6 15,0 0-15,-11-9 16,11 9 0,-10-7-16,6-2 15</inkml:trace>
  <inkml:trace contextRef="#ctx0" brushRef="#br0" timeOffset="170594.19">12049 5370 0,'0'0'0,"0"0"15,-7 4-15,-4 2 16,-3 3-16,2 6 16,4 8-1,0 2-15,2-4 16,5-5-16,-2-1 16,0 0-16,0 1 15,0 0-15,0-5 16,-1-2-16,4-9 15,-26 8-15,12-5 16,-5-5-16,6 1 16,2-1-1,1-2-15,10 4 16,-19-10-16,19 10 16,-8-11-16,10 1 15,12-13-15,21-17 16,7-7-16,22-16 15,-6 7-15,-4 7 16,2 4 0,-15 15-16,-2 5 15,2 2-15,-8 8 16,2-2-16</inkml:trace>
  <inkml:trace contextRef="#ctx0" brushRef="#br0" timeOffset="171496.23">11889 4644 0,'0'0'0,"-2"1"0,2-1 16,0 0-16,0 0 15,0 0-15,0 0 16,0 0-16,0 0 16,0 0-16,0 0 15,0 0 1,0 0-16,0 0 16,0 0-16,12 4 15,-12-4-15,10-1 16,-10 1-16,0 0 15,0 0-15,0 0 16,0 0-16,0 0 16,0 0-1,0 0-15,0 0 16,0 0-16,0 0 16,0 0-16,0 0 15,0 0-15,0 0 16,0 0-16,0 0 15,0 0-15,0 0 16,0 0-16,0 0 16,0 0-1,0 0-15,12 2 16,-12-2-16,12-1 16,2-3-16,5-18 15,0-1-15,-8 1 31,-6 10-31,-3 4 16,-2 8-16,-3-9 16,3 9-16,0 0 15,-16-7 1,5 9-16,0 3 16,2 3-16,3 2 15,3-1-15</inkml:trace>
  <inkml:trace contextRef="#ctx0" brushRef="#br0" timeOffset="-119458.93">11210 6377 0,'0'0'0,"-2"3"0,2-3 16,-17 23-16,-5 7 16,-6 10-16,2 15 15,4 0 1,8 3-16,20 13 31</inkml:trace>
  <inkml:trace contextRef="#ctx0" brushRef="#br0" timeOffset="-119142.51">11258 6299 0,'0'0'0,"0"0"15,0 3 1,3 3-16,1 6 15,0 4-15,4 5 16,5 2-16,1 3 16,1-3-16,3 1 15,3 2-15,3-3 16,8-8-16</inkml:trace>
  <inkml:trace contextRef="#ctx0" brushRef="#br0" timeOffset="-118857.19">11599 6378 0,'0'0'0,"0"0"0,0 0 15,-7 4-15,-5 5 16,-5 3-16,-2 4 16,-2 6-16,-1 5 15,4-6 1</inkml:trace>
  <inkml:trace contextRef="#ctx0" brushRef="#br0" timeOffset="-118574.29">11575 6344 0,'0'0'0,"0"0"0,0 0 15,0 0-15,1 2 16,-1-2-16,5 17 16,0 1-16,2 7 15,3 6-15,2 5 16,-1 2-1,3 7 1</inkml:trace>
  <inkml:trace contextRef="#ctx0" brushRef="#br0" timeOffset="-118056.11">12000 6451 0,'0'0'0,"0"0"16,-4-3-16,4 3 15,0 0-15,-16-9 16,6 6-1,-8 0-15,-6 3 16,-2 2-16,-1 7 16,1 11-16,2 5 15,0 3-15,7-6 16,4-5-16,9-6 16,4-4-16,13-4 31,29-17-31,7-6 15,-4-3 1,-22 10-16,-6 3 16,-2 1-16,-15 9 15,12-7-15,-12 7 16,0 0-16,0 0 16,17 4-16,-7 8 15,-3 8-15,5 0 16,-2 3-1,11-2-15,6 1 16,-1-6-16,13 2 16,-4-12-16,1-14 15</inkml:trace>
  <inkml:trace contextRef="#ctx0" brushRef="#br0" timeOffset="-117822.15">12268 6413 0,'0'0'0,"4"-1"0,-4 1 15,0 0-15,0 0 16,10 5-16,2 4 16,5 1-16,3 4 15,4 2-15,-3 0 16,2 3-16,-3 1 15,0 0 1</inkml:trace>
  <inkml:trace contextRef="#ctx0" brushRef="#br0" timeOffset="-117572.46">12468 6368 0,'0'0'0,"0"0"16,0 0-16,0 0 16,0 1-16,0-1 15,-4 9-15,-2 5 16,-11 12-16,-11 12 16,-7 5-16,0-1 15,-4 9-15,19 13 16,8-32-16,6 4 15,9-12 1,-3-24-16</inkml:trace>
  <inkml:trace contextRef="#ctx0" brushRef="#br0" timeOffset="-117204.34">12768 6218 0,'0'0'0,"0"3"0,0-3 0,0 0 16,-2 9-16,0 3 15,-4 9 1,-5 9-16,-10 9 16,-8 11-16,-15 32 31,29-6-31,13-8 16,6-22-16,3-27 15,8-5-15,7-1 16,16-4-16,8-3 15,-12-6-15</inkml:trace>
  <inkml:trace contextRef="#ctx0" brushRef="#br0" timeOffset="-116787.5">12998 6450 0,'0'0'0,"0"0"0,0 0 15,0 0-15,0 0 16,-4 0-16,4 0 16,-10 3-16,-5 2 15,-5 12-15,-3 6 16,4 1-16,4-5 15,4-1 1,7-9 0,3-2-1,1-7-15,5 11 16,-5-11-16,18 6 16,-1-15-16,-1-10 15,-2-3-15,-5 1 16,-4 8-16,-2 0 15,-2 5-15,0 2 16,-1 6 0,0-9-16,0 9 15,-1-9-15,1 9 16</inkml:trace>
  <inkml:trace contextRef="#ctx0" brushRef="#br0" timeOffset="-116603.32">13206 6511 0,'-1'-2'0,"1"2"16,0 0-16,0 0 16,0 0-16,0 0 15,0 0-15,13-5 16,-1 5-16</inkml:trace>
  <inkml:trace contextRef="#ctx0" brushRef="#br0" timeOffset="-116320.09">13400 6332 0,'0'0'0,"0"0"15,0 2-15,0-2 16,0 0 0,0 0-16,-5 6 15,5-6-15,-2 13 16,0-2-16,-4 7 16,-7 14-16,-5 7 15,-1-1-15,2-9 16,0 3-1,1 4 1</inkml:trace>
  <inkml:trace contextRef="#ctx0" brushRef="#br0" timeOffset="-115384.29">13614 6482 0,'0'0'0,"0"0"16,3-4-16,-3 4 15,8-15-15,-1 7 16,2-1-16,0 2 16,-9 7-16,17-9 15,-17 9-15,12-1 16,-12 1-16,10 16 15,-7 2-15,1 3 16,-4 0 0,-2-2-16,-1-4 15,1-2-15,-1-2 16,1-4-16,2-7 16,-3 8-16,3-8 15,0 0-15,0 0 16,0 0-16,20-14 15,-4-1-15,0-4 16,-2 3 0,-4 3-16,-2 4 15,-3 2-15,-5 7 16,6-6-16,-6 6 31,0 0-31,0 0 16,0 0-16,-18 15 15,7 9-15,0 8 16,6-6-16,6 2 16,8-2-16,5 1 15,5-18 1,2-12-16,7-16 16,-2-5-16</inkml:trace>
  <inkml:trace contextRef="#ctx0" brushRef="#br0" timeOffset="-115150.22">13954 6676 0,'0'-7'0,"-4"-1"0,4 8 16,0 0-16,0 0 15,-13 24-15,8-12 16,0 4-16,-7 7 15,-7 13-15,-7 12 16,10-19-16,16-29 16,0 0-16,0 0 15,-5-8 1</inkml:trace>
  <inkml:trace contextRef="#ctx0" brushRef="#br0" timeOffset="-114599.94">14243 6457 0,'0'0'0,"-3"-1"15,3 1-15,0 0 16,0 0-16,0 0 15,0 0-15,15 1 16,-6 9-16,3 5 16,-3 2-16,-5 3 15,-10-1 1,0-3-16,-8 0 16,5-5-16,2-4 15,7-7-15,-7 8 16,7-8-16,0 0 15,0 0-15,7-8 16,6-2-16,2-6 16,4-3-16,-1 2 15,-6 3 1,-4 4-16,-2 2 16,-6 8-16,7-9 15,-7 9-15,0 0 16,0 0-16,0 0 15,0 0-15,-9 9 16,-4 9-16,3-2 16,3-3-16,7 0 31,13 3-15,20 2-16,14-6 15,-3-2-15,-2-12 16,4-6-16,1-10 15</inkml:trace>
  <inkml:trace contextRef="#ctx0" brushRef="#br0" timeOffset="-114315.29">14607 6257 0,'0'0'0,"0"0"16,0 0-16,0 0 15,0 0 1,1 6-16,4 12 16,5 23-16,5 23 15,-2 5-15,-35 47 31,-39 11-31,-33-11 16,-8-32-16</inkml:trace>
  <inkml:trace contextRef="#ctx0" brushRef="#br0" timeOffset="-112829.15">12972 6784 0,'0'0'0,"0"0"0,5-2 16,20 7-16,22 1 16,14-5-1,5-11-15,8 1 16,2 3-16,-2 19 16,-4-10-16,-6-6 15,-1-21-15,-6 7 16,-15 11-16,-3 5 15,0 15-15,-11-1 16,-12-6-16,-1-1 16,-15-6-16,11 6 15,-11-6-15,0 0 16,0 0-16,-37 6 16,-14-4-1,-13 0-15,-7 3 16,-10 5-16,8-3 15,-3 0-15,2-24 16,9 4-16,4-1 16,14 7-16,3 7 15,9 5 1,7-2-16,5 3 16,9-2-16,14-4 15,-16 2-15,16-2 16,0 0-16,0 0 15,0 0-15,0 0 16,63-3-16,19-2 16,0-10-16,-7 6 15,9 3-15,-11 0 16,-7 9 0,-7 2-16,-13 7 15,-13-7-15,-7-10 16,-6-6-16,-8 7 15,-12 4-15,0 0 16,0 0-16,-9 11 16,-47 7-16,-19-2 15,-1-5-15,-2-19 16,2 8-16,4-3 16,8 3-1,13 2-15,8 2 16,10-3-16,12 1 15,7-2-15,14 0 16,-14-8-16,14 8 16,11-5-16,26-2 15,36 6-15,14-5 16,2 2-16,-2 2 16,-11 0-1,-9 0-15,-4 0 16,-6-1-16,-12 3 15,-6-1-15,-14-3 16,-9 2-16,-7 2 16,-9 0-16,12 7 15,-12-7 1,0 0-16,-1 7 0,-9 3 16,-9 6-1,-9 4-15,-8-17 16,-7 6-16</inkml:trace>
  <inkml:trace contextRef="#ctx0" brushRef="#br0" timeOffset="-111828.32">12780 6772 0,'0'3'0,"0"-3"15,4 6-15,8-4 16,23-4-16,22-4 16,4 4-1,7 4-15,2 11 16,4-4-16,-9 0 15,-1-3-15,-8-3 16,-6-2-16,-4-4 16,-13 3-16,-1-4 15,-9 1-15,-3-2 16,-6 1-16,-14 4 16,12-3-16,-12 3 15,0 0 1,0 0-16,0 0 15,-13 0-15,-18-3 16,-13 2-16,-2 6 16,-8 3-16,-3-1 15,2 1-15,5-1 16,8-9-16,10-1 16,7 2-1,9 0-15,16 1 16,-15-3-16,15 3 15,-9-7-15,9 7 16,0 0-16,4-10 16,19-5-16,19 1 15,2 6-15,-3 11 16,1-3-16,-2 0 16,-6 0-1,-7 1-15,-7 9 16,-6-4-16,-1 1 15</inkml:trace>
  <inkml:trace contextRef="#ctx0" brushRef="#br0" timeOffset="-109439.86">12106 7380 0,'-4'1'0,"4"-1"16,0 0-16,0 0 15,0 0-15,-9 5 16,9-5-1,0 0-15,0 0 16,0 0-16,0 0 16,0 0-16,0 0 15,0 0-15,0 0 16,0 0-16,18-5 16,-1-1-16,5 0 15,-3 0 1,2 1-16,-3 1 15,2 1-15,-2 0 16,-4 0-16,-2 1 16,-2 0-16,0 2 15,0-1-15,1 0 16,0 0-16,-11 1 16,17-2-16,-17 2 15,13-2-15,-13 2 16,0 0-16,12-2 15,-12 2-15,0 0 16,0 0 0,0 0-16,0 0 15,0 0-15,0 0 16,0 0-16,0 0 16,0 0-16,0 0 15,10-1-15,-10 1 16,0 0-1,0 0-15,0 0 16,0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0-15,0 0 16,0 0-1,0 0-15,0 0 16,0 0-16,0 0 16,0 0-16,10-5 15,-10 5-15,0 0 16,7-10-16,-7 10 16,6-7-16,-6 7 15,0 0-15,8-8 16,-8 8-16,0 0 15,4-8-15,-4 8 16,0 0 0,8-8-16,-8 8 15,11-12-15,-4 4 16,-1 2-16,-6 6 16,9-11-16,-9 11 15,9-9-15,-9 9 16,12-13-1,-4 5-15,1-4 16,0 2-16,-1 0 16,-1 1-16,1 0 15,2-4-15,-1 2 16,-2 2-16,-1 1 16,0-1-16,0-1 15,-2 2-15,-4 8 16,4-6-16,-4 6 15,0 0 1,7-10-16,-7 10 16,7-9-16,-7 9 15,0 0-15,5-9 16,-5 9-16,0 0 16,1-7-16,-1 7 15,0 0-15,0-8 16,0 8-16,0 0 15,1-6 1,-1 6-16</inkml:trace>
  <inkml:trace contextRef="#ctx0" brushRef="#br0" timeOffset="-107118.08">12022 7387 0,'0'0'0,"3"-1"0,-3 1 16,0 0-16,0 0 16,0 0-16,0 0 15,0 0-15,0 0 16,0 0-16,0 0 15,0 0-15,0 0 16,16-8 0,-3 0-16,13-3 15,-2 2-15,3 0 16,-3 1-16,1 0 16,4-1-16,-2 3 15,-4 1-15,-5 2 16,-2 1-16,-3-1 15,-3 1-15,-10 2 16,14-1-16,-14 1 16,0 0-1,0 0-15,10-1 16,-10 1-16,0 0 16,0 0-16,0 0 15,0 0-15,0 0 16,0 0-16,0 0 15,0 0-15,0 0 16,0 0 0,0 0-16,0 0 15,0 0-15,0 0 16,0 0-16,0 0 16,0 0-16,0 0 15,0 0-15,10-1 16,-10 1-16,0 0 15,11 5-15,-11-5 16,0 0 0,0 0-16,11 4 15,-11-4-15,0 0 16,0 0-16,0 0 16,0 0-16,0 0 15,0 0-15,9 2 16,-9-2-16,0 0 15,0 0-15,0 0 16,10-3 0,5-5-16,8-8 15,6-7-15,0-4 16,-3-4-16,-4 6 16,-5 5-16,-3 1 15,-1 1-15,-1 1 16,0-2-16,-5 8 15,0 2-15,-3 1 16,-4 8-16,6-10 16,-6 10-1,6-9-15,-6 9 16,4-8-16,-4 8 16,0 0-16,0 0 15,0 0-15,0 0 16,0 0-16,0 0 15,0 0-15,0 0 16,3-8-16,-3 8 16,0 0-16,0 0 15,0 0 1,0 0-16,0 0 16,-16 5-16,5 12 15,-3 6-15,3-3 16,-2 7-16,-1-1 15,0 2-15,-1-4 16,-1 3-16,-2-4 16,1-5-16,3-2 15,2-4-15,4-4 16,8-8 0,-9 9-16,9-9 15,0 0-15,0 0 16,0 0-16,-1-21 15,11-7-15,5-6 16,3 1-16,4 4 16,1 0-1,0 1-15,3-4 16,-5 6-16,-3 4 16,-4 1-16,-6 10 15,-2 1-15,-1 2 16,-3 3-16,2-3 15,-4 8-15,3-7 16,-3 7-16,0 0 16,0 0-16,0 0 15,0 0 1,0 0-16,0 0 16,-9 8-16,9-8 15</inkml:trace>
  <inkml:trace contextRef="#ctx0" brushRef="#br0" timeOffset="-104614.42">12589 7345 0,'0'3'0,"0"-3"0,0 0 15,-6 11-15,-7-5 16,-10 6-16,-9 3 15,0 0-15,3-3 16,1 1-16,2-1 16,-6 2-16,-2 0 15,7-1-15,2 3 16,4 4 0,2 5-16,-3 3 15,4-1-15,7-6 16,6-9-16,4-2 15,0-3-15,1 10 16,-1 1-16,1 6 16,3-11-16,6-3 15,7-2-15,7-12 16,8 3 0,11-22-16,0 5 15,9-11-15,-2 1 16,-1-1-16,1-1 15,1-3-15,0-2 16,-5 3-16,-2 1 16,-6 2-16,-1-6 31,-7 2-31,-11 6 16,-7 8-1,-6 9-15,-1 4 16,-4 6-16,0-7 15,0 7-15,-27-14 16,-9 8-16,-17 2 16,-5 7-16,-6 9 15,0 6-15,4 6 16,3 2 0,4-2-16,3 1 15,3-1-15,8-3 16,1 2-16,5 2 15,6 3-15,1 6 16,5-5-16,6 1 16,6-6-16,6-4 15,7-5-15,-1-5 16,4-3-16,4-2 16,3-1-1,4-2-15,6-1 16,8-1-16,7-2 15,3-4-15,-3-2 16,-2-6-16,6-2 16,1-1-16,2-1 15,-1 0-15,-1-2 16,5-11-16,-3-1 16,-3-1-1,1-2-15,-9 4 16,1-1-16,-4-1 15,-8 9-15,-7 4 16,-7 7-16,-6 5 16,-4 8-16,5-9 15,-5 9-15,0 0 16,-3-10-16,-9 5 16,-11-2-1,-11 3-15,-8 5 16,-2 7-16,0 5 15,-6 6-15,1 5 16,-1 3-16,-2 4 16,4-2-16,-1 5 15,3 1-15,-2 4 16,7-1 0,9-7-16,6-4 0,7-5 15,2-5 1,4-2-16,5-5 15,8-10-15,-9 10 16,9-10-16,0 0 16,-7 7-16,7-7 15,0 0-15,-2 8 16,2-8-16,0 0 16,12 9-16,-12-9 15,18 6 1,-18-6-16,17 4 15,-17-4-15,12 2 16,-12-2-16,0 0 16,11 0-16,-11 0 15,0 0-15,14-5 16,-5 2 0,4-4-16,3-1 0,-3 0 15</inkml:trace>
  <inkml:trace contextRef="#ctx0" brushRef="#br0" timeOffset="-101642.18">12942 6800 0,'0'0'0,"0"0"0,0 0 16,0 0 0,0 0-16,0 0 15,0 0-15,0 0 16,0 0-16,-2-2 16,2 2-16,0 0 15,0 0-15,0 0 16,0 0-16,14-8 15,6 2-15,9 1 16,2 1 0,1 0-16,2 2 15,4 0-15,-1 0 16,-1 1-16,-1 1 16,0 0-16,2 0 15,-2 0-15,2 0 16,0 0-1,-1 0-15,1 0 16,-3 0-16,-7 0 16,-4 0-16,-5 0 15,-4 0-15,-2 0 16,-1 0-16,-11 0 16,12 0-16,-12 0 15,0 0-15,0 0 16,0 0-16,0 0 15,0 0 1,10 0-16,-10 0 16,0 0-16,0 0 15,0 0-15,0 0 16,0 0-16,0 0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5:30:46.479"/>
    </inkml:context>
    <inkml:brush xml:id="br0">
      <inkml:brushProperty name="width" value="0.05292" units="cm"/>
      <inkml:brushProperty name="height" value="0.05292" units="cm"/>
      <inkml:brushProperty name="color" value="#00B050"/>
    </inkml:brush>
  </inkml:definitions>
  <inkml:trace contextRef="#ctx0" brushRef="#br0">1289 7858 0,'0'0'0,"0"0"0,0 0 0,3 0 16,-3 0-16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5:41:56.543"/>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EE0000"/>
    </inkml:brush>
    <inkml:brush xml:id="br3">
      <inkml:brushProperty name="width" value="0.05292" units="cm"/>
      <inkml:brushProperty name="height" value="0.05292" units="cm"/>
      <inkml:brushProperty name="color" value="#002060"/>
    </inkml:brush>
  </inkml:definitions>
  <inkml:trace contextRef="#ctx0" brushRef="#br0">12813 2131 0,'0'0'0,"0"0"0,0 0 16,0 0-16,0 0 16,0 0-16,0 0 15,0 0-15,0 0 16,-1-2-16,1 2 16,0 0-16,-5-8 15,5 8-15,-9-12 16,1 5-16,-2-2 15,-5 1-15,-5 1 16,-2 4 0,0 3-16,1 3 15,4 4-15,1 2 16,3 1-16,2 1 16,3 3-16,3 8 15,4 3-15,4 4 16,3-3-16,3-2 15,4 0-15,4 0 16,0 0 0,2-7-16,0-3 15,4 0-15,3-2 16,2-2-16,0-4 16,2-5-16,0-4 15,-3-3-15,-5-3 16,-6 2-16,-4-1 15,-3 0-15,0-2 16,0-1 0,-1-1-16,-3-1 15,1 1-15,-2-1 16,1 0-16,-3-1 16,0 0-16,-2 0 15,-4-2-15,-4 0 16,-4-3-16,-4 2 15,0 0 1,1 3-16,0 3 16,0 1-16,0 0 15,0 2-15,2 3 16,3 1-16,10 4 16,-14-2-16,14 2 15,-20 3-15,2 5 16,-4 5-16,-3 7 15</inkml:trace>
  <inkml:trace contextRef="#ctx0" brushRef="#br0" timeOffset="802.86">12947 3229 0,'0'0'0,"0"-2"0,0 2 15,0 0-15,0 0 16,0 0 0,-4-8-16,4 8 15,0 0-15,-6-7 16,6 7-16,-6-6 16,6 6-16,-9-7 15,9 7-15,-13-7 16,13 7-16,-14-5 15,14 5 1,-16-2-16,16 2 16,-14 4-16,14-4 15,-15 6-15,8 1 16,1 6-16,-1 3 16,2 5-16,2 2 15,5-1-15,3 5 16,4-1-16,1-2 15,2-2-15,4-6 16,6-2-16,7-5 16,7-5-1,5-5-15,-3-6 16,-4-2-16,-6-1 16,-7 0-16,-4 1 15,-4 0-15,-3-1 16,-2 1-16,0-1 15,-4 1-15,-2 1 16,0-2-16,-2-4 16,-2-3-1,-3-1-15,-3 3 16,-1 0-16,-2 3 16,1 2-16,-2 1 15,1 1-15,11 8 16,-17-9-16,17 9 15,-20-5-15,8 4 16,-2 1 0,-1 1-16,-5 2 15,-5 3-15,-4 4 16</inkml:trace>
  <inkml:trace contextRef="#ctx0" brushRef="#br0" timeOffset="3556.63">12603 1251 0,'0'0'0,"0"0"16,0 0-16,0 0 15,0 0 1,0 0-16,0 0 16,0 0-16,0 0 15,0 0-15,-1 3 16,-2 5-16,0 3 15,-3 2-15,0 2 16,1 1-16,-1 2 16,3 0-16,0-1 15,3-1 1,1-3-16,1-4 16,-1 1-16,1-3 15,0 1-15,2-2 16,-2 0-16,-2-6 15,5 10-15,-5-10 16,5 7-16,-5-7 16,0 0-16,7 7 15,-7-7-15,0 0 16,17 4-16,-6-5 16,0-1-1,2-2-15,2-2 16,0 0-16,-2 0 15,-2 1-15,-11 5 16,17-7-16,-17 7 16,11-3-16,-11 3 15,0 0-15,10-1 16,-10 1 0,0 0-16</inkml:trace>
  <inkml:trace contextRef="#ctx0" brushRef="#br0" timeOffset="3941.13">13056 1310 0,'0'0'0,"0"0"16,0 0-16,0 0 15,-3 0-15,3 0 16,0 0-16,0 0 16,0 0-1,-5 7-15,5-7 0,-4 10 16,1-2-16,0 0 16,0 2-16,0 0 15,0 2 1,1 0-16,-1 3 15,0 0-15,1 1 16,0-3-16,2 0 16,0-1-16,0 1 15,0-1-15,0 0 16,0-12-16</inkml:trace>
  <inkml:trace contextRef="#ctx0" brushRef="#br0" timeOffset="4825.2">14095 1150 0,'0'0'0,"0"0"0,0 0 0,0 0 16,0 0-1,0 0-15,0 0 16,0 0-16,0 0 15,-1 4-15,1-4 16,-1 15-16,0-2 16,1 3-16,-1-2 15,1 3-15,-2-1 16,-2 2-16,-1 5 16,-2-1-16,1-3 15,1-4 1,2-2-16,-1-2 15,2 0-15,0-1 16,0 0-16,1-3 16,1-7-16,1 11 15,-1-11-15,4 11 16,-4-11-16,7 8 16,-7-8-16,13 7 15,-2-5 1,3-2-16,0-1 15,0-3-15,-4 2 16,-10 2-16,14-4 16,-14 4-16,0 0 15,13-4-15,-13 4 16,0 0-16,13-2 16,-13 2-16,21-3 15</inkml:trace>
  <inkml:trace contextRef="#ctx0" brushRef="#br0" timeOffset="5610.92">14373 1405 0,'0'0'0,"0"0"0,0 0 16,0 0-16,0 0 16,0 0-16,0 0 15,0 0-15,0 0 16,0 0-16,0 0 16,0 0-16,0 0 15,0 0 1,0 0-16,0 0 15,0 0-15,0 0 16,0 0-16,0 0 16,0 0-16,3 1 15,-3-1-15,0 0 16,12 6-16,-12-6 16,12 6-16,-12-6 15,13 6 1,-13-6-16,0 0 15,12 9-15,-12-9 16,6 12-16,-5 1 16,-4 7-16,-5 0 15,-1-2-15,1-7 16,2-1-16,0-4 16,6-6-16,-7 9 15,7-9 1,0 0-16,-6 7 15,6-7-15,0 0 16,0 0-16,0 0 16,0 0-16,0 0 15,-1 7-15,1-7 16,0 0-16,0 0 16,0 0-16,14 5 15,-14-5 1,21 5-16,-6-3 15,2-1-15,0-2 16,-4-1-16,2 1 16,-3-1-16,-1 1 15,-2 0-15,-9 1 16,15-1-16,-15 1 16,0 0-16,13-2 15,-13 2 1,0 0-16,0 0 15</inkml:trace>
  <inkml:trace contextRef="#ctx0" brushRef="#br0" timeOffset="6495.67">14333 1933 0,'-1'-3'0,"-4"-4"0,-1-1 16,-3-7-16,-1 5 16,0 4-16,-1 4 15,0 1-15,-9 9 31,-5 7-15,-2 4-16,11-1 16,7-2-16,-2 3 15,5-1-15,1-3 16,4-2-16,5 1 16,3 2-16,2 2 15,3-1-15,2 0 16,6 1-1,7 1-15,2-5 16,-3-5-16,1-4 16,-1-2-16,1-3 15,-5 0-15,-1-4 16,-3-4-16,-3-3 16,-1-6-16,-5 0 15,-4 0-15,-3 2 16,-1 2-1,-2 1-15,0 0 16,-3 0-16,-2-1 16,-1 1-16,-2 2 15,1 0-15,-3 1 16,-2 1-16,-7 0 16,-16 5-16,-11 6 15,0 3 1,2 4-16,24-3 0</inkml:trace>
  <inkml:trace contextRef="#ctx0" brushRef="#br0" timeOffset="7380.12">14359 3065 0,'0'0'0,"0"0"16,-2-3-16,2 3 16,-17-8-1,0 2-15,-3 1 16,7 2-16,0 2 16,3 2-16,0 2 15,-2 1-15,0 3 16,2 4-16,0 4 15,-1 6-15,2-1 16,1 3 0,3 1-16,9-2 15,3 2-15,3-2 16,3-1-16,0-7 16,0-2-16,2-4 15,-3-2-15,1-1 16,3-2-16,3-4 15,0-4 1,-1-1-16,-4-1 16,-3 1-16,-3 0 15,-1-1-15,-2 0 16,-1 0-16,1-2 16,0-2-16,-1 1 15,-2-2 1,0-1-1,-3-5 1,-1-1-16,-2 3 16,0 5-16,0 3 15,-1 1-15,5 7 16,-10-9-16,10 9 16,-10-6-16,10 6 15,0 0-15,-11-3 16,11 3-16,0 0 15,0 0-15,0 0 16,-11-5 0</inkml:trace>
  <inkml:trace contextRef="#ctx0" brushRef="#br0" timeOffset="8531.64">14421 4528 0,'0'0'0,"0"0"16,-2-1-1,2 1-15,-11-12 16,0 2-16,0 0 16,0 0-16,-1-2 15,-2-1-15,-4 2 16,-2 6-16,0 2 15,3 5 1,4 0-16,1 2 16,12-4-16,-18 12 15,10-5-15,0 1 16,2 2-16,0 0 16,2 4-16,2 3 15,1 3-15,2 3 16,5 0-16,4 2 15,3 0-15,3-1 16,-3-6-16,9 5 31,7-2-15,4 0-16,1-7 16,-8-9-16,-1-5 15,-4-2-15,-4-3 16,-3-2-16,1-1 15,-3-2-15,-2 1 16,-1-1 0,-3 2-16,0-2 15,-1 1-15,-3-1 16,2 1-16,-3 1 16,0 0-16,-1-2 15,-1-1-15,0 1 16,-3-1-16,1 0 15,-3-3-15,-3 0 16,1 0-16,-1 3 16,-4-2-1,-5-3-15,-2-2 16,0-2-16,4 6 16,5 4-16,1 3 15,10 7-15,-10-8 16,10 8-16,0 0 15,0 0-15,-10-5 16,10 5 0,0 0-16,0 0 15,0 0-15</inkml:trace>
  <inkml:trace contextRef="#ctx0" brushRef="#br0" timeOffset="13474.61">14616 1084 0,'0'0'0,"0"0"16,0 0-16,-1-2 15,1 2-15,0 0 16,0 0-16,-1-6 16,1 6-16,-2-6 15,2 6 1,-6-15-16,2 3 15,-2 0-15,-1 1 16,-1-1-16,2 2 16,-2 0-16,-1 0 15,-3 1-15,-1 1 16,-2 2-16,0-1 16,-1 2-1,1 0-15,-1 0 16,2 1-16,0 0 15,0 0-15,0 0 16,1-1-16,-5 2 16,4 0-16,-2 1 15,0 2-15,7 0 16,-3 1-16,12-1 16,-17 2-16,6 0 15,11-2-15,-16 2 16,5 1-1,-1 1-15,-2 1 16,0 1-16,0-1 16,1 0-16,-2 3 15,-1-1-15,5-1 16,-3 2-16,2-1 16,-2 2-16,-4 1 15,-2 1-15,-2 4 16,0-1-1,3 0-15,1 1 16,-1 1-16,0 2 16,0-1-16,2 0 15,1 1-15,3 1 16,0-2-16,3 2 16,1-1-16,-1 4 15,1 0 1,2 0-16,2-3 0,-2 2 15,3 2 1,-2 3-16,3-3 16,1-4-16,2 3 15,3-2-15,1 10 16,3-3-16,0-8 16,1-5-16,1-5 15,4 3 1,8 6-16,12 6 31,6-1-31,4-8 16,2 2-16,-9-6 15,3 0-15,-3-1 16,3 0-16,-2-3 16,-5-1-16,0 0 15,-6-2-15,1-2 16,3-2-1,2-1-15,0-3 16,-1 1-16,-2-4 16,0-2-16,1-3 15,-3-1-15,1 0 16,0-1-16,1-1 16,3 0-16,-1-1 15,2 0 1,-5-6-16,-4-4 15,-5-5-15,-4-4 16,-2-1-16,-2-4 16,-4 3-16,-5 3 15,-3 6-15,-3 0 16,-3 3-16,-2-2 16,-4-1-16,-7-6 15,-12-14-15,-16-10 16,-21-15-1</inkml:trace>
  <inkml:trace contextRef="#ctx0" brushRef="#br0" timeOffset="18918.65">13040 2263 0,'0'0'0,"0"0"0,0 0 15,0-2-15,0 2 16,0 0-16,0 0 16,1-9-1,-1 9-15,10-17 16,14 0-16,16-8 15,7 1-15,5 3 16,0 2-16,-1 2 16,-6 4-16,-3 2 15,-5 2-15,-5 1 16,-1 1 0,-7 1-16,0 1 15,-3 0-15,2 0 16,2-1-16,1 0 15,0 1-15,2-1 16,-1 0-16,-2 1 16,-3 1-16,-2-1 15,-1 1-15,-1 1 16,-1 0 0,-3 0-16,1 1 15,-2-1-15,3 1 16,-1 0-16,1-1 15,1 0-15,-1 1 16,-1-1-16,0 3 16,-2-3-16,-1 3 15,1-1-15,-1 1 16,-2 0-16,-10 0 16,18 0-1,-18 0-15,15 0 16,-15 0-16,16 0 15,-16 0-15,14 0 16,-14 0-16,13 0 16,-13 0-16,13 0 15,-13 0-15,15 0 16,-15 0-16,11-1 16,-11 1-16,0 0 15,12-1 1,-12 1-16,0 0 15,0 0-15,9 0 16,-9 0-16,0 0 16,0 0-16,0 0 15,0 0-15</inkml:trace>
  <inkml:trace contextRef="#ctx0" brushRef="#br0" timeOffset="20104.36">12939 2403 0,'0'0'0,"0"0"0,0 0 16,0 0-16,1-2 15,-1 2 1,0 0-16,0 0 15,21-8-15,2 5 16,11 3-16,4 2 16,0 6-16,1 1 15,-4 0-15,-2 3 16,-4-2-16,0 4 16,-2-1-1,1 2-15,-1-1 16,2 1-16,1 0 15,0 0-15,1 0 16,3 2-16,1-1 16,-1 1-16,-4-3 15,-1 1-15,2 0 16,1 0-16,-1-1 16,-4-1-1,-3-2-15,-1 1 16,-1-2-16,-2 1 15,0-1-15,-1 0 16,0-1-16,1 4 16,1-1-16,-2 0 15,1 0-15,-4-2 16,0 0-16,-1 0 16,1-1-16,0 3 15,1-1-15,-2-1 16,1 0-1,-3-1-15,2-2 16,-1 0-16,1 0 16,3 1-16,-1 0 15,0-1-15,-1-1 16,-4-2-16,2 0 16,-3 0-16,2 0 15,-3-1 1</inkml:trace>
  <inkml:trace contextRef="#ctx0" brushRef="#br0" timeOffset="21555.98">12899 2369 0,'0'0'0,"0"0"0,0 0 16,0 0-16,8 4 16,9 4-16,6 4 15,6 5-15,4 6 16,0 0-16,3 4 16,-3-2-16,0 1 15,-2 2-15,-6 2 16,-2 3-1,-3 1-15,-2 1 16,-1-2-16,-1 2 16,-3 0-16,1 4 15,1-3-15,-2 1 16,2 0-16,-1 1 16,1 1-16,1 0 15,0 2-15,2 2 16,-2-4-16,0-1 15,-1-2 1,4 2-16,3 1 16,2 1-16,-1-2 15,1-3-15,-2-1 16,1-2-16,0 1 16,-3-3-16,-1-4 15,-4-4-15,-1 0 16,3 2-1,-1-1-15,1 2 16,-1-1-16,0-2 16,0 0-16,1-1 15,-2-2-15,0-1 16,1 0-16,0 2 16,3 3-16,2 3 15,-1-2-15,-2-2 16,-1-1-1,-2-2-15,1-1 16,-4-4-16,-2-1 16,0-3-16,-1 0 15,-1 0-15,1 1 16,0 5-16,1 2 16,-2 1-16,0-2 15,-2-1-15,0-3 16,-1-1-16,1-1 15,-1-2 1,2 2-16,4 3 16,0 0-16,0-2 15,-2-3-15,-3-2 16,-6-7-16,12 11 16,-12-11-16,11 8 15,-11-8-15,14 7 16,-14-7-1,11 5-15,-11-5 16,15 6-16,-5 2 16,1 3-16,0 1 15,-3-4-15,-2-2 16,-6-6-16,8 10 16,-8-10-16,10 10 15,-4-3-15,-6-7 16,11 12-1,-11-12-15,10 11 16,-10-11-16,7 7 16,-7-7-16,0 0 15,0 0-15,0 0 16,0 0-16,0 0 16</inkml:trace>
  <inkml:trace contextRef="#ctx0" brushRef="#br0" timeOffset="24195.52">13610 1704 0,'0'0'0,"0"0"0,0 0 16,0 0-16,0 0 15,0 0-15,0 0 16,1 3-16,0 5 16,1 7-1,0 5-15,-1 4 16,-2 7 0</inkml:trace>
  <inkml:trace contextRef="#ctx0" brushRef="#br1" timeOffset="27818.3">13670 2355 0,'0'0'0,"0"0"0,0 0 16,-1-2-16,1 2 15,0 0-15,0 0 16,-2-6-16,2 6 16,0 0-16,8-7 15,6-1-15,8 0 16,2 1-16,-5 4 16,-6 2-16,-2 2 15,0 1-15,0 1 16,0 3-1,0 0-15,-2 0 16,-2 1-16,-1 3 16,0 1-16,-3 2 15,-1 2-15,-4 2 16,-4 3-16,-5-1 16,-3 1-16,-3-3 15,1-2 1,3-2-16,3-5 15,10-8-15,-10 8 16,10-8-16,0 0 16,0 0-16,0 0 15,-1 7-15,10 0 16,12 1-16,5-1 16,1-2-16,-2 0 15,-2-4 1,-3 0-16,-5 1 15,-3-2-15,-2 1 16,-10-1-16,17 0 16,-17 0-16,17 0 15,-17 0-15,16 0 16,-4 2-16,7 1 16</inkml:trace>
  <inkml:trace contextRef="#ctx0" brushRef="#br1" timeOffset="29021.12">13797 3266 0,'0'0'0,"0"0"0,0 0 16,0 0-1,0 0-15,0 0 16,0 0-16,0 0 16,4-1-16,-4 1 15,17-3-15,0 1 16,6-1-16,1 0 16,-1 0-16,-7 1 15,-3 2 1,-2 0-16,-11 0 15,14 1-15,-14-1 16,12 5-16,-12-5 16,7 7-16,-7 5 15,-4 4-15,-6 5 16,-4 2-16,0-4 16,1-3-16,2-5 15,4-3-15,7-8 16,-12 11-1,12-11-15,0 0 16,-7 6-16,7-6 16,0 0-16,0 0 15,7 7-15,7 2 16,6 0-16,3 0 16,-3-1-16,-3-3 15,-6 0 1,-11-5-16,16 5 15,-16-5-15,0 0 16,10 4-16,-10-4 16,0 0-16,0 0 15,1 7-15,-5 4 16,-12 8-16,-8 4 16,-1-5-16,-2-3 15,7-4-15,2-6 16,5-1-16,1-4 31,1-5-15,0-4-16,0-13 15</inkml:trace>
  <inkml:trace contextRef="#ctx0" brushRef="#br1" timeOffset="29905.51">13621 1638 0,'0'0'0,"0"0"0,0 0 15,0 0-15,0 0 16,-2 2-16,2-2 16,0 0-16,0 0 15,0 0-15,0 0 16,0 0-16,-12-7 15,12 7 1,0 0-16,0 0 16,-7 9-16,4-1 15,0 2-15,1 4 16,2 8-16,2 8 16,0-3-16,0-5 15,0-4-15,0-3 16,-1 0-16,0-5 15,1-1-15,2 3 16,-1 0 0,1 1-16,-1-2 15,0 0-15,0 2 16,1-2-16,-2 0 16,0-2-16,1-2 15,-1 1-15,0-1 16,-2-7-16,2 10 15,-2-10 1,2 7-16,-2-7 16</inkml:trace>
  <inkml:trace contextRef="#ctx0" brushRef="#br2" timeOffset="35816.29">13138 3204 0,'0'0'15,"0"0"-15,0 0 0,1-5 16,3-5-1,1-9-15,3-3 16,1-5-16,2 1 16,2-3-16,3-2 15,1 0-15,-1 2 16,-1 4-16,-1 2 16,0 1-16,0 4 15,2 0-15,3 3 16,4-2-1,7-4-15,5-4 16,7-4-16,-6 2 16,3-6-16,-6-1 15,-10 14-15,-1-3 16,-4 6-16,-6 5 16,0 0-16,2-2 15,3-3 1,5-4-16,0 2 15,1 2-15,3-2 16,11-6-16,2-2 16,-1 1-16,-5 3 15,-11 6-15,-4 4 16,-6 3-16,-2 3 16,-3 0-16,-7 7 15,15-12 1,-6 5-16,3-3 15,2-2-15,4-3 16,3-3-16,-2 4 16,-1 0-16,-5 4 15,-2 1-15,-4 2 16,-7 7-16,13-11 16,-13 11-16,8-7 15,-8 7-15,9-9 16,-9 9-1,14-14-15,-14 14 16,11-11-16,-5 4 16,1 1-16,0-3 15,1 1-15,-8 8 16,10-11-16,-10 11 16,10-11-16,-10 11 15,9-10-15,-9 10 16,13-11-1,-3 4-15,-2 0 16,-8 7-16,15-9 16,-15 9-16,0 0 15,12-9-15,-12 9 16,9-8-16,-9 8 16,10-8-16,-10 8 15,0 0-15,0 0 16,9-7-1,-9 7-15,0 0 16,0 0-16,0 0 16,0 0-16,5-6 15,-5 6-15,0 0 16,0 0-16,0 0 16,0 0-16</inkml:trace>
  <inkml:trace contextRef="#ctx0" brushRef="#br2" timeOffset="37335.94">13270 2456 0,'0'2'0,"0"-2"16,0 0-16,0 0 15,3 12-15,0 1 16,0-3-16,0 2 16,0-6-16,0 3 15,4 10-15,-1-4 16,-2-4-16,-4-11 15,0 0 1,14 8-16,-14-8 16,17 10-16,-6 2 15,-1-2-15,-10-10 16,24 2-16,-8-4 16,-1-1-16,1 0 15,-2-1-15,4-6 16,-3 1-16,-3 1 15,-12 8 1,14-10-16,-5 3 16,2-6-16,-1 0 15,-2 1-15,0-2 16,-3 1-16,-1 1 16,-2 2-16,-1 1 15,-1 9-15,0-9 16,0 9-1,0-7-15,0 7 16,0 0-16,0 0 16,0 0-16,0 0 15,0 0-15,0 0 16,0 0-16,0 0 16,0 0-16,-4 8 15,4 3-15,5 3 16,4 2-16,2 4 15,-1-3-15,2 4 16,2 7 0,-2 0-16,-5-10 15,-2-8-15,-2-3 16,-3-7-16,4 8 16</inkml:trace>
  <inkml:trace contextRef="#ctx0" brushRef="#br2" timeOffset="38171.18">13031 3215 0,'0'0'0,"0"0"0,0-2 15,0 2-15,0 0 16,0 0-16,11-3 16,4 1-16,2 0 15,5 0-15,4 0 16,3 0-16,2 1 15,-1 1-15,0-1 16,4-1 0,6 1-16,0 1 15,5-1-15,-4 0 16,-1 0-16,3 1 16,-4-1-16,-3 2 15,-6 2-15,-1 1 16,1-1-16,-1 1 15,0 1 1,-5-1-16,-2-1 16,-1 0-16,3 1 15,1 0-15,3-1 16,1 1-16,-2 1 16,0-1-16,-3-1 15,0 0-15,-8-1 16,-4 0-16,-1-1 15,6 1-15,6-1 16,-2-1-16,2-2 16,-6 1-1,1-1-15,0 0 16,-3 0-16,1 0 16,2-1-16,5-1 15,1-1-15,-2 2 16,-8 1-16,-4 0 15,-10 2-15,10-2 16,-10 2-16,0 0 16,0 0-1,0 0-15,0 0 16</inkml:trace>
  <inkml:trace contextRef="#ctx0" brushRef="#br2" timeOffset="38939.51">13802 2869 0,'0'0'0,"0"0"0,0 0 0,0 0 16,0 0-16,-1-4 15,-1-2-15,2 6 16,-3-6-16,3 6 15,0 0-15,-17 0 16,-7 0-16,-7 0 16,-1 4-1,12 0-15,9-3 16,11-1-16,-11 3 16,11-3-16,0 0 15,0 0-15,0 0 16,-9 10-16,8 0 15,4 13-15,3 2 16,-1-6-16,2-3 16,-1-2-1,2 0-15,1 3 16,2-2-16,1 1 16,-2-5-16,-2-1 15,-2-2-15,-6-8 16,11 12-16,-11-12 15,7 7-15,-7-7 16,0 0-16,0 0 16,5 9-1,-5-9-15,0 0 16,-11 8-16,-2-3 16,-3 0-16,1-1 15,3-1-15,2-2 16,10-1-16,-12 3 15,12-3-15,0 0 16,-14-4-16,14 4 16,0 0-1,0 0-15,-8-13 16</inkml:trace>
  <inkml:trace contextRef="#ctx0" brushRef="#br2" timeOffset="39323.49">13826 2819 0,'1'-3'0,"1"-4"0,-2 0 15,0 7-15,0 0 16,0 0-16,0 0 16,2-6-16,-2 6 15,0 0 1,13-7-16,2 3 16,7 1-16,3 1 15,1 0-15,-4 2 16,-2 1-16,-1 2 15,2 1-15,0 0 16,2 0-16,2 1 16,3 0-16,-1 0 15,-5-1 1,-5-1-16,-4-1 16,-1 1-16,0-1 15</inkml:trace>
  <inkml:trace contextRef="#ctx0" brushRef="#br2" timeOffset="40475.12">12891 3447 0,'0'0'0,"0"-3"16,0 3-16,0 0 15,7-7-15,-7 7 16,19-1-16,-1 4 15,3 0-15,2 4 16,-1 11-16,-2 1 16,0 6-1,-3-5-15,0 3 16,-1 4-16,-1-2 16,4 8-16,-3-3 15,2 7-15,2 9 16,-5-10-16,1 1 15,-1-2-15,-1-3 16,0 3-16,0-7 16,0-2-16,3 2 15,-2-2-15,-1 0 16,0 0 0,0-2-16,-1-3 15,0-1-15,1 3 16,3 4-16,2 0 15,-1 0-15,0-5 16,-3-4-16,3 1 16,-1 0-16,2-1 15,1 1 1,-1-2-16,-2-1 16,4 1-16,2 0 15,1 0-15,-3-1 16,-1-7-16,3-1 15,3 2-15,3 1 16,2 2-16,-9-4 16,-4-4-16,2-2 15,-1-1-15,2 1 16,0 0 0,2-1-16,-1 1 15,-5-1-15,-2 0 16,-1-1-16,-1 0 15,-2 1-15,0-1 16,-11-1-16,18 1 16,-18-1-16,16 2 15,-16-2-15,20 2 16,-7-2 0,3 2-16,-1 0 15,-2-1-15,2 0 16,-1 0-16,3-1 15,0 2-15,-3-2 16,0 2-16,1 3 16,5 2-16,2 1 15,-1 0-15,-3-2 16,-5-2 0,-2-3-16,-11-1 15,10 3-15,-10-3 16,0 0-16</inkml:trace>
  <inkml:trace contextRef="#ctx0" brushRef="#br2" timeOffset="41928.55">13240 4054 0,'0'0'0,"0"0"0,0 0 16,0 0-16,0 0 15,-2-1-15,2 1 16,-14-5-16,-1-1 16,-5 2-1,-2 2-15,1 1 16,3-1-16,-1 2 15,-2 0-15,1 2 16,0-1-16,3 1 16,1 0-16,1 2 15,-1 3-15,-1 0 16,1 2 0,2 1-16,1 2 15,-1 1-15,3 0 16,2 0-16,1 1 15,1-1-15,1 2 16,3 2-16,2 7 16,1 6-16,4 7 15,4-5-15,2 1 16,5-1 0,2-3-16,4 3 15,0-2-15,-2-7 16,-1-4-16,2-3 15,0-5-15,2 2 16,0-1-16,2-10 16,7-8-16,2-7 15,-1-2-15,-5 2 16,-3 1-16,-2-1 16,-1-2-1,-6 4-15,-2 2 16,-2 1-16,-11 8 15,10-8-15,-10 8 16,3-15-16,-4 1 16,-4-5-16,-4 1 15,-3 0-15,1 3 16,-2 2 0,-2 1-16,-5-1 15,-2 1-15,3 1 16,3 3-16,2 3 15,-1 0-15,2 1 16,1 1-16,0 2 16,2-1-16,-1 2 15,1 2-15,-2 0 16,-4 2-16,-4 5 16,-3 5-1,3-2-15,0 2 16,4-5-16,2-1 15,3 1-15,3-2 16,2 2-16,0 4 16,2-2-16,-1 2 15,2 4-15,1-3 16,-1-1-16,2 1 16,0 3-1,1 4-15,0-4 16,0-10-16,0 0 15,1-1-15,0 3 16,2 0-16,-3-9 16,0 0-16,0 0 15</inkml:trace>
  <inkml:trace contextRef="#ctx0" brushRef="#br2" timeOffset="47956.2">7175 2810 0,'0'0'0,"0"0"0,0 0 0,0 0 16,0 0-16,0 0 15,0 0-15,0 0 16,0 0-16,0 0 15,0 0-15,0 0 16,0 0 0,0 0-16,0 0 15,5 0-15,-5 0 16,16-2-16,-3 0 16,3 1-16,2 0 15,3-1-15,1 1 16,1-1-16,-3 0 15,0 1-15,0 0 16,2 0-16,3 0 16,1 0-1,0 0-15,-2 1 16,-3-1-16,-2 0 16,-4 1-16,0-1 15,-1 0-15,-3 0 16,1 0-16,-3 0 15,-9 1-15,18-2 16,-18 2-16,20-1 16,-10 0-16,1 1 15,-1 0 1,1 1-16,-11-1 16,17 1-16,-17-1 15,14 2-15,-14-2 16,15 2-16,-15-2 15,17 2-15,-17-2 16,13 1-16,-13-1 16,0 0-1,9 2-15,-9-2 16,0 0-16,0 0 16,0 0-16,0 0 15,0 0-15,0 0 16,0 0-16,10 3 15,-10-3-15,0 0 16,0 0-16,0 0 16,0 0-16,0 0 15,0 0 1,0 0-16,0 0 16,0 0-16,0 0 15,0 0-15,0 0 16,0 0-16,0 0 15,0 0-15,0 0 16,0 0-16,0 0 16,0 0-1,0 0-15,0 0 16,0 0-16,0 0 16,0 0-16,0 0 15,0 0-15,0 0 16,0 0-16,0 0 15,0 0-15,0 0 16,0 0-16,0 0 16,0 0-16,0 0 15,0 0 1,0 0-16,0 0 16,0 0-16,0 0 15,3 7-15,-3-7 16,0 0-16,0 0 15,0 0-15,0 0 16,0 0-16,0 0 16,0 0-16,0 0 15,0 0-15,0 0 16,0 0 0,0 0-16,0 0 15,0 0-15,0 0 16,0 0-16,0 0 15,0 0-15,0 0 16,0 0-16,0 0 16,0 0-1,0 0-15,0 0 16,0 0-16,0 0 16,0 0-16,0 0 15,0 0-15,0 0 16,0 0-16,0 0 15,0 0-15,0 0 16,0 0-16,0 0 16,0 0-16,0 0 15,0 0-15,0 0 16,0 0 0,0 0-16,0 0 15,0 0-15,0 0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16,0 0-16,0 0 15,0 0-15,0 0 16,0 0 0,0 0-16,0 0 15,0 0-15</inkml:trace>
  <inkml:trace contextRef="#ctx0" brushRef="#br2" timeOffset="50176.52">12036 6552 0,'0'0'0,"0"0"0,0 0 16,0 0-16,0 0 16,0 0-1,0 0-15,0 0 16,0 0-16,0 0 15,0 0-15,5-1 16,6-2-16,1-3 16,8-2-16,-2 1 15,-3 2-15,3-3 16,2 0 0,10-6-16,6-2 15,0 0-15,0 1 16,-8 3-16,-5 1 15,-6 1-15,-1-1 16,-3-2-16,-3 2 16,-3 0-16,-2-1 15,-1-2-15,-3-2 16,-2 2-16,-2 0 16,-4 0-16,-6 0 15,-3 0 1,-7 4-16,-1 3 15,0 3-15,-2 4 16,-4 4-16,2 1 16,-2 2-16,-3 5 15,-1 3-15,1 6 16,2 0-16,7-3 16,4 1-1,0 3-15,6-2 16,4 2-16,3 1 15,4 1-15,2 0 16,3-6-16,3-3 16,5-4-16,10-6 15,6-5-15,10-4 16,8-7-16,-7-1 16,2-5-1,-8 4-15,-1-1 16,1-1-16,-4 1 15,-4 1-15,-5 4 16,-4 1-16,-5 2 16,-9 6-16,10-6 15,-10 6-15,0 0 16,0 0-16,10-5 16,-10 5-16,0 0 15,13 13 1,-10 1-16,-3 15 15,-3 12-15,-7 5 16,-5 9-16,2-19 16,-7 15-16,-3-10 15,-2 2-15,-9 16 16,-2-5 15,-4 9-31,3-14 16,1-10-16,10-14 15,1-5-15,6-9 16,4-6-16,0-3 16,3-2-16,-1 0 15,-4-3-15,-3-2 16,-3-5-16,3-3 16,5-1-1,5-2-15,5-3 16,0-9-16,4-2 15,1 3-15,1 7 16,2 5-16,1 0 16,1 3-16,0 0 15,1 2-15,3 3 16,3 1-16,3 2 16,2 2-16,-3 3 15,1 3 1,5 7-16,3 4 15,-2 6-15,3 3 16,-3-1-16,3 4 16,-1-2-16,-4-2 15,-5-7-15,2 6 16,2 5-16,-2-1 16,-1-1-16,-4-4 15,0-4 1,3-3-16,1-4 15,3-5-15,2-2 16,3-4-16,2-9 16,-2-4-16,-1-5 15,-7 4-15,0-2 16</inkml:trace>
  <inkml:trace contextRef="#ctx0" brushRef="#br2" timeOffset="50827.22">12671 6502 0,'0'0'0,"0"0"0,0 0 16,0 0-16,1 4 15,2 3-15,2 7 16,3 6-1,5 3-15,6 4 16,1 3-16,2 2 16,2 3-16,-1-4 15,-2-2-15,2-2 16,0-3-16,3 1 16,0 0-16,1-2 15,-1-2 1,1-1-16,-2-1 15,-1-2-15,-3 0 16,-3-4-16,-3-2 31,-1-1-31,-4-1 16,-10-9-16,11 7 16,-11-7-16,0 0 15</inkml:trace>
  <inkml:trace contextRef="#ctx0" brushRef="#br2" timeOffset="51278.55">13113 6472 0,'0'0'0,"0"0"0,0 0 16,0 0-16,0 0 16,-3 4-16,-3 11 15,-7 13-15,0-2 16,-3 2-1,-4 0-15,-7 13 16,-2 1-16,-3-1 16,-3 0-16,-3 3 15,-5 8-15,1 11 32,7-7-32,12-20 15,6-7-15,7-13 16,5-8-1,5-8-15,-6 9 16,6-9-16,0 0 16,0 0-16,0 0 15</inkml:trace>
  <inkml:trace contextRef="#ctx0" brushRef="#br2" timeOffset="52965.53">8162 2765 0,'0'0'0,"0"0"16,0 0-16,0 0 16,0 0-16,0 0 15,3 3-15,-3-3 16,0 0-16,11 10 16,-11-10-16,16 9 15,-6-6-15,6-2 16,2-1-16,-2-1 15,-2 0-15,-3-1 16,-11 2 0,15-2-16,-15 2 15,0 0-15,13-3 16,-13 3-16,0 0 16,12-2-16,-12 2 15,0 0-15,15-1 16,-15 1-16,21 0 15,-7 0-15,2 0 16,1 0 0,1 0-16,-1-1 15,-1 0-15,-4 0 16,-12 1-16,16 0 16,-16 0-16,10 0 15,-10 0-15,11 0 16,-11 0-16,12 0 15,-12 0 1,14 1-16,-14-1 16,17 1-16,-17-1 15,17 0-15,-17 0 16,14 0-16,-14 0 16,11 0-16,-11 0 15</inkml:trace>
  <inkml:trace contextRef="#ctx0" brushRef="#br2" timeOffset="57022.91">13316 6515 0,'0'0'0,"-1"-3"0,1 3 15,0 0-15,-2-10 16,2 10-16,0 0 16,0 0-1,-2-7-15,2 7 16,0 0-16,-1-9 15,4 3-15,-1-5 16,1-2-16,5 0 16,0 2-16,0 0 15,2 2-15,1 2 16,1 0 0,3 2-16,-3 0 15,0 2-15,0 0 16,3 3-16,0 0 15,0 0-15,0 3 16,-4 0-16,-11-3 16,17 9-16,-8-2 15,-2 5-15,-1 2 16,-2 4-16,-1 5 16,-4 0-1,-4 4-15,-3-2 16,-4 2-16,-2 2 15,-4 1-15,-1-2 16,0-1-16,0-2 16,2-2-16,2-3 15,4-6-15,1-2 16,2-3 0,2-2-16,6-7 0,-10 11 15,10-11 1,0 0-16,-7 7 15,7-7-15,0 0 16,0 0-16,0 0 16,0 0-16,0 0 15,0 0-15,14-5 16,-1 0-16,7-3 16,4 2-16,2 2 15,-6 3 1,-3 1-16,-3 1 15,2 2-15,-3-1 16,1 3-16,3 5 16,2 3-16,-3 1 15,-1-1-15,-3 1 16,-1 4 0,-2 6-16,-4 2 15,-4-4-15,-7 3 16,-1-1-16,-4 1 15,-4 0-15,-1-1 16,1-3-16,-7 7 16,-1-3-16,-1-1 15,3-5-15,8-8 16,-4-2-16,-2-1 16,-4-2-1,1-4-15,9-2 16,-3-3-16,3-3 15,-5-6-15,-1-9 16,2 3-16,0-3 16,2 0-16</inkml:trace>
  <inkml:trace contextRef="#ctx0" brushRef="#br2" timeOffset="60212.12">13986 6833 0,'0'0'0,"0"0"15,2-3-15,-2 3 16,8-7-16,-8 7 16,24-12-16,-4 8 15,1-1-15,-1 3 16,2-1-16,5 0 15,8-1 1,-2 0-16,-3 0 16,-3 3-16,-2-1 15,3-1-15,3 1 16,0 0-16,0 2 16,-5 1-16,-2 0 15,-6 0-15,-3 0 16,-4 1-16,-11-2 15,16 1 1,-16-1-16,0 0 16,11 0-16,-11 0 15,0 0-15,0 0 16,0 0-16,0 0 16,0 0-16</inkml:trace>
  <inkml:trace contextRef="#ctx0" brushRef="#br2" timeOffset="60896.28">14124 6424 0,'0'0'0,"0"0"0,0 0 0,0 0 0,2 2 15,-2-2-15,0 0 16,0 0-16,0 8 15,0-8-15,-3 14 16,1 0-16,-1 6 16,0 5-1,-1 4-15,3 5 16,1 1-16,1 4 16,3 3-16,-1-4 15,-1-5-15,0-1 16,1 1-16,1 4 15,-1 0-15,0-6 16,0-5 0,-1 4-1,1 8 1,-1-4-16,0-4 16,0-9-16,-2-4 15,0 0-15,-1-2 16,0-3-16,0-4 15,1 0-15,-1 0 16,1-1-16,2-1 16,-2-6-1,3 11-15,-3-11 16,1 8-16,-1-8 16,2 8-16,-2-8 15,2 7-15,-2-7 16,1 10-16,-1-10 15,0 0-15,-7 7 16,7-7-16,-14 4 16,-3-6-16</inkml:trace>
  <inkml:trace contextRef="#ctx0" brushRef="#br2" timeOffset="61480.92">13758 6801 0,'0'0'0,"1"3"15,-1-3-15,0 0 16,3 6-16,-3-6 15,3 13-15,0-2 16,-3-11-16,2 7 16,-2-7-16,0 0 15,13-6 1,-2 1-16,6-4 16,3-2-16,2 7 15,6-6-15,2 6 16,0-4-16,6 2 15,-2 3-15,-1 0 16,-5 2-16,-2 1 16,-2 4-1,3 0-15,-4-1 16,-5-3-16,2 0 16,-4 0-16,-6 1 15,-10-1-15,13 3 16,-13-3-16,0 0 15</inkml:trace>
  <inkml:trace contextRef="#ctx0" brushRef="#br2" timeOffset="63250.87">9128 2828 0,'0'0'0,"0"0"0,0 0 16,0 0-1,0 0-15,0 0 16,1-2-16,-1 2 15,13-6-15,-2 2 16,3-3-16,6-1 16,5-2-16,1 1 15,-1 1 1,-2 1-16,-2 2 16,-2-1-16,1 2 15,0-1-15,0 0 16,0 3-16,2 3 15,1 2-15,5 3 16</inkml:trace>
  <inkml:trace contextRef="#ctx0" brushRef="#br2" timeOffset="67609.21">15014 6645 0,'0'0'0,"0"0"0,0 0 16,0 0-16,5-1 15,-5 1-15,10-3 16,-10 3-16,16-3 16,-6 1-16,1 1 15,3-1-15,2 0 16,1 1-16,1 1 15,1 1 1,-2 1-16,-1 1 16,-4 0-16,0 3 15,0 3-15,0 2 16,0 3-16,-2 2 16,-3-1-16,-3 0 15,-2 2-15,-2 0 16,-2 2-16,-3 0 15,-3 4 1,-5 2-16,-4-1 16,-2-1-16,-3 0 15,0 0-15,0-1 16,4-4-16,4-5 16,5-3-1,1-3 1,8-7-16,-7 8 15,7-8-15,0 0 16,0 0 0,-3 7-16,3-7 15,12 7-15,4-1 16,6 0-16,1-3 16,-3 0-16,-3-2 15,-3 0-15,0 0 16,0 0-16,-1 1 15,2 0 1,-4 2-16,0 1 16,-2 2-16,1 6 15,-2 2-15,0 2 16,-3-3-16,-2-2 16,-1 1-16,-2 3 15,-3-1-15,1 2 16,-2 2-16,0 0 15,-2 2-15,-2-1 16,1-2 0,0-3-16,-1 3 15,-2 1-15,1-2 16,-3 0-16,0-6 16,-3 1-16,2-2 15,2-2-15,1-4 16,-1 2-16,-3 1 15,-4-1-15,-2-2 16,2-4 0,-1-3-16,-2-1 15,1 0-15,2 0 16,3 2-16,4 0 16,1 1-16,10 1 15,-20-4-15,20 4 16,-15-5-16,6-3 15</inkml:trace>
  <inkml:trace contextRef="#ctx0" brushRef="#br2" timeOffset="76475.45">11964 7407 0,'0'0'0,"0"0"0,-2-2 0,2 2 16,0 0-16,0 0 16,0 0-16,0 0 15,0 0-15,0 0 16,0 0-16,0 0 15,0 0-15,0 0 16,0 0-16,0 0 16,0 0-1,0 0-15,13 8 16,-3-3-16,-1-1 16,3 3-16,5-1 15,1-1-15,5-2 16,2-3-1,-3 0-15,1-1 16,-5 1-16,-2-1 16,0 0-16,0 1 15,1-1-15,2 0 16,1 0-16,0 0 16,-1 0-16,-1 0 15,-4 0-15,-1-1 16,-1 1-16,-1 0 15,0-1-15,-1 0 16,-10 2 0,18-3-16,-9 1 15,3 1-15,1-1 16,1 0-16,2 2 16,1-1-16,-2 0 15,0 1-15,3 1 16,-4 0-16,1-1 15,0 1-15,3 0 16,5 0-16,5 0 16,1-1-1,-3 0-15,-3 0 16,-5 0-16,0-2 16,-1 0-16,-1-1 15,2 0-15,0 1 16,-3-1-16,0 1 15,-4 1-15,1-1 16,1 0-16,-1 1 16,1 1-1,-2 0-15,0 0 16,-1 0-16,0 0 16,-10 0-16,20 0 15,-6 0-15,2 0 16,0 0-16,-2 0 15,-3 0-15,-1 0 16,0 0 0,-1 0-16,-9 0 15,19 0-15,-19 0 16,16 0-16,-16 0 16,11 0-16,-11 0 15,0 0-15,0 0 16,11 0-16,-11 0 15,0 0-15,0 0 16,0 0-16,0 0 16,0 0-1,0 0-15,0 0 16,0 0-16,0 0 16,0 0-16,9 0 15,-9 0-15,0 0 16</inkml:trace>
  <inkml:trace contextRef="#ctx0" brushRef="#br2" timeOffset="77226.81">12567 7889 0,'0'0'0,"0"0"0,0-2 0,0 2 15,0 0 1,0 0-16,-7-7 16,-6 4-16,-12 2 15,-7 2-15,3 0 16,-1 9-16,0 6 15,-1 4-15,-2 5 16,5 0-16,1 4 16,5-2-16,9-2 15,1 9 1,1 3-16,2 3 16,5-7-16,5-4 15,4-6-15,2-2 16,8-1-16,6-4 15,4-3-15,7-3 16,-3-6-16,1-4 16,5-2-1,-4-3-15,1-3 16,-3 0-16,-7-2 16,-5 0-16,-4 1 15,-5 0-15,-2 2 16,-3 0-16,-3 7 15,0-11-15,-12 0 16,-7-2-16,-10 2 16,3 4-16,4 4 15,1 3 1,3 2-16,4-1 16,0 2-16,2-1 15,12-2-15,-17 10 16,17-10-16</inkml:trace>
  <inkml:trace contextRef="#ctx0" brushRef="#br2" timeOffset="77711.87">12840 8106 0,'0'0'0,"-1"-2"16,1 2-16,0 0 16,0 0-16,0 0 15,0 0 1,0 0-16,10-8 16,10 5-16,5-1 15,-5 2-15,1 2 16,6 0-16,2 2 15,4-1-15,-1 0 16,-6 1-16,-4-2 16,-5-2-16,-3 2 15,-2-2 1,-2 0-16,-10 2 16,14-1-16,-14 1 15,0 0-15</inkml:trace>
  <inkml:trace contextRef="#ctx0" brushRef="#br2" timeOffset="78045">12943 7878 0,'0'0'0,"0"0"15,0 0-15,0 0 16,0 0-16,0 6 16,0 8-16,0 14 15,0 6-15,0 1 16,0 0 0,-1 4-16,1 2 15,-1 1-15,0-7 16,1-8-16,0-5 15,1 4 1,1 2 0,3-2-16,0-7 15,4-7-15</inkml:trace>
  <inkml:trace contextRef="#ctx0" brushRef="#br2" timeOffset="79197.27">13477 7926 0,'0'0'0,"0"-1"15,0 1-15,1-13 16,2-1 0,4 2-16,4-3 15,2 7-15,2 1 16,3-1-16,0 10 15,-5-2-15,0 6 16,1 6-16,0-1 16,-1 3-16,-2-2 15,-5-3-15,-2 4 16,-2 9 0,-4 5-16,-4 11 15,0-6-15,-3-11 16,0-5-16,1-5 15,8-11-15,-13 10 16,13-10-16,0 0 16,-9 6-16,9-6 15,0 0-15,0 0 16,0 0-16,13 5 16,0-6-1,2-1-15,2 0 16,1 4-16,1 5 15,2 2-15,-4 3 16,-2 6-16,-2 0 16,-5 5-16,-1 1 15,-4 2-15,-4-4 16,-6-4-16,-1-2 16,-5-4-1,-4 4-15,-8-1 16,-4-9-16,-1-2 15,1-3-15,-2-3 16,4-1-16,1-1 16,-1 0-16,6 0 15,4 0-15,5 1 16,12 3 0,-18-7-16</inkml:trace>
  <inkml:trace contextRef="#ctx0" brushRef="#br2" timeOffset="79598.89">13923 8083 0,'0'0'0,"0"0"0,0 0 15,4 1-15,7 4 16,6 2-16,7 2 16,2-5-16,-4-2 15,6-2-15,-10 0 16,-3-1-16,-4 0 16,-11 1-16,10-1 15</inkml:trace>
  <inkml:trace contextRef="#ctx0" brushRef="#br2" timeOffset="79865.17">13924 8313 0,'0'0'0,"1"-3"15,-1 3-15,0 0 16,5-7-16,8 2 16,16-3-16,4-2 15,0 5-15,-12 2 16,1 2-16,-1 0 16,-2 1-16,-2 1 15,6-1 1,10 0-16,5-3 15,9-12-15</inkml:trace>
  <inkml:trace contextRef="#ctx0" brushRef="#br2" timeOffset="80716.94">14661 8103 0,'0'0'0,"0"0"0,0 0 16,0 0-16,0 0 16,0 0-16,0 0 15,0 0 1,4 0-16,-4 0 15,13 0-15,0 0 16,2 0-16,2-2 16,-1-1-16,0-2 15,-5-2-15,-1 0 16,-3-4-16,-3-3 16,-5-4-16,-5-3 15,-5-3 1,-3 1-16,-5 2 15,1 2-15,-4 6 16,-3 2-16,-3 4 16,-3 3-16,4 1 15,6 4-15,0 3 16,3 4-16,0 8 16,3 2-16,3 2 15,5 0-15,2-5 16,2-2-1,3-1-15,3 0 32,13 6-32,14-1 15,6-4-15,-2-8 16,-6-7-16,-8-1 16,-1-2-16,-4 0 15,-2-1 1,-1-2-16,-4 2 15,1-1-15,-9 7 16,10-10-16,-10 10 16,0 0-16,0 0 15,6-7-15,-6 7 16,0 0-16,0 0 16,0 0-16,0 0 15,-1 15 1,-3 8-16,-1 9 15,-1 8-15,-1 2 16,1 0-16,0 6 16,-1 2-16,0-3 15,2-5-15,1-15 16,1-5-16,0 1 16,-2 1-16,-3-1 15</inkml:trace>
  <inkml:trace contextRef="#ctx0" brushRef="#br2" timeOffset="82286.92">10005 2804 0,'0'0'0,"0"0"0,0 0 15,0 2-15,0-2 16,7 8-16,-7-8 16,17 11-16,0-6 15,5-3-15,2-1 16,0-2-1,-1 0-15,1-2 16,-1-1-16,3-1 16,2 0-16,3 1 15,1-2-15,1 2 16,-2 0-16,-2-1 16,-3 3-16,-4 0 15,1 1 1,-1 3-16,1 1 15,2 0-15,0 0 16,5 1-16,3-1 16,1 0-16,2-2 15,-3-2-15,-2-1 16,-4 0-16,-3 0 16,0 0-16,0 0 15,-1 0-15,0 0 16,-1 1-16,0 0 15,0 1 1,-2-1-16,3 0 16,-1 2-16,0 0 15,1 0-15,-3 2 16,0-1-16,1-1 16,-2 1-16,1-1 15,1-1-15,2-1 16,1 1-1,0 0-15,0 0 16,-1 0-16,-3-1 16,1 0-16,-2 0 15,1-1-15,0 0 16,1 0-16,0 1 16,2 0-16,-1-1 15,-2 0-15,0 0 16,-3 1-16,-1 0 15,-2 0-15,-1 0 16,-1 1 0,-1-1-16,1 0 15,6 0-15,8-1 16</inkml:trace>
  <inkml:trace contextRef="#ctx0" brushRef="#br2" timeOffset="83772.82">10235 3299 0,'0'0'0,"2"-2"0,-2 2 16,10-7-16,2 1 15,4 1-15,4 1 16,6 1-16,4 2 16,-1 1-16,-5 1 15,-6 1-15,-6-1 16,-12-1-16,13 4 15,-13-4-15,7 8 16,-9 4-16,-6 6 16,-2 5-1,-7 2-15,-2 0 16,0-1-16,1-3 16,5-6-16,3-4 15,3-4-15,7-7 16,-8 9-16,8-9 15,0 0-15,0 0 16,0 0 0,0 0-16,0 0 15,-5 6-15,5-6 16,12 5-16,-1-2 16,5 4-16,1-1 15,-4-1-15,0 3 16,-4 2-16,-3 5 15,0 4-15,-3 0 16,-4 5 0,-6 0-16,-8 0 15,-3-4-15,-3-4 16,0-2-16,-1-4 16,-4 1-16,0-3 15,-1-3-15,0-4 16,2-3-16,2-4 15,5 2-15,5-1 16,0 2-16,13 3 16,-15-9-1</inkml:trace>
  <inkml:trace contextRef="#ctx0" brushRef="#br2" timeOffset="84423.59">10814 3087 0,'0'0'0,"0"0"16,0 0-16,-2 2 16,-4 9-16,-9 13 15,-5 10-15,0 3 16,0 4-16,-3 5 15,-3 6-15,-1 1 16,-1 2-16,-2 4 16,2 1-1,3-5-15,1 6 16,6 10 0,10 4-1,6-11-15,4-23 16,11-16-16,10-6 15,12-7-15,7 0 16,0-7-16,1-10 16,2-4-1,-3-4-15,1-6 16</inkml:trace>
  <inkml:trace contextRef="#ctx0" brushRef="#br2" timeOffset="85225.56">10872 3474 0,'0'0'0,"0"0"0,3-3 16,-3 3-16,28-13 15,-5 3-15,-1-1 16,-1 3-16,-5 3 15,-3 3-15,-3 0 16,-10 2-16,14-1 16,-14 1-16,9 3 15,-9-3 1,7 13-16,-5 1 16,-6 8-16,-7 9 15,-9 5-15,-7 5 16,2-9-16,2-1 15,4-6-15,4-9 16,4-3-16,1-2 16,2-3-16,8-8 15,-10 9 1,10-9-16,0 0 16,0 0-16,0 0 15,0 0-15,0 0 16,0 0-16,0 0 15,17-7-15,3-2 16,9-1-16,3 2 16,-5 3-16,-6 1 15,-4 0 1,-2 2-16,-2 0 16,2 1-16,5 0 15,5 2-15,3-1 16,-2 1-16,0 0 15</inkml:trace>
  <inkml:trace contextRef="#ctx0" brushRef="#br2" timeOffset="85541.58">11239 3539 0,'0'0'0,"0"0"0,0 0 16,0 0-16,0 0 15,0 0-15,5 0 16,5 0 0,8 0-16,6 0 15,4 0-15,-1-1 16,-3-2-16,-6 0 15,-4 0-15,-3 0 16,-11 3-16,19-7 16</inkml:trace>
  <inkml:trace contextRef="#ctx0" brushRef="#br2" timeOffset="85760.24">11382 3426 0,'0'0'0,"0"0"16,0 0-16,0 0 15,0 3-15,-2 6 16,-2 13 0,-4 11-16,-5 11 15,-6 3-15,0-2 16,1-1-16,4-7 15,1 3-15,6-5 16,8-17-16</inkml:trace>
  <inkml:trace contextRef="#ctx0" brushRef="#br2" timeOffset="86060.19">11635 3406 0,'0'0'0,"0"0"16,0 0 0,0 0-16,0 0 15,0 4-15,0 3 16,1 6-16,0 9 15,-3 16-15,-5 11 16,-3 5-16,-1-6 16,2-13-16,0-5 31,2-7-15</inkml:trace>
  <inkml:trace contextRef="#ctx0" brushRef="#br2" timeOffset="86494.74">11824 3154 0,'0'0'0,"0"0"16,0 0-16,1 4 15,4 6-15,2 7 16,4 7-16,0 3 15,4 5-15,0 5 16,-2 8-16,-7 7 16,-8 8-16,-3 0 15,-17 18 1,-12 14 0,-5-16-1,2-11-15,5-19 16,6-11-16,1-4 15,3-5-15</inkml:trace>
  <inkml:trace contextRef="#ctx0" brushRef="#br2" timeOffset="91436.95">15452 6132 0,'-2'-2'0,"1"-5"15,-2-2-15,-5-8 16,-4 2-16,-4 2 16,-3 2-16,-6 2 15,-6 2-15,-2 2 16,-7 6-16,-4 6 15,-5 7-15,-2 3 16,-5 3-16,1 5 16,7-3-1,0 7-15,6 0 16,-4 8-16,6 6 16,3 0-16,3 2 15,6 4-15,6 6 16,4-5-16,5 3 15,4-3 1,2 2-16,4 6 16,4 0-16,0 1 15,0-2-15,1-4 16,0-6-16,7 8 16,5-1-16,4-2 15,-2-4-15,6 7 16,3-2-16,5-5 15,8 1-15,-11-14 16,8 8-16,-6-11 16,-1-3-1,6 0-15,2-5 16,8 2-16,-2-12 16,-10-6-16,-3-5 15,3-3-15,4-6 16,5-1-16,-9-2 15,3-5-15,-2-5 16,-4-3-16,-1-12 16,0-2-1,8-11-15,6-7 16,-4 5-16,1 9 16,-11 5-16,-8 5 15,1-7-15,0-7 16,-2-4-16,0-4 15,-4-1-15,4-39 32,-14-10-17,-10 5-15,-3 16 16,-4 23-16,0 0 16,-5 1-16,-1 3 15,-2-1-15,-7-1 16,-6 2-16,-3 10 15,2 5-15,0 2 16,-4 4-16,-6 3 16,-2 5-1,-1 8-15,1 3 16,0 3-16,2 6 16,7 2-16</inkml:trace>
  <inkml:trace contextRef="#ctx0" brushRef="#br3" timeOffset="98767.56">13041 3937 0,'0'0'0,"0"0"0,0 0 16,0 0-16,-1-1 15,1 1-15,0 0 16,0 0-16,-13-10 15,13 10-15,-13-8 16,13 8 0,-13-8-16,13 8 15,-20-6-15,5 4 16,-2-1-16,-1 3 16,1 0-16,2-2 15,2 2-15,1 2 16,-2-2-16,1 0 15,2 2 1,-1-1-16,2 0 16,10-1-16,-18 1 15,18-1-15,-16 2 16,16-2-16,-12 1 16,12-1-16,-10 3 15,10-3-15,0 0 16,0 0-16,-11 3 15,11-3 1,0 0-16,0 0 16,0 0-16,0 0 15,-5 7-15,5-7 16,0 0-16,0 0 16,0 0-16,0 0 15,0 8-15,0-8 16,0 0-16,0 8 15,0-1-15,-1 5 16,-2 6 0,0 4-16,-4 3 15,0 1-15,-1-2 16,2 0-16,-2 1 16,0 1-16,2-1 15,-2-1-15,3-4 16,0-3-16,2-1 15,0-2-15,1 0 16,0-2 0,2-2-16,-1-3 15,1-7-15,0 10 16,0-10-16,0 6 16,0-6-16,0 0 15,0 0-15,0 7 16,0-7-16,0 0 15,0 0-15,0 0 16,0 0 0,0 0-16,0 0 15,11 7-15,6-4 16,11-1-16,6-2 16,2-3-16,1 1 15,3-1-15,0-1 16,0-1-16,-2 1 15,-5 1-15,-3 0 16,-1-1 0,-2 2-16,-1-1 15,-2 0-15,-3 2 16,-1 0-16,-6 0 16,-3 0-16,-11 1 15,14-2-15,-14 2 16,0 0-16,0 0 15,10-3-15,-10 3 16,0 0 0,0 0-16,0 0 15,0 0-15,11-7 16,-6 1-16,2-6 16,2-4-16,-2-5 15,-4-4-15,0 0 16,-3 3-16,0 1 15,0 1-15,0 2 16,0-2 0,0 0-16,1 1 15,0 4-15,0 3 16,0 2-16,0 2 16,-1 1-16,-1 1 15,-2-1-15,-2 0 16,-4 1-1,-3-1-15,-4 1 0,-1 2 16,-1 2 0,-3 0-16,-2 0 15,-3 1-15,-1 0 16,-3 2-16,0 1 16,0 1-16,2-1 15,1 0-15,3 0 16,3-2-16,6 0 15,1 0-15,2-1 16,-5 0-16,-12 0 16</inkml:trace>
  <inkml:trace contextRef="#ctx0" brushRef="#br3" timeOffset="101221.61">13121 3976 0,'0'0'0,"0"0"0,0-3 15,0 3-15,3-11 16,-2 3-16,1-3 16,0-2-16,2-2 15,0-5 1,2-3-16,2-4 16,5-5-16,2-1 15,0 0-15,0 5 16,-1 0-16,0 2 15,0-1-15,3-4 16,4-4-16,6-3 16,1-1-16,1 1 15,-2 3-15,1 0 16,-1 3 0,0-1-16,-1 1 15,-4 6-15,-2 2 16,-3-1-16,-1 0 15,-2-2-15,0-2 16,2-4-16,4-8 16,3-4-16,6-3 15,2 2 1,-5 9-16,-3 3 16,-3 7-16,-3 4 15,-1 1-15,-2 0 16,1-1-16,0-3 15,0-2-15,4-4 16,1-5-16,4 0 16,-1 0-16,0 4 15,0 1-15,-2 6 16,0 1 0,-3 3-16,0 2 15,-6 5-15,-2 2 16,-3 1-16,0-1 15,-2 2-15,1-3 16,1-2-16,-1-1 16,1-2-16,0 5 15,0-3-15,-1 0 16,2-2 0,0-2-16,0 1 15,0-1-15,2 0 16,0 0-16,2 2 15,-2 3-15,-1 2 16,-3 2-16,0 2 16,1 0-16,-2 1 15,1-1 1,0 0-16,-3 4 0,-3 6 16,6-9-1,-6 9-15,0 0 16</inkml:trace>
  <inkml:trace contextRef="#ctx0" brushRef="#br3" timeOffset="102491.25">13219 4094 0,'0'0'0,"0"0"0,0 0 15,1-4 1,3-2-16,3-6 15,5-8-15,5-8 16,7-12-16,5-8 16,1-2-16,0 6 15,-5 10-15,-3 8 16,-4 8-16,0 1 16,2 0-1,1 1-15,0 0 16,-1 0-16,1 1 15,0 0-15,-1 0 16,2-3-16,1-4 16,5-2-16,0-1 15,-2 3-15,-5 3 16,-5 5-16,-4 4 16,-2 2-1,0-1-15,1-1 16,4-3-16,3-2 15,5-3-15,3-1 16,2 0-16,2 0 16,-2 1-16,1 0 15,-3 3-15,-4 1 16,-1 1-16,-2 2 16,-1 1-1,0 0-15,0 0 16,-1 1-16,0-1 15,0 0-15,2 0 16,-2 0-16,-3 1 16,-2 2-16,-12 7 15,13-8-15,-13 8 16,0 0-16,0 0 16,0 0-16,8-7 15,-8 7 1,0 0-16,0 0 15,0 0-15</inkml:trace>
  <inkml:trace contextRef="#ctx0" brushRef="#br3" timeOffset="103425.85">13184 4135 0,'0'0'0,"0"0"0,0 0 0,0 0 16,0 0-1,0 0-15,3-4 16,-3 4-16,11-10 16,-1 2-16,1 2 15,1 0-15,6 3 16,3 3-16,3 5 16,0 5-16,2 2 15,-3 4-15,2 3 16,-2 3-1,0-1-15,-3-3 16,0 2-16,1-2 16,2 1-16,1-2 15,-2-3-15,0-2 16,1 0-16,0-1 16,2 0-16,3-2 15,0 0 1,0-1-16,1-3 15,2 1-15,2 0 16,-2 0-16,-4-2 16,-3 0-16,-4 0 15,-1 3-15,0 1 16,-1 3-16,0 2 16,0 0-16,1 1 15,-1-1 1,-3-1-16,0 1 15,-1 3-15,1-2 16,-3-1-16,0-3 16,1-5-16,0 0 15,1 0-15,0-2 16,-2-1-16,1 0 16,-4 0-16,-9-2 15,15 1-15,-15-1 16,11 0-16,-11 0 15,0 0 1,0 0-16,13 0 16,-13 0-16,0 0 15,14-7-15</inkml:trace>
  <inkml:trace contextRef="#ctx0" brushRef="#br3" timeOffset="108334.66">13972 1785 0,'0'0'0,"0"0"0,0 0 16,0 0-16,5 0 15,9 0-15,13 0 16,14 0 0,5-1-16,1 0 15,-1-2-15,-4 0 16,-7 1-16,-6-1 16,-3 1-16,-4 1 15,1-1-15,0 1 16,-3 0-16,0 1 15,-1 1-15,-2 0 16,1 1 0,-4-2-16,-3 2 15,-1 0-15,-10-2 16,15 5-16,-15-5 16,18 10-16,-8-3 15,0 2-15,2 2 16,-1-1-16,0 1 15,-1 3-15,-1 3 16,-2 2 0,-1 1-16,-4 3 15,-1 2-15,-1 2 16,-1-1-16,1 1 16,0 1-16,0 3 15,-1 2-15,-2 3 16,1 2-16,0-1 15,-1 7-15,1-6 16,0 1 0,0 1-16,0-5 15,4 5-15,4-2 16,4 1-16,3 0 16,1-3-16,1 2 15,-3-5-15,0-4 16,-3 2-16,-6-1 15,-1 0-15,-4 1 16,-1 1 0,-2-1-16,1 1 15,0-6-15,0-2 16,0 2-16,4 7 16,2 6-16,0 2 15,0-7-15,-1-6 16,0-1-16,1 2 15,-1 8-15,0 1 16,0-4-16,-1-3 16,1-4-1,-1 3-15,3 3 16,1 2-16,-1-4 16,0-2-16,1 4 15,0 4-15,-1 6 16,-3-1-16,-3-2 15,-2-7-15,2-6 16,-2-1-16,3 3 16,3 3-1,1 0-15,2-1 16,-1 1-16,-1 4 16,1-3-16,-2 0 15,-2-2-15,-3 4 16,-1 0-16,1-4 15,0-4-15,2-6 16,0 1 0,1-2-16,0-1 15,-1 0-15,1 2 16,-1 4-16,1 7 16,-2 7-16,2-5 15,-1-2-15,2-10 16,-1 0-16,0 1 15,0 1 1,1 1-16,0-4 16,1-4-16,1-2 15,0-3-15,-1-2 16,1 2-16,0 1 16,-2-1-16,1-3 15,0-1-15,-1-8 16,0 10-16,0-10 15,-2 12-15,-1-4 16,-2 2-16,-1 0 16,2-3-1,4-7-15,-9 7 16,9-7-16,-8 7 16,8-7-16,-9 5 15,9-5-15,-20 8 16,0 0-16,-5 3 15,1-1-15,6-6 16,2-4 0,1 0-16,0-3 15,-1 0-15,0-1 16,0 0-16,-7-2 16,-7 2-16,0 3 15,4 0-15,6 0 16,4 0-16,0 0 15,4-1-15,2 1 16,10 1-16,-19-3 16,5 2-16,-6-1 15,-1 1 1,3-1-16,4 1 16,1 0-16,2 0 15,1 0-15,10 1 16,-15-9-16,7 2 15,-1-2-15,-1 0 16,0 0-16,3 2 16,-1-1-16,0 1 15,2 0 1,-1 0-16,-1-1 16,-2 1-16,-4-2 15,-1-1-15,3 2 16,0-1-16,2 1 15,1-2-15,1-6 16,0-6-16,-2-5 16,2 1-1,0-2-15,4 8 16,1 2-16,1 4 16,1 2-16,-1-1 15,0-5-15,-1-7 16,-1-5-16,1-1 15,-1 5-15,1 0 16,0 0-16,0-6 16,-1-1-1,1 2-15,-1 4 16,2 5-16,1-2 16,-2-1-16,1-6 15,0-4-15,0-1 16,0 6-16,1 3 15,0 5-15,0 3 16,0 1-16,0 1 16,1 2-16,-1-4 15,1-7 1,-1-3-16,0-4 16,0 5-16,1 1 15,-1 3-15,0 2 16,0 2-16,0 2 15,2 0-15,1-1 16,0-3-16,0-2 16,1-2-1,0 3-15,1 0 16,0 0-16,1 3 16,-2 2-16,2 3 15,-3 0-15,1 2 16,-1-1-16,-2 2 15,-1-4-15,-1 1 16,0 0-16,0 2 16,-1 0-16,0 0 15,1 1 1,1 1-16,0 2 16,-1-1-16,0 1 15,1-1-15,0-1 16,0-2-16,-1 0 15,0-4-15,1-2 16,-1 2-16,0 2 16,1 1-16,0 1 15,-1-2 1,2 1-16,-1-1 16,1 0-16,0 0 15,0-1-15,0-2 16,0-1-16,0-2 15,0 1-15,0-1 16,0 0-16,0 2 16,0-2-16,0 0 15,-1 2 1,0-3-16,-1-1 16,1-2-16,0-2 15,0-1-15,-1 0 16,1 0-16,-1 1 15,0 4-15,1 1 16,0 2-16,-1 0 16,1-1-16,-1-1 15,4-3-15,-1-4 16,1-3 0,-1-3-16,0 0 15,1 1-15,2 0 16,-2 5-16,0 5 15,-1 2-15,1 3 16,-1 3-16,0-1 16,-1-2-16,1-2 15,1-4 1,-2-1-16,1 1 16,0 3-16,0 3 15,0 3-15,0 3 16,0 2-16,-1 2 15,1 2-15,-1 7 16,2-12-16,-2 12 16,1-11-16,0 3 15,-1-1 1,1-1-16,1-1 16,0 1-16,-1 1 15,-1 3-15,0 6 16,2-9-16,-2 9 15,0 0-15,1-9 16,-1 9-16,0 0 16,-1-6-16,1 6 15,0 0-15,0 0 16,0 0 0,0 0-16,0 0 15,0 0-15,0 0 16</inkml:trace>
  <inkml:trace contextRef="#ctx0" brushRef="#br3" timeOffset="110856.57">14676 7644 0,'0'0'0,"0"0"0,0 0 15,0 0-15,0 0 16,0 0-16,0 0 16,3 1-16,-3-1 15,12 2-15,-2-1 16,3 1-16,1-1 16,0 1-16,1 0 15,-1-1 1,3 1-16,0 0 15,2-1-15,1 1 16,2 0-16,0-1 16,-1 1-16,1 0 15,2-1-15,6 1 16,4-1-16,-1 1 16,-5-4-16,-6 1 15,-5-1 1,-1-1-16,-1 1 15,2 0-15,6-1 16,4-2-16,4 1 16,0 0-16,-4 1 15,2-1-15,5 1 16,-1-2-16,-3 3 16,-5-1-16,-6 2 15,-3 0 1,-3 0-16,-1 0 15,-1 0-15,1 0 16,1 1-16,-3-1 16,-10 1-16,16-2 15,-16 2-15,12-2 16,-12 2-16,13-1 16,-13 1-16,0 0 15,0 0-15,0 0 16,0 0-1</inkml:trace>
  <inkml:trace contextRef="#ctx0" brushRef="#br3" timeOffset="112225.4">14726 7607 0,'0'0'0,"0"0"0,0 0 16,6 0-16,-6 0 15,18 0-15,-4 0 16,5 0-1,7 0-15,6 0 16,4 0-16,0 1 16,-2-1-16,6 1 15,-2-1-15,-2 0 16,-7 1-16,-5-1 16,-3 0-16,0 0 15,6 0-15,5 0 16,0 0-1,1 0-15,-2 0 16,2-1-16,-1-1 16,-3-1-16,-5 1 15,-7 1-15,-2 0 16,-2-1-16,0 0 16,1 0-16,0 0 15,-1 1-15,-3 0 16,2 1-1,-1-1-15,2 0 16,0 0-16,0 1 16,-4 0-16,-9 0 15,13 0-15,-13 0 16,0 0-16,0 0 16,11 0-16,-11 0 15,0 0-15,0 0 16,0 0-1,0 0-15,0 0 16,0 0-16,0 0 16,10 1-16,-10-1 15,0 0-15,0 0 16,0 0-16,0 0 16,0 0-16,0 0 15,0 0-15,0 0 16,0 0-16,0 0 15,0 0 1,0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inkml:trace>
  <inkml:trace contextRef="#ctx0" brushRef="#br3" timeOffset="118237.07">7074 2831 0,'0'0'0,"0"0"16,0 0-16,0 0 16,0 0-1,0 0-15,0 0 16,0 0-16,0-2 16,0 2-16,0 0 15,0 0-15,0 0 16,7-7-16,-7 7 15,21-14-15,-8 6 16,4 0 0,2 1-16,3 1 15,2 0-15,1 1 16,1 2-16,2 2 16,-1 1-16,2 0 15,-1 0-15,0 0 16,2 0-16,1 0 15,3 0-15,-1 0 16,-1 0-16,-3-2 16,-1-1-16,-2 0 15,1-1 1,-1 1-16,-2 0 16,0-1-16,1 2 15,1-2-15,0 1 16,2 0-16,0-1 15,0 2-15,1 0 16,-1 0 0,-2 0-16,-1 0 15,1 1-15,1-1 16,2 2-16,1 0 16,4 0-16,-2 0 15,5 0-15,0 0 16,0 0-16,1 0 15,-2-1-15,-4 0 16,3 0-16,0 1 16,0-2-1,1 2-15,-3-1 16,1 0-16,-1 1 16,1-1-16,-3-1 15,0 2-15,-2-1 16,-3 1-16,-1 1 15,1 2-15,0-1 16,1 3-16,-1 1 16,2 0-16,1-1 15,2 1 1,3 0-16,1 1 16,-4-1-16,3-2 15,1-1-15,1-1 16,1-2-16,-1-1 15,1 0-15,-1-2 16,2 1-16,0 0 16,-1-1-1,-2 1-15,-1-1 16,0 1-16,1-1 16,-3 1-16,0 2 15,1 0-15,1 0 16,0 0-16,2 0 15,-1 0-15,1 0 16,1 0-16,-1 1 16,-3 0-16,-1 2 15,-3-1 1,-2 1-16,-1 0 16,4 1-16,-1 1 15,0 1-15,0 0 16,-3 0-16,-1 0 15,-1-1-15,1 1 16,0 0-16,1 0 16,0-1-16,0 1 15,0 0 1,3-1-16,1 0 16,4-2-16,-1-2 15,2-1-15,-1-1 16,-1 0-16,-2-1 15,1 1-15,-2-1 16,-1 0-16,-2 1 16,1-1-1,-2 1-15,3-1 16,3 0-16,-2 1 16,-2-1-16,-2 1 15,-2 0-15,1 1 16,0-1-16,3 0 15,-2 1-15,1 0 16,-3 0-16,2 1 16,1 0-16,2-1 15,3 1 1,-3 0-16,-1 0 16,-1 0-16,-2-1 15,3 1-15,3 0 16,0 0-16,-3 0 15,-2-1-15,-2 0 16,-1-1-16,2 0 16,1-1-16,-1 0 15,-4 0-15,-1 0 16,-3 0 0,-1 0-16,0 1 15,-4-1-15,0 1 16,-2-1-16,-10 2 15,15-3-15,-15 3 16,13-3-16,-13 3 16,14-4-1,-14 4-15,19-6 16,-9 2-16,-10 4 16,17-10-16,-17 10 15,17-12-15,-8 3 16,-1-4-16,0-1 15,0-2-15,-2-2 16,-1-1-16,-2 0 16,0 0-16,-1-1 15,-2-5-15,-2 2 16,-1-4 0,-2 0-16,-2-2 15,0 2-15,0-1 16,-2-2-16,0-1 15,0 1-15,-2 2 16,0 0-16,-1 0 16,-3-1-16,-1 0 15,-4 1-15,-5-1 16,-5 2 0,-1 1-16,-2 3 15,-1 1-15,-4 4 16,-4 3-16,-3 2 15,-4 2-15,-4 0 16,2 3-16,-6-1 16,0 3-16,-1 2 15,1 3 1,-1 1-16,-6 3 16,3 1-16,-3 0 15,-3 2-15,8-3 16,-8 2-16,0 2 15,9-3-15,-6 1 16,0 0-16,4 0 16,-6 0-16,-1 0 15,2-1-15,-9 2 16,3-2 0,0 2-16,-7-3 15,12 0-15,-4-1 16,3-1-16,3 1 15,-2-1-15,1 1 16,5-1-16,-3 1 16,-1 0-16,3-1 15,0 1-15,-1 0 16,3 0 0,-2-1-16,0 1 15,2-1-15,4-2 16,-4 1-16,-1-2 15,1 2-15,-5-1 16,5 1-16,1-1 16,2 0-16,0-1 15,-1 0-15,-2 1 16,-2-1 0,2 0-16,3 0 15,-2 0-15,0-1 16,1 0-16,0 0 15,1 1-15,2-1 16,1-1-16,0 1 16,0-3-16,-1 1 15,-1-2-15,-1 1 16,1-1-16,0 1 16,-2-1-1,1 3-15,0 1 16,2 3-16,-4-2 15,6 2-15,-2 0 16,-1 2-16,3-2 16,0 0-16,3 0 15,0 3-15,1-2 16,0 1 0,2 0-16,-1 1 15,2 0-15,-1 0 16,4 1-16,1 0 15,-1 1-15,0-1 16,1 0-16,5 0 16,1-1-16,-4 0 15,-1 0-15,-1 0 16,5 2-16,-2-2 16,0 3-1,-1 0-15,1 1 16,2 0-16,-3 1 15,1-1-15,-2 0 16,3 1-16,-2-1 16,2-1-16,-3 0 15,-1-1-15,3-1 16,-1 0-16,5-1 16,0 1-1,-3-1-15,0 0 16,-2 1-16,3-2 15,0 2-15,-1-1 16,0 0-16,-1 0 16,3 0-16,0-1 15,-1 1-15,1-2 16,0-1-16,2-2 16,4 0-1,0 1-15,-1-1 16,0 0-16,1-2 15,2 0-15,3 1 16,3 0-16,0 0 16,0 1-16,-4-1 15,-3 1-15,-2-1 16,1 3-16,2 0 16,1 3-1,0 1-15,1 1 16,0 0-16,1-1 15,-1 2-15,1-2 16,3 3-16,1 0 16,2 2-16,2 0 15,-1 2-15,4 0 16,0 3-16,0 2 16,0 2-16,1 2 15,2 1 1,3 1-16,2 0 15,4-1-15,-1-4 16,2-1-16,1 2 16,0-1-16,1 2 15,3 1-15,3 2 16,1-1 0,0 0-16,2-2 15,-1-2-15,1-2 16,2 0-16,1-2 15,3 1-15,2-2 16,1 0-16,0-2 16,0-1-16,2-1 15,2 2-15,2 0 16,2-1-16,1-3 16,6-1-16,2-2 15,5 0 1,-2-2-16,1-3 15,-1-1-15,1 0 16,0 1-16,-4-1 16,-1 1-16,1 0 15,-1-1-15,2 3 16,-2 2-16,0-1 16,3 1-16,2 0 15,1-1 1,0 1-16,-1-1 15,0 1-15,0 1 16,-1 1-16,1-2 16,3 1-16,1 0 15,-2 1-15,-1-2 16,0 1-16,-3-1 16,1 2-16,0 0 15,-1 0 1,2 1-16,0-1 15,-4 1-15,-2 1 16,2 0-16,0 1 16,0-1-16,3 1 15,1-1-15,1 1 16,-3-2-16,2 2 16,1-1-16,1-1 15,1-1 1,-3-3-16,1 0 15,-5-1-15,0 0 16,-3 0-16,-2 0 16,0 0-16,-2 0 15,0 0-15,0 0 16,0 0-16,-1 0 16,0 0-16,-2 0 15,-1 0-15,-3 0 16,0 0-1,-1 0-15,0 0 16,1 0-16,0 0 16,1 0-16,2 0 15,0-1-15,1 0 16,-2-1 0,-1 0-16,-3-1 15,-1 1-15,-1-1 16,1 1-16,3-2 15,2 1-15,3 0 16,3-2-16,1 1 16,0-2-16,-2-1 15,-1-1-15,-3 1 16,-2-1-16,-2 1 16,-2 2-16,-2-1 15,-1 0-15,1 1 16,1-1-1,5-1-15</inkml:trace>
  <inkml:trace contextRef="#ctx0" brushRef="#br3" timeOffset="148393.93">5261 5420 0,'0'0'0,"0"0"0,-2 2 0,2-2 16,0 0 0,0 0-16,0 0 15,0 0-15,0 0 16,-3 6-16,3-6 15,0 0-15,0 0 16,0 0-16,5 6 16,-5-6-16,0 0 15,11 7-15,-11-7 16,11 5-16,-11-5 16,15 4-1,-15-4-15,15 3 16,-15-3-16,16 3 15,-6-3-15,1 0 16,1 0-16,2 0 16,-1 0-16,1 0 15,-1 0-15,-1 0 16,1 0-16,-1 0 16,1 0-1,-3 0-15,1 0 16,-11 0-16,17 0 15,-17 0-15,15 0 16,-15 0-16,16 0 16,-16 0-16,19-1 15,-19 1-15,18-2 16,-18 2-16,18-1 16,-18 1-1,18-1-15,-18 1 16,18 1-16,-18-1 15,19 1-15,-8 0 16,0 0-16,2 0 16,-1-1-16,2 0 15,0 0-15,0-2 16,1 0-16,0 1 16,-1-1-1,0 0-15,1 1 16,0-1-16,2 0 15,-2 1-15,-1-1 16,0 1-16,1-1 16,-1 0-16,1 1 15,-3-1-15,1 0 16,1 2-16,-2-1 16,3 1-1,-2 1-15,0-1 16,0 0-16,0 0 15,-1 1-15,-1 0 16,1 0-16,-1 0 16,1 0-16,1-1 15,0 1-15,1 0 16,1 0-16,1 0 16,0-1-1,0 1-15,1 1 16,2-2-16,0 0 15,1-2-15,1 0 16,-1-1-16,2 1 16,0-1-16,0 0 15,-1 0-15,1 0 16,-2-1-16,-2 2 16,1-1-16,-1 0 15,3 1 1,0 0-16,1 0 15,2 1-15,-2 1 16,-1 0-16,-1 1 16,-2-1-16,0 0 15,2 0-15,0 0 16,4 0-16,-2-1 16,0 0-16,-2-2 15,1 1 1,-1 0-16,1-1 15,3 1-15,1-1 16,0 1-16,-2-1 16,-2 2-16,-2 0 15,1 1-15,-1 1 16,3 0-16,1 1 16,2 0-1,-1-1-15,-1 1 16,-3 0-16,-3-1 15,-1 1-15,2 0 16,-1-1-16,4 1 16,1-1-16,2 1 15,2-2-15,-5-1 16,-1 0-16,0 0 16,0 1-1,1-1-15,1 0 16,0 0-16,1 1 15,-1-2-15,-2 1 16,-4 0-16,-1 1 16,-2-1-16,3 0 15,-2 0-15,2 0 16,-1 0-16,-2 1 16,0-1-16,0 0 15,-1 0-15,0 0 16,-3 0-1,-9 1-15,17-1 16,-17 1-16,10-2 16,-10 2-16,0 0 15,0 0-15,10 0 16,-10 0-16,0 0 16,0 0-16,0 0 15,0 0 1,0 0-16,0 0 15,0 0-15,0 0 16,0 0-16,11 2 16</inkml:trace>
  <inkml:trace contextRef="#ctx0" brushRef="#br3" timeOffset="151899.32">8396 5404 0,'0'0'0,"0"0"0,0 0 16,0 0-16,0 0 16,0 0-16,0 0 15,0 0 1,0 0-16,6 2 16,-6-2-16,21 4 15,-4-1-15,4 1 16,4 1-16,2-1 15,3-1-15,1-1 16,4-2-16,0-1 16,2 0-1,0-2-15,0-1 16,1-2-16,-1 0 16,0-1-16,-5 1 15,-4 1-15,-4 1 16,-3 1-16,-1-1 15,0 1 1,-1 0-16,-4 3 16</inkml:trace>
  <inkml:trace contextRef="#ctx0" brushRef="#br3" timeOffset="157627.06">9551 5402 0,'0'0'0,"0"0"0,0 0 16,0 0-16,0 0 15,0 0-15,0 0 16,0 0-16,0 0 16,0 0-16,0 0 15,0 0-15,0 0 16,0 0-1,0 0-15,0 0 16,3 2-16,-3-2 16,13 4-16,2 0 15,3 1-15,5 1 16,4-1-16,1-1 16,1-2-16,1 0 15,2-2-15,1-1 16,-2 0-1,0-1-15,-3 0 16,-1 1-16,0-1 16,-1 1-16,-2-1 15,-1 0-15,-4 1 16,-4 0-16,-2 0 16,-13 1-16,16 0 15,-16 0-15,0 0 16,0 0-16</inkml:trace>
  <inkml:trace contextRef="#ctx0" brushRef="#br3" timeOffset="159630.44">10828 5495 0,'0'0'0,"0"0"0,2 1 15,-2-1-15,0 0 16,0 0-16,0 0 15,13 3-15,-13-3 16,10 0-16,-10 0 16,17-3-1,-3 1-15,4-2 16,2-1-16,1 0 16,0 0-16,1 1 15,0 1-15,-1 1 16,1 1-16,0 0 15,-1 1-15,2 0 16,1 0-16,-1 0 16,1 0-1,-4 0-15,1 0 16,0 0-16,0 0 16,-1 0-16,-1 0 15,0 0-15,-3 0 16,1 0-16,-4 0 15,-13 0-15,15 0 16</inkml:trace>
  <inkml:trace contextRef="#ctx0" brushRef="#br3" timeOffset="161850.95">11964 5483 0,'0'0'0,"0"0"15,0 0-15,0 0 16,0 0-16,0 0 15,0 0-15,0 0 16,0 0-16,0 0 16,0 0-16,2-2 15,-2 2-15,13-6 16,3 1-16,4-2 16,4 2-1,-2 1-15,1 2 16,0 2-16,-1 0 15,1 0-15,0 0 16,-1 0-16,0 0 16,-4 0-16,2 0 15,2 0-15,0 0 16,-3 0-16,-3 0 16,-3 0-1,-13 0-15,15 0 16,-15 0-16,10 0 15</inkml:trace>
  <inkml:trace contextRef="#ctx0" brushRef="#br3" timeOffset="167578.32">1462 5685 0,'0'0'0,"0"0"0,0 0 0,0 0 16,0 0-16,0 0 15,0 0-15,-1 3 16,1-3-16,-4 12 16,-1 1-1,-1 4-15,-1 0 16,0 3-16,-2 0 16,0 0-16,-1-1 15,1-2-15,2-4 16,1 0-16,1-2 15,0-2-15,0-1 16,2-2-16,1 2 16,2-8-1,0 10-15,0-10 16,11 12-16,-3-5 16,4-1-16,0-2 15,3-2-15,0-1 16,1-1-16,-3-1 15,-1 1-15,-2-1 16,-10 1-16,17-2 16,-17 2-16,15-1 15,-15 1 1,18-3-16,-8 1 16,2 1-16,3-1 15,0-2-15</inkml:trace>
  <inkml:trace contextRef="#ctx0" brushRef="#br3" timeOffset="167979.33">1828 5868 0,'0'0'0,"0"0"0,0 0 16,0 0-16,0 0 16,0 0-16,0 0 15,0 0-15,0 0 16,0 1 0,0-1-16,0 0 15,0 0-15,0 7 16,-1 0-16,0 3 15,0 5-15,-2 0 16,0 0-16,0 2 16,-2 3-16,1-1 15,-1 1 1,2-2-16,0 1 16,3 1-16,3-2 15,1 1-15</inkml:trace>
  <inkml:trace contextRef="#ctx0" brushRef="#br3" timeOffset="177765.56">2534 5619 0,'0'0'0,"0"0"16,0 0-16,0 0 16,0 0-1,0 0-15,0 0 16,0 0-16,0 0 15,0 0-15,0 0 16,0 0-16,0 0 16,-1 3-16,1-3 15,-7 19-15,-1 0 16,0 3-16,0 1 16,0-3-1,0 3-15,0 0 16,-2 4-16,0 0 15,1-3-15,1-2 16,2-2-16,2-4 16,1-2-16,1-2 15,0-2-15,0-1 16,2-1-16,0-8 16,-1 11-1,1-11-15,1 7 16,-1-7-16,0 0 15,4 6-15,-4-6 16,0 0-16,15 6 16,-15-6-16,13 4 15,-13-4-15,17 4 16,-17-4-16,21 2 16,-10 0-1,1 0-15,1-1 16,1 1-16,1-1 15,3 1-15,-2 0 16,-3 0-16</inkml:trace>
  <inkml:trace contextRef="#ctx0" brushRef="#br3" timeOffset="178482.73">2819 5936 0,'0'0'0,"0"0"0,0 0 0,-2-2 0,2 2 16,0 0-16,0 0 16,0 0-16,0 0 15,0 0-15,0 0 16,0 0-16,0 0 16,0 0-16,0 0 15,0 0 1,12 2-16,-12-2 15,0 0-15,12 9 16,-12-9-16,7 8 16,-7-8-16,5 12 15,-3-5-15,0 2 16,-1 3-16,-2 3 16,-1 2-16,-4 0 15,-1-2 1,-1-1-16,2-4 15,1-4-15,5-6 16,-7 8-16,7-8 16,0 0-1,0 0 1,-7 7-16,7-7 16,0 0-16,0 0 15,0 0 1,0 0-16,0 0 15,0 0-15,0 0 16,10 0-16,3-1 16,2 0-16,4 0 15,2 0-15,0 0 16,-1-2-16,-1 1 16,0-1-16,1-2 15,-3 2-15,4-2 16</inkml:trace>
  <inkml:trace contextRef="#ctx0" brushRef="#br3" timeOffset="179768.2">3584 5551 0,'0'0'0,"0"0"0,0 0 15,0 0-15,0 0 16,-3 0-16,3 0 15,0 0 1,0 0-16,0 0 16,0 0-16,-10 12 15,6 0-15,-2 2 16,0 6-16,0 5 16,0-2-16,0-1 15,1-4-15,1 3 16,-1 1-1,-1-3-15,1 0 16,0-4-16,2-2 16,0-3-16,0-1 15,2-1-15,1-8 16,-3 9-16,3-9 16,0 0-16,0 6 15,0-6 1,0 0-16,4 6 15,-4-6-15,0 0 16,15 8-16,-15-8 16,20 8-16,-6-4 15,0-1-15,0 0 16,-2-1-16,-1-1 16,-11-1-16,19 1 15,-19-1-15,17 2 16,-17-2-16,17 1 15,-17-1 1</inkml:trace>
  <inkml:trace contextRef="#ctx0" brushRef="#br3" timeOffset="180769.88">3822 5805 0,'0'0'0,"0"0"0,0 0 0,0 0 0,0 0 15,0 0-15,0 0 16,0 0-16,4 0 15,-4 0 1,0 0-16,0 0 16,0 0-16,0 0 15,0 0-15,10 0 16,-10 0-16,0 0 16,12 1-16,-12-1 15,10 3-15,-10-3 16,17 5-16,-6 0 15,0 1 1,-2-2-16,1 2 16,-2 1-16,0 0 15,-1 0-15,-7-7 16,7 9-16,-7-9 16,5 7-16,-5-7 15,0 0-15,4 8 16,-4-8-1,0 0-15,3 7 16,-3-7-16,0 0 16,0 0-16,0 0 15,0 0-15,-3 7 16,3-7-16,0 0 16,0 0-16,0 0 15,0 0-15,0 0 16,0 0-16,0 0 15,0 0-15,0 0 16,0 0 0,0 0-16,0 0 15,0 0-15,0 0 16,0 0-16,0 0 16,0 0-16,0 0 15,0 0-15,8 7 16,-8-7-16,12 7 15,-12-7-15,14 7 16,-14-7 0,12 6-16,-12-6 15,10 5-15,-10-5 16,10 4-16,-10-4 16,11 7-16,-11-7 15,11 10-15,-11-10 16,8 13-16,-4-6 15,-1 1 1,-2 0-16,0 1 16,-1 3-16,-3 2 15,-3 4-15,-5 0 16,-3 1-16,-2-3 16,-5-1-16,-5-2 15,-3-2-15,-1-2 16,6-4-16,2-3 15,7-1-15,-2-3 16</inkml:trace>
  <inkml:trace contextRef="#ctx0" brushRef="#br3" timeOffset="183107.5">4642 5565 0,'0'0'0,"0"0"0,0 0 16,0 0-16,0 0 15,0 0 1,0 0-16,0-2 16,0 2-16,0 0 15,0 0-15,0 0 16,-29 14-16,4 7 15,2 4-15,0 2 16,4-3-16,-2 1 16,0 1-16,6-5 15,-2 2 1,4 4-16,2 5 16,5 3-16,6-4 15,2-7-15,3-3 16,1-2-16,4 0 15,2-2-15,3-3 16,2-4-16,0-4 16,-1-2-16,2-4 15,0-3 1,2-4-16,5-6 16,1-3-16,-2-5 15,-3-5-15,-6 2 16,1-2-16,-5 3 15,-2 6-15,-2 1 16,-4 4-16,-1-1 16,0-1-16,-2-2 15,-3-2-15,-1 4 16,-3-3 0,-2 1-16,0-1 15,-5-1-15,2 2 16,-1 3-16,0 1 15,2 1-15,-1 2 16,3 2-16,9 7 16,-16-11-16,16 11 15,-13-7 1,13 7-16,-10-5 16,10 5-16,0 0 15,0 0-15,-10-3 16,10 3-16,0 0 15,0 0-15,0 0 16,0 0-16,0 0 16,0 0-16,0 0 15,0 0 1,0 0-16,0 0 16,0 0-16,0 0 15,0 0-15</inkml:trace>
  <inkml:trace contextRef="#ctx0" brushRef="#br3" timeOffset="184609.99">4541 6253 0,'0'0'0,"0"0"16,0 0-16,0 0 15,0 0-15,0 0 16,0 0-16,0 3 16,0-3-16,0 19 15,0 3-15,-2 8 16,-3 7 0,-2 10-16,-6 14 15,-7 9-15,-6 14 16,0-6-16,-13 40 31,9-17-31,13-18 16,4-13-16,8-38 15,1-3-15,0-6 16,1-6-16,1-5 16,1-5-1,0 0-15,1-7 16,0 0-16,0 0 15</inkml:trace>
  <inkml:trace contextRef="#ctx0" brushRef="#br3" timeOffset="185328.88">4633 6259 0,'0'0'0,"0"0"0,0 0 16,0 0-1,0 0-15,5 0 16,-5 0-16,22 0 15,-2 0-15,0 0 16,1 0-16,-4 0 16,-2 0-16,-3 0 15,-12 0-15,16 0 16,-16 0 0,12 3-16,-12-3 15,13 16-15,-5 5 16,-2 10-16,-3 11 15,-6 10-15,-3 5 16,-3-4-16,-6 30 31,-1 1-31,-2 4 16,2-9-16,6-32 16,-1-2-1,0-7-15,-4 4 16,1-7-16,1 0 15,2-8-15,3-4 16,0-3-16,2-1 16,3-6-16,2-4 15,1-9-15,-1 8 16,1-8-16,-6 7 16,6-7-16,-15 7 15,-1-4 1,-7-2-16,-9-2 15,-6-2-15,6 0 16,7 1-16,7 0 16,6 1-16,3-2 15,9 3-15,-13-5 16,13 5-16,-7-7 16,7 7-16,-4-14 15</inkml:trace>
  <inkml:trace contextRef="#ctx0" brushRef="#br3" timeOffset="185996.59">4446 7329 0,'0'0'0,"-3"1"16,3-1-16,0 0 15,0 0-15,-11 9 16,11-9-16,-9 10 16,4-1-16,-2 3 15,0 5-15,2 5 16,-2 6-16,2 6 16,1 8-16,2-4 15,1-9-15,0-9 16,0-8-1</inkml:trace>
  <inkml:trace contextRef="#ctx0" brushRef="#br3" timeOffset="186430.83">4623 7398 0,'0'0'0,"0"0"0,0 0 0,0 0 15,0 0-15,-1 3 16,1-3-16,0 0 16,-7 6-16,7-6 15,-5 7-15,1 1 16,-3 2-1,0 8-15,1 10 16,4 8-16,2 6 16,1-8-16,2-8 15,3-5-15,2-7 16,6-2-16,3-1 16,3-4-16,2-3 15,2-8-15,-4-5 16,2-7-1,-6-7-15,-4-14 16,-3-3-16,-8 0 16,-3 7-16,-4 6 15,-7-1-15,-7 2 16,-7 6-16,-5 6 16</inkml:trace>
  <inkml:trace contextRef="#ctx0" brushRef="#br3" timeOffset="190554.73">1502 6412 0,'0'0'0,"0"0"16,0 0-16,0 0 15,0 0-15,-4-1 16,4 1-16,0 0 15,0 0-15,0 0 16,0 0-16,0 0 16,0 0-16,0 0 15,0 0 1</inkml:trace>
  <inkml:trace contextRef="#ctx0" brushRef="#br3" timeOffset="191540.78">1488 6853 0,'0'0'0,"0"0"0,0 0 15,-3-2-15,3 2 16,0 0-16,0 0 15,0 0-15,0 0 16,0 0-16,0 0 16,0 0-16,0 0 15</inkml:trace>
  <inkml:trace contextRef="#ctx0" brushRef="#br3" timeOffset="192057.92">1600 7424 0,'0'0'0,"0"0"0,0 0 15,0 0-15,0 0 16,0 0-16,0 0 16,0 0-16,0 0 15,0 0-15</inkml:trace>
  <inkml:trace contextRef="#ctx0" brushRef="#br3" timeOffset="199354.43">2468 6476 0,'0'0'0,"0"0"0,4 0 0,-4 0 15,0 0-15,13-1 16,-13 1-16,0 0 16,13-3-16,-13 3 15,0 0-15,11-2 16,-11 2 0,0 0-16,11 3 15,-11-3-15,11 10 16,-5 2-16,-1 7 15,-2 8-15,-5 4 16,-5 7-16,-5 4 16,1-5-16,0-4 15,-1 1 17,0-1-32,0 0 15,2-7-15,4-10 16,2-4-16,1-3 15,3-9-15,-3 10 16,3-10-16,0 0 16,0 0-16,3 7 15,-3-7 1,17 1-16,-6-2 16,3-2-16,-1 0 15,0 0-15,1-1 16,1 0-16</inkml:trace>
  <inkml:trace contextRef="#ctx0" brushRef="#br3" timeOffset="199855.57">2802 6641 0,'0'0'0,"0"0"16,0 0-16,0 0 15,0 0 1,0 0-16,0 0 16,0 0-16,0 0 15,0 0-15,-2 3 16,2-3-16,-7 16 15,1-2-15,-1 1 16,2-1-16,-2-2 16,2 2-16,1-1 15,3-1-15,1 1 16,1-1-16,2-1 16,1 1-1,-1 1-15,1-2 16,-1 0-16,0-2 15,0-2-15,-3-7 16,3 11-16,-3-11 16,1 9-16,-1-9 15,-1 9-15,1-9 16,-7 10 0,-1-3-16,-3-1 15,-2-1-15</inkml:trace>
  <inkml:trace contextRef="#ctx0" brushRef="#br3" timeOffset="200090.15">2746 6646 0,'0'0'0,"0"0"15,0 0-15,0 0 16,0 0-16,0 0 16,2-2-16,-2 2 15,13-8-15,2 0 16,5-2-16,1 2 16,1-2-16,0 2 15,-1-1 1,-2 2-16</inkml:trace>
  <inkml:trace contextRef="#ctx0" brushRef="#br3" timeOffset="200607.36">3155 6534 0,'0'0'0,"0"0"0,0 0 16,0 0-16,0 0 16,0 0-16,-3 2 15,3-2-15,0 0 16,-5 10 0,-3 4-16,-3 9 0,-3 4 15,1-2 1,1 0-16,-2 2 15,1 0-15,3-3 16,1 1-16,1-1 16,2 1-16,2 0 15,4-3-15,1-4 16,1-3-16,2-1 16,0-2-16,3-2 15,1-1 1,-8-9-16,18 8 15,-8-8-15,1-2 16,-2-3-16,-9 5 16,12-13-16,-10 3 15,-1-2-15,-2-1 16,-2 1-16,-5 0 16,-3 1-1,-9 6-15,-10 7 16,-13 7-16</inkml:trace>
  <inkml:trace contextRef="#ctx0" brushRef="#br3" timeOffset="201474.21">1030 6621 0,'0'0'0,"0"0"16,5-2-16,-5 2 15,20-11 1,-4 4-16,3 0 15,0 1-15,0-1 16,0 3-16,-2 0 16,-2 1-16,-1 3 15,-4 0-15,-10 0 16,15 3-16,-15-3 16,11 8-16,-8 6 15,0 9-15,-6 13 16,-6 3-1,-2 0-15,-2-3 16,3-5-16,-2 0 16,2 1-16,-1-2 15,3-2-15,3-3 16,3-5-16,0-3 16,5-1-16,0-3 15,4-2-15</inkml:trace>
  <inkml:trace contextRef="#ctx0" brushRef="#br3" timeOffset="202193.56">1618 6690 0,'0'0'0,"0"0"15,0 0-15,0 0 16,-1-2-16,1 2 16,0 0-16,0 0 15,0 0-15,-5 7 16,-3 14-16,-2 11 16,2-2-16,2-4 15,2-3-15,4 0 16,0-1-1,2-4-15,1 0 16,1-3-16,0 0 16,0-2-16,1-1 15,0-1-15,-2-2 16,1 0-16,0 0 16,-1-1-16,-1-2 15,-2-6-15,1 12 16,-1-12-1,-4 12-15,1-6 16,3-6-16,-10 10 16,10-10-16,-14 5 15,14-5-15,-19 0 16,19 0-16,-15-3 16,15 3-16,-11-5 15,11 5-15,-8-13 16,7-1-1,4-9-15,5-8 16,4-1-16,0 3 16,0 4-16,0 2 15,2 2-15,-2 4 16,-1 1-16,-3 4 16,0 2-16,-2 2 15,-1-1-15,-2 1 16,0 1-16,-3 1 15,0 0 1,-3-2-16,-2 1 16,-6 3-16,-7 5 15,-6 7-15,-3 3 16,7 4-16</inkml:trace>
  <inkml:trace contextRef="#ctx0" brushRef="#br3" timeOffset="202747.65">1805 6677 0,'0'0'0,"0"0"0,0 0 16,0 0-1,0 0-15,0 0 16,0 0-16,3 4 16,-2 3-16,4 6 15,-1 8-15,-3 4 16,-1 3-16,-1-2 16,-1 0-1,1-2-15,-1-4 0,3-3 16,2-4-1,2-1-15,4-6 16,5-5-16,8-9 16,3-6-16,-1-5 15,-5 4-15,-7 5 16,-5 2-16,-7 8 16,8-7-16,-8 7 15,0 0-15,0 0 16,5-8-1,-5 8-15,0 0 16,0 0-16,0 0 16,0 0-16,0 0 15,0 0-15,-4 17 16,-6 19-16,-2 5 16,0 1-16,-4 5 15,-1 2-15,-2 4 16,-1 0-16,3-5 15,2-6 1,2-7-16</inkml:trace>
  <inkml:trace contextRef="#ctx0" brushRef="#br3" timeOffset="205883.22">1700 7401 0,'0'0'0,"0"0"15,0 0-15,0 0 16,0 0-16,3 0 15,-3 0-15,0 0 16,19-4-16</inkml:trace>
  <inkml:trace contextRef="#ctx0" brushRef="#br3" timeOffset="206768.69">2662 7146 0,'0'0'0,"0"0"0,0 0 15,0 0-15,0 0 16,0 0-16,0 0 16,0 0-16</inkml:trace>
  <inkml:trace contextRef="#ctx0" brushRef="#br3" timeOffset="212628.68">1419 7645 0,'0'0'0,"0"0"0,0 0 15,0 0-15,0 0 16,0 0-16,0 0 15,0 0-15,3 1 16,-3-1 0,13 2-16,0-1 15,3 1-15,2-2 16,4 0-16,0 0 16,4-2-16,-2 0 15,-1-2-15,-1 2 16,-1 0-16,-2 0 15,-3 0-15,-3 1 16,-1 0 0,0 1-16,0 0 15,-1 0-15,-11 0 16,14 0-16,-14 0 16,0 0-16,10 1 15,-10-1-15,0 0 16,0 0-16,0 0 15,0 0-15,0 0 16,9 8-16,-9-8 16,-1 14-1,1-2-15,-2 3 16,0 4-16,-1 4 16,-1-1-16,1-1 15,-1-2-15,1-4 16,0-1-16,2-4 15,-1-1-15,1-1 16,0-1 0,1-7-16,-2 12 15,2-12-15,0 11 16,0-11-16,0 11 16,0-11-16,1 7 15,-1-7-15,0 0 16,0 0-16,3 7 15,-3-7-15,0 0 16,0 0 0,0 0-16,0 0 15,0 0-15,0 6 16,0-6-16,0 0 16,-17 2-16,4-1 15,-3-1-15,-2 1 16,-2 0-16,-1 0 15,1 0-15,0 0 16,-1-1-16,-1 1 16,1 0-1,0 0-15,2-1 16,0 1-16,1 0 16,1 0-16,3 0 15,0 0-15,0 0 16,1 0-16,2 0 15,-1-1-15,2 1 16,0 0-16,10-1 16,-18 1-1,18-1-15,-16 2 16,16-2-16,-11 1 16,11-1-16,0 0 15,-10 3-15,10-3 16,0 0-16,0 0 15,0 0-15,0 0 16,0 0-16,0 0 16,-10 1-1,10-1-15,0 0 16,0 0-16,0 0 16,0 0-16,0 0 15,-4-7-15,2-3 16,0-1-16,0-1 15,0-1-15,0 0 16,2 0 0,-1-2-16,2 2 15,-1 2-15,0 1 16,0 2-16,0-1 16,0 1-16,0-2 15,0-1-15,0 0 16,0 0-16,0-1 15,0 1-15,0 2 16,0 0-16,0 2 16,0 7-1,-2-11-15,2 11 16,-1-7-16,1 7 16,0 0-16,0 0 15,-3-6-15,3 6 16,0 0-16,0 0 15,0 0-15,0 0 16,0 0-16,0 0 16,0 0-1,0 0-15,10-3 16,1 3-16,5 0 16,2 0-16,2 0 15,1 0-15,0 0 16,1 0-16,1 0 15,2-1-15,1 1 16,0-2-16,-4 0 16,-4 1-1,-4-1-15,-4 1 16,-10 1-16,13-2 16,-13 2-16,0 0 15,10-2-15,-10 2 16,0 0-16,0 0 15,0 0-15,0 0 16</inkml:trace>
  <inkml:trace contextRef="#ctx0" brushRef="#br3" timeOffset="-214713.56">1903 7696 0,'0'0'16,"0"0"-16,0 0 0,0 0 16,0 0-16,0 0 15,0 0-15,0 0 16,0 0-16,0 0 15,0 0-15,0 0 16,2-4-16,3-4 16,7-9-16,7-10 15,2-4-15,1-1 16,-1 3-16,-2 2 16,-3 4-1,-1 1-15,-1 2 16,2-4-16,4-1 15,5-7-15,3 0 16,-1 3-16,0-1 16,-2 3-16,-1 0 15,-1 3-15,-2 0 16,-2 3-16,-3 3 16,-2 3-1,-3 2-15,-3 3 16,-2 2-16,-6 8 15,7-8-15,-7 8 16,0 0-16,0 0 16</inkml:trace>
  <inkml:trace contextRef="#ctx0" brushRef="#br3" timeOffset="-214062.41">1972 7684 0,'0'0'0,"0"0"0,0 0 15,0 0-15,0 0 16,0 0-16,0 0 16,2-2-16,-2 2 15,0 0-15,0 0 16,17-1-16,-4 2 16,4 2-1,2 0-15,4 3 16,2 1-16,1 2 15,1-1-15,1 1 16,1 1-16,-3-3 16,0 2-16,0-2 15,-1-1-15,1 0 16,-3-1-16,-2-1 16,-2-1-16,-2 0 15,-2 0 1,-1 0-16,-2 1 15,-12-4-15,16 5 16,-16-5-16,11 4 16,-11-4-16,0 0 15,0 0-15</inkml:trace>
  <inkml:trace contextRef="#ctx0" brushRef="#br3" timeOffset="-211306.38">6789 6057 0,'0'0'0,"0"0"15,0 0-15,0 0 16,1-1-16,-1 1 16,0 0-16,0 0 15,0 0-15,0 0 16,0 0-16,0 0 16,0 0-16,12 0 15,-12 0-15,14 4 16,-2-1-16,4 1 15,4 1 1,6 1-16,4 0 16,2-1-16,0-1 15,0-2-15,1 0 16,3-2-16,3 0 16,-1 0-16,0 0 15,2-2-15,1 1 16,1-1-16,-3 0 15,-4 1 1,1-1-16,0 0 16,4 1-16,-5-1 15,0 1-15,-2-1 16,3 1-16,2 0 16,0 1-16,-4-1 15,3 0-15,-3-1 16,0 0-16,-1-1 15,-3 1 1,-1-1-16,-2 1 16,0-2-16,1 2 15,0 0-15,2 0 16,0-1-16,-2 0 16,1 1-16,0-1 15,1 1-15,0 1 16,2 1-16,-2 0 15,-1 0 1,0 0-16,2 0 16,-1 0-16,1 0 15,0 0-15,0 0 16,-1 0-16,2 0 16,-1 0-16,2 0 15,-3 2-15,-2-1 16,-1 1-16,2 0 15,2-1 1,2 1-16,0-1 16,-1 2-16,-2-3 15,3 0-15,-2 0 16,2 0-16,-2 0 16,-3 0-16,-3 0 15,-4 0-15,-4-2 16,-4 1-16,-2 1 15,-11 0 1,14-1-16,-14 1 16,0 0-16,10-3 15,-10 3-15,0 0 16,0 0-16,0 0 16</inkml:trace>
  <inkml:trace contextRef="#ctx0" brushRef="#br3" timeOffset="-208434.57">3817 6424 0,'0'0'0,"0"0"0,0 0 16,0 0-16,0 0 16,0 0-16,0 0 15,0 0 1,0 0-16,0 0 16,0 4-16,-2 8 15,-3 13-15,-1 8 16,-2-1-16,1-3 15,-4 0-15,1-1 16,-1-3-16,2-2 16,1-3-16,1-2 15,1-3-15,1-1 16</inkml:trace>
  <inkml:trace contextRef="#ctx0" brushRef="#br3" timeOffset="-207968.17">3989 6477 0,'0'0'0,"0"0"0,0 0 15,0 0-15,3 1 16,-3-1-16,10 3 16,-10-3-16,14 3 15,-14-3-15,12 3 16,-12-3 0,9 7-16,-6 1 15,-1 5-15,-4 6 16,-3 4-16,-3 2 15,-6 7-15,-1 2 16,0 0-16,1-5 16,3-5-16,-1-5 15,3-4-15,2-3 16,1-3 0,6-9-16,-4 9 15,4-9-15,0 0 16,-4 8-16,4-8 15,0 0-15,0 0 16,0 0-16,18 4 16,-4-10-16</inkml:trace>
  <inkml:trace contextRef="#ctx0" brushRef="#br3" timeOffset="-207382.75">4232 6579 0,'0'0'0,"0"0"15,0 0-15,0 0 16,0 0 0,0 0-16,0 0 15,0 0-15,0 2 16,0-2-16,0 0 15,-3 9-15,-3 4 16,-2 7-16,1-2 16,3-2-16,1-1 15,1 3-15,1 0 16,1 1 0,1-2-16,0 0 15,2 0-15,-2-3 16,1 0-16,-1-1 15,0-1-15,0 0 16,-1-1-16,-1-1 16,-3-1-16,-2-1 15,0-1-15,6-7 16,-12 6-16,12-6 16,0 0-1,-12-10-15,9-3 16,3-8-16,8-13 15,4-6-15,5 0 16,-2 5-16,-2 10 16,-3 5-16,-3 6 15,-3 4-15,-4 10 16,5-9 0,-5 9-16,0 0 15,0 0-15,0 0 16,-14-6-16,-13 12 15</inkml:trace>
  <inkml:trace contextRef="#ctx0" brushRef="#br3" timeOffset="-204010.33">2691 7426 0,'0'0'0,"0"0"16,0 0-16,0 0 16,3 0-16,-3 0 15,14-1 1,-3 0-16,2 0 15,4 0-15,4-2 16,2 0-16,-2-1 16,1 0-16,-1-2 15,2 0-15,-3 0 16,-1 1-16,-4 0 16,-1 1-16,-1 1 15,0-1-15,-3 0 16,-10 4-1,14-4-15,-14 4 16,0 0-16,12-2 16,-12 2-16,0 0 15,0 0-15,11 6 16,-7 0-16,0 4 16,-1 2-16,0 2 15,-1 4-15,0 3 16,0 1-1,-1-3-15,0-1 16,0-2-16,-1-1 16,1 0-16,-1-3 15,1-2-15,0-1 16,0-1-16,-1-2 16,0-6-16,3 9 15,-3-9-15,0 0 16,1 7-16,-1-7 15,0 0 1,0 0-16,-4 7 16,4-7-16,-13 0 15,1 3-15,-3-2 16,-3 1-16,0 0 16,-2-1-16,-1 1 15,1-1-15,3 1 16,-1-1-1,2 2-15,-1-2 16,2 0-16,1 1 16,2-1-16,0 0 15,3 0-15,9-1 16,-18 2-16,18-2 16,-16 2-16,16-2 15,-15 1-15,15-1 16,-10 2-1,10-2-15,0 0 16,-14-1-16,14 1 16,-12-9-16,6-3 15,-2-8-15,5-5 16,-1 0-16,4 1 16,0 3-16,0 3 15,1 2-15,1 4 16,0-1-16,-1 2 15,0 2 1,0 2-16,-1 7 16,2-10-16,-2 10 15,0 0-15,3-8 16,-3 8-16,0 0 16,0 0-16,0 0 15,0 0-15,0 0 16</inkml:trace>
  <inkml:trace contextRef="#ctx0" brushRef="#br3" timeOffset="-201054.71">3059 7491 0,'0'0'0,"0"0"0,0 0 16,0 0-16,0 0 15,0 0-15,0 0 16,1-4-16,2-3 15,3-8-15,7-14 16,7-13-16,11-13 16,2-3-1,4-5-15,1 0 16,-2 5-16,-2 8 16,-6 11-16,-1 4 15,-1 3-15,0 2 16,-1 3-16,-2 3 15,-3 5-15,-2 4 16,-2 2-16,-4 3 16,0 2-16,-12 8 15,15-7-15</inkml:trace>
  <inkml:trace contextRef="#ctx0" brushRef="#br3" timeOffset="-200553.32">3099 7458 0,'0'0'0,"0"0"16,0 0-16,0 0 15,4 2-15,-4-2 16,17 9-16,-2-2 15,3 2-15,2 1 16,1 2-16,2 1 16,1 1-16,2 2 15,1 0-15,0 0 16,0 0 0,-5-2-16,0 1 15,-1-3-15,-1 0 16,0 1-16,0-1 15,-2-1-15,-2-2 16,-1 0-16,-5-4 16,0-1-16,-10-4 15,18 3-15,-18-3 16,16-7 0</inkml:trace>
  <inkml:trace contextRef="#ctx0" brushRef="#br3" timeOffset="-198616.48">8712 6596 0,'0'0'0,"0"0"0,0 0 16,-2 0-16,2 0 15,0 0-15,0 0 16,0 0-16,0 0 16,12-3-16,1 0 15,7-1-15,5-1 16,6-3-16,4 1 16,2 0-1,1-1-15,1 2 16,0 1-16,0 1 15,-1 0-15,-2 1 16,3-1-16,-3 1 16,0 1-16,-5 0 15,-6 1-15,-6-1 16,-5 2-16,-14 0 16,15 0-16,-15 0 15,0 0 1,9 0-16,-9 0 15,0 0-15</inkml:trace>
  <inkml:trace contextRef="#ctx0" brushRef="#br3" timeOffset="-197598.56">6866 6551 0,'0'0'0,"0"0"0,0 0 16,0 0-16,0-2 16,0 2-16,0 0 15,0 0-15,0 0 16,0 0-1,0 0-15,0 0 16,0 0-16,0 0 16,0 0-16,14-1 15,-2 1-15,4 0 16,4 0-16,4 1 16,5 0-16,7 0 15,2 1 1,2-1-16,0 1 15,0 0-15,1 0 16,2-1-16,1-1 16,2-1-16,0-3 15,1-1-15,1-1 16,-4 0-16,-6-1 16,1 1-16,-1 1 15,-1-1 1,1 0-16,-3 0 15,1 1-15,4-2 16,2 1-16,-3 1 16,-4 0-16,-6 3 15,-2 0-15,-3 0 16,-3 1-16,-1-1 16,-3 1-16,-1 0 15,-5 1-15,-11 0 16,14 0-1,-14 0-15,0 0 16,11 0-16,-11 0 16,0 0-16</inkml:trace>
  <inkml:trace contextRef="#ctx0" brushRef="#br3" timeOffset="-195393.71">3888 7100 0,'0'0'0,"0"0"16,0 0-16,0 0 15,0 0-15,0 0 16,5 0-16,-5 0 16,18 1-16,-2 2 15,5-2-15,2 0 16,3 1-16,0 0 15,0-1 1,1 1-16,-4-1 16,0-1-16,-3-1 15,-1-1-15,-2 1 16,-1-2-16,-1 1 16,-2 1-16,-1-2 15,1 2-15,0-1 16,2 1-16,-15 1 15</inkml:trace>
  <inkml:trace contextRef="#ctx0" brushRef="#br3" timeOffset="-193690.75">7601 7085 0,'0'0'0,"0"0"0,0 2 16,0-2-16,0 0 15,0 0-15,0 0 16,0 0-16,9 7 16,1-4-16,6 3 15,10-2 1,8 0-16,5-2 16,1-3-16,1-1 15,-1-2-15,-3 1 16,-4-2-16,-6 1 15,-5-1-15,-1 2 16,-5 1-16,-3 0 16,-13 2-1,13-3-15,-13 3 16</inkml:trace>
  <inkml:trace contextRef="#ctx0" brushRef="#br3" timeOffset="-192154.66">3876 7470 0,'0'0'0,"0"0"16,0 0-16,0 0 16,0 0-16,0 0 15,0 0 1,6-1-16,-6 1 16,24-4-16,-4 1 15,2-1-15,1 0 16,-1 1-16,1 0 15,-3 1-15,-4-1 16,-3 1-16,-3 1 16,-10 1-16,17-3 15,-17 3-15,13-1 16,-13 1-16,13 3 16,-13-3-1,15 8-15,-8-1 16,-2 4-16,2 4 15,-3 6-15,-1 2 16,-1-1-16,-1-3 16,-1-2-16,0-1 15,0-3 1,0-2-16,0 0 16,0-1-16,0-1 15,0-2-15,0-7 16,0 9-16,0-9 15,0 8-15,0-8 16,0 0-16,0 0 16,0 0-16,-3 5 15,3-5-15,0 0 16,-14 6 0,-4-1-16,-5 3 15,-1-2-15,0 0 16,-2-1-16,-2 1 15,-1-1-15,1-1 16,1 1-16,4-2 16,2 0-16,4-1 15,3 0-15,3-1 16,0 1 0,1-2-16,0 2 15,10-2-15,-15 1 16,15-1-16,0 0 15,-15-1-15,15 1 16,-10-11-16,3-3 16,2-3-16,2-6 15,3-3-15,2-2 16,1-5 0,1 1-16,2 2 15,-1 5-15,-1 5 16,-2 5-16,0 5 15,0 1-15,-2 9 16,2-10-16,-2 10 16,0 0-16,0-6 15,0 6-15,0 0 16,0 0-16,0 0 16,0 0-1,12 0-15</inkml:trace>
  <inkml:trace contextRef="#ctx0" brushRef="#br3" timeOffset="-191285.9">4060 7617 0,'0'0'0,"0"0"15,0 0-15,0 0 16,0 0-16,0 0 16,0 0-16,0 0 15,0 0-15,0 0 16,0 0-16,0 0 16,0 0-16,0-5 15,2-7 1</inkml:trace>
  <inkml:trace contextRef="#ctx0" brushRef="#br3" timeOffset="-191035.49">4700 6781 0,'0'0'0,"0"0"16,0 0-16,0 0 16,0 0-1,0 0-15,0 0 16</inkml:trace>
  <inkml:trace contextRef="#ctx0" brushRef="#br3" timeOffset="-189767.37">8585 7206 0,'0'0'0,"0"0"0,3-1 16,9-1-16,15-4 15,11-2-15,2 3 16,2 0-1,1 2-15,0-1 16,-2 1-16,-5-1 16,-5 2-16,-4 1 15,-4 1-15,-6 1 16,-1 0-16,-6-1 16,-10 0-16,12 0 15,-12 0-15</inkml:trace>
  <inkml:trace contextRef="#ctx0" brushRef="#br3" timeOffset="-186161.08">4401 7847 0,'0'0'0,"0"0"0,0 0 16,0 0-16,0 0 15,0 0-15,2 0 16,-2 0-16,17 2 15,-3-1-15,3 0 16,5 0-16,0-1 16,1-1-1,3 0-15,-3 0 16,1-1-16,-1 1 16,0-2-16,1 0 15,0-1-15,-1 0 16,-4 0-16,-2 0 15,-3 1-15,-3 1 16,-11 2-16,16-3 16,-16 3-1,0 0-15,11-4 16,-11 4-16,0 0 16,0 0-16,0 0 15,0 0-15,0 0 16,0 0-16,0 0 15,0 0-15,0 0 16,0 0-16,0 0 16,0 0-1,0 0-15,0 0 16,10-2-16,-10 2 16,4 12-16,-1-4 15,-1 2-15,1 1 16,1 2-16,0-1 15,-1-1-15,-1 0 16,0-3-16,-1-1 16,-1-7-16,2 10 15,-2-10 1,0 0-16,2 6 16,-2-6-16,0 0 15,0 0-15,-1 7 16,1-7-16,0 0 15,0 0-15,0 0 16,-11 6-16,11-6 16,-19 9-1,5-5-15,-4 0 16,1-1-16,-1 0 16,-2 1-16,0-2 15,0 0-15,0-1 16,2 1-16,0-1 15,2 1-15,0 0 16,0 0-16,-4 0 16,0 3-16,-4 4 15,-1 2 1,2 0-16,4 0 16,3-2-16,5-3 15,11-6-15,-14 9 16,14-9-16,0 0 15,-10 5-15,10-5 16,0 0-16,0 0 16,0 0-16,0 0 15,0 0 1,0 0-16,-5-11 16,4-4-16,-1-1 15,0 0-15,1 1 16,0-2-16,0-1 15,-1 2-15,1 4 16,1 3-16,0 9 16,-2-9-16,2 9 15,0 0 1,0-8-16,0 8 16,0 0-16,0 0 15</inkml:trace>
  <inkml:trace contextRef="#ctx0" brushRef="#br3" timeOffset="-177677.87">9497 7189 0,'0'0'0,"0"0"0,0 0 16,0 0-16,-2-1 16,2 1-1,0 0-15,0 0 16,0 0-16,0 0 16,0 0-16,0 0 15,0 0-15,0 0 16,0 0-16,16-7 15,-2 3-15,2-1 16,6 1-16,0-2 16,3 4-16,-2-2 15,0 1 1,2 0-16,1 1 16,3 0-16,0 2 15,2-1-15,0 0 16,-3 0-16,-2 0 15,0 1-15,2-2 16,2 2-16,-1-1 16,-2 0-1,-2 0-15,-2-1 16,-1 0-16,0 0 16,2-1-16,-1 0 15,0 1-15,-2 0 16,-1-1-16,-3 1 15,-3 1-15,1-1 16,0 0-16,2 1 16,1-1-16,2 0 15,-1 1 1,2 0-16,2-2 16,-1 2-16,2-1 15,-3 1-15,0-1 16,0 0-16,0-1 15,3 1-15,1-1 16,1-1-16,2 1 16,0-1-16,0 1 15,2 0 1,-1 0-16,1 0 16,-1 0-16,-2 0 15,-3 1-15,0-1 16,1 1-16,-3-1 15,1 1-15,0-2 16,0 1-16,0 0 16,-2 0-16,-1-1 15,-1 2 1,0-1-16,-4-1 16,1 1-16,-3 0 15,0 0-15,-2-1 16,-11 4-16,17-4 15,-17 4-15,14-6 16,-14 6-16,14-9 16,-6 1-16,0-3 15,-1-2-15,1-3 16,-1-5 0,-2-1-16,-2-2 15,-1-2-15,-2-3 16,-1-1-16,-1-2 15,0 1-15,0-3 16,0-2-16,-1-2 16,3 2-16,5-1 15,3 2 1,2 0-16,-1 2 16,-1 1-16,-1 2 15,-4-3-15,-3 2 16,0 3-16,-2 4 15,1 1-15,-1 3 16,1 1-16,-1-3 16,0 2-16,1 1 15,0 2-15,-1 0 16,1 2 0,-1-1-16,1 0 15,-1 1-15,1 1 16,-1 0-16,1 0 15,0 1-15,1-2 16,-1-1-16,0 2 16,1-1-16,-1 1 15,0-1-15,0 1 16,1 0 0,-1 1-16,0 2 15,0 0-15,1 1 16,-1 1-16,1 1 15,-1-2-15,0 2 16,0-1-16,1 2 16,0 7-16,-2-9 15,2 9 1,0 0-16,-2-7 16,2 7-16,0 0 15,0 0-15,0 0 16,0 0-16,0 0 15,0 0-15,0 0 16,0 0-16,0 0 16,0 0-16,0 0 15,0 0-15,0 0 16</inkml:trace>
  <inkml:trace contextRef="#ctx0" brushRef="#br3" timeOffset="-176408.85">6677 7754 0,'0'0'0,"0"0"16,0 0-16,0 0 16,0 0-1,0 0-15,0 0 16,0 0-16,0 0 15,0 0-15,0 0 16,0 0-16,4-2 16,-4 2-16,25-5 15,-2 1-15,4 0 16,1 1 0,3 0-16,-2 2 15,1-1-15,4 0 16,0 1-16,1-1 15,-1 0-15,-1 1 16,1-1-16,1-1 16,-1-1-16,-2-2 15,-2 1-15,-2 0 16,1 0-16,0 1 16,0-2-1,-1 2-15,-1 0 16,-2 0-16,-1 0 15,1 1-15,0 1 16,2-1-16,0 1 16,-3 0-16,-3 0 15,-4 1-15,0-1 16,1 1-16,0 1 16,3-1-1</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5:50:00.164"/>
    </inkml:context>
    <inkml:brush xml:id="br0">
      <inkml:brushProperty name="width" value="0.05292" units="cm"/>
      <inkml:brushProperty name="height" value="0.05292" units="cm"/>
      <inkml:brushProperty name="color" value="#002060"/>
    </inkml:brush>
  </inkml:definitions>
  <inkml:trace contextRef="#ctx0" brushRef="#br0">10665 4846 0,'0'0'0,"0"0"0,0 2 15,0-2-15,-1 12 16,1-1-16,-1 4 15,0 0-15,-1 6 16,-2 5 0,-3 3-16,-1 1 15,0-3-15,0-3 16,-2 0-16,0-5 16,-1 3-16,1-4 15,2-2-15,1-3 16,3-3-16,1-3 15,3-7-15,-4 9 16,4-9-16,0 0 16,0 0-1,0 7-15,0-7 16,17 4-16,5-5 16,3-5-16,2 0 15,-1-1-15,-1-1 16,1 1-16,1 0 15</inkml:trace>
  <inkml:trace contextRef="#ctx0" brushRef="#br0" timeOffset="263.13">11043 5077 0,'0'0'0,"0"0"0,0 0 16,0 2-16,0-2 15,-2 15-15,-1 1 16,1 5-16,-4 4 15,-1 3-15,0 2 16,-1 0 0</inkml:trace>
  <inkml:trace contextRef="#ctx0" brushRef="#br0" timeOffset="1014.75">11962 4824 0,'0'0'0,"0"0"16,0 0-16,0 0 15,0 1-15,0-1 16,0 18-16,0-2 16,-2 6-1,-3 5-15,-5 5 16,-3 2-16,-4 2 16,0-3-16,0-5 15,4-7-15,3-6 16,3-3-1,2-5 1,5-7-16,-5 8 16,5-8-16,0 0 15,7 8 1,5-5-16,6-4 16,9-2-16,5 0 15,-4 1-15,3-1 16,-8 1-16,-2-1 15,0 1-15,2-3 16,10-2-16,-2-3 16</inkml:trace>
  <inkml:trace contextRef="#ctx0" brushRef="#br0" timeOffset="1415.49">12223 5110 0,'0'0'0,"0"0"0,0 0 0,0 0 16,3-1-16,7-2 15,4-1 1,2 2-16,-6 0 16,-10 2-16,14-3 15,-14 3-15,12 3 16,-12-3-16,11 12 15,-8-1-15,-3 6 16,-3 5-16,-2 0 16,-1-3-16,-1-2 15,1-2-15,1-4 16,1-2 0,0-2-16,4-7 15,-4 7-15,4-7 16,10 4-16,11 1 15,11-3-15,1-4 16,2-1-16,-2-1 16,2-3-16</inkml:trace>
  <inkml:trace contextRef="#ctx0" brushRef="#br0" timeOffset="1883.03">13063 4937 0,'0'0'0,"0"0"15,0-1-15,0 1 16,0 0-16,0 0 16,-3 8-16,0 2 15,-3 3 1,-2 10-16,-1 1 16,-4 5-16,2-5 15,1-6-15,1-5 16,3-4-16,2-1 31,4-8-31,-6 9 16,6-9-16,0 0 15,0 0-15,16 8 16,12-6 0,6-2-16,-3 0 15,-4-1-15,-5 0 16,-1 0-16,-2 1 15,1-1-15,-2-1 16</inkml:trace>
  <inkml:trace contextRef="#ctx0" brushRef="#br0" timeOffset="2384.04">13376 5133 0,'0'0'0,"4"0"0,-4 0 15,16 0-15,-3 0 16,-2 0-16,0 0 16,0 1-1,-1 0-15,-10-1 16,17 5-16,-17-5 15,7 8-15,-7 1 16,-4 5-16,-1 2 16,-2 0-16,-1-3 15,1 1-15,0-3 16,0 0 0,1-2-16,5 0 15,8 5-15,9 12 31,4 0-31,-2 0 16,-3-7-16,-6-6 16,-2-5-16,-3-1 15,-2 0-15,-5-1 16,-8 4 0,-8-1-16,-3-4 15,-2 1-15,-4-2 16,4-1-16,1-1 15,12-1-15,11-1 16,0 0-16</inkml:trace>
  <inkml:trace contextRef="#ctx0" brushRef="#br0" timeOffset="3119.08">14651 5090 0,'0'0'0,"0"0"0,0 0 16,0 0-16,0 0 16,0 0-1,-6 2-15,6-2 16,-18 6-16,6-3 15,-1 3-15,0-2 16,0 1-16,3 0 16,10-5-16,-13 10 15,13-10-15,-5 9 16,7-2 0,9 2-16,9 2 15,5-3-15,0-6 16,-4-2-16,-2-3 15,-2-2-15,0-1 16,0-6-16,0-1 16,-4-3-16,-8 3 15,-6-4 1,-8-1 0,-5 0-1,-5 1-15,3 5 16,-1 2-16,0 2 15,2 4-15</inkml:trace>
  <inkml:trace contextRef="#ctx0" brushRef="#br0" timeOffset="3453.13">14944 4916 0,'0'0'0,"0"0"0,0 0 0,0 0 16,-1 4-16,-1 7 16,-5 12-1,-2 6-15,-5 9 16,-6 3-16,-6 9 15,-9 4-15,-1-1 16,2-6-16,-3 7 31,6-9-31,9-7 16,9-7-16,7-13 16,2-6-16,4-12 15</inkml:trace>
  <inkml:trace contextRef="#ctx0" brushRef="#br0" timeOffset="4003.91">15003 5191 0,'0'0'0,"0"0"16,0 0-16,0 1 16,0-1-16,-2 21 15,-2 6-15,-8 9 16,-6 5-16,-1-6 16,1-4 15,2-6-31,4-9 15,4-5-15,8-11 16,0 0-16,0 0 16,-10-5-16,7-11 15,3-2-15,5-7 16,4-5-16,4-3 16,2-4-16,-1 6 15,-1 3-15,0 3 16,-1 5-1,0 4-15,1 4 16,1 4-16,2 2 16,3 2-16,3 2 15,0 4-15,1 2 16,-5 2-16,-3 0 16,-4-1-16,-11-5 15,7 12-15,-12-4 16,-10 3-1,-13 3-15,-19-1 16,6-1-16</inkml:trace>
  <inkml:trace contextRef="#ctx0" brushRef="#br0" timeOffset="6975.85">10678 5729 0,'0'0'0,"0"0"0,0 0 15,0 0-15,3 0 16,-3 0-16,17 2 16,3 0-16,5 2 15,1-1-15,2 0 16,-2 1-16,-1-2 15,-2 2 1,-1-1-16,-3-1 16,-4-1-16,-4 0 15,-11-1-15,18 5 16,-18-5-16,18 15 16,-10-4-16,-1 7 15,-1 5-15,-1 5 16,-4 3-16,-1 1 15,-1 7-15,0 3 16,-1 6 0,-1 7-16,-1-1 15,-3 4-15,-1-1 16,-2 19 0,1-6-1,4-11-15,2-16 16,3-25-16,1-3 15,1-4-15,0-2 16,0-3 0,-2-6-16,3 7 15,-3-7-15,0 0 16,0 0-16,0 0 16,-8 10-16,-1-5 15,-2 0-15,0-1 16,-2-1-16,-4 1 15,-7 2 1,-9 0-16,-2-1 16,3-1-16,6-2 15,9 1-15,2-3 16,3 0-16,1-1 16,1-2-16,10 3 15,-15-13-15,8-5 16,0-19-16,4-14 15,5-4-15,1 8 16,1 4-16,-1-4 16,-1 0-1,1-3-15,0-3 16,1-2-16,1-2 16,0-1-16,1 3 15,3 2-15,2 3 16,-3 8-16,1 5 15,-4 6-15,2 4 16,-2 4 15,-2 6-31,0 6 16,0 3-16,-3 8 16,2-7-16,-2 7 15,0 0-15,0 0 16</inkml:trace>
  <inkml:trace contextRef="#ctx0" brushRef="#br0" timeOffset="8127.89">10903 5952 0,'0'0'0,"0"0"0,0 0 16,-2-2-16,2 2 15,0 0-15,-5-8 16,4 0 0,-2-3-16,1-9 15,1-3-15,3 4 16,1-1-16,6-2 16,6-5-16,4-3 15,2 0-15,3 1 16,-1 4-16,1 2 15,2 3-15,2 2 16,8 2 0,4 2-16,2 3 15,-1 5-15,-1 4 16,3 3-16,-6 1 16,-2 3-16,-2-1 15,-3 3-15,1 1 16,-3-2-16,-2 0 15,-2-2-15,-1 2 16,-1-1-16,-1-1 16,-2 1-1,-3-1-15,-2 2 16,-3-3-16,-11-3 16,14 6-16,-14-6 15,0 0-15,10 4 16,-10-4-16,0 0 15,0 0-15,0 0 16,0 0-16,0 0 16,0 0-1,0 0-15,0 0 16,0 0-16,-2-9 16,-2 0-16,-1-1 15,2 3-15,0-1 16,3 8-16,-4-10 15,4 10-15,0 0 16,-3-9-16,3 9 16,0 0-1,0 0-15,0 0 16,0 0-16,0 0 16,12 3-16,-2 1 15,0 1-15,-10-5 16,13 10-16,-13-10 15,7 10-15,-7-10 16,4 8-16,-4-8 16,3 7-1,-3-7-15,0 0 16,3 7-16,-3-7 16,0 0-16,0 0 15,0 0-15,-3 7 16,3-7-16,-5 15 15</inkml:trace>
  <inkml:trace contextRef="#ctx0" brushRef="#br0" timeOffset="8478.95">12087 5737 0,'0'0'0,"0"0"0,0 0 0,0 0 0,0 6 16,-3 14-16,-1 17 16,-2 15-16,0 3 15,-1 5-15,0 5 16,1-5-16,0-7 15,1-3-15,0-2 16,0-5-16,1-7 16,1-7 15,3-4-31,-1 1 16,0-2-16,0-3 15,1-5-15,0-9 16,0-7-16</inkml:trace>
  <inkml:trace contextRef="#ctx0" brushRef="#br0" timeOffset="9079.92">12184 5746 0,'0'-3'0,"0"3"0,0 0 0,0 0 0,0 0 15,0 0 1,0 0-16,0 0 16,-4-8-16,17 1 15,7-3-15,0 3 16,2 5-16,0 3 15,-1 0-15,1 3 16,-2 4-16,2 6 16,0 4-16,-3 4 15,-3 6 1,-7 5 0,-1 7-16,-5 4 0,-4 3 15,-2-1-15,-6 13 31,-1 2-31,1-9 16,-1-1-16,3-17 16,0-2-16,1-1 15,0-5 1,1-5-16,-2 0 16,-5 0-16,1-3 15,-5 3-15,-2-6 16,-7-2-16,-2-1 15,-4-3-15,-13-4 16,1 1-16,5-3 16,12-1-16,11-2 15,1-2 1,14 2-16,-16-4 16,16 4-16,0 0 15</inkml:trace>
  <inkml:trace contextRef="#ctx0" brushRef="#br0" timeOffset="9964.73">12381 5901 0,'0'0'0,"0"0"16,0 0-16,-4-2 15,4 2-15,0 0 16,-15-7-16,15 7 16,-10-9-16,7 0 15,3-9 1,2-5-16,6-2 16,2 1-16,4-1 15,5-2-15,3 2 16,2 1-16,6 5 15,3-1-15,4 5 16,5 3-16,5 4 16,0 4-16,-1 7 15,-3 4-15,1 5 16,-5 2 0,-4 0-16,-4 2 15,-8-2-15,-5 0 16,-4-2-16,0-2 15,-4-1-15,-1-3 16,-9-6-16,10 8 16,-10-8-16,0 0 15,0 0-15,9 7 16,-9-7 0,0 0-16,0 0 15,-14-4-15,2-6 16,0-2-16,3 0 15,1 2-15,2 2 16,1 2-16,5 6 16,-5-9-16,5 9 15,-3-7-15,3 7 16,0 0 0,0 0-16,0 0 15,22 2-15,-5 6 16,2 2-16,-2 4 15,-4-2-15,-3-2 16,-3-1-16,-2 0 16,-4 0-16,-5 4 15,-4 2-15,-4 3 16,0-2 0,0-5-16</inkml:trace>
  <inkml:trace contextRef="#ctx0" brushRef="#br0" timeOffset="10315.45">13282 5755 0,'0'0'0,"0"0"0,0 0 0,0 0 15,0 3-15,0 10 16,1 19-16,0 12 16,0 8-16,-3 2 15,-6 5-15,-5-5 16,-2-4 0,-1-5-16,-1 2 15,1 1-15,0 0 16,3-6-16,3 4 15,3 3-15,-1 22 32,5-24-32,0-1 15,0 5-15,2-34 16,1-4-16</inkml:trace>
  <inkml:trace contextRef="#ctx0" brushRef="#br0" timeOffset="11000.01">13329 5717 0,'0'0'0,"0"0"0,0-2 16,0 2-16,0 0 15,0 0-15,0 0 16,17-8 0,1 6-16,4-1 15,1 2-15,1-1 16,3 0-16,-5 1 15,3 0-15,-3 1 16,3 4-16,-3 7 16,-1 9-16,-3-1 15,-1 3 1,-4 9-16,-1 10 16,-5 17-16,-4-12 15,-3-5-15,-2 5 16,-2 4-16,0 4 15,-3-2-15,1 0 16,-1 3-16,0 2 16,0-5-16,-2-1 15,-4 5 1,-5 1 0,1-4-16,3-12 15,4-12 1,1-10-16,-3-4 15,-2-4-15,-5 1 16,-7-2-16,-3-2 16,0-4-16,-1-4 15,-8-4-15,0-1 16,8-2 0,-3-2-16,3-4 15,1-1-15,4 1 16,0 0-16,4 2 15,4 0-15,6 4 16</inkml:trace>
  <inkml:trace contextRef="#ctx0" brushRef="#br0" timeOffset="12019.1">13487 5952 0,'0'0'0,"0"0"16,0-1-16,0 1 15,2-10-15,1-1 16,4-6-16,3-3 16,1-1-16,2-1 15,3 1 1,6 0-16,4-1 15,5-1-15,1 0 16,2 0-16,5 3 16,4 1-16,1 2 15,0 4-15,-2 1 16,6 5-16,3 4 16,4 7-16,0 4 15,-3 2-15,-6 1 16,-7 1-1,-6 0-15,-4 2 16,-3-2-16,-6-1 16,-5-3-16,-4-3 15,-11-5-15,13 7 16,-13-7-16,0 0 16,0 0-1,0 0-15,9 6 16,-9-6-16,0 0 15,0 0-15,0 0 16,0 0-16,0 0 16,0-9-16,-4-5 15,-2-2-15,-3 1 16,4 3-16,0 3 16,2 2-16,3 7 15,-5-10 1,5 10-16,0 0 15,0 0-15,-3-6 16,3 6-16,0 0 16,0 0-16,0 0 15,0 0-15,11 8 16,-2 7-16,-2 0 16,-4 1-16,-2 2 15,-2-2-15,-5-1 16,-2 2-1,-2-1-15,-2-2 16,-3 2 0</inkml:trace>
  <inkml:trace contextRef="#ctx0" brushRef="#br0" timeOffset="12436.56">14660 5725 0,'0'0'0,"0"0"0,-1 2 16,-1 6-16,-3 14 16,-1 17-16,-2 8 15,1 3 1,1-3-16,-1 1 15,0-3-15,0 3 16,0 0-16,-3 5 16,-2 6-16,-2 7 15,-1 1-15,-1 0 16,0-4-16,0 2 16,-1-2-16,-1-7 15,1-4-15,2-11 16,1-5-16,3-4 15,-1-1 1,2-8-16,-13-6 31,-9-7-31,9-17 16,-6-20-16,7-24 16</inkml:trace>
  <inkml:trace contextRef="#ctx0" brushRef="#br0" timeOffset="13571.56">14555 5791 0,'0'0'0,"0"0"0,0 0 0,0 0 0,0 0 16,0 0-16,0 0 16,0 0-16,0 0 15,4 0-15,-4 0 16,21 0-16,2 0 15,7 0 1,3 0-16,1 0 16,2 0-16,-1 0 15,-2 0-15,-1 0 16,-2 0-16,-3 2 16,-3 1-16,-3 0 15,-1 6 1,0 3-16,-3 7 15,-2 5-15,-5 4 16,-2 6-16,-3 5 16,-4 6-16,-4 5 15,-2 2-15,-2 7 16,0 4-16,0-3 16,0 3-16,2-7 15,-1-2-15,0-5 16,1-3-1,1-3-15,-1 0 16,1 0-16,-1 12 31,0 9-31,-1-4 16,-1-5-16,-1-19 16,1-5-16,0 1 15,-1 4-15,3-2 16,1-6-16,3-3 15,-1-7 1,1-3-16,0-3 16,1-4-16,0-8 15,-4 10-15,4-10 16,-15 1-16,-14-9 16,-10-8-16,1-1 15,5 1-15,7 1 16,-10-2-16,0-4 15,-5 0 1,7 5-16,8 4 16,1 2-16,1 4 15,0 0-15,-6 2 16,-1 1-16,5 2 16,5 1-16,8 0 15,3 0-15,10 0 16,-13 2-16,13-2 15,0 0 1,-11 2-16,11-2 16,0 0-16,0 0 15,0 0-15,0 0 16,0 0-16,0 0 16,0 0-16,0 0 15,0 0-15,0 0 16,-7-8-16,10-22 15,1-14 1,2 0-16,1 4 16,2 7-16,2 7 15,-1 7-15,-2 6 16,-4 5-16,-4 8 16,0 0-16</inkml:trace>
  <inkml:trace contextRef="#ctx0" brushRef="#br0" timeOffset="15558.16">14816 6109 0,'0'0'0,"0"0"0,0 0 0,0-1 16,0 1-16,0 0 16,13-4-16,0 1 15,2 0 1,1 1-16,0 0 16,1 0-16,-1-1 15,4 1-15,2 3 16,5 1-16,0 1 15,-3-2-15,0 1 16,0-1 0,-1 1-16,-1 0 15,0 0-15,-4-1 16,-1 0-16</inkml:trace>
  <inkml:trace contextRef="#ctx0" brushRef="#br0" timeOffset="16075.96">15105 6003 0,'0'0'0,"0"0"0,0 0 16,4 0-1,-4 0-15,16 3 16,-2 0-16,-1 2 16,-2-1-16,0 2 15,-11-6-15,16 11 16,-8-5-16,-1 2 15,0 4-15,-3 0 16,-1 1-16,-5-3 16,-4-1-16,-9 3 15,-9 4 1,-2-1-16,1-1 16</inkml:trace>
  <inkml:trace contextRef="#ctx0" brushRef="#br0" timeOffset="16560.62">15332 5883 0,'0'0'0,"0"0"0,0 0 0,0 0 16,0 4-16,3 6 15,3 14-15,4 3 16,2-3-16,-1-2 15,0-1-15,-1 0 16,0-1-16,0-1 16,-1-5-16,1-3 15</inkml:trace>
  <inkml:trace contextRef="#ctx0" brushRef="#br0" timeOffset="16843.98">15530 5968 0,'0'0'0,"0"0"0,0 0 15,0 0-15,0 0 16,0 3-16,-2 5 15,0 6-15,-3 7 16,-2 2-16,-3 0 16,-1 0-16,0-4 15,2-4 1,-1-3-16,3-2 16,0-4-16,-4-6 15</inkml:trace>
  <inkml:trace contextRef="#ctx0" brushRef="#br0" timeOffset="17094.86">15412 6143 0,'0'0'0,"0"0"0,0 0 0,0 0 15,0 2-15,0-2 16,2 14-16,0 1 15,1 5-15,-3 4 16,-3 4-16,0-2 16,1-2-16,-1-4 15,0-5-15,2-2 16,-1-3 0,1-2-16,1-8 15,-4 8-15,4-8 16</inkml:trace>
  <inkml:trace contextRef="#ctx0" brushRef="#br0" timeOffset="18146.77">15394 5621 0,'0'0'0,"0"0"0,0 0 16,0 0-16,0 0 15,0 0-15,0 0 16,0 0-16,0 0 16,5-2-16,-5 2 15,20-9-15,-4 3 16,4-2-16,5 1 16,2 2-1,1-1-15,3 4 16,-3-1-16,-8 1 15,-6 1-15,-4 1 16,-10 0-16,10 0 16,-10 0-16,0 0 15,0 0-15,0 0 16,10 2 0,-10-2-16,0 0 15,0 0-15,0 0 16,0 0-16,-11 0 15,-3 0-15,1 0 16,1 0-16,1 0 16,0 0-16,11 0 15,-15 0-15,15 0 16,-12 0-16,12 0 16,-13 0-1,13 0-15,-19 5 16,4 3-16,-2 5 15,-2 3-15,2 1 16,0 1-16,-3 3 16,1 1-16,1 0 15,2-4-15,3-2 16,2-2-16,1-2 16,2-3-1,2-2-15,6-7 16,-7 8-16,7-8 15,0 0-15,0 0 16,-6 7-16,6-7 16,0 0-16,16-17 15,7-8-15,4-5 16,0 1 0,-4 4-16,-4 4 15,-3 4-15,-2 2 16,-3 4-16,0 2 15,-3 3-15,-8 6 16,13-10-16,-3 7 16,6 3-16,10 4 15,3 4-15,0 2 16,0 3-16,-1 1 16,2 4-1,-2-1-15,-5-1 16,-23-16-16,13 8 15,-6-2-15,2 3 16,-2 2-16</inkml:trace>
  <inkml:trace contextRef="#ctx0" brushRef="#br0" timeOffset="21002">15230 6672 0,'0'0'0,"0"0"16,0 0-16,0 0 16,0-3-16,0 3 15,0 0-15,0 0 16,-3-8-16,3 8 15,0 0-15,-1-7 16,1 7 0,0 0-16,0 0 15,0 0-15,0 0 16,16 1-16,-1 6 16,3 4-16,4 6 15,1 3-15,-1 2 16,1 1-1,-4-2-15,-1-2 16,-4-4-16,-1 0 16,-2-3-16,1 0 15,-2 1-15,-3-4 16,0-2-16,-7-7 16,7 8-16,-7-8 15,0 0-15,0 0 16,0 0-16,0 0 15</inkml:trace>
  <inkml:trace contextRef="#ctx0" brushRef="#br0" timeOffset="21386.33">15604 6826 0,'0'0'0,"0"0"0,0 0 15,-3 1 1,3-1-16,-13 16 16,1-1-16,0-1 15,2-2-15,2-3 16,2-1-16,0 0 16,-2 0-16,3-1 15,0-1-15,5-6 16,-7 10-16,7-10 15,-5 6 1</inkml:trace>
  <inkml:trace contextRef="#ctx0" brushRef="#br0" timeOffset="21970.45">15645 6754 0,'0'0'0,"0"0"0,0 0 16,0 0-16,0 0 15,0 0-15,0 0 16,0 0-16,-2 3 16,2-3-16,-8 11 15,3-1-15,-1-1 16,1 1-16,-2 3 15,0-1 1,0 0-16,0-1 16,0 0-16,0 0 15,0 0-15,-1 2 16,-2 1-16,1-1 16,1-1-16</inkml:trace>
  <inkml:trace contextRef="#ctx0" brushRef="#br0" timeOffset="22588.66">15483 6997 0,'0'0'0,"0"0"16,0 0-16,3 0 16,-3 0-16,0 0 15,5 9-15,-1 0 16,0 3-16,-3 3 15,0 3-15,-2 1 16,0 3-16,-3 0 16,0-3-1,0 0-15,-1-1 16,1-2-16,1-1 16,-8 5-1</inkml:trace>
  <inkml:trace contextRef="#ctx0" brushRef="#br0" timeOffset="23389.9">15402 6566 0,'0'0'0,"0"0"0,0 0 0,0 0 16,3-2-16,-3 2 15,0 0 1,16-3-16,-6 2 16,1-1-16,3 0 15,2 0-15,2-1 16,4 0-16,0-1 15,6 1-15</inkml:trace>
  <inkml:trace contextRef="#ctx0" brushRef="#br0" timeOffset="25811.55">15718 5238 0,'0'0'0,"0"0"0,0 0 0,0 0 16,0 0-16,-2-2 16,2 2-16,0 0 15,0 0-15,0 0 16,0 0-16,0 0 15,0 0-15,0 0 16,-10 1-16,10-1 16,0 0-16,-15 5 15,0-2 1,-8 0-16,-2 2 16,-2-2-16,2 2 15,-3-1-15,4 0 16,2-1-16,2 1 15,1 1-15,1 1 16,0 1-16,1 1 16,1 0-16,2 2 15,1-2 1,-1 1-16,1 1 16,1-1-16,-1 0 15,0 3-15,2-2 16,-2 2-16,2 0 15,0 1-15,-1 1 16,1 3-16,-1 1 16,0 3-16,0-2 15,1 2-15,-1 1 16,-2 4 0,-1 2-16,0 3 15,3 0-15,0 0 16,2 2-16,0 0 15,3-1-15,2 2 16,1-2-16,2-2 16,0 0-16,2-1 15,0-2-15,0-2 16,1 0 0,1-2-16,-1 2 15,1 2-15,-1 2 16,1 0-16,-1 0 15,1 2-15,-1 3 16,1 0-16,-1 3 16,1 3-16,-2-2 15,0 4-15,-1-2 16,-1-2 0,-1 1-16,0-5 15,1 1-15,0 0 16,0-5-16,1 1 15,0-3-15,3 1 16,0 3-16,1 5 16,-1 0-16,0-3 15,0-3 1,0-5-16,-1 3 16,0-2-16,1-3 15,3 0-15,-2-5 16,1 0-16,0-2 15,0-2-15,5 0 16,2 2-16,4 2 16,0 2-16,-2-5 15,-1 0-15,0-1 16,-2-1-16,1 1 16,0 0-1,0 0-15,-2-1 16,2-4-16,-1 0 15,1-2-15,2 0 16,2-1-16,4 2 16,1-2-16,-6-1 15,-3-2-15,-11-4 16,16 6 0,-16-6-16,16 2 15,-16-2-15,12 1 16,-12-1-16,0 0 15,15 1-15,-15-1 16,12-1-16,-12 1 16,20-7-16,-7 0 15,0-1-15,1 1 16,3-3 0,2-1-16,1-6 15,0-6-15,0-3 16,-4 4-16,0 2 15,-3 0-15,-1 1 16,1 0-16,-3 3 16,2 1-16,-4 0 15,2-4-15,-1-3 16,-2 0-16,0 1 16,2-5-1,-2-1-15,-4 18 16,0-22-16,2-24 15,-1-9-15,2 2 16,0 7-16,0 9 16,-1 13-16,0 6 15,0 2-15,0-1 16,0-5-16,0-4 16,0-4-1,-1-4-15,0-11 16,0 1-16,-2 7 15,2 6-15,-1 5 16,-1-2-16,0 0 16,0 5-16,-1 2 15,0 4-15,0-2 16,0-3 0,0-4-16,0-1 15,0 4-15,-1 2 16,1 3-16,-1 0 15,1 0-15,0 1 16,0 1-16,1 1 16,-2 2-16,1 2 15,-1 2-15,0 3 16,0-1-16,0-3 16,0-4-16,0 2 15,0-1 1,0 2-16,0-1 15,0 0-15,0 2 16,0 1-16,0-1 16,-1-3-16,-2-1 15,0 1-15,-1 1 16,-1 3-16,0 4 16,-1 1-1,2 0-15,-2 1 16,-3 2-16,2 0 15,0 2-15,1 1 16,6 7-16,-10-10 16,-15-10-16,5 5 15,-10-2-15</inkml:trace>
  <inkml:trace contextRef="#ctx0" brushRef="#br0" timeOffset="30035.33">15109 7300 0,'0'0'0,"0"0"16,0 0-16,0 0 16,0 0-16,0 0 15,0 0-15,0 0 16,2 1-16,-2-1 15,0 0-15,0 0 16,0 0-16,0 0 16,0 0-1,-3 6-15,3-6 16,-21 8-16,1-1 16,-7-1-16,-11 0 15,-3 1-15,-3-2 16,-9 3-16,4 5 15,3 6-15,8-1 16,-1 5 15,5-1-31,7-3 16,9-6-16,9-7 16,9-6-16,-8 8 15,8-8-15,0 0 16,-7 6-16,7-6 15,0 0-15,0 0 16,0-11 0,0-4-16,1-4 15,0 0-15,0 4 16,0 2-16,-1 3 16,1 2-16,-1 8 15,2-10-15,-2 10 16,0 0-16,0 0 15,0 0-15,0 0 16,0 0-16,-22 11 16,8 2-1,2 4-15,4-1 16,4-3-16,1-2 16,4-2-16,4 0 15,6-1-15,6-2 16,5-5-16,1-5 15,-3-2-15,-5 0 16,-4-1-16,-11 7 16</inkml:trace>
  <inkml:trace contextRef="#ctx0" brushRef="#br0" timeOffset="30436.63">14007 7555 0,'4'2'0,"2"4"0,-6-6 16,7 10-1,-7-10-15,0 0 16,2 12-16,1-1 16,-2 15-16,-6 3 15,1-4-15,-4-6 16,-7 3-16,-4 11 15,-2 4-15,9-16 16,6-13-16,6-8 31,0 0-15,0 0-16,-2-14 16</inkml:trace>
  <inkml:trace contextRef="#ctx0" brushRef="#br0" timeOffset="30853.46">14102 7500 0,'0'0'0,"0"0"15,6-2-15,4 2 16,5-1-16,4 2 16,1 2-16,-4-1 15,0 2-15,0 2 16,-1 4-16,3 7 15,-5 4-15,-1 2 16,-3-3 0,0 3-16,-2-3 15,1 1-15,-1 2 16,-3-4-16,1-4 16,-3-6-16,0 1 15,-2-1-15,0 0 16,-4 0-16,-1 1 15,-2-1-15,-13 2 16,-12 0-16,-10-1 16,0-4-16,5-2 15,-8 0 1,1-3-16,4-1 16,10 0-16,13 0 15,5 0-15,3-4 16,0-5-16</inkml:trace>
  <inkml:trace contextRef="#ctx0" brushRef="#br0" timeOffset="34978.19">15525 5539 0,'0'0'0,"0"0"15,0 0 1,0 0-16,0 0 16,0 0-16,0 0 0,0 0 15,0 0 1,0 0-16,0 0 15,-2 2-15,2-2 16,0 0-16,-14 10 16,3-1-16,-3 1 15,-1 3-15,-2 3 16,-2 2-16,0 4 16,-2 1-16,-3 4 15,1-2-15,1-2 16,0 1-1,1-1-15,1 1 16,2 0-16,3-2 16,3-2-16,3-4 15,1-4-15,3-3 16,5-9-16,-6 8 16,6-8-16,0 0 15</inkml:trace>
  <inkml:trace contextRef="#ctx0" brushRef="#br0" timeOffset="36648.25">15554 5561 0,'0'0'0,"0"0"16,0 0-16,0 0 16,0 0-16,0 0 15,8 5 1,9 7-16,10 8 15,1 1-15,0-1 16,-2-2-16,-1 0 16,-3-2-16,-5-2 15,-17-14-15,0 0 16,10 10-16,-10-10 16,8 8-16,-8-8 15,11 10-15,-5-3 16,2 0-16,0 2 15,0-3 1,-8-6-16,14 9 16,-14-9-16,0 0 15,11 8-15,-11-8 16,0 0-16,0 0 16,0 0-16,11 4 15,-11-4-15,0 0 16,0 0-1,0 0-15,0 0 16,0 0-16,0 0 16,6 7-16,-6-7 15,0 0-15,0 0 16,0 0-16,0 0 16,0 0-16,0 0 15,0 0-15,0 0 16,0 0-1,0 0-15,0 0 16,0 0-16,0 0 16,0 0-16,4 6 15,-4-6-15,0 0 16,0 0-16,0 0 16,0 0-16,0 0 15,0 0-15,0 0 16,0 0-1,0 0-15,0 0 16,0 0-16,0 0 16,0 0-16,0 0 15,0 0-15,0 0 16,0 0-16,0 0 16,0 0-16,0 0 15,0 0-15,0 0 16,0 0-16,0 0 15,0 0-15,0 0 16,0 0 0,0 0-16,0 0 15,0 0-15,0 0 16,0 0-16,0 0 16,0 0-16,0 0 15,0 7-15,0-7 16,0 0-16,0 0 15,0 0 1,0 0-16,0 0 16,0 0-16,0 0 15,0 0-15,0 0 16,0 0-16,0 0 16,0 0-16,0 0 15,0 0-15,0 0 16,0 0-1,0 0-15,0 0 16,0 0-16,0 6 16,0-6-16,0 0 15,0 0-15,0 0 16,0 0-16,0 0 16,0 0-16,0 0 15,0 0-15,0 0 16,0 0-16,0 0 15,0 0 1,0 0-16,0 0 16,0 0-16,0 7 15,0-7-15,0 0 16,0 0-16,0 0 16,0 0-16,0 0 15,0 0-15,0 0 16,0 0-16,0 0 15,0 0 1,0 0-16,0 0 16,0 0-16,0 0 15,0 0-15,0 0 16,0 0-16,0 0 16,0 0-16,0 0 15,0 0-15,0 0 16,0 0-1,0 0-15,0 0 16,0 0-16,0 0 16,0 0-16,0 0 15,0 0-15,0 0 16,0 0-16,0 0 16,0 0-16,0 0 15,0 0-15,0 0 16,0 0-16,0 0 15,0 0-15,0 0 16,0 0 0,0 0-16</inkml:trace>
  <inkml:trace contextRef="#ctx0" brushRef="#br0" timeOffset="38701.54">10214 5893 0,'0'0'0,"0"0"16,0 0-16,1 1 15,-1-1-15,0 0 16,0 0-16,0 0 16,0 0-16,0 0 15,0 0-15,0 0 16,13 2-16,12-4 15,7-1-15,2-4 16,-4 0 0,-4 1-16,-4-1 15,-1 0-15,-4 0 16,-3 4-16,-4-1 16,-10 4-16,15-4 15,-15 4-15,0 0 16,11 0-16,-11 0 15,0 0-15,9 7 16,-9-7-16,6 11 16,-2 0-1,-2 2-15,-1 2 16,-1 2-16,-2 1 16,-2 7-16,-5 11 15,-1 5-15,-2 2 16,1-2-16,-6 11 31,-3 0-31,-3-2 16,4-11-16,8-17 15,2-3 1,3-5-16,0-2 16,1-1-16,0-2 15,0 0-15,2-1 16,-2 4-16,-2 4 15,-2 4-15,1 1 16,5-5-16,-1-5 16,2-3-1,2-8-15,-7 11 16,7-11-16,-20 12 16,3-3-16,-1-2 15,-1-1-15,-2-1 16,0-1-16,2-1 15,4 0-15,1-2 16,2-1-16,-3-1 16,1-4-1,-4-1-15,1 0 16,2 1-16,3 1 16,2 1-16,10 3 15,-21-10-15,12 1 16,3-4-16,2-3 15,7-4-15,7-8 16,6-6-16,6-3 16,1-5-1,-1 4-15,2-5 16,0 0-16,1 2 16,-1 4-16,-1 3 15,-5 6-15,-2 3 16,-2 3-16,-3 5 15,-2 3-15,-2 0 16,-1 1-16,-2 0 16,-1 2-16,0 1 15,1-1 1,-1-2-16,-1 1 16,1-1-16,-3 3 15,0 2-15,0 1 16,0 0-16,-2 0 15,2 7-15,-1-8 16,1 8-16,0 0 16,-2-6-1,2 6-15,0 0 16,0 0-16,-1-8 16,1 8-16,0 0 15</inkml:trace>
  <inkml:trace contextRef="#ctx0" brushRef="#br0" timeOffset="39202.42">10179 5461 0,'0'0'0,"0"0"16,0 0-16,0 0 15,0 0 1,0 0-16,0-1 16,0 1-16,0 0 15,10-6-15,9-2 16,10-3-16,8 0 15,2 0-15,0 1 16,-4 1-16,-7 2 16,-6 3-1,-6 1-15,-5 3 16,-1 0-16,-10 0 16</inkml:trace>
  <inkml:trace contextRef="#ctx0" brushRef="#br0" timeOffset="39487.91">10446 5428 0,'0'0'0,"0"0"0,0 0 16,0 0-16,-3 0 15,3 0-15,0 0 16,-6 8-16,3 0 16,-2 2-16,0 2 15,-1 3-15,0 2 16,-2 1 0,1 1-16,-1 0 15,1 1-15,0-2 16,-1-1-16</inkml:trace>
  <inkml:trace contextRef="#ctx0" brushRef="#br0" timeOffset="39737.16">10176 5693 0,'0'0'0,"0"0"0,0 0 16,0 0-16,0 0 16,0 0-16,4-1 15,9-1-15,15-5 16,15-1 0,4-2-16,7-3 15,-8-2-15,-5 1 16,-6 1-16,2 1 15,-2 1-15</inkml:trace>
  <inkml:trace contextRef="#ctx0" brushRef="#br0" timeOffset="41340.58">10275 5394 0,'0'0'0,"0"0"16,0 0-16,0 0 16,0 0-1,0 0-15,0 0 16,8-3-16,10-4 15,16-5-15,6 2 16,-6 1-16,-6 2 16,-6 2-16,-2 0 15,-1 0-15,-2 1 16,-2 0 0,-1 2-16,1 2 0,2 0 15</inkml:trace>
  <inkml:trace contextRef="#ctx0" brushRef="#br0" timeOffset="43543.72">10738 2511 0,'0'0'0,"0"0"0,0 0 15,0 0 1,0 0-16,0 0 16,1 2-16,5 4 15,7 7-15,5 7 16,2 2-16,-2-2 16,-2-4-16,-2-3 15,1 1-15,1-1 16,1 1-16,2 1 15,-2 0-15,0-3 16,0 3 0,1-1-16</inkml:trace>
  <inkml:trace contextRef="#ctx0" brushRef="#br0" timeOffset="43961.52">11220 2473 0,'0'0'0,"0"1"0,0-1 16,0 0-16,0 0 15,-6 9-15,0-3 16,-2 6-16,-7 7 16,-3 5-16,-2 3 15,0 0-15,1-4 16,2-2-16,-1-1 15,2-2-15,1-1 16,1-4 0,6-4-16,8-9 15,-11 11-15,11-11 16,-5 6-16,5-6 16,0 0-16</inkml:trace>
  <inkml:trace contextRef="#ctx0" brushRef="#br0" timeOffset="44412.45">11019 2764 0,'0'0'0,"0"0"0,0 0 16,0 0-16,0 0 16,0 1-16,0-1 15,0 0-15,-3 12 16,3-5-16,-1 2 15,0 1 1,0 3-16,1 2 16,-3 4-16,1 0 15,-1 3-15,-2 0 16,3-2-16,-1-1 16,-1 0-16,0 2 15,-1 4-15,0-1 16,-1 0-16,2-3 15,0-4-15,2-5 16,1-3 0,1-9-16,-1 8 15,1-8-15</inkml:trace>
  <inkml:trace contextRef="#ctx0" brushRef="#br0" timeOffset="44796.17">10896 2263 0,'0'0'0,"-1"5"15,-3 1-15,-4 10 16,-4 7 0,1-1-16,1-2 15,-3-1-15,0-1 16</inkml:trace>
  <inkml:trace contextRef="#ctx0" brushRef="#br0" timeOffset="45113.51">10972 2237 0,'0'0'0,"0"0"0,0 0 16,3-1-16,-3 1 15,17 0-15,0 1 16,2 5-16,0 2 16,5 6-1,-2 2-15,1 1 16,-1 3-16,-1-2 16,-2-1-16,-3-3 15,-2-2-15</inkml:trace>
  <inkml:trace contextRef="#ctx0" brushRef="#br0" timeOffset="45582.26">11529 2741 0,'0'0'0,"0"0"16,0 0-16,0 0 15,0 1-15,0-1 16,0 0 0,0 0-16,0 0 0,0 0 15,0 0-15,0 0 16,0 0-1,12-2-15,11-6 16,8-2 0,-3 0-16,-3 1 0,0 2 15,0 1-15,-6 2 16,-5 1-16,-4 1 16,-10 2-16</inkml:trace>
  <inkml:trace contextRef="#ctx0" brushRef="#br0" timeOffset="45848.81">11448 2894 0,'0'0'0,"0"0"0,0 0 15,0 0-15,0 0 16,6 0-16,8 0 16,12 0-1,8-2-15,-3-5 16,-2-1-16,4-2 16,8-3-16,2 0 15,-6 3-15,-9 1 16</inkml:trace>
  <inkml:trace contextRef="#ctx0" brushRef="#br0" timeOffset="46911.71">12139 2402 0,'0'0'0,"0"0"0,0 0 15,0 0-15,0 0 16,0 0-16,3 5 15,0 11-15,-4 5 16,-2 11-16,1-10 16,0 0-16,-1 2 15,1-6 1,-1 5-16,-1-1 16,0 5-16,2-8 15,0-1-15,0-6 16,0-3-16,0 2 15,-1 0-15,3 3 16,2-2-16,1-1 16,3 2-16,-1-2 15,-5-11 1,0 0-16,0 0 16,21-4-16,-4-4 15,2 0-15,0-1 16,-2 2-16,1-2 15,1-1-15,-4 0 16,-1-5-16,-1-5 16,-4 5-16,-3 6 15,-6 9 1,0 0-16,0 0 16,0 0-16,0 0 15,0 0-15,0 0 16,9 2-16,-9-2 15,9 10-15,-1 2 16,1 0-16,-5-5 16,-4-7-16,7 8 15,-7-8-15,11 8 16,-1-5 0,1-1-16,4 3 15,-3-1-15,-3-2 16,5-12-16,3-8 15,-6 8-15,-2 3 16,4-2-16,3-4 16,1-5-16,-6-9 15,-1 5 17,-3 3-32,-2-8 15,-3 13-15,-1 6 16,-1 8-16,0-9 15,0 9 1,0 0 0,-2-6-16,2 6 15</inkml:trace>
  <inkml:trace contextRef="#ctx0" brushRef="#br0" timeOffset="47268.29">12606 2671 0,'0'0'0,"0"0"0,0 0 15,0 0-15,1 3 16,0 8-16,3 12 16,-1 9-16,-3-1 15,-2-1 1,-4 12 0,-2-5-1,-2-7-15,3-7 16,3-11-16,-2 3 15,4 0-15,1 0 16,1-15-16</inkml:trace>
  <inkml:trace contextRef="#ctx0" brushRef="#br0" timeOffset="47818.39">12944 2510 0,'0'0'0,"-1"-3"0,1 3 0,0 0 15,-1-6-15,1 6 16,0-11-16,1 3 16,-1 8-1,0 0-15,26 17 16,-2 6-16,8 9 15,-5-12-15,-1-9 16,-4 0-16,-7-6 16,0 1 15,0 0-31,1 2 16,2 8-16</inkml:trace>
  <inkml:trace contextRef="#ctx0" brushRef="#br0" timeOffset="48152.57">13146 2434 0,'0'0'0,"0"0"16,0 0-16,0 3 16,0-3-16,-3 17 15,-3 4-15,-2 4 16,-3 4-16,-7 4 16,-1 0-1,-3 0-15,-1 1 16,-2 1-16,1 0 15,3-5-15,8-1 32,12 8-32</inkml:trace>
  <inkml:trace contextRef="#ctx0" brushRef="#br0" timeOffset="48420.38">13481 2734 0,'0'0'0,"0"0"16,0 0-16,0 0 15,-2 4-15,-2 14 16,-11 30-16,2 1 16</inkml:trace>
  <inkml:trace contextRef="#ctx0" brushRef="#br0" timeOffset="51291.55">12971 3048 0,'0'0'0,"0"0"15,0 0-15,0 0 16,0 0-16,4 1 16,-4-1-16,29 3 15,-1 0-15,7 0 16,7-1-16,12-2 15,2 0-15,-8-2 16,-16 0 0,-10 1-16,-6 1 15,-3-1-15,1 0 16,0 0-16,-1 0 16,-1 0-16,-12 1 15,12-1-15,-12 1 16,0 0-16,12-2 15,-12 2 1,14-2-16,3 1 16,3 1-16</inkml:trace>
  <inkml:trace contextRef="#ctx0" brushRef="#br0" timeOffset="53128.52">13226 3128 0,'0'0'0,"0"0"0,0 0 16,0 0-16,0 3 15,0-3 1,2 8-16,-4-2 16,2 2-16,-1 1 15,-1 1-15,0 2 16,0 2-16,-4 0 16,1-1-16,0-2 15,-1-1-15,2-1 16,-2-2-16,2 1 15,-1 1-15,-1 2 16,-1-1-16,-7 3 16,-4 1-1,-1-2-15,-3 2 16,1-2-16,-4 0 16,-3-3-16,1-2 15,-2 1-15,0 0 16,1-1-16,0 0 15,2-3-15,-2-3 16,-1 0 0,5-2-16,-6-2 15,-1 0-15,7-2 16,-1 0-16,7 1 16,2-1-16,-2-1 15,-1-1-15,0-3 16,1 1-16,4 1 15,2 0-15,0-1 16,1 0 0,1-2-16,0-1 15,1-1-15,1 0 16,1 0-16,3 0 16,1 2-16,2 0 15,0 1-15,1 0 16,1 0-16,0 0 15,-1 0-15,2 0 16,-2 0 0,1 3-16,-1 7 15,0-10-15,0 10 16,0-9-16,0 9 16,0 0-16,-1-7 15,1 7-15,0 0 16,0 0-16,0 0 15,0 0 1,0 0-16,0 0 16,0 0-16,-13 6 15,2 5-15,2 3 16,1-2-16,2 0 16,0-1-16,2-1 31,-1-1-31,1-2 15,4-7-15,-5 10 16,5-10-16,0 0 16,-2 7-1,2-7-15,0 0 16,0 0-16,0 0 16,0 0-16,2-13 15,0 1-15,0 0 16,0 3-16,0 1 15,-2 8-15,1-10 16,-1 10 0,2-7-16,-2 7 15,0 0-15,0 0 16,4-7-16,-4 7 16,23-10-16,4 5 15,6 4-15,2 3 16,1 3-16,4 1 15,-8 0-15</inkml:trace>
  <inkml:trace contextRef="#ctx0" brushRef="#br0" timeOffset="55967.63">10854 3503 0,'0'0'0,"0"0"0,0 0 16,0 0-16,0 0 15,0 0-15,3 0 16,-3 0-16,20 2 16,-3 1-16,2 4 15,-2 3-15,1 2 16,-2 2-16,0 1 16,-1 2-1,-3 0-15,-3-1 16,-3 0-16,-3-1 15,-3 2-15,-2 1 16,-5 4-16,-5 3 16,-3-2-16,0-1 15,2-6-15,-1-2 16,0-3-16,1-1 16,1-3-1,2-2-15,0-5 16,10 0-16,-19-3 15,8-3-15,1 0 16,1-3-16,9 9 16,-9-12-16,7 4 15,4-6-15,5-2 16,4-3 0,4 1-16,7-1 15,5-2-15,-4 1 16</inkml:trace>
  <inkml:trace contextRef="#ctx0" brushRef="#br0" timeOffset="56736.3">11256 3468 0,'0'0'0,"0"0"16,0 0-16,0 3 16,0-3-16,1 7 15,1 3-15,1 5 16,3 7-16,0 2 16,1-6-1,-1-2-15,0-2 16,3 1-16,1-2 15,-3-1-15</inkml:trace>
  <inkml:trace contextRef="#ctx0" brushRef="#br0" timeOffset="57169.15">11542 3436 0,'0'0'0,"0"0"0,0 0 15,-4 3-15,4-3 16,-17 17-16,2-2 16,-4 2-1,-4 5-15,1 6 16,1 0-16,1-3 15,2-1-15,1-1 16,0-4-16,1-5 16,8-6-16</inkml:trace>
  <inkml:trace contextRef="#ctx0" brushRef="#br0" timeOffset="57486.62">11374 3625 0,'0'0'0,"0"0"16,0 0-16,0 0 15,0 0-15,-1 3 16,-5 6-16,-5 11 16,-6 9-16,-4 8 15,4-3 1</inkml:trace>
  <inkml:trace contextRef="#ctx0" brushRef="#br0" timeOffset="58121.4">11488 3190 0,'0'0'0,"0"0"0,-1 1 15,1-1-15,-14 15 16,3-2-16,0-1 16,2-1-16,2-2 15,2-1-15,5-8 16,-6 8-16,6-8 16,0 0-16,0 0 15,16 0-15,8-9 16,7-8-1,-2 1-15,-6 2 16,-9 6-16,-4 3 16,-10 5-16,11-7 15,-11 7-15,0 0 16,0 0-16,15 1 16,-7 9-16,2 4 15,0 3-15,5 9 16</inkml:trace>
  <inkml:trace contextRef="#ctx0" brushRef="#br0" timeOffset="58805.75">10883 3923 0,'0'0'0,"0"0"15,0 0-15,0 0 16,0 0-16,0 0 16,0 0-16,0 0 15,0 0-15,0 0 16,0 0-1,0 0-15,0 0 16,6 0-16,13 0 16,14-1-16,6-2 15,4-2-15,4-2 16,3-1-16,-1 2 16,-2-1-16,0 0 15,4 0-15,-3 1 16,-2 0-16,-3 0 15,-1 2 1,-3 2-16,-8 1 16,-9 1-16,-4 0 15,2-1-15</inkml:trace>
  <inkml:trace contextRef="#ctx0" brushRef="#br0" timeOffset="59357.34">11030 4053 0,'0'0'0,"0"0"0,0 0 15,0 0 1,0 0-16,0 0 16,3 3-16,-3-3 15,7 13-15,-1 3 16,-4 15-16,-2 13 16,-5 8-16,-2-6 15,0-12-15,-3-2 31,-9-7-31,-3-3 16,3-8-16,5-10 16,14-4-1,-11-4-15,9-7 16,5-13-16,4-11 16,11-5-16,0 2 15,-1 8-15,0 7 16,-3 5-16,2 2 15</inkml:trace>
  <inkml:trace contextRef="#ctx0" brushRef="#br0" timeOffset="59807.31">11234 4071 0,'0'0'0,"0"0"0,0 0 0,0 0 0,0 0 16,1 1 0,-1-1-16,1 13 15,1-1-15,-2 4 16,0 4-16,0 1 16,0-9-16,0-12 15,0 0-15,0 0 16,10-2-16,0-7 15,1 1-15,-3-1 16,-8 9 0,11-9-16,-11 9 15,0 0-15,0 0 16,0 0-16,8 7 16,-3 10-16,0 3 15,1 1-15,-1-6 16,3-6-16,6-8 15,5-10-15,4-9 16,3-4 0,-6 0-16,-6 4 15,-4 4-15,-4 5 16,-1 1-16,-1-2 16</inkml:trace>
  <inkml:trace contextRef="#ctx0" brushRef="#br0" timeOffset="60042.13">11492 4170 0,'0'0'0,"0"0"0,0 2 16,1 4-16,0 11 16,-1 13-16,-2 10 15,-1 10-15,1-3 16,0-6-16,1-8 15,4-12 1,7-6 0,-10-15-1,18-1-15</inkml:trace>
  <inkml:trace contextRef="#ctx0" brushRef="#br0" timeOffset="60325.25">12006 3638 0,'0'0'0,"0"0"16,0 0-16,0 0 15,0 0-15,0 0 16,0 0-16,0 0 16,0 0-1,4-3-15,-4 3 16,12-3-16,-12 3 16,15-4-16</inkml:trace>
  <inkml:trace contextRef="#ctx0" brushRef="#br0" timeOffset="60509.35">11936 3746 0,'0'0'0,"0"0"0,0 0 0,3-1 0,-3 1 15,24-8-15,3 0 16,10 2-16,5-2 15,1 0-15,3-1 16</inkml:trace>
  <inkml:trace contextRef="#ctx0" brushRef="#br0" timeOffset="60759.16">12359 3585 0,'0'0'0,"0"0"0,0 0 16,0 0-1,4 3-15,-4-3 16,17 15-16,-3-4 16,-1 0-16,-2 1 15,3 1-15,2 1 16,-1 0-16,-4-5 15</inkml:trace>
  <inkml:trace contextRef="#ctx0" brushRef="#br0" timeOffset="60960.29">12478 3584 0,'0'0'0,"0"0"0,0 0 16,-3 5-16,-4 5 16,-9 14-16,-10 16 15,-5 9 1,-2 3-16,4-5 16,12-16-16,4-1 15</inkml:trace>
  <inkml:trace contextRef="#ctx0" brushRef="#br0" timeOffset="61143.38">12618 3702 0,'0'0'0,"0"0"0,0 0 0,0 0 15,3 5-15,6 10 16,-2 27-16,-5 37 16</inkml:trace>
  <inkml:trace contextRef="#ctx0" brushRef="#br0" timeOffset="63698.21">10732 3152 0,'0'0'0,"0"0"0,0 0 15,0 0-15,0 0 16,8 0-16,12 0 16</inkml:trace>
  <inkml:trace contextRef="#ctx0" brushRef="#br0" timeOffset="70695.32">11627 5426 0,'0'0'0,"0"0"0,0 0 0,0 0 16,8 3-16,-8-3 15,14 9-15,-14-9 16,17 10 0,-17-10-16,16 10 15,-16-10-15,14 8 16,-14-8-16,17 10 15,-6-3-15,1 0 16,-2 0-16,-10-7 16,18 11-16,-18-11 15,16 10-15,-16-10 16,15 10 0,-15-10-1,13 9 1,-13-9-16,12 7 15,-12-7-15,0 0 16,11 7-16,-11-7 16,0 0-16,0 0 15,0 0-15,0 0 16,1 7 0,-1-7-16,0 0 15,0 0-15,-2 8 16,2-8-16,0 0 15,0 0-15,-5 6 16,5-6-16,0 0 16,0 0-16,0 0 15,0 0-15,-5 7 16,5-7-16,0 0 16,-13 11-1,4-5-15,-5 4 16,-1 1-16,-5 4 15,-3 2-15,-2 2 16,2-1-16,2 0 16,4-2-16,-1-1 15,-5 6-15,-2-1 16,2-3-16,3-5 16,5-5-1,4-1-15,11-6 16,-18 7-16,18-7 15,-15 7-15,15-7 16,0 0-16,-13 6 16,13-6-16,0 0 15,0 0-15,0 0 16,0 0 0,0 0-16,15 1 15</inkml:trace>
  <inkml:trace contextRef="#ctx0" brushRef="#br0" timeOffset="72381.28">10747 5738 0,'0'0'0,"-2"2"15,2-2-15,0 0 16,0 0-16,-13 0 16,13 0-16,0 0 15,-10-7-15,10 7 16,-8-10-1,5 3-15,-1-4 16,1-4-16,1-2 16,0 3-16,1 1 15,1 3-15,2 2 16,-1 0-16,-1 8 16,15-11-16,-3 7 15,5 0 1,1-1-16,-1 2 15,-1 0-15,-5 3 16,-1 1-16,-10-1 16,14 10-16,-11 4 15,0 0-15,-2 5 16,-2-3-16,-3-4 16,-4 0-1,-4-3-15,-2-1 16,3-3-16,11-5 15,-16 6-15,16-6 16,0 0-16</inkml:trace>
  <inkml:trace contextRef="#ctx0" brushRef="#br0" timeOffset="73767.07">10856 5942 0,'0'0'0,"0"0"0,0 0 15,0 0-15,-2-1 16,2 1-16,0 0 16,0 0-16,0 0 15,0 0-15,0 0 16,-8-8-1,8 8-15,-2-13 16,2 5-16,0-1 16,1 2-16,0 1 15,-1-1-15,0 7 16,2-12-16,0 6 16,1-2-16,0 0 15,-3 8-15,5-10 16,-5 10-16,0 0 15,4-8 1,-4 8-16,0 0 16,0 0-16,0 0 15,0 0-15,9-7 16,-9 7-16,0 0 16,6-6-16,-6 6 15,0 0-15,8-10 16,-8 10-1,5-6-15,-5 6 16,7-10-16,-1 2 16,3-4-16,7-1 15,5 3-15,2 1 16,-5 1-16,-3 2 16,-3-3-16,-1 0 15,-3 2 1,-8 7-1,17-15 1,-1 4-16,1 4 16,1 0-16,-6 2 15,-12 5-15,16-5 16,-16 5-16,18-6 16,-7 2-16,1-1 15,-1 1-15,-11 4 16,18-8-16,-18 8 15,23-8-15,-3 3 16,0 3 0</inkml:trace>
  <inkml:trace contextRef="#ctx0" brushRef="#br0" timeOffset="75153.39">10317 6129 0,'0'0'0,"-2"-1"0,2 1 15,0 0-15,0 0 16,0 0-16,0 0 15,0 0-15,0 0 16,0 0-16,0 0 16,0 0-1,0 0-15,0 0 16,3-7-16,-3 7 16,17-13-16,-3 4 15,5-1-15,5-2 16,1-2-16,1 2 15,-1 0-15,4 2 16,5 2 0,2 0-16,-3 0 15,-6 3-15,-2 0 16,-4 0-16,4 1 16,3-2-16,-1 1 15,-2-1-15,-9 4 16,-4-1-16,-2 1 15,-10 2 1,15-2-16,-15 2 0,10-4 16</inkml:trace>
  <inkml:trace contextRef="#ctx0" brushRef="#br0" timeOffset="76254.71">10307 6202 0,'0'0'0,"0"0"15,0 0-15,3 0 16,-3 0-16,15 8 16,2 0-1,2 1-15,0 0 16,-2-2-16,-1-2 16,2 1-16,3 2 15,1-2-15,1 2 16,-3-2-16,-4 0 15,2-1-15,0-1 16,-3-1-16,0-1 16,3 0-1,2 0-15,-1 0 16,-4 0-16,-4-1 16,-11-1-16,16 2 15,-16-2-15,9 1 16,-9-1-16,0 0 15,0 0-15,11 4 16,-11-4-16,0 0 16,0 0-1,0 0-15,0 0 16,0 0-16,0 0 16,0 0-16,0 0 15,0 0-15,0 0 16,0 0-16,0 0 15,0 0-15,0 0 16,0 0-16,0 0 16,0 0-1,0 0-15,0 0 16,0 0-16,0 0 16,0 0-16,0 0 15,0 0-15,0 0 16,0 0-16,0 0 15,0 0-15,0 0 16,0 0-16,0 0 16,0 0-16,0 0 15,0 0 1,0 0-16,0 0 16,0 0-16,0 0 15,0 0-15,0 0 16,0 0-16,0 0 15,0 0-15,0 0 16,0 0-16,0 0 16,0 0-1,0 0-15,0 0 16,0 0-16,0 0 16,0 0-16,0 0 15,0 0-15,0 0 16,0 0-16,0 0 15,0 0-15,13 1 16</inkml:trace>
  <inkml:trace contextRef="#ctx0" brushRef="#br0" timeOffset="78659.91">10850 5800 0,'0'0'0,"0"0"0,0-2 15,0 2-15,-2-10 16,2 4-16,2-1 16,-2 1-16,1-2 15,0 1 1,2-5-16,3-3 16,3-3-16,2-1 15,2 4-15,1-2 16,6 0-16,4 0 15,-3 3-15,-1 3 16,-1 2-16,1 1 16,1 2-16,6 0 15,4 2-15,1 0 16,-4 2 0,-3 0-16,-1 0 15,2 1-15,4-1 16,4 0-16,-4 2 15,-4 0-15,-5 0 16,-1 0-16,-2 1 16,0 1-16,1 2 15,3 0-15,1 2 16,1 1-16,-4-3 16,-2 1-1,-2-1-15,1 1 16,0-1-16,2 3 15,0 0-15,0 3 16,-2-2-16,-3-2 16,-3 0-16,-1-1 15,2 1-15,1 1 16,2 2 0,-1 0-16,-1-2 15,-13-7-15,19 11 16,-19-11-16,17 9 15,-7-5-15,0-1 16,-10-3-16,19 5 16,-9-3-16,-1 0 15,2-1-15,0 1 16,-1 1-16,-10-3 16,13 5-1,-13-5-15,0 0 16,11 6-16,-11-6 15,0 0-15,0 0 16,0 0-16,8 6 16,-8-6-16,0 0 15,0 0-15,0 0 16,0 0-16,0 0 16,0 0-1,0 0-15,0 0 16,0 0-16,0 0 15,0 0-15,0 0 16,0 0-16,0 0 16,0 0-16,0 0 15,0 0-15,0 0 16,0 0-16,0 0 16,0 0-1,0 0-15,0 0 16,0 0-16,0 0 15,0 0-15,0 0 16,0 0-16,0 0 16,0 0-16,0 0 15</inkml:trace>
  <inkml:trace contextRef="#ctx0" brushRef="#br0" timeOffset="81397.89">11103 6049 0,'0'0'0,"0"0"16,0 0-16,7 0 16,6 0-16,5 0 15,3 0-15,-1 0 16,3 0-16,1 0 16,6-1-16,2 1 15,2-1-15,3-4 16,-4-1-1,2-1-15,3 0 16,2 0-16,-3 0 16,-7 2-16,-7 1 15,-4 0-15,-3-1 16,3 2-16,4-2 16,0 0-16,-1 1 15,-8 2 1,-2 0-16,-3 0 15,-9 2-15,17-3 16,-17 3-16,15-4 16,-15 4-16,10 0 15,-10 0-15,0 0 16,0 0-16,11-2 16,-11 2-16,8 11 15,-3 1 1,-2 11-16,0 10 15,-4 6-15,-1 1 16,-1-9-16,0 2 16,-1 5-16,-2 1 15,1 3-15,0-6 16,2-9-16,0-7 16,1-3-16,-1-5 15,1-1 1,1-3-16,-1 0 15,1-1-15,-2-1 16,-2 3-16,-12-1 16,-5 4-16,-2-4 15,-2-2-15,5-1 16,-6-1-16,-13 0 16,-2-3-16,2 0 15,10 0-15,0 0 16,-4 1-1,-4 2-15,7 1 16,8-2-16,-1 1 16,-6 0-16,-5 2 15,1-2-15,2 2 16,6-2-16,3 0 16,3 0-16,9-2 15,11-2 1,-17 3-16,17-3 15,-14-15-15,5-2 16,4-14-16,5-3 16,10-13-16,3-10 15,1 0-15,-2 7 16,-1 8-16,-1 1 31,-1 4-31,-2 7 16,-1 8-16,-3 9 15,-1 3 1,0 1-16,1 0 16,-2 1-16,1-1 15,0 3-15,-2 6 16,2-9-16,-2 9 16,0 0-1,3-8-15,-3 8 0,0 0 16,0 0-1,0 0-15,0 0 16,0 0-16,0 0 16,0 0-16,0-6 15,0 6-15,0 0 16,0 0-16,0 0 16,0 0-16,0 0 15,0 0-15,0 0 16,0 0-1,0 0-15,0 0 16,0 0-16,0 0 16,0 0-16,0 0 15,0 0-15,0 0 16,0 0-16,0 0 16,0 0-16,0 0 15,0 0 1,0 0-16,0 0 15,0 0-15,0 0 16,0 0-16,0 0 16,0 0-16,0 0 15,0 0-15,0 0 16,0 0-16,0 0 16,0 0-16,0 0 15,0 0-15,0 0 16,0 0-16,0 0 15,0 0 1,0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0-1,0 0-15,0 0 16,0 0-16,0 0 16,0 0-16</inkml:trace>
  <inkml:trace contextRef="#ctx0" brushRef="#br0" timeOffset="83401.97">12557 5956 0,'0'0'0,"0"0"0,0 0 16,0 0-16,4 4 16,-4-4-1,15 11-15,-1-7 16,7 0-16,5-1 16,4-2-16,0-3 15,0 0-15,3-2 16,3-2-16,5 2 15,-2-1-15,-6-1 16,-7 2 0,-1 1-16,-2-1 15,-2 6-15,-1 1 16,-6 1-16,-1-1 16,-3-1-16,-10-2 15,18 5-15,-18-5 16,17 9-16,-17-9 15,13 8-15,-7 0 16,0 9-16,0 5 16,-2-4-1,-1-3-15,-3 1 16,0 1-16,0 3 16,-2 1-16,-1 3 15,0 3-15,0 3 16,-1 0-16,0 0 15,2-4-15,-2 0 16,2-5-16,1 1 16,0-3 15,1-3-31,0-3 16,0-6-16,0-7 15,0 9-15,0-9 16,-10 9-16,-7 0 15,-4 0-15,-1-2 16,-2-1-16,-8-4 16,-7 0-1,-4-2-15,3 1 16,2-1-16,1 0 16,1 0-16,4-1 15,7 0-15,8 0 16,5 1-16,12 0 15,-18-1-15,18 1 16,-18-3-16,18 3 16,-14-5-1,14 5-15,-12-11 16,6-1-16,0-4 16,2-4-16,1-12 15,0-8-15,3-3 16,3-1-16,1 10 15,3-1-15,1-1 16,-3 3-16,0 2 16,0 5-1,-1 3-15,0-2 16,4-1-16,0 2 16,0 5-16,-4 7 15,-1 5-15,-3 7 16,4-9-16,-4 9 15,0 0-15,1-7 16,-1 7 0</inkml:trace>
  <inkml:trace contextRef="#ctx0" brushRef="#br0" timeOffset="85222.6">12440 5913 0,'0'0'0,"0"0"16,0 0 0,0 0-16,0 0 15,0 0-15,3-4 16,-3 4-16</inkml:trace>
  <inkml:trace contextRef="#ctx0" brushRef="#br0" timeOffset="89012">13785 6030 0,'0'0'0,"0"0"0,-1-2 0,1 2 15,0 0-15,0 0 16,0 0-16,0 0 16,20 2-16,-1-1 15,5-2-15,0-1 16,5 0-16,10-1 16,8-1-16,-4 1 15,-7 1-15,-7 0 16,2 0-1,1 0-15,0 1 16,-5-1-16,-8 2 16,-4-1-16,-4 1 15,-11 0-15,16 1 16,-16-1-16,13 4 16,-13-4-16,13 9 15,-6-1-15,0 1 16,-3 3-16,-1-1 15,0 2 1,0 1-16,-2 3 16,-1 2-16,-1-1 15,0 0-15,0 4 16,0 2-16,1 4 16,0 3-16,0-6 15,0-3-15,-1-5 16,0-7-16,0-2 15,1-8 1,-2 11-16,2-11 16,0 0-16,-1 8 15,1-8-15,0 0 16,-9 10-16,9-10 16,-13 8-16,1-5 15,-12-1-15,-7 0 16,-3-2-16,6 0 15,7 0 1,-2 0-16,-12 0 16,-5 0-16,-1 0 15,6 0-15,10 0 16,-1 0-16,-7 1 16,0 1-16,5-1 15,8 0-15,7-1 16,3 0-16,10 0 15,-16 0 1,16 0-16,-16 0 16,5-1-16,-5-3 15,-1-5-15,3-1 16,3 0-16,3-6 16,4-8-16,2-8 15,5 1-15,2 6 16,-2 4-16,2 2 15,-1 0 1,1 1-16,-1 2 16,0 0-16,-1 5 15,-1 2-15,2-1 16,-1-3-16,1 0 16,-1 4-16,-2 0 15,1 3-15,-2 6 16,1-9-1,-1 9-15,0 0 16,2-7-16,-2 7 16,0 0-16,1-7 15,-1 7-15,0 0 16,0 0-16,0-6 16,0 6-16,0 0 15,0 0-15,0 0 16,0 0-16,0 0 15,0 0 1,0-7-16,0 7 16</inkml:trace>
  <inkml:trace contextRef="#ctx0" brushRef="#br0" timeOffset="93086.9">11959 7527 0,'0'-2'0,"0"2"15,6-8-15,-1-1 16,1-1-16,1 1 16,0 2-16,-7 7 15,13-11 1,-13 11-16,11-6 16,-11 6-16,0 0 15,0 0-15,0 0 16,12 10-16,-11 10 15,-5 8-15,-6 6 16,-5 5-16,-4-6 16,1-2-1,1-5-15,5-7 0,2-5 16,3-4 0,3-3-16,4-7 15,0 0-15,0 0 16,0 0-16,0 0 15,21-14-15,1-3 16,0-6-16,2-4 16,0-2-16,-1 0 15,-2 3-15,-3 3 16,-1 2-16,-1 0 16,-1 2-1,-4 6-15,-4 4 16,-1 2-16,-6 7 15,6-7-15,-6 7 16,0 0-16,0 0 16,0 0-16,-4 10 15,-11 11-15,-2 7 16,-2-2 0,3 0-16,1-3 15,4-7-15,3-3 16,3-2-16,1-3 15,4 0-15,4 2 16,6 2-16,9-2 16,1-6-16,4-5 15,-3-2-15,-2-2 16,-2 0 0,-4-1-16,-1 0 15,0-4-15,2-3 16</inkml:trace>
  <inkml:trace contextRef="#ctx0" brushRef="#br0" timeOffset="94789.64">11785 7352 0,'0'0'0,"-1"3"15,-5 7-15,-8 17 16,-8 12-16,1 2 16,5 0-16,1-3 15,4-3-15,2-5 16,3 0-16,5 4 16,0 5-16,1-2 15,0-3-15,0-5 16,4-11-1,6-3-15,7-3 16,9-6-16,40-15 31,21-23-31</inkml:trace>
  <inkml:trace contextRef="#ctx0" brushRef="#br0" timeOffset="95090.03">12416 7246 0,'0'0'0,"0"0"15,0 0-15,0 0 16,0 2-1,3 7-15,5 17 16,4 16-16,-5 3 16,-6 0-16,-6 17 15,-3-7-15,-7 12 32,-13 4-32,0-19 15,1-12 1</inkml:trace>
  <inkml:trace contextRef="#ctx0" brushRef="#br0" timeOffset="95658.8">11399 7464 0,'0'0'0,"0"0"0,0 0 16,0 0-16,-3 3 15,-7 6 1,0 14-16,-2 10 15,3 6-15,0 1 16,-2 6-16,4 0 16,1-3-16,3-2 15,1-8-15,0-6 16,-2-1-16,-5-1 16,2-8-1,-1-3-15,1-5 0,0-1 16,7-8-16,-11 9 15,11-9 1,-15-2-16,4-6 16,-3-9-16,-2-13 15,1-6-15</inkml:trace>
  <inkml:trace contextRef="#ctx0" brushRef="#br0" timeOffset="95958.63">11396 7457 0,'0'0'0,"0"0"16,0-2-16,0 2 15,0 0-15,0 0 16,6-9-1,-6 9-15,14-7 16,-14 7-16,18-7 16,-5 5-16,7 0 15,4-1-15,1 0 16,-4 3-16,-7-2 16,-14 2-16,0 0 15</inkml:trace>
  <inkml:trace contextRef="#ctx0" brushRef="#br0" timeOffset="96176.47">11233 7668 0,'0'0'0,"0"0"15,0 0-15,6-5 16,11-9-1,18-16-15,5-10 16,2-4-16,-4 1 16,2-3-16,3-10 15,-1-2-15,-4-1 16,-10 6-16</inkml:trace>
  <inkml:trace contextRef="#ctx0" brushRef="#br0" timeOffset="99364.52">10540 6674 0,'0'0'0,"0"0"0,0 0 15,0 0 1,0 0-16,0 0 16,0 0-16,0 0 15,0 2-15,0-2 16,0 0-16,3 12 16,-1-3-16,0 1 15,-2 0-15,0 2 16,0-1-16,-1-1 15,-1 0-15,1-1 16,0-2 0,0-1-16,1-6 15,-1 12-15,1-12 16,0 9-16,0-9 16,0 8-16,0-8 15,0 7-15,0-7 16,0 0-16,2 8 15,-2-8-15,0 0 16,0 0 0,7 7-16,-7-7 15,0 0-15,0 0 16,0 0-16,12 3 16,-12-3-16,0 0 15,11 3-15,-11-3 16,11 1-16,-11-1 15,11 1 1,-11-1-16,13 0 16,-13 0-16,17 0 15,-17 0-15,13 0 16,-13 0-16,14 0 16,-14 0-16,15-2 15,-15 2-15,17-2 16,-7 2-16,1-1 15,-1 0 1,0 0-16,2 0 16,-12 1-16,18-3 15,-7 0-15,0 0 16,3-1-16,-1 1 16,-1 1-16,-1-1 15,-11 3-15,16-3 16,-16 3-16,13-1 15,-13 1-15,10-2 16,-10 2 0,10-2-16,-10 2 15,0 0-15,13-3 16,-13 3-16,0 0 16,0 0-16,14-4 15,-14 4-15,10-2 16,-10 2-16,0 0 15,0 0 1,11-1-16,-11 1 16,0 0-16,0 0 15,11 0-15,-11 0 16,0 0-16,0 0 16,12 0-16,-12 0 15,0 0-15,0 0 16,12 0-16,-12 0 15,0 0-15,0 0 16,12 0 0,-12 0-16,0 0 15,15-3-15,-15 3 16,10-1-16,-10 1 16,0 0-16,12-3 15,-12 3-15,0 0 16,0 0-16,0 0 15,10-3-15,-10 3 16,0 0 0,0 0-16,0 0 15,0 0-15,0 0 16,0 0-16,0 0 16,0 0-16,0 0 15,0 0-15,0 0 16,0 0-16,0 0 15,0 0-15,11 0 16,-11 0-16,0 0 16,0 0-1,0 0-15,0 0 16,0 0-16,10-2 16,-10 2-16,0 0 15,0 0-15,0 0 16,11 0-16,-11 0 15,0 0 1,9-1-16,-9 1 16,0 0-16,13-3 15,-13 3-15,0 0 16,12-5-16,-12 5 16,11-2-16,-11 2 15,12-2-15,-12 2 16,13-1-16,-13 1 15,14-2-15,-14 2 16,12-2-16,-12 2 16,11-1-1,-11 1-15,0 0 16,13-3-16,-13 3 16,0 0-16,12-2 15,-12 2-15,0 0 16,0 0-16,11-4 15,-11 4-15,0 0 16,0 0-16,0 0 16,0 0-1,10 0-15,-10 0 16,0 0-16,0 0 16,0 0-16,0 0 15,0 0-15,0 0 16,0 0-16,0 0 15,0 0-15,0 0 16,10 3-16,-10-3 16,0 0-1,0 0-15,0 0 16,0 0-16,0 0 16,0 0-16,0 0 15,0 0-15,0 0 16,0 0-16,0 0 15,0 0 1,0 0-16,0 0 0,0 0 16,0 0-16,0 0 15,0 0 1,0 0-16,0 0 16,0 0-16,0 0 15,0 0-15,0 0 16,0 0-16,0 0 15,0 0-15,0 0 16,0 0-16,0 0 16,0 0-16,0 0 15,0 0 1,0 0-16,0 0 16,0 0-16,0 0 15,0 0-15,0 0 16,0 0-16,0 0 15,0 0-15,0 0 16,0 0-16,0 0 16,0 0-1,0 0-15,0 0 16,0 0-16,0 0 16,0 0-16,0 0 15,0 0-15,0 0 16,0 0-16,0 0 15,0 0-15,0 0 16,0 0-16,0 0 16,0 0-1,0 0-15,0 0 16,0 0-16,0 0 16,0 0-16,0 0 15,0 0-15,0 0 16,0 0-16,0 0 15,0 0-15,0 0 16,0 0-16,0 0 16,0 0-16,0 0 15,0 0 1,0 0-16,0 0 16,0 0-16,0 0 15,10 2-15,-10-2 16,0 0-16,0 0 15,0 0-15,0 0 16,0 0-16,0 0 16,0 0-16,0 0 15,0 0 1,0 0-16,0 0 16,0 0-16,0 0 15,0 0-15,0 0 16,0 0-16,0 0 15,0 0-15,0 0 16,0 0-16,0 0 16,0 0-16,0 0 15,0 0-15,0 0 16,0 0 0,0 0-16,0 0 15,0 0-15,0 0 16,0 0-16,0 0 15,0 0-15</inkml:trace>
  <inkml:trace contextRef="#ctx0" brushRef="#br0" timeOffset="100499.56">11222 7710 0,'0'0'0,"0"0"0,0 0 16,0 0 0,4-3-16,-4 3 15,16-3-15,-5 0 16,3 2-16,5-2 15,4 1-15,5-2 16,1 1-16,-5 1 16,-4-2-16,-3 2 15,-1 0 1,0 0-16,3-2 16,3 0-16,-3 2 15,-3-1-15,-4 1 16,-2 1-16,-10 1 15,17-4-15</inkml:trace>
  <inkml:trace contextRef="#ctx0" brushRef="#br0" timeOffset="101535.87">11252 7127 0,'0'0'0,"0"0"15,0 0-15,0 0 16,0 0-16,-2 4 16,-3 8-1,-10 14-15,-6 11 16,-6 9-16,-1 3 15,-2 3-15,-1 3 16,2 3-16,3 4 16,1 3-16,6-10 15,-2 3-15,3-8 16,4 12 0,18 18-1,6-14 1,6-7-16,-2-12 15,0-1-15,1 1 16,7-3-16,8-13 16,-3-10-16,27 10 15</inkml:trace>
  <inkml:trace contextRef="#ctx0" brushRef="#br0" timeOffset="102186.77">12738 7149 0,'0'0'0,"0"0"15,0 0 1,0 0-16,0 0 15,0 0-15,0 0 16,0 0-16,0 3 16,-2 8-16,-1 15 15,1 11-15,3 13 16,2 8-16,-1 12 16,3 60 15,-11-10-31,-8-13 15,0-23-15,4-35 16,0-1-16,2-6 16,3-14-16,-6-1 15,-6 0-15,-13 1 16,-6-1-16,10-13 16</inkml:trace>
  <inkml:trace contextRef="#ctx0" brushRef="#br0" timeOffset="103923.14">12522 6600 0,'0'0'0,"0"0"16,0 0-16,-3 0 16,3 0-16,0 0 15,0 0-15,0 0 16,0 0-16,0 0 15,0 0 1,0 0-16,0 0 16,0 0-16,0 0 15,-10 6-15,10-6 16,-4 10-16,4-10 16,-2 10-16,2-10 15,0 8-15,0-8 16,2 8-1,-2-8-15,1 7 16,-1-7-16,3 7 16,-3-7-16,7 9 15,-1-2-15,0-1 16,-6-6-16,18 10 16,-8-5-16,4-2 15,2-1-15,1 0 16,1-2-16,0 0 15,1-1 1,0-1-16,1 0 16,-2 1-16,-1 0 15,1-1-15,-2 0 16,1 1-16,0-1 16,1 0-16,-2 1 15,-1-1-15,0 0 16,-3 1-16,-12 1 15,15-1 1,-15 1-16,0 0 16,12 0-16</inkml:trace>
  <inkml:trace contextRef="#ctx0" brushRef="#br0" timeOffset="106561.89">10428 7487 0,'0'0'0,"0"0"16,0 0-16,0 0 16,0 0-16,0 0 15,0 0-15,0 0 16,0 0-16,0 0 15,0 0-15,3-2 16,-3 2 0,7-15-16,-1 4 15,1-1-15,1-2 16,0-2-16,4-4 16,1-1-16,4 1 15,0 4-15,-3 3 16,3 0-16,3 0 15,-2 1-15,1 3 16,-6 4-16,-1 0 16,1 2-1,-1 1-15,-2 1 16,0 1-16,1 1 16,-1 0-16,1 2 15,-11-3-15,16 9 16,-16-9-16,13 11 15,-13-11-15,6 12 16,-6-2 0,-3 4-16,-4 5 15,-2 2-15,-1-1 16,-1-3-16,-2 0 31,-3 0-31,-3 1 16,0-3-16,2-4 15,4-2-15,1-1 16,1-2 0,-1 0-16,-2-2 15,1-2-15,1-1 16,12-1-16,-17 0 16,17 0-16,-17 0 15,17 0-15,-21 0 16,10 0-16,11 0 15,-14 0 1,14 0-16,0 0 16,-13-8-16,13 8 15,-6-12-15,5 2 16,1-1-16,1-2 16,2 0-16,0 0 15,4-4-15,2-3 16,6-2-16,1 3 15,0 3-15,2 4 16,-3 0 0,4 0-16,2-2 0,0 1 15,0 1 1,-5 3-16,-2 1 16,-3 3-16,1 0 15,2 1-15,-1 2 16,2 0-16,-4 1 15,-1 1-15,-10 0 16,17 0-16,-17 0 16,11 2-1,-11-2-15,0 0 16,12 6-16,-6 1 16,-3 2-16,0 5 15,-2 3-15,-4 6 16,-1 7-16,-4 4 15,-4-2 1,0 2-16,-2 5 16,-3 5-16,3-3 15,2-6-15,1-1 16,2 1-16,2 7 16,1 2-1,2-7 1,0-5-16,2-7 15,-1-8-15,-1 1 16,1-4 0,-2 3-16,-1 5 15,-1-2-15,-1 2 16,-1-8-16,-1-4 16,1-2-16,-1-3 15,0 1-15,0 2 16,-1-1-16,-1-1 15,12-6-15,-16 9 16,16-9 0,-11 2-16,11-2 15,0 0-15,-11 0 16,11 0-16,-6-6 16,3-5-16,-1-12 15,1-5-15,2 6 16,1 3-16,1 7 15,0 2-15,2-2 16,1 1 0,1-1-16,2-3 15,3-3-15,0 2 16,1 2-16,-1 2 16,-1 3-16,1-2 15,0 2-15,-3 3 16,-7 6-16,14-10 15,-5 4-15,3-1 16,1-2-16,0 1 16,-3 1-16,-10 7 15,14-9 1,-14 9-16,15-8 16,-15 8-16,14-7 15,-14 7-15,19-6 16,-7 4-16,-2 1 15,2 1-15,1-1 16,2-3-16,0 0 16,-3-2-16,-1 1 15,1-1 1,-3 1-16,-9 5 16,16-10-16,-16 10 15,13-11-15,-4 4 16,1-3-16,2-5 15,1 0-15,-1 1 16,-4 2-16,1 0 16,-1-2-1,-1-3-15,2-4 16,-1-3-16</inkml:trace>
  <inkml:trace contextRef="#ctx0" brushRef="#br0" timeOffset="108247.98">13710 6590 0,'0'0'0,"0"0"0,0 0 15,0 0-15,0 0 16,0 0-16,0 0 16,0 0-16,0 0 15,0 0-15,0 1 16,0-1-16,-1 10 16,-1-1-1,0 2-15,0-1 16,0-1-16,2-2 15,0-7-15,-2 11 16,2-11-16,-1 8 16,1-8-16,-1 6 15,1-6 1,0 6-16,0-6 16,4 10-16,-4-10 15,11 10-15,-11-10 16,18 11-16,-7-5 15,2-1-15,-1 0 16,4-1-16,1 0 16,1-3-16,-2-1 15,1-1-15,-3 1 16,0-1 0,-3 0-16,1 0 15,2 0-15,2 1 16,4-2-16,1 2 15,0 0-15,-1 0 16,-3 0-16,-2 0 16,-1 0-16,0 0 15,1 0 1,0 0-16,3 0 0,-3 0 16,-1 0-1,-1 0-15,-2 0 16,0 0-16,-2 0 15,-9 0-15,17-7 16,-17 7-16,15-13 16,-8 0-16,0-3 15,0-5-15,0 0 16,-1 2 0,-1 2-16,0 6 15,-3 3-15,-1 0 16,-1-1-16</inkml:trace>
  <inkml:trace contextRef="#ctx0" brushRef="#br0" timeOffset="110151.45">9774 7637 0,'0'0'0,"0"0"15,0 0-15,3-2 16,-3 2-16,19-5 16,-5 1-16,0 0 15,1-1-15,-1-3 16,4-11-16,2-9 16,0-3-16,-3 4 15,1-2-15,1-2 16,-1 0-1,-2 2-15,-3 8 16,-4 4-16,-3 3 16,-1 5-16,-3 1 15,-2 8-15,4-8 16,-4 8-16,0 0 16,0 0-16,3-6 15,-3 6 1,0 0-16,-16 14 15,-2 5-15,0 5 16,1 3-16,1 0 16,-2 7-16,4 2 15,0 4-15,2 1 16,3-6-16,0-4 16,1 1-1,0-2-15,-1 4 16,1 0-16,1-5 15,0-5-15,3-7 16,1-5-16,1-4 16,0-1-16,2-7 15,-3 11-15,3-11 16,0 12-16,3-5 16,-3-7-16,4 8 15,-4-8 1,0 0-16,20-8 15,-4-6-15,4-8 16,0-3-16,-3-7 16,-1 0-16,-4 6 15,-2 4-15,-1 3 16,2 2-16,3 2 16,-1 4-16,-2 4 15,-11 7-15,16-5 16,-16 5-1,12 0-15,-12 0 16,10 7-16,-4 1 16,-2 6-16,1 9 15,-3 1-15,0-1 16,0-6-16,-1-1 16,0-1-16,-1-4 15,0 2 1,0-1-16,-1 3 15,0 0-15,-2 0 16,0-2-16,1-4 16,0-2-16,2-7 15,0 0-15,0 0 16,0 0-16,0 0 16,18-4-16,-2-7 15,2-3 1,1-4-16,2-3 15,-1 0-15,0 1 16,-2 1-16,-2 3 16,-3 1-16</inkml:trace>
  <inkml:trace contextRef="#ctx0" brushRef="#br0" timeOffset="110702.42">10492 6989 0,'0'0'0,"0"0"0,0 0 15,0 0-15,0 0 16,0 0-16,0 0 16,0 0-16,-1 2 15,-5 7 1,-9 13-16,-6 13 15,-1 2-15,6 0 16,0 2-16,-3 9 16,1 6-16,2 0 15,4-1-15,5 1 16,3-2-16,2 2 16,5 35-1,5 5 1,3 9-1,0-21-15,0-25 16,6-4-16,4-8 16,5 12-16,-6-19 15,1 2-15,3-10 16,14-11-16,21-5 16,6-18-16</inkml:trace>
  <inkml:trace contextRef="#ctx0" brushRef="#br0" timeOffset="112055.27">12930 6827 0,'0'0'0,"0"3"15,0 4 1,0 0-16,0-7 16,0 0-16,0 0 15,0 0-15,-1 8 16,1-8-16,4 12 16,1 1-16,0 3 15,4 11 1,2 4-16,-1-8 15,0 1-15,-2-1 16,2 3-16,2 13 16,-1 1-16,-1 9 15,-2-3-15,-2 1 16,0-1-16,-2-4 16,0-3-16,-1 4 15,-1 6-15,-3 6 16,-2-5-16,-2-9 15,-1-9 1,-6 7-16,-6 9 31,0-5-31,3-6 16,1-12-16,3-5 16,-1-1-16,-2 0 15,2-4-15,1-1 16,0 0-16,-6 5 15,-1 1-15,-2 2 16,2-2 0,5-6-16,0 0 15,-1 1-15,-3 4 16,-1 0-16,2 5 16,6-5-16,0 1 15,1-4-15,1-1 16,-1 3-16,0-3 15,0 0 1,0-3-16,4-4 16,0 0-16,-2-1 15,0 3-15,-1 0 16,0 1-16,0 0 16,3-3-16,5-8 15,-6 8-15,6-8 16,-7 7-1,7-7-15,0 0 16,-7 8-16,7-8 16,0 0-16,0 0 15,-9 7-15,9-7 16,0 0-16,0 0 16,0 0-16,0 0 15,-10 5-15,10-5 16,0 0-16,0 0 15,0 0-15,0 0 16,0 0 0,0 0-16,-14 0 15,3-1-15,-2 0 16</inkml:trace>
  <inkml:trace contextRef="#ctx0" brushRef="#br0" timeOffset="114526.59">9111 7511 0,'0'0'0,"0"0"0,0 0 0,0 0 16,0 0-16,-1 2 15,1-2-15,0 0 16,0 0-16,0 7 15,1-1-15,1 4 16,2 3-16,2 2 16,0 0-16,0-1 15,2 0-15,0 1 16,-1-3 0,1 0-16,2 0 15,3 2-15,1 1 16,2-1-16,-5-3 15,-1-2-15,-1 0 16,-2-2-16</inkml:trace>
  <inkml:trace contextRef="#ctx0" brushRef="#br0" timeOffset="114876.76">9384 7466 0,'0'0'0,"0"0"0,0 0 0,0 0 16,0 0-16,0 0 15,0 2-15,0-2 16,0 0-16,-3 17 16,-2 9-16,-3 9 15,1-2-15,-1-4 16,0 3 0,-3-2-16,1 1 15,0-3-15,3-7 16,0-1-16,1-3 15</inkml:trace>
  <inkml:trace contextRef="#ctx0" brushRef="#br0" timeOffset="115210.47">9280 7763 0,'0'0'0,"0"0"15,0 0 1,0 0-16,1 3 16,-1 5-16,0 15 15,-4 17-15,-5 9 16,-3 7-16,-1-4 15,1 4-15,1-6 16,0-4-16,2-3 16,2-9-16,3-7 15,2-6-15,0-6 16,1-6 0,1-2-16,0-7 15,0 10-15</inkml:trace>
  <inkml:trace contextRef="#ctx0" brushRef="#br0" timeOffset="115845.14">9155 6769 0,'0'0'0,"0"0"15,0 0-15,-3 4 16,-6 4-16,-5 8 16,-6 9-16,-1 5 15,0 6 1,0 1-16,2 1 16,1-4-16,4-1 15,3-6-15</inkml:trace>
  <inkml:trace contextRef="#ctx0" brushRef="#br0" timeOffset="116162.52">9066 6825 0,'0'0'0,"0"0"0,0 0 16,0 0-16,0 0 15,0 0-15,0 0 16,3 2-16,-3-2 16,20 12-1,-5-2-15,0 0 16,1 1-16,3 1 15,2 2-15,3 2 16,3 0-16,1-1 16,-1 0-16,-1-2 15,1 1-15</inkml:trace>
  <inkml:trace contextRef="#ctx0" brushRef="#br0" timeOffset="116747.1">9561 7659 0,'0'0'0,"0"0"15,0 0-15,0 0 16,0 0-16,2 2 16,-2-2-16,14 3 15,6-3-15,5-3 16,-3-3-16,-5 1 16,0-1-1,-2 1-15,1-1 16,0 0-16,-3 1 15,1-1-15</inkml:trace>
  <inkml:trace contextRef="#ctx0" brushRef="#br0" timeOffset="116997.61">9644 7750 0,'0'0'0,"0"0"0,0 0 15,0 0-15,-3 0 16,3 0-16,0 0 16,0 0-1,0 0-15,5 10 16,-5-10-16,11 5 15,0-4-15,13-5 16</inkml:trace>
  <inkml:trace contextRef="#ctx0" brushRef="#br0" timeOffset="118918.03">11413 8001 0,'0'0'0,"0"0"0,0 0 0,0 0 16,0 0-16,0 0 16,0 0-16,0 2 15,0-2-15,-7 10 16</inkml:trace>
  <inkml:trace contextRef="#ctx0" brushRef="#br0" timeOffset="120153.39">11133 8177 0,'0'0'0,"0"0"0,0 0 15,0 0-15,0 0 16,0 0 0,0 0-16,0 0 15,0 0-15,0 0 16,0 0-16,0 0 16,2 0-16,-2 0 15,0 0-15,0 0 16,0 0-16,0 0 15,18-2 1,0 1-16,6-2 16,3-2-16,1-2 15,0 1-15,2-2 16,0 1-16,-4-1 16,-1 1-16,-7 3 15,0-1-15,0-1 16,-2 4-16,-4-1 15,-12 3 1,13-2-16,-13 2 16,0 0-16</inkml:trace>
  <inkml:trace contextRef="#ctx0" brushRef="#br0" timeOffset="120621.43">10571 8328 0,'0'0'0,"0"0"0,0 0 16,0 0-16,4-1 16,12-4-1,9-3-15,1 0 16,-2 0-16,8-2 16,1 1-16,3 2 15,-6 3-15,-10 0 16,-6 1-1</inkml:trace>
  <inkml:trace contextRef="#ctx0" brushRef="#br0" timeOffset="120938.17">9884 8387 0,'0'0'0,"0"0"16,0 0-16,0 0 15,3 0-15,7-4 16,17-4 0,18-5-16,2-1 15,5-1-15,-9 3 16</inkml:trace>
  <inkml:trace contextRef="#ctx0" brushRef="#br0" timeOffset="123610.36">12021 8049 0,'0'0'0,"0"0"0,0 0 16,0 0 0,0 0-16,5-2 15,-5 2-15,16-7 16,0-1-16,7-2 15,0 1-15,-1 3 16,-1 1-16,-6 1 16,-3 1-16,-12 3 15,14-4-15,-14 4 16,0 0 0,0 0-16,0 0 15,0 0-15,0 0 16,-28-4-16,-2 4 15,3 0-15,4 3 16,4 2-16,4-2 16,3 0-16,12-3 15,-15 4-15,15-4 16,0 0 0,-10 4-16,10-4 15,0 0-15,0 0 16,0 0-16,20 0 15,2-3-15,3 0 16,-3 1-16,-3-1 16,-3 2-16,-4 1 15,-12 0-15,14 0 16,-14 0 0,0 0-16,0 0 15,0 0-15,-22 4 16,-10-2-16,2 3 15,4-1-15,3-1 16,3 0-16,4-1 16,2 0-16,14-2 15,-15 3-15,15-3 16,0 0 0,0 0-16,0 0 15,17 3-15,2-2 16,5-1-16,5-1 15,1-1-15,-3 1 16,-7 0-16,-6 0 16,-14 1-16,15 0 15,-15 0-15,0 0 16,0 0-16,-13-3 16,-25-1-1,-7 3-15,2 3 16,6 0-16,3 2 15,10 1-15,10-3 16,14-2-16,-12 2 16,12-2-16,0 0 15,13 3-15,23-2 16,20-7 0,4-5-16,-3-1 15,-4 0-15,-12 3 16,-11 2-16</inkml:trace>
  <inkml:trace contextRef="#ctx0" brushRef="#br0" timeOffset="125947.94">9258 8382 0,'0'0'0,"0"0"0,0 0 15,-2 0-15,2 0 16,0 0-16,0 0 15,-8 8 1,8-8-16,0 0 16,-6 6-16,6-6 15,-2 7-15,2-7 16</inkml:trace>
  <inkml:trace contextRef="#ctx0" brushRef="#br0" timeOffset="130790.6">10058 8423 0,'0'0'0,"0"0"0,0 0 0,0 0 16,0 0-16,0 0 15,0 0-15,0 0 16,0 0-16,-5-3 16,5 3-16,-12-11 15,12 11-15</inkml:trace>
  <inkml:trace contextRef="#ctx0" brushRef="#br0" timeOffset="131525.41">10063 8460 0,'0'0'0,"0"0"0,0 0 0,0 0 0,0 0 16,0 0-16,0 0 16,0 0-1,0 0-15,0 0 16,0 0-16,0 0 15,0 0-15,0 0 16,0 0-16,0 0 16,0 0-16,0 0 15,0 0-15,0 0 16,0 0 0,0 0-16,0 0 15,0 0-15,0 0 16,-2 0-16,2 0 15,0 0-15,0 0 16,0 0-16,0 0 16,0 0-16,0 0 15,0 0-15,0 0 16,0 0-16,0 0 16,0 0-1,0 0-15,0 0 16,0 0-16,0 0 15,0 0-15,-7 8 16,7-8-16</inkml:trace>
  <inkml:trace contextRef="#ctx0" brushRef="#br0" timeOffset="132225.88">10636 8299 0,'0'0'0,"0"0"0,-2 2 15,2-2-15,0 0 16,0 0-16,0 0 16,0 0-1,0 0-15,-8 7 16,8-7-16,0 0 15,0 0-15,-3 8 16,3-8-16,0 0 16,0 0-16,0 0 15,0 0-15,-5 6 16,5-6-16,0 0 16,0 0-1,0 0-15,0 0 16,0 0-16,-3 6 15,3-6-15,0 0 16,0 0-16,0 0 16,0 0-16,0 0 15,0 0-15,0 0 16,0 0-16,0 0 16,0 0-16,0 0 31</inkml:trace>
  <inkml:trace contextRef="#ctx0" brushRef="#br0" timeOffset="136633.89">4359 6382 0,'0'0'0,"0"0"15,0 0-15,0 0 16,0 0-16,0 0 16,5 0-16,-5 0 15,15-2-15,-2 0 16,3 0-16,1 0 15,0 0-15,1 1 16,-1 1 0,0 1-16,3 0 15,0 1-15,1 0 16,0 0-16,1-1 16,0 1-16,-2 0 15,1-1-15,1 2 16,0-3-16,3 2 15,1 0-15,-3-1 16,-1 1-16,-2 0 16,-1-1-16,0 0 15,0 2 1,4-2-16,-1 1 16,2 0-16,-3-1 15,-1 0-15,-1-1 16,2-1-16,4 0 15,2-1-15,4-4 16</inkml:trace>
  <inkml:trace contextRef="#ctx0" brushRef="#br0" timeOffset="139473.31">8581 6354 0,'0'0'0,"0"0"0,0 0 16,0 0-16,7 2 15,-7-2-15,27 8 16,-1-3 0,5 2-16,4-2 15,3-1-15,1-1 16,1 0-16,-1-2 15,1 0-15,-1-1 16,-1 1-16,-1 0 16,-2-1-16,3-1 15,-1 0 1,-1-2-16,1 1 16,1-4-16,-3 3 15,1-1-15,-2-1 16,-4 3-16,1-2 15,-2 2-15,-3-1 16,-1 1-16,-4 0 16,-1 1-16,-6 0 15,-2 0 1,-12 1-16,14 0 16,-14 0-16,0 0 15,10 0-15,-10 0 16,0 0-16,0 0 15,0 0-15,0 0 16,0 0-16,0 0 16,0 0-16,10 5 15,-10-5-15,0 0 16,0 0 0,0 0-16,0 0 15,0 0-15,0 0 16,0 0-16,0 0 15,3 6-15,-3-6 16,0 0-16,0 0 16,0 0-16,0 0 15,0 0-15,0 0 16,0 0 0,0 0-16,0 0 15,0 0-15,0 0 16,0 0-16,0 0 15,0 0-15,0 0 16,0 0-16,0 0 16,0 0-1,0 6-15,0-6 0,0 0 16,0 0 0,0 0-16,0 0 15,0 0-15,0 0 16,0 0-16,0 0 15,0 0-15,-1 8 16,1-8-16,0 0 16,0 0-16,0 0 15,0 0-15,0 0 16,0 0-16,0 0 16,0 0-16,-4 5 15,4-5 1,0 0-16,0 0 15,0 0-15,0 0 16,0 0-16,0 0 16,0 0-16,0 0 15,-4 7-15,4-7 16,0 0-16,0 0 16,0 0-1,0 0-15,0 0 16,0 0-16,0 0 15,0 0-15,0 0 16,0 0-16,0 0 16,0 0-16,0 0 15,0 0-15,0 0 16,0 0 0,0 0-16,0 0 15,0 0-15,0 0 16,0 0-16,0 0 15,0 0-15,0 0 16,0 0-16,-4 7 16,4-7-16,0 0 15,0 0-15,0 0 16,0 0 0,0 0-16,0 0 15,0 0-15,0 0 16,0 0-16,0 0 15,0 0-15,0 0 16,0 0-16,0 0 16,0 0-16,0 0 15,0 0-15,0 0 16,0 0-16,-4 6 16,4-6-1,0 0-15,0 0 16,0 0-16,0 0 15,0 0-15,0 0 16,0 0-16,0 0 16,0 0-16,0 0 15,0 0-15,0 0 16,0 0 0,0 0-16,0 0 15,0 0-15,0 0 16,0 0-16,0 0 15,0 0-15,0 0 16,0 0-16,0 0 16,0 0-16,0 0 15,0 0-15,0 0 16,0 0-16,0 0 16,0 0-16,0 0 15,0 0 1,0 0-16,0 0 15,0 0-15,0 0 16,0 0-16,0 0 16,0 0-16,0 0 15,0 0-15,0 0 16,0 0-16,0 0 16,0 0-1,0 0-15,0 0 16,0 0-16,0 0 15,0 0-15,0 0 16,0 0-16,0 0 16,0 0-16,0 0 15,0 0-15,0 0 16,0 0-16,0 0 16,0 0-1,0 0-15,0 0 16,0 0-16,0 0 15,0 0-15,0 0 16,0 0-16,0 0 16,0 0-16,0 0 15,0 0-15,0 0 16,0 0-16,0 0 16,0 0-1,0 0-15,0 0 16,0 0-16,0 0 15,0 0-15,0 0 16,0 0-16,0 0 16,0 0-16,0 0 15,0 0-15,0 0 16,0 0-16,0 0 16,0 0-16,0 0 15,0 0 1,0 0-16,0 0 15,0 0-15,0 0 16,0 0-16,0 0 16,0 0-16,0 0 15,0 0-15,0 0 16,-2-6-16,2 6 16,-1-7-1,1 7-15</inkml:trace>
  <inkml:trace contextRef="#ctx0" brushRef="#br0" timeOffset="142802.53">14664 5554 0,'0'0'0,"0"0"0,0 0 15,-2-2-15,2 2 16,0 0-16,-14-10 15,-12-9-15,-30-23 16,-17-12 0,-4-3-16,0 7 15,11 14-15,6 5 16,11 10-16,-2 4 16,-2 6-16,3 5 15,3 5-15,0 2 16,-5 4-1,2 0-15,0 2 16,5 0-16,4 2 16,2 0-16,5 4 15,1 2-15,1 2 16,6 2-16,4-1 16,1 4-16,3 3 15,0 0-15,3 3 16,0-1-16,5-3 15,5-2-15,-1-3 16,0 0 0,1 2-16,-1-2 15,3-8-15,1-3 16,2-8-16,-3 9 16,3-9-16,-2 6 15,2-6-15,0 0 16,0 0-16,0 0 15,0 0 1,0 0-16,0 0 16,0 0-16,0 0 15</inkml:trace>
  <inkml:trace contextRef="#ctx0" brushRef="#br0" timeOffset="143614.04">13375 5522 0,'0'-3'0,"0"3"0,0 0 0,0-8 0,0 8 16,0-7-16,0 7 15,0 0-15,-4-8 16,-10-7-16,-36-10 15,-29-14-15,-14 2 16,-43-1 15,15 11-31,7 11 16,23 9-16,34 5 16,-3 5-16,7 1 15,4 2-15,11 1 16,6 2-16,5 0 15,6 1-15,1 2 16,1 1-16,1 3 16,2-1-1,2 0-15,1-2 16,2 0-16,1-2 16,2-1-16,0 1 15,1-2-15,0 1 16,1 1-16,0-1 15,1 0-15,2 0 16,1-3-16,0 1 16,0-2-1,1 2-15,1-8 16,-2 10-16,2-10 16,-1 6-16,1-6 15,0 0-15,0 0 16,0 6-16,0-6 15,0 0-15,0 0 16,0 0 0,0 0-16,1 7 15,-1-7-15,0 0 16,0 0-16,0 0 16,0 0-16,0 0 15,0 0-15,10-1 16</inkml:trace>
  <inkml:trace contextRef="#ctx0" brushRef="#br0" timeOffset="144131.6">12361 5535 0,'0'0'0,"0"0"16,-1-1-16,1 1 15,-6-7-15,6 7 16,-10-14-16,2 4 16,-3-4-1,-5-5-15,-5-3 16,-4 0-16,-3 2 16,-4-1-16,-2 4 15,-2-1-15,-3 4 16,-1-1-16,-5 2 15,0-1-15,-2 1 16,-2 2-16,-6 0 16,-1 4-16,-8 0 15,2 2 1,3 1-16,2 3 16,3 2-16,-2 2 15,3 2-15,-2 2 16,7 3-16,1 1 15,3 2-15,5 0 16,5 0-16,3-1 16,5 1-16,1 1 15,5-2 1,3 1-16,4-3 16,5-1-16,2-3 15,6-6-15,-8 8 16,8-8-16,0 0 15,-4 8-15,4-8 16,5 8-16</inkml:trace>
  <inkml:trace contextRef="#ctx0" brushRef="#br0" timeOffset="145952.26">14541 5569 0,'0'0'0,"0"0"0,0 0 15,0 0 1,3 0-16,-3 0 16,0 0-16,0 0 15,2-10-15,-3 0 16,-3-3-16,-2-3 15,-3-1-15,-4-2 16,-3-3-16,-2-1 16,-2 1-16,1 2 15,0 2-15,-2 0 16,-1-2 0,-4-1-16,-4 1 15,-4 0-15,-5 1 16,-4 2-16,4 3 15,2 1-15,-1 2 16,2 0-16,-3 1 16,2 4-1,-2 2-15,4 2 0,3 0 16,5 1 0,2 2-16,2 3 15,3 0-15,4 1 16,2 0-16,2 0 15,-1 1-15,0 0 16,1 1-16,-3 3 16,-1 2-16,-1 0 15,0 3-15,0-1 16,-1 1 0,1 0-16,0 0 15,0 1-15,1 0 16,0 1-16,1-2 15,2 0-15,-3 1 16,3-3-16,1-1 16,3-1-16,1-3 15,8-8-15,-10 10 16,10-10 0,0 0-16,-8 7 15,8-7-15,0 0 16,0 0-16,-4 7 15,4-7-15,0 0 16,0 0-16,0 0 16,0 0-16,0 0 15,0 0-15,0 0 16,0 0-16,0 0 16,0 0-1,-3 6-15,3-6 16,0 0-16,0 0 15,0 0-15,0 0 16,0 0-16,0 0 16,0 0-16,0 0 15,0 0 1,0 0-16,0 0 16,0 0-16,0 0 15,0 0-15,0 0 16,0 0-16,0 0 15,0 0-15,0 0 16,0 0-16,0 0 16,0 0-16,0 0 15,0 0-15,-2 7 16,2-7 0,0 0-16,0 0 15,0 0-15,0 0 16,0 0-16,0 0 15,0 0-15,0 0 16,0 0-16,0 0 16,-8 8-16,8-8 31,0 0-15,-10 6-16</inkml:trace>
  <inkml:trace contextRef="#ctx0" brushRef="#br0" timeOffset="147203.46">13348 5605 0,'0'0'0,"0"0"0,0-3 15,0 3-15,1-9 16,-1 9-16,0-10 15,0 1-15,0-3 16,0-3-16,-1-2 16,0 5-16,-2 1 15,-1-2-15,-3-1 16,-3-3-16,-4-3 16,0 3-16,-4 1 15,-3 0 1,-3 2-16,-2 2 15,0 2-15,-5 1 16,0 1-16,-3-1 16,-3 1-16,1 1 15,-1 0-15,4 3 16,-1 0-16,1-1 16,1 1-16,3 1 15,1 1 1,1 1-16,1 1 15,2 1-15,1-1 16,1 0-16,0 0 16,2 2-16,-2 3 15,2 1-15,-1 2 16,2 0-16,1 0 16,0 1-1,0 2-15,-1 0 16,-1 2-16,4-1 15,0 2-15,2 0 16,0 3-16,-2 1 16,-1 6-16,-2 2 15,5-6-15,0 1 16,2-2-16,3-4 16,-1 0-16,4-4 15,-2 2 1,-3 4-16,1-3 15,0-1-15,4-5 16,-1 0-16,0 0 16,3 0-16,4-8 15,0 0-15,-4 8 16,4-8-16</inkml:trace>
  <inkml:trace contextRef="#ctx0" brushRef="#br0" timeOffset="148339.56">12314 5731 0,'-1'-8'0,"2"0"0,-1 8 0,0-8 0,-1-5 16,-1 2-1,-2-1-15,0 1 16,-2-7-16,-2-1 15,1-5-15,-3 2 16,-1 3-16,-1-3 16,-2 1-16,-1-1 15,-4 2-15,-1 2 16,-7-1-16,1 0 16,0 2-16,0 2 15,-3 0-15,-1 6 16,-1-2-1,-6 3-15,7 2 16,-7-1-16,-3 0 16,4 2-16,-2-1 15,0 1-15,4 0 16,0-1-16,1 3 16,0-1-16,-2 2 15,2 0-15,4 0 16,3 2-1,0 0-15,1 3 16,2 0-16,1-1 16,1 0-16,0 1 15,0-1-15,-1 2 16,-2 1-16,0 0 16,0 2-16,1 0 15,3 1 1,-2 0-16,2 1 15,3-2-15,2 1 16,2 0-16,1 1 16,1 1-16,1-1 15,0 2-15,-1 1 16,1 1-16,0-1 16,0 0-16,-1 1 15,1 0-15,-1 1 16,2-2-1,2-2-15,-1 0 16,1-1-16,2-1 16,-1 0-16,2-1 15,-1-1-15,2 1 16,-2 0-16,1 1 16</inkml:trace>
  <inkml:trace contextRef="#ctx0" brushRef="#br0" timeOffset="153582.2">8089 7537 0,'0'0'0,"0"0"0,0 0 0,0 0 16,0 0-16,0 0 15,0 0-15,0 0 16,0 0 0,0 0-16,0 0 15,0 0-15,0 0 16,4 3-16,-4-3 15,18 8-15,-4-3 16,5 2-16,3-3 16,4 2-16,3-3 15,3 0-15,0-2 16,3-3-16,1 0 16,0-1-1,4-2-15,-3 0 16,-3 1-16,-1 0 15,-2 0-15,0 0 16,-2 0-16,-1 0 16,-4 1-16,-2-1 15,-4 2-15,-1 0 16,-1-1 0,-2 2-16,-1-1 15,-3 1-15,-10 1 16,15-2-16,-15 2 15,0 0-15,0 0 16,9 0-16,-9 0 16,0 0-16,0 0 15,0 0-15,0 0 16,-8-7-16,-19-5 16</inkml:trace>
  <inkml:trace contextRef="#ctx0" brushRef="#br0" timeOffset="154050.51">8171 7484 0,'0'0'0,"0"0"0,0 0 16,0 0-16,0 0 16,0 0-16,0 0 15,4 2-15,6 4 16,8 0-16,7 2 16,10-1-1,5-1-15,5-2 16,3-2-16,5-6 15,-1-1-15,0-1 16,0-3-16,-2 2 16,-3-2-16,-5 2 15,-3 0 1,-1 1-16,-4 1 16,-6 1-16,-7 0 15,-8 3-15,-3-1 16,-10 2-16,10 0 15,-10 0-15,0 0 16,0 0-16,0 0 16,-7-9-16,-26-4 15</inkml:trace>
  <inkml:trace contextRef="#ctx0" brushRef="#br0" timeOffset="154517.79">8169 7446 0,'0'0'0,"0"0"15,0 0-15,0 0 16,0 0-16,0 0 15,0 0-15,5 3 16,8 4-16,6 3 16,9 4-16,5 2 15,1 1-15,3-1 16,3-2-16,4-4 16,-1-2-1,-2-5-15,-1-2 16,0-2-16,-2-1 15,-4 0-15,-4 0 16,-3 0-16,-5 2 16,-5-1-16,-2-1 15,0 2-15,-4-1 16,-11 1-16,14-1 16,-14 1-1,0 0-15,0 0 16,0 0-16,2-12 15,-22-1-15</inkml:trace>
  <inkml:trace contextRef="#ctx0" brushRef="#br0" timeOffset="154901.9">8236 7503 0,'0'0'0,"0"0"16,0 0-16,0 0 16,0 0-16,0 0 15,3 1-15,-3-1 16,16 7-16,3-1 16,7 2-16,5-3 15,5-1 1,2-2-16,3-2 15,2-2-15,1-2 16,-2 0-16,-3-1 16,1-2-16,-3-1 15,-3-1-15,-5 0 16,-3 2-16,-4 1 16,-4 1-16,-4 1 15,-3 2 1,-11 2-16,12-3 15,-12 3-15,0 0 16,0 0-16,0 0 16,3-7-16</inkml:trace>
  <inkml:trace contextRef="#ctx0" brushRef="#br0" timeOffset="155251.87">8347 7452 0,'0'0'0,"0"0"0,0 0 15,0 0 1,3 0-16,-3 0 15,18-3-15,2 2 16,8-1-16,7 2 16,0-1-16,0 0 15,-2 0-15,-1 0 16,-4-1-16,-3 1 16,-5-2-16,-4 1 15,-3-1-15,-4 2 16,-9 1-1,15-2-15,-15 2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5:52:43.732"/>
    </inkml:context>
    <inkml:brush xml:id="br0">
      <inkml:brushProperty name="width" value="0.05292" units="cm"/>
      <inkml:brushProperty name="height" value="0.05292" units="cm"/>
      <inkml:brushProperty name="color" value="#002060"/>
    </inkml:brush>
  </inkml:definitions>
  <inkml:trace contextRef="#ctx0" brushRef="#br0">8200 4992 0,'0'0'0,"0"0"0,0 0 0,0 0 16,0 0-1,0 2-15,0-2 16,0 0-16,0 7 16,0-7-16,0 0 15,0 8-15,0-8 16,0 0 0,0 7-1,0-7-15,0 0 16,0 0-16,0 0 15,0 7 1,0-7-16,0 0 16,0 0-16,0 0 15,0 0-15,0 7 16,0-7-16,0 8 16,2-1-1,-1 4-15,2 2 16,-1 1-16,1 3 15,1-1-15,0 0 16,1 0-16,1-1 16,-1 0-16,0 2 15,2-1-15,-1 0 16,-1-1-16,-1-2 16,1-2-16,-2-2 15,0 0-15,1-3 16,-4-6-1,7 10-15,-7-10 16,10 6-16,0-6 16,6-5-16,9-8 15,7-6-15,4-8 16,0-2-16,0-2 16,-1 2-16,2-3 15,2-1-15,3-3 16,3-2-1,-1 1-15,1 0 16,0 4-16,1 1 16,4-3-16,2-1 15,4-3-15,1 5 16,1 9-16</inkml:trace>
  <inkml:trace contextRef="#ctx0" brushRef="#br0" timeOffset="7667.82">4080 2975 0,'0'0'0,"0"0"0,0 0 16,0 0-16,0 0 15,5 1-15,5 1 16,8 1-16,6-2 16,9-1-16,8-5 15,6-2-15,0-1 16</inkml:trace>
  <inkml:trace contextRef="#ctx0" brushRef="#br0" timeOffset="10436.12">7111 3502 0,'0'0'0,"0"0"0,0 0 15,0 0 1,0 0-16,0 0 16,0 0-16,0 0 15,0 0-15,0 0 16,0 0-16,0 0 15</inkml:trace>
  <inkml:trace contextRef="#ctx0" brushRef="#br0" timeOffset="11855.08">6889 3498 0,'0'0'0,"0"0"0,0 0 16,0 0-16,0 0 16,0 0-16,0 0 15,0 0 1,0 0 0,0 0-1,0 0-15,0 0 16,0 0-16,2 3 15,-2-3-15,19 10 16,3-3-16,11-4 16,0-4-16,9-1 15,0 0 1,1 0-16</inkml:trace>
  <inkml:trace contextRef="#ctx0" brushRef="#br0" timeOffset="13592.03">6094 4035 0,'0'0'0,"0"0"0,0 0 16,0 0-1,0 0-15,0 0 16,0 0-16,0 0 15,0 0-15,-3 2 16,3-2-16,0 0 16,0 6-16,0-6 15,2 10-15,-2-10 16,0 11-16,0-11 16,3 11-1,-3-11-15,2 12 16,-2-12-16,3 10 15,-3-10-15,3 7 16,-3-7-16,0 0 16,0 0-16,16 5 15,-4-5-15,6-3 16,7-6-16,5-6 16,1-3-1,-1-3-15,-3 1 16,0-1-16,-4 3 15,-1 1-15,0 2 16,-1 1-16,2 0 16</inkml:trace>
  <inkml:trace contextRef="#ctx0" brushRef="#br0" timeOffset="19987.16">3924 4492 0,'0'0'0,"0"0"16,0 0-16,2-1 16,-2 1-16,26-7 15,3 0-15,6-2 16,9-3 0</inkml:trace>
  <inkml:trace contextRef="#ctx0" brushRef="#br0" timeOffset="20988.72">4657 4696 0,'0'0'0,"0"0"16,0 0-16,0 0 15,0 0-15,0 2 16,0-2-16</inkml:trace>
  <inkml:trace contextRef="#ctx0" brushRef="#br0" timeOffset="22391.82">7099 5229 0,'0'0'0,"0"0"16,0 0-16,0 0 16,0 0-16,0 0 15,0 0-15,0 2 16,0-2-16,0 0 16</inkml:trace>
  <inkml:trace contextRef="#ctx0" brushRef="#br0" timeOffset="28502.74">5658 7249 0,'0'0'16,"0"0"-16,0-1 0,0 1 15,0 0-15,0 0 16,9-9-16,-9 9 15,0 0-15,8-7 16,-8 7-16,8-7 16,-8 7-16,9-7 15,-9 7-15,9-7 16,-4-1-16,1-4 16</inkml:trace>
  <inkml:trace contextRef="#ctx0" brushRef="#br0" timeOffset="30139.53">4470 7502 0,'0'0'0,"0"0"0,0 0 0,0 0 16,0-1-16,0 1 16,0 0-16,0 0 15,0 0-15,0 0 16,13-1-16,-1 0 16,4 0-16</inkml:trace>
  <inkml:trace contextRef="#ctx0" brushRef="#br0" timeOffset="47121.29">8802 6018 0,'0'0'0,"0"0"0,0 0 0,0 0 0,0 3 16,0-3-16,3 9 15,0 0-15,0 4 16,0 4-16,-1 3 15,-1 2 1,-2 3-16,-1 2 16,0 3-16,-2 2 15,0 3-15,-1 1 16,-1 0-16,-1 2 16,0 3-16,0 5 15,0-2-15,0-3 16,0 9-16,-2 2 15,2 4-15,1-7 16,1-10 0,2-12-16,1-9 15,1-5-15,0-7 16</inkml:trace>
  <inkml:trace contextRef="#ctx0" brushRef="#br0" timeOffset="48540.47">8838 6037 0,'0'0'0,"0"0"0,0 0 15,0 0-15,0 0 16,0 0-16,0 0 15,0 0-15,4 0 16,-4 0 0,19 3-16,0 1 0,4 0 15,-2-1 1,0 0-16,1 0 16,-2-2-16,-2 0 15,-2 0-15,-2 0 16,-1 0-16,-1 0 15,-1-1-15,0 2 16,-1 0-16,0 2 16,-10-4-1,18 10-15,-9-1 16,-1 2-16,-1 1 16,1 2-16,-5 0 15,1 0-15,-1 2 16,-1 2-16,0 2 15,-2 1-15,-2 0 16,0 4-16,-1 3 16,0 0-1,0 2-15,-1 5 16,0 7-16,-1 1 16,-1 1-16,1-3 15,-1 5-15,-2 2 16,2-1-16,0-3 15,0-6-15,0-7 16,0-6-16,-1-2 16,0-6-1,2-3-15,-2 0 16,1-4-16,1-2 16,5-8-16,-7 11 15,3-4-15,4-7 16,-11 11-16,11-11 15,-11 9-15,11-9 16,-13 9-16,13-9 16,-20 7-16,8-4 15,-7-1 1,-3-2-16,-4 0 16,-3 0-16,5 0 15,4 0-15,3 0 16,4 0-16,1 0 15,2-1-15,10 1 16,-15-2-16,15 2 16,0 0-1,-11 0-15,11 0 16,0 0-16,0 0 16,-11 0-16,11 0 15,0 0-15,0 0 16,0 0-16,0 0 15,0 0-15,0 0 16,0 0-16,0 0 16,0 0-1,0 0-15,0 0 16,0 0-16,0 0 16,0 0-16,0 0 15,0 0-15,0 0 16,0 0-16,0 0 15,0 0-15,0 0 16,0 0-16,0 0 16,0 0-16,0 0 15,0 0 1,0 0-16,0 0 16,0 0-16,0 0 15,0 0-15,0 0 16,0 0-16,0 0 15,0 0-15,0 0 16,0 0-16,0 0 16,0 0-16,0 0 15,0 0 1,0 0-16,0 0 16,0 0-16,0 0 15,0 0-15</inkml:trace>
  <inkml:trace contextRef="#ctx0" brushRef="#br0" timeOffset="51279.09">8873 5322 0,'0'0'0,"0"0"0,0 0 16,0 0-16,0 0 15,0 2-15,0-2 16,1 12-16,-1 2 16,1 4-16,0 3 15,0 3-15,-1 1 16,-2-1-16,0-2 16,0-3-16,0-4 15,0-1 1,1-4-16,0-3 15,1 0-15,0-1 16,4 3-16,4 0 16,6 1-16,1-4 15,2-1-15,1-1 16,1 0-16,-1-3 16,0 0-1,3-3-15,-3-2 16</inkml:trace>
  <inkml:trace contextRef="#ctx0" brushRef="#br0" timeOffset="51528.95">9199 5570 0,'0'0'0,"0"0"0,0 0 0,0 0 15,0 0-15,2 0 16,-2 0-16,0 0 16,0 0-16,3 7 15,0 1-15,0 5 16,3 5-16,-1 4 16,2 1-16,-4-1 15</inkml:trace>
  <inkml:trace contextRef="#ctx0" brushRef="#br0" timeOffset="52180.39">10318 5422 0,'0'0'0,"0"0"15,0 0-15,0 0 16,0 0-16,0 0 16,0 0-16,0 0 15,0 0 1,0 2-16,0-2 15,-1 13-15,0-4 16,1 1-16,0 2 16,0 0-16,0 0 15,0-1-15,0 2 32,0 3-32,2 3 15,1 0 1,2-3-16,-1-4 15,1-1-15,0-3 16,2 1-16,1-1 16,2 0-16,1 0 15,1-3-15,-12-5 16,17 6-16,-17-6 16,10 3-1,-10-3-15,0 0 16,13 0-16,-3-3 15,3-1-15</inkml:trace>
  <inkml:trace contextRef="#ctx0" brushRef="#br0" timeOffset="52564.3">10684 5673 0,'0'0'0,"0"0"0,0 0 16,3-1-16,-3 1 16,15-1-16,-4 1 15,2 1-15,-2 1 16,-1 0-16,-10-2 16,12 4-16,-12-4 15,0 0-15,0 0 16,10 10-1,-8-3-15,-1 3 16,0 1-16,0 0 16,1 0-16,8 2 15,12 2-15,8 1 16,9-5-16,3-5 16,-2-4-16,3-2 15,1-2-15,3-2 16,-1-5-1</inkml:trace>
  <inkml:trace contextRef="#ctx0" brushRef="#br0" timeOffset="53031.75">12003 5483 0,'0'0'0,"0"0"0,0 0 0,0 0 16,0 0-16,0 0 15,-1 2-15,1-2 16,-8 15-1,2 2-15,-3 5 16,1 0-16,-1 2 16,0 0-16,-2-2 15,-1-4-15,4-6 16,1-3-16,7-9 16,-7 8-16,7-8 15,0 0 1,0 0-16,2 10 15,8-3-15,7 1 16,8 1-16,3-1 16,5-1-16,-1-2 15,2-1-15,-2 0 16,0-1-16,-4 0 16,-1-5-16,2-2 15</inkml:trace>
  <inkml:trace contextRef="#ctx0" brushRef="#br0" timeOffset="53565.52">12350 5752 0,'0'0'0,"0"0"0,0 0 0,0 0 0,0 0 15,0 0-15,0 0 16,0 0-16,0 0 15,0 0 1,0 0-16,3 1 16,-3-1-16,15 3 15,-15-3-15,15 3 16,-15-3-16,12 4 16,-12-4-16,0 0 15,0 0-15,0 0 16,7 6-1,-7 1-15,1 3 16,-3 6-16,-2 1 16,-3 0-16,-2-1 15,3-3-15,0-2 16,2-4-16,4-7 16,-5 11-16,5-4 15,3 0-15,2 2 16,6 0-16,4-1 15,2 0 1,0 0-16,-6-3 16,-11-5-16,16 7 15,-16-7-15,0 0 16,10 5-16,-10-5 16,0 0-16,0 0 15,0 0-15,-17 8 16,-23-5-16,-9-6 15,-1-3 1,-4-10-16</inkml:trace>
  <inkml:trace contextRef="#ctx0" brushRef="#br0" timeOffset="56488.01">7859 6442 0,'0'0'0,"0"0"15,0 0-15,0 0 16,0 0-16,1 2 15,-1-2-15,0 0 16,0 0-16,0 0 16,0 0-1,0 0-15,0 0 16,0 0-16,0 0 16,0 0-16,0 0 15,10 2-15,-10-2 16,0 0-16,0 0 15,15-2-15,-15 2 16,13-3 0,-13 3-16,19-4 15,-7 3-15,2-1 16,0 1-16,2 0 16,1 1-16,0 1 15,1 1-15,-1-1 16,4 1-16,0 0 15,3 0-15,-2-1 16,0 1-16,-1-1 16,0 1-1,0 0-15,0-2 16,1 0-16,1 0 16,2-2-16,-1 0 15,0 0-15,-1 0 16,2-1-16,-1 0 15,0 1-15,1 0 16,-2 0-16,-2 0 16,-2 1-1,-1 0-15,-2-1 16,0 0-16,0 0 16,-3 0-16,1 1 15,-2 1-15,-1-1 16,-1 0-16,-10 1 15,16-2-15,-16 2 16,11-2-16,-11 2 16,0 0-1,12-2-15,-12 2 16,0 0-16,0 0 16,10-2-16,-10 2 15,0 0-15,0 0 16,0 0-16,0 0 15,0 0-15,0 0 16,0 0-16,0 0 16,0 0-1,0 0-15,10 0 16,-10 0-16,0 0 16,0 0-16,0 0 15,0 0-15,10 0 16,-10 0-16,0 0 15,16-2-15,-16 2 16,19-2-16,-6 1 16,1 1-1,1-1-15,0-1 16,-2 2-16,-1-1 16,-1 0-16,0 1 15,1-1-15,1 0 16,-1 0-16,-3 0 15,-9 1-15,17-1 16,-17 1-16,13-2 16,-13 2-1,11-2-15,-11 2 16,9 0-16,-9 0 16,0 0-16,12 0 15,-12 0-15,0 0 16,0 0-16,0 0 15,0 0-15,0 0 16,0 0-16,0 0 16,2-8-1,-4-2-15,-3 0 16,1 0-16,-2 0 16,1 2-16,0 0 15,-1 1-15,1 0 16,5 7-16,-10-10 15,10 10-15,-7-7 16,7 7-16,0 0 16,0 0-16,-8-7 15,8 7 1,0 0-16,0 0 16,0 0-16,0 0 15,0 0-15,0 0 16,0 0-16,0 0 15,0 0-15,19 11 16,1-1-16,3 2 16,1 0-1,-2 1-15,-2-1 16,0 1-16,-3-1 16,-3-1-16,-3 0 15,-2 1-15,-2-1 16,-3 0-16,0-1 15,-4 0-15,0 0 16,-3 0-16,0-1 16,1 0-16,0-2 15</inkml:trace>
  <inkml:trace contextRef="#ctx0" brushRef="#br0" timeOffset="57773.93">10004 6426 0,'0'0'0,"0"0"0,0 0 15,0 0-15,0 0 16,3 0-16,-3 0 16,20 0-16,-3 0 15,2 0-15,0 0 16,5 0 0,1-2-16,7-1 15,-1 0-15,-1 0 16,1-1-16,-2 1 15,0 0-15,4 0 16,-2-1-16,-2 1 16,-2 1-16,-1-1 15,0 1 1,3-1-16,4 0 16,-2 1-16,-1 1 15,-1 0-15,-1 1 16,0 1-16,5-1 15,-1 0-15,-1 0 16,-3 0-16,-2 0 16,1 1-16,3-1 15,4 0-15,1 0 16,-4 0 0,2 0-16,1 0 15,4 0-15,0 0 16,-4 0-16,-2 1 15,0-1-15,0 0 16,5 1-16,-3-1 16,-1 0-16,1 0 15,-2 0-15,1 0 16,1 0 0,-3 0-16,-2 0 15,-3 0-15,1 0 16,0 0-16,6 2 15,-1-2-15,-3 1 16,-2 0-16,-4 1 16,-2-2-16,2 1 15,0 0-15,1 0 16,3 0 0,-1 0-16,0-1 15,-2 2-15,2 0 16,0-1-16,3 0 15,-1 2-15,-4-3 16,0 1-16,-6 0 16,-1 0-16,-1 0 15,1 0-15,2-1 16,2 1-16,2 0 16,0-1-1,-3 2-15,-4-2 16,-4 1-16,-12-1 15,14 0-15,-14 0 16,0 0-16,11 0 16,-11 0-16,0 0 15,0 0-15,0 0 16,0 0-16,0 0 16,0 0-1,0 0-15,9 0 16,-9 0-16,0 0 15,0 0-15,0 0 16,0 0-16,0 0 16,0 0-16,0 0 15,0 0-15,0 0 16,0 0 0,1-13-1</inkml:trace>
  <inkml:trace contextRef="#ctx0" brushRef="#br0" timeOffset="60229.04">8781 6405 0,'0'0'0,"0"0"16,0 0-16,3 1 16,-3-1-16,15 3 15,-4 1-15,3-1 16,0-1-16,2 0 16,0 0-16,1 0 15,0-2 1,0 0-16,0 0 15,2 0-15,2 0 16,2 0-16,0 0 16,2 0-16,-2 0 15,0 0-15,0 0 16,-1 0-16,1 0 16,1 0-16,-2 0 15,-3 2-15,-2-2 16,-4 2-1,-1-1-15,-2 0 16,-1 0-16,-9-1 16,17 2-16,-17-2 15,11 3-15,-11-3 16,0 0-16,11 7 16,-11-7-16,0 0 15,0 0-15,9 7 16,-9-7-1,0 0-15,0 0 16,6 6-16,-6-6 16,0 0-16,0 0 15,0 0-15,0 0 16,0 0-16,0 0 16,0 0-16,10 5 15,-10-5 1,0 0-16,0 0 15,0 0-15,0 0 16,0 0-16,0 0 16,0 0-16,0 0 15,0 0-15,0 0 16,0 0-16,0 0 16,0 0-16,0 0 15,0 0-15,0 0 16,0 0-1,0 0-15,0 0 16,0 0-16,0 0 16,0 0-16,0 0 15,0 0-15,0 0 16</inkml:trace>
  <inkml:trace contextRef="#ctx0" brushRef="#br0" timeOffset="62466.36">8424 5247 0,'0'0'0,"0"0"16,0 0-16,0 0 16,3-2-16,-3 2 15,31-9-15,6-1 16,8-2-1,6 0-15,2-1 16,5 2-16,0 1 16,0 3-16,-2 2 15,0 2-15,-8 0 16,-2 2-16,-4 1 16,-4 1-16,0 2 15,-4 0-15,0 1 16,-3 2-16,-4 1 15,-3 0 1,-2 0-16,-3 2 16,-3-1-16,-3 0 15,0 1-15,-2 1 16,0 0-16,-1 2 16,-1 0-16,-2 2 15,0 1-15,1 4 16,-3 7-16,3 5 15,-1 10-15,-4 2 16,2 6 0,-3 4-16,0 6 15,-1 0-15,0 1 16,-2-1-16,0 3 16,-2 5-16,-1 0 15,0-1-15,0 3 16,0 1-16,1-1 15,-3 8-15,-3 7 16,-5 4 0,-4 6-16,-11 44 31,5-24-31,3-8 16,5-27-16,8-38 15,0-4-15,3-8 16,3-9-16,0-6 15,1-2-15,-1-2 16,1-3 0,1-7-16,-1 10 15,1-10-15,0 0 16,0 0-16,-2 7 16,2-7-16,0 0 15,0 0-15,-11 5 16,2-4-16,-3 1 15,-4 0-15,-2 1 16,-8 0-16,-8 1 16,-11 3-1,-5-1-15,-1 0 16,-6 0-16,-2-3 16,-1 2-16,-4-2 15,6 0-15,0 1 16,1 0-16,8 0 15,4 0 1,5 0-16,6-2 16,8 0-16,2-1 15,2-4-15,2-4 16,0-5-16,5-11 16,4-11-16,6-18 15,3-21-15,8-8 16,8-13-16,5-8 15,0 10-15,0 0 16,-3 9 0,-1 0-16,-5-8 15,-2 3-15,-1-4 16,-2 9-16,1-1 16,1 2-16,-3 5 15,2-2-15,-2 8 16,0 7-16,0 6 15,-1 4-15,-1 2 16,1 4-16,-1 7 16,0 7-1,-1 6-15,0 2 16,0 4-16,-1 1 16,1 2-16,-1 3 15,0 3-15,0 0 16,0 1-16,0 1 15,0 3-15,0 8 16,0-10 0,0 10-16,0 0 15,-1-8-15,1 8 16,0 0-16,0 0 16,0 0-16,0 0 15,0 0-15,0 0 16,0 0-16,0 0 15,0 0-15,0 0 16,0 0 0</inkml:trace>
  <inkml:trace contextRef="#ctx0" brushRef="#br0" timeOffset="64302.75">5175 6380 0,'0'0'0,"0"0"0,0 0 0,0 0 15,0 0-15,0 0 16,0 0-16,0 0 16,0 0-1,3 0-15,-3 0 16,0 0-16,0 0 16,0 0-16,0 0 15,0 0-15,0 0 16,0 0-16,0 0 15,0 0-15,0 0 16,0 0-16,0 0 16,0 0-16,0 0 15,0 0 1,0 0-16,7 6 16,-7-6-16,0 0 15,0 0-15,10 6 16,-10-6-16,0 0 15,13 5-15,-13-5 16,13 2-16,-2-2 16,5 0-1,4-2-15,3-3 16,4-5-16,1-2 16,2-1-16,1-4 15,-2 1-15,-4 0 16,1 1-16,0 0 15,0-1-15,-1 0 16,0 0-16,-1 1 16,1 0-16,0 2 15,1 2 1,0 1-16,-3 1 16,-1 1-16,-3 1 15,-2 0-15,-3 2 16,-4 2-16,-10 3 15,13-6-15,-13 6 16,0 0-16,11-3 16,-11 3-16,0 0 15,0 0 1,0 0-16,0 0 16,0 0-16,0 0 15,10 4-15,-10-4 16,0 0-16,0 0 15,0 0-15,0 0 16,0 0-16,0 0 16,0 0-16,0 0 15,0 6 1,0-6-16,0 0 16,0 0-16,0 0 15,0 0-15,0 0 16</inkml:trace>
  <inkml:trace contextRef="#ctx0" brushRef="#br0" timeOffset="82787.17">9969 3026 0,'0'0'0,"0"0"0,0 0 0,0 0 16,3-2-16,-3 2 15,0 0-15,0 0 16,0 0-1,0 0-15,0 0 16,0 0-16,0 0 16,-11 12-16,2-4 15,9-8-15,-14 9 16,14-9-16,0 0 16,-11 8-16,11-8 15,-5 9 1,5-2-16,5 3 15,7 4-15,7 2 16,4 0-16,0-2 16,-4-3-16,-5-3 15,-4-3-15,-10-5 16,7 7-16,-8-1 16,-9 11-16,-8 7 15,-8 1-15,2-3 16,5-4-1,3-3-15,3-4 16,4-2-16,3 2 16,5 0-16,4 0 15,4-1-15,3-1 16,2-1-16,-2-1 16,-10-7-16,11 7 15,-11-7-15,-3 19 16,-9 8-1,-11 10-15,-7 2 16,-2-2-16,8-6 16,5-9-16,8-5 15,11 2-15,9-2 16,7-2-16,10-6 16,4-1-16,8-4 15,10-4 1</inkml:trace>
  <inkml:trace contextRef="#ctx0" brushRef="#br0" timeOffset="83905.8">10474 3077 0,'0'0'0,"0"0"0,0 0 0,0 0 16,0 0-16,0 0 15,0 0-15,0 0 16,0 0-16,0 0 16,0 0-16,0 0 15,-1 6-15,-4 5 16,-1 5-16,-1 2 15,2 0 1,-1-2-16,1 1 16,0-1-16,-1 1 15,1 0-15,0-2 16,0 1-16,-1 2 16,3-3-16,1-1 15,1-2-15,1-2 16,2-2-1,1 1-15,1 0 0,1-1 16,2-1 0,-7-7-16,16 7 15,-16-7-15,19 6 16,-19-6-16,17 0 16,-7 0-16,3 0 15</inkml:trace>
  <inkml:trace contextRef="#ctx0" brushRef="#br0" timeOffset="84156.66">10741 3305 0,'0'0'0,"0"0"0,0 0 16,0 0-16,0 0 15,0 0-15,0 2 16,0-2 0,1 10-16,0 2 15,2 4-15,-2 4 16,-1 4-16,-2-1 16,-2 0-16,2-7 15</inkml:trace>
  <inkml:trace contextRef="#ctx0" brushRef="#br0" timeOffset="84473.45">11202 3214 0,'0'0'0,"0"0"15,0 0-15,0 0 16,0 0-16,0 0 15,0 0-15,0 0 16,0 0 0,0 0-16,0 2 15,0-2-15,0 0 16</inkml:trace>
  <inkml:trace contextRef="#ctx0" brushRef="#br0" timeOffset="84640.64">11076 3484 0,'0'0'0,"0"0"15,0 0-15,0 0 16,0 0-16,3 3 16,-3-3-16,13 7 15</inkml:trace>
  <inkml:trace contextRef="#ctx0" brushRef="#br0" timeOffset="85308.77">11862 3262 0,'0'0'0,"0"0"16,-3-1-16,3 1 16,0 0-16,0 0 15,0 0-15,0 0 16,0 0-16,-14 1 16,14-1-16,-16 3 15,16-3-15,-13 3 16,13-3-16,-4 8 15,3 3-15,0 6 16,3 3-16,2 3 16,6 2-1,-1-3-15,-1-3 16,-1-3-16,-3-2 16,-8 4-16,-15 9 15,-20 8-15,-10 5 16,-11-13-16,13-5 15</inkml:trace>
  <inkml:trace contextRef="#ctx0" brushRef="#br0" timeOffset="85942.71">10734 3894 0,'0'0'0,"0"0"0,0 0 0,0 0 16,0 0-16,0 0 16,0 0-16,0 0 15,-1 5-15,-1 2 16,0 7-16,-4 7 15,-3 5-15,0 1 16,2-6 0,1-8-16,3-4 15,3-9-15,-5 10 16,5-10-16,0 0 16,0 6-16,0-6 15,18 8-15,9-3 16,10-3-16,-4-10 15</inkml:trace>
  <inkml:trace contextRef="#ctx0" brushRef="#br0" timeOffset="86260.14">11067 3958 0,'0'0'0,"0"0"15,0 0-15,0 0 16,7 2-16,-7-2 16,21 2-1,-11 0-15,-10-2 16,13 3-16,-13-3 16,0 0-16,0 0 15,0 0-15,2 14 16,-9 0-16,-2-1 15,3-3-15,6-10 16,-5 8-16,10-1 16,15 2-16,12 2 15,5-4 1,-3-7-16,-1-8 16</inkml:trace>
  <inkml:trace contextRef="#ctx0" brushRef="#br0" timeOffset="86427.31">11487 4026 0,'0'0'0,"0"0"0,0 0 15,0 0-15,2 0 16,-2 0-16,10 2 15,-10-2-15</inkml:trace>
  <inkml:trace contextRef="#ctx0" brushRef="#br0" timeOffset="86610.98">11391 4325 0,'0'0'0,"0"0"0,4 0 16,-4 0-16,22-1 15,-7 0 1,1 0-16</inkml:trace>
  <inkml:trace contextRef="#ctx0" brushRef="#br0" timeOffset="87362.38">12008 4042 0,'0'0'0,"0"0"0,2 0 0,-2 0 16,0 0-16,30-3 15,3 1-15,3 0 16,8-3-16,11-7 16,10 0-16,2-1 15,-14 3-15</inkml:trace>
  <inkml:trace contextRef="#ctx0" brushRef="#br0" timeOffset="89082.14">9951 4659 0,'0'0'0,"0"0"0,0 0 16,0 2-16,0-2 16,0 0-16,0 0 15,0 0-15,0 0 16,0 0-16,0 0 16,0 0-1,0 0-15,0 0 16,0 0-16,0 0 15,0 0-15,0 0 16,0 0-16,12 3 16,-12-3-16,11 4 15,-11-4-15,0 0 16,0 0-16,4 8 16,-3 5-1,-5 1-15,-2 2 16,1-3-16,-1 1 15,2-4-15,-1 0 16,3-1-16,2-9 16,-1 10-16,1-10 15,3 9-15,-3-9 16,6 10-16,-6-10 16,7 9-1,-7-9-15,9 9 16,-9-9-16,9 6 15,-9-6-15,6 14 16,-8 4-16,-2 11 31,-1-2-31,3-6 16,0-4-16,6-4 16,5 2-16,0-2 15,0-2 1,-1-3-16,1 1 15,-2-1-15,1 0 16,1 2-16,-5 1 16,-6 5-16,-6 6 15,-5 2-15,-3-1 16,4-7-16,1-3 16,4-5-16,2-1 15,5-7 1,-10 7-16,10-7 15,-18 0-15,4-5 16,-2-4-16,-8-8 16,-10-10-16</inkml:trace>
  <inkml:trace contextRef="#ctx0" brushRef="#br0" timeOffset="181404.71">13307 1864 0,'0'0'0,"0"0"0,0 0 0,0 0 15,0 0-15,0 0 16,0 0-16,0 0 16,0 0-16,0 0 15,0 0 1,3 0-16,-3 0 15,0 0-15,0 0 16,0 0-16,0 0 16,6-7-16,-6 7 15,0 0-15,0 0 16,2-8-16,-2 8 16,0 0-16,1-6 15,-1 6-15,0 0 16,0 0-1,0 0-15,0 0 16,8-7-16,-8 7 16,0 0-16,0 0 15,0 0-15,0 0 16,0 0-16,0 0 16,11 10-16,-6-3 15,0 1-15,2 2 16,1 1-1,2 2-15,1 3 16,2 2-16,1-1 16,0-3-16,2 0 15,0 1-15,4 1 16,1-3-16,3 0 16,-2-4-16,-3-1 15,-2-2 1,-1-2-16,0-1 15,-1-1-15,0 0 16,-3-1-16,0 0 16,-1-1-16,1-2 15,3-3-15,3-5 16,3-4-16,1-2 16,5-5-16,3-6 15,1-2-15,3-3 16,-1 1-1,0 0-15,-1 0 16,-2 2-16,3-1 16,0-1-16,1-1 15,-1-1-15,12-6 16,17-9-16,20-8 16,11-3-16,-11 9 15,-19 11-15,-20 12 16,-12 9-16,-9 3 15,-1 3 1,1-2-16,1 2 16,-2 1-16,-4 4 15,-3 2-15,0 1 16,3 0-16,6-3 16,10-2-16</inkml:trace>
  <inkml:trace contextRef="#ctx0" brushRef="#br0" timeOffset="-195327.45">1336 3351 0,'0'0'0,"0"0"0,0 0 0,0 0 0,0 0 16,0 0-16,0 0 15,4 0-15,-4 0 16,17 0-16,-1 0 16,6 0-16,3 0 15,3 0-15,1 0 16,-1 0-1,1 0-15,0 0 16,1 2-16,1 0 16,-2-1-16,-2 1 15,-1 0-15,-1-1 16,-2 1-16,-2 0 16,1-1-16,-1 2 15,0-1-15</inkml:trace>
  <inkml:trace contextRef="#ctx0" brushRef="#br0" timeOffset="-192638.72">13273 3434 0,'0'0'0,"0"0"0,0 0 0,0 0 16,0 0-16,0 0 16,0 0-16,0 0 15,0 0-15,0 0 16,0 0-16,0 0 15,0 0-15,0 0 16,0 0-16,0 0 16,0 1-1,0-1-15,0 0 16,0 0-16,0 0 16,0 0-16,0 0 15,0 0-15,0 0 16,-4 7-16,-3 2 31,-7 11-31,-6 9 16,-4 9-1,7-6-15,6-6 16,1-4-16,3-4 16,1-3-16,0 0 15,3-3-15,-2-3 16,2-1-16,3-8 15,-2 8-15,2-8 16,0 0-16,-2 9 16,2-9-1,-2 11-15,2-11 16,0 0-16,0 0 16,0 0-16,8 10 15,0-3-15,11-10 16,8 2-16,5-2 15,3-2-15,-1 1 16,-1 2-16,0-1 16,4 1-1,2-3-15,-3-20 16</inkml:trace>
  <inkml:trace contextRef="#ctx0" brushRef="#br0" timeOffset="-190786.49">13109 4037 0,'0'0'0,"0"0"15,0 0-15,0-2 16,0 2-16,0 0 15,0 0-15,0 0 16,0 0-16,0 0 16,0 0-1,44-20 1,24 4 0,11 1-16,-19 5 15,1-1-15,-4 2 16,-7 2-16,-3 2 15,-5-1-15,-5 1 16,-5 1-16,-3 1 16,4 2-16,2 2 15</inkml:trace>
  <inkml:trace contextRef="#ctx0" brushRef="#br0" timeOffset="-190067.96">13091 4021 0,'0'0'0,"0"0"0,0 0 16,0 0-16,0 0 15,0 0-15,0 2 16,0-2-16,-4 19 16,1 6-16,3 7 15,0 5-15,0 5 16,0-1-16,0 1 16,0-3-1,0 2-15,2 2 16,0-1-16,-1 4 31</inkml:trace>
  <inkml:trace contextRef="#ctx0" brushRef="#br0" timeOffset="-189600.03">13826 4010 0,'0'0'0,"0"0"0,0 0 16,0 0-16,-2 1 15,2-1 1,0 0-16,-3 14 15,0-1-15,-1 3 16,1 7-16,-1 4 16,2 8-16,1 4 15,0-1-15,0-3 16,1 2-16,-1-3 16</inkml:trace>
  <inkml:trace contextRef="#ctx0" brushRef="#br0" timeOffset="-189165.41">13073 4437 0,'0'0'0,"0"0"0,0 0 15,-2 2-15,2-2 16,0 0-16,0 0 16,0 8-16,7-1 15,4 0-15,16-5 16,13 2-16,10-8 16,4 3-16,2-1 15,1-4 1,-2-1-16,2-1 15,-5 0-15,-2 1 16,-3-1-16,3 1 16</inkml:trace>
  <inkml:trace contextRef="#ctx0" brushRef="#br0" timeOffset="-188096.64">13296 4134 0,'0'0'0,"0"0"16,0 0-16,0 0 15,0 0-15,-2 0 16,2 0-16,0 0 16,0 0-16,0 0 15,-2 6-15,4 2 16,-1-1-16,0 2 15,0-1 1,0-3-16,2 2 16,-3-7-16,6 10 15,-6-10-15,13 10 16,3-8-16,14-7 16,24-11-16,26-15 15</inkml:trace>
  <inkml:trace contextRef="#ctx0" brushRef="#br0" timeOffset="-187245.28">14388 4019 0,'0'0'0,"0"0"0,0 0 0,0 0 15,0 0-15,0 0 16,0 0-16,0 2 15,0-2 1,0 9-16,0-2 16,0-1-16,1 1 15,-1-7-15,1 12 16,-1-12-16,4 11 16,-4-11-16,2 10 15,-2-10-15,1 7 16,-1-7-16,0 0 15,1 7 1,-1-7-16,0 0 16,0 0-16,10 7 15,17-3-15,36-13 16,23-16-16</inkml:trace>
  <inkml:trace contextRef="#ctx0" brushRef="#br0" timeOffset="-186628.19">15059 4056 0,'0'0'0,"0"0"0,0 0 15,0 0 1,0 0-16,0 0 16,0 0-16,0 0 15,0 3-15,0-3 16,0 0-16,0 0 16,3 7-16,-3-7 15,0 0-15,0 0 16,3 6-16,-3-6 15,0 0 1,0 0-16,0 0 16,0 0-16,0 0 15,10 6-15,13-5 16,38-9-16</inkml:trace>
  <inkml:trace contextRef="#ctx0" brushRef="#br0" timeOffset="-182754.26">15370 4236 0,'0'0'0,"0"0"0,0 0 0,0 0 0,0 0 0,0 0 16,0 0-1,-1-2-15,1 2 16,-2-9-16,2 0 15,-2-1-15,1-2 16,-1 2-16,-3-2 16,-1-3-16,-1 2 15,-2 0-15,2 4 16,-1 0 0,-1 2-16,-1 0 15,-3 0-15,-1 2 16,-2 1-16,-3 1 15,-3 0-15,0 3 16,1 0-16,3 4 16,5-1-16,2 1 15,11-4-15,-16 10 16,13-2-16</inkml:trace>
  <inkml:trace contextRef="#ctx0" brushRef="#br0" timeOffset="-182002.68">14321 4392 0,'0'0'0,"0"0"0,0 0 15,0 0-15,0 0 16,0 0-16,0 0 16,0 0-1,0 0-15,2 3 16,-2-3-16,11 4 15,1 0-15,7-1 16,5-5-16,2-3 16,-3-3-16,-2-1 15,-6 1-15,0-1 16,-2 0-16,-2-1 16,2-2-1,1-3-15,-2-1 16,-1 0-16,-4 0 15,-4 0-15,-1-2 16,-4 0-16,-2 1 16,-2 0-16,-1 4 15,0 0-15,-1 2 16</inkml:trace>
  <inkml:trace contextRef="#ctx0" brushRef="#br0" timeOffset="-181334.76">13834 4944 0,'0'-3'0,"0"3"0,0 0 0,0 0 0,5-8 16,-5 8-16,11-10 15,-3-19 1,-1-19-16,-2 15 15,-4 8-15,-3 11 16,-3 1-16,-6-20 16,1 10-16,-9-23 15,-4-2 1,1 17 0,-1 0-16,6 13 15,5 8 1,2 4-16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2T15:55:49.295"/>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EE0000"/>
    </inkml:brush>
  </inkml:definitions>
  <inkml:trace contextRef="#ctx0" brushRef="#br0">11250 2828 0,'0'0'0,"0"0"0,3 0 16,-3 0-16,22-8 15,-2 2-15,2-2 16,3 0-16,2-1 16,-1 0-16,1 1 15,3 0 1,4 3-16,-2-2 16,-3 2-16,-1 0 15,0 1-15,0-1 16,1 0-16,1 1 15,0 1-15,-1 1 16,-5 1 0,-2 0-16,1 0 0,6 1 15,3-1 1,3 0-16,0 0 16,-1 1-16,-3-1 15,-1 0-15,1 0 16,-1 1-16,4-2 15,-5 2-15,-2-1 16,0 0-16,0 0 16,1-1-16,3-1 15,-2 1-15,-1 1 16,-2 0 0,-4 1-16,-2-1 15,-1 0-15,-1 1 16,0-2-16,-2 2 15,1 2-15,-2 1 16,-1 0-16,-2 0 16,-2 1-16,-10-4 15,16 6-15,-16-6 16,11 3 0,-11-3-16,0 0 15,10 5-15,-10-5 16,0 0-16,10 3 15,0 0-15,13-2 16</inkml:trace>
  <inkml:trace contextRef="#ctx0" brushRef="#br0" timeOffset="25179.59">13032 4040 0,'0'0'0,"0"0"0,0 0 0,0 0 0,0 0 15,0 0 1,0 0-16,0 0 15,0 0-15,0 0 16,0 0-16,0 0 16,0 0-16,0 0 15,0 0-15,-3-3 16</inkml:trace>
  <inkml:trace contextRef="#ctx0" brushRef="#br0" timeOffset="28836.08">2092 4175 0,'0'0'0,"0"0"0,0 1 16,0-1 0,0 0-16,0 0 15,0 0-15,0 0 16,0 0-16,0 0 16,0 0-16,10 4 15,-10-4-15,0 0 16,14-2-16,-14 2 15,14-1-15,-14 1 16,10 0-16,-10 0 16,12 0-1,-12 0-15,14 2 16,-14-2-16,17 2 16,-7-1-16,0-1 15,1 2-15,0-2 16,0 1-16,-2 0 15,-9-1-15,18 1 16,-18-1-16,18 2 16,-8-1-1,2 0-15,0 0 16,-1-1-16,-2 1 16,1 0-16,-10-1 15,19 1-15,-19-1 16,19 2-16,-7-1 15,0 0-15,-1 0 16,-11-1-16,17 2 16,-17-2-1,16 1-15,-16-1 16,13 1-16,-13-1 16,15 0-16,-15 0 15,20 0-15,-11 0 16,1 0-16,-10 0 15,18 0-15,-18 0 16,16 0-16,-16 0 16,22 0-1,-8 0-15,1 0 16,-2 0-16,-2 0 16,-1 0-16,1 0 15,0 0-15,1 0 16,1 0-16,1 0 15,-3 0-15,1 0 16,-2 0-16,0 0 16,-10 0-1,17 0-15,-17 0 16,17 0-16,-17 0 16,15 0-16,-15 0 15,16 0-15,-16 0 16,11 0-16,-11 0 15,0 0-15,15 0 16,-15 0-16,0 0 16,12 0-1,-12 0-15,0 0 16,0 0-16,11 0 16,-11 0-16,0 0 15,10 0-15</inkml:trace>
  <inkml:trace contextRef="#ctx0" brushRef="#br0" timeOffset="29971.55">3261 4184 0,'0'0'0,"0"0"16,0 0-16,0 0 15,0 0-15,6 0 16,-6 0-16,20 0 15,-8 0-15,1 0 16,-1 0-16,2 0 16,-1 0-16,-1 0 15,1 0-15,-2 0 16,-1 1 0,-10-1-16,18 3 15,-6 1-15,4 0 16,1 2-16</inkml:trace>
  <inkml:trace contextRef="#ctx0" brushRef="#br0" timeOffset="37352.19">2948 4900 0,'0'0'0,"0"0"0,0 0 0,0 0 0,0 0 15,0 0-15,0 0 16,0 0-16,0 0 16,0 0-16,0 0 15,0 0-15,5-2 16,-5 2-16,19-4 15,-7 2-15,0-1 16,1 2-16,-3-1 16,0 0-1,0 1-15,-10 1 16,22-1-16,-10 1 16,2 1-16,1 0 15,1 0-15,0 0 16,3 0-16,0 0 15,0 0-15,-1-1 16,-1 1-16,3 0 16,0 0-1,0-1-15,-1 1 16,1 0-16,-1 0 16,0-1-16,0 2 15,0-2-15,2 0 16,3 0-16,3-2 15,-3 1-15,1-1 16,-2 1-16,1-1 16,-2 1-1,3-1-15,-2 0 16,1 0-16,-1 1 16,0-1-16,0 1 15,-1 0-15,0 1 16,2 1-16,1 0 15,-2 2-15,1-1 16,-3 1 0,0-1-16,1 1 15,3-1-15,-2 1 16,2-1-16,0 0 16,0 1-16,2 0 15,-2-2-15,0 2 16,1 0-16,-3-2 15,0 1-15,-1-1 16,-2 1-16,-3-1 16,0 0-1,1-1-15,-2 1 16,1-1-16,-6 0 16,1 0-16,-2 0 15,0 0-15,-1 0 16,1 0-16,-10 0 15,16 0-15,-16 0 16,0 0-16,13 0 16,-13 0-16,0 0 15,0 0 1,0 0-16,10-1 16,-10 1-16,0 0 15,0 0-15,0 0 16,0 0-16,0 0 15,0 0-15,0 0 16,0 0-16,0 0 16,0 0-1,0 0-15,0 0 16,0 0-16,0 0 16,0 0-16,0 0 15,0 0-15,0 0 16,0 0-16,0 0 15,0 0-15,0 0 16,0 0-16,0 0 16,0 0-16,0 0 15,0 0 1,0 0-16,0 0 16,0 0-16,0 0 15,0 0-15,0 0 16,0 0-16,0 0 15,0 0-15,0 0 16,0 0-16,0 0 16,0 0-16,0 0 15,0 0 1,0 0-16,0 0 16,0 0-16,0 0 15,0 0-15,0 0 16,0 0-16,0 0 15,0 0-15,0 0 16,0 0-16,0 0 16,0 0-16,0 0 15,0 0 1,0 0-16,0 0 16,0 0-16,0 0 15,0 0-15,0 0 16,0 0-16,0 0 15,0 0-15,0 0 16,0 0-16,0 0 16,0 0-16,0 0 15,0 0-15,0 0 16,0 0 0,0 0-16,0 0 15,0 0-15,0 0 16,0 0-16,0 0 15,0 0-15,0 0 16,0 0-16,0 0 16,0 0-1,0 0-15,0 0 16,0 0-16,0 0 16,0 0-16,0 0 15,0 0-15,0 0 16</inkml:trace>
  <inkml:trace contextRef="#ctx0" brushRef="#br0" timeOffset="78078.24">14160 5615 0,'0'0'0,"-1"-1"0,1 1 0,0 0 16,0 0-16,0 0 15,-4-7-15,4 7 16,0 0-16,0 0 16,0 0-1,0 0-15,0 0 16,-1-6-16,1 6 15,0 0-15,-2-9 16,2 9-16,-2-7 16,2 7-16,-4-8 15,4 8-15,-5-10 16,5 10-16,-5-11 16,5 11-16,-6-12 15,3 4 1,-1-1-16,1 0 15,-2-1-15,1 2 16,1 0-16,3 8 16,-5-12-16,2 5 15,-1 0-15,-1 1 16,5 6-16,-6-8 16,6 8-16,-4-7 15,4 7 1,0 0-16,-6-7 15,6 7-15,0 0 16,0 0-16,0 0 16,0 0-16,-5-6 15,5 6-15,0 0 16,0 0-16,0 0 16,0 0-16,0 0 15,0 0-15,0 0 16,0 0-1,0 0-15,0 0 16,0 0-16,0 0 16,0 0-16,0 0 15,0 0-15,0 0 16,0 0-16,0 0 16,0 0-16,0 0 15,0 0 1,0 0-16,0 0 15,0 0-15,0 0 16,0 0-16,0 0 16,-7 11-16,8-2 15,0 2-15,1 2 16,0 4-16,0 0 16,0 0-16,0 3 15,2 4 1,-1 5-16,-1 0 15,1-2-15,-2 1 16,0-3-16,0-2 16,-2 0-16,0 1 15,0 0-15,-2 0 16,1-4-16,0-3 16,-1-1-16,1-2 15,0 0 1,1-2-16,-1-2 15,0 0-15,-2 0 16,2-3-16,0 0 16,2-7-16,-2 9 15,2-9-15,1 8 16,-1-8-16</inkml:trace>
  <inkml:trace contextRef="#ctx0" brushRef="#br0" timeOffset="78813.21">14096 5468 0,'0'0'0,"0"0"15,0-2-15,0 2 16,0 0-16,9-11 16,1 1-16,9-2 15,10 1-15,5 1 16,3 3-1,-7 2-15,-1 2 16,-1 4-16,-4 2 16,-4 3-16,-5-2 15,-3-1-15,-2 2 16,-10-5-16,15 10 16,-8-3-16,-2 1 15,-1 1-15,-1 1 16,-1 2-1,0 6-15,-2 3 16,-3 2-16,0 2 16,-1 0-16,-1 5 15,-2 6-15,0 6 16,-1 5-16,0 1 16,0-3-16,0-4 15,0 10 16,1 0-31,-2-6 16,4-17-16,1-15 16,0-5-16,4-8 15,-14 13-15,-2-4 16,-13-3-16,-9-2 16,-12-6-16,9-3 15,2 1 1,-1 0-16,9 0 0,-5 0 15,14 2 1,6 0-16,6-2 16,10 4-16,0 0 15,-11-4-15,11 4 16,-1-7-16,4-10 16</inkml:trace>
  <inkml:trace contextRef="#ctx0" brushRef="#br0" timeOffset="81417.85">13138 4999 0,'0'0'0,"0"0"0,0 0 0,0 0 16,0 0-16,0 0 15,0 0-15,-3 0 16,3 0-16,0 0 15,-2 7 1,2-7-16,0 0 16,0 0-16,-5 8 15,2-1-15,-3 5 16,-4 8-16,1 0 16,-1 3-16,1-2 15,2-1-15,-1 0 16,0-2-16,3-2 15,0-3-15,0-2 16,0 0-16,2 0 16,-1-1-1,2-2-15,-2 0 16,2-1-16,2-7 16,-4 10-16,4-10 15,-1 8-15,1-8 16,0 0-16,1 7 15,-1-7-15,0 0 16,0 0 0,0 0-16,9 7 15,-9-7-15,0 0 16,9 3-16,-9-3 16,0 0-16,14 1 15,-14-1-15,11 0 16,-11 0-16,12 0 15,-12 0-15,10-1 16,-10 1 0,0 0-16,12 0 15,-12 0-15,0 0 16,0 0-16,0 0 16,11-2-16,-11 2 15,0 0-15,0 0 16,0 0-16,0 0 15,0 0-15,0 0 16,0 0-16,0 0 16,0 0-1,0 0-15,0 0 16,0 0-16,0 0 16,0 0-16,0 0 15,0 0-15,0 0 16,0 0-16,0 0 15,0 0-15,0 0 16,0 0 0,0 0-16,0 0 15,0 0-15,0 0 16,0 0-16,0 0 16,0 0-16,10 6 15,-10-6-15,0 0 16,0 0-16,0 0 15,0 0-15,0 0 16,0 0-16,0 0 16,0 0-1,0 0-15,0 0 16,0 0-16,0 0 16,0 0-16,0 0 15,0 0-15,0 0 16,0 0-16,0 0 15,0 0-15,0 0 16,0 0-16,0 0 16,0 0-1,0 0-15,0 0 16,0 0-16,0 0 16,0 0-16,0 0 15,0 0-15,0 0 16,0 0-16,0 0 15,0 0-15,0 0 16,0 0-16,0 0 16,0 0-1,0 0-15,0 0 16,0 0-16,0 0 16,0 0-16,0 0 15,0 0-15,0 0 16,0 0-16,0 0 15,0 0-15,0 0 16,0 0-16,0 0 16,0 0-1,0 0-15,0 0 16,0 0-16,0 0 16,0 0-16,0 0 15,0 0-15,0 0 16,0 0-16,0 0 15,0 0-15,11 6 16,-11-6-16,0 0 16,11 2-16,-11-2 15</inkml:trace>
  <inkml:trace contextRef="#ctx0" brushRef="#br0" timeOffset="82218.94">13316 5187 0,'0'0'0,"0"0"16,0 0-16,0 0 16,0 0-16,0 0 15,0 0-15,0 0 16,0 0-16,4-2 15,-4 2-15,24-7 16,-6 3-16,3-2 16,-3 3-16,-3 2 15,-3 1 1,-2 1-16,-10-1 16,15 3-16,-15-3 15,0 0-15,14 8 16,-14-8-16,4 7 15,-4-7-15,0 13 16,-1-5-16,-1 1 16,-1-2-1,-1 0-15,-1 2 16,-1-1-16,1-2 16,5-6-16,-7 10 15,7-10-15,-7 6 16,7-6-16,0 0 15,0 0-15,-6 8 16,6-8-16,0 0 16,2 10-1,2-3-15,0-1 0,6 3 16,1 4 15,-1-3-31,-3 2 16,-7 1-16,-6 1 15,-2 3-15,-6 4 16,-2-1-16,-5-3 16,-4-5-16,-3-6 15,1-3 1,3-3-16,1-1 16,5-2-16,3-1 15,2 0-15,13 4 16</inkml:trace>
  <inkml:trace contextRef="#ctx0" brushRef="#br0" timeOffset="83821.86">12996 5617 0,'0'0'0,"0"0"16,0 0-16,0 0 15,0 0-15,0 2 16,0-2-16,0 0 16,0 0-1,13 10-15,0-1 16,9-3-16,7-5 16,3-1-16,0-1 15,-3 1-15,-2 0 16,-1 0-16,-1-1 15,0-1-15,-2-2 16,-4 2-16,-2-1 16,-2 3-16,-1 2 15,-3 3-15,1 0 16,-12-5-16,12 10 16,-12-10-1,8 14-15,-7-4 16,0 3-16,-2 2 15,0 0-15,-3 1 16,1 3-16,-2 2 16,0 7-16,-1 3 15,-1 3-15,1 3 32,-1-7-17,3-1-15,-2-3 16,2 4-16,-1 5 15,3-8-15,1-11 16,1-5-16,0-11 16,0 8-16,0-2 15,0-6-15,0 14 16,0-8-16,0-6 16,-1 9-1,1-9-15,-6 7 16,6-7-16,-15 7 15,-4-3-15,-7 1 16,3-3-16,-2-2 16,0-2-16,0-1 15,-1 1-15,0-1 16,-3 2-16,-4-3 16,6 2-1,6 1-15,4 0 16,1-2-16,3 1 15,1 0-15,12 2 16,-12-4-16,12 4 16,-8-6-16,4-4 15,0-6-15,4-4 16,4-4 0,4-2-16,4-6 15,3-5-15,1-6 16,1 1-16,1-1 15,-6 11-15,-3 11 16,-4 5-16,0 5 16,0-3-16,1-2 15,-2 1 17,-1 6-32,-1 2 15</inkml:trace>
  <inkml:trace contextRef="#ctx0" brushRef="#br0" timeOffset="87411.57">14263 5626 0,'0'0'0,"0"0"15,0 0-15,0 0 16,0 0-16,0 0 16,0 0-16,0 0 15,0 0-15,0 0 16,0 0-16,0 0 16,0 0-16,0 0 15,0-2-15,0 2 16,0 0-1,2-8-15,-2 8 16,1-7-16,-1 7 16,0-8-16,0 8 15,-2-8-15,2 8 16,-2-7-16,2 7 16,-7-10-16,4 3 15,-4-2 1,-1-2-16,-1 1 15,1 1-15,0 2 16,2 1-16,-2-1 16,2 0-16,-1 1 15,7 6-15,-12-12 16,4 4-16,1 1 16,-1-2-16,1 1 15,-1-1-15,-1 0 16,0 2-16,9 7 15,-22-7 1,9 5-16,-1 1 16,2 0-16,1 0 15,11 1-15,-21 0 16,8-2-16,-1 2 16,1-1-1,1 0-15,-2 0 0,-1 1 16,0 0-16,-1 3 15,3 2 1,-3-1-16,3 0 16,1 0-16,2-1 15,0 1-15,10-4 16,-17 5-16,17-5 16,-16 5-16,16-5 15,-18 5-15,18-5 16,-16 5-1,16-5-15,-15 6 16,15-6-16,-17 9 16,17-9-16,-14 8 15,6-1-15,1 0 16,-1-1-16,8-6 16,-13 12-16,4-5 15,1 0-15,-1 0 16,-1 0-1,1 0-15,-2 1 16,0-2-16,11-6 16,-19 11-16,19-11 15,-18 10-15,18-10 16,-16 9-16,7-1 16,-2 3-16,-2 2 15,1 0-15,0 0 16,0-2-16,-3 3 15,-3 3 1,0 1-16,0-2 16,3-1-16,4-5 15,1 0-15,2-2 16,1 0-16,-1 0 16,1-1-16,0 1 15,2 0-15,-2-1 16,7-7-1,-8 10-15,8-10 16,-5 6-16,5-6 16,0 0-16,0 0 15,-5 6-15,5-6 16,0 0-16,0 0 16,0 0-16,0 0 15,0 0-15,-2 7 16,2-7-16,0 0 15,0 0 1,0 0-16,0 0 16,0 0-16,0 0 15,0 0-15,0 0 16,0 0-16,0 0 16,0 0-16,-1-9 15,1 9-15,1-10 16,-1 10-16,2-10 15,-2 10-15,0-10 16,0 10 0,0-9-16,0 9 15,-1-8-15,1 8 16,0-8-16,0 8 16,0-6-16,0 6 15,0 0-15,0-8 16,0 8-16,0 0 15,0-7 1,0 7-16,0 0 16,0 0-16,0 0 15,0-6-15,0 6 16,0 0-16,0 0 16,0 0-16,0 0 15,0 0-15,0 0 16,0 0-16,-3 10 15,0-2-15,-1 2 16,1 2 0,-1 0-16,0-1 15,-1 1-15,1 1 16,0 0-16,1-5 16,3-8-16,-4 9 15,4-9-15,0 0 16,-1 6-16,1-6 15,0 0-15,13-6 16,6-3 0,2-3-16,5-2 15,8-1-15</inkml:trace>
  <inkml:trace contextRef="#ctx0" brushRef="#br0" timeOffset="90651.31">13121 5874 0,'0'0'0,"0"0"0,-3 0 15,3 0 1,0 0-16,-3-7 16,3 7-16,0 0 15,0-9-15,0 9 16,-1-6-16,1 6 15,-4-9-15,4 9 16,-5-12-16,3 5 16,-1 1-16,1-3 15,-2-2 1,-2-1-16,-2-5 16,1 4-16,0 0 15,0 4-15,2 2 16,0 0-16,0 1 15,-1-1-15,0-1 16,-2-4-16,-2-2 16,0 0-16,-1 1 15,2 3-15,0 1 16,0 1 0,-1 0-16,0 2 15,-2 0-15,0-1 16,-6 1-16,1-1 15,2 2-15,2 0 16,1 1-16,12 4 16,-17-6-16,17 6 15,-13-5-15,13 5 16,-14-5 0,14 5-16,0 0 15,-11-5-15,11 5 16,0 0-16,0 0 15,0 0-15,0 0 16,-10-4-16,10 4 16,0 0-16</inkml:trace>
  <inkml:trace contextRef="#ctx0" brushRef="#br0" timeOffset="92488.9">14247 5564 0,'0'0'0,"0"0"16,0 0-16,0 0 16,0 0-16,0 0 15,3-2 1,-3 2-16,0 0 15,0 0-15,0 0 16,0 0-16,0 0 16,0 0-16,0 0 15,0 0-15,5-7 16,-5 7-16,0 0 16,0 0-16,1-7 15,-1 7 1,0 0-16,0 0 15,0-9-15,0 9 16,-1-10-16,1 10 16,-6-9-16,2 2 15,4 7-15,-6-10 16,6 10-16,-8-9 16,8 9-16,-5-9 15,5 9 1,0 0-16,0 0 15,0 0-15</inkml:trace>
  <inkml:trace contextRef="#ctx0" brushRef="#br0" timeOffset="95326.62">12061 5537 0,'0'0'0,"0"0"0,0 0 0,3 0 15,-3 0 1,0 0-16,26-4 16,2 0-16,9-1 15,3-1-15,0 1 16,1-1-16,-3 2 16,-8 3-16,-4 0 15,-7 2-15,-2 0 16,-2 3-16,-3 2 15,-1-1-15,-5 3 16,-1 3 0,-2 4-16,-3 7 15,-6 9-15,-4 7 16,-4 4-16,-2-2 16,-2 0-16,-3 4 15,-2 3-15,-7 16 31,4-7-31,3-12 16,5-9 0,7-15-16,4-5 15,2-4-15,2-1 16,0-2-16,-1 1 16,-3 2-16,-9-2 15,-3 1-15,-16-2 16,3-1-1,-2-2-15,10-1 0,7-3 16,-2 1 0,-10-1-16,-11-3 15,7-2-15,13-1 16,7-1-16,7-7 16,-2-10-16,0-6 15,4-4-15,5-4 16,15-2-16,3-7 15,8-8-15,-3 9 16,1-4 0,2 1-16,-5 9 15,-2 3-15,-7 12 16,-2 3-16,0 3 16,-3 3-16,-1 0 15,-3 7-15,-1 1 16,-3 7-16,1-10 15,-1 10-15,2-10 16,-2 10 0,1-8-16,-1 8 15,6-12-15,7 1 16,7-4-16,6-7 16</inkml:trace>
  <inkml:trace contextRef="#ctx0" brushRef="#br0" timeOffset="95827.7">12374 5131 0,'0'0'0,"0"0"0,0 0 16,0 0-16,0 0 15,0 0-15,0 0 16,2 3-16,-2-3 15,-1 12-15,0 4 16,-5 9-16,-2 2 16,-1 1-1,-1-6-15,-1-5 16,-2-1-16,2-4 16,5-5-16,6-7 15,0 0-15,-6 7 16,6-7-16,0 0 15,-1 9-15,1-9 16,8 8-16,3-2 16,2-2-1,2 0-15,1 0 16,2-3-16,2 1 16</inkml:trace>
  <inkml:trace contextRef="#ctx0" brushRef="#br0" timeOffset="96244.76">12528 5321 0,'0'0'0,"0"0"0,0 0 0,0 0 16,0-1-16,0 1 15,0 0-15,0 0 16,0 0-16,0 0 15,0 0-15,9 0 16,1 0-16,0 1 16,-10-1-1,15 4-15,-15-4 16,0 0-16,13 6 16,-13-6-16,0 0 15,9 10-15,-7-4 16,0 5-16,-4 1 15,0 1-15,-1-2 16,0-5 0,-1 2-16,0 0 15,4-8-15,-3 8 16,3-8-16,0 0 16,0 0-16,13 10 15,13-6-15,13-3 16,0-2-16,2-4 15,6-2-15</inkml:trace>
  <inkml:trace contextRef="#ctx0" brushRef="#br0" timeOffset="97932.1">13353 5798 0,'0'7'0,"0"14"0,0-9 16,0 2-16,0-14 16,0 0-16,0 0 15,0 0-15,0 0 16,0 0 0</inkml:trace>
  <inkml:trace contextRef="#ctx0" brushRef="#br0" timeOffset="102022.72">13407 5836 0,'0'0'0,"0"0"16,0 1-16,0-1 15,0 0 1,0 0-16,0 0 15,0 0-15,0 0 16,0 0-16,18-9 16,-4-1-16,0-3 15,-4 4-15,2-1 16,-4 3-16,2 0 16,0 1-1,-10 6-15,17-11 16,-17 11-16,14-8 15,-14 8-15,19-6 16,-8 2-16,2-1 16,-2 2-16,3-6 15,-3 2-15,-1 1 16,-10 6 0,17-14-1,-3 0 1,2-1-16,2-4 15,-1 2-15,0 0 16,2 0-16,4 0 16,-2 5-16,-2 1 15,-7 4-15,-2 4 16,2-1-16,-1 2 16,-1-1-16,0 1 15,1-1 1,0 1-16,4-1 15,-2 0-15,-1-2 16,0 2-16,-1 0 16,-1-1-16,1 1 15,0 0-15,-2 0 16,1 1 0,-10 2-16,17-4 15,-17 4-15,16-2 16,-16 2-16,14-1 15,-14 1-15,10 0 16,-10 0-16,0 0 16,0 0-16,0 0 15,11 1-15,-11-1 16,0 0-16,0 0 16,0 0-16,0 0 15,-9 9-15,-24-1 16,-11 4-1,5-2-15,2-2 16,-5 2-16,-1-2 16,6 0-16,4-1 15,1 0-15,-1 6 16,2 2-16,3-1 16,2-1-16,2 0 15,1-1 1,4 2-16,6-4 15,3-1-15,4-2 16,6-7-16,-10 10 16,10-10-16,-6 6 15,6-6-15,-6 7 16,6-7-16,-3 6 16,3-6-16,0 0 15,-4 6 1,4-6-16,0 0 15,15 0-15,8-9 16,12-11-16,5-6 16,-1 0-16,2-1 15,0 0-15,-1 2 16,2 3-16,-1 5 16,-9 4-16,-9 4 15,-1 0-15,-1 1 16,3-1-1,3 3-15,0 0 16,-4 3-16,-1 2 16,-4 1-16,-1 0 15,-2 0-15,-4 0 16,-11 0-16,14 0 16,-14 0-16,0 0 15,0 0-15,0 0 16,0 0-1,0 0-15,-34 8 16,-8-1-16,4-1 16,3 0-16,0 1 15,-9 5-15,-1 1 16,1 0-16,4-1 16,9 0-16,-2 1 15,-4 4 1,0 4-16,0 1 15,7-2-15,3-2 16,2-1-16,4-3 16,-4-1-16,4-2 15,7-4-15,4-2 16,10-5-16,0 0 16,-10 5-16,10-5 15,0 0-15,12-11 16,8-3-1,10-7-15,3 0 16,-1-2-16,5-1 16,1-1-16,-3 3 15,-4 3-15,-5 2 16,2 0-16,3 0 16,3-1-16,-1 3 15,-3 2-15,-1 3 16,-5 2-1,-1 2-15,-3 2 16,-5 2-16,-4 0 16,-11 2-16,13-1 15,-13 1-15,0 0 16,11-2-16,-11 2 16,0 0-16,0 0 15,0 0 1,0 0-16,0 0 15,-21-4-15,-11 1 16,-4 3-16,5 5 16,1 0-16,3 2 15,-1 3-15,2 0 16,3-1-16,7 0 16,3-3-16,13-6 15,-18 7-15,18-7 16,-14 5-16,14-5 15,-12 4 1,12-4-16,0 0 16,0 0-16,0 0 15,0 0-15,0 0 16,0 0-16,29-5 16,6-6-16,1-3 15,1-2-15,-3 0 16,-6 2-16,-9 4 15,-6 2 1,-13 8-16,12-8 16,-12 8-16,0 0 15,0 0-15,11-7 16,-11 7-16,0 0 16,0 0-16,0 0 15,-14 19-15,-18 3 16,-9 5-1,-1-2-15,4-3 16,5-2-16,-2-1 16,-1 0-16,3-2 15,3-5-15,3-1 16,1 3-16,1 3 16,1 6-16,4-6 15,3-2-15,3-3 16,1-2-1,2-2-15,0 0 16,1-1-16,10-7 16,-14 10-16,14-10 15,0 0-15,-10 8 16,10-8-16,0 0 16,0 0-16,0 0 15,0 0-15,0 0 16,-7 6-16,7-6 15,0 0 1,0 0-16,0 0 16,0 0-16,0 0 15,0 0-15,0 0 16,0 0-16,0 0 16,0 0-16,0 0 15,0 0-15,0 0 16,0 0-16,0 0 15,0 0 1,-7 6-16,7-6 16,0 0-16,0 0 15</inkml:trace>
  <inkml:trace contextRef="#ctx0" brushRef="#br0" timeOffset="104560.35">14199 5529 0,'0'0'0,"0"0"0,-2-2 16,2 2-16,-9-7 16,9 7-16,-8-7 15,8 7-15,0 0 16,-12-5-16,12 5 15,0 0-15,-18-1 16,18 1 0,-17-1-16,7 1 15,-1 0-15,0 0 16,-6 0-16,-1-1 16,0 1-16,-1-1 15,3 0-15,1 1 16,3-1-16,-2 0 15,-1 1-15,1 1 16,1 0-16,1-1 16,-1 1-1,-5 0-15,-1 0 16,1 0-16,2-1 16,3 1-16,-1 1 15,1 1-15,-2 1 16,5 1-16,0-1 15,-1-1-15,0 2 16,1 0-16,-1 0 16,-1 1-1,-2 0-15,-1 3 16,0-2-16,0 0 16,4-1-16,11-6 15,-15 7-15,15-7 16,-15 7-16,15-7 15,-15 6-15,15-6 16,-20 10 0,8-2-16,-1 3 15,1-1-15,-1 2 16,2 0-16,1-1 16,-1 0-16,-3 1 15,1-1-15,0-1 16,-3-1-16,4-1 15,-1-1-15,13-7 16,-18 12-16,18-12 16,-15 10-1,5-4-15,0 0 16,1 1-16,9-7 16,-12 10-16,12-10 15,-8 7-15,8-7 16,0 0-16,-7 7 15,7-7-15,0 0 16,0 0-16,0 0 16,0 0-16,0 0 15,-3 6 1,3-6-16,0 0 16,0 0-16,0 0 15,0 0-15,0 0 16,0 0-16,0 0 15,0 0-15,0 0 16,0 0-16,0 0 16,0 0-1,0 0-15,0 0 16,0 0-16,12-13 16,-5 4-16,-1 1 15,0 0-15,-1 2 16,-5 6-16,7-10 15,-7 10-15,0 0 16,6-6-16,-6 6 16,0 0-16,0 0 15,0 0 1,2-7-16,-2 7 16,0 0-16,0 0 15,0 0-15,0 0 16,0 0-16,0 0 15,0 0-15,0 0 16,0 0-16,0 0 16,0 0-16,0 0 15,-12 11 1,12-11-16,-6 8 16,6-8-16,-6 7 15,6-7-15,-5 7 16,5-7-16,0 0 15,-4 7-15,4-7 16,0 0-16,0 0 16,0 0-1,12 5-15,2-4 16,11 0-16,4-1 16,3-3-16</inkml:trace>
  <inkml:trace contextRef="#ctx0" brushRef="#br0" timeOffset="109603.93">12336 5829 0,'0'0'0,"0"0"0,0 0 15,0 0-15,0 0 16,0 0-16,0 0 15,0 0 1,0 0-16,0 0 16,0 0-16,0 0 15,0 0-15,0 0 16,0 0-16,0 0 16,0 0-16,0 0 15,0 0-15,0 0 16,0 0-16,0 0 15,0 0-15,0 0 16,0 0 0,0 0-16,0 0 15,0 0-15,0 0 16,0 0-16,0 0 16,0 0-16,0 0 15,0 0-15</inkml:trace>
  <inkml:trace contextRef="#ctx0" brushRef="#br0" timeOffset="110321.59">12336 5846 0,'0'0'0,"0"0"0,0 0 16,0 0-16,0 0 15,0 0-15,0 0 16,0 0 0,0 0-16,0 0 15,0 0-15,0 0 16,0 0-16,0 0 16</inkml:trace>
  <inkml:trace contextRef="#ctx0" brushRef="#br0" timeOffset="116466.58">13107 5835 0,'0'0'0,"0"0"0,0 0 15,0 0-15,0 0 16,0 0-16,0 0 15,0 0-15,0 0 16,0-1-16,0 1 16,0 0-16,0 0 15,0 0-15,0 0 16,-1-8-16,1 8 16,0 0-1,0 0-15,-1-6 16,1 6-16,0 0 15,0-7-15,0 7 16,0-8-16,0 8 16,-1-9-16,1 9 15,-3-8-15,-2 2 16,-3-4 0,-1-1-16,1 2 15,1 1-15,1 1 16,1 0-16,0 0 15,-1 1-15,6 6 16,-8-10-16,8 10 16,-6-10-16,6 10 15,-9-10-15,4 4 16,0-1-16,0 1 16,-1-2-1,-1 1-15,0 1 16,7 6-16,-16-11 15,16 11-15,-13-8 16,13 8-16,-12-6 16,12 6-16,-17-5 15,7 3-15,10 2 16,-17-4 0,17 4-16,-17-2 15,7 0-15,10 2 16,-18-3-16,18 3 15,-16-3-15,16 3 16,-13-4-16,13 4 16,-13-3-16,13 3 15,-13-4-15,13 4 16,-11-3 0,11 3-16,-10-1 15,10 1-15,0 0 16,-12 0-16,12 0 15,0 0-15,-10 0 16,10 0-16,-9 2 16,9-2-16,-11 3 15,11-3-15,-13 7 16,3-2 0,-2 1-16,-1 0 15,-2 3-15,-2-1 16,-4 3-16,-1 0 15,3 1-15,0 2 16,3-3-16,3-1 16,0-1-16,1-1 15,0 0-15,-1 0 16,3-1-16,10-7 16,-15 10-1,15-10-15,0 0 16,-11 8-16,11-8 15,0 0-15,0 0 16,0 0-16,0 0 16,-10 1-16,10-1 15,0 0-15,0 0 16,0 0 0,0 0-16,0 0 15,0 0-15,0 0 16,0 0-16,0 0 15,0 0-15,0 0 16,0 0-16,0 0 16,0 0-16,0 0 15,0 0-15,0 0 16,0 0-16,0 0 16,0 0-1,0 0-15,0 0 16,0 0-16,18-5 15,4-2-15,0 0 16,2 0-16,3-2 16,3-4-16,-2 1 15,-3 0-15,-2 1 16,-1 0-16,1 1 16,1-1-1,-4 1-15,2 1 16,-1 0-16,5 3 15,-1 2-15,-3 1 16,-5 0-16,-4 0 16,-2 2-16,-11 1 15,17-1-15,-17 1 16,12 1-16,-12-1 16,0 0-1,11 3-15,-11-3 16,0 0-16,0 0 15,0 0-15,0 0 16,0 0-16,0 0 16,11 6-16,-11-6 15,0 0-15,-18 13 16,-6 0-16,-10 0 16,-4 0-1,-7 0-15,-10 2 16,3 0-16,5-2 15,5-2-15,3 0 16,1-1-16,3-1 16,5-2-16,7-1 15,5-3-15,1 1 16,6-1-16,11-3 16,-16 4-16,16-4 15,0 0 1,0 0-16,-10 4 15,10-4-15,0 0 16,0 0-16,0 0 16,0 0-16,0 0 15,0 0-15,0 0 16,19-12-16,-1 1 16,6-1-1,5 1-15,1 1 16,-2 0-16,1 1 15,-1 0-15,0 0 16,-2 1-16,3-1 16,-2 2-16,2-1 15,-1 3-15,-3 0 16,-2 2-16,-2 2 16,-5 1-16,-4 0 15,-12 0-15,16 0 16,-16 0-1,0 0-15,10 0 16,-10 0-16,0 0 16,0 0-16,0 0 15,0 0-15,0 0 16,-2 7-16,-13 3 16,-8 2-16,-4 2 15,0-2 1,-6 0-16,-2-1 15,-1 0-15,2 0 16,0-2-16,0 2 16,-1-1-16,4 0 15,6-2-15,5-3 16,4 0-16,0 0 16,0 1-16,1 0 15,1 1 1,3-1-16,11-6 15,-11 7-15,11-7 16,0 0-16,0 0 16,0 0-16,-10 6 15,10-6-15,0 0 16,0 0-16,0 0 16,0 0-16,0 0 15,0 0-15,0 0 16,0 0-1,0 0-15,0 0 16,0 0-16,0 0 16,0 0-16,0 0 15,0 0-15,0 0 16,0 0-16,0 0 16,0 0-16,0 0 15,0 0-15,0 0 16,0 0-1,0 0-15,0 0 16,0 0-16,0 0 16,0 0-16,0 0 15,0 0-15,0 0 16,0 0-16,0 0 16,0 0-16,0 0 15,0 0 1,0 0-16,0 0 15,0 0-15,0 0 16,0 0-16,0 0 16,0 0-16,0 0 15,0 0-15,0 0 16,0 0-16,0 0 16,0 0-16,0 0 15,0 0-15,0 0 16,0 0-1,0 0-15,0 0 16,0 0-16,0 0 16,0 0-16,0 0 15,0 0-15,0 0 16,0 0-16,0 0 16,0 0-16,0 0 15,0 0 1,0 0-16,0 0 15,0 0-15,0 0 16,0 0-16,0 0 16,0 0-16,0 0 15,0 0-15,0 0 16,0 0-16,0 0 16,0 0-16,0 0 15,0 0-15,0 0 16,0 0-1,0 0-15,0 0 16,0 0-16,0 0 16,0 0-16,0 0 15,0 0-15,0 0 16,0 0-16,0 0 16,0 0-16,0 0 15,0 0-15,0 0 16,0 0-16,0 0 15,0 0 1,0 0-16,0 0 16,0 0-16,0 0 15,0 0-15,0 0 16,0 0-16,0 0 16,-7 6-16,7-6 15,0 0-15,0 0 16,0 0-1,0 0-15,0 0 16,0 0-16,0 0 16,0 0-16,0 0 15,0 0-15,0 0 16,0 0-16,0 0 16,0 0-16,0 0 15,0 0-15,0 0 16,0 0-16,0 0 15,0 0 1,0 0-16,0 0 16,0 0-16,0 0 15,0 0-15,0 0 16,0 0-16,0 0 16,0 0-16,0 0 15</inkml:trace>
  <inkml:trace contextRef="#ctx0" brushRef="#br0" timeOffset="121709.56">14555 5680 0,'0'0'0,"0"0"0,0 0 0,0 0 15,0 0-15,0 0 16,0 0-16,2 0 16,-2 0-1,0 0-15,19-2 16,-3 0-16,3 1 15,6-2-15,3 1 16,1 0-16,4-1 16,1 0-16,6 1 15,-1-1-15,-1 1 16,-4 0-16,-3 0 16,0 1-1,-3-1-15,-2 1 16,-4 1-16,-4 0 15,-5 0-15,-13 0 16,13 0-16,-13 0 16,0 0-16,0 0 15,0 0-15,0 0 16,0 0-16,0 0 16,-4-7-1</inkml:trace>
  <inkml:trace contextRef="#ctx0" brushRef="#br0" timeOffset="122777.65">14895 5524 0,'0'0'0,"0"0"0,0 0 16,0 0-16,0 0 15,0 0-15,0 0 16,0 0-16,0 0 16,5 3-16,-5-3 15,25 13-15,-2-1 16,-1 0-16,-2 0 16,-3-3-1,-2-1-15,-3-1 16,-1-2-16,-1 0 15,-10-5-15,13 6 16,-13-6-16,0 0 16,0 0-16,9 8 15,-14-1-15,-8 5 16,-7 1-16,-8 5 16,1-2-16,1 0 15,4-4 1,6-4-16,3-2 15,3-1-15,10-5 16,-13 5-16,13-5 16,0 0-16,-10 5 15,10-5-15,0 0 16,0 0-16,0 0 16,0 0-1,-9 2-15,9-2 16,0 0-16,0 0 15,0 0-15,0 0 16,0 0-16,0 0 16,0 0-16,0 0 15,0 0-15,0 0 16,0 0-16,0 0 16,0 0-16,0 0 15,0 0 1,0 0-16,0 0 15,0 0-15,0 0 16,0 0-16,0 0 16,0 0-16,0 0 15,0 0-15,0 0 16,0 0-16,0 0 16,0 0-16,0 0 15,0 0 1,0 0-16,0 0 15,0 0-15,0 0 16,0 0-16,0 0 16,0 0-16,0 0 15,0 0-15,0 0 16,0 0-16,0 0 16,0 0-1,0 0-15,0 0 16,0 0-16,0 0 15,0 0-15,0 0 16,0 0-16,0 0 16,0 0-16,0 0 15,0 0-15,-10 1 16,10-1-16,0 0 16,0 0-16,0 0 15,0 0 1,0 0-16,0 0 15,0 0-15,0 0 16,0 0-16,0 0 16,0 0-16,-13 1 15</inkml:trace>
  <inkml:trace contextRef="#ctx0" brushRef="#br0" timeOffset="123763.63">14746 5813 0,'0'0'0,"0"0"0,0 0 0,0 0 16,0 0-16,0 0 16</inkml:trace>
  <inkml:trace contextRef="#ctx0" brushRef="#br0" timeOffset="123964.23">14779 5809 0,'0'0'0,"0"0"0</inkml:trace>
  <inkml:trace contextRef="#ctx0" brushRef="#br0" timeOffset="125014.56">14457 6213 0,'0'0'0,"-2"3"0,2-3 16,-16 14-16,-4 4 15,5-1-15,4-4 16,11-13 0</inkml:trace>
  <inkml:trace contextRef="#ctx0" brushRef="#br0" timeOffset="126886.18">13532 6088 0,'0'0'0,"0"0"0,0 0 0,0 0 0,0 0 16,0 0 0,0 0-16,0 0 15,0 0-15,0 0 16,0 4-16,-1 5 16,0 7-16,0 0 15,1-1-15,-1-4 16,0-2-16,1-3 15,0-6-15,0 8 16,0-8 0,0 0-16,0 0 15,30 5-15,17-20 16,4-8-16,-6-3 16,-8 1-16,-8 4 15,-6 1-15,-5 5 16,-3 2-16,-3 1 15,-2 1-15,-1 2 16,0 1-16,-4 2 16,-5 6-1,13-12-15,-6 4 16,0 0-16,-1 1 16,-6 7-16,7-8 15,-7 8-15,0 0 16,0 0-16,6-7 15,-6 7-15,0 0 16,0 0-16,0 0 16,0 0-1,0 0-15,0 0 16,3-6-16,-3 6 16,0 0-16,0 0 15,0 0-15,0 0 16,0 0-16,0 0 15,0 0-15,0 0 16,0 0-16,0 0 16,0 0-1,0 0-15,0 0 16,0 0-16,0 0 16,0 0-16,0 0 15,0 0-15,0 0 16,0 0-16,0 0 15,0 0-15,0 0 16,0 0-16,0 0 16,0 0-1,0 0-15,0 0 16,0 0-16,0 0 16,0 0-16,0 0 15,0 0-15,0 0 16,0 0-16,0 0 15,0 0-15,0 0 16,0 0-16,0 0 16,0 0-1,0 0-15,0 0 16,0 0-16,0 0 16,0 0-16,0 0 15,0 0-15,0 0 16,0 0-16,0 0 15,0 0-15,0 0 16,0 0-16,0 0 16,0 0-16,0 0 15,0 0 1,0 0-16,0 0 16,0 0-16,0 0 15,0 0-15,0 0 16,0 0-16,0 0 15,0 0-15,0 0 16,0 0-16,0 0 16</inkml:trace>
  <inkml:trace contextRef="#ctx0" brushRef="#br0" timeOffset="127653.44">14394 6279 0,'0'0'0,"0"-1"15,0 1-15,0 0 16,0 0-16,1-9 16,-1 9-16</inkml:trace>
  <inkml:trace contextRef="#ctx0" brushRef="#br0" timeOffset="127836.92">14512 6213 0,'0'0'0,"0"0"0,0 0 0,0 0 0,0 0 15,0 0-15,0 0 16</inkml:trace>
  <inkml:trace contextRef="#ctx0" brushRef="#br0" timeOffset="128038.19">14496 6243 0,'0'0'0,"0"-2"0,0 2 16,0 0-16,0 0 15</inkml:trace>
  <inkml:trace contextRef="#ctx0" brushRef="#br0" timeOffset="128204.8">14521 6211 0,'0'0'0,"0"0"0,0 0 0,0 0 16,0 0-16,0 0 15,0 0-15</inkml:trace>
  <inkml:trace contextRef="#ctx0" brushRef="#br0" timeOffset="133197.24">14428 6339 0,'0'0'0,"0"0"0,0 0 16,0 0-16,0 0 15,-1 3-15,-5 3 16,-3 8-16,-5 4 16,0-1-16,-1-1 15,0 2-15,-2 1 16,1 4-16,2 0 16,1-4-1,3-1-15,-1 0 16,-7 1-16,-10 2 15,-3-1-15,2-1 16,-2 2-16,-2 6 16,-2 4-16,-1 0 15,2-4-15,-15 10 32,-7 7-17,1-1-15,19-23 16,-1-12-16,1-2 15,3-17-15,-4 7 16,-8-16-16,12 11 16,-8 18-16,6 20 15,0-2-15,4-3 16,-4-11-16,-12-34 16,11 13-1,-3-10-15,11 14 16,-10 22-16,2-12 15,-7-1-15,-7-37 16,7-11-16,9 13 16,5 4-16,-6 8 15,-7 9-15,6 2 16,11 10-16,9-2 16,2 0-1,3 0-15,0-8 16,-3-9-16,2-19 15,2 15-15,6 0 16,4-5-16,1-7 16,4-15-16,-2 18 15,0 4-15,-1 5 16,1 0-16,0-6 16,-1 4-1,0 0-15,0-1 16,0 0-16,-2 0 15,-1 0-15,-1 0 16,1-3-16,-1 2 16,0 1-16,0 5 15,-1 6-15,0 0 16,1 2 0,-1 2-16,1 0 0,2 8 15,-3-11 1,3 11-16,-1-8 15,1 8-15,-2-8 16,2 8-16,-3-8 16,3 8-16,0 0 15,-3-7-15,3 7 16,0 0-16,0 0 16,0 0-16,0 0 15,0 0 1,0 0-16,-7-6 15,7 6-15,0 0 16,0 0-16,0 0 16,0 0-16,0 0 15,0 0-15,0 0 16,-10 5-16,4 2 16,-5 4-1,0 3-15,-1 1 16,0 3-16,-3 5 15,0 4-15,-1 0 16,3-1-16,2-7 16,4-6-16,2-4 15,1-2-15,4-7 16,-6 8-16,6-8 16,0 0-16,-3 7 15,3-7 1,0 0-16,0 0 15,0 0-15,0 0 16,0 0-16,0 0 16,0 0-16,3-26 15,2 1-15,-2 1 16,0 2-16,1 2 16,-3 3-16,1 3 15,0 3 1,-1 0-16,0 3 15,0 0-15,0 0 16,0 2-16,-1-2 16,0 8-16,2-10 15,-2 10-15,0 0 16,2-7-16,-2 7 16,0 0-16,20-8 15,-2 10 1,4 4-16,3 4 15,2 1-15,0 3 16,4 3-16,0-1 16,-1-1-16,-4-1 15,-1-3-15,-5-4 16,-3-2-16,-6-2 16,-11-3-16,13 3 15,-13-3-15,0 0 16,0 0-1,0 0-15,11 5 16,-11-5-16,0 0 16,0 0-16,0 0 15,0 0-15,0 0 16,0 0-16,0 0 16,0 0-16,0 0 15,5 6-15,-5-6 16,0 0-1,0 0-15,0 0 16,0 0-16,0 0 16,0 0-16,0 0 15,0 0-15,0 0 16,0 0-16,0 0 16,0 0-16,0 0 15,0 0 1,0 0-16,0 0 15,0 0-15,0 0 16,0 0-16,0 0 16,0 0-16,0 0 15,0 0-15,0 0 16,0 0-16,0 0 16,0 0-16,0 0 15,0 0 1,0 0-16,0 0 15,0 0-15,0 0 16,1 7-16,-1-7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 1,0 0-16,0 0 15,0 0-15,0 0 16,0 0-16,0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16,0 0-16,0 0 15,0 0-15,0 0 16,0 0 0,0 0-16,0 0 15,0 0-15,0 0 16,0 0-16,0 0 16,0 0-16,0 0 15,0 0-15,0 0 16,0 0-16,0 0 15,0 0 1,0 0-16,0 0 16,0 0-16,0 0 15,0 0-15,0 0 16,0 0-16,0 0 16,12-5-16</inkml:trace>
  <inkml:trace contextRef="#ctx0" brushRef="#br0" timeOffset="135952.92">11976 4907 0,'0'0'0,"0"0"16,0 0-16,5 1 15,-5-1-15,13 1 16,-13-1-16,22 2 16,-1-1-1,3-1-15,6 0 16,0 0-16,-5 0 16,0 0-16,-2 0 15,3-1-15,6 1 16,7 0-16,0 0 15,3 0-15,2 0 16,0 0-16,-3 0 16,-5-1-1,-1 1-15,-3 0 16,-2 0-16,0 0 16,-4 0-16,3 0 15,3 0-15,-1 0 16,2 2-16,2 3 15,1-2-15,3 1 16,-2 0-16,-3-2 16,1 1-1,-3-3-15,2 0 16,-2 0-16,0 0 16,-2 0-16,2 0 15,-1 0-15,-1 1 16,-3 1-16,3-1 15,3 1-15,6-1 16,7 1-16,0 4 16,1 0-16,-2-2 15,0 0 1,-1-5-16,1 0 16,2 0-16,0 0 15,-1 1-15,-7 0 16,-4 2-16,-1 4 15,1 1-15,4 0 16,2 1-16,1-4 16,0-3-1,-11 0-15,-3 0 0,-2 0 16,-4-1 0,0 2-16,-6-2 15,-2 1-15,-14-1 16,14 0-16,-14 0 15,0 0-15,10 0 16,-10 0-16,0 0 16,0 0-1,0 0-15,0 0 16,0 0-16,0 0 16,0 0-16,0 0 15,0 0-15,0 0 16,0 0-16,0 0 15,0 0-15,0 0 16,0 0-16,0 0 16,0 0-16,0 0 15,0 0-15,0 0 16,0 0 0,-5-7-16,5 7 15,0 0-15,0 0 16,-8-8-16,8 8 15,0 0-15,0 0 16,-8-7-16,8 7 16,0 0-1,0 0-15,-10-8 16,10 8-16,0 0 16,0 0-16,-9-8 15,9 8-15,0 0 16,-9-6-16,9 6 15,0 0-15,-10-10 16,10 10-16,-9-5 16,9 5-16,0 0 15,-8-7-15,8 7 16,0 0 0,-10-5-16,10 5 15,0 0-15,0 0 16,0 0-16,0 0 15,0 0-15,0 0 16,-4-7-16,4 7 16,0 0-16,0 0 15,0 0-15,0 0 16,0 0 0,0 0-16,0 0 15,-9-6-15,9 6 16,0 0-16,0 0 15,0 0-15,-10-7 16,10 7-16,0 0 16,-11-3-16,11 3 15,0 0 1,0 0-16,0 0 16,-6-8-16,6 8 15,0 0-15,0 0 16,0 0-16,0 0 15,-6-6-15,6 6 16,0 0-16,0-7 16,0 7-16,0 0 15,0 0 1,0 0-16,0 0 16,2-6-16,-2 6 15,0 0-15,0 0 16,0 0-16,0 0 15,0 0-15,4 10 16,5 1-16,5 4 16,6-1-16,-1 1 15,-1-1-15,-2-1 16,-5-4-16,-2-2 16,-1 0-1,-2-1-15,-2 1 16,-4-7-16,8 11 15,-8-11-15,2 10 16,-2-10-16,-1 13 16,-8-1-16,-5 3 15,-10 1-15,-7 1 16,-8-2-16,-5 1 16</inkml:trace>
  <inkml:trace contextRef="#ctx0" brushRef="#br0" timeOffset="149929.22">15434 5522 0,'0'0'0,"0"0"0,0 0 0,0 0 16,0 0-16,0 0 16,0 0-16,0 0 15,0 0-15,0 0 16,0 0-16,0 0 15,0 0-15,-3 0 16,3 0-16,-19-2 16,6 2-1,-1-1-15,-1 0 16,3 0-16,0 1 16,1 0-16,0 2 15,1 1-15,10-3 16,-15 10-16,15-10 15,-11 10-15,11-10 16,-3 13-16,6-3 16,5 1-1,4-2-15,3 1 16,1-2-16,-1-2 16,-2-1-16,-3-3 15,-10-2-15,16 3 16,-16-3-16,0 0 15,0 0-15,0 0 16,0 0-16,-4 7 16,-13 4-16,-4 2 15,0 1 1,2-1-16,2 0 16,1-2-16,4-2 15,3 0-15,3-2 16,6-7-16,-4 10 15,4-10-15,13 12 16,5-3-16,9 2 16,0-3-16,-1-3 15,1-1 1,-7-4-16,1 0 16,-6 0-16,-2 0 15,-13 0-15,15 1 16,-15-1-16,0 0 15,0 0-15,10 1 16,-10-1-16,0 0 16,0 0-1,0 0-15,0 0 16,0 0-16</inkml:trace>
  <inkml:trace contextRef="#ctx0" brushRef="#br0" timeOffset="154253.07">15130 5956 0,'0'0'0,"0"0"0,0 0 16,0 0-16,0 0 16,-1 1-16,1-1 15,0 0-15,0 0 16,0 0-16,0 0 16,-3 7-1,3-7-15,0 0 16,-9 10-16,9-10 15,-11 12-15,6-6 16,-1 0-16,6-6 16,-11 12-16,4-4 15,-1 0-15,-3 4 16,-1 1-16,0 1 16,0-2-1,3-1-15,-3 1 16,-1 4-16,-4 0 15,1 0-15,3-2 16,1-2-16,0 0 16,2-3-16,-1 1 15,0 0-15,0 1 16,-4 2-16,-3 6 16,-1 4-1,-1-2-15,5-3 16,2-4-16,0 0 15,0 1-15,-3 2 16,0 2-16,1-2 16,2-4-16,-4-6 15,-1 3-15,2-3 16,1 1-16,3-1 16,12-7-16,-16 9 15,5-2 1,-2 1-16,-1 0 15,-2 0-15,4-3 16,2 0-16,10-5 16,-16 7-16,5-2 15,-2 1-15,-1-2 16,2-1-16,12-3 16,-16 5-1,16-5-15,-12 8 16,12-8-16,-10 5 15,10-5-15,0 0 16,0 0-16,0 0 16,-11 6-16,11-6 15,0 0-15,0 0 16,-12-4-16,-1-2 16,2 0-16,-3-3 15,14 9 1,-11-7-16,11 7 15,-22-15-15,3 4 16,2 3-16,17 8 16,-15-8-16,15 8 15,-10-11-15,5 4 16,-1-3-16,-2-4 16,-1-1-16,-3-3 15,4 8 1,-6-4-16,-2 2 15,-1-1-15,1 2 16,3 0-16,6 0 16,3 4-16,-3-4 15,1 0-15,-5-3 16,-8 1-16,1 0 16,-1 2 15,-1-1-31,0 1 15,6 0-15,1 2 16,2-1-16,1 2 16,1-1-16,-2-2 15,1 0-15,-1 1 16,2-1-16,-1 1 16,1 0-16,1 1 15,-1 1-15,2 0 16,2 2-1,-1-1-15,6 7 16,-9-8-16,9 8 16,-6-9-16,6 9 15,-9-10-15,9 10 16,-10-10-16,10 10 16,-8-9-16,8 9 15,-8-8 1,8 8-16,-7-8 15,7 8-15,-5-6 16,5 6-16,0 0 16,-8-9-16,8 9 15,0 0-15,-7-6 16,7 6-16,0 0 16,0 0-1,0 0-15,0 0 16,0 0-16,-6-6 15,6 6-15,0 0 16,0 0-16,0 0 16,0 0-16,0 0 15,0 0-15,0 0 16,0 0-16,0 0 16,0 0-16,0 0 15,0 0-15,-6-7 16,6 7-1,0 0-15,0 0 16,-9-8-16,9 8 16,0 0-16,-7-7 15,7 7-15,0 0 16,0 0-16,-6-7 16,6 7-16,0 0 15,0 0-15,0 0 16,-6-7-1,6 7-15,0 0 16,0 0-16,0 0 16,0 0-16,0 0 15,0 0-15,-6 7 16,4 1-16,0 0 16,-2 7-16,-1 5 15,-1 0 1,2-1-16,-1-4 15,2-3-15,1-2 16,1-1-16,-1-3 16,2-6-16,-2 8 15,2-8-15,0 0 16,-1 7-16,1-7 16,0 0-16,0 0 15,0 0 1,0 0-16,0 0 15,0 0-15,0 0 16,-3-11-16,1 2 16,0-3-16,1-3 15,2 0-15,1 0 16,0 3-16,-1 1 16,0 2-16,1 0 15,-1 1-15,1 0 16,0 0-1,-1 1-15,-1 7 16,1-11-16,-1 11 16,2-8-16,-2 8 15,4-6-15,-4 6 16,0 0-16,16-8 16,-6 8-16,6 0 15,4 3 1,6 0-16,-1 0 15,-5 0-15,-4-1 16,-2 0-16,-3 0 16,-11-2-16,13 3 15,-13-3-15,0 0 16,11 2-16,-11-2 16,0 0-16,0 0 15,0 0-15,0 0 16,0 0-16,0 0 15,0 0 1,0 0-16,0 0 16,0 0-16,0 0 15,0 0-15,0 0 16,10 3-16,-10-3 16,0 0-16,0 0 15,0 0-15,0 0 16,0 0-1,0 0-15,0 0 16,0 0-16</inkml:trace>
  <inkml:trace contextRef="#ctx0" brushRef="#br0" timeOffset="159162.95">14302 5274 0,'0'0'0,"0"-2"0,0 2 0,0 0 16,0 0-16,0 0 15,0-7-15,0 7 16,0 0-16,0 0 16,0 0-16,0 0 15,0 0-15</inkml:trace>
  <inkml:trace contextRef="#ctx0" brushRef="#br0" timeOffset="159363.1">14312 5271 0,'0'0'0,"0"0"0,0 0 15,0 0-15,0 0 16,0 0-16,0 0 15,0 0-15,0 0 16</inkml:trace>
  <inkml:trace contextRef="#ctx0" brushRef="#br0" timeOffset="159530.51">14318 5247 0,'0'0'0,"0"0"15,0 0-15,0 0 16,0 0-16,0 0 16,0 0-16,2 2 15</inkml:trace>
  <inkml:trace contextRef="#ctx0" brushRef="#br0" timeOffset="160982.32">13256 5863 0,'0'0'0,"0"0"15,0-1-15,0 1 16,0 0-16,0 0 16,0 0-16,0 0 15,0 0 1,0 0-16,0 0 15,3-10-15,5 2 16,6-3-16,2 0 16,0 1-16,-1 1 15,0 2-15,-1 1 16,2 0-16,-1 1 16,-1 1-16,-5 1 15,-9 3 1,11-2-16,-11 2 15,0 0-15,0 0 16,0 0-16,0 0 16,0 0-16,0 0 15,0 0-15,-11 8 16,1-5-16,10-3 16,-16 6-16,16-6 15,0 0 1,-11 3-16,11-3 15,0 0-15,0 0 16,0 0-16,0 0 16,0 0-16,0 0 15,0 0-15,0 0 16,0 0-16,0 0 16,0 0-16,0 0 15,0 0-15,-3-6 16,3 6-1,0 0-15,0 0 16,0 0-16,0 0 16,0 0-16,0 0 15,0 0-15,0 0 16,0 0-16,0 0 16,0 0-1,0 0-15,0 0 16,0 0-16,0 0 15,0 0-15,0 0 16,0 0-16,0 0 16,0 0-16,0 0 15,0 0-15,0 0 16,0 0-16,0 0 16,0 0-16,0 0 15,0 0 1,0 0-16,0 0 15,0 0-15</inkml:trace>
  <inkml:trace contextRef="#ctx0" brushRef="#br0" timeOffset="165808.01">11607 6409 0,'0'0'0,"0"0"16,0 0-16,0 0 16,0 0-16,0 0 15,0 0 1,0 0-16,0 0 16,0 0-16,3 0 15,-3 0-15,30 0 16,6 0-16,9 0 15,5-2-15,6-4 16,-3-1-16,-1-1 16,-3-3-1,-1-2-15,-4-1 16,-5 2-16,-9 2 16,-6 1-16,-8 2 15,-6 2-15,-10 5 16,10-3-16,-10 3 15,0 0-15,0 0 16,-10-4-16,-21 1 16,-16 4-16,-5 4 15,5 2 1,6 0-16,8-1 16,5-1-16,7-2 15,6-1-15,3 0 16,12-2-16,-12 2 15,12-2-15,0 0 16,0 0-16,0 0 16,0 0-16,12 0 15,24 0-15,12-2 16,1-1 0,0-1-16,-4 0 15,-10 0-15,-9 0 16,-10 1-16,-5 0 15,-11 3-15,10-2 16,-10 2-16,0 0 16,0 0-1,-42 2-15,-34 15 16,-13 8-16,0 6 16,15-5-16,19-7 15,6-3-15,9-3 16,9-3-16,5-2 15,9-3-15,6-2 32,11-3-32,0 0 15,0 0-15,22-26 16,25 2 0,6 2-16,-1 4 15,0 1-15,-10 3 16,-2 1-16,-2 2 15,-13 4-15,-10 2 16,-3 1-16,-12 4 16,10-3-16,-10 3 15,0 0-15,0 0 16,0 0 0,0 0-16,0 0 15,0 0-15,0 0 16,0 0-16,-16 7 15,16-7-15,0 0 16,0 0-16,0 0 16,0 0-16,0 0 15,0 0-15,29-14 16,30-7 0</inkml:trace>
  <inkml:trace contextRef="#ctx0" brushRef="#br0" timeOffset="170783.78">12064 6142 0,'0'0'0,"3"1"0,-3-1 15,0 0-15,0 0 16,0 0-16,0 0 15,0 8-15,-6 3 16,-1 15-16,-4 21 16,0 13-16,-5 20 15,2 0-15,-9 38 32,6-19-17,-1-18-15,0 1 16,7-41-16,2 2 15,2-6-15,2-8 16,0 4-16,0-5 16,0 4-16,5 0 15,8-5-15,3-3 16,0-8 0,5-2-16,9-6 15,11-2-15,4-5 16,13-11-16,-6-2 15,19-6-15,-1-2 16,13-2-16,3-2 16,-5 3-16,16-3 15,-1 7-15,11 2 16,-11 5-16,-2 0 16,1 5-1,-19 2-15,-13 4 16,4 0-16,-11 0 15,0 0-15,-8-1 16,-22 0-16,4-5 16,-1-5-16,11-2 15,-14 4-15,-10 4 16,-11 4-16,0 0 16,0 0-16,0 0 15,9-8 1,-1-5-16,10-21 15,19-34-15,8-16 16,-6 11-16,2-8 16,-7 17-16,-3 4 15,-6 11-15,8-9 32,-2 4-17,-3 5-15,-5 8 16,-9 13-16,-1 3 15,-4 4-15,-3-1 16,-3 6-16,-1 6 16,-1 3-16,-1 7 15,0 0-15,-2-7 16,2 7 0,-2-7-16,2 7 15,0-8-15,0 8 16,0 0-16,0-7 15,0 7-15,0 0 16,0 0-16,0 0 16,4-6-16,-4 6 15,0 0-15,0 0 16,0 0-16,0 0 16,0 0-1,2-6-15,-2 6 16,0 0-16,0 0 15,0 0-15,0 0 16,0 0-16,0 0 16,0 0-16,0 0 15,0 0-15,0 0 16,0 0-16,0 0 16,0 0-1,0 0-15,0 0 16,0 0-16,0 0 15,0 0-15,0 0 16,0 0-16,0 0 16,0 0-16,0 0 15,0 0-15,0 0 16,0 0-16,0 0 16,0 0-1,0 0-15,0 0 16,0 0-16,0 0 15,0 0-15,0 0 16,0 0-16,0 0 16,0 0-16,0 0 15,0 0-15,0 0 16,0 0-16,0 0 16,0 0-16,0 0 15,0 0 1,0 0-16,0 0 15,0 0-15,0 0 16,0 0-16,0 0 16,0 0-16,0 0 15,0 0-15,0 0 16,0 0-16,0 0 16,0 0-16,0 0 15,0 0 1,0 0-16,0 0 15,0 0-15,0 0 16,0 0-16,0 0 16,0 0-16,0 0 15,0 0-15,0 0 16,0 0-16,0 0 16,0 0-1,0 0-15,0 0 16,0 0-16,0 0 15,0 0-15,0 0 16,0 0-16,0 0 16,0 0-16,0 0 15,0 0-15,0 0 16,0 0-16,0 0 16,0 0-16,0 0 15,0 0 1,0 0-16,0 0 15,0 0-15,0 0 16,0 0-16,0 0 16,0 0-16,0 0 15,0 0-15,0 0 16,0 0-16,0 0 16,0 0-16,0 0 15,0 0-15,0 0 16,0 0-1,6-7-15,-6 7 16,0 0-16,0 0 16,0 0-16,0 0 15,0 0-15,0 0 16,0 0-16,0 0 16,0 0-16,0 0 15,0 0 1,0 0-16,0 0 15,0 0-15,0 0 16,0 0-16,0 0 16,0 0-16,0 0 15,0 0-15,0 0 16,0 0-16,0 0 16,0 0-16,0 0 15,0 0 1,0 0-16,0 0 15,0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0-1,0 0-15,0 0 16,0 0-16,0 0 16,0 0-16,0 0 15,0 0-15,0 0 16,0 0-16,0 0 16,0 0-16,0 0 15,0 0-15,0 0 16,0 0-16,0 0 15,0 0-15,0 0 16,0 0 0,0 0-16,0 0 15,0 0-15,0 0 16,0 0-16,0 0 16,0 0-16,0 0 15,0 0-15,0 0 16,0 0-16,0 0 15,0 0 1,0 0-16,0 0 16,0 0-16,0 0 15,0 0-15,0 0 16,0 0-16,0 0 16,0 0-16,0 0 15,0 0-15,0 0 16,0 0-16,0 0 15,0 0 1,0 0-16,0 0 16,0 0-16,0 0 15,0 0-15,0 0 16,0 0-16,0 0 16,0 0-16,0 0 15,0 0-15,0 0 16,0 0-1,0 0-15,0 0 0,0 0 16,0 0 0,0 0-16,0 0 15,0 0-15,0 0 16,0 0-16,0 0 16,0 0-16,0 0 15,0 0-15,0 0 16,0 0-16,0 0 15,-4-7 1,4 7-16,0 0 16</inkml:trace>
  <inkml:trace contextRef="#ctx0" brushRef="#br0" timeOffset="171952.63">13917 6095 0,'0'0'0,"0"2"16,0-2-16,0 0 15,0 0-15,0 0 16,0 0 0,0 7-16,0-7 15,0 0-15,0 0 16,0 0-16,0 0 16,0 0-16,0 0 15,0 0-15,0 0 16,0 0-16,0 0 15,1 6-15,-1-6 16,0 0 0,-2 14-16,1 4 0,-1 2 15,0-1 1,-1-2-16,0 0 16,1-2-16,-1 0 15,2-1-15,-2-2 16,1-1-16,-1 0 15,1-1-15,0 0 16,0-2 0,0-2-16,2-6 15,-3 10-15,3-10 16,-3 7-16,3-7 16,0 0-16,0 0 15,0 0-15,-4 7 16,4-7-16,0 0 15,0 0-15,0 0 16,0 0-16,0 0 16,0 0-1,0 0-15,0 0 16,0 0-16,0 0 16,0 0-16,0 0 15,0 0-15,0 0 16,0 0-16,0 0 15,0 0-15,0-7 16,0 7-16,0 0 16,0 0-16,0 0 15,0 0 1,0 0-16,0 0 16,0 0-16,0 0 15,0 0-15,0 0 16,0 0-16,3-5 15,-3 5-15,0 0 16,0 0-16,0 0 16,0 0-1,0 0-15,0 0 16,0 0-16,0 0 16</inkml:trace>
  <inkml:trace contextRef="#ctx0" brushRef="#br0" timeOffset="175125.24">13943 6088 0,'0'0'0,"3"-1"0,-3 1 0,0 0 16,0 0-16,0 0 15,0 0-15,0 0 16,0 0-16,0 0 16,-5 15-16,2 1 15,-2 3 1,1-1-16,1 0 16,-1 0-16,1 0 15,0-1-15,0-1 16,0-1-16,0 0 15,1 0-15,-2 1 16,2 2-16,-3 1 16,0 0-16,-1 2 15,1 4 1,-3 6-16,0 2 16,-1 2-16,0-1 15,-1-9-15,-3-3 16,-3 4-16,2-8 15,4-3-15,-3 2 16,1-2-16,2 10 16,1-6 15,6-10-31,3-9 16,-3 6-16,3-6 15,0 0-15,0 0 16,0 0-16,-2 7 15,2-7-15,0 0 16,0 0-16,-2 7 16,2-7-16,0 0 15,-3 7 1,3-7-16,0 0 16,-4 9-16,4-9 15,-3 6-15,3-6 16,-3 8-16,3-8 15,-5 9-15,5-9 16,-6 9 0,2-3-16,-3 2 0,-1 4 15,0 0 1,0-2-16,8-10 16,-7 9-16,7-9 15,0 0-15,0 0 16,0 0-16,-9 8 15,9-8-15,0 0 16,0 0-16,-4 7 16,4-7-16,0 0 15,0 0-15,0 0 16,0 0 0,0 0-16,0 0 15,-6 6-15,6-6 16,0 0-16,0 0 15,0 0-15,-3 6 16,3-6-16,0 0 16,0 0-16,0 7 15,0-7 1,0 0-16,0 0 16,0 0-16,0 0 15,0 0-15,0 0 16,0 7-16,0-7 15,0 0-15,0 0 16,0 0-16,0 0 16,0 0-16,0 0 15,0 0 1,-2 6-16,2-6 16,0 0-16,0 0 15,0 0-15,0 0 16,0 0-16,0 0 15,0 0-15,0 0 16,0 0-16,0 0 16,-2 7-16,2-7 15,0 0 1,0 0-16,0 0 16,0 0-16,0 0 15,0 0-15,0 0 16,0 0-16,0 0 15,0 0-15,0 0 16,0 0-16,0 0 16,0 0-16,0 0 15,0 0 1,0 0-16,0 0 16,0 0-16,0 0 15,-3 6-15,3-6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16,0 0-1,0 0 1,0 0-16,0 0 0,0 0 78,0 0-78,0 0 31,0 0 63,0 0-78,0 0 62,0 0-78,0 0 0,0 0 0,0 0 15,0 0-15,0 0 0,0 0 0,0 0 0,0 0 0,0 0 0,0 0 16,0 0-16,0 0 0,0 0 0,0 0 0,0 0 0,0 0 0,0 0 0,0 0 0,0 0 0,0 0 16,0 0-16,0 0 0,0 0 0,0 0 0,0 0 0,0 0 15,0 0-15,0 0 0,0 0 0,0 0 0,0 0 0,0 0 16,0 0-16,0 0 0,0 0 0,0 0 0,0 0 0,0 0 16,0 0-16,0 0 0,0 0 0,-16 7 15,0 0-15,-13 6 16,-7-2-16,-9 0 15,-1-1-15,-6-1 16,-7 3-16,-5 0 16,-11 2-16,2 0 15,-4 0-15,-7 3 16,6 2-16,-6 3 16,11-2-16,6 0 15,0 0 1,12-4-16,7-1 15,9-4-15,13-5 16,5-2-16,3-1 16,7-1-16,11-2 15,-12 1-15,12-1 16,0 0-16,0 0 16,0 0-1,0 0-15,31-11 16,3 1-16,9-2 15,0 0-15,0 2 16,-2-1-16,0 0 16,-1-1-16,-1 0 15,-5 2-15,-4 1 16,-5 2-16,-2 0 16,-9 3-1,-4 1-15,-10 3 16,0 0-16,0 0 15,0 0-15,-9-10 16,-12 4-16,-16 3 16,-10 3-16,-8 4 15,-4 3-15,3 3 16,1 0-16,3 0 16,7-1-16,-10 0 31,10 0-16,9-2-15,12-1 16,13-4-16,11-2 16,0 0-16,-12 3 15,12-3-15,0 0 16,0 0-16,0 0 16,20 1-16,7-5 15,0 0 1,2-3-16,-3-2 15,-6 3-15,-3-2 16,-8 5-16,-9 3 16,13-6-16,-13 6 15,0 0-15,0 0 16,0 0-16,0 0 16,0 0-1,0 0-15,0 0 16,-14 5-16,14-5 15,-15 9-15,15-9 16,0 0-16</inkml:trace>
  <inkml:trace contextRef="#ctx0" brushRef="#br0" timeOffset="181019.65">13855 6054 0,'0'3'0,"0"-3"16,0 0-16,0 0 16,0 0-16,0 0 15,0 0 1,0 0-16,0 0 15,0 0-15,0 0 16,0 0-16,0 0 16,0 8-16,0-1 15,0 4-15,-1 2 16,0 2-16,0-1 16,-1 4-16,0 0 15,-2 3-15,1 1 16,0 4-1,-2 1-15,1 0 16,-1-1-16,1 0 16,-3 0-16,-1 0 15,0 1-15,0-4 16,3-5-16,0-6 16,2-5-16,3-7 15,-7 11 1,7-11-16,-5 11 15,5-11-15,-5 12 16,5-12-16,-4 10 16,4-10-16,-2 8 15,-1-1-15,1 3 16,0 5-16,1-3 16,0-1-16,1-2 15,-1-2-15,0 2 16,-1 5-1,1 1-15,0-3 16,0 3-16,0-8 16,0 1-16,1-8 15,0 10-15,-1-3 16,0 7-16,0-3 16,1-11-16,-1 10 15,1-10-15,-3 19 16,2-9-1,1-10-15,0 0 16,-2 7-16,2-7 16,0 0-16,-6 9 15,6-9-15,0 0 16,-5 9-16,5 2 16,-2-3-16,2-1 15,-1 3 1,0-3-16,1 9 15,0 5-15,0-6 16,0-4-16,0-11 16,0 0-16,0 0 15,0 0-15,0 0 16,0 0-16,0 7 16,0-7-16,0 0 15,0 0-15,0 0 16,-10 6-1,-7 5 1,-8 5 0,-4-3-16,1-6 15,7-4-15,-2 1 16,1 0-16,-4 0 16,3 0-16,-1-1 15,0-1-15,1-2 16,1-1-16,3 1 15,0 0 1,-1 0-16,2 0 16,-1 0-16,3 0 15,2 0-15,0 0 16,0 0-16,2 0 16,-3 0-16,4 0 15,-1 0-15,0 0 16,-1 0-1,0 1-15,0-1 16,0 2-16,2 0 16,0-1-16,1 1 15,0-1-15,0 1 16,-1 0-16,0-1 16,-1 1-16,-1 0 15,-1-1-15,0 1 16,-2-1-16,-2 2 15,-1 0 1,0-1-16,2-1 16,2 2-16,0-1 15,1-1-15,0 1 16,0 0-16,1-1 16,2 0-16,0 1 15,2-1-15,-2 1 16,1 0-16,-2 0 15,1-1 1,-2 0-16,1 1 16,0 0-16,-2-1 15,-1 2-15,-2-1 16,3 1-16,-1-1 16,1 1-16,-1 0 15,-1 0-15,-2 1 16,0-2-1,1 1-15,-1 1 16,2-1-16,0 0 16,1 1-16,1-1 15,0 0-15,3 0 16,1-1-16,10-2 16,-16 3-16,16-3 15,-14 4-15,14-4 16,-12 3-16,12-3 15,0 0 1,-14 5-16,14-5 16,-11 3-16,11-3 15,-13 1-15,13-1 16,-13 2-16,13-2 16,-14 1-16,14-1 15,-13 2-15,13-2 16,-14 1-16,14-1 15,-16 2 1,16-2-16,-17 2 16,17-2-16,-15 1 15,15-1-15,-15 2 16,15-2-16,-15 2 16,15-2-16,-15 2 15,15-2-15,-17 2 16,7 1-16,1 0 15,9-3 1,-16 4-16,16-4 16,-19 4-16,9-1 15,0-1-15,0 1 16,10-3-16,-17 3 16,17-3-16,-16 3 15,16-3-15,-16 4 16,16-4-16,-15 3 15,15-3-15,-14 3 16,14-3 0,-14 3-16,14-3 15,-13 4-15,13-4 16,-11 3-16,11-3 16,0 0-16,-14 3 15,14-3-15,-14 2 16,14-2-16,-18 1 15,7 0-15,0-1 16,-1 0 0,2 0-16,0-1 15,10 1-15,-17-2 16,17 2-16,-13-7 16,13 7-16,-12-10 15,6 2-15,-1-2 16,-1-5-1,3-1-15,0 0 16,2 0-16,1-1 16,1 0-16,1-3 15,1-4-15,2-3 16,3-3-16,1-2 16,1 1-16,1 1 15,2 0-15,0 1 16,1 2-16,-1 5 15,-2 2 1,1 0-16,-1-2 16,1-2-16,-1-2 15,0 1-15,-2-1 16,-1-1-16,-1-2 16,-2-3-16,-1 2 15,0 4-15,0 5 16,-1 4-16,0 3 15,-1 1-15,1 4 16,0 1 0,0 0-16,-1 3 15,1-4-15,1 0 16,0-1-16,1 0 16,0-1-16,0 0 15,0 3-15,-1 0 16,-2 8-16,3-10 15,-3 10-15,1-8 16,-1 8 0,0 0-16,3-9 15,-3 9-15,0 0 16,3-6-16,-3 6 16,0 0-16,0 0 15,0 0-15,0 0 16,0 0-16,6-7 15,-6 7-15,0 0 16,0 0 0,0 0-16,0 0 15,0 0-15,0 0 16,0 0-16,0 0 16,0 0-16,0 0 15,0 0-15,0 0 16,0 0-16,0 0 15,0 0-15,0 0 16,0 0-16,0 0 16,0 0-1,0 0-15,0 0 16,0 0-16,0 0 16,0 0-16,0 0 15,0 0-15,0 0 16,0 0-16,0 0 15,0 0-15,0 0 16,1 7 0,-1-7-16,0 0 15,0 0-15,0 0 16,0 0-16,0 0 16,0 0-16,0 0 15,0 0-15,0 0 16,0 0-16,0 0 15,0 0-15,0 0 16,0 0 0,0 0-16,0 0 15,0 0-15,0 0 16,0 0-16,0 0 16,0 0-16,0 0 15,0 0-15,0 0 16,0 0-16,0 0 15,0 0-15,0 0 16,0 0 0,0 0-16,0 0 15,0 0-15,0 0 16,0 0-16,0 0 16,0 0-16,0 0 15,0 0-15,0 0 16,0 0-16,0 0 15,0 0-15,0 0 16,0 0-16,0 0 16,0 0-1,0 0-15,0 0 16,0 0-16,0 0 16,0 0-16,0 0 15,0 0-15,0 0 16,0 0-16,0 0 15,0 0-15,0 0 16,0 0 0,0 0-16,0 0 15,0 0-15,0 0 16,0 0-16,0 0 16,0 0-16,0 0 15,0 0-15,0 0 16,0 0-16,0 0 15,0 0-15,0 0 16,0 0-16,0 0 16,0 0-1,0 0-15,0 0 16,0 0-16,0 0 16,0 0-16,0 0 15,0 0-15,0 0 16,0 0-16,0 0 15,0 0-15,0 0 16,0 0-16,0 0 16,0 0-1,0 0-15,0 0 16,0 0-16,0 0 16,0 0-16,0 0 15,0 0-15,0 0 16,0 0-16,0 0 15,0 0-15,0 0 16,0 0-16,0 0 16,0 0-1,0 0-15,0 0 16,0 0-16,0 0 16,0 0-16,0 0 15,0 0-15,0 0 16,0 0-16,0 0 15,0 0-15,0 0 16,0 0-16,0 0 16,0 0-1,0 0-15,0 0 16,0 0-16,0 0 16,0 0-16,0 0 15,0 0-15,0 0 16,0 6-16,0-6 15,0 0-15,0 0 16,0 0-16,0 0 16,0 0-16,0 0 15,0 0 1,0 0-16,0 0 16,0 0-16,0 0 15,0 0-15,0 0 16,0 0-16,0 0 15,0 0-15,0 0 16,0 0-16,0 0 16,0 0-1,0-6-15,0 6 16,0 0-16,0 0 16,0 0-16,0 0 15,0 0-15,0 0 16,0 0-16,0 0 15,0 0-15,0 0 16,0 0-16,0 0 16,0 0-1,0 0-15,0 0 0,0 0 16,0 0 0,0 0-16,0 0 15,0 0-15,0 0 16,0 0-16,0 0 15,0 0-15,0 0 16,0 0-16,0 0 16,0 0-16,0 0 15,0 0 1,0 0-16,0 0 16,0 0-16,0 0 15,0 0-15,0 0 16,0 0-16,0 0 15,0 0-15,0 0 16,0 0-16,0 0 16,0 0-1,0 0-15,0 0 0,0 0 16,0 0 0,0 0-16,0 0 15,0 0-15,0 0 16,0 0-16,0 0 15,0 0-15,0 0 16,0 0-16,0 0 16,0 0-16,0 0 15,0 0-15,0 0 16,0 0 0,0 0-16,0 0 15,0 0-15,0 0 16,0 0-16,0 0 15,0 0-15,0 0 16,0 0-16,0 0 16,0 0-16,0 0 15,0 0-15,0 0 16,0 0 0,0 0-16,0 0 15,0 0-15,0 0 16,0 0-16,0 0 15,0 0-15,0 0 16,0 0-16,0 0 16,0 0-1,0 0-15,0 0 16,0 0-16,0 0 16,0 0-16,0 0 15,0 0-15,0 0 16,0 0-16,0 0 15,0 0-15,0 0 16,0 0-16,0 0 16,0 0-16,0 0 15,0 0 1,0 0-16,0 0 16,0 0-16,0 0 15,0 0-15,0 0 16,0 0-16,0 0 15,0 0-15,0 0 16,0 0-16,0 0 16,0 0-16,0 0 15,0 0-15,0 0 16,0 0 0,0 0-16,0-7 15,0 7-15,0 0 16,0 0-16,0 0 15,0 0-15,0 0 16</inkml:trace>
  <inkml:trace contextRef="#ctx0" brushRef="#br0" timeOffset="185628.38">14149 6047 0,'0'0'0,"0"0"16,0 0-16,0 0 16,0 0-16,0 0 15,0 0-15,0 0 16,0 0-16,0 0 16,1 4-16,-1 2 15,2 5-15,-1 3 16,-1 2-1,-1 2-15,-1-1 16,1 0-16,-1 3 16,0 3-16,-1 8 15,-1 5-15,1 0 16,-6-2 0,-7 0-1,1-2-15,-3-2 16,0-8-16,2 1 15,-6 2-15,2-3 16,-2 1 0,5-3-16,3-7 15,-6 9-15,-3 3 16,0 11-16,8-15 16,1 0-16,2-14 15,-4-8-15,5 0 16,0 0-16,1 1 15,-1 4 1,-1 3-16,1-1 16,0 3-16,0 5 15,2-5-15,9-9 16,-11 2-16,11-2 16,-22 5-16,8 0 15,0 3-15,-6 1 16,1 1-16,3-2 15,-1-5 1,2-8-16,2 3 16,2 1-16,-5-2 15,3 2-15,-2 1 16,-3 2-16,0 0 16,-3-12-16,-1-18 15,9 16-15,13 12 16,-12-5-16,12 5 15,-23-15-15,4-14 16,4 6 0,8 12-16,1 4 15,-1-2-15,-1 1 16,-1 0-16,-2-1 16,3 2-16,-1-3 15,-1-2-15,2-1 16,0-5-16,2 3 15,2 5-15,2 4 16,2 6 0,-5-14-16,2 6 15,-2-4-15,0-1 16,0 2-16,0 0 16,1 1-16,0 0 15,1 0-15,0 1 16,0-1-1,0 1-15,-1-3 16,1 2-16,0-1 16,0 2-16,1 0 15,0-1-15,0 0 16,0 1-16,0 1 16,1 1-16,-1 1 15,2 6-15,-2-13 16,2 13-16,-3-9 15,3 9 1,-2-8-16,2 8 16,-1-8-16,1 8 15,-1-7-15,1 7 16,0 0-16,0 0 16,0 0-16,0-8 15,0 8-15,0 0 16,0 0-16,0 0 15,0 0-15,0 0 16,0 0 0,0 0-16,0 0 15,0 0-15,0 0 16,0 0-16,0 0 16,0 0-16,0 0 15,0-6-15,0 6 16,0 0-16,-7-7 15</inkml:trace>
  <inkml:trace contextRef="#ctx0" brushRef="#br0" timeOffset="185745.62">13130 6340 0,'0'0'0,"0"0"0,0 0 0,0 0 0,0 0 16,0-1-16,0 1 15,0 0-15,0 0 16</inkml:trace>
  <inkml:trace contextRef="#ctx0" brushRef="#br0" timeOffset="186296.57">13135 6278 0,'0'0'0,"-1"-2"0,1 2 0,0 0 16,0 0-16</inkml:trace>
  <inkml:trace contextRef="#ctx0" brushRef="#br0" timeOffset="187932.56">13168 6199 0,'0'0'0,"0"0"0,0 0 16,0 0-16,0 0 15,0 0-15,0 0 16,0 2-16,0-2 16,0 0-1,-2 12-15,1 2 16,0 3-16,0 0 16,-1 2-16,-2 3 15,0 3-15,-3 10 16,-3 6-16,-1-4 15,0-2-15,-2 0 16,2-4 0,0-1-16,3-7 15,0 0-15,2-6 16,1-6-16,0-2 16,5-9-16,-16 12 15,-3 6-15,0 5 16,-1 9-16,7-12 15,3-7-15,-5 2 16,-2 1-16,-2 1 16,6-4-1,-5 3-15,8-6 16,-9 6-16,-1 8 16,10-12-16,0-1 15,3-3-15,0 0 16,-3 1-16,1 2 15,3-4-15,6-7 16,-16 12-16,16-12 16,-14 10-1,14-10-15,-10 7 16,-1-6-16,-4-4 16,-1-1-16,2-2 15,2 3-15,1-2 16,-1 1-16,-4-2 15,2 2-15,-5-3 16,-3 0-16,0 1 16,-2-1-1,5 10-15,2 3 16,4-6-16,-4-9 16,-1-11-16,1 6 15,10 6-15,-3-2 16,0-2-16,2-11 15,1 7-15,5 10 16,2 6-16,-5-11 16,-4-11-16,0-2 15,1-3 1,2 13-16,3 3 16,-4-13-16,3-1 15,-3-2-15,1 1 16,1 2-16,0-2 15,-3-11 1,-1-6 0,1 6-1,2 8-15,1 7 16,1 4-16,1-1 16,-1 1-16,2 0 15,-2 1-15,1 0 16,1 3-16,0 1 15,0 3-15,0 2 16,2 1-16,0 7 16,-1-9-16,1 9 15,-2-6 1,2 6-16,0 0 16,-2-7-16,2 7 15,0 0-15,0 0 16,0 0-16,-3-6 15,3 6-15,0 0 16,0 0-16,0 0 16,0 0-16,0 0 15,0 0-15,0 0 16,0 0 0,0 0-16,0 0 15,0 0-15,0 0 16,0 0-16,0 0 15,0 0-15,0 0 16,0 0-16,0 0 16,0 0-1,0 0-15,0 0 16,0 0-16,0 0 16,0 0-16,0 0 15,0 0-15,0 0 16,0 0-16,0 0 15,0 0-15,0 0 16,0 0-16,0 0 16,0 0-16,0 0 15,0 0 1,0 0-16,0 0 16,0 0-16,0 0 15,0 0-15,0 0 16,0 0-16,0 0 15,0 0-15,0 0 16,0 0-16,0 0 16,0 0-16,0 0 15,0 0 1,0-7-16,0 7 16</inkml:trace>
  <inkml:trace contextRef="#ctx0" brushRef="#br0" timeOffset="189789.59">8792 6549 0,'0'0'0,"0"0"15,0 0-15,4-3 16,6-4-16,7-2 15,0 1-15,3 4 16,-1 4-16,0 4 16,-2 4-16,0 0 15,-2 2-15,-1 1 16,-1 2 0,-1 3-16,1 6 15,-2 8-15,-2 9 16,-4 3-16,-4 8 15,-2 2-15,-3 4 16,-4 3-16,-3-6 16,-6 19 15,-3-4-31,-1-10 16,0-16-16,3-18 15,-1-7-15,0-3 16,1-3-16,0-4 15,2-2-15,1-5 16,4-2-16,-1-4 16,0-3-16,3-4 15,0-2-15,1-10 16,3-5 0,3-2-16,2 0 0,4 5 15,1 5 1,2 2-16,1 2 15,2 2-15,2 0 16,2 0-16,2 1 16,4 4-16,1 4 15,0 2-15,-9 1 16</inkml:trace>
  <inkml:trace contextRef="#ctx0" brushRef="#br0" timeOffset="191873.67">8750 7492 0,'0'0'0,"0"0"0,0 0 15,0 0-15,11 1 16,13 1-16,19 1 16,12-1-16,12-4 15,7-2 1,16-5-16,3-1 15,1-1-15,-3-2 16,-5-1-16,-4-1 16,-11-3-16,-1 1 15,-16 3-15,-8 2 16,-10 4-16,-10 1 16,-6 2-16,-7 4 15,-13 1-15,0 0 16,-6 21-16</inkml:trace>
  <inkml:trace contextRef="#ctx0" brushRef="#br0" timeOffset="192341.43">8934 7698 0,'0'0'0,"0"0"16,0 0-16,3 1 16,4 6-16,10 12 15,8 17-15,0 6 16,-1 3-16,-2 2 15,-7-1 1,-3 3-16,-9-15 16,1-1-16,-3-3 15,-7-4-15,-5 2 16,-10-6-16,0 2 16,-2-4-16,-2-7 15,0-5-15,5-7 16,2-9-1,2-8-15,0-6 16,5-2-16,6 0 16,7 1-16,5 0 15,3-6-15,5-2 16,-1 1-16,1 4 16,2 6-16,3 2 15,4 0-15</inkml:trace>
  <inkml:trace contextRef="#ctx0" brushRef="#br0" timeOffset="192691.61">9332 7671 0,'0'0'0,"0"0"0,0 0 16,0 0-1,0 0-15,0 3 16,-1 9-16,-2 24 16,-6 16-16,0 1 15,1-9-15,0 0 16,-1-2-16,0-7 16,3-7-16,3-9 15,0-6-15,0-4 16,2-3-16,1-6 15,-2 9-15,2-9 16,8 10 0,2-7-16,8-2 15,5-7-15,4-1 16,1-2-16,-1 0 16,-4 0-16</inkml:trace>
  <inkml:trace contextRef="#ctx0" brushRef="#br0" timeOffset="193276.66">9584 8020 0,'0'0'0,"0"0"15,0 0-15,0 0 16,0 0-1,0 0-15,0 0 16,3 0-16,-3 0 16,15 2-16,-2 0 15,3 0-15,1 0 16,-1-1-16,-2 2 16,-3 1-16,-11-4 15,16 11-15,-10-5 16,-2 4-16,-3 6 15,-2 5 1,-7 10-16,-3 1 16,-4-6-16,2-3 15,2-8-15,1-3 16,2-3-16,2-2 16,6-7-16,-7 7 15,7-7-15,0 0 16,0 0-16,0 0 15,0 0-15,0 0 16,0 0 0,14 1-16,0-2 15,3 1-15,-2 2 16,-15-2-16,13 5 16,-13-5-16,1 8 15,-1-8-15,-3 12 16,3-12-16,-16 10 15,4-6-15,-2 0 16,4-1 0,-1 0-16,11-3 15</inkml:trace>
  <inkml:trace contextRef="#ctx0" brushRef="#br0" timeOffset="194078.64">10127 7183 0,'0'0'0,"0"0"0,0-2 0,0 2 16,0 0-16,0 0 16,11-10-16,4 1 15</inkml:trace>
  <inkml:trace contextRef="#ctx0" brushRef="#br0" timeOffset="194594.98">10424 6780 0,'0'0'16,"0"-2"-16,0 2 15,0 0-15,0 0 16,0 0-16,3-7 16,-3 7-16,17-5 15,3 3-15,7 6 16,2 3-16,1 8 15,-5 5-15,-3 9 16,-3 12-16,-4-2 16,-21 26 15,-12-6-31,-12 1 16,-4-8-16,8-21 15,-12-3-15,1-7 16,1-8-16,4-7 15,9-5-15,5-1 16,5-1-16,3-3 16,10 4-1,-16-15-15,12-1 16,5-7-16,5-2 16,7 1-16,9 0 15,4-1-15,3 1 16,13-10-16</inkml:trace>
  <inkml:trace contextRef="#ctx0" brushRef="#br0" timeOffset="195012.37">10889 6748 0,'0'0'0,"0"0"16,-1 1-16,1-1 15,0 0-15,0 0 16,0 0-16,-4 10 16,-5 9-16,-11 27 15,-10 18 1,0 1-16,4-10 16,2-1-16,3-8 15,3-7-15,4-7 31,4-10-31,4-7 16,3-6 0,3-9-16,-4 10 15,4-10-15,0 0 16,0 0-16,5 7 16,-5-7-16,28 1 15,6 0-15,-1-1 16,-4-2-16,-10-2 15,-3 1-15,-1-2 16,7-6-16</inkml:trace>
  <inkml:trace contextRef="#ctx0" brushRef="#br0" timeOffset="195513.53">10965 7142 0,'0'0'0,"0"0"15,0-2-15,0 2 16,0 0 0,14-13-16,2 2 15,7 3-15,0 6 16,-1 3-16,-4 2 16,-5-1-16,-2 1 15,-11-3-15,14 14 16,-12 1-16,-6 5 15,0 0-15,-4-1 16,3-4-16,-1-5 16,1-1-16,0-3 15,5-6-15,-5 7 16,5-7 0,0 0-16,0 0 15,0 11-15,4-1 16,3 2-16,1 0 15,0-3-15,2-1 16,1-1-16,-1 1 16,-10-8-16,11 7 15,-11-7 1,-7 17-16,-4 0 16,-3 0-16,-1-1 15,-3 0-15,-12 0 16,-9-2-16,-6-3 15,3-4-15,3-4 16,2-3-16</inkml:trace>
  <inkml:trace contextRef="#ctx0" brushRef="#br0" timeOffset="195847.56">10504 7625 0,'0'0'0,"0"0"16,5-1-16,14-2 16,20-5-16,16-1 15,-3-2-15,12-5 16,5-2-16,6-4 15,-2 2-15,0 0 16,-5 2-16,-13 7 16,-4 1-16,-5 6 15,-3 4-15,-4 0 16,-10 0 0,-12 0-16,-17 0 15,14 2-15,-14-2 16,-6 19-16</inkml:trace>
  <inkml:trace contextRef="#ctx0" brushRef="#br0" timeOffset="196332.52">10660 7681 0,'0'0'0,"0"0"0,0 0 16,0 0-16,4 2 15,8 3-15,8 10 16,3 14 0,3 8-16,-5 1 15,-6-8-15,-5 10 16,-15 2-16,-13 2 15,-1-3-15,-4-10 16,-1 4-16,3-5 16,-5 6-16,2-3 15,-2-5-15,-10-7 16,12-9 0,5-7-16,0-14 15,4-17-15,4-18 16,5 6-16,5 7 15,5-4-15,3 0 16,7-5-16,8 8 16,4 10-16,3 0 15,-2 6-15,-9 6 16,-4 2 0,-3 4-16,0 0 15,4 1-15,6-4 16</inkml:trace>
  <inkml:trace contextRef="#ctx0" brushRef="#br0" timeOffset="196799.57">10955 7709 0,'0'0'0,"0"0"0,0 0 16,0 0-16,3 1 16,-3-1-16,13 7 15,-2-1-15,2 13 16,0 4 0,-5 4-16,-11 5 15,-5-2-15,-7 2 16,-6 8-16,-2-2 15,0-3-15,1-2 32,5-9-32,3-5 15,3-5-15,5-7 16,6-7-16,-7 9 16,7-9-1,0 0-15,0 0 16,0 0-16,0 0 15,0 0-15,28 3 16,-1-8-16,-5-2 16,-3 2-16,1 0 15,8-2-15,2-6 16,0-13 0</inkml:trace>
  <inkml:trace contextRef="#ctx0" brushRef="#br0" timeOffset="198452.54">11248 8087 0,'0'0'0,"0"0"0,0 0 16,0 0-16,0 0 16,0 0-16,5-3 15,4-4-15,6-2 16,5-5-1,3-1-15,-2 1 16,0 1-16,-4 3 16,-2 3-16,-3 1 15,-2 3-15,-10 3 16,18 1-16,-18-1 16,17 14-16,-9-4 15,-2 7 1,-3 5-16,-6 4 15,-3 4-15,-7-1 16,-6 2-16,-3-1 16,-4-4-16,0-5 15,2-5-15,1-3 16,6-5-16,0 0 16,1-1-16,1 0 15,2-1 1,3-1-16,10-5 15,-11 5-15,11-5 16,0 0-16,0 0 16,0 0-16,0 0 15,0 0-15,0 0 16,0 0-16,0 0 16,23-12-16,2 4 15,11-2 1,7-1-16,-3 1 15,6-1-15,0-1 16,3 1-16,-5-1 16,-7 2-16,-4 1 15,-6 1-15,-6 3 16,-4 0-16,-6 3 16</inkml:trace>
  <inkml:trace contextRef="#ctx0" brushRef="#br0" timeOffset="199722.19">11518 7313 0,'0'0'0,"0"0"15,0 0-15,0 0 16,0 0-1,0 0-15,0 0 16,0 0-16,0 0 16,0 0-16,0 0 15,0 0-15,0 0 16,0 0-16,0 0 16,0 0-16,0 0 15,0 0-15,0 0 16,0 0-1,0 1-15,0-1 16,0 0-16,0 0 16,0 0-16,0 7 15,0-7-15,0 0 16,0 0-16,0 0 16,0 0-16,0 0 15,0 0-15,0 0 16</inkml:trace>
  <inkml:trace contextRef="#ctx0" brushRef="#br0" timeOffset="200322.34">11819 6938 0,'0'0'0,"0"0"0,0 0 15,0 0 1,0 0-16,0 0 16,5 3-16,9 7 15,19 8-15,16 9 16,-1-2-16,4 3 16,-4-3-16,-11 1 15,-7-2-15,-9-2 16,-7 1-16,-9 16 31,-17 11-15,-18 8-16,-9-4 15,-3-19-15,-1-4 16,4-9-16,8-7 16,8-7-16,5-5 15,2-4-15,2-4 16,5-3-16,6-8 15,6-11 1,12-8-16,6-3 16,2 8-16,-1 3 15,-4 9-15,3 4 16,4 3-16,-1 5 16,2 1-16</inkml:trace>
  <inkml:trace contextRef="#ctx0" brushRef="#br0" timeOffset="200673.53">12400 7132 0,'0'0'0,"0"0"15,0 0-15,0 0 16,0 0-1,0 0-15,-1 5 16,-3 8-16,-4 15 16,-3 12-16,-4 3 15,0-2-15,1-5 16,3-9-16,3-5 16,3-9-16,1-4 15,4-9-15,-3 10 16,3-10-16,0 0 15,12 3 17,9 1-32,6-1 15,3-1-15,-7-4 16</inkml:trace>
  <inkml:trace contextRef="#ctx0" brushRef="#br0" timeOffset="201123.78">12618 7390 0,'0'0'0,"0"0"0,0 0 16,0 0-16,3 0 15,-3 0-15,12 3 16,-12-3-16,17 7 15,-17-7-15,15 11 16,-12-3 0,-2 4-16,-4 6 15,-7 3-15,-4 2 16,-2-5-16,1-4 16,4-5-16,11-9 15,-12 10-15,12-10 16,0 0-16,0 0 15,0 0-15,-2 7 16,16-3 0,12 0-16,3-3 15,-1 0-15,-3-1 16,-1-1-16,-4-1 16,-1 0-16,-6 1 15,-13 1-15,10-2 16,-10 2-16,0 0 15</inkml:trace>
  <inkml:trace contextRef="#ctx0" brushRef="#br0" timeOffset="201441.38">11847 7818 0,'12'-5'0,"15"-9"15,14-2-15,55-11 16,-5 9-16,16 1 16,-1 2-16,-5 0 15,3 0-15,-15 3 16,-2-1-16,-4 3 15,-17 2-15,-8 3 16,-13 0 0,-16 1-16,-9 2 15,-9 1-15,-11 1 16,0 0-16,0 0 16,-49 15-16</inkml:trace>
  <inkml:trace contextRef="#ctx0" brushRef="#br0" timeOffset="201941.44">11993 7825 0,'0'0'0,"0"0"16,0 0-16,0 0 15,0 0-15,9 3 16,3 1-16,6 2 16,1 11-1,-2 2-15,-3 3 16,-5 4-16,-10 0 16,-5 3-16,-6-1 15,-22 10 16,-12 8-31,-10-7 0,3-6 16,18-18-16,9-8 16,5-4-1,8-4-15,13 1 16,-13-17-16,15-4 16,9-9-16,4 2 15,13 0-15,2 3 16,3 1-16,-2 4 15,-10 7-15,-1 3 16,0 0-16,6 1 16,-3 3-1,-3 3-15,1 4 16,-4 0-16,2 0 16,6-2-16</inkml:trace>
  <inkml:trace contextRef="#ctx0" brushRef="#br0" timeOffset="202360.07">12414 7867 0,'0'0'0,"0"0"16,2 3-16,-2-3 15,5 9-15,-5-9 16,0 0-16,-4 7 16,-5 6-1,-9 15-15,-1 0 16,-3 5-16,1-1 16,1-2-16,2-3 15,5-7-15,5-6 16,3-6-16,5-8 15,0 0-15,-6 6 16,6-6-16,0 0 16,0 0-1,35 6-15,1-7 16,-5-1-16,0 1 16,-4 0-16,2 0 15,-2-3-15,-8 2 16,-9 2-1</inkml:trace>
  <inkml:trace contextRef="#ctx0" brushRef="#br0" timeOffset="202927.5">12684 8040 0,'0'1'0,"0"-1"15,0 0-15,-1 9 16,1-9-16,-2 12 16,1-5-16,1-7 15,-5 12 1,1-6-16,2 1 16,2-7-16,-4 7 15,4-7-15,-3 7 16,3-7-16,0 0 15,0 0-15,0 0 16,0 0-16,0 0 16,0 0-16,0 0 15,-6 7 1,6-7-16,-3 11 16,-7 30-16,-6 30 15,4-7-15,-1-1 16,0-2-1,2-1 1,-4-7-16,5-23 16,3-14-1,3-7-15,4-9 16,-6 10-16,6-10 16,0 0-16,-3 7 15,3-7-15,0 0 16,0 0-16,0 0 15,0 0-15,0 0 16,0 0-16,0 0 16,0 0-16,0 0 15,0 0-15,-10-2 16,3-8 0</inkml:trace>
  <inkml:trace contextRef="#ctx0" brushRef="#br0" timeOffset="204497.72">10153 7221 0,'0'0'0,"0"0"0,0 0 0,0 0 0,-4 0 16,4 0-16,0 0 16,0 0-16,0 0 15,-12 3-15,12-3 16,0 0-16,-11 0 16,11 0-1,0 0-15,-13-1 16,13 1-16,-11-5 15,11 5-15,-15-9 16,8 2-16,7 7 16,-9-11-16,9 11 15,0 0-15,-7-7 16,7 7 0,0 0-16,0 0 15,0 0-15,0 0 16,0 0-16</inkml:trace>
  <inkml:trace contextRef="#ctx0" brushRef="#br0" timeOffset="205332.27">11611 7316 0,'0'0'0,"0"0"0,0 0 16,0 0-1,-2 2-15,2-2 16,0 0-16,-4 7 15,4-7-15,0 0 16,-9 7-16,9-7 16,0 0-16,0 0 15,-10 6-15,10-6 16,0 0-16,0 0 16,0 0-16</inkml:trace>
  <inkml:trace contextRef="#ctx0" brushRef="#br0" timeOffset="207118.44">11654 7412 0,'0'0'0,"0"0"16,0 0-16,0 0 16,0-2-16,0 2 15,0 0-15,0 0 16,0-8-16,0 8 15,0 0 1,-5-10-16,5 10 16,-8-9-16,8 9 15,-10-7-15,10 7 16,-11-3-16,11 3 16,-13-4-16,13 4 15,-11-3-15,11 3 16,0 0-1,0 0-15,-10-2 16,10 2-16,0 0 16,0 0-16,0 0 15,0 0-15,0 0 16,0 0-16,0 0 16,0 0-16,12-9 15,-12 9-15,14-10 16,-14 10-1,8-11-15,-8 11 16,3-9-16,-3 9 16,-1-8-16,1 8 15,-7-7-15,7 7 16,-15-4-16,15 4 16,-14 2-16,14-2 15,0 0 1,-11 5-16,11-5 15,0 0-15</inkml:trace>
  <inkml:trace contextRef="#ctx0" brushRef="#br0" timeOffset="208021.01">10161 7220 0,'0'0'0,"0"0"0,0 0 15,3 0-15,-3 0 16,0 0-16,0 0 15,0 0 1,0 0-16,0 0 16,0 0-16,-10-5 15,10 5-15,-16-4 16,6 3-16,-6 5 16,-4 3-16,1 0 15,6 0-15,13-7 16,-13 7-16,13-7 15,0 0-15,0 0 16,0 0 0,-7 7-16,7-7 15,0 0-15,0 0 16,0 0-16,0 0 16,0 0-16,0 0 15,0 0-15,0 0 16,0 0-16,0 0 15,0 0-15,0 0 16</inkml:trace>
  <inkml:trace contextRef="#ctx0" brushRef="#br0" timeOffset="208805.66">11665 7404 0,'0'0'0,"0"0"0,-2-2 0,2 2 16,-7-15 0,1 5-16,2 2 15,-2 2-15,6 6 16,-11-9-16,11 9 16,-11-4-16,11 4 15,-13 0-15,13 0 16,-14 6-16,14-6 15,-10 10-15,10-10 16,-2 13 0,3-6-16,2 0 0,-3-7 15,13 10 1,-13-10-16,15 5 16,-15-5-16,12-1 15,-12 1-15,13-8 16,-9 1-16,-2 1 15,-1 0-15,-3-1 16,2 7 0,-7-9-16,7 9 15,-16-3-15,6 5 16,-5 5-16</inkml:trace>
  <inkml:trace contextRef="#ctx0" brushRef="#br0" timeOffset="-213645.22">13254 7423 0,'0'0'0,"2"-1"0,-2 1 0,0 0 16,4-7 0,-4 7-16,-3-7 15,3 7-15,-9-6 16,9 6-16,-17-3 16,17 3-16,-15-2 15,15 2-15,-10 0 16,10 0-16,0 0 15,-11 2-15,11-2 16,0 0 0,0 0-16,0 0 15,0 0-15,0 0 16,0 0-16,0 0 16,-9 6-16,9-6 15</inkml:trace>
  <inkml:trace contextRef="#ctx0" brushRef="#br0" timeOffset="-213394.15">13719 7400 0,'0'0'0,"0"0"0,0 0 16,0-2-16,0 2 15,0 0-15,0 0 16,0 0-16,0 0 15</inkml:trace>
  <inkml:trace contextRef="#ctx0" brushRef="#br0" timeOffset="-213177.43">13985 7370 0,'0'0'0,"0"0"0,0 0 0,0 0 16,0 0-16,0 0 16,0 0-16,0 0 15</inkml:trace>
  <inkml:trace contextRef="#ctx0" brushRef="#br0" timeOffset="-212994.28">14234 7374 0,'0'0'0,"0"0"0,0 0 16,0 0-16,3 0 15,-3 0-15,27-7 16</inkml:trace>
  <inkml:trace contextRef="#ctx0" brushRef="#br0" timeOffset="-212843.49">14484 7351 0,'0'0'0,"0"0"0,0 0 16,0 0-16,0 0 16,0 0-1,0 0-15</inkml:trace>
  <inkml:trace contextRef="#ctx0" brushRef="#br0" timeOffset="-211591.34">13941 7628 0,'0'0'0,"0"0"16,0 0-16,4-2 16,-4 2-1,8-7-15,-8 7 16,15-12-16,-4 4 16,3-1-16,1 3 15,1 1-15,0 0 16,1 1-16,3-1 15,0 0-15,0 1 16,-1-1-16,-1 0 16,1 1-1,1 1-15,-1 0 16,-2 3-16,-1 0 16,-5 1-16,1 1 15,-2 0-15,2 0 16,-1 1-16,0-1 15,-2 1-15,1-1 16,-10-2-16,18 5 16,-18-5-16,20 4 15,-7-3 1,3-1-16,3 0 16,1 0-16,2 0 15,-4 0-15,-1-1 16,-3-1-16,-4 1 15,-10 1-15,0 0 16,0 0-16,0 0 16</inkml:trace>
  <inkml:trace contextRef="#ctx0" brushRef="#br0" timeOffset="-211040.59">13888 7828 0,'0'0'0,"0"0"0,0 0 15,0 0-15,0 0 16,0 0-16,0 0 16,2-1-16,-2 1 15,0 0-15,17-11 16,-6 4 0,3-2-16,3-1 15,1-1-15,5 1 16,3 2-16,4 1 15,2 1-15,-2 2 16,-3 1-16,-1-1 16,1 1-16,-2 0 15,1-1 1,-3-1-16,0 1 16,-1 0-16,2 1 15,1-1-15,1 2 16,-4-1-16,-5 2 15,-4-1-15,-2 1 16,-11 1-16,17-2 16,-17 2-16,12-1 15,-12 1-15,0 0 16,14-3 0,-14 3-16,0 0 15,0 0-15</inkml:trace>
  <inkml:trace contextRef="#ctx0" brushRef="#br0" timeOffset="-205830.59">7509 6830 0,'0'0'0,"0"0"0,0 0 0,0 0 15,-3 0-15,3 0 16,0 0-16,0 0 16,-18 7-16,-1 11 15,-11 22-15,-5 12 16,2 2-16,2-2 15,4-2-15,8-10 16,3-6 0,5-8-16,3-8 15</inkml:trace>
  <inkml:trace contextRef="#ctx0" brushRef="#br0" timeOffset="-205313.13">7417 6815 0,'0'0'0,"0"0"16,0 0-16,0 0 15,0 0-15,0 0 16,4 2-16,-4-2 15,26 16 1,-5 1-16,5 6 0,2 3 16,-1 0-1,-2-4-15,-3-1 16,-3-4-16,-5-3 16,-2-3-16,-2-3 15,-4-1-15,-6-7 16,10 9-16,-10-9 15,6 8-15,-6-8 16,1 7 0,-7 2-16,-5 5 15,-7 2-15,-8 0 16,-1-3-16,-5-1 16,0-1-16,3-2 15,4-3-15,7-3 16,4-1-1,4-2-15,10 0 0,-13 0 16,13 0 0,0 0-16,0 0 15,0 0-15,6-12 16</inkml:trace>
  <inkml:trace contextRef="#ctx0" brushRef="#br0" timeOffset="-204945.65">7943 6882 0,'0'0'0,"0"0"16,0 0-16,0 0 15,0 0-15,0 0 16,0 0 0,0 0-16,0 0 15,0 0-15,6 3 16,5 1-16,8 2 16,5-4-16,4 0 15,-5-2-15,-3 1 16,-5 0-16,-5-1 15,-10 0-15,16 0 16,-16 0-16,15 0 16,-15 0-1,16 4-15,-9 4 16,-7-8-16</inkml:trace>
  <inkml:trace contextRef="#ctx0" brushRef="#br0" timeOffset="-204629.25">7891 7149 0,'0'0'0,"0"0"16,0 0-16,0 0 16,0 0-16,0 0 15,0 0-15,10-3 16,15-3-16,9-1 15,3-3-15,-3 1 16,1-1-16,0 0 16,-3 1-1,-4-1-15,-7 3 16,-6 2-16,-3 1 16,-3 1-16,-9 3 15,12-4-15,-12 4 16,0 0-16</inkml:trace>
  <inkml:trace contextRef="#ctx0" brushRef="#br0" timeOffset="-203309.56">7874 6600 0,'0'0'0,"0"0"0,0 0 0,0 0 16,0 0 0,0 0-16,-1 1 15,1-1-15,-3 10 16,-1 5-16,-4 11 15,-3 9-15,2 2 16,0 6-16,5-1 16,-1 3-1,2 0-15,0 1 16,0-1-16,0-2 16,0 2-16,0-2 15,0 2-15,0 5 16,-1 3-16,-4 7 15,-2 4-15,-4 2 16,-3 1-16,-1-4 16,1-3-16,3-8 15,2-11-15,4-11 32,2-11-17,1-8-15,2-4 16,3-7-16,0 0 15,-11 3-15,11-3 16,-18-19-16,9-2 16,1-1-16,3 0 15,1 5 1,0 2-16,1 2 16,0 2-16,-1-1 15,2-1-15,-2-1 16,0 0-16,-1 2 15,-2 1-15,1 0 16,2 3-16,-2 2 16,6 6-16,-4-8 15,4 8-15,0 0 16,0 0 0,0 0-16,0 0 15,0 0-15,-7 14 16,8 13-16,1 10 15,5 7-15,0 0 16,3-1-16,-2-6 16,-2-7-16,1-2 31,-2-6-15,-1-2-16,1-7 15,-5-13-15,12 6 16,9-18-16,16-15 15,10-20-15,-5-4 16,-7 6-16,-4 3 16,-4 6-16,0 1 15,2 2 1,-3 4-16,6 4 0,7 3 16</inkml:trace>
  <inkml:trace contextRef="#ctx0" brushRef="#br0" timeOffset="-200152.22">6839 5791 0,'0'0'0,"0"0"0,0 0 15,0 0-15,0-1 16,0 1-16,0 0 16,0 0-16,0 0 15,0 0-15,0 0 16,0 0-16,-7 21 16,-3 12-16,-4 12 15,1-1 1,-1-1-16,0-1 15,1-6-15,0-3 16,3-7-16,3-7 16,3-8-16,4-11 31,0 0-31,31-2 16,2-16-16,-9 3 15,-6-1 1,-3 4-16,-6 2 15,-2 3-15,-7 7 16,8-9-16,-8 9 16,0 0-16,18 9 15,-8 5-15,0 1 16,-2-1-16,2 0 16,0 1-16,1-1 15,6-6-15,4-6 16,2-11-1,2-8-15,0-11 16,-3-2-16,-5-1 16,-3 0-16,-2 1 15,-3 5-15,-3 7 16,-3 7-16,-1 5 16,-2 6-16,1-9 15,-1 9-15,0 0 16,0 0-16</inkml:trace>
  <inkml:trace contextRef="#ctx0" brushRef="#br0" timeOffset="-199669.35">7280 5942 0,'0'0'0,"0"0"0,0 0 15,0 0-15,0 0 16,0 0-16,0 0 16,3 0-16,-3 0 15,20 0-15,1 1 16,0 2-16,-2-1 16,-2 0-16,0 0 15,-1-1-15,0 0 16,0-1-1,-3-1-15,-3 0 16,-10 1-16,0 0 16,0 0-1,-18 21 1,-22 14-16,4-4 16,19-15-16,3-4 15,2-1-15,4-4 16,8-7-16,-10 9 15,10-9 1,0 0-16,0 7 16,10-4-16,9 1 15,9-5-15,3-7 16,6-4-16,1-1 16,0-3-16,-3 1 15</inkml:trace>
  <inkml:trace contextRef="#ctx0" brushRef="#br0" timeOffset="-199135.12">7781 5801 0,'0'0'0,"0"0"0,0 0 16,0 0-16,0 0 15,0 0-15,0 2 16,-4 7-16,-5 14 15,-4 14 1,6 0-16,1-3 16,3-10-16,2-8 15,1-4-15,1-4 16,-1-8-16,5 8 16,-5-8-16,21-5 15,-3-3-15,0-2 16,-6 1-16,-3 2 15,-9 7 1,9-6-16,-9 6 16,0 0-16,0 0 15,14 7-15,-6 6 16,-1 3-16,2 1 16,-2 1-16,5-2 15,5-7-15,-4-5 16,0-4-16,1-5 15,5-5 1,0-8-16,1-7 16,-2-2-16,0-3 15,-3 2-15,-4 6 16,-4 4 0,-4 6-1,0 4-15,-3 8 16,10-11-16,5 7 15</inkml:trace>
  <inkml:trace contextRef="#ctx0" brushRef="#br0" timeOffset="-198901.43">8218 5929 0,'0'0'0,"0"0"0,0 0 15,0 0-15,0 0 16,0 0-16,2-1 15,-2 1-15,19-3 16,2 0 0,8-1-16,2 2 15,-3-1-15,-1 1 16,-4 0-16,1-4 16,-2 0-16,-3 0 15,-4-1-15,-5 3 16,0 0-16</inkml:trace>
  <inkml:trace contextRef="#ctx0" brushRef="#br0" timeOffset="-197815.73">8758 5829 0,'0'0'0,"0"0"0,0 0 0,0 0 0,1-1 16,-1 1-16,0 0 16,10-7-16,-10 7 15,20-2-15,-4 8 16,2 9-16,-6 3 15,-4 7-15,-4 7 16,-3 2 0,-3 0-16,0-2 15,-2-8-15,0-6 16,1-4-16,0-5 16,3-9-16,-4 9 15,4-9-15,0 0 16,0 0-16,0 0 15,-7-6-15,12-20 16,14-10 0,4-3-16,4-3 15,-5 7-15,-4 7 16,-5 8-16,-5 10 16,-2 2-16,-6 8 15,0 0-15,14-3 16,-6 11-16,-1 7 15,-3 12-15,-6 8 16,-4 12 0,-3 6-16,-2-2 15,-1-3-15,1-11 16,1-4-16,0 0 16,2-7-16,1-4 15,4-7-15,2-5 16,5-2-16,17-6 31,28-18-15,15-12-16,-8-1 15,-20 6-15,-1 2 16,-4 1-16,-7 5 16</inkml:trace>
  <inkml:trace contextRef="#ctx0" brushRef="#br0" timeOffset="-196980.78">9600 5795 0,'0'0'0,"0"0"0,0 0 15,0 0-15,-2 3 16,-4 12-16,-7 19 15,-3 7-15,-1-3 16,2-4 15,3-8-31,4-7 16,3-9-16,5-10 16,0 0-16,0 0 15,-2-13-15,12-17 16,4-10-16,3 1 15,-4 7-15,-2 7 16,-4 8 0,0 4-16,-3 4 15,0 2-15,-4 7 16,3-7-16,-3 7 16,0 0-16,0 0 15,16 7-15,-2 9 16,4 11-16,2 6 15,-3 4-15,0-1 16,-6-10 0,-1-3-16,-2-5 0,-3-4 15,1-2 1,-3-5-16,-3-7 16,5 9-16,-5-9 15,-4 7-15,-10 3 16,-12 5-16,-10 1 15,-5-1-15,-2 1 16,0-3-16,3 0 16,9-4-1</inkml:trace>
  <inkml:trace contextRef="#ctx0" brushRef="#br0" timeOffset="-194776.66">9891 5545 0,'0'0'0,"-3"0"16,3 0-16,-16 0 16,3 0-16,0-1 15,1 1-15,-2-3 16,-4 1 0,-1-2-16,-5 1 15,-2 0-15,-4 0 16,-2-1-16,-3 0 15,-1 3-15,-3 1 16,-5 1-16,-5 3 16,-2 1-16,-7 2 15,3 1-15,0 1 16,-1 2 0,1-2-16,2 0 15,1 1-15,2-1 16,4 0-16,-19 8 31,3 4-31,4 2 16,11 0-16,19-8 15,5 1-15,4 3 16,0 11 0,-1 14-16,1 10 15,4 3-15,6 0 16,6-2-16,5-2 15,3-1-15,4-1 16,5-1-16,5-2 16,7-4-16,0-7 15,2-2 1,1-5-16,4 0 16,4-1-16,1-9 15,7-4-15,7-6 16,11-9-16,-4-4 15,3-5-15,3-3 16,-7 1-16,8-4 16,-6 0-16,-3-3 15,7-1-15,-12 2 16,2 0-16,3-1 16,-4-4-1,7-9-15,-8-2 16,-4-1-16,-3 1 15,-6 2-15,3-7 16,-5 1-16,-9-2 16,-4-1-16,-10 6 15,-4-2-15,-4-4 16,-4-5 0,-3-3-16,-3 7 15,-6 1-15,-9 0 16,-6-3-16,-7 0 15,0 6-15,-4 3 16,-5 5-16,-3 4 16,-1 5-16,3 4 15,6 4-15,0 3 16,1 5-16,1 5 16,3 6-1,0 6-15,-7 10 16,4 6-16</inkml:trace>
  <inkml:trace contextRef="#ctx0" brushRef="#br0" timeOffset="-193423.82">8381 6574 0,'0'0'0,"3"-1"0,-3 1 0,0 0 0,30-22 16,9-5-16,4-3 15,2-1-15,3 0 16,7 1-16,3 1 16,3-1-16,-1 0 15,1-1-15,6-3 16,-2 0-16,-2 2 16,6-3-16,-3 1 15,6-2 1,4-1-16,0 4 15,10-1-15,-5 1 16,8-2-16,-1 1 16,-4 0-16,-3 3 15,1-1-15,1 0 16,-8 4-16,5-3 16,-8 3-16,0-1 15,1-1 1,-6 4-16,-3 0 15,-3 2-15,-8 4 16,-1 1-16,-7 2 16,-7 2-16,-3 2 15,-5 1-15,-4 2 16,-5 3-16,-7 1 16,-4 2-1,-10 4-15,12-3 16,-12 3-16,0 0 15,0 0-15,0 0 16,8-7-16,-8 7 16,-5-8-16,-5-1 15,-9 1-15,-1-1 16,0 3-16,1 0 16,3 2-16,-1 0 15,0 1 1,-2 0-16,-1-1 15,1 1-15,3 1 16,3 1-16,2-1 16,1 0-16,10 2 15,-13-1-15,13 1 16,0 0-16,0 0 16,-11-2-16,11 2 15,0 0 1,0 0-16,0 0 15,0 0-15,30 0 16,0 0-16,-1 0 16,1 0-16,-2 0 15,-3 0-15,-3 0 16,-5 2-16,-2 1 16,-4 1-1,-2-1-15,-9-3 16,17 12-16,-10-4 15,-2 2-15,0 5 16,-2 3-16,-1 3 16,0-3-16,-1-3 15,-1 1-15,1-1 16,-1 1-16,-1 1 16,-2 4-16,-7 2 15,-5 7 1,-3-1-16,-1 0 15,1-3-15,1-4 16,6-8-16,3-4 16,8-10-16,-6 6 15,6-6-15,0 0 16,6-9-16</inkml:trace>
  <inkml:trace contextRef="#ctx0" brushRef="#br0" timeOffset="-192037.73">11511 5213 0,'0'0'0,"0"0"0,0 0 16,0 0-16,0 0 15,-2-2-15,2 2 16,0 0-16,-11-10 16,11 10-16,-11-7 15,11 7-15,-15-7 16,15 7-16,-17-6 15,17 6 1,-19-1-16,7 5 16,-3 3-16,-2 4 15,2 1-15,4-1 16,-2 4-16,0 4 16,2 2-16,4 3 15,5-2-15,3-1 16,1-3-16,2-1 15,1-5 1,0-1-16,2 0 16,3-3-16,-1 0 15,6-4-15,5-2 16,2-3-16,-1-2 16,0-3-16,4-5 15,4-4-15,0-2 16,-6-3-16,-8 1 15,-3-1 1,-4 1-16,-3 1 16,-3 3-16,-3 2 15,-3 0-15,-2 4 16,-5 1 0,-11 0-1,-4 11-15</inkml:trace>
  <inkml:trace contextRef="#ctx0" brushRef="#br0" timeOffset="-189266.72">6770 6348 0,'0'0'0,"0"0"0,0 0 0,0 0 16,0 0-16,0 0 15,4 2-15,-4-2 16,21 3 0,2-1-16,9 1 15,10-3-15,5-1 16,6-3-16,1-4 16,0-1-16,4-2 15,0 0-15,3-2 16,-1-1-16,0 0 15,4-1-15,-3 1 16,4 3-16,-1 1 16,-2 3-1,-1 2-15,0-1 16,-7 1-16,-1 0 16,-2 1-16,-3-2 15,-4-2-15,-6 1 16,-9 0-16,-6 1 15,-5 2-15,-4 0 16,-3 0-16,-11 4 16,9-3-1,-9 3-15,0 0 16,0 0-16,0 0 16,-27-4-16,-18 8 15,-9 4-15,-11 4 16,-2 3-16,-4 4 15,-3 3-15,2-2 16,2 2 0,-2-1-16,7-1 15,2-2-15,-2-1 16,3-7-16,0-2 16,1-3-16,5-2 15,5-2-15,6-1 16,5-2-16,1-1 15,7-1-15,5 2 16,8 0 0,7 2-16,12 0 15,-15-2-15,15 2 16,0 0-16,-10-3 16,10 3-16,0 0 15,0 0-15,31-13 16,15 5-16,9-1 15,7 3-15,3 1 16,2-1-16,2 1 16,2-1-1,3 1-15,-3 1 16,1-3-16,-3-5 16,-5 1-16,-5 0 15,-2 1-15,-3 1 16,0 0-16,-7 1 15,-5 1-15,-4 0 16,-7 2-16,-7 1 16,-10 2-1,-14 2-15,14-3 16,-14 3-16,0 0 16,0 0-16,-17 6 15,-32 4-15,-16 1 16,-6 1-16,-13-1 15,0-3-15,-1 2 16,-8 1-16,7 0 16,-56 9 15,29-4-31,-5 0 16,27-7-16,39-9 15,-2-2-15,7 2 16,7-1-16,9-1 15,5 2 1,6-1-16,7 0 0,13 1 16,-16 0-1,16 0-15,0 0 16,0 0-16,0 0 16,18-5-16,24-1 15,17 3-15,3 2 16,7-2-16,-1 1 15,6 0-15,2 0 16,-2-1-16,5 0 16,-6 2-1,3-1-15,-4 0 16,-3-2-16,-4-2 16,-4 0-16,-1 0 15,-7 1-15,-5-1 16,-7 1-16,-7-1 15,-4 2-15,-2 0 16,-5 1-16,-7 1 16,-5 0-16,-11 2 15,0 0 1,12-1-16,-12 1 16,0 0-16,0 0 15,0 0-15,0 0 16,0 0-16</inkml:trace>
  <inkml:trace contextRef="#ctx0" brushRef="#br0" timeOffset="-184373.68">10125 7107 0,'0'0'0,"0"0"0,0 0 0,0 0 15,0 0-15,0 0 16,0 0-16,3 5 15,6 6 1</inkml:trace>
  <inkml:trace contextRef="#ctx0" brushRef="#br0" timeOffset="-183556.39">11454 7239 0,'0'0'0,"0"0"0,0 0 16,0 0-16,0 0 15,0 0-15,0 3 16,0-3 0,9 15-16,6 4 15,9 5-15,5 0 16,2 0-16,-3-6 16,1-2-16,8-1 15,-1-4-15,-3-4 16,-7-2-16,-6-2 15,-2 0 1,-3 0-16,-3-2 16,-2 0-16,-10-1 15,13 2-15,-13-2 16</inkml:trace>
  <inkml:trace contextRef="#ctx0" brushRef="#br0" timeOffset="-183105.51">11803 7218 0,'0'0'0,"0"0"16,0 0-16,0 0 16,0 0-16,-2 3 15,-7 10-15,-12 16 16,-7 13-16,-2 1 15,6-8 1,-3 4-16,3-3 0,1-3 16,1-3-1,8-9-15,-2 1 16,1-2-16,2-4 16,1-5-16,4-5 15,8-6-15,-8 7 16,8-7-16,0 0 15,0 0-15</inkml:trace>
  <inkml:trace contextRef="#ctx0" brushRef="#br0" timeOffset="-182037.02">9858 7001 0,'0'0'0,"0"0"0,0 0 16,0 0-16,0 0 16,0 0-16,0 0 15,0 0-15,0 0 16,0 0-16,-3 3 15,3-3-15,3 19 16,3 3-16,5 2 16,3 1-1,5 2-15,4-1 16,2 0-16,2-2 16,-3-3-16,5-1 15,-2-1-15,-2-1 16,0-1-16,-3-2 15,1 2-15,2 1 16,-3 1-16,-2 0 16,-5-5-16,-4-3 15,-3-3 17,-2-2-32,-6-6 15,0 0-15</inkml:trace>
  <inkml:trace contextRef="#ctx0" brushRef="#br0" timeOffset="-181702.94">10198 7083 0,'0'0'0,"0"0"16,0 0-16,0 0 16,0 0-16,0 0 15,-5 9 1,-9 14-16,-9 19 16,0 4-16,-7 15 31,2 1-31,2-6 15,3-9-15,9-20 16,-1-3-16,4-7 16,3-3-16,2-3 15,1-3 1,1-2-16</inkml:trace>
  <inkml:trace contextRef="#ctx0" brushRef="#br0" timeOffset="-181034.77">9844 7332 0,'0'0'0,"0"0"16,0 0-16,0 0 15,4 0 1,-4 0-16,29-2 16,1-1-16,3 1 15,4 0-15,1-1 16,1 0-16,3 1 15,-3-1-15,-1-3 16,-4-3-16,-4-1 16,-7 1-1,-3 1-15,-5 1 16,-2 1-16,-3 1 16,2 1-16,-2-1 15</inkml:trace>
  <inkml:trace contextRef="#ctx0" brushRef="#br0" timeOffset="-173737.01">14842 6365 0,'0'0'0,"0"0"0,0 0 0,0 0 15,0 0-15,0 0 16,2 0-16,-2 0 15,0 0-15,0 0 16,0 0-16,0 0 16,13 6-16,-13-6 15,9 7-15,-9-7 16,0 0 0,8 7-16,-8-7 15,0 0-15,0 0 16,0 0-16,0 0 15,0 0-15,3 7 16,-3-7-16</inkml:trace>
  <inkml:trace contextRef="#ctx0" brushRef="#br0" timeOffset="-172150.98">9905 7097 0,'0'0'0,"0"0"15,0 0-15,3 1 16</inkml:trace>
  <inkml:trace contextRef="#ctx0" brushRef="#br0" timeOffset="-169629.9">9653 6572 0,'0'0'0,"-3"-2"0,3 2 16,0 0-1,0 0-15,-12-4 16,12 4-16,0 0 16,0 0-16,0 0 15,0 0-15,0 0 16,0 0-16,0 0 16,0 0-16,0 0 15,0 0-15,0 0 16,0 0-1</inkml:trace>
  <inkml:trace contextRef="#ctx0" brushRef="#br0" timeOffset="-168677.17">9677 6756 0,'0'0'0,"0"0"0,0 0 0,-2 5 16</inkml:trace>
  <inkml:trace contextRef="#ctx0" brushRef="#br0" timeOffset="-165005.3">13398 5872 0,'0'0'0,"0"0"16,-2 2 0,2-2-16,0 0 15,0 0-15,0 0 16,0 0-16,0 0 15,0 0-15</inkml:trace>
  <inkml:trace contextRef="#ctx0" brushRef="#br0" timeOffset="-164219.87">13348 5937 0,'0'0'0,"0"0"16,0 0-16,0 0 15</inkml:trace>
  <inkml:trace contextRef="#ctx0" brushRef="#br0" timeOffset="-143965.31">13632 3183 0,'0'0'0,"0"0"0,0 1 15,0-1-15,0 0 16,0 0-16,0 0 15,0 0-15,0 0 16,0 0-16,13 6 16,-1-7-1,2-1-15,4 0 16,4 0-16,2 1 16,0-1-16,-4 2 15,-2 1-15,-4 1 16,-3 0-16,-1 2 15,-10-4-15,15 12 16,-9-3 0,1 3-16,-3 1 15,2 2-15,-2 1 16,1-1-16,-3 0 16,0-1-16,-2 0 15,-2 3-15,-1 2 16,-2-1-16,0-1 15,0-2-15,-1-2 16,0 0-16,-1 0 16,1-2-1,0 0-15,-2-1 16,2-1-16,0-1 16,6-8-16,-10 7 15,10-7-15,-11 5 16,11-5-1,-12 3-15,12-3 16,-11 1-16,11-1 0,-11-1 16,11 1-1,-13-3-15,13 3 16,-13-5-16,13 5 16,-12-7-16,12 7 15,-9-9-15,9 9 16,-6-9-16,6 9 15,-4-6-15,4 6 16,0 0-16,-3-8 16,3 8-16,0 0 15,0-7 1,0 7-16,0 0 16,5-8-16,-5 8 15,16-12-15,-1 2 16,1 1-16,3 1 15,-1 1-15,-2 3 16,-2 1 0,-4 1-16,-10 2 15,16-4-15,-16 4 16,0 0-16,12-2 16,-12 2-16,0 0 15,0 0-15,0 0 16,0 0-16,11 1 15,-11-1-15,16 0 16,3-2-16</inkml:trace>
  <inkml:trace contextRef="#ctx0" brushRef="#br0" timeOffset="-143396.27">14221 3181 0,'0'0'0,"0"0"0,0 0 0,0 0 16,0 0-16,0 0 15,0 0 1,-5 4-16,-2 3 16,-4 2-16,-3 4 15,-4 4-15,-2 7 16,3 0-16,3-1 15,4-2-15,6 5 16,1 3-16,3 6 16,4 3-16,4-1 15,3-2 1,2-6-16,2 0 16,2-8-16,2-3 15,3-1-15,-3-6 16</inkml:trace>
  <inkml:trace contextRef="#ctx0" brushRef="#br0" timeOffset="-142462.3">14312 3461 0,'0'0'0,"0"0"16,2-1 0,-2 1-16,0 0 15,13-9-15,-13 9 16,10-7-16,-10 7 15,13-7-15,-13 7 16,19-10-16,-5 3 16,1-1-16,1 2 15,2-1 1,-1 3-16,-2 0 16,-4 3-16,0 0 15,-11 1-15,16 0 16,-16 0-16,15 1 15,-15-1-15,15 4 16,-15-4-16,0 0 16,10 3-16,-10-3 15,0 0 1,0 0-16,0 0 16,0 0-16,0 0 15,0 0-15,0 0 16,-13-1-16,-12-4 15,-13 0-15,-1 3 16,4 2-16,7 2 16,9 0-16,4 0 15,5-1-15,10-1 16,-16 5-16,16-5 16,-9 11-1,7-1-15,2 2 16,2 2-16,2 0 15,1 0-15,1-1 16,-2 0-16,1-2 16,-3-3-16,0-1 15,-2-7-15,4 8 16,-4-8 0,0 0-16,0 0 15,7 7-15,-7-7 16,0 0-16,0 0 15,0 0-15,13 3 16,-13-3-16,10-7 16,-10 7-16,9-13 15,-6 4-15,1-1 16,-3 2 0,1 1-16,-2 7 15,1-10-15,-1 10 16,0-6-16,0 6 15,0 0-15,-1-8 16,1 8-16,0 0 16</inkml:trace>
  <inkml:trace contextRef="#ctx0" brushRef="#br0" timeOffset="-141861.17">14733 3220 0,'0'0'0,"0"0"0,0 0 0,0 0 16,3 5-1,0 3-15,3 5 16,1 6-16,-2 6 15,0 5-15,0 2 16,-1-1-16,-1-2 16,-3 2-16,-5 4 15,-4 3 1,-4 0-16,-1-6 16,3-8-16,0-4 15,2-5-15,1-1 31,1-2-31,1-2 16,1-4-16,-2 3 16</inkml:trace>
  <inkml:trace contextRef="#ctx0" brushRef="#br0" timeOffset="-140375.33">14917 3632 0,'0'0'0,"0"0"0,0 0 0,0 0 15,0 0 1,0 0-16,0 0 15,3-2-15,-3 2 16,0 0-16,12-8 16,-12 8-16,18-11 15,-6 4-15,1-1 16,1 0-16,-2 1 16,0 1-1,-1 2-15,-11 4 16,18-6-16,-18 6 15,16-2-15,-16 2 16,17 0-16,-17 0 16,18 4-16,-8 0 15,0 1-15,-10-5 16,18 12-16,-18-12 16,18 13-1,-9-5-15,-1-1 16,0 1-16,-2 0 15,0-2-15,-6-6 16,11 12-16,-11-12 16,6 7-16,-6-7 15,0 0-15,0 0 16,6 6-16,-6-6 16,0 0-16,0 0 15,0 0-15,0 0 16,0 0-1,0 0-15,4-13 16,-3 1-16,0-2 16,-1 3-16,-1 1 15,0 2-15,1 8 16,-1-11-16,1 11 16,0 0-16,-2-7 15,2 7 1,0 0-16,-3-6 15,3 6-15,0 0 16,0 0-16,0 0 16,0 0-16,0 0 15,0 0-15,0 0 16,0 0-16,0 0 16,10 12-16,-4-3 15,-1 2 1,1 1-16,-2 1 15,-1-4-15,-1 2 32,-4 2-32,-3 3 15,-3 2-15,2-5 16,0-4-16,1-1 16,5-8-16,-8 10 15,8-10-15,-6 6 16,6-6-1,-6 6-15,6-6 16,-15 14-16</inkml:trace>
  <inkml:trace contextRef="#ctx0" brushRef="#br0" timeOffset="-139323.89">15141 4032 0,'0'0'0,"0"0"0,0 0 16,0 0-16,0 0 15,0 0-15,0 0 16,0 0-1,0 0-15,-4-1 16,4 1-16,-14-7 16,1 2-16,-1-2 15,-4 0-15,-1 1 16,0 3-16,-3 2 16,2 3-16,4 0 15,3 1-15,13-3 16,-18 9-1,11-1-15,1 1 16,2 3-16,4 2 16,1 1-16,3 0 15,3 1-15,0 0 16,3-1-16,1-2 16,1 0-16,1-2 15,2-2-15,1-1 16,-1-3-16,0-3 15,0-5 1,0-2-16,0-4 16,-3-3-16,-2-2 15,-1 0-15,-2 1 16,-2 1-16,-3 2 16,0 2-16,-1 2 15,-1 6-15,-1-12 16,1 12-1,-5-12-15,-1 4 16,-3-1-16,-3-1 16,0 3-16,2 2 15,10 5-15</inkml:trace>
  <inkml:trace contextRef="#ctx0" brushRef="#br0" timeOffset="-139123.56">15284 4198 0,'0'0'0,"0"0"0,0 0 0,0 0 16,0 0-16,0 0 15,0 0-15,0 0 16,0 0-16,0 0 15,0 0 1</inkml:trace>
  <inkml:trace contextRef="#ctx0" brushRef="#br0" timeOffset="-138505.64">15412 4011 0,'0'0'0,"0"0"15,0 0-15,0 0 16,0 0-16,0 0 16,0 0-16,3 1 15,-3-1-15,17 7 16,-3-2-1,3 2-15,-3 0 16,1-1-16,-5 0 16,-10-6-16,15 8 15,-15-8-15,10 6 16,-10-6-16,7 9 16,-4-2-16,-3 2 15,-6 4-15,-7 7 16,-9 5-16,-5-2 15,3-3 1,7-6-16,4-4 16,5-3-16,8-7 15,-10 10-15,10-10 16,-5 12-16,2-4 16,2-1-16,1 1 15,2-1-15,2 0 16,1 1-16,1-2 15,-6-6-15,9 10 16,-9-10-16,9 8 16,-9-8-1,13 7-15,-13-7 16,17 8-16,-7-6 16,2 1-16,1-1 15,2 0-15,3 1 16,-4-3-1</inkml:trace>
  <inkml:trace contextRef="#ctx0" brushRef="#br0" timeOffset="-137986.85">15744 4204 0,'0'0'0,"0"0"16,0 0-16,0 0 15,0 0-15,0 0 16,0 0-16,-2 0 15,2 0-15,0 0 16,-21 4 0,7 0-16,2 2 15,1-1-15,3 2 16,1-1-16,3 1 16,-1 1-16,2 4 31,1 3-31,2 3 15,1 0 1,1-5-16,-1 1 16,2 1-16,0 2 15,-1 0-15,-1-1 16,1-4-16,-1-1 16,-2-1-16,-1 1 15,-2 2-15,-3 0 16,-3-1-16,-2 0 15,-3-2-15,-8-3 16,-5-3 0,4-7-16</inkml:trace>
  <inkml:trace contextRef="#ctx0" brushRef="#br0" timeOffset="-137753.99">15676 4155 0,'0'0'0,"0"0"0,0 0 15,0 0-15,0 0 16,0 0-16,5 2 16,-5-2-16,25 3 15,5 2-15,-17-5 16,41 2-16</inkml:trace>
  <inkml:trace contextRef="#ctx0" brushRef="#br0" timeOffset="2715.41">7905 1585 0,'0'0'0,"0"0"0,0 1 0,0-1 15</inkml:trace>
  <inkml:trace contextRef="#ctx0" brushRef="#br1" timeOffset="7474.12">9311 1497 0,'0'0'0,"0"0"0,0 0 15,0 0-15,0 0 16,0 0-16,0 0 15,-6 3-15,-9 4 16,-19 6-16,-12 4 16,-2 0-1,6-3-15,7-3 16,9-4-16,10-2 16,5-1-16,11-4 15,-16 3-15,16-3 16,0 0-16,-11 7 15,11 1-15,2 5 16,6 4 0,6 4-16,2-1 15,0 0-15,-2-3 16,-2-4-16,-4-3 16,-2-4-16,-6-6 15,8 8-15,-8-8 16,0 0-16,6 8 15,-6-8-15,-2 6 16,-10 3 0,-14 7-16,-11 2 15,1-5-15,-1 0 16,-3 0-16,1 0 16,3-2-16,8-1 15</inkml:trace>
  <inkml:trace contextRef="#ctx0" brushRef="#br1" timeOffset="8043.98">9354 1572 0,'0'0'0,"0"0"0,0 0 0,0 0 16,0 0-16,0 0 16,-1 3-16,1-3 15,-5 15-15,-1 5 16,-5 9-16,-2 7 15,-2 0-15,-7 1 16,0-4-16,2-5 16,3-5-1,6-9-15,4-5 16,7-9-16,0 0 16,0 0-16,0 0 15,6-8-15,1 0 16,0-1-16,3 0 15,3 0-15,0 1 16,3 1-16,-2 1 16,1 1-1,-2 2-15,-2 0 16,-11 3-16,16-3 16,-16 3-16,11 0 15,-11 0-15,11 4 16,-6 4-16,-3 5 15,0 9-15,-3 7 16,-2 2-16,-1 1 16,0-5-16</inkml:trace>
  <inkml:trace contextRef="#ctx0" brushRef="#br1" timeOffset="13968.95">10247 973 0,'0'0'0,"0"0"0,0 0 0,0 0 15,8-1-15,2 0 16,10-1-16,10 0 15,10-1-15,2-1 16,4 2-16,1 0 16,1-1-16,0 1 15,-6 1-15,2-2 16,1-2-16,3-1 16,2-1-16,2-1 15,3 1-15,0-1 16,1 1-1,0-1-15,-2 1 16,1 0-16,-5 0 16,-1 2-16,0 1 15,-2 2-15,2-1 16,-4 2-16,1-1 16,-5 1-1,-1 0-15,-1 0 16,2 1-16,-1-1 15,0-1-15,1 1 16,1-2-16,-1 1 16,-1-1-16,-2 0 15,3 1-15,1 0 16,0-1-16,0 0 16,-4 1-1,2 0-15,-1-1 16,1 1-16,-1-1 15,2 1-15,3 2 16,0-1-16,-1 0 16,-1 1-16,0 0 15,3 0-15,-3 1 16,-2 0-16,-1-1 16,0 1-16,3 0 15,1 0-15,-1 0 16,2 0-1,0-1-15,-1 1 16,0 0-16,0-1 16,0 0-16,1 0 15,-3 0-15,-3 0 16,-1 0-16,4 0 16,2 0-16,-2 0 15,1 0 1,0 0-16,1 0 15,-1 0-15,-2 1 16,0-1-16,0 0 16,1 1-16,-4 1 15,-2 1-15,-2 0 16,3 0-16,0-1 16,1 0-16,-3 1 15,-1-1 1,5 0-16,4 1 15,0-1-15,-4 1 16,-2-1-16,-1 1 16,1-1-16,-2 1 15,-6-2-15,-5 1 16,-3-2-16,1 2 16,2 0-16,0 1 15,5-1-15,-2 0 16,-1 1-1,-3-2-15,-2 1 16,-2 0-16,-1 1 16,-1-1-16,-2 0 15,0 1-15,1 0 16,0-1-16,-2 0 16,1 1-16,-1-1 15,1 1-15,0-1 16,2 0-1,-1 1-15,1 0 16,0-1-16,1 0 16,0 1-16,-2-1 15,0 1-15,-4-3 16,-11 0-16,17 2 16,-17-2-16,14 2 15,-14-2 1,16 2-16,-16-2 15,13 1-15,-13-1 16,0 0-16,11 2 16,-11-2-16,0 0 15,0 0-15,0 0 16,10 5-16,-10-5 16,0 0-16,0 0 15,0 0-15,0 0 16,0 0-1,0 0-15,0 0 16,0 0-16,0 0 16,0 0-16,0 0 15,0 0-15,0 0 16,0 0-16,0 0 16,0 0-16,0 0 15,0 0-15,0 0 16,0 0-16,0 0 15,0 0 1,0 0-16,0 0 16,0 0-16,0 0 15,0 0-15,0 0 16,0 0-16,0 0 16,0 0-16,0 0 15,0 0 1,0 0-16,0 0 15,0 0-15,0 0 16,0 0-16,0 0 16,0 0-16,0 0 15,0 0-15,0 0 16,0 0-16,0 0 16,0 0-16,0 0 15,0 0-15,0 0 16,0 0-16,0 0 15,0 0 1,0 0-16,0 0 16,0 0-16,0 0 15,0 0-15,0 0 16,0 0-16,0 0 16,0 0-16,0 0 15,0 0 1,0 0-16,0 0 15,0 0-15,0 0 16,-11 5-16,11-5 16,0 0-16,0 0 15,0 0-15,0 0 16,0 0-16,0 0 16,0 0-16,0 0 15,0 0-15,0 0 16,0 0-1,0 0-15,0 0 16,0 0-16,0 0 16,0 0-16,0 0 15,0 0-15,0 0 16,0 0-16,0 0 16,0 0-16,0 0 15,0 0 1,0 0-16,0 0 15,0 0-15,0 0 16,0 0-16,0 0 16,0 0-16,0 0 15,0 0-15,0 0 16,0 0-16,0 0 16,0 0-16,0 0 15,0 0-15,0 0 16,0 0-16,0 0 15,0 0 1,0 0-16,0 0 16,0 0-16,-10 0 15,10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0-16,0 0 15,0 0-15,0 0 16,0 0 0,0 0-16,0 0 15,0 0-15,0 0 16,0 0-16,0 0 16</inkml:trace>
  <inkml:trace contextRef="#ctx0" brushRef="#br1" timeOffset="14653.28">10499 760 0,'0'0'0,"0"0"15,0 0-15,0 0 16,-2 6-16,-3 7 16,-3 21-16,-1 16 15,-1 11-15,-1 5 16,0 1-16,0-1 15,2-1-15,8-8 16,4-9-16,4-13 16</inkml:trace>
  <inkml:trace contextRef="#ctx0" brushRef="#br1" timeOffset="15070.91">11458 747 0,'0'0'0,"0"0"0,0 0 0,0 0 16,0 0-16,-2 8 15,-5 8-15,-1 23 16,-2 14-16,-1 15 16,-1 10-1,0 1-15,-2 11 16,5-18-16</inkml:trace>
  <inkml:trace contextRef="#ctx0" brushRef="#br1" timeOffset="15504.33">12571 619 0,'0'0'0,"0"0"16,0 0-16,0 0 16,-3 4-1,-6 13-15,-9 22 16,-5 29-16,-2 16 16,-1 7-16,0 3 15,3-6-15,2-4 16,6-16-16,7-4 31</inkml:trace>
  <inkml:trace contextRef="#ctx0" brushRef="#br1" timeOffset="15906.05">13808 659 0,'0'0'0,"0"0"0,0 0 0,0 0 16,-2 3-16,-1 5 16,-5 13-16,-3 20 15,-3 9-15,-3 14 16,-5 12-16,0 10 15,-7 10-15,-4-2 16</inkml:trace>
  <inkml:trace contextRef="#ctx0" brushRef="#br1" timeOffset="16340.05">14835 757 0,'0'0'0,"0"0"0,0 0 16,-4 8-16,-7 16 16,-7 21-16,-6 16 15,-5 11 1,0 2-16,-6 16 16,0-6-16</inkml:trace>
  <inkml:trace contextRef="#ctx0" brushRef="#br1" timeOffset="18060.08">9777 1565 0,'0'0'0,"0"0"0,0 0 16,0 0-16,0 0 15,-5-3-15,-14-2 16,-24-6-16,-12-2 16,1 5-16,3 5 15,-1 3-15,-5 4 16,0 1-16,-4 3 16,-1 0-1,0 1-15,-6 1 16,-4-1-16,2 2 15,0 4-15,-4 7 16,13-2-16,-4 3 16,7-2-16,3 1 15,-2 2-15,11-2 16,9-2-16,9-5 16,9-3-1,5-2-15,4-4 16,10-6-1,-11 13 1,9-4-16,5 3 16,5 3-16,10 2 15,10 3-15,11-3 16,6-4-16,10-4 16,4-3-1,3-3-15,2-1 16,-2-1-16,0-1 15,2 1-15,-1 0 16,2-2-16,2 0 16,1-2-16,4-2 15,1-5-15,-2-4 16,2 1 0,-4-2-16,-6 1 15,0-1-15,-5 1 16,0-1-16,-6-1 15,-4-5-15,-8 0 16,-9 3-16,-9 3 16,-7 4-16,-5 0 15,-2 0-15,-4 0 16,-2-1-16,-2 0 16,-9-2-1,-10-5-15,-15-1 16,-28-3-16,-19 9 15,-13 5-15,-6 11 16,6 10-16,-6 2 16,15 5-16,-15 6 15</inkml:trace>
  <inkml:trace contextRef="#ctx0" brushRef="#br1" timeOffset="21683.34">12580 872 0,'0'-4'0,"0"4"0,-1-13 16,0 4-16,0 3 16,1 6-16,-1-7 15,1 7-15,0 0 16,10-10-16,3-5 16,4-19-16,-3 5 15,0 0-15,2-4 16,-5 8-16,0 4 15,-5 10 1,0 0-16,3-4 16,0-7-16,-3 5 15,-1 3-15,-3 6 16,1-2-16,1-9 16,0 1-16,2-6 15,-3 4-15,-1 8 16,2 0-16,-1 0 15,1-1-15,2-3 16,-3 7 0,0 1-16,-3 8 15,3-12-15,1 2 16,1-3-16,-1 1 16,1 0-16,-2 2 15,1 2-15,0 0 16,-4 8-16,5-8 15,-5 8 1,0 0-16,0 0 16,0 0-16,0 0 15,6-8-15,-6 8 16,0 0-16,0 0 16,0 0-16,0 0 15,0 0-15,0 0 16,0 0-16,0 0 15,0 0 1,0 0-16,0 0 16,0 0-16,0 0 15</inkml:trace>
  <inkml:trace contextRef="#ctx0" brushRef="#br1" timeOffset="23886.9">12535 815 0,'0'0'0,"0"1"0,0-1 0,0 0 15,0 0-15,0 0 16,0 0-16,0 0 15,0 0 1,8-11-16,4-15 16,2-18-16,-2-11 15,-3 5-15,-1 3 16,-4 4-16,-2 13 16,2 1-16,-3 13 15,0 1-15,2-6 16,1 0-16,3-7 15,2 6-15,8 0 16,6-7 0,5-1-16,5-7 15,-6 8-15,-7 7 16,-6 6-16,-7 8 16,-7 8-16,8-8 15,-8 8-15,0 0 16,7-6-16,-7 6 15,0 0 1,0 0-16,0 0 16,0 0-16,0 0 15,0 0-15,0 0 16,0 0-16,0 0 16,0 0-16,0 0 15,11-7-15,-11 7 16,33-8-16,16-1 15,6-2-15,-1 1 16,-2 3 0,0 4-16,-2 2 15,1 2-15,0 0 16,-7 1-16,-1 0 16,-4 1-16,1 0 15,2 0-15,2 1 16,-6-1-16,-1-1 15,-3 1-15,2 0 16,1 1 0,-2-2-16,-1 1 15,-1-1-15,5 0 16,2 1-16,1-1 16,-2 1-16,-4-3 15,-3 2-15,-4-2 16,-1 0-16,-9 0 15,-2 0-15,2 0 16,0 0-16,1 0 16,-3 0-1,1 0-15,8 0 16,4 0-16,1 0 16,-6 0-16,-2 0 15,-1 0-15,-5 0 16,1 0-16,-2 1 15,-2 0-15,3 0 16,-1 1-16,2-1 16,0 1-1,-1-1-15,-2 0 16,2 1-16,1 0 16,0-1-16,0 0 15,3-1-15,1 1 16,2 0-16,2 0 15,-3 0-15,-4-1 16,0 1 0,-1 0-16,-1 0 15,0 0-15,-1 0 16,-1 0-16,0 0 16,0 0-16,-1-1 15,0 1-15,0 0 16,-2 0-16,1 0 15,-1 0-15,1 0 16,1 0-16,2-1 16,2 1-1,-5 0-15,1-1 16,-13 0-16,15 2 16,-15-2-16,10 2 15,-10-2-15,18 2 16,-1 1-16,2-1 15,-1 0-15,-2 1 16,1-1-16,-3 0 16,-3 0-1,-11-2-15,13 2 16,-13-2-16,0 0 16,10 2-16,-10-2 15,0 0-15,0 0 16,0 0-16,11 3 15,-11-3-15,0 0 16,0 0-16,0 0 16,0 0-1,0 0-15,0 0 16,0 0-16,4 11 16,-5-1-16,0 2 15,-1 2-15,-1 3 16,-1 1-16,-2 1 15,1-1-15,0-1 16,-1 3-16,0 2 16,-3 4-1,2-1-15,1-4 16,-1-1-16,0 1 16,-2-1-16,-2 2 15,0 0-15,1-2 16,-2 2-16,1-1 15,2-3-15,-1 2 16,0 0-16,1 0 16,-1-2-1,5-3-15,0-1 16,-1 1-16,0 1 16,1 0-16,0-3 15,1 0-15,0-2 16,1 0-16,0-1 15,0-1-15,1-2 16,2-7-16,-3 8 16,3-8-16,-3 7 15,3-7-15,0 0 16,0 0 0,0 0-16,-7 6 15,7-6-15,0 0 16,0 0-16,0 0 15,0 0-15,0 0 16,0 0-16,0 0 16,0 0-16,0 0 15,0 0 1,0 0-16,0 0 16,0 0-16,0 0 15,0 0-15,0 0 16,0 0-16,0 0 15</inkml:trace>
  <inkml:trace contextRef="#ctx0" brushRef="#br1" timeOffset="30616.45">12665 548 0,'0'0'0,"0"0"16,0 0-16,0 0 0,0 2 16,0-2-1,-2 7-15,2-7 16,-6 10-16,0 1 16,1 0-16,-4 7 15,3-5-15,1-3 16,-3 9-16,0-4 15,-2 6-15,0 10 16,2-7-16,-1 1 16,1 2-16,1-7 15,0 5 1,-2 0-16,2-2 16,-1 3-16,0-1 15,1 0-15,-2 2 16,1 1-16,0 0 15,0-1-15,1-1 16,0-2 0,0 0-16,1-1 15,-1-1-15,1-2 16,1-3-16,0-1 16,2-3-16,-2 2 15,1 0-15,-1 0 16,0 3-16,1-1 15,0-2-15,0 0 16,1-1-16,1-5 16,0 0-1,2-9-15,-1 9 16,1-9-16,-2 9 16,2-9-16,0 0 15,0 0-15,0 0 16,0 0-16,0 0 15,0 0-15,0 0 16,0 0-16,0 0 16,-3 6-1,3-6-15,0 0 16,0 0-16,0 0 16,0 0-16,0 0 15,0 0-15,0 0 16</inkml:trace>
  <inkml:trace contextRef="#ctx0" brushRef="#br1" timeOffset="31167.86">12451 846 0,'0'0'0,"0"-1"16,0 1-16,0 0 15,0 0-15,0 0 16,0 0-16,0 0 16,0 0-1,0 0-15</inkml:trace>
  <inkml:trace contextRef="#ctx0" brushRef="#br1" timeOffset="40417.82">14894 914 0,'0'0'0,"0"0"0,0 0 0,0-2 15,0 2-15,0 0 16,1-9-16,-1 9 15,2-8-15,1 1 16,1-3-16,2-6 16,2-4-16,4-2 15,0-4 1,-1 4-16,1 3 16,-2 1-16,-1 2 15,0 0-15,-1 1 16,0-1-16,2-2 15,2-7-15,2-12 16,-1-7-16,-4-6 16,-3 1-16,-5 1 15,-3 6-15,-1 14 16,0 10-16,0 7 16,1 4-1,2 7-15,-3-11 16,3 11-16,0 0 15,-2-7-15,2 7 16,0 0-16,0 0 16,0 0-16,-7-6 15,7 6-15,0 0 16,0 0 0,0 0-16,0 0 15,0 0-15,-11-7 16,11 7-16,0 0 15,0 0-15,-13-8 16,4 1-16,-13-8 16,-16-8-16,-11-2 15,-7 2-15,-6 0 16,0 2 0,-4 3-16,2 2 15,7 4-15,-1 2 16,-1 1-16,-8 1 15,-19 1-15,-2-1 16,-2 4-16,13 2 16,12 2-16,-2 1 15,0 2-15,-2 1 16,3 0-16,7 1 16,6 0-1,9 0-15,4 0 16,2 1-16,-4 1 15,0 3-15,5-1 16,9 0-16,8-2 16,8-3-16,12-4 15,-13 4-15,13-4 16,0 0-16,0 0 16,-12 4-1,12-4-15,0 0 16,0 0-16,0 0 15,0 0-15,0 0 16,-13 0-16,1 1 16,-10 4-16,-1 3 15,5-3-15,3 1 16,4-2-16,0 0 16,-1 0-16,-4 1 15,-6 4 1,-6 0-16,-1 0 15,2-1-15,3-4 16,2 1-16,-2 1 16,-2 0-16,1 2 15,5 0-15,7-5 16,13-3 0,-15 6-16,15-6 15,0 0-15,-13 2 16,13-2-16,0 0 15,0 0-15,0 0 16,-10 9-16,10-9 16,0 0-16,0 0 15,-2 6-15,2-6 16,-8 14-16,-2 1 16,-5 4-16,-1 5 15,-2 3-15,-5 5 16,1 0-1,-4 5-15,-3 7 16,3-7-16,1 3 16,1-3-16,3 2 15,5-3-15,5-5 16,2 5-16,4-1 16,2 4-16,2-7 15,2-11 1,1-3-16,-1-6 15,0-2-15,-1-10 16,3 9-16,-3-9 16,0 0-16,0 0 15,0 0-15,0 0 16,0 0-16,0 0 16,2-19-1,-2-6-15,1-25 16,9-17-16,10-10 15,3-11-15,1 17 16,-4 21-16,-5 8 16,-3 14-16,-4 7 15,0-1-15,-4 11 16,-1 2-16,1-4 16,1-4-1,8-18-15,24-9 16,7 1-16,5 2 15,-8 16-15,-10 8 16,-8 6-16,-4 4 16,-1 1-16,-1 2 15,6-1-15,6 0 16,10-1-16,17-2 16,11-1-16,16-1 15,4 2 1,6 0-16,-1 6 15,-11 3-15,0 2 16,-8 3-16,7 3 16,-3 5-16,9 2 15,3 3-15,-4 0 16,-2 0-16,-20-5 16,-5-1-16,-9-2 15,-3-1 1,1 1-16,-3-2 15,-1 1-15,1 1 16,-3 0-16,-2 3 16,-1 2-16,-2 1 15,-1 0-15,-3-1 16,-4-3-16,-6-1 16,-3 0-16,-2 0 15,0 2 1,-1 1-16,-1 0 15,-2-3-15,-1 0 16,1 2-16,0 1 16,2 2-16,0 0 15,-1 2-15,1-3 16,-4-2-16,-1-1 16,0-1-16,0 2 15,-1 3 1,-1 2-16,-2 0 15,-1 0-15,-2 0 16,-2 3-16,-1-3 16,-1 2-16,-2 0 15,1-1-15,-3 2 16,1 0-16,-1-4 16,0-1-16,2-4 15,-1-1-15,0 0 16,1 0-1,0-2-15,0-2 16,2-2-16,1-6 16,-2 8-16,2-8 15,0 0-15,0 0 16,-1 7-16,1-7 16,0 0-16,0 0 15,0 0 1,0 0-16,0 0 15,0 0-15,-5-9 16,-11-22-16,-12-25 16,-4-8-16,2 0 15,6 6-15,4 13 16,2 4-16,6 10 16,1 5-16,1 3 15,4 8-15,-1 1 16,-4-3-16,-6-8 15,-17-15 1,-27-22-16,-21-1 16,-23-5-16,6 13 15,9 19-15,26 11 16,21 10-16,9 5 16,10 5-16,-3 0 15,-6 1-15,-4 2 16,-14-1-1,-4 2-15,-7 0 16,-7 3-16,4 1 16,0 1-16,6 3 15,1 0-15,0 2 16,-1 3-16,-5 1 16,-3 2-16,-3 2 15,-4 3-15,6-1 16,6 1-1,8-2-15,11-3 16,2-2-16,2 1 16,1 3-16,3 1 15,1 6-15,3-1 16,2 1-16,-2 10 16,5-7-16,1 3 15,-1 1 1,6-9-16,-2 5 15,-1 3-15,2-2 16,4-4-16,8-12 16,-1 1-16,2-2 15,0 3-15,-1 3 16,3-3-16,-1 6 16,2 3-16,4-11 15,0 4-15,1-7 16,0-9-16,0 9 15,0-9 1,0 0-16,0 8 16,0-8-16,1 8 15,-1-8-15,2 10 16,-2-10-16,0 0 16,0 0-16,0 0 15,1 6 1,-1-6-16,0 0 15,0 0-15,0 0 16,0 0-16,3 7 16,-3-7-16,0 0 15,0 0-15,0 0 16,0 0-16,0 0 16,0 0-16,0 0 15,0 0-15,0 0 16,0 0-16,0 0 15,0-8 1,0 8-16,0 0 16,0 0-16,0 0 15,0 0-15,0 0 16,0 0-16,0 0 16,0 0-16,0 0 15,0 0-15,0 0 16,1-7-16,-1 7 15,0 0 1,0 0-16,0 0 16,0 0-16,0 0 15,0 0-15,0 0 16,0 0-16,0 0 16,0 0-16,0 0 15,0 0-15,0 0 16,2-8-1,-2 8-15,0 0 16,0 0-16,0 0 16,0 0-16,0 0 15,0 0-15,0 0 16,0 0-16,0 0 16,0 0-16,0-6 15,0 6-15,0 0 16,1-10-1,-1 10-15,0 0 0,0-5 16,0 5 0,0 0-16,0 0 15,0-9-15,0 9 16,0 0-16,0-6 16,0 6-16,2-11 15,-2 11-15,5-13 16,4-10-16,9-18 15,10-20 1,1 6-16,1-1 16,-5 13-16,-4 19 15,-1 1-15,-1 2 16,0 0-16,-3 3 16,1 1-16,2 0 15,8-3-15,9-5 16,10 1-16,8 1 15,0 5 1,-3 2-16,-10 4 16,-10 2-16,-5 3 15,-5 0-15,2 1 16,2 2-16,7-1 16,8 1-16,9-1 15,10-1-15,6 0 16,2-1-16,-7 1 15,-8 1 1,-6 2-16,-6 1 16,-3 0-16,-1 2 15,6 0-15,6 3 16,2 2-16,3 2 16,-3 0-16,2 1 15,-1-1-15,-6 1 16,-2 0-16,-6 0 15,-3-1-15,-3 0 16,1 1 0,1 1-16,0 0 15,0 1-15,-3-1 16,-3-1-16,-2 1 16,-2-2-16,-1 1 15,-3-2-15,1-1 16,-1 1-16,1 2 15,0-1-15,0 1 16,-2 1 0,2 2-16,-2 0 15,2 1-15,-2-1 16,1 0-16,-1 1 16,-2-2-16,-2-1 15,-1-1-15,2 1 16,1 0-16,1 2 15,0-1-15,1 0 16,0 0 0,-2-2-16,1 3 15,-2-1-15,1-2 16,-1 2-16,0 0 16,1 3-16,-4-1 15,1-1-15,-2 2 16,-1-1-16,1 2 15,-1 0-15,-2-1 16,0 0 0,0-1-16,-2-1 15,0 3-15,-1 1 16,-1 0-16,0 0 16,-1-3-16,-1 0 15,0-1-15,-2 0 16,-1 2-16,0-2 15,0-2-15,1 1 16,-1 0-16,0 0 16,0 0-1,1-3-15,-1-1 16,0 2-16,1-8 16,-1 10-16,1-10 15,-2 12-15,2-5 16,-1 0-16,0 0 15,0 1-15,1 0 16,-1 1 0,0-1-16,0 0 15,0 2-15,-1 0 16,1-1-16,-1-2 16,2-7-16,-3 11 15,3-11-15,-3 7 16,3-7-16,0 0 15,-2 7-15,2-7 16,0 0-16,0 0 16,0 0-1,0 0-15,0 0 16,0 0-16,0 0 16,0 0-16,0 0 15,0 0-15,0 0 16,0 0-16,0 0 15,0 0-15,0 0 16,0 0-16,0 0 16,0 0-1,-7-12-15,5 1 16,1-3-16,-2-8 16,-1-10-16,-2-1 15,-2-1-15,0 8 16,0 4-16,1 3 15,-2 0-15,-1-4 16,0 2 0,-1 1-16,-2-2 15,0-1-15,-3-3 16,0 1-16,2 2 16,1 2-16,-2-1 15,-2-3-15,0-3 16,-3-2-16,2 0 15,-1 5-15,-3 3 16,0-2 0,-1 3-16,-3-1 15,-5-1-15,-8-3 16,-5 0-16,1 3 16,0 1-16,5 6 15,-1 2-15,2 3 16,1 1-16,-4 1 15,4 1-15,1-1 16,-7 2-16,0 0 16,2 1-16,-1 0 15,4 2 1,0 0-16,5 2 16,1 0-16,6 0 15,-2 1-15,-2-1 16,2 0-16,-4 2 15,-3 0-15,-4 0 16,1 0 0,-1 0-16,-3 2 15,-1 1-15,-3 0 16,0 1-16,1 1 16,-1 1-16,3 2 15,-1 0-15,1 1 16,1 1-16,2 0 15,7-2-15,4-1 16,4 2-16,3-4 16,3 1-1,3-1-15,1-1 16,1 0-16,2 1 16,-2 1-16,1-1 15,-1 2-15,1 0 16,-3 1-16,3-1 15,-1 1-15,-3 0 16,4-1 0,-2 0-16,1 0 15,-4 0-15,-2 2 16,-3 3-16,-1 2 16,3-2-16,4-2 15,-1-2-15,-5 0 16,-3 3-16,-2 7 15,0 11-15,1-1 16,3-4-16,3-4 16,2-5-16,-1-5 15,-2 1 1,-3 1-16,0 7 16,5 14-16,4-11 15,5-5-15,-1-1 16,2-3-16,-2 8 15,2-2-15,1-6 16,-1 7-16,1-2 16,2 0-1,1 0-15,2-8 16,1-3-16,-1 1 16,3-8-16,-2 9 15,2-9-15,-3 9 16,3-9-16,-1 11 15,1-11-15,0 0 16,0 7-16,0-7 16,0 0-16,0 0 15,0 7 1,0-7-16,0 0 16,0 0-16,0 0 15,0 0-15,0 0 16,0 0-16,0 0 15,0 0-15,0 0 16,0 0-16,0 0 16,0 0-16,0 0 15,0 0 1,0 0-16,-7-8 16,4-2-16,-1-2 15,1-1-15,2 4 16,1 3-16,1-7 15,0-5-15,1-10 16,2 4-16,-1 6 16,4-6-1,3 1-15,3-7 16,5-9-16,-2 4 16,0 6-16,-3 4 15,0 3-15,1-5 16,2-2-16,1-2 15,-3 10-15,1-3 16,2 6-16,3 0 16,7-5-16,5-2 15,4-2 1,4-1-16,0 3 16,-2 4-16,-4 5 15,-7 4-15,-6 3 16,-4 4-16,-3 0 15,1 0-15,-2 1 16,1 1-16,0 0 16,4-1-16,1 0 15,8 0-15,2 2 16,0 1 0,-4 0-16,-1 0 15,-1 0-15,9 0 16,6 0-16,9 0 15,1-2-15,-4-1 16,1 1-16,-2-1 16,3 0-16,-1 0 15,-3 2 1,-3-2-16,-4 3 16,-6 3-16,2 2 15,6 1-15,5 1 16,3 1-16,4 2 15,3-2-15,4 1 16,5-1-16,-3 3 16,5 2-16,-5 3 15,0 0-15,-8 0 16,-3-1 0,-8-3-16,-2 0 15,0 0-15,-1 2 16,-2 0-16,-1 0 15,-2 0-15,-4-1 16,-3 1-16,-1-2 16,-1 1-16,2 2 15,-1 2-15,-2-1 16,-2 0-16,0 1 16,-1 0-1,3 3-15,0 3 16,1 2-16,-1 1 15,-2-1-15,-2-3 16,-2-2-16,-1-1 16,-1-1-16,-1-3 15,-1 1 1,1 2-16,-1 4 16,-2 3-16,-2-2 15,0-3-15,-1 0 16,-1-3-16,0 1 15,1 1-15,0 2 16,-1 0-16,-1 3 16,-1-2-16,0-3 15,-1 0-15,-1-2 16,-1-1 0,-1-1-16,1-3 15,-2-1-15,1 0 16,1 0-16,-1-1 15,0 0-15,0 1 16,1 2-16,-1 0 16,0-1-16,0-2 15,0-1-15,1-8 16,-1 10-16,1-10 16,-1 8-1,1-8-15,0 0 16,1 6-16,-1-6 15,0 0-15,0 0 16,0 0-16,0 0 16,1 7-16,-1-7 15,0 0-15,0 0 16,0 0 0,0 0-16,0 0 15,0 0-15,3 6 16,-3-6-16,0 0 15,0 0-15,0 0 16,0 0-16,0 0 16,0 0-16</inkml:trace>
  <inkml:trace contextRef="#ctx0" brushRef="#br1" timeOffset="42137.88">15076 999 0,'0'0'0,"0"0"0,4 0 16,-4 0-16,12 1 16,-12-1-16,17 1 15,-17-1-15,18 2 16,-18-2-16,18 2 16,-9-2-1,2 1-15,0 0 16,1 0-16,0-1 15,1 1-15,0 0 16,0 0-16,1 0 16,-3 0-16,1 0 15,-12-1-15,17 1 16,-17-1-16,15 0 16,-15 0-16,16 0 15,-16 0 1,16 0-16,-16 0 15,14 0-15,-14 0 16,13 0-16,-13 0 16,18 0-16,-7 0 15,1 0-15,-1 0 16,-1 0-16,-10 0 16,14 0-16,-14 0 15,0 0-15,11 0 16,-11 0-1</inkml:trace>
  <inkml:trace contextRef="#ctx0" brushRef="#br1" timeOffset="42855.79">14952 856 0,'0'0'0,"0"0"0,0 0 16,5 1-16,-5-1 16,24 6-16,-6-2 15,5 1-15,4 1 16,2-1-16,-1 1 16,-3 1-16,-2-1 15,0 0-15,-1 0 16,0-1-1,-2 0-15,-2 0 16,-2-1-16,-3-1 16,0 0-16,-3 0 15,-10-3-15,17 4 16,-17-4-16,13 3 16,-13-3-16,12 2 15,-12-2-15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google.com/search?q=loss+function&amp;sca_esv=0d0cf30d75af90b4&amp;lns_surface=26&amp;authuser=0&amp;biw=1528&amp;bih=698&amp;hl=en-IN&amp;cs=0&amp;sxsrf=AE3TifP-DJ72MiWO4HKm7cvRJyZpkGqipA%3A1765079994960&amp;ei=uvs0af2zOu6SseMPz9GQmAw&amp;ved=2ahUKEwiLxNaNzKqRAxXMSGwGHdMkJeEQgK4QegYIAQgAEAQ&amp;uact=5&amp;oq=gradients+in+deep+learning&amp;gs_lp=Egxnd3Mtd2l6LXNlcnAiGmdyYWRpZW50cyBpbiBkZWVwIGxlYXJuaW5nMgsQABiABBiRAhiKBTIGEAAYBxgeMgYQABgHGB4yBhAAGAcYHjIGEAAYBxgeMggQABgIGAoYHjIGEAAYCBgeMgsQABiABBiGAxiKBTILEAAYgAQYhgMYigUyCBAAGIAEGKIESIkHUABYAHAAeAGQAQCYAY8BoAGPAaoBAzAuMbgBA8gBAPgBAZgCAaACmAGYAwCSBwMwLjGgB54HsgcDMC4xuAeYAcIHAzItMcgHBoAIAA&amp;sclient=gws-wiz-serp"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i="0" dirty="0">
                <a:solidFill>
                  <a:srgbClr val="0A0A0A"/>
                </a:solidFill>
                <a:effectLst/>
                <a:latin typeface="Google Sans"/>
              </a:rPr>
              <a:t>Sigmoid</a:t>
            </a:r>
            <a:r>
              <a:rPr lang="en-US" b="0" i="0" dirty="0">
                <a:solidFill>
                  <a:srgbClr val="0A0A0A"/>
                </a:solidFill>
                <a:effectLst/>
                <a:latin typeface="Google Sans"/>
              </a:rPr>
              <a:t>This function maps input values to a range between 0 and 1. It is often used in the output layer for binary classification problems. A significant drawback is the vanishing gradient problem, where gradients become very small at the extremes, slowing down learning. </a:t>
            </a:r>
            <a:endParaRPr lang="en-US" b="0" i="0" dirty="0">
              <a:solidFill>
                <a:srgbClr val="0B57D0"/>
              </a:solidFill>
              <a:effectLst/>
              <a:latin typeface="Google Sans"/>
            </a:endParaRPr>
          </a:p>
          <a:p>
            <a:pPr marL="0" lvl="0" indent="0" algn="l" rtl="0">
              <a:spcBef>
                <a:spcPts val="0"/>
              </a:spcBef>
              <a:spcAft>
                <a:spcPts val="0"/>
              </a:spcAft>
              <a:buNone/>
            </a:pPr>
            <a:r>
              <a:rPr lang="en-US" b="1" i="0" dirty="0">
                <a:solidFill>
                  <a:srgbClr val="0A0A0A"/>
                </a:solidFill>
                <a:effectLst/>
                <a:latin typeface="Google Sans"/>
              </a:rPr>
              <a:t>Tanh (Hyperbolic Tangent) </a:t>
            </a:r>
            <a:r>
              <a:rPr lang="en-US" b="0" i="0" dirty="0">
                <a:solidFill>
                  <a:srgbClr val="0A0A0A"/>
                </a:solidFill>
                <a:effectLst/>
                <a:latin typeface="Google Sans"/>
              </a:rPr>
              <a:t>Tanh maps input values to a range between -1 and 1. It is zero-centered, which often helps in faster convergence during training compared to the sigmoid function. It also suffers from the vanishing gradient problem. </a:t>
            </a:r>
          </a:p>
          <a:p>
            <a:pPr marL="0" lvl="0" indent="0" algn="l" rtl="0">
              <a:spcBef>
                <a:spcPts val="0"/>
              </a:spcBef>
              <a:spcAft>
                <a:spcPts val="0"/>
              </a:spcAft>
              <a:buNone/>
            </a:pPr>
            <a:r>
              <a:rPr lang="en-IN" b="1" i="0" dirty="0" err="1">
                <a:solidFill>
                  <a:srgbClr val="0A0A0A"/>
                </a:solidFill>
                <a:effectLst/>
                <a:latin typeface="Google Sans"/>
              </a:rPr>
              <a:t>ReLU</a:t>
            </a:r>
            <a:r>
              <a:rPr lang="en-IN" b="1" i="0" dirty="0">
                <a:solidFill>
                  <a:srgbClr val="0A0A0A"/>
                </a:solidFill>
                <a:effectLst/>
                <a:latin typeface="Google Sans"/>
              </a:rPr>
              <a:t> (Rectified Linear Unit)</a:t>
            </a:r>
            <a:r>
              <a:rPr lang="en-US" b="0" i="0" dirty="0">
                <a:solidFill>
                  <a:srgbClr val="0A0A0A"/>
                </a:solidFill>
                <a:effectLst/>
                <a:latin typeface="Google Sans"/>
              </a:rPr>
              <a:t> </a:t>
            </a:r>
            <a:r>
              <a:rPr lang="en-US" b="0" i="0" dirty="0" err="1">
                <a:solidFill>
                  <a:srgbClr val="0A0A0A"/>
                </a:solidFill>
                <a:effectLst/>
                <a:latin typeface="Google Sans"/>
              </a:rPr>
              <a:t>ReLU</a:t>
            </a:r>
            <a:r>
              <a:rPr lang="en-US" b="0" i="0" dirty="0">
                <a:solidFill>
                  <a:srgbClr val="0A0A0A"/>
                </a:solidFill>
                <a:effectLst/>
                <a:latin typeface="Google Sans"/>
              </a:rPr>
              <a:t> outputs the input directly if it is positive, otherwise, it outputs zero. This function is computationally less expensive than Tanh and Sigmoid because it involves simpler mathematical operations. It is the most widely used activation function in deep learning due to its efficiency and ability to mitigate the vanishing gradient problem for positive inputs. </a:t>
            </a:r>
          </a:p>
          <a:p>
            <a:pPr marL="0" lvl="0" indent="0" algn="l" rtl="0">
              <a:spcBef>
                <a:spcPts val="0"/>
              </a:spcBef>
              <a:spcAft>
                <a:spcPts val="0"/>
              </a:spcAft>
              <a:buNone/>
            </a:pPr>
            <a:endParaRPr dirty="0"/>
          </a:p>
        </p:txBody>
      </p:sp>
      <p:sp>
        <p:nvSpPr>
          <p:cNvPr id="329" name="Google Shape;329;p1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zero-centered refers to a data preprocessing technique called mean subtraction or zero-centering. This technique involves transforming the input data so that the mean of each feature or dimension becomes zero.</a:t>
            </a:r>
          </a:p>
          <a:p>
            <a:pPr marL="0" lvl="0" indent="0" algn="l" rtl="0">
              <a:spcBef>
                <a:spcPts val="0"/>
              </a:spcBef>
              <a:spcAft>
                <a:spcPts val="0"/>
              </a:spcAft>
              <a:buNone/>
            </a:pPr>
            <a:r>
              <a:rPr lang="en-US" b="1" i="0" dirty="0">
                <a:solidFill>
                  <a:srgbClr val="0A0A0A"/>
                </a:solidFill>
                <a:effectLst/>
                <a:latin typeface="Google Sans"/>
              </a:rPr>
              <a:t>zero-centering helps to normalize the input data, making it more suitable for the optimization processes within neural networks and improving the stability and speed of training.</a:t>
            </a:r>
          </a:p>
          <a:p>
            <a:pPr marL="0" lvl="0" indent="0" algn="l" rtl="0">
              <a:spcBef>
                <a:spcPts val="0"/>
              </a:spcBef>
              <a:spcAft>
                <a:spcPts val="0"/>
              </a:spcAft>
              <a:buNone/>
            </a:pPr>
            <a:r>
              <a:rPr lang="en-IN" b="0" i="0" dirty="0">
                <a:solidFill>
                  <a:srgbClr val="0A0A0A"/>
                </a:solidFill>
                <a:effectLst/>
                <a:latin typeface="Google Sans"/>
              </a:rPr>
              <a:t>Gradients</a:t>
            </a:r>
            <a:r>
              <a:rPr lang="en-US" b="1" i="0" dirty="0">
                <a:solidFill>
                  <a:srgbClr val="0A0A0A"/>
                </a:solidFill>
                <a:effectLst/>
                <a:latin typeface="Google Sans"/>
              </a:rPr>
              <a:t> </a:t>
            </a:r>
            <a:r>
              <a:rPr lang="en-US" b="0" i="0" dirty="0">
                <a:solidFill>
                  <a:srgbClr val="001D35"/>
                </a:solidFill>
                <a:effectLst/>
                <a:latin typeface="Google Sans"/>
              </a:rPr>
              <a:t>representing the </a:t>
            </a:r>
            <a:r>
              <a:rPr lang="en-US" b="1" i="0" dirty="0">
                <a:solidFill>
                  <a:srgbClr val="001D35"/>
                </a:solidFill>
                <a:effectLst/>
                <a:latin typeface="Google Sans"/>
              </a:rPr>
              <a:t>rate of change (slope/derivative) of a</a:t>
            </a:r>
            <a:r>
              <a:rPr lang="en-US" b="1" i="0" u="none" dirty="0">
                <a:solidFill>
                  <a:srgbClr val="001D35"/>
                </a:solidFill>
                <a:effectLst/>
                <a:latin typeface="Google Sans"/>
              </a:rPr>
              <a:t> </a:t>
            </a:r>
            <a:r>
              <a:rPr lang="en-US" b="1" i="0" u="none" dirty="0">
                <a:solidFill>
                  <a:srgbClr val="001D35"/>
                </a:solidFill>
                <a:effectLst/>
                <a:latin typeface="Google Sans"/>
                <a:hlinkClick r:id="rId3"/>
              </a:rPr>
              <a:t>loss function</a:t>
            </a:r>
            <a:r>
              <a:rPr lang="en-US" b="0" i="0" u="none" dirty="0">
                <a:solidFill>
                  <a:srgbClr val="001D35"/>
                </a:solidFill>
                <a:effectLst/>
                <a:latin typeface="Google Sans"/>
              </a:rPr>
              <a:t> </a:t>
            </a:r>
            <a:r>
              <a:rPr lang="en-US" b="0" i="0" dirty="0">
                <a:solidFill>
                  <a:srgbClr val="001D35"/>
                </a:solidFill>
                <a:effectLst/>
                <a:latin typeface="Google Sans"/>
              </a:rPr>
              <a:t>with respect to model parameters (weights/biases)</a:t>
            </a:r>
          </a:p>
          <a:p>
            <a:pPr algn="l">
              <a:buFont typeface="Arial" panose="020B0604020202020204" pitchFamily="34" charset="0"/>
              <a:buChar char="•"/>
            </a:pPr>
            <a:r>
              <a:rPr lang="en-US" b="0" i="0" dirty="0">
                <a:solidFill>
                  <a:srgbClr val="0A0A0A"/>
                </a:solidFill>
                <a:effectLst/>
                <a:latin typeface="Google Sans"/>
              </a:rPr>
              <a:t>During the backpropagation process, the error is sent backward through the network to update the weights.</a:t>
            </a:r>
          </a:p>
          <a:p>
            <a:pPr algn="l"/>
            <a:r>
              <a:rPr lang="en-US" b="0" i="0" dirty="0">
                <a:solidFill>
                  <a:srgbClr val="0A0A0A"/>
                </a:solidFill>
                <a:effectLst/>
                <a:latin typeface="Google Sans"/>
              </a:rPr>
              <a:t>At each layer, the gradient is multiplied by the derivative of the activation </a:t>
            </a:r>
            <a:r>
              <a:rPr lang="en-US" b="0" i="0" dirty="0" err="1">
                <a:solidFill>
                  <a:srgbClr val="0A0A0A"/>
                </a:solidFill>
                <a:effectLst/>
                <a:latin typeface="Google Sans"/>
              </a:rPr>
              <a:t>function.If</a:t>
            </a:r>
            <a:r>
              <a:rPr lang="en-US" b="0" i="0" dirty="0">
                <a:solidFill>
                  <a:srgbClr val="0A0A0A"/>
                </a:solidFill>
                <a:effectLst/>
                <a:latin typeface="Google Sans"/>
              </a:rPr>
              <a:t> the derivatives are consistently small, the gradients can shrink exponentially with each layer they pass through, becoming "vanished" or near </a:t>
            </a:r>
            <a:r>
              <a:rPr lang="en-US" b="0" i="0" dirty="0" err="1">
                <a:solidFill>
                  <a:srgbClr val="0A0A0A"/>
                </a:solidFill>
                <a:effectLst/>
                <a:latin typeface="Google Sans"/>
              </a:rPr>
              <a:t>zero.This</a:t>
            </a:r>
            <a:r>
              <a:rPr lang="en-US" b="0" i="0" dirty="0">
                <a:solidFill>
                  <a:srgbClr val="0A0A0A"/>
                </a:solidFill>
                <a:effectLst/>
                <a:latin typeface="Google Sans"/>
              </a:rPr>
              <a:t> means the weights in the early layers (closer to the input) are not updated, and the network cannot learn complex features from the data. </a:t>
            </a:r>
          </a:p>
          <a:p>
            <a:pPr marL="0" lvl="0" indent="0" algn="l" rtl="0">
              <a:spcBef>
                <a:spcPts val="0"/>
              </a:spcBef>
              <a:spcAft>
                <a:spcPts val="0"/>
              </a:spcAft>
              <a:buNone/>
            </a:pPr>
            <a:endParaRPr dirty="0"/>
          </a:p>
        </p:txBody>
      </p:sp>
      <p:sp>
        <p:nvSpPr>
          <p:cNvPr id="343" name="Google Shape;343;p1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ReLU</a:t>
            </a:r>
            <a:r>
              <a:rPr lang="en-US" dirty="0"/>
              <a:t>( Rectified Linear Unit)  it outputs the input directly if positive, and zero if negative, </a:t>
            </a:r>
            <a:endParaRPr dirty="0"/>
          </a:p>
        </p:txBody>
      </p:sp>
      <p:sp>
        <p:nvSpPr>
          <p:cNvPr id="361" name="Google Shape;361;p1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p1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1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p1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1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3" name="Google Shape;493;p1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6" name="Google Shape;506;p2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9" name="Google Shape;519;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p2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p2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8" name="Google Shape;558;p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2" name="Google Shape;582;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p6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2" name="Google Shape;1402;p6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6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69"/>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6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67</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70"/>
          <p:cNvSpPr txBox="1">
            <a:spLocks noGrp="1"/>
          </p:cNvSpPr>
          <p:nvPr>
            <p:ph type="title"/>
          </p:nvPr>
        </p:nvSpPr>
        <p:spPr>
          <a:xfrm>
            <a:off x="95300" y="109545"/>
            <a:ext cx="530288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70"/>
          <p:cNvSpPr txBox="1">
            <a:spLocks noGrp="1"/>
          </p:cNvSpPr>
          <p:nvPr>
            <p:ph type="body" idx="1"/>
          </p:nvPr>
        </p:nvSpPr>
        <p:spPr>
          <a:xfrm>
            <a:off x="619226" y="715770"/>
            <a:ext cx="4527346" cy="206375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7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70"/>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7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67</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71"/>
          <p:cNvSpPr txBox="1">
            <a:spLocks noGrp="1"/>
          </p:cNvSpPr>
          <p:nvPr>
            <p:ph type="ctrTitle"/>
          </p:nvPr>
        </p:nvSpPr>
        <p:spPr>
          <a:xfrm>
            <a:off x="432435" y="1005903"/>
            <a:ext cx="4900930" cy="68141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71"/>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7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7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67</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72"/>
          <p:cNvSpPr txBox="1">
            <a:spLocks noGrp="1"/>
          </p:cNvSpPr>
          <p:nvPr>
            <p:ph type="title"/>
          </p:nvPr>
        </p:nvSpPr>
        <p:spPr>
          <a:xfrm>
            <a:off x="95300" y="109545"/>
            <a:ext cx="530288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2"/>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72"/>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7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7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7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67</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73"/>
          <p:cNvSpPr txBox="1">
            <a:spLocks noGrp="1"/>
          </p:cNvSpPr>
          <p:nvPr>
            <p:ph type="title"/>
          </p:nvPr>
        </p:nvSpPr>
        <p:spPr>
          <a:xfrm>
            <a:off x="95300" y="109545"/>
            <a:ext cx="530288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7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67</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68"/>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68"/>
          <p:cNvSpPr txBox="1">
            <a:spLocks noGrp="1"/>
          </p:cNvSpPr>
          <p:nvPr>
            <p:ph type="title"/>
          </p:nvPr>
        </p:nvSpPr>
        <p:spPr>
          <a:xfrm>
            <a:off x="95300" y="109545"/>
            <a:ext cx="530288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68"/>
          <p:cNvSpPr txBox="1">
            <a:spLocks noGrp="1"/>
          </p:cNvSpPr>
          <p:nvPr>
            <p:ph type="body" idx="1"/>
          </p:nvPr>
        </p:nvSpPr>
        <p:spPr>
          <a:xfrm>
            <a:off x="619226" y="715770"/>
            <a:ext cx="4527346" cy="206375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6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68"/>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67</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slide" Target="slide9.xm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slide" Target="slide3.xml"/><Relationship Id="rId2" Type="http://schemas.openxmlformats.org/officeDocument/2006/relationships/notesSlide" Target="../notesSlides/notesSlide3.xml"/><Relationship Id="rId16"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slide" Target="slide27.xml"/><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slide" Target="slide14.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 Target="slide1.xml"/><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customXml" Target="../ink/ink2.xml"/><Relationship Id="rId4" Type="http://schemas.openxmlformats.org/officeDocument/2006/relationships/image" Target="../media/image21.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slide" Target="slide9.xml"/><Relationship Id="rId3" Type="http://schemas.openxmlformats.org/officeDocument/2006/relationships/image" Target="../media/image28.png"/><Relationship Id="rId7" Type="http://schemas.openxmlformats.org/officeDocument/2006/relationships/image" Target="../media/image7.png"/><Relationship Id="rId12" Type="http://schemas.openxmlformats.org/officeDocument/2006/relationships/slide" Target="slide3.xml"/><Relationship Id="rId2" Type="http://schemas.openxmlformats.org/officeDocument/2006/relationships/notesSlide" Target="../notesSlides/notesSlide9.xml"/><Relationship Id="rId16"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slide" Target="slide27.xml"/><Relationship Id="rId10" Type="http://schemas.openxmlformats.org/officeDocument/2006/relationships/image" Target="../media/image10.png"/><Relationship Id="rId4" Type="http://schemas.openxmlformats.org/officeDocument/2006/relationships/image" Target="../media/image29.png"/><Relationship Id="rId9" Type="http://schemas.openxmlformats.org/officeDocument/2006/relationships/image" Target="../media/image9.png"/><Relationship Id="rId14" Type="http://schemas.openxmlformats.org/officeDocument/2006/relationships/slide" Target="slide14.xml"/></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6.png"/><Relationship Id="rId5" Type="http://schemas.openxmlformats.org/officeDocument/2006/relationships/image" Target="../media/image32.png"/><Relationship Id="rId10" Type="http://schemas.openxmlformats.org/officeDocument/2006/relationships/customXml" Target="../ink/ink3.xml"/><Relationship Id="rId4" Type="http://schemas.openxmlformats.org/officeDocument/2006/relationships/image" Target="../media/image31.png"/><Relationship Id="rId9" Type="http://schemas.openxmlformats.org/officeDocument/2006/relationships/slide" Target="slide1.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customXml" Target="../ink/ink4.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customXml" Target="../ink/ink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43.png"/><Relationship Id="rId7" Type="http://schemas.openxmlformats.org/officeDocument/2006/relationships/slide" Target="slide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7.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slide" Target="slide9.xml"/><Relationship Id="rId3" Type="http://schemas.openxmlformats.org/officeDocument/2006/relationships/image" Target="../media/image28.png"/><Relationship Id="rId7" Type="http://schemas.openxmlformats.org/officeDocument/2006/relationships/image" Target="../media/image7.png"/><Relationship Id="rId12" Type="http://schemas.openxmlformats.org/officeDocument/2006/relationships/slide" Target="slide3.xml"/><Relationship Id="rId2" Type="http://schemas.openxmlformats.org/officeDocument/2006/relationships/notesSlide" Target="../notesSlides/notesSlide14.xml"/><Relationship Id="rId16"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48.png"/><Relationship Id="rId15" Type="http://schemas.openxmlformats.org/officeDocument/2006/relationships/slide" Target="slide27.xml"/><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slide" Target="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7.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customXml" Target="../ink/ink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slide" Target="slide1.xml"/><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slide" Target="slide1.xml"/><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customXml" Target="../ink/ink8.xml"/><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customXml" Target="../ink/ink9.xml"/><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customXml" Target="../ink/ink10.xml"/><Relationship Id="rId4"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customXml" Target="../ink/ink11.xml"/><Relationship Id="rId4" Type="http://schemas.openxmlformats.org/officeDocument/2006/relationships/image" Target="../media/image73.png"/></Relationships>
</file>

<file path=ppt/slides/_rels/slide27.xml.rels><?xml version="1.0" encoding="UTF-8" standalone="yes"?>
<Relationships xmlns="http://schemas.openxmlformats.org/package/2006/relationships"><Relationship Id="rId8" Type="http://schemas.openxmlformats.org/officeDocument/2006/relationships/hyperlink" Target="https://d2l.ai/" TargetMode="External"/><Relationship Id="rId3" Type="http://schemas.openxmlformats.org/officeDocument/2006/relationships/image" Target="../media/image75.jpg"/><Relationship Id="rId7" Type="http://schemas.openxmlformats.org/officeDocument/2006/relationships/hyperlink" Target="http://www.deeplearningbook.org/"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22.png"/><Relationship Id="rId10" Type="http://schemas.openxmlformats.org/officeDocument/2006/relationships/slide" Target="slide1.xml"/><Relationship Id="rId4" Type="http://schemas.openxmlformats.org/officeDocument/2006/relationships/image" Target="../media/image76.png"/><Relationship Id="rId9" Type="http://schemas.openxmlformats.org/officeDocument/2006/relationships/hyperlink" Target="http://neuralnetworksanddeeplearning.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1"/>
          <p:cNvGrpSpPr/>
          <p:nvPr/>
        </p:nvGrpSpPr>
        <p:grpSpPr>
          <a:xfrm>
            <a:off x="0" y="7"/>
            <a:ext cx="5759866" cy="3239902"/>
            <a:chOff x="0" y="7"/>
            <a:chExt cx="5759866" cy="3239902"/>
          </a:xfrm>
        </p:grpSpPr>
        <p:pic>
          <p:nvPicPr>
            <p:cNvPr id="45" name="Google Shape;45;p1"/>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1"/>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1"/>
          <p:cNvSpPr txBox="1"/>
          <p:nvPr/>
        </p:nvSpPr>
        <p:spPr>
          <a:xfrm>
            <a:off x="1982523" y="1293502"/>
            <a:ext cx="3325500" cy="686700"/>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202565" marR="194945" lvl="0" indent="-635" algn="ctr" rtl="0">
              <a:lnSpc>
                <a:spcPct val="84500"/>
              </a:lnSpc>
              <a:spcBef>
                <a:spcPts val="0"/>
              </a:spcBef>
              <a:spcAft>
                <a:spcPts val="0"/>
              </a:spcAft>
              <a:buNone/>
            </a:pPr>
            <a:r>
              <a:rPr lang="en-US" sz="1700" dirty="0">
                <a:latin typeface="Cambria"/>
                <a:ea typeface="Cambria"/>
                <a:cs typeface="Cambria"/>
                <a:sym typeface="Cambria"/>
              </a:rPr>
              <a:t>D</a:t>
            </a:r>
            <a:r>
              <a:rPr lang="en-US" sz="1350" dirty="0">
                <a:latin typeface="Cambria"/>
                <a:ea typeface="Cambria"/>
                <a:cs typeface="Cambria"/>
                <a:sym typeface="Cambria"/>
              </a:rPr>
              <a:t>EEP </a:t>
            </a:r>
            <a:r>
              <a:rPr lang="en-US" sz="1700" dirty="0">
                <a:latin typeface="Cambria"/>
                <a:ea typeface="Cambria"/>
                <a:cs typeface="Cambria"/>
                <a:sym typeface="Cambria"/>
              </a:rPr>
              <a:t>N</a:t>
            </a:r>
            <a:r>
              <a:rPr lang="en-US" sz="1350" dirty="0">
                <a:latin typeface="Cambria"/>
                <a:ea typeface="Cambria"/>
                <a:cs typeface="Cambria"/>
                <a:sym typeface="Cambria"/>
              </a:rPr>
              <a:t>EURAL </a:t>
            </a:r>
            <a:r>
              <a:rPr lang="en-US" sz="1700" dirty="0">
                <a:latin typeface="Cambria"/>
                <a:ea typeface="Cambria"/>
                <a:cs typeface="Cambria"/>
                <a:sym typeface="Cambria"/>
              </a:rPr>
              <a:t>N</a:t>
            </a:r>
            <a:r>
              <a:rPr lang="en-US" sz="1350" dirty="0">
                <a:latin typeface="Cambria"/>
                <a:ea typeface="Cambria"/>
                <a:cs typeface="Cambria"/>
                <a:sym typeface="Cambria"/>
              </a:rPr>
              <a:t>ETWORK </a:t>
            </a:r>
            <a:endParaRPr sz="1350" dirty="0">
              <a:latin typeface="Cambria"/>
              <a:ea typeface="Cambria"/>
              <a:cs typeface="Cambria"/>
              <a:sym typeface="Cambria"/>
            </a:endParaRPr>
          </a:p>
          <a:p>
            <a:pPr marL="202565" marR="194945" lvl="0" indent="-635" algn="ctr" rtl="0">
              <a:lnSpc>
                <a:spcPct val="84500"/>
              </a:lnSpc>
              <a:spcBef>
                <a:spcPts val="0"/>
              </a:spcBef>
              <a:spcAft>
                <a:spcPts val="0"/>
              </a:spcAft>
              <a:buNone/>
            </a:pPr>
            <a:r>
              <a:rPr lang="en-US" sz="1400" dirty="0">
                <a:latin typeface="Cambria"/>
                <a:ea typeface="Cambria"/>
                <a:cs typeface="Cambria"/>
                <a:sym typeface="Cambria"/>
              </a:rPr>
              <a:t>M</a:t>
            </a:r>
            <a:r>
              <a:rPr lang="en-US" sz="1150" dirty="0">
                <a:latin typeface="Cambria"/>
                <a:ea typeface="Cambria"/>
                <a:cs typeface="Cambria"/>
                <a:sym typeface="Cambria"/>
              </a:rPr>
              <a:t>ODULE </a:t>
            </a:r>
            <a:r>
              <a:rPr lang="en-US" sz="1400" dirty="0">
                <a:latin typeface="Cambria"/>
                <a:ea typeface="Cambria"/>
                <a:cs typeface="Cambria"/>
                <a:sym typeface="Cambria"/>
              </a:rPr>
              <a:t># 5 : D</a:t>
            </a:r>
            <a:r>
              <a:rPr lang="en-US" sz="1150" dirty="0">
                <a:latin typeface="Cambria"/>
                <a:ea typeface="Cambria"/>
                <a:cs typeface="Cambria"/>
                <a:sym typeface="Cambria"/>
              </a:rPr>
              <a:t>EEP </a:t>
            </a:r>
            <a:r>
              <a:rPr lang="en-US" sz="1400" dirty="0">
                <a:latin typeface="Cambria"/>
                <a:ea typeface="Cambria"/>
                <a:cs typeface="Cambria"/>
                <a:sym typeface="Cambria"/>
              </a:rPr>
              <a:t>F</a:t>
            </a:r>
            <a:r>
              <a:rPr lang="en-US" sz="1150" dirty="0">
                <a:latin typeface="Cambria"/>
                <a:ea typeface="Cambria"/>
                <a:cs typeface="Cambria"/>
                <a:sym typeface="Cambria"/>
              </a:rPr>
              <a:t>EED</a:t>
            </a:r>
            <a:r>
              <a:rPr lang="en-US" sz="1400" dirty="0">
                <a:latin typeface="Cambria"/>
                <a:ea typeface="Cambria"/>
                <a:cs typeface="Cambria"/>
                <a:sym typeface="Cambria"/>
              </a:rPr>
              <a:t>-F</a:t>
            </a:r>
            <a:r>
              <a:rPr lang="en-US" sz="1150" dirty="0">
                <a:latin typeface="Cambria"/>
                <a:ea typeface="Cambria"/>
                <a:cs typeface="Cambria"/>
                <a:sym typeface="Cambria"/>
              </a:rPr>
              <a:t>ORWARD </a:t>
            </a:r>
            <a:r>
              <a:rPr lang="en-US" sz="1400" dirty="0">
                <a:latin typeface="Cambria"/>
                <a:ea typeface="Cambria"/>
                <a:cs typeface="Cambria"/>
                <a:sym typeface="Cambria"/>
              </a:rPr>
              <a:t>N</a:t>
            </a:r>
            <a:r>
              <a:rPr lang="en-US" sz="1150" dirty="0">
                <a:latin typeface="Cambria"/>
                <a:ea typeface="Cambria"/>
                <a:cs typeface="Cambria"/>
                <a:sym typeface="Cambria"/>
              </a:rPr>
              <a:t>EURAL </a:t>
            </a:r>
            <a:r>
              <a:rPr lang="en-US" sz="1400" dirty="0">
                <a:latin typeface="Cambria"/>
                <a:ea typeface="Cambria"/>
                <a:cs typeface="Cambria"/>
                <a:sym typeface="Cambria"/>
              </a:rPr>
              <a:t>N</a:t>
            </a:r>
            <a:r>
              <a:rPr lang="en-US" sz="1150" dirty="0">
                <a:latin typeface="Cambria"/>
                <a:ea typeface="Cambria"/>
                <a:cs typeface="Cambria"/>
                <a:sym typeface="Cambria"/>
              </a:rPr>
              <a:t>ETWORKS</a:t>
            </a:r>
            <a:endParaRPr sz="1150" dirty="0">
              <a:latin typeface="Cambria"/>
              <a:ea typeface="Cambria"/>
              <a:cs typeface="Cambria"/>
              <a:sym typeface="Cambria"/>
            </a:endParaRPr>
          </a:p>
        </p:txBody>
      </p:sp>
      <p:sp>
        <p:nvSpPr>
          <p:cNvPr id="48" name="Google Shape;48;p1"/>
          <p:cNvSpPr txBox="1"/>
          <p:nvPr/>
        </p:nvSpPr>
        <p:spPr>
          <a:xfrm>
            <a:off x="4132173" y="2325276"/>
            <a:ext cx="1280700" cy="34290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rPr>
              <a:t>DNN Team</a:t>
            </a:r>
            <a:endParaRPr sz="950">
              <a:solidFill>
                <a:srgbClr val="1B1472"/>
              </a:solidFill>
            </a:endParaRPr>
          </a:p>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BITS Pilani WILP</a:t>
            </a:r>
            <a:endParaRPr sz="950">
              <a:latin typeface="Arial"/>
              <a:ea typeface="Arial"/>
              <a:cs typeface="Arial"/>
              <a:sym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4" name="Google Shape;54;p2"/>
          <p:cNvGrpSpPr/>
          <p:nvPr/>
        </p:nvGrpSpPr>
        <p:grpSpPr>
          <a:xfrm>
            <a:off x="0" y="3141936"/>
            <a:ext cx="5760261" cy="92075"/>
            <a:chOff x="0" y="3141936"/>
            <a:chExt cx="5760261" cy="92075"/>
          </a:xfrm>
        </p:grpSpPr>
        <p:sp>
          <p:nvSpPr>
            <p:cNvPr id="55" name="Google Shape;55;p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 name="Google Shape;56;p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 name="Google Shape;58;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 name="Google Shape;59;p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60" name="Google Shape;60;p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2</a:t>
            </a:fld>
            <a:r>
              <a:rPr lang="en-US"/>
              <a:t> / 67</a:t>
            </a:r>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6" name="Google Shape;66;p3"/>
          <p:cNvPicPr preferRelativeResize="0"/>
          <p:nvPr/>
        </p:nvPicPr>
        <p:blipFill rotWithShape="1">
          <a:blip r:embed="rId3">
            <a:alphaModFix/>
          </a:blip>
          <a:srcRect/>
          <a:stretch/>
        </p:blipFill>
        <p:spPr>
          <a:xfrm>
            <a:off x="343662" y="591032"/>
            <a:ext cx="169964" cy="169964"/>
          </a:xfrm>
          <a:prstGeom prst="rect">
            <a:avLst/>
          </a:prstGeom>
          <a:noFill/>
          <a:ln>
            <a:noFill/>
          </a:ln>
        </p:spPr>
      </p:pic>
      <p:sp>
        <p:nvSpPr>
          <p:cNvPr id="67" name="Google Shape;67;p3"/>
          <p:cNvSpPr txBox="1"/>
          <p:nvPr/>
        </p:nvSpPr>
        <p:spPr>
          <a:xfrm>
            <a:off x="387959" y="59471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1</a:t>
            </a:r>
            <a:endParaRPr sz="800">
              <a:latin typeface="Calibri"/>
              <a:ea typeface="Calibri"/>
              <a:cs typeface="Calibri"/>
              <a:sym typeface="Calibri"/>
            </a:endParaRPr>
          </a:p>
        </p:txBody>
      </p:sp>
      <p:pic>
        <p:nvPicPr>
          <p:cNvPr id="68" name="Google Shape;68;p3"/>
          <p:cNvPicPr preferRelativeResize="0"/>
          <p:nvPr/>
        </p:nvPicPr>
        <p:blipFill rotWithShape="1">
          <a:blip r:embed="rId4">
            <a:alphaModFix/>
          </a:blip>
          <a:srcRect/>
          <a:stretch/>
        </p:blipFill>
        <p:spPr>
          <a:xfrm>
            <a:off x="343662" y="859612"/>
            <a:ext cx="169964" cy="169964"/>
          </a:xfrm>
          <a:prstGeom prst="rect">
            <a:avLst/>
          </a:prstGeom>
          <a:noFill/>
          <a:ln>
            <a:noFill/>
          </a:ln>
        </p:spPr>
      </p:pic>
      <p:sp>
        <p:nvSpPr>
          <p:cNvPr id="69" name="Google Shape;69;p3"/>
          <p:cNvSpPr txBox="1"/>
          <p:nvPr/>
        </p:nvSpPr>
        <p:spPr>
          <a:xfrm>
            <a:off x="387959" y="863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 name="Google Shape;70;p3"/>
          <p:cNvPicPr preferRelativeResize="0"/>
          <p:nvPr/>
        </p:nvPicPr>
        <p:blipFill rotWithShape="1">
          <a:blip r:embed="rId5">
            <a:alphaModFix/>
          </a:blip>
          <a:srcRect/>
          <a:stretch/>
        </p:blipFill>
        <p:spPr>
          <a:xfrm>
            <a:off x="343662" y="1128179"/>
            <a:ext cx="169964" cy="169964"/>
          </a:xfrm>
          <a:prstGeom prst="rect">
            <a:avLst/>
          </a:prstGeom>
          <a:noFill/>
          <a:ln>
            <a:noFill/>
          </a:ln>
        </p:spPr>
      </p:pic>
      <p:sp>
        <p:nvSpPr>
          <p:cNvPr id="71" name="Google Shape;71;p3"/>
          <p:cNvSpPr txBox="1"/>
          <p:nvPr/>
        </p:nvSpPr>
        <p:spPr>
          <a:xfrm>
            <a:off x="387959" y="1131860"/>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2" name="Google Shape;72;p3"/>
          <p:cNvPicPr preferRelativeResize="0"/>
          <p:nvPr/>
        </p:nvPicPr>
        <p:blipFill rotWithShape="1">
          <a:blip r:embed="rId6">
            <a:alphaModFix/>
          </a:blip>
          <a:srcRect/>
          <a:stretch/>
        </p:blipFill>
        <p:spPr>
          <a:xfrm>
            <a:off x="343662" y="1396758"/>
            <a:ext cx="169964" cy="169964"/>
          </a:xfrm>
          <a:prstGeom prst="rect">
            <a:avLst/>
          </a:prstGeom>
          <a:noFill/>
          <a:ln>
            <a:noFill/>
          </a:ln>
        </p:spPr>
      </p:pic>
      <p:sp>
        <p:nvSpPr>
          <p:cNvPr id="73" name="Google Shape;73;p3"/>
          <p:cNvSpPr txBox="1"/>
          <p:nvPr/>
        </p:nvSpPr>
        <p:spPr>
          <a:xfrm>
            <a:off x="387959" y="1400440"/>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4" name="Google Shape;74;p3"/>
          <p:cNvPicPr preferRelativeResize="0"/>
          <p:nvPr/>
        </p:nvPicPr>
        <p:blipFill rotWithShape="1">
          <a:blip r:embed="rId7">
            <a:alphaModFix/>
          </a:blip>
          <a:srcRect/>
          <a:stretch/>
        </p:blipFill>
        <p:spPr>
          <a:xfrm>
            <a:off x="343662" y="1665338"/>
            <a:ext cx="169964" cy="169964"/>
          </a:xfrm>
          <a:prstGeom prst="rect">
            <a:avLst/>
          </a:prstGeom>
          <a:noFill/>
          <a:ln>
            <a:noFill/>
          </a:ln>
        </p:spPr>
      </p:pic>
      <p:sp>
        <p:nvSpPr>
          <p:cNvPr id="75" name="Google Shape;75;p3"/>
          <p:cNvSpPr txBox="1"/>
          <p:nvPr/>
        </p:nvSpPr>
        <p:spPr>
          <a:xfrm>
            <a:off x="387959" y="166900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6" name="Google Shape;76;p3"/>
          <p:cNvPicPr preferRelativeResize="0"/>
          <p:nvPr/>
        </p:nvPicPr>
        <p:blipFill rotWithShape="1">
          <a:blip r:embed="rId8">
            <a:alphaModFix/>
          </a:blip>
          <a:srcRect/>
          <a:stretch/>
        </p:blipFill>
        <p:spPr>
          <a:xfrm>
            <a:off x="343649" y="1933905"/>
            <a:ext cx="169964" cy="169964"/>
          </a:xfrm>
          <a:prstGeom prst="rect">
            <a:avLst/>
          </a:prstGeom>
          <a:noFill/>
          <a:ln>
            <a:noFill/>
          </a:ln>
        </p:spPr>
      </p:pic>
      <p:sp>
        <p:nvSpPr>
          <p:cNvPr id="77" name="Google Shape;77;p3"/>
          <p:cNvSpPr txBox="1"/>
          <p:nvPr/>
        </p:nvSpPr>
        <p:spPr>
          <a:xfrm>
            <a:off x="387959" y="193758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8" name="Google Shape;78;p3"/>
          <p:cNvPicPr preferRelativeResize="0"/>
          <p:nvPr/>
        </p:nvPicPr>
        <p:blipFill rotWithShape="1">
          <a:blip r:embed="rId9">
            <a:alphaModFix/>
          </a:blip>
          <a:srcRect/>
          <a:stretch/>
        </p:blipFill>
        <p:spPr>
          <a:xfrm>
            <a:off x="343649" y="2202484"/>
            <a:ext cx="169964" cy="169964"/>
          </a:xfrm>
          <a:prstGeom prst="rect">
            <a:avLst/>
          </a:prstGeom>
          <a:noFill/>
          <a:ln>
            <a:noFill/>
          </a:ln>
        </p:spPr>
      </p:pic>
      <p:sp>
        <p:nvSpPr>
          <p:cNvPr id="79" name="Google Shape;79;p3"/>
          <p:cNvSpPr txBox="1"/>
          <p:nvPr/>
        </p:nvSpPr>
        <p:spPr>
          <a:xfrm>
            <a:off x="387959" y="220616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0" name="Google Shape;80;p3"/>
          <p:cNvPicPr preferRelativeResize="0"/>
          <p:nvPr/>
        </p:nvPicPr>
        <p:blipFill rotWithShape="1">
          <a:blip r:embed="rId10">
            <a:alphaModFix/>
          </a:blip>
          <a:srcRect/>
          <a:stretch/>
        </p:blipFill>
        <p:spPr>
          <a:xfrm>
            <a:off x="343649" y="2471064"/>
            <a:ext cx="169964" cy="169964"/>
          </a:xfrm>
          <a:prstGeom prst="rect">
            <a:avLst/>
          </a:prstGeom>
          <a:noFill/>
          <a:ln>
            <a:noFill/>
          </a:ln>
        </p:spPr>
      </p:pic>
      <p:sp>
        <p:nvSpPr>
          <p:cNvPr id="81" name="Google Shape;81;p3"/>
          <p:cNvSpPr txBox="1"/>
          <p:nvPr/>
        </p:nvSpPr>
        <p:spPr>
          <a:xfrm>
            <a:off x="387959" y="2474733"/>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pic>
        <p:nvPicPr>
          <p:cNvPr id="82" name="Google Shape;82;p3"/>
          <p:cNvPicPr preferRelativeResize="0"/>
          <p:nvPr/>
        </p:nvPicPr>
        <p:blipFill rotWithShape="1">
          <a:blip r:embed="rId11">
            <a:alphaModFix/>
          </a:blip>
          <a:srcRect/>
          <a:stretch/>
        </p:blipFill>
        <p:spPr>
          <a:xfrm>
            <a:off x="343649" y="2739631"/>
            <a:ext cx="169964" cy="169964"/>
          </a:xfrm>
          <a:prstGeom prst="rect">
            <a:avLst/>
          </a:prstGeom>
          <a:noFill/>
          <a:ln>
            <a:noFill/>
          </a:ln>
        </p:spPr>
      </p:pic>
      <p:sp>
        <p:nvSpPr>
          <p:cNvPr id="83" name="Google Shape;83;p3"/>
          <p:cNvSpPr txBox="1"/>
          <p:nvPr/>
        </p:nvSpPr>
        <p:spPr>
          <a:xfrm>
            <a:off x="387959" y="27433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9</a:t>
            </a:r>
            <a:endParaRPr sz="800">
              <a:latin typeface="Calibri"/>
              <a:ea typeface="Calibri"/>
              <a:cs typeface="Calibri"/>
              <a:sym typeface="Calibri"/>
            </a:endParaRPr>
          </a:p>
        </p:txBody>
      </p:sp>
      <p:sp>
        <p:nvSpPr>
          <p:cNvPr id="84" name="Google Shape;84;p3"/>
          <p:cNvSpPr txBox="1"/>
          <p:nvPr/>
        </p:nvSpPr>
        <p:spPr>
          <a:xfrm>
            <a:off x="563025" y="476950"/>
            <a:ext cx="3339600" cy="2397300"/>
          </a:xfrm>
          <a:prstGeom prst="rect">
            <a:avLst/>
          </a:prstGeom>
          <a:noFill/>
          <a:ln>
            <a:noFill/>
          </a:ln>
        </p:spPr>
        <p:txBody>
          <a:bodyPr spcFirstLastPara="1" wrap="square" lIns="0" tIns="11425" rIns="0" bIns="0" anchor="t" anchorCtr="0">
            <a:spAutoFit/>
          </a:bodyPr>
          <a:lstStyle/>
          <a:p>
            <a:pPr marL="12700" marR="5080" lvl="0" indent="0" algn="l" rtl="0">
              <a:lnSpc>
                <a:spcPct val="125899"/>
              </a:lnSpc>
              <a:spcBef>
                <a:spcPts val="0"/>
              </a:spcBef>
              <a:spcAft>
                <a:spcPts val="0"/>
              </a:spcAft>
              <a:buNone/>
            </a:pPr>
            <a:r>
              <a:rPr lang="en-US" sz="1400" u="sng">
                <a:solidFill>
                  <a:srgbClr val="3333B2"/>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M</a:t>
            </a:r>
            <a:r>
              <a:rPr lang="en-US" sz="1400" u="sng" cap="small">
                <a:solidFill>
                  <a:srgbClr val="3333B2"/>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otivation</a:t>
            </a:r>
            <a:r>
              <a:rPr lang="en-US" sz="1400" u="sng">
                <a:solidFill>
                  <a:srgbClr val="3333B2"/>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T</a:t>
            </a:r>
            <a:r>
              <a:rPr lang="en-US" sz="1400" u="sng" cap="small">
                <a:solidFill>
                  <a:srgbClr val="3333B2"/>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he</a:t>
            </a:r>
            <a:r>
              <a:rPr lang="en-US" sz="1400" u="sng">
                <a:solidFill>
                  <a:srgbClr val="3333B2"/>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XOR P</a:t>
            </a:r>
            <a:r>
              <a:rPr lang="en-US" sz="1400" u="sng" cap="small">
                <a:solidFill>
                  <a:srgbClr val="3333B2"/>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roblem</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N</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on</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-L</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inearity</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in</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N</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eural</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N</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etworks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T</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he</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F</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our</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C</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omponents</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of</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DFNN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T</a:t>
            </a:r>
            <a:r>
              <a:rPr lang="en-US" sz="1400" u="sng" cap="small">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raining</a:t>
            </a:r>
            <a:r>
              <a:rPr lang="en-US" sz="1400" u="sng">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 DFNN</a:t>
            </a:r>
            <a:endParaRPr sz="1400">
              <a:latin typeface="Calibri"/>
              <a:ea typeface="Calibri"/>
              <a:cs typeface="Calibri"/>
              <a:sym typeface="Calibri"/>
            </a:endParaRPr>
          </a:p>
          <a:p>
            <a:pPr marL="12700" lvl="0" indent="0" algn="l" rtl="0">
              <a:lnSpc>
                <a:spcPct val="100000"/>
              </a:lnSpc>
              <a:spcBef>
                <a:spcPts val="434"/>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aking</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P</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redictions</a:t>
            </a:r>
            <a:endParaRPr sz="1400">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mpact</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of</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D</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epth</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and</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W</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idth</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DFNN A</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rchitecture</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D</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esign</a:t>
            </a:r>
            <a:r>
              <a:rPr lang="en-US" sz="1400">
                <a:solidFill>
                  <a:srgbClr val="D6D6EF"/>
                </a:solidFill>
                <a:latin typeface="Calibri"/>
                <a:ea typeface="Calibri"/>
                <a:cs typeface="Calibri"/>
                <a:sym typeface="Calibri"/>
              </a:rPr>
              <a:t> </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mplementation</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T</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S</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ummary</a:t>
            </a:r>
            <a:endParaRPr sz="1400">
              <a:latin typeface="Calibri"/>
              <a:ea typeface="Calibri"/>
              <a:cs typeface="Calibri"/>
              <a:sym typeface="Calibri"/>
            </a:endParaRPr>
          </a:p>
        </p:txBody>
      </p:sp>
      <p:grpSp>
        <p:nvGrpSpPr>
          <p:cNvPr id="85" name="Google Shape;85;p3"/>
          <p:cNvGrpSpPr/>
          <p:nvPr/>
        </p:nvGrpSpPr>
        <p:grpSpPr>
          <a:xfrm>
            <a:off x="0" y="3141936"/>
            <a:ext cx="5760261" cy="92075"/>
            <a:chOff x="0" y="3141936"/>
            <a:chExt cx="5760261" cy="92075"/>
          </a:xfrm>
        </p:grpSpPr>
        <p:sp>
          <p:nvSpPr>
            <p:cNvPr id="86" name="Google Shape;86;p3"/>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 name="Google Shape;87;p3"/>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 name="Google Shape;88;p3"/>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 name="Google Shape;8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0" name="Google Shape;90;p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6" action="ppaction://hlinksldjump"/>
              </a:rPr>
              <a:t>D</a:t>
            </a:r>
            <a:r>
              <a:rPr lang="en-US" sz="600" u="sng" cap="small">
                <a:solidFill>
                  <a:schemeClr val="hlink"/>
                </a:solidFill>
                <a:latin typeface="Calibri"/>
                <a:ea typeface="Calibri"/>
                <a:cs typeface="Calibri"/>
                <a:sym typeface="Calibri"/>
                <a:hlinkClick r:id="rId16" action="ppaction://hlinksldjump"/>
              </a:rPr>
              <a:t>eep</a:t>
            </a:r>
            <a:r>
              <a:rPr lang="en-US" sz="600" u="sng">
                <a:solidFill>
                  <a:schemeClr val="hlink"/>
                </a:solidFill>
                <a:latin typeface="Calibri"/>
                <a:ea typeface="Calibri"/>
                <a:cs typeface="Calibri"/>
                <a:sym typeface="Calibri"/>
                <a:hlinkClick r:id="rId16" action="ppaction://hlinksldjump"/>
              </a:rPr>
              <a:t> L</a:t>
            </a:r>
            <a:r>
              <a:rPr lang="en-US" sz="600" u="sng" cap="small">
                <a:solidFill>
                  <a:schemeClr val="hlink"/>
                </a:solidFill>
                <a:latin typeface="Calibri"/>
                <a:ea typeface="Calibri"/>
                <a:cs typeface="Calibri"/>
                <a:sym typeface="Calibri"/>
                <a:hlinkClick r:id="rId16" action="ppaction://hlinksldjump"/>
              </a:rPr>
              <a:t>earning</a:t>
            </a:r>
            <a:endParaRPr sz="600">
              <a:latin typeface="Calibri"/>
              <a:ea typeface="Calibri"/>
              <a:cs typeface="Calibri"/>
              <a:sym typeface="Calibri"/>
            </a:endParaRPr>
          </a:p>
        </p:txBody>
      </p:sp>
      <p:sp>
        <p:nvSpPr>
          <p:cNvPr id="91" name="Google Shape;91;p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3</a:t>
            </a:fld>
            <a:r>
              <a:rPr lang="en-US"/>
              <a:t> / 67</a:t>
            </a:r>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4"/>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odels</a:t>
            </a:r>
            <a:r>
              <a:rPr lang="en-US">
                <a:solidFill>
                  <a:srgbClr val="FFFFFF"/>
                </a:solidFill>
              </a:rPr>
              <a:t> H</a:t>
            </a:r>
            <a:r>
              <a:rPr lang="en-US" cap="small">
                <a:solidFill>
                  <a:srgbClr val="FFFFFF"/>
                </a:solidFill>
              </a:rPr>
              <a:t>ave</a:t>
            </a:r>
            <a:r>
              <a:rPr lang="en-US">
                <a:solidFill>
                  <a:srgbClr val="FFFFFF"/>
                </a:solidFill>
              </a:rPr>
              <a:t> L</a:t>
            </a:r>
            <a:r>
              <a:rPr lang="en-US" cap="small">
                <a:solidFill>
                  <a:srgbClr val="FFFFFF"/>
                </a:solidFill>
              </a:rPr>
              <a:t>imitations</a:t>
            </a:r>
            <a:endParaRPr/>
          </a:p>
        </p:txBody>
      </p:sp>
      <p:sp>
        <p:nvSpPr>
          <p:cNvPr id="97" name="Google Shape;97;p4"/>
          <p:cNvSpPr txBox="1"/>
          <p:nvPr/>
        </p:nvSpPr>
        <p:spPr>
          <a:xfrm>
            <a:off x="347294" y="631492"/>
            <a:ext cx="430911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Recall: </a:t>
            </a:r>
            <a:r>
              <a:rPr lang="en-US" sz="1050">
                <a:latin typeface="Arial"/>
                <a:ea typeface="Arial"/>
                <a:cs typeface="Arial"/>
                <a:sym typeface="Arial"/>
              </a:rPr>
              <a:t>Linear models uses a single neuron with activation function </a:t>
            </a:r>
            <a:r>
              <a:rPr lang="en-US" sz="1050" i="1">
                <a:latin typeface="Arial"/>
                <a:ea typeface="Arial"/>
                <a:cs typeface="Arial"/>
                <a:sym typeface="Arial"/>
              </a:rPr>
              <a:t>f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p:txBody>
      </p:sp>
      <p:sp>
        <p:nvSpPr>
          <p:cNvPr id="98" name="Google Shape;98;p4"/>
          <p:cNvSpPr txBox="1"/>
          <p:nvPr/>
        </p:nvSpPr>
        <p:spPr>
          <a:xfrm>
            <a:off x="5220322" y="981969"/>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p:txBody>
      </p:sp>
      <p:grpSp>
        <p:nvGrpSpPr>
          <p:cNvPr id="99" name="Google Shape;99;p4"/>
          <p:cNvGrpSpPr/>
          <p:nvPr/>
        </p:nvGrpSpPr>
        <p:grpSpPr>
          <a:xfrm>
            <a:off x="513702" y="1760194"/>
            <a:ext cx="69291" cy="733552"/>
            <a:chOff x="513702" y="1760194"/>
            <a:chExt cx="69291" cy="733552"/>
          </a:xfrm>
        </p:grpSpPr>
        <p:pic>
          <p:nvPicPr>
            <p:cNvPr id="100" name="Google Shape;100;p4"/>
            <p:cNvPicPr preferRelativeResize="0"/>
            <p:nvPr/>
          </p:nvPicPr>
          <p:blipFill rotWithShape="1">
            <a:blip r:embed="rId3">
              <a:alphaModFix/>
            </a:blip>
            <a:srcRect/>
            <a:stretch/>
          </p:blipFill>
          <p:spPr>
            <a:xfrm>
              <a:off x="513702" y="1760194"/>
              <a:ext cx="69291" cy="69291"/>
            </a:xfrm>
            <a:prstGeom prst="rect">
              <a:avLst/>
            </a:prstGeom>
            <a:noFill/>
            <a:ln>
              <a:noFill/>
            </a:ln>
          </p:spPr>
        </p:pic>
        <p:pic>
          <p:nvPicPr>
            <p:cNvPr id="101" name="Google Shape;101;p4"/>
            <p:cNvPicPr preferRelativeResize="0"/>
            <p:nvPr/>
          </p:nvPicPr>
          <p:blipFill rotWithShape="1">
            <a:blip r:embed="rId4">
              <a:alphaModFix/>
            </a:blip>
            <a:srcRect/>
            <a:stretch/>
          </p:blipFill>
          <p:spPr>
            <a:xfrm>
              <a:off x="513702" y="1981618"/>
              <a:ext cx="69291" cy="69291"/>
            </a:xfrm>
            <a:prstGeom prst="rect">
              <a:avLst/>
            </a:prstGeom>
            <a:noFill/>
            <a:ln>
              <a:noFill/>
            </a:ln>
          </p:spPr>
        </p:pic>
        <p:pic>
          <p:nvPicPr>
            <p:cNvPr id="102" name="Google Shape;102;p4"/>
            <p:cNvPicPr preferRelativeResize="0"/>
            <p:nvPr/>
          </p:nvPicPr>
          <p:blipFill rotWithShape="1">
            <a:blip r:embed="rId5">
              <a:alphaModFix/>
            </a:blip>
            <a:srcRect/>
            <a:stretch/>
          </p:blipFill>
          <p:spPr>
            <a:xfrm>
              <a:off x="513702" y="2203043"/>
              <a:ext cx="69291" cy="69291"/>
            </a:xfrm>
            <a:prstGeom prst="rect">
              <a:avLst/>
            </a:prstGeom>
            <a:noFill/>
            <a:ln>
              <a:noFill/>
            </a:ln>
          </p:spPr>
        </p:pic>
        <p:pic>
          <p:nvPicPr>
            <p:cNvPr id="103" name="Google Shape;103;p4"/>
            <p:cNvPicPr preferRelativeResize="0"/>
            <p:nvPr/>
          </p:nvPicPr>
          <p:blipFill rotWithShape="1">
            <a:blip r:embed="rId6">
              <a:alphaModFix/>
            </a:blip>
            <a:srcRect/>
            <a:stretch/>
          </p:blipFill>
          <p:spPr>
            <a:xfrm>
              <a:off x="513702" y="2424455"/>
              <a:ext cx="69291" cy="69291"/>
            </a:xfrm>
            <a:prstGeom prst="rect">
              <a:avLst/>
            </a:prstGeom>
            <a:noFill/>
            <a:ln>
              <a:noFill/>
            </a:ln>
          </p:spPr>
        </p:pic>
      </p:grpSp>
      <p:sp>
        <p:nvSpPr>
          <p:cNvPr id="104" name="Google Shape;104;p4"/>
          <p:cNvSpPr txBox="1"/>
          <p:nvPr/>
        </p:nvSpPr>
        <p:spPr>
          <a:xfrm>
            <a:off x="347294" y="1389258"/>
            <a:ext cx="3575100" cy="1082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dirty="0">
                <a:solidFill>
                  <a:srgbClr val="1B1472"/>
                </a:solidFill>
                <a:latin typeface="Arial"/>
                <a:ea typeface="Arial"/>
                <a:cs typeface="Arial"/>
                <a:sym typeface="Arial"/>
              </a:rPr>
              <a:t>Problem: </a:t>
            </a:r>
            <a:r>
              <a:rPr lang="en-US" sz="1050" dirty="0">
                <a:latin typeface="Arial"/>
                <a:ea typeface="Arial"/>
                <a:cs typeface="Arial"/>
                <a:sym typeface="Arial"/>
              </a:rPr>
              <a:t>Many real-world relationships are </a:t>
            </a:r>
            <a:r>
              <a:rPr lang="en-US" sz="1050" dirty="0">
                <a:solidFill>
                  <a:srgbClr val="EC2027"/>
                </a:solidFill>
                <a:latin typeface="Arial"/>
                <a:ea typeface="Arial"/>
                <a:cs typeface="Arial"/>
                <a:sym typeface="Arial"/>
              </a:rPr>
              <a:t>non-linear</a:t>
            </a:r>
            <a:endParaRPr sz="1050" dirty="0">
              <a:latin typeface="Arial"/>
              <a:ea typeface="Arial"/>
              <a:cs typeface="Arial"/>
              <a:sym typeface="Arial"/>
            </a:endParaRPr>
          </a:p>
          <a:p>
            <a:pPr marL="309880" marR="5080" lvl="0" indent="0" algn="l" rtl="0">
              <a:lnSpc>
                <a:spcPct val="138400"/>
              </a:lnSpc>
              <a:spcBef>
                <a:spcPts val="565"/>
              </a:spcBef>
              <a:spcAft>
                <a:spcPts val="0"/>
              </a:spcAft>
              <a:buNone/>
            </a:pPr>
            <a:r>
              <a:rPr lang="en-US" sz="1050" dirty="0">
                <a:latin typeface="Arial"/>
                <a:ea typeface="Arial"/>
                <a:cs typeface="Arial"/>
                <a:sym typeface="Arial"/>
              </a:rPr>
              <a:t>Image recognition (pixel intensities</a:t>
            </a:r>
            <a:r>
              <a:rPr lang="en-US" sz="900" dirty="0">
                <a:latin typeface="Times New Roman"/>
                <a:ea typeface="Times New Roman"/>
                <a:cs typeface="Times New Roman"/>
                <a:sym typeface="Times New Roman"/>
              </a:rPr>
              <a:t> →  </a:t>
            </a:r>
            <a:r>
              <a:rPr lang="en-US" sz="1050" dirty="0">
                <a:latin typeface="Arial"/>
                <a:ea typeface="Arial"/>
                <a:cs typeface="Arial"/>
                <a:sym typeface="Arial"/>
              </a:rPr>
              <a:t>object classes) Natural language understanding (words </a:t>
            </a:r>
            <a:r>
              <a:rPr lang="en-US" sz="1050" dirty="0"/>
              <a:t>→</a:t>
            </a:r>
            <a:r>
              <a:rPr lang="en-US" sz="900" dirty="0">
                <a:latin typeface="Times New Roman"/>
                <a:ea typeface="Times New Roman"/>
                <a:cs typeface="Times New Roman"/>
                <a:sym typeface="Times New Roman"/>
              </a:rPr>
              <a:t>   </a:t>
            </a:r>
            <a:r>
              <a:rPr lang="en-US" sz="1050" dirty="0">
                <a:latin typeface="Arial"/>
                <a:ea typeface="Arial"/>
                <a:cs typeface="Arial"/>
                <a:sym typeface="Arial"/>
              </a:rPr>
              <a:t>sentiment) Medical diagnosis (symptoms</a:t>
            </a:r>
            <a:r>
              <a:rPr lang="en-US" sz="900" dirty="0">
                <a:latin typeface="Times New Roman"/>
                <a:ea typeface="Times New Roman"/>
                <a:cs typeface="Times New Roman"/>
                <a:sym typeface="Times New Roman"/>
              </a:rPr>
              <a:t> →  </a:t>
            </a:r>
            <a:r>
              <a:rPr lang="en-US" sz="1050" dirty="0">
                <a:latin typeface="Arial"/>
                <a:ea typeface="Arial"/>
                <a:cs typeface="Arial"/>
                <a:sym typeface="Arial"/>
              </a:rPr>
              <a:t>disease probability) Game playing (board state</a:t>
            </a:r>
            <a:r>
              <a:rPr lang="en-US" sz="900" dirty="0">
                <a:latin typeface="Times New Roman"/>
                <a:ea typeface="Times New Roman"/>
                <a:cs typeface="Times New Roman"/>
                <a:sym typeface="Times New Roman"/>
              </a:rPr>
              <a:t> →  </a:t>
            </a:r>
            <a:r>
              <a:rPr lang="en-US" sz="1050" dirty="0">
                <a:latin typeface="Arial"/>
                <a:ea typeface="Arial"/>
                <a:cs typeface="Arial"/>
                <a:sym typeface="Arial"/>
              </a:rPr>
              <a:t>optimal move)</a:t>
            </a:r>
            <a:endParaRPr sz="1050" dirty="0">
              <a:latin typeface="Arial"/>
              <a:ea typeface="Arial"/>
              <a:cs typeface="Arial"/>
              <a:sym typeface="Arial"/>
            </a:endParaRPr>
          </a:p>
        </p:txBody>
      </p:sp>
      <p:grpSp>
        <p:nvGrpSpPr>
          <p:cNvPr id="105" name="Google Shape;105;p4"/>
          <p:cNvGrpSpPr/>
          <p:nvPr/>
        </p:nvGrpSpPr>
        <p:grpSpPr>
          <a:xfrm>
            <a:off x="0" y="3141936"/>
            <a:ext cx="5760261" cy="92075"/>
            <a:chOff x="0" y="3141936"/>
            <a:chExt cx="5760261" cy="92075"/>
          </a:xfrm>
        </p:grpSpPr>
        <p:sp>
          <p:nvSpPr>
            <p:cNvPr id="106" name="Google Shape;106;p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 name="Google Shape;107;p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 name="Google Shape;108;p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9" name="Google Shape;109;p4"/>
          <p:cNvSpPr txBox="1"/>
          <p:nvPr/>
        </p:nvSpPr>
        <p:spPr>
          <a:xfrm>
            <a:off x="347294" y="2646770"/>
            <a:ext cx="3700779" cy="194945"/>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None/>
            </a:pPr>
            <a:r>
              <a:rPr lang="en-US" sz="1050">
                <a:solidFill>
                  <a:srgbClr val="EC2027"/>
                </a:solidFill>
                <a:latin typeface="Arial"/>
                <a:ea typeface="Arial"/>
                <a:cs typeface="Arial"/>
                <a:sym typeface="Arial"/>
              </a:rPr>
              <a:t>Linear models cannot solve non-linearly separable problems!</a:t>
            </a:r>
            <a:endParaRPr sz="1050">
              <a:latin typeface="Arial"/>
              <a:ea typeface="Arial"/>
              <a:cs typeface="Arial"/>
              <a:sym typeface="Arial"/>
            </a:endParaRPr>
          </a:p>
        </p:txBody>
      </p:sp>
      <p:sp>
        <p:nvSpPr>
          <p:cNvPr id="110" name="Google Shape;110;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1" name="Google Shape;111;p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ction="ppaction://hlinksldjump"/>
              </a:rPr>
              <a:t>D</a:t>
            </a:r>
            <a:r>
              <a:rPr lang="en-US" sz="600" u="sng" cap="small">
                <a:solidFill>
                  <a:schemeClr val="hlink"/>
                </a:solidFill>
                <a:latin typeface="Calibri"/>
                <a:ea typeface="Calibri"/>
                <a:cs typeface="Calibri"/>
                <a:sym typeface="Calibri"/>
                <a:hlinkClick r:id="rId7" action="ppaction://hlinksldjump"/>
              </a:rPr>
              <a:t>eep</a:t>
            </a:r>
            <a:r>
              <a:rPr lang="en-US" sz="600" u="sng">
                <a:solidFill>
                  <a:schemeClr val="hlink"/>
                </a:solidFill>
                <a:latin typeface="Calibri"/>
                <a:ea typeface="Calibri"/>
                <a:cs typeface="Calibri"/>
                <a:sym typeface="Calibri"/>
                <a:hlinkClick r:id="rId7" action="ppaction://hlinksldjump"/>
              </a:rPr>
              <a:t> L</a:t>
            </a:r>
            <a:r>
              <a:rPr lang="en-US" sz="600" u="sng" cap="small">
                <a:solidFill>
                  <a:schemeClr val="hlink"/>
                </a:solidFill>
                <a:latin typeface="Calibri"/>
                <a:ea typeface="Calibri"/>
                <a:cs typeface="Calibri"/>
                <a:sym typeface="Calibri"/>
                <a:hlinkClick r:id="rId7" action="ppaction://hlinksldjump"/>
              </a:rPr>
              <a:t>earning</a:t>
            </a:r>
            <a:endParaRPr sz="600">
              <a:latin typeface="Calibri"/>
              <a:ea typeface="Calibri"/>
              <a:cs typeface="Calibri"/>
              <a:sym typeface="Calibri"/>
            </a:endParaRPr>
          </a:p>
        </p:txBody>
      </p:sp>
      <p:sp>
        <p:nvSpPr>
          <p:cNvPr id="112" name="Google Shape;112;p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4</a:t>
            </a:fld>
            <a:r>
              <a:rPr lang="en-US"/>
              <a:t> / 67</a:t>
            </a:r>
            <a:endParaRPr/>
          </a:p>
        </p:txBody>
      </p:sp>
      <p:pic>
        <p:nvPicPr>
          <p:cNvPr id="113" name="Google Shape;113;p4"/>
          <p:cNvPicPr preferRelativeResize="0"/>
          <p:nvPr/>
        </p:nvPicPr>
        <p:blipFill>
          <a:blip r:embed="rId8">
            <a:alphaModFix/>
          </a:blip>
          <a:stretch>
            <a:fillRect/>
          </a:stretch>
        </p:blipFill>
        <p:spPr>
          <a:xfrm>
            <a:off x="2132775" y="892025"/>
            <a:ext cx="1524575" cy="505575"/>
          </a:xfrm>
          <a:prstGeom prst="rect">
            <a:avLst/>
          </a:prstGeom>
          <a:noFill/>
          <a:ln>
            <a:noFill/>
          </a:ln>
        </p:spPr>
      </p:pic>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XOR P</a:t>
            </a:r>
            <a:r>
              <a:rPr lang="en-US" cap="small">
                <a:solidFill>
                  <a:srgbClr val="FFFFFF"/>
                </a:solidFill>
              </a:rPr>
              <a:t>roblem</a:t>
            </a:r>
            <a:endParaRPr/>
          </a:p>
        </p:txBody>
      </p:sp>
      <p:graphicFrame>
        <p:nvGraphicFramePr>
          <p:cNvPr id="119" name="Google Shape;119;p5"/>
          <p:cNvGraphicFramePr/>
          <p:nvPr/>
        </p:nvGraphicFramePr>
        <p:xfrm>
          <a:off x="952880" y="1386662"/>
          <a:ext cx="1227475" cy="924525"/>
        </p:xfrm>
        <a:graphic>
          <a:graphicData uri="http://schemas.openxmlformats.org/drawingml/2006/table">
            <a:tbl>
              <a:tblPr firstRow="1" bandRow="1">
                <a:noFill/>
                <a:tableStyleId>{2B3A80E9-8C9B-4F1C-9C85-0C3D0799B159}</a:tableStyleId>
              </a:tblPr>
              <a:tblGrid>
                <a:gridCol w="281950">
                  <a:extLst>
                    <a:ext uri="{9D8B030D-6E8A-4147-A177-3AD203B41FA5}">
                      <a16:colId xmlns:a16="http://schemas.microsoft.com/office/drawing/2014/main" val="20000"/>
                    </a:ext>
                  </a:extLst>
                </a:gridCol>
                <a:gridCol w="28195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tblGrid>
              <a:tr h="187950">
                <a:tc>
                  <a:txBody>
                    <a:bodyPr/>
                    <a:lstStyle/>
                    <a:p>
                      <a:pPr marL="0" marR="0" lvl="0" indent="0" algn="ctr" rtl="0">
                        <a:lnSpc>
                          <a:spcPct val="118095"/>
                        </a:lnSpc>
                        <a:spcBef>
                          <a:spcPts val="0"/>
                        </a:spcBef>
                        <a:spcAft>
                          <a:spcPts val="0"/>
                        </a:spcAft>
                        <a:buNone/>
                      </a:pPr>
                      <a:r>
                        <a:rPr lang="en-US" sz="1050" i="1" u="none" strike="noStrike" cap="none">
                          <a:latin typeface="Arial"/>
                          <a:ea typeface="Arial"/>
                          <a:cs typeface="Arial"/>
                          <a:sym typeface="Arial"/>
                        </a:rPr>
                        <a:t>x</a:t>
                      </a:r>
                      <a:r>
                        <a:rPr lang="en-US" sz="1050" u="none" strike="noStrike" cap="none" baseline="-25000">
                          <a:latin typeface="Arial"/>
                          <a:ea typeface="Arial"/>
                          <a:cs typeface="Arial"/>
                          <a:sym typeface="Arial"/>
                        </a:rPr>
                        <a:t>1</a:t>
                      </a:r>
                      <a:endParaRPr sz="1050" u="none" strike="noStrike" cap="none" baseline="-25000">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8095"/>
                        </a:lnSpc>
                        <a:spcBef>
                          <a:spcPts val="0"/>
                        </a:spcBef>
                        <a:spcAft>
                          <a:spcPts val="0"/>
                        </a:spcAft>
                        <a:buNone/>
                      </a:pPr>
                      <a:r>
                        <a:rPr lang="en-US" sz="1050" i="1" u="none" strike="noStrike" cap="none">
                          <a:latin typeface="Arial"/>
                          <a:ea typeface="Arial"/>
                          <a:cs typeface="Arial"/>
                          <a:sym typeface="Arial"/>
                        </a:rPr>
                        <a:t>x</a:t>
                      </a:r>
                      <a:r>
                        <a:rPr lang="en-US" sz="1050" u="none" strike="noStrike" cap="none" baseline="-25000">
                          <a:latin typeface="Arial"/>
                          <a:ea typeface="Arial"/>
                          <a:cs typeface="Arial"/>
                          <a:sym typeface="Arial"/>
                        </a:rPr>
                        <a:t>2</a:t>
                      </a:r>
                      <a:endParaRPr sz="1050" u="none" strike="noStrike" cap="none" baseline="-25000">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8095"/>
                        </a:lnSpc>
                        <a:spcBef>
                          <a:spcPts val="0"/>
                        </a:spcBef>
                        <a:spcAft>
                          <a:spcPts val="0"/>
                        </a:spcAft>
                        <a:buNone/>
                      </a:pPr>
                      <a:r>
                        <a:rPr lang="en-US" sz="1050" i="1" u="none" strike="noStrike" cap="none">
                          <a:latin typeface="Arial"/>
                          <a:ea typeface="Arial"/>
                          <a:cs typeface="Arial"/>
                          <a:sym typeface="Arial"/>
                        </a:rPr>
                        <a:t>y </a:t>
                      </a:r>
                      <a:r>
                        <a:rPr lang="en-US" sz="1050" u="none" strike="noStrike" cap="none">
                          <a:latin typeface="Arial"/>
                          <a:ea typeface="Arial"/>
                          <a:cs typeface="Arial"/>
                          <a:sym typeface="Arial"/>
                        </a:rPr>
                        <a:t>(XOR)</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76525">
                <a:tc>
                  <a:txBody>
                    <a:bodyPr/>
                    <a:lstStyle/>
                    <a:p>
                      <a:pPr marL="0" marR="0" lvl="0" indent="0" algn="ctr" rtl="0">
                        <a:lnSpc>
                          <a:spcPct val="118095"/>
                        </a:lnSpc>
                        <a:spcBef>
                          <a:spcPts val="0"/>
                        </a:spcBef>
                        <a:spcAft>
                          <a:spcPts val="0"/>
                        </a:spcAft>
                        <a:buNone/>
                      </a:pPr>
                      <a:r>
                        <a:rPr lang="en-US" sz="1050" u="none" strike="noStrike" cap="none">
                          <a:latin typeface="Arial"/>
                          <a:ea typeface="Arial"/>
                          <a:cs typeface="Arial"/>
                          <a:sym typeface="Arial"/>
                        </a:rPr>
                        <a:t>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8095"/>
                        </a:lnSpc>
                        <a:spcBef>
                          <a:spcPts val="0"/>
                        </a:spcBef>
                        <a:spcAft>
                          <a:spcPts val="0"/>
                        </a:spcAft>
                        <a:buNone/>
                      </a:pPr>
                      <a:r>
                        <a:rPr lang="en-US" sz="1050" u="none" strike="noStrike" cap="none">
                          <a:latin typeface="Arial"/>
                          <a:ea typeface="Arial"/>
                          <a:cs typeface="Arial"/>
                          <a:sym typeface="Arial"/>
                        </a:rPr>
                        <a:t>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8095"/>
                        </a:lnSpc>
                        <a:spcBef>
                          <a:spcPts val="0"/>
                        </a:spcBef>
                        <a:spcAft>
                          <a:spcPts val="0"/>
                        </a:spcAft>
                        <a:buNone/>
                      </a:pPr>
                      <a:r>
                        <a:rPr lang="en-US" sz="1050" u="none" strike="noStrike" cap="none">
                          <a:latin typeface="Arial"/>
                          <a:ea typeface="Arial"/>
                          <a:cs typeface="Arial"/>
                          <a:sym typeface="Arial"/>
                        </a:rPr>
                        <a:t>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182875">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0</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1</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1</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182875">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1</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0</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1</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194300">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1</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1</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050" u="none" strike="noStrike" cap="none">
                          <a:latin typeface="Arial"/>
                          <a:ea typeface="Arial"/>
                          <a:cs typeface="Arial"/>
                          <a:sym typeface="Arial"/>
                        </a:rPr>
                        <a:t>0</a:t>
                      </a:r>
                      <a:endParaRPr sz="1050" u="none" strike="noStrike" cap="none">
                        <a:latin typeface="Arial"/>
                        <a:ea typeface="Arial"/>
                        <a:cs typeface="Arial"/>
                        <a:sym typeface="Arial"/>
                      </a:endParaRPr>
                    </a:p>
                  </a:txBody>
                  <a:tcPr marL="0" marR="0" marT="3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120" name="Google Shape;120;p5"/>
          <p:cNvGrpSpPr/>
          <p:nvPr/>
        </p:nvGrpSpPr>
        <p:grpSpPr>
          <a:xfrm>
            <a:off x="3652749" y="2238336"/>
            <a:ext cx="915832" cy="60960"/>
            <a:chOff x="3652749" y="2238336"/>
            <a:chExt cx="915832" cy="60960"/>
          </a:xfrm>
        </p:grpSpPr>
        <p:sp>
          <p:nvSpPr>
            <p:cNvPr id="121" name="Google Shape;121;p5"/>
            <p:cNvSpPr/>
            <p:nvPr/>
          </p:nvSpPr>
          <p:spPr>
            <a:xfrm>
              <a:off x="3652749" y="2268702"/>
              <a:ext cx="913130" cy="0"/>
            </a:xfrm>
            <a:custGeom>
              <a:avLst/>
              <a:gdLst/>
              <a:ahLst/>
              <a:cxnLst/>
              <a:rect l="l" t="t" r="r" b="b"/>
              <a:pathLst>
                <a:path w="913129" h="120000" extrusionOk="0">
                  <a:moveTo>
                    <a:pt x="0" y="0"/>
                  </a:moveTo>
                  <a:lnTo>
                    <a:pt x="912948"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2" name="Google Shape;122;p5"/>
            <p:cNvSpPr/>
            <p:nvPr/>
          </p:nvSpPr>
          <p:spPr>
            <a:xfrm>
              <a:off x="4541911" y="2238336"/>
              <a:ext cx="26670" cy="60960"/>
            </a:xfrm>
            <a:custGeom>
              <a:avLst/>
              <a:gdLst/>
              <a:ahLst/>
              <a:cxnLst/>
              <a:rect l="l" t="t" r="r" b="b"/>
              <a:pathLst>
                <a:path w="26670"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3" name="Google Shape;123;p5"/>
          <p:cNvSpPr txBox="1"/>
          <p:nvPr/>
        </p:nvSpPr>
        <p:spPr>
          <a:xfrm>
            <a:off x="4580725" y="2143536"/>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24" name="Google Shape;124;p5"/>
          <p:cNvGrpSpPr/>
          <p:nvPr/>
        </p:nvGrpSpPr>
        <p:grpSpPr>
          <a:xfrm>
            <a:off x="3730382" y="1461223"/>
            <a:ext cx="60960" cy="915660"/>
            <a:chOff x="3730382" y="1461223"/>
            <a:chExt cx="60960" cy="915660"/>
          </a:xfrm>
        </p:grpSpPr>
        <p:sp>
          <p:nvSpPr>
            <p:cNvPr id="125" name="Google Shape;125;p5"/>
            <p:cNvSpPr/>
            <p:nvPr/>
          </p:nvSpPr>
          <p:spPr>
            <a:xfrm>
              <a:off x="3760749" y="1463753"/>
              <a:ext cx="0" cy="913130"/>
            </a:xfrm>
            <a:custGeom>
              <a:avLst/>
              <a:gdLst/>
              <a:ahLst/>
              <a:cxnLst/>
              <a:rect l="l" t="t" r="r" b="b"/>
              <a:pathLst>
                <a:path w="120000" h="913130" extrusionOk="0">
                  <a:moveTo>
                    <a:pt x="0" y="912948"/>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6" name="Google Shape;126;p5"/>
            <p:cNvSpPr/>
            <p:nvPr/>
          </p:nvSpPr>
          <p:spPr>
            <a:xfrm>
              <a:off x="3730382" y="1461223"/>
              <a:ext cx="60960" cy="26670"/>
            </a:xfrm>
            <a:custGeom>
              <a:avLst/>
              <a:gdLst/>
              <a:ahLst/>
              <a:cxnLst/>
              <a:rect l="l" t="t" r="r" b="b"/>
              <a:pathLst>
                <a:path w="60960" h="26669" extrusionOk="0">
                  <a:moveTo>
                    <a:pt x="0" y="26317"/>
                  </a:moveTo>
                  <a:lnTo>
                    <a:pt x="11933" y="21694"/>
                  </a:lnTo>
                  <a:lnTo>
                    <a:pt x="20687" y="15403"/>
                  </a:lnTo>
                  <a:lnTo>
                    <a:pt x="26689" y="7990"/>
                  </a:lnTo>
                  <a:lnTo>
                    <a:pt x="30366" y="0"/>
                  </a:lnTo>
                  <a:lnTo>
                    <a:pt x="34043" y="7990"/>
                  </a:lnTo>
                  <a:lnTo>
                    <a:pt x="40045" y="15403"/>
                  </a:lnTo>
                  <a:lnTo>
                    <a:pt x="48799" y="21694"/>
                  </a:lnTo>
                  <a:lnTo>
                    <a:pt x="60732" y="263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7" name="Google Shape;127;p5"/>
          <p:cNvSpPr txBox="1"/>
          <p:nvPr/>
        </p:nvSpPr>
        <p:spPr>
          <a:xfrm>
            <a:off x="334594" y="692910"/>
            <a:ext cx="4046854" cy="735330"/>
          </a:xfrm>
          <a:prstGeom prst="rect">
            <a:avLst/>
          </a:prstGeom>
          <a:noFill/>
          <a:ln>
            <a:noFill/>
          </a:ln>
        </p:spPr>
        <p:txBody>
          <a:bodyPr spcFirstLastPara="1" wrap="square" lIns="0" tIns="64750" rIns="0" bIns="0" anchor="t" anchorCtr="0">
            <a:spAutoFit/>
          </a:bodyPr>
          <a:lstStyle/>
          <a:p>
            <a:pPr marL="25400" lvl="0" indent="0" algn="l" rtl="0">
              <a:lnSpc>
                <a:spcPct val="100000"/>
              </a:lnSpc>
              <a:spcBef>
                <a:spcPts val="0"/>
              </a:spcBef>
              <a:spcAft>
                <a:spcPts val="0"/>
              </a:spcAft>
              <a:buNone/>
            </a:pPr>
            <a:r>
              <a:rPr lang="en-US" sz="1050">
                <a:solidFill>
                  <a:srgbClr val="1B1472"/>
                </a:solidFill>
                <a:latin typeface="Arial"/>
                <a:ea typeface="Arial"/>
                <a:cs typeface="Arial"/>
                <a:sym typeface="Arial"/>
              </a:rPr>
              <a:t>XOR (Exclusive OR): </a:t>
            </a:r>
            <a:r>
              <a:rPr lang="en-US" sz="1050">
                <a:latin typeface="Arial"/>
                <a:ea typeface="Arial"/>
                <a:cs typeface="Arial"/>
                <a:sym typeface="Arial"/>
              </a:rPr>
              <a:t>A classic non-linearly separable problem</a:t>
            </a:r>
            <a:endParaRPr sz="1050">
              <a:latin typeface="Arial"/>
              <a:ea typeface="Arial"/>
              <a:cs typeface="Arial"/>
              <a:sym typeface="Arial"/>
            </a:endParaRPr>
          </a:p>
          <a:p>
            <a:pPr marL="2646045" lvl="0" indent="0" algn="l" rtl="0">
              <a:lnSpc>
                <a:spcPct val="113333"/>
              </a:lnSpc>
              <a:spcBef>
                <a:spcPts val="409"/>
              </a:spcBef>
              <a:spcAft>
                <a:spcPts val="0"/>
              </a:spcAft>
              <a:buNone/>
            </a:pPr>
            <a:r>
              <a:rPr lang="en-US" sz="1050">
                <a:solidFill>
                  <a:srgbClr val="1B1472"/>
                </a:solidFill>
                <a:latin typeface="Arial"/>
                <a:ea typeface="Arial"/>
                <a:cs typeface="Arial"/>
                <a:sym typeface="Arial"/>
              </a:rPr>
              <a:t>Visual Representation:</a:t>
            </a:r>
            <a:endParaRPr sz="1050">
              <a:latin typeface="Arial"/>
              <a:ea typeface="Arial"/>
              <a:cs typeface="Arial"/>
              <a:sym typeface="Arial"/>
            </a:endParaRPr>
          </a:p>
          <a:p>
            <a:pPr marL="25400" lvl="0" indent="0" algn="l" rtl="0">
              <a:lnSpc>
                <a:spcPct val="106666"/>
              </a:lnSpc>
              <a:spcBef>
                <a:spcPts val="0"/>
              </a:spcBef>
              <a:spcAft>
                <a:spcPts val="0"/>
              </a:spcAft>
              <a:buNone/>
            </a:pPr>
            <a:r>
              <a:rPr lang="en-US" sz="1050">
                <a:solidFill>
                  <a:srgbClr val="1B1472"/>
                </a:solidFill>
                <a:latin typeface="Arial"/>
                <a:ea typeface="Arial"/>
                <a:cs typeface="Arial"/>
                <a:sym typeface="Arial"/>
              </a:rPr>
              <a:t>Truth Table:</a:t>
            </a:r>
            <a:endParaRPr sz="1050">
              <a:latin typeface="Arial"/>
              <a:ea typeface="Arial"/>
              <a:cs typeface="Arial"/>
              <a:sym typeface="Arial"/>
            </a:endParaRPr>
          </a:p>
          <a:p>
            <a:pPr marL="0" marR="555625" lvl="0" indent="0" algn="r" rtl="0">
              <a:lnSpc>
                <a:spcPct val="113333"/>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128" name="Google Shape;128;p5"/>
          <p:cNvGrpSpPr/>
          <p:nvPr/>
        </p:nvGrpSpPr>
        <p:grpSpPr>
          <a:xfrm>
            <a:off x="3703812" y="1520805"/>
            <a:ext cx="813222" cy="812943"/>
            <a:chOff x="3703812" y="1512696"/>
            <a:chExt cx="813222" cy="812943"/>
          </a:xfrm>
        </p:grpSpPr>
        <p:sp>
          <p:nvSpPr>
            <p:cNvPr id="129" name="Google Shape;129;p5"/>
            <p:cNvSpPr/>
            <p:nvPr/>
          </p:nvSpPr>
          <p:spPr>
            <a:xfrm>
              <a:off x="3760749" y="1512696"/>
              <a:ext cx="756285" cy="756285"/>
            </a:xfrm>
            <a:custGeom>
              <a:avLst/>
              <a:gdLst/>
              <a:ahLst/>
              <a:cxnLst/>
              <a:rect l="l" t="t" r="r" b="b"/>
              <a:pathLst>
                <a:path w="756285" h="756285" extrusionOk="0">
                  <a:moveTo>
                    <a:pt x="0" y="756005"/>
                  </a:moveTo>
                  <a:lnTo>
                    <a:pt x="756005" y="756005"/>
                  </a:lnTo>
                </a:path>
                <a:path w="756285" h="756285" extrusionOk="0">
                  <a:moveTo>
                    <a:pt x="0" y="215999"/>
                  </a:moveTo>
                  <a:lnTo>
                    <a:pt x="756005" y="215999"/>
                  </a:lnTo>
                </a:path>
                <a:path w="756285" h="756285" extrusionOk="0">
                  <a:moveTo>
                    <a:pt x="0" y="756005"/>
                  </a:moveTo>
                  <a:lnTo>
                    <a:pt x="0" y="0"/>
                  </a:lnTo>
                </a:path>
                <a:path w="756285" h="756285" extrusionOk="0">
                  <a:moveTo>
                    <a:pt x="540006" y="756005"/>
                  </a:moveTo>
                  <a:lnTo>
                    <a:pt x="540006" y="0"/>
                  </a:lnTo>
                </a:path>
              </a:pathLst>
            </a:custGeom>
            <a:noFill/>
            <a:ln w="9525" cap="flat" cmpd="sng">
              <a:solidFill>
                <a:srgbClr val="D8D8D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30" name="Google Shape;130;p5"/>
            <p:cNvPicPr preferRelativeResize="0"/>
            <p:nvPr/>
          </p:nvPicPr>
          <p:blipFill rotWithShape="1">
            <a:blip r:embed="rId3">
              <a:alphaModFix/>
            </a:blip>
            <a:srcRect/>
            <a:stretch/>
          </p:blipFill>
          <p:spPr>
            <a:xfrm>
              <a:off x="3703812" y="2211765"/>
              <a:ext cx="113874" cy="113874"/>
            </a:xfrm>
            <a:prstGeom prst="rect">
              <a:avLst/>
            </a:prstGeom>
            <a:noFill/>
            <a:ln>
              <a:noFill/>
            </a:ln>
          </p:spPr>
        </p:pic>
      </p:grpSp>
      <p:sp>
        <p:nvSpPr>
          <p:cNvPr id="131" name="Google Shape;131;p5"/>
          <p:cNvSpPr txBox="1"/>
          <p:nvPr/>
        </p:nvSpPr>
        <p:spPr>
          <a:xfrm>
            <a:off x="3623995" y="2263703"/>
            <a:ext cx="1016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0000FF"/>
                </a:solidFill>
                <a:latin typeface="Arial"/>
                <a:ea typeface="Arial"/>
                <a:cs typeface="Arial"/>
                <a:sym typeface="Arial"/>
              </a:rPr>
              <a:t>0</a:t>
            </a:r>
            <a:endParaRPr sz="1050">
              <a:latin typeface="Arial"/>
              <a:ea typeface="Arial"/>
              <a:cs typeface="Arial"/>
              <a:sym typeface="Arial"/>
            </a:endParaRPr>
          </a:p>
        </p:txBody>
      </p:sp>
      <p:pic>
        <p:nvPicPr>
          <p:cNvPr id="132" name="Google Shape;132;p5"/>
          <p:cNvPicPr preferRelativeResize="0"/>
          <p:nvPr/>
        </p:nvPicPr>
        <p:blipFill rotWithShape="1">
          <a:blip r:embed="rId4">
            <a:alphaModFix/>
          </a:blip>
          <a:srcRect/>
          <a:stretch/>
        </p:blipFill>
        <p:spPr>
          <a:xfrm>
            <a:off x="3703812" y="1671758"/>
            <a:ext cx="113874" cy="113874"/>
          </a:xfrm>
          <a:prstGeom prst="rect">
            <a:avLst/>
          </a:prstGeom>
          <a:noFill/>
          <a:ln>
            <a:noFill/>
          </a:ln>
        </p:spPr>
      </p:pic>
      <p:sp>
        <p:nvSpPr>
          <p:cNvPr id="133" name="Google Shape;133;p5"/>
          <p:cNvSpPr txBox="1"/>
          <p:nvPr/>
        </p:nvSpPr>
        <p:spPr>
          <a:xfrm>
            <a:off x="3623995" y="1531282"/>
            <a:ext cx="1016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FF0000"/>
                </a:solidFill>
                <a:latin typeface="Arial"/>
                <a:ea typeface="Arial"/>
                <a:cs typeface="Arial"/>
                <a:sym typeface="Arial"/>
              </a:rPr>
              <a:t>1</a:t>
            </a:r>
            <a:endParaRPr sz="1050">
              <a:latin typeface="Arial"/>
              <a:ea typeface="Arial"/>
              <a:cs typeface="Arial"/>
              <a:sym typeface="Arial"/>
            </a:endParaRPr>
          </a:p>
        </p:txBody>
      </p:sp>
      <p:pic>
        <p:nvPicPr>
          <p:cNvPr id="134" name="Google Shape;134;p5"/>
          <p:cNvPicPr preferRelativeResize="0"/>
          <p:nvPr/>
        </p:nvPicPr>
        <p:blipFill rotWithShape="1">
          <a:blip r:embed="rId4">
            <a:alphaModFix/>
          </a:blip>
          <a:srcRect/>
          <a:stretch/>
        </p:blipFill>
        <p:spPr>
          <a:xfrm>
            <a:off x="4243818" y="2211765"/>
            <a:ext cx="113874" cy="113874"/>
          </a:xfrm>
          <a:prstGeom prst="rect">
            <a:avLst/>
          </a:prstGeom>
          <a:noFill/>
          <a:ln>
            <a:noFill/>
          </a:ln>
        </p:spPr>
      </p:pic>
      <p:sp>
        <p:nvSpPr>
          <p:cNvPr id="135" name="Google Shape;135;p5"/>
          <p:cNvSpPr txBox="1"/>
          <p:nvPr/>
        </p:nvSpPr>
        <p:spPr>
          <a:xfrm>
            <a:off x="4336122" y="2263703"/>
            <a:ext cx="1016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FF0000"/>
                </a:solidFill>
                <a:latin typeface="Arial"/>
                <a:ea typeface="Arial"/>
                <a:cs typeface="Arial"/>
                <a:sym typeface="Arial"/>
              </a:rPr>
              <a:t>1</a:t>
            </a:r>
            <a:endParaRPr sz="1050">
              <a:latin typeface="Arial"/>
              <a:ea typeface="Arial"/>
              <a:cs typeface="Arial"/>
              <a:sym typeface="Arial"/>
            </a:endParaRPr>
          </a:p>
        </p:txBody>
      </p:sp>
      <p:pic>
        <p:nvPicPr>
          <p:cNvPr id="136" name="Google Shape;136;p5"/>
          <p:cNvPicPr preferRelativeResize="0"/>
          <p:nvPr/>
        </p:nvPicPr>
        <p:blipFill rotWithShape="1">
          <a:blip r:embed="rId3">
            <a:alphaModFix/>
          </a:blip>
          <a:srcRect/>
          <a:stretch/>
        </p:blipFill>
        <p:spPr>
          <a:xfrm>
            <a:off x="4243818" y="1671758"/>
            <a:ext cx="113874" cy="113874"/>
          </a:xfrm>
          <a:prstGeom prst="rect">
            <a:avLst/>
          </a:prstGeom>
          <a:noFill/>
          <a:ln>
            <a:noFill/>
          </a:ln>
        </p:spPr>
      </p:pic>
      <p:sp>
        <p:nvSpPr>
          <p:cNvPr id="137" name="Google Shape;137;p5"/>
          <p:cNvSpPr txBox="1"/>
          <p:nvPr/>
        </p:nvSpPr>
        <p:spPr>
          <a:xfrm>
            <a:off x="4336122" y="1529034"/>
            <a:ext cx="1016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0000FF"/>
                </a:solidFill>
                <a:latin typeface="Arial"/>
                <a:ea typeface="Arial"/>
                <a:cs typeface="Arial"/>
                <a:sym typeface="Arial"/>
              </a:rPr>
              <a:t>0</a:t>
            </a:r>
            <a:endParaRPr sz="1050">
              <a:latin typeface="Arial"/>
              <a:ea typeface="Arial"/>
              <a:cs typeface="Arial"/>
              <a:sym typeface="Arial"/>
            </a:endParaRPr>
          </a:p>
        </p:txBody>
      </p:sp>
      <p:sp>
        <p:nvSpPr>
          <p:cNvPr id="138" name="Google Shape;138;p5"/>
          <p:cNvSpPr/>
          <p:nvPr/>
        </p:nvSpPr>
        <p:spPr>
          <a:xfrm>
            <a:off x="3868748" y="1620696"/>
            <a:ext cx="540385" cy="540385"/>
          </a:xfrm>
          <a:custGeom>
            <a:avLst/>
            <a:gdLst/>
            <a:ahLst/>
            <a:cxnLst/>
            <a:rect l="l" t="t" r="r" b="b"/>
            <a:pathLst>
              <a:path w="540385" h="540385" extrusionOk="0">
                <a:moveTo>
                  <a:pt x="0" y="0"/>
                </a:moveTo>
                <a:lnTo>
                  <a:pt x="540006" y="540006"/>
                </a:lnTo>
              </a:path>
            </a:pathLst>
          </a:custGeom>
          <a:noFill/>
          <a:ln w="10100" cap="flat" cmpd="sng">
            <a:solidFill>
              <a:srgbClr val="7F7F7F"/>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9" name="Google Shape;139;p5"/>
          <p:cNvSpPr txBox="1"/>
          <p:nvPr/>
        </p:nvSpPr>
        <p:spPr>
          <a:xfrm rot="2700000">
            <a:off x="3845703" y="1737360"/>
            <a:ext cx="804677" cy="88900"/>
          </a:xfrm>
          <a:prstGeom prst="rect">
            <a:avLst/>
          </a:prstGeom>
          <a:noFill/>
          <a:ln>
            <a:noFill/>
          </a:ln>
        </p:spPr>
        <p:txBody>
          <a:bodyPr spcFirstLastPara="1" wrap="square" lIns="0" tIns="0" rIns="0" bIns="0" anchor="t" anchorCtr="0">
            <a:spAutoFit/>
          </a:bodyPr>
          <a:lstStyle/>
          <a:p>
            <a:pPr marL="0" lvl="0" indent="0" algn="l" rtl="0">
              <a:lnSpc>
                <a:spcPct val="99285"/>
              </a:lnSpc>
              <a:spcBef>
                <a:spcPts val="0"/>
              </a:spcBef>
              <a:spcAft>
                <a:spcPts val="0"/>
              </a:spcAft>
              <a:buNone/>
            </a:pPr>
            <a:r>
              <a:rPr lang="en-US" sz="700">
                <a:solidFill>
                  <a:srgbClr val="FF0000"/>
                </a:solidFill>
                <a:latin typeface="Arial"/>
                <a:ea typeface="Arial"/>
                <a:cs typeface="Arial"/>
                <a:sym typeface="Arial"/>
              </a:rPr>
              <a:t>No linear separator!</a:t>
            </a:r>
            <a:endParaRPr sz="700">
              <a:latin typeface="Arial"/>
              <a:ea typeface="Arial"/>
              <a:cs typeface="Arial"/>
              <a:sym typeface="Arial"/>
            </a:endParaRPr>
          </a:p>
        </p:txBody>
      </p:sp>
      <p:sp>
        <p:nvSpPr>
          <p:cNvPr id="140" name="Google Shape;140;p5"/>
          <p:cNvSpPr txBox="1"/>
          <p:nvPr/>
        </p:nvSpPr>
        <p:spPr>
          <a:xfrm>
            <a:off x="347294" y="2496863"/>
            <a:ext cx="386587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EC2027"/>
                </a:solidFill>
                <a:latin typeface="Arial"/>
                <a:ea typeface="Arial"/>
                <a:cs typeface="Arial"/>
                <a:sym typeface="Arial"/>
              </a:rPr>
              <a:t>Challenge: </a:t>
            </a:r>
            <a:r>
              <a:rPr lang="en-US" sz="1050">
                <a:latin typeface="Arial"/>
                <a:ea typeface="Arial"/>
                <a:cs typeface="Arial"/>
                <a:sym typeface="Arial"/>
              </a:rPr>
              <a:t>No single straight line can separate the two classes!</a:t>
            </a:r>
            <a:endParaRPr sz="1050">
              <a:latin typeface="Arial"/>
              <a:ea typeface="Arial"/>
              <a:cs typeface="Arial"/>
              <a:sym typeface="Arial"/>
            </a:endParaRPr>
          </a:p>
        </p:txBody>
      </p:sp>
      <p:grpSp>
        <p:nvGrpSpPr>
          <p:cNvPr id="141" name="Google Shape;141;p5"/>
          <p:cNvGrpSpPr/>
          <p:nvPr/>
        </p:nvGrpSpPr>
        <p:grpSpPr>
          <a:xfrm>
            <a:off x="0" y="3141936"/>
            <a:ext cx="5760261" cy="92075"/>
            <a:chOff x="0" y="3141936"/>
            <a:chExt cx="5760261" cy="92075"/>
          </a:xfrm>
        </p:grpSpPr>
        <p:sp>
          <p:nvSpPr>
            <p:cNvPr id="142" name="Google Shape;142;p5"/>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3" name="Google Shape;143;p5"/>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4" name="Google Shape;144;p5"/>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5" name="Google Shape;145;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6" name="Google Shape;146;p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5" action="ppaction://hlinksldjump"/>
              </a:rPr>
              <a:t>D</a:t>
            </a:r>
            <a:r>
              <a:rPr lang="en-US" sz="600" u="sng" cap="small">
                <a:solidFill>
                  <a:schemeClr val="hlink"/>
                </a:solidFill>
                <a:latin typeface="Calibri"/>
                <a:ea typeface="Calibri"/>
                <a:cs typeface="Calibri"/>
                <a:sym typeface="Calibri"/>
                <a:hlinkClick r:id="rId5" action="ppaction://hlinksldjump"/>
              </a:rPr>
              <a:t>eep</a:t>
            </a:r>
            <a:r>
              <a:rPr lang="en-US" sz="600" u="sng">
                <a:solidFill>
                  <a:schemeClr val="hlink"/>
                </a:solidFill>
                <a:latin typeface="Calibri"/>
                <a:ea typeface="Calibri"/>
                <a:cs typeface="Calibri"/>
                <a:sym typeface="Calibri"/>
                <a:hlinkClick r:id="rId5" action="ppaction://hlinksldjump"/>
              </a:rPr>
              <a:t> L</a:t>
            </a:r>
            <a:r>
              <a:rPr lang="en-US" sz="600" u="sng" cap="small">
                <a:solidFill>
                  <a:schemeClr val="hlink"/>
                </a:solidFill>
                <a:latin typeface="Calibri"/>
                <a:ea typeface="Calibri"/>
                <a:cs typeface="Calibri"/>
                <a:sym typeface="Calibri"/>
                <a:hlinkClick r:id="rId5" action="ppaction://hlinksldjump"/>
              </a:rPr>
              <a:t>earning</a:t>
            </a:r>
            <a:endParaRPr sz="600">
              <a:latin typeface="Calibri"/>
              <a:ea typeface="Calibri"/>
              <a:cs typeface="Calibri"/>
              <a:sym typeface="Calibri"/>
            </a:endParaRPr>
          </a:p>
        </p:txBody>
      </p:sp>
      <p:sp>
        <p:nvSpPr>
          <p:cNvPr id="147" name="Google Shape;147;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5</a:t>
            </a:fld>
            <a:r>
              <a:rPr lang="en-US"/>
              <a:t> / 67</a:t>
            </a:r>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S</a:t>
            </a:r>
            <a:r>
              <a:rPr lang="en-US" cap="small">
                <a:solidFill>
                  <a:srgbClr val="FFFFFF"/>
                </a:solidFill>
              </a:rPr>
              <a:t>ingle</a:t>
            </a:r>
            <a:r>
              <a:rPr lang="en-US">
                <a:solidFill>
                  <a:srgbClr val="FFFFFF"/>
                </a:solidFill>
              </a:rPr>
              <a:t> N</a:t>
            </a:r>
            <a:r>
              <a:rPr lang="en-US" cap="small">
                <a:solidFill>
                  <a:srgbClr val="FFFFFF"/>
                </a:solidFill>
              </a:rPr>
              <a:t>euron</a:t>
            </a:r>
            <a:r>
              <a:rPr lang="en-US">
                <a:solidFill>
                  <a:srgbClr val="FFFFFF"/>
                </a:solidFill>
              </a:rPr>
              <a:t> F</a:t>
            </a:r>
            <a:r>
              <a:rPr lang="en-US" cap="small">
                <a:solidFill>
                  <a:srgbClr val="FFFFFF"/>
                </a:solidFill>
              </a:rPr>
              <a:t>ails</a:t>
            </a:r>
            <a:r>
              <a:rPr lang="en-US">
                <a:solidFill>
                  <a:srgbClr val="FFFFFF"/>
                </a:solidFill>
              </a:rPr>
              <a:t> </a:t>
            </a:r>
            <a:r>
              <a:rPr lang="en-US" cap="small">
                <a:solidFill>
                  <a:srgbClr val="FFFFFF"/>
                </a:solidFill>
              </a:rPr>
              <a:t>on</a:t>
            </a:r>
            <a:r>
              <a:rPr lang="en-US">
                <a:solidFill>
                  <a:srgbClr val="FFFFFF"/>
                </a:solidFill>
              </a:rPr>
              <a:t> XOR</a:t>
            </a:r>
            <a:endParaRPr/>
          </a:p>
        </p:txBody>
      </p:sp>
      <p:sp>
        <p:nvSpPr>
          <p:cNvPr id="153" name="Google Shape;153;p6"/>
          <p:cNvSpPr txBox="1"/>
          <p:nvPr/>
        </p:nvSpPr>
        <p:spPr>
          <a:xfrm>
            <a:off x="347294" y="493158"/>
            <a:ext cx="131699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Single neuron model:</a:t>
            </a:r>
            <a:endParaRPr sz="1050">
              <a:latin typeface="Arial"/>
              <a:ea typeface="Arial"/>
              <a:cs typeface="Arial"/>
              <a:sym typeface="Arial"/>
            </a:endParaRPr>
          </a:p>
        </p:txBody>
      </p:sp>
      <p:sp>
        <p:nvSpPr>
          <p:cNvPr id="154" name="Google Shape;154;p6"/>
          <p:cNvSpPr txBox="1"/>
          <p:nvPr/>
        </p:nvSpPr>
        <p:spPr>
          <a:xfrm>
            <a:off x="2094191" y="813267"/>
            <a:ext cx="157162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 </a:t>
            </a:r>
            <a:r>
              <a:rPr lang="en-US" sz="1200">
                <a:latin typeface="Tahoma"/>
                <a:ea typeface="Tahoma"/>
                <a:cs typeface="Tahoma"/>
                <a:sym typeface="Tahoma"/>
              </a:rPr>
              <a:t>= </a:t>
            </a:r>
            <a:r>
              <a:rPr lang="en-US" sz="1200" i="1">
                <a:latin typeface="Calibri"/>
                <a:ea typeface="Calibri"/>
                <a:cs typeface="Calibri"/>
                <a:sym typeface="Calibri"/>
              </a:rPr>
              <a:t>σ</a:t>
            </a:r>
            <a:r>
              <a:rPr lang="en-US" sz="1200">
                <a:latin typeface="Tahoma"/>
                <a:ea typeface="Tahoma"/>
                <a:cs typeface="Tahoma"/>
                <a:sym typeface="Tahoma"/>
              </a:rPr>
              <a:t>(</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050" i="1">
                <a:latin typeface="Arial"/>
                <a:ea typeface="Arial"/>
                <a:cs typeface="Arial"/>
                <a:sym typeface="Arial"/>
              </a:rPr>
              <a:t>b</a:t>
            </a:r>
            <a:r>
              <a:rPr lang="en-US" sz="1200">
                <a:latin typeface="Tahoma"/>
                <a:ea typeface="Tahoma"/>
                <a:cs typeface="Tahoma"/>
                <a:sym typeface="Tahoma"/>
              </a:rPr>
              <a:t>)</a:t>
            </a:r>
            <a:endParaRPr sz="1200">
              <a:latin typeface="Tahoma"/>
              <a:ea typeface="Tahoma"/>
              <a:cs typeface="Tahoma"/>
              <a:sym typeface="Tahoma"/>
            </a:endParaRPr>
          </a:p>
        </p:txBody>
      </p:sp>
      <p:sp>
        <p:nvSpPr>
          <p:cNvPr id="155" name="Google Shape;155;p6"/>
          <p:cNvSpPr txBox="1"/>
          <p:nvPr/>
        </p:nvSpPr>
        <p:spPr>
          <a:xfrm>
            <a:off x="5220322" y="828451"/>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(2)</a:t>
            </a:r>
            <a:endParaRPr sz="1050">
              <a:latin typeface="Arial"/>
              <a:ea typeface="Arial"/>
              <a:cs typeface="Arial"/>
              <a:sym typeface="Arial"/>
            </a:endParaRPr>
          </a:p>
        </p:txBody>
      </p:sp>
      <p:grpSp>
        <p:nvGrpSpPr>
          <p:cNvPr id="156" name="Google Shape;156;p6"/>
          <p:cNvGrpSpPr/>
          <p:nvPr/>
        </p:nvGrpSpPr>
        <p:grpSpPr>
          <a:xfrm>
            <a:off x="2404616" y="1999007"/>
            <a:ext cx="732228" cy="732145"/>
            <a:chOff x="2404616" y="1999007"/>
            <a:chExt cx="732228" cy="732145"/>
          </a:xfrm>
        </p:grpSpPr>
        <p:sp>
          <p:nvSpPr>
            <p:cNvPr id="157" name="Google Shape;157;p6"/>
            <p:cNvSpPr/>
            <p:nvPr/>
          </p:nvSpPr>
          <p:spPr>
            <a:xfrm>
              <a:off x="2404616" y="2644482"/>
              <a:ext cx="729615" cy="0"/>
            </a:xfrm>
            <a:custGeom>
              <a:avLst/>
              <a:gdLst/>
              <a:ahLst/>
              <a:cxnLst/>
              <a:rect l="l" t="t" r="r" b="b"/>
              <a:pathLst>
                <a:path w="729614" h="120000" extrusionOk="0">
                  <a:moveTo>
                    <a:pt x="0" y="0"/>
                  </a:moveTo>
                  <a:lnTo>
                    <a:pt x="729344"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 name="Google Shape;158;p6"/>
            <p:cNvSpPr/>
            <p:nvPr/>
          </p:nvSpPr>
          <p:spPr>
            <a:xfrm>
              <a:off x="3110174" y="2614116"/>
              <a:ext cx="26670" cy="60960"/>
            </a:xfrm>
            <a:custGeom>
              <a:avLst/>
              <a:gdLst/>
              <a:ahLst/>
              <a:cxnLst/>
              <a:rect l="l" t="t" r="r" b="b"/>
              <a:pathLst>
                <a:path w="26669"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9" name="Google Shape;159;p6"/>
            <p:cNvSpPr/>
            <p:nvPr/>
          </p:nvSpPr>
          <p:spPr>
            <a:xfrm>
              <a:off x="2491016" y="2001537"/>
              <a:ext cx="0" cy="729615"/>
            </a:xfrm>
            <a:custGeom>
              <a:avLst/>
              <a:gdLst/>
              <a:ahLst/>
              <a:cxnLst/>
              <a:rect l="l" t="t" r="r" b="b"/>
              <a:pathLst>
                <a:path w="120000" h="729614" extrusionOk="0">
                  <a:moveTo>
                    <a:pt x="0" y="729344"/>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0" name="Google Shape;160;p6"/>
            <p:cNvSpPr/>
            <p:nvPr/>
          </p:nvSpPr>
          <p:spPr>
            <a:xfrm>
              <a:off x="2460649" y="1999007"/>
              <a:ext cx="60960" cy="26670"/>
            </a:xfrm>
            <a:custGeom>
              <a:avLst/>
              <a:gdLst/>
              <a:ahLst/>
              <a:cxnLst/>
              <a:rect l="l" t="t" r="r" b="b"/>
              <a:pathLst>
                <a:path w="60960" h="26669" extrusionOk="0">
                  <a:moveTo>
                    <a:pt x="0" y="26317"/>
                  </a:moveTo>
                  <a:lnTo>
                    <a:pt x="11933" y="21694"/>
                  </a:lnTo>
                  <a:lnTo>
                    <a:pt x="20687" y="15403"/>
                  </a:lnTo>
                  <a:lnTo>
                    <a:pt x="26689" y="7990"/>
                  </a:lnTo>
                  <a:lnTo>
                    <a:pt x="30366" y="0"/>
                  </a:lnTo>
                  <a:lnTo>
                    <a:pt x="34043" y="7990"/>
                  </a:lnTo>
                  <a:lnTo>
                    <a:pt x="40045" y="15403"/>
                  </a:lnTo>
                  <a:lnTo>
                    <a:pt x="48799" y="21694"/>
                  </a:lnTo>
                  <a:lnTo>
                    <a:pt x="60732" y="263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1" name="Google Shape;161;p6"/>
          <p:cNvSpPr txBox="1"/>
          <p:nvPr/>
        </p:nvSpPr>
        <p:spPr>
          <a:xfrm>
            <a:off x="309194" y="1075296"/>
            <a:ext cx="3775710" cy="890905"/>
          </a:xfrm>
          <a:prstGeom prst="rect">
            <a:avLst/>
          </a:prstGeom>
          <a:noFill/>
          <a:ln>
            <a:noFill/>
          </a:ln>
        </p:spPr>
        <p:txBody>
          <a:bodyPr spcFirstLastPara="1" wrap="square" lIns="0" tIns="85075" rIns="0" bIns="0" anchor="t" anchorCtr="0">
            <a:spAutoFit/>
          </a:bodyPr>
          <a:lstStyle/>
          <a:p>
            <a:pPr marL="50800" lvl="0" indent="0" algn="l" rtl="0">
              <a:lnSpc>
                <a:spcPct val="100000"/>
              </a:lnSpc>
              <a:spcBef>
                <a:spcPts val="0"/>
              </a:spcBef>
              <a:spcAft>
                <a:spcPts val="0"/>
              </a:spcAft>
              <a:buNone/>
            </a:pPr>
            <a:r>
              <a:rPr lang="en-US" sz="1050">
                <a:latin typeface="Arial"/>
                <a:ea typeface="Arial"/>
                <a:cs typeface="Arial"/>
                <a:sym typeface="Arial"/>
              </a:rPr>
              <a:t>where </a:t>
            </a:r>
            <a:r>
              <a:rPr lang="en-US" sz="1200" i="1">
                <a:latin typeface="Calibri"/>
                <a:ea typeface="Calibri"/>
                <a:cs typeface="Calibri"/>
                <a:sym typeface="Calibri"/>
              </a:rPr>
              <a:t>σ </a:t>
            </a:r>
            <a:r>
              <a:rPr lang="en-US" sz="1050">
                <a:latin typeface="Arial"/>
                <a:ea typeface="Arial"/>
                <a:cs typeface="Arial"/>
                <a:sym typeface="Arial"/>
              </a:rPr>
              <a:t>is any activation function.</a:t>
            </a:r>
            <a:endParaRPr sz="1050">
              <a:latin typeface="Arial"/>
              <a:ea typeface="Arial"/>
              <a:cs typeface="Arial"/>
              <a:sym typeface="Arial"/>
            </a:endParaRPr>
          </a:p>
          <a:p>
            <a:pPr marL="50800" lvl="0" indent="0" algn="l" rtl="0">
              <a:lnSpc>
                <a:spcPct val="100000"/>
              </a:lnSpc>
              <a:spcBef>
                <a:spcPts val="570"/>
              </a:spcBef>
              <a:spcAft>
                <a:spcPts val="0"/>
              </a:spcAft>
              <a:buNone/>
            </a:pPr>
            <a:r>
              <a:rPr lang="en-US" sz="1050">
                <a:solidFill>
                  <a:srgbClr val="1B1472"/>
                </a:solidFill>
                <a:latin typeface="Arial"/>
                <a:ea typeface="Arial"/>
                <a:cs typeface="Arial"/>
                <a:sym typeface="Arial"/>
              </a:rPr>
              <a:t>Decision boundary: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050" i="1">
                <a:latin typeface="Arial"/>
                <a:ea typeface="Arial"/>
                <a:cs typeface="Arial"/>
                <a:sym typeface="Arial"/>
              </a:rPr>
              <a:t>b </a:t>
            </a:r>
            <a:r>
              <a:rPr lang="en-US" sz="1200">
                <a:latin typeface="Tahoma"/>
                <a:ea typeface="Tahoma"/>
                <a:cs typeface="Tahoma"/>
                <a:sym typeface="Tahoma"/>
              </a:rPr>
              <a:t>= </a:t>
            </a:r>
            <a:r>
              <a:rPr lang="en-US" sz="1050">
                <a:latin typeface="Arial"/>
                <a:ea typeface="Arial"/>
                <a:cs typeface="Arial"/>
                <a:sym typeface="Arial"/>
              </a:rPr>
              <a:t>0 (a line/hyperplane)</a:t>
            </a:r>
            <a:endParaRPr sz="1050">
              <a:latin typeface="Arial"/>
              <a:ea typeface="Arial"/>
              <a:cs typeface="Arial"/>
              <a:sym typeface="Arial"/>
            </a:endParaRPr>
          </a:p>
          <a:p>
            <a:pPr marL="0" lvl="0" indent="0" algn="l" rtl="0">
              <a:lnSpc>
                <a:spcPct val="100000"/>
              </a:lnSpc>
              <a:spcBef>
                <a:spcPts val="315"/>
              </a:spcBef>
              <a:spcAft>
                <a:spcPts val="0"/>
              </a:spcAft>
              <a:buNone/>
            </a:pPr>
            <a:endParaRPr sz="1050">
              <a:latin typeface="Arial"/>
              <a:ea typeface="Arial"/>
              <a:cs typeface="Arial"/>
              <a:sym typeface="Arial"/>
            </a:endParaRPr>
          </a:p>
          <a:p>
            <a:pPr marL="581660" lvl="0" indent="0" algn="ctr"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graphicFrame>
        <p:nvGraphicFramePr>
          <p:cNvPr id="162" name="Google Shape;162;p6"/>
          <p:cNvGraphicFramePr/>
          <p:nvPr/>
        </p:nvGraphicFramePr>
        <p:xfrm>
          <a:off x="2488485" y="1999007"/>
          <a:ext cx="642625" cy="642625"/>
        </p:xfrm>
        <a:graphic>
          <a:graphicData uri="http://schemas.openxmlformats.org/drawingml/2006/table">
            <a:tbl>
              <a:tblPr firstRow="1" bandRow="1">
                <a:noFill/>
                <a:tableStyleId>{2B3A80E9-8C9B-4F1C-9C85-0C3D0799B159}</a:tableStyleId>
              </a:tblPr>
              <a:tblGrid>
                <a:gridCol w="215900">
                  <a:extLst>
                    <a:ext uri="{9D8B030D-6E8A-4147-A177-3AD203B41FA5}">
                      <a16:colId xmlns:a16="http://schemas.microsoft.com/office/drawing/2014/main" val="20000"/>
                    </a:ext>
                  </a:extLst>
                </a:gridCol>
                <a:gridCol w="426725">
                  <a:extLst>
                    <a:ext uri="{9D8B030D-6E8A-4147-A177-3AD203B41FA5}">
                      <a16:colId xmlns:a16="http://schemas.microsoft.com/office/drawing/2014/main" val="20001"/>
                    </a:ext>
                  </a:extLst>
                </a:gridCol>
              </a:tblGrid>
              <a:tr h="297175">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12700" cap="flat" cmpd="sng">
                      <a:solidFill>
                        <a:srgbClr val="EC2027"/>
                      </a:solidFill>
                      <a:prstDash val="solid"/>
                      <a:round/>
                      <a:headEnd type="none" w="sm" len="sm"/>
                      <a:tailEnd type="none" w="sm" len="sm"/>
                    </a:lnR>
                    <a:lnB w="12700" cap="flat" cmpd="sng">
                      <a:solidFill>
                        <a:srgbClr val="EC2027"/>
                      </a:solidFill>
                      <a:prstDash val="solid"/>
                      <a:round/>
                      <a:headEnd type="none" w="sm" len="sm"/>
                      <a:tailEnd type="none" w="sm" len="sm"/>
                    </a:lnB>
                  </a:tcPr>
                </a:tc>
                <a:tc>
                  <a:txBody>
                    <a:bodyPr/>
                    <a:lstStyle/>
                    <a:p>
                      <a:pPr marL="47625" marR="0" lvl="0" indent="0" algn="l" rtl="0">
                        <a:lnSpc>
                          <a:spcPct val="99285"/>
                        </a:lnSpc>
                        <a:spcBef>
                          <a:spcPts val="0"/>
                        </a:spcBef>
                        <a:spcAft>
                          <a:spcPts val="0"/>
                        </a:spcAft>
                        <a:buNone/>
                      </a:pPr>
                      <a:r>
                        <a:rPr lang="en-US" sz="700" u="none" strike="noStrike" cap="none">
                          <a:solidFill>
                            <a:srgbClr val="EC2027"/>
                          </a:solidFill>
                          <a:latin typeface="Arial"/>
                          <a:ea typeface="Arial"/>
                          <a:cs typeface="Arial"/>
                          <a:sym typeface="Arial"/>
                        </a:rPr>
                        <a:t>Fails</a:t>
                      </a:r>
                      <a:endParaRPr sz="700" u="none" strike="noStrike" cap="none">
                        <a:latin typeface="Arial"/>
                        <a:ea typeface="Arial"/>
                        <a:cs typeface="Arial"/>
                        <a:sym typeface="Arial"/>
                      </a:endParaRPr>
                    </a:p>
                  </a:txBody>
                  <a:tcPr marL="0" marR="0" marT="0" marB="0">
                    <a:lnL w="12700" cap="flat" cmpd="sng">
                      <a:solidFill>
                        <a:srgbClr val="EC2027"/>
                      </a:solidFill>
                      <a:prstDash val="solid"/>
                      <a:round/>
                      <a:headEnd type="none" w="sm" len="sm"/>
                      <a:tailEnd type="none" w="sm" len="sm"/>
                    </a:lnL>
                    <a:lnB w="12700" cap="flat" cmpd="sng">
                      <a:solidFill>
                        <a:srgbClr val="EC2027"/>
                      </a:solidFill>
                      <a:prstDash val="solid"/>
                      <a:round/>
                      <a:headEnd type="none" w="sm" len="sm"/>
                      <a:tailEnd type="none" w="sm" len="sm"/>
                    </a:lnB>
                  </a:tcPr>
                </a:tc>
                <a:extLst>
                  <a:ext uri="{0D108BD9-81ED-4DB2-BD59-A6C34878D82A}">
                    <a16:rowId xmlns:a16="http://schemas.microsoft.com/office/drawing/2014/main" val="10000"/>
                  </a:ext>
                </a:extLst>
              </a:tr>
              <a:tr h="345450">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12700" cap="flat" cmpd="sng">
                      <a:solidFill>
                        <a:srgbClr val="EC2027"/>
                      </a:solidFill>
                      <a:prstDash val="solid"/>
                      <a:round/>
                      <a:headEnd type="none" w="sm" len="sm"/>
                      <a:tailEnd type="none" w="sm" len="sm"/>
                    </a:lnR>
                    <a:lnT w="12700" cap="flat" cmpd="sng">
                      <a:solidFill>
                        <a:srgbClr val="EC2027"/>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L w="12700" cap="flat" cmpd="sng">
                      <a:solidFill>
                        <a:srgbClr val="EC2027"/>
                      </a:solidFill>
                      <a:prstDash val="solid"/>
                      <a:round/>
                      <a:headEnd type="none" w="sm" len="sm"/>
                      <a:tailEnd type="none" w="sm" len="sm"/>
                    </a:lnL>
                    <a:lnT w="12700" cap="flat" cmpd="sng">
                      <a:solidFill>
                        <a:srgbClr val="EC2027"/>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63" name="Google Shape;163;p6"/>
          <p:cNvSpPr/>
          <p:nvPr/>
        </p:nvSpPr>
        <p:spPr>
          <a:xfrm>
            <a:off x="2460649" y="2614116"/>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000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4" name="Google Shape;164;p6"/>
          <p:cNvSpPr/>
          <p:nvPr/>
        </p:nvSpPr>
        <p:spPr>
          <a:xfrm>
            <a:off x="2460649" y="2182112"/>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5" name="Google Shape;165;p6"/>
          <p:cNvSpPr/>
          <p:nvPr/>
        </p:nvSpPr>
        <p:spPr>
          <a:xfrm>
            <a:off x="2892653" y="2614116"/>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6" name="Google Shape;166;p6"/>
          <p:cNvSpPr/>
          <p:nvPr/>
        </p:nvSpPr>
        <p:spPr>
          <a:xfrm>
            <a:off x="2892653" y="2182112"/>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000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7" name="Google Shape;167;p6"/>
          <p:cNvSpPr txBox="1"/>
          <p:nvPr/>
        </p:nvSpPr>
        <p:spPr>
          <a:xfrm>
            <a:off x="334594" y="2227235"/>
            <a:ext cx="4641215" cy="859790"/>
          </a:xfrm>
          <a:prstGeom prst="rect">
            <a:avLst/>
          </a:prstGeom>
          <a:noFill/>
          <a:ln>
            <a:noFill/>
          </a:ln>
        </p:spPr>
        <p:txBody>
          <a:bodyPr spcFirstLastPara="1" wrap="square" lIns="0" tIns="14600" rIns="0" bIns="0" anchor="t" anchorCtr="0">
            <a:spAutoFit/>
          </a:bodyPr>
          <a:lstStyle/>
          <a:p>
            <a:pPr marL="1165225" lvl="0" indent="0" algn="ctr" rtl="0">
              <a:lnSpc>
                <a:spcPct val="100000"/>
              </a:lnSpc>
              <a:spcBef>
                <a:spcPts val="0"/>
              </a:spcBef>
              <a:spcAft>
                <a:spcPts val="0"/>
              </a:spcAft>
              <a:buNone/>
            </a:pPr>
            <a:r>
              <a:rPr lang="en-US" sz="700">
                <a:solidFill>
                  <a:srgbClr val="EC2027"/>
                </a:solidFill>
                <a:latin typeface="Arial"/>
                <a:ea typeface="Arial"/>
                <a:cs typeface="Arial"/>
                <a:sym typeface="Arial"/>
              </a:rPr>
              <a:t>Fails</a:t>
            </a:r>
            <a:endParaRPr sz="700">
              <a:latin typeface="Arial"/>
              <a:ea typeface="Arial"/>
              <a:cs typeface="Arial"/>
              <a:sym typeface="Arial"/>
            </a:endParaRPr>
          </a:p>
          <a:p>
            <a:pPr marL="0" lvl="0" indent="0" algn="l" rtl="0">
              <a:lnSpc>
                <a:spcPct val="100000"/>
              </a:lnSpc>
              <a:spcBef>
                <a:spcPts val="665"/>
              </a:spcBef>
              <a:spcAft>
                <a:spcPts val="0"/>
              </a:spcAft>
              <a:buNone/>
            </a:pPr>
            <a:endParaRPr sz="700">
              <a:latin typeface="Arial"/>
              <a:ea typeface="Arial"/>
              <a:cs typeface="Arial"/>
              <a:sym typeface="Arial"/>
            </a:endParaRPr>
          </a:p>
          <a:p>
            <a:pPr marL="1183005" lvl="0" indent="0" algn="ctr"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a:p>
            <a:pPr marL="0" lvl="0" indent="0" algn="l" rtl="0">
              <a:lnSpc>
                <a:spcPct val="100000"/>
              </a:lnSpc>
              <a:spcBef>
                <a:spcPts val="0"/>
              </a:spcBef>
              <a:spcAft>
                <a:spcPts val="0"/>
              </a:spcAft>
              <a:buNone/>
            </a:pPr>
            <a:endParaRPr sz="700">
              <a:latin typeface="Arial"/>
              <a:ea typeface="Arial"/>
              <a:cs typeface="Arial"/>
              <a:sym typeface="Arial"/>
            </a:endParaRPr>
          </a:p>
          <a:p>
            <a:pPr marL="0" lvl="0" indent="0" algn="l" rtl="0">
              <a:lnSpc>
                <a:spcPct val="100000"/>
              </a:lnSpc>
              <a:spcBef>
                <a:spcPts val="105"/>
              </a:spcBef>
              <a:spcAft>
                <a:spcPts val="0"/>
              </a:spcAft>
              <a:buNone/>
            </a:pPr>
            <a:endParaRPr sz="700">
              <a:latin typeface="Arial"/>
              <a:ea typeface="Arial"/>
              <a:cs typeface="Arial"/>
              <a:sym typeface="Arial"/>
            </a:endParaRPr>
          </a:p>
          <a:p>
            <a:pPr marL="25400" lvl="0" indent="0" algn="l" rtl="0">
              <a:lnSpc>
                <a:spcPct val="100000"/>
              </a:lnSpc>
              <a:spcBef>
                <a:spcPts val="5"/>
              </a:spcBef>
              <a:spcAft>
                <a:spcPts val="0"/>
              </a:spcAft>
              <a:buNone/>
            </a:pPr>
            <a:r>
              <a:rPr lang="en-US" sz="1050">
                <a:solidFill>
                  <a:srgbClr val="EC2027"/>
                </a:solidFill>
                <a:latin typeface="Arial"/>
                <a:ea typeface="Arial"/>
                <a:cs typeface="Arial"/>
                <a:sym typeface="Arial"/>
              </a:rPr>
              <a:t>Conclusion: </a:t>
            </a:r>
            <a:r>
              <a:rPr lang="en-US" sz="1050">
                <a:latin typeface="Arial"/>
                <a:ea typeface="Arial"/>
                <a:cs typeface="Arial"/>
                <a:sym typeface="Arial"/>
              </a:rPr>
              <a:t>We need models that can learn non-linear decision boundaries!</a:t>
            </a:r>
            <a:endParaRPr sz="1050">
              <a:latin typeface="Arial"/>
              <a:ea typeface="Arial"/>
              <a:cs typeface="Arial"/>
              <a:sym typeface="Arial"/>
            </a:endParaRPr>
          </a:p>
        </p:txBody>
      </p:sp>
      <p:grpSp>
        <p:nvGrpSpPr>
          <p:cNvPr id="168" name="Google Shape;168;p6"/>
          <p:cNvGrpSpPr/>
          <p:nvPr/>
        </p:nvGrpSpPr>
        <p:grpSpPr>
          <a:xfrm>
            <a:off x="0" y="3141936"/>
            <a:ext cx="5760261" cy="92075"/>
            <a:chOff x="0" y="3141936"/>
            <a:chExt cx="5760261" cy="92075"/>
          </a:xfrm>
        </p:grpSpPr>
        <p:sp>
          <p:nvSpPr>
            <p:cNvPr id="169" name="Google Shape;169;p6"/>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0" name="Google Shape;170;p6"/>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1" name="Google Shape;171;p6"/>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2" name="Google Shape;172;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3" name="Google Shape;173;p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174" name="Google Shape;174;p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6</a:t>
            </a:fld>
            <a:r>
              <a:rPr lang="en-US"/>
              <a:t> / 67</a:t>
            </a:r>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7"/>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olution</a:t>
            </a:r>
            <a:r>
              <a:rPr lang="en-US">
                <a:solidFill>
                  <a:srgbClr val="FFFFFF"/>
                </a:solidFill>
              </a:rPr>
              <a:t>: M</a:t>
            </a:r>
            <a:r>
              <a:rPr lang="en-US" cap="small">
                <a:solidFill>
                  <a:srgbClr val="FFFFFF"/>
                </a:solidFill>
              </a:rPr>
              <a:t>ulti</a:t>
            </a:r>
            <a:r>
              <a:rPr lang="en-US">
                <a:solidFill>
                  <a:srgbClr val="FFFFFF"/>
                </a:solidFill>
              </a:rPr>
              <a:t>-L</a:t>
            </a:r>
            <a:r>
              <a:rPr lang="en-US" cap="small">
                <a:solidFill>
                  <a:srgbClr val="FFFFFF"/>
                </a:solidFill>
              </a:rPr>
              <a:t>ayer</a:t>
            </a:r>
            <a:r>
              <a:rPr lang="en-US">
                <a:solidFill>
                  <a:srgbClr val="FFFFFF"/>
                </a:solidFill>
              </a:rPr>
              <a:t> P</a:t>
            </a:r>
            <a:r>
              <a:rPr lang="en-US" cap="small">
                <a:solidFill>
                  <a:srgbClr val="FFFFFF"/>
                </a:solidFill>
              </a:rPr>
              <a:t>erceptron</a:t>
            </a:r>
            <a:r>
              <a:rPr lang="en-US">
                <a:solidFill>
                  <a:srgbClr val="FFFFFF"/>
                </a:solidFill>
              </a:rPr>
              <a:t> (MLP)</a:t>
            </a:r>
            <a:endParaRPr/>
          </a:p>
        </p:txBody>
      </p:sp>
      <p:grpSp>
        <p:nvGrpSpPr>
          <p:cNvPr id="180" name="Google Shape;180;p7"/>
          <p:cNvGrpSpPr/>
          <p:nvPr/>
        </p:nvGrpSpPr>
        <p:grpSpPr>
          <a:xfrm>
            <a:off x="1737426" y="1373051"/>
            <a:ext cx="288290" cy="288290"/>
            <a:chOff x="1737426" y="1373051"/>
            <a:chExt cx="288290" cy="288290"/>
          </a:xfrm>
        </p:grpSpPr>
        <p:sp>
          <p:nvSpPr>
            <p:cNvPr id="181" name="Google Shape;181;p7"/>
            <p:cNvSpPr/>
            <p:nvPr/>
          </p:nvSpPr>
          <p:spPr>
            <a:xfrm>
              <a:off x="1737426" y="1373051"/>
              <a:ext cx="288290" cy="288290"/>
            </a:xfrm>
            <a:custGeom>
              <a:avLst/>
              <a:gdLst/>
              <a:ahLst/>
              <a:cxnLst/>
              <a:rect l="l" t="t" r="r" b="b"/>
              <a:pathLst>
                <a:path w="288289" h="288289" extrusionOk="0">
                  <a:moveTo>
                    <a:pt x="144002" y="0"/>
                  </a:moveTo>
                  <a:lnTo>
                    <a:pt x="98486" y="7341"/>
                  </a:lnTo>
                  <a:lnTo>
                    <a:pt x="58955" y="27783"/>
                  </a:lnTo>
                  <a:lnTo>
                    <a:pt x="27783" y="58955"/>
                  </a:lnTo>
                  <a:lnTo>
                    <a:pt x="7341" y="98485"/>
                  </a:lnTo>
                  <a:lnTo>
                    <a:pt x="0" y="144002"/>
                  </a:lnTo>
                  <a:lnTo>
                    <a:pt x="7341" y="189518"/>
                  </a:lnTo>
                  <a:lnTo>
                    <a:pt x="27783" y="229048"/>
                  </a:lnTo>
                  <a:lnTo>
                    <a:pt x="58955" y="260220"/>
                  </a:lnTo>
                  <a:lnTo>
                    <a:pt x="98486" y="280663"/>
                  </a:lnTo>
                  <a:lnTo>
                    <a:pt x="144002" y="288004"/>
                  </a:lnTo>
                  <a:lnTo>
                    <a:pt x="189518" y="280663"/>
                  </a:lnTo>
                  <a:lnTo>
                    <a:pt x="229048" y="260220"/>
                  </a:lnTo>
                  <a:lnTo>
                    <a:pt x="260220" y="229048"/>
                  </a:lnTo>
                  <a:lnTo>
                    <a:pt x="280663" y="189518"/>
                  </a:lnTo>
                  <a:lnTo>
                    <a:pt x="288004" y="144002"/>
                  </a:lnTo>
                  <a:lnTo>
                    <a:pt x="280663" y="98485"/>
                  </a:lnTo>
                  <a:lnTo>
                    <a:pt x="260220" y="58955"/>
                  </a:lnTo>
                  <a:lnTo>
                    <a:pt x="229048" y="27783"/>
                  </a:lnTo>
                  <a:lnTo>
                    <a:pt x="189518" y="7341"/>
                  </a:lnTo>
                  <a:lnTo>
                    <a:pt x="144002"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2" name="Google Shape;182;p7"/>
            <p:cNvSpPr/>
            <p:nvPr/>
          </p:nvSpPr>
          <p:spPr>
            <a:xfrm>
              <a:off x="1737426" y="1373051"/>
              <a:ext cx="288290" cy="288290"/>
            </a:xfrm>
            <a:custGeom>
              <a:avLst/>
              <a:gdLst/>
              <a:ahLst/>
              <a:cxnLst/>
              <a:rect l="l" t="t" r="r" b="b"/>
              <a:pathLst>
                <a:path w="288289" h="288289" extrusionOk="0">
                  <a:moveTo>
                    <a:pt x="288004" y="144002"/>
                  </a:moveTo>
                  <a:lnTo>
                    <a:pt x="280663" y="98485"/>
                  </a:lnTo>
                  <a:lnTo>
                    <a:pt x="260220" y="58955"/>
                  </a:lnTo>
                  <a:lnTo>
                    <a:pt x="229048" y="27783"/>
                  </a:lnTo>
                  <a:lnTo>
                    <a:pt x="189518" y="7341"/>
                  </a:lnTo>
                  <a:lnTo>
                    <a:pt x="144002" y="0"/>
                  </a:lnTo>
                  <a:lnTo>
                    <a:pt x="98486" y="7341"/>
                  </a:lnTo>
                  <a:lnTo>
                    <a:pt x="58955" y="27783"/>
                  </a:lnTo>
                  <a:lnTo>
                    <a:pt x="27783" y="58955"/>
                  </a:lnTo>
                  <a:lnTo>
                    <a:pt x="7341" y="98485"/>
                  </a:lnTo>
                  <a:lnTo>
                    <a:pt x="0" y="144002"/>
                  </a:lnTo>
                  <a:lnTo>
                    <a:pt x="7341" y="189518"/>
                  </a:lnTo>
                  <a:lnTo>
                    <a:pt x="27783" y="229048"/>
                  </a:lnTo>
                  <a:lnTo>
                    <a:pt x="58955" y="260220"/>
                  </a:lnTo>
                  <a:lnTo>
                    <a:pt x="98486" y="280663"/>
                  </a:lnTo>
                  <a:lnTo>
                    <a:pt x="144002" y="288004"/>
                  </a:lnTo>
                  <a:lnTo>
                    <a:pt x="189518" y="280663"/>
                  </a:lnTo>
                  <a:lnTo>
                    <a:pt x="229048" y="260220"/>
                  </a:lnTo>
                  <a:lnTo>
                    <a:pt x="260220" y="229048"/>
                  </a:lnTo>
                  <a:lnTo>
                    <a:pt x="280663" y="189518"/>
                  </a:lnTo>
                  <a:lnTo>
                    <a:pt x="288004" y="1440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3" name="Google Shape;183;p7"/>
          <p:cNvSpPr txBox="1"/>
          <p:nvPr/>
        </p:nvSpPr>
        <p:spPr>
          <a:xfrm>
            <a:off x="1780679" y="1391886"/>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84" name="Google Shape;184;p7"/>
          <p:cNvGrpSpPr/>
          <p:nvPr/>
        </p:nvGrpSpPr>
        <p:grpSpPr>
          <a:xfrm>
            <a:off x="1737426" y="1859054"/>
            <a:ext cx="288290" cy="288290"/>
            <a:chOff x="1737426" y="1859054"/>
            <a:chExt cx="288290" cy="288290"/>
          </a:xfrm>
        </p:grpSpPr>
        <p:sp>
          <p:nvSpPr>
            <p:cNvPr id="185" name="Google Shape;185;p7"/>
            <p:cNvSpPr/>
            <p:nvPr/>
          </p:nvSpPr>
          <p:spPr>
            <a:xfrm>
              <a:off x="1737426" y="1859054"/>
              <a:ext cx="288290" cy="288290"/>
            </a:xfrm>
            <a:custGeom>
              <a:avLst/>
              <a:gdLst/>
              <a:ahLst/>
              <a:cxnLst/>
              <a:rect l="l" t="t" r="r" b="b"/>
              <a:pathLst>
                <a:path w="288289" h="288289" extrusionOk="0">
                  <a:moveTo>
                    <a:pt x="144002" y="0"/>
                  </a:moveTo>
                  <a:lnTo>
                    <a:pt x="98486" y="7341"/>
                  </a:lnTo>
                  <a:lnTo>
                    <a:pt x="58955" y="27783"/>
                  </a:lnTo>
                  <a:lnTo>
                    <a:pt x="27783" y="58955"/>
                  </a:lnTo>
                  <a:lnTo>
                    <a:pt x="7341" y="98486"/>
                  </a:lnTo>
                  <a:lnTo>
                    <a:pt x="0" y="144002"/>
                  </a:lnTo>
                  <a:lnTo>
                    <a:pt x="7341" y="189518"/>
                  </a:lnTo>
                  <a:lnTo>
                    <a:pt x="27783" y="229048"/>
                  </a:lnTo>
                  <a:lnTo>
                    <a:pt x="58955" y="260220"/>
                  </a:lnTo>
                  <a:lnTo>
                    <a:pt x="98486" y="280663"/>
                  </a:lnTo>
                  <a:lnTo>
                    <a:pt x="144002" y="288004"/>
                  </a:lnTo>
                  <a:lnTo>
                    <a:pt x="189518" y="280663"/>
                  </a:lnTo>
                  <a:lnTo>
                    <a:pt x="229048" y="260220"/>
                  </a:lnTo>
                  <a:lnTo>
                    <a:pt x="260220" y="229048"/>
                  </a:lnTo>
                  <a:lnTo>
                    <a:pt x="280663" y="189518"/>
                  </a:lnTo>
                  <a:lnTo>
                    <a:pt x="288004" y="144002"/>
                  </a:lnTo>
                  <a:lnTo>
                    <a:pt x="280663" y="98486"/>
                  </a:lnTo>
                  <a:lnTo>
                    <a:pt x="260220" y="58955"/>
                  </a:lnTo>
                  <a:lnTo>
                    <a:pt x="229048" y="27783"/>
                  </a:lnTo>
                  <a:lnTo>
                    <a:pt x="189518" y="7341"/>
                  </a:lnTo>
                  <a:lnTo>
                    <a:pt x="144002"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 name="Google Shape;186;p7"/>
            <p:cNvSpPr/>
            <p:nvPr/>
          </p:nvSpPr>
          <p:spPr>
            <a:xfrm>
              <a:off x="1737426" y="1859054"/>
              <a:ext cx="288290" cy="288290"/>
            </a:xfrm>
            <a:custGeom>
              <a:avLst/>
              <a:gdLst/>
              <a:ahLst/>
              <a:cxnLst/>
              <a:rect l="l" t="t" r="r" b="b"/>
              <a:pathLst>
                <a:path w="288289" h="288289" extrusionOk="0">
                  <a:moveTo>
                    <a:pt x="288004" y="144002"/>
                  </a:moveTo>
                  <a:lnTo>
                    <a:pt x="280663" y="98486"/>
                  </a:lnTo>
                  <a:lnTo>
                    <a:pt x="260220" y="58955"/>
                  </a:lnTo>
                  <a:lnTo>
                    <a:pt x="229048" y="27783"/>
                  </a:lnTo>
                  <a:lnTo>
                    <a:pt x="189518" y="7341"/>
                  </a:lnTo>
                  <a:lnTo>
                    <a:pt x="144002" y="0"/>
                  </a:lnTo>
                  <a:lnTo>
                    <a:pt x="98486" y="7341"/>
                  </a:lnTo>
                  <a:lnTo>
                    <a:pt x="58955" y="27783"/>
                  </a:lnTo>
                  <a:lnTo>
                    <a:pt x="27783" y="58955"/>
                  </a:lnTo>
                  <a:lnTo>
                    <a:pt x="7341" y="98486"/>
                  </a:lnTo>
                  <a:lnTo>
                    <a:pt x="0" y="144002"/>
                  </a:lnTo>
                  <a:lnTo>
                    <a:pt x="7341" y="189518"/>
                  </a:lnTo>
                  <a:lnTo>
                    <a:pt x="27783" y="229048"/>
                  </a:lnTo>
                  <a:lnTo>
                    <a:pt x="58955" y="260220"/>
                  </a:lnTo>
                  <a:lnTo>
                    <a:pt x="98486" y="280663"/>
                  </a:lnTo>
                  <a:lnTo>
                    <a:pt x="144002" y="288004"/>
                  </a:lnTo>
                  <a:lnTo>
                    <a:pt x="189518" y="280663"/>
                  </a:lnTo>
                  <a:lnTo>
                    <a:pt x="229048" y="260220"/>
                  </a:lnTo>
                  <a:lnTo>
                    <a:pt x="260220" y="229048"/>
                  </a:lnTo>
                  <a:lnTo>
                    <a:pt x="280663" y="189518"/>
                  </a:lnTo>
                  <a:lnTo>
                    <a:pt x="288004" y="1440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7" name="Google Shape;187;p7"/>
          <p:cNvSpPr txBox="1"/>
          <p:nvPr/>
        </p:nvSpPr>
        <p:spPr>
          <a:xfrm>
            <a:off x="1780679" y="1877877"/>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188" name="Google Shape;188;p7"/>
          <p:cNvGrpSpPr/>
          <p:nvPr/>
        </p:nvGrpSpPr>
        <p:grpSpPr>
          <a:xfrm>
            <a:off x="2699256" y="1362876"/>
            <a:ext cx="308610" cy="308610"/>
            <a:chOff x="2699256" y="1362876"/>
            <a:chExt cx="308610" cy="308610"/>
          </a:xfrm>
        </p:grpSpPr>
        <p:sp>
          <p:nvSpPr>
            <p:cNvPr id="189" name="Google Shape;189;p7"/>
            <p:cNvSpPr/>
            <p:nvPr/>
          </p:nvSpPr>
          <p:spPr>
            <a:xfrm>
              <a:off x="2699256" y="1362876"/>
              <a:ext cx="308610" cy="308610"/>
            </a:xfrm>
            <a:custGeom>
              <a:avLst/>
              <a:gdLst/>
              <a:ahLst/>
              <a:cxnLst/>
              <a:rect l="l" t="t" r="r" b="b"/>
              <a:pathLst>
                <a:path w="308610" h="308610" extrusionOk="0">
                  <a:moveTo>
                    <a:pt x="154177" y="0"/>
                  </a:moveTo>
                  <a:lnTo>
                    <a:pt x="105444" y="7859"/>
                  </a:lnTo>
                  <a:lnTo>
                    <a:pt x="63121" y="29746"/>
                  </a:lnTo>
                  <a:lnTo>
                    <a:pt x="29746" y="63121"/>
                  </a:lnTo>
                  <a:lnTo>
                    <a:pt x="7859" y="105444"/>
                  </a:lnTo>
                  <a:lnTo>
                    <a:pt x="0" y="154177"/>
                  </a:lnTo>
                  <a:lnTo>
                    <a:pt x="7859" y="202909"/>
                  </a:lnTo>
                  <a:lnTo>
                    <a:pt x="29746" y="245232"/>
                  </a:lnTo>
                  <a:lnTo>
                    <a:pt x="63121" y="278607"/>
                  </a:lnTo>
                  <a:lnTo>
                    <a:pt x="105444" y="300494"/>
                  </a:lnTo>
                  <a:lnTo>
                    <a:pt x="154177" y="308354"/>
                  </a:lnTo>
                  <a:lnTo>
                    <a:pt x="202909" y="300494"/>
                  </a:lnTo>
                  <a:lnTo>
                    <a:pt x="245232" y="278607"/>
                  </a:lnTo>
                  <a:lnTo>
                    <a:pt x="278607" y="245232"/>
                  </a:lnTo>
                  <a:lnTo>
                    <a:pt x="300494" y="202909"/>
                  </a:lnTo>
                  <a:lnTo>
                    <a:pt x="308354" y="154177"/>
                  </a:lnTo>
                  <a:lnTo>
                    <a:pt x="300494" y="105444"/>
                  </a:lnTo>
                  <a:lnTo>
                    <a:pt x="278607" y="63121"/>
                  </a:lnTo>
                  <a:lnTo>
                    <a:pt x="245232" y="29746"/>
                  </a:lnTo>
                  <a:lnTo>
                    <a:pt x="202909" y="7859"/>
                  </a:lnTo>
                  <a:lnTo>
                    <a:pt x="154177" y="0"/>
                  </a:lnTo>
                  <a:close/>
                </a:path>
              </a:pathLst>
            </a:custGeom>
            <a:solidFill>
              <a:srgbClr val="FFB3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0" name="Google Shape;190;p7"/>
            <p:cNvSpPr/>
            <p:nvPr/>
          </p:nvSpPr>
          <p:spPr>
            <a:xfrm>
              <a:off x="2699256" y="1362876"/>
              <a:ext cx="308610" cy="308610"/>
            </a:xfrm>
            <a:custGeom>
              <a:avLst/>
              <a:gdLst/>
              <a:ahLst/>
              <a:cxnLst/>
              <a:rect l="l" t="t" r="r" b="b"/>
              <a:pathLst>
                <a:path w="308610" h="308610" extrusionOk="0">
                  <a:moveTo>
                    <a:pt x="308354" y="154177"/>
                  </a:moveTo>
                  <a:lnTo>
                    <a:pt x="300494" y="105444"/>
                  </a:lnTo>
                  <a:lnTo>
                    <a:pt x="278607" y="63121"/>
                  </a:lnTo>
                  <a:lnTo>
                    <a:pt x="245232" y="29746"/>
                  </a:lnTo>
                  <a:lnTo>
                    <a:pt x="202909" y="7859"/>
                  </a:lnTo>
                  <a:lnTo>
                    <a:pt x="154177" y="0"/>
                  </a:lnTo>
                  <a:lnTo>
                    <a:pt x="105444" y="7859"/>
                  </a:lnTo>
                  <a:lnTo>
                    <a:pt x="63121" y="29746"/>
                  </a:lnTo>
                  <a:lnTo>
                    <a:pt x="29746" y="63121"/>
                  </a:lnTo>
                  <a:lnTo>
                    <a:pt x="7859" y="105444"/>
                  </a:lnTo>
                  <a:lnTo>
                    <a:pt x="0" y="154177"/>
                  </a:lnTo>
                  <a:lnTo>
                    <a:pt x="7859" y="202909"/>
                  </a:lnTo>
                  <a:lnTo>
                    <a:pt x="29746" y="245232"/>
                  </a:lnTo>
                  <a:lnTo>
                    <a:pt x="63121" y="278607"/>
                  </a:lnTo>
                  <a:lnTo>
                    <a:pt x="105444" y="300494"/>
                  </a:lnTo>
                  <a:lnTo>
                    <a:pt x="154177" y="308354"/>
                  </a:lnTo>
                  <a:lnTo>
                    <a:pt x="202909" y="300494"/>
                  </a:lnTo>
                  <a:lnTo>
                    <a:pt x="245232" y="278607"/>
                  </a:lnTo>
                  <a:lnTo>
                    <a:pt x="278607" y="245232"/>
                  </a:lnTo>
                  <a:lnTo>
                    <a:pt x="300494" y="202909"/>
                  </a:lnTo>
                  <a:lnTo>
                    <a:pt x="308354" y="15417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1" name="Google Shape;191;p7"/>
          <p:cNvSpPr txBox="1"/>
          <p:nvPr/>
        </p:nvSpPr>
        <p:spPr>
          <a:xfrm>
            <a:off x="2748851" y="1405691"/>
            <a:ext cx="20320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h</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92" name="Google Shape;192;p7"/>
          <p:cNvGrpSpPr/>
          <p:nvPr/>
        </p:nvGrpSpPr>
        <p:grpSpPr>
          <a:xfrm>
            <a:off x="2699256" y="1848879"/>
            <a:ext cx="308610" cy="308610"/>
            <a:chOff x="2699256" y="1848879"/>
            <a:chExt cx="308610" cy="308610"/>
          </a:xfrm>
        </p:grpSpPr>
        <p:sp>
          <p:nvSpPr>
            <p:cNvPr id="193" name="Google Shape;193;p7"/>
            <p:cNvSpPr/>
            <p:nvPr/>
          </p:nvSpPr>
          <p:spPr>
            <a:xfrm>
              <a:off x="2699256" y="1848879"/>
              <a:ext cx="308610" cy="308610"/>
            </a:xfrm>
            <a:custGeom>
              <a:avLst/>
              <a:gdLst/>
              <a:ahLst/>
              <a:cxnLst/>
              <a:rect l="l" t="t" r="r" b="b"/>
              <a:pathLst>
                <a:path w="308610" h="308610" extrusionOk="0">
                  <a:moveTo>
                    <a:pt x="154177" y="0"/>
                  </a:moveTo>
                  <a:lnTo>
                    <a:pt x="105444" y="7859"/>
                  </a:lnTo>
                  <a:lnTo>
                    <a:pt x="63121" y="29746"/>
                  </a:lnTo>
                  <a:lnTo>
                    <a:pt x="29746" y="63121"/>
                  </a:lnTo>
                  <a:lnTo>
                    <a:pt x="7859" y="105444"/>
                  </a:lnTo>
                  <a:lnTo>
                    <a:pt x="0" y="154176"/>
                  </a:lnTo>
                  <a:lnTo>
                    <a:pt x="7859" y="202909"/>
                  </a:lnTo>
                  <a:lnTo>
                    <a:pt x="29746" y="245232"/>
                  </a:lnTo>
                  <a:lnTo>
                    <a:pt x="63121" y="278607"/>
                  </a:lnTo>
                  <a:lnTo>
                    <a:pt x="105444" y="300494"/>
                  </a:lnTo>
                  <a:lnTo>
                    <a:pt x="154177" y="308353"/>
                  </a:lnTo>
                  <a:lnTo>
                    <a:pt x="202909" y="300494"/>
                  </a:lnTo>
                  <a:lnTo>
                    <a:pt x="245232" y="278607"/>
                  </a:lnTo>
                  <a:lnTo>
                    <a:pt x="278607" y="245232"/>
                  </a:lnTo>
                  <a:lnTo>
                    <a:pt x="300494" y="202909"/>
                  </a:lnTo>
                  <a:lnTo>
                    <a:pt x="308354" y="154176"/>
                  </a:lnTo>
                  <a:lnTo>
                    <a:pt x="300494" y="105444"/>
                  </a:lnTo>
                  <a:lnTo>
                    <a:pt x="278607" y="63121"/>
                  </a:lnTo>
                  <a:lnTo>
                    <a:pt x="245232" y="29746"/>
                  </a:lnTo>
                  <a:lnTo>
                    <a:pt x="202909" y="7859"/>
                  </a:lnTo>
                  <a:lnTo>
                    <a:pt x="154177" y="0"/>
                  </a:lnTo>
                  <a:close/>
                </a:path>
              </a:pathLst>
            </a:custGeom>
            <a:solidFill>
              <a:srgbClr val="FFB3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 name="Google Shape;194;p7"/>
            <p:cNvSpPr/>
            <p:nvPr/>
          </p:nvSpPr>
          <p:spPr>
            <a:xfrm>
              <a:off x="2699256" y="1848879"/>
              <a:ext cx="308610" cy="308610"/>
            </a:xfrm>
            <a:custGeom>
              <a:avLst/>
              <a:gdLst/>
              <a:ahLst/>
              <a:cxnLst/>
              <a:rect l="l" t="t" r="r" b="b"/>
              <a:pathLst>
                <a:path w="308610" h="308610" extrusionOk="0">
                  <a:moveTo>
                    <a:pt x="308354" y="154176"/>
                  </a:moveTo>
                  <a:lnTo>
                    <a:pt x="300494" y="105444"/>
                  </a:lnTo>
                  <a:lnTo>
                    <a:pt x="278607" y="63121"/>
                  </a:lnTo>
                  <a:lnTo>
                    <a:pt x="245232" y="29746"/>
                  </a:lnTo>
                  <a:lnTo>
                    <a:pt x="202909" y="7859"/>
                  </a:lnTo>
                  <a:lnTo>
                    <a:pt x="154177" y="0"/>
                  </a:lnTo>
                  <a:lnTo>
                    <a:pt x="105444" y="7859"/>
                  </a:lnTo>
                  <a:lnTo>
                    <a:pt x="63121" y="29746"/>
                  </a:lnTo>
                  <a:lnTo>
                    <a:pt x="29746" y="63121"/>
                  </a:lnTo>
                  <a:lnTo>
                    <a:pt x="7859" y="105444"/>
                  </a:lnTo>
                  <a:lnTo>
                    <a:pt x="0" y="154176"/>
                  </a:lnTo>
                  <a:lnTo>
                    <a:pt x="7859" y="202909"/>
                  </a:lnTo>
                  <a:lnTo>
                    <a:pt x="29746" y="245232"/>
                  </a:lnTo>
                  <a:lnTo>
                    <a:pt x="63121" y="278607"/>
                  </a:lnTo>
                  <a:lnTo>
                    <a:pt x="105444" y="300494"/>
                  </a:lnTo>
                  <a:lnTo>
                    <a:pt x="154177" y="308353"/>
                  </a:lnTo>
                  <a:lnTo>
                    <a:pt x="202909" y="300494"/>
                  </a:lnTo>
                  <a:lnTo>
                    <a:pt x="245232" y="278607"/>
                  </a:lnTo>
                  <a:lnTo>
                    <a:pt x="278607" y="245232"/>
                  </a:lnTo>
                  <a:lnTo>
                    <a:pt x="300494" y="202909"/>
                  </a:lnTo>
                  <a:lnTo>
                    <a:pt x="308354" y="15417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 name="Google Shape;195;p7"/>
          <p:cNvSpPr txBox="1"/>
          <p:nvPr/>
        </p:nvSpPr>
        <p:spPr>
          <a:xfrm>
            <a:off x="2748851" y="1891682"/>
            <a:ext cx="20320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h</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196" name="Google Shape;196;p7"/>
          <p:cNvGrpSpPr/>
          <p:nvPr/>
        </p:nvGrpSpPr>
        <p:grpSpPr>
          <a:xfrm>
            <a:off x="3681437" y="1373051"/>
            <a:ext cx="288290" cy="288290"/>
            <a:chOff x="3681437" y="1373051"/>
            <a:chExt cx="288290" cy="288290"/>
          </a:xfrm>
        </p:grpSpPr>
        <p:sp>
          <p:nvSpPr>
            <p:cNvPr id="197" name="Google Shape;197;p7"/>
            <p:cNvSpPr/>
            <p:nvPr/>
          </p:nvSpPr>
          <p:spPr>
            <a:xfrm>
              <a:off x="3681437" y="1373051"/>
              <a:ext cx="288290" cy="288290"/>
            </a:xfrm>
            <a:custGeom>
              <a:avLst/>
              <a:gdLst/>
              <a:ahLst/>
              <a:cxnLst/>
              <a:rect l="l" t="t" r="r" b="b"/>
              <a:pathLst>
                <a:path w="288289" h="288289" extrusionOk="0">
                  <a:moveTo>
                    <a:pt x="144002" y="0"/>
                  </a:moveTo>
                  <a:lnTo>
                    <a:pt x="98486" y="7341"/>
                  </a:lnTo>
                  <a:lnTo>
                    <a:pt x="58955" y="27783"/>
                  </a:lnTo>
                  <a:lnTo>
                    <a:pt x="27783" y="58955"/>
                  </a:lnTo>
                  <a:lnTo>
                    <a:pt x="7341" y="98485"/>
                  </a:lnTo>
                  <a:lnTo>
                    <a:pt x="0" y="144002"/>
                  </a:lnTo>
                  <a:lnTo>
                    <a:pt x="7341" y="189518"/>
                  </a:lnTo>
                  <a:lnTo>
                    <a:pt x="27783" y="229048"/>
                  </a:lnTo>
                  <a:lnTo>
                    <a:pt x="58955" y="260220"/>
                  </a:lnTo>
                  <a:lnTo>
                    <a:pt x="98486" y="280663"/>
                  </a:lnTo>
                  <a:lnTo>
                    <a:pt x="144002" y="288004"/>
                  </a:lnTo>
                  <a:lnTo>
                    <a:pt x="189518" y="280663"/>
                  </a:lnTo>
                  <a:lnTo>
                    <a:pt x="229048" y="260220"/>
                  </a:lnTo>
                  <a:lnTo>
                    <a:pt x="260220" y="229048"/>
                  </a:lnTo>
                  <a:lnTo>
                    <a:pt x="280663" y="189518"/>
                  </a:lnTo>
                  <a:lnTo>
                    <a:pt x="288004" y="144002"/>
                  </a:lnTo>
                  <a:lnTo>
                    <a:pt x="280663" y="98485"/>
                  </a:lnTo>
                  <a:lnTo>
                    <a:pt x="260220" y="58955"/>
                  </a:lnTo>
                  <a:lnTo>
                    <a:pt x="229048" y="27783"/>
                  </a:lnTo>
                  <a:lnTo>
                    <a:pt x="189518" y="7341"/>
                  </a:lnTo>
                  <a:lnTo>
                    <a:pt x="144002" y="0"/>
                  </a:lnTo>
                  <a:close/>
                </a:path>
              </a:pathLst>
            </a:custGeom>
            <a:solidFill>
              <a:srgbClr val="B3FF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 name="Google Shape;198;p7"/>
            <p:cNvSpPr/>
            <p:nvPr/>
          </p:nvSpPr>
          <p:spPr>
            <a:xfrm>
              <a:off x="3681437" y="1373051"/>
              <a:ext cx="288290" cy="288290"/>
            </a:xfrm>
            <a:custGeom>
              <a:avLst/>
              <a:gdLst/>
              <a:ahLst/>
              <a:cxnLst/>
              <a:rect l="l" t="t" r="r" b="b"/>
              <a:pathLst>
                <a:path w="288289" h="288289" extrusionOk="0">
                  <a:moveTo>
                    <a:pt x="288004" y="144002"/>
                  </a:moveTo>
                  <a:lnTo>
                    <a:pt x="280663" y="98485"/>
                  </a:lnTo>
                  <a:lnTo>
                    <a:pt x="260220" y="58955"/>
                  </a:lnTo>
                  <a:lnTo>
                    <a:pt x="229048" y="27783"/>
                  </a:lnTo>
                  <a:lnTo>
                    <a:pt x="189518" y="7341"/>
                  </a:lnTo>
                  <a:lnTo>
                    <a:pt x="144002" y="0"/>
                  </a:lnTo>
                  <a:lnTo>
                    <a:pt x="98486" y="7341"/>
                  </a:lnTo>
                  <a:lnTo>
                    <a:pt x="58955" y="27783"/>
                  </a:lnTo>
                  <a:lnTo>
                    <a:pt x="27783" y="58955"/>
                  </a:lnTo>
                  <a:lnTo>
                    <a:pt x="7341" y="98485"/>
                  </a:lnTo>
                  <a:lnTo>
                    <a:pt x="0" y="144002"/>
                  </a:lnTo>
                  <a:lnTo>
                    <a:pt x="7341" y="189518"/>
                  </a:lnTo>
                  <a:lnTo>
                    <a:pt x="27783" y="229048"/>
                  </a:lnTo>
                  <a:lnTo>
                    <a:pt x="58955" y="260220"/>
                  </a:lnTo>
                  <a:lnTo>
                    <a:pt x="98486" y="280663"/>
                  </a:lnTo>
                  <a:lnTo>
                    <a:pt x="144002" y="288004"/>
                  </a:lnTo>
                  <a:lnTo>
                    <a:pt x="189518" y="280663"/>
                  </a:lnTo>
                  <a:lnTo>
                    <a:pt x="229048" y="260220"/>
                  </a:lnTo>
                  <a:lnTo>
                    <a:pt x="260220" y="229048"/>
                  </a:lnTo>
                  <a:lnTo>
                    <a:pt x="280663" y="189518"/>
                  </a:lnTo>
                  <a:lnTo>
                    <a:pt x="288004" y="1440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9" name="Google Shape;199;p7"/>
          <p:cNvSpPr txBox="1"/>
          <p:nvPr/>
        </p:nvSpPr>
        <p:spPr>
          <a:xfrm>
            <a:off x="347294" y="713008"/>
            <a:ext cx="4173854" cy="58483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Idea: </a:t>
            </a:r>
            <a:r>
              <a:rPr lang="en-US" sz="1050">
                <a:latin typeface="Arial"/>
                <a:ea typeface="Arial"/>
                <a:cs typeface="Arial"/>
                <a:sym typeface="Arial"/>
              </a:rPr>
              <a:t>Stack multiple layers of neurons with non-linear activations</a:t>
            </a:r>
            <a:endParaRPr sz="1050">
              <a:latin typeface="Arial"/>
              <a:ea typeface="Arial"/>
              <a:cs typeface="Arial"/>
              <a:sym typeface="Arial"/>
            </a:endParaRPr>
          </a:p>
          <a:p>
            <a:pPr marL="0" lvl="0" indent="0" algn="l" rtl="0">
              <a:lnSpc>
                <a:spcPct val="100000"/>
              </a:lnSpc>
              <a:spcBef>
                <a:spcPts val="640"/>
              </a:spcBef>
              <a:spcAft>
                <a:spcPts val="0"/>
              </a:spcAft>
              <a:buNone/>
            </a:pPr>
            <a:endParaRPr sz="1050">
              <a:latin typeface="Arial"/>
              <a:ea typeface="Arial"/>
              <a:cs typeface="Arial"/>
              <a:sym typeface="Arial"/>
            </a:endParaRPr>
          </a:p>
          <a:p>
            <a:pPr marL="1195705" lvl="0" indent="0" algn="l" rtl="0">
              <a:lnSpc>
                <a:spcPct val="100000"/>
              </a:lnSpc>
              <a:spcBef>
                <a:spcPts val="0"/>
              </a:spcBef>
              <a:spcAft>
                <a:spcPts val="0"/>
              </a:spcAft>
              <a:buNone/>
            </a:pPr>
            <a:r>
              <a:rPr lang="en-US" sz="1050">
                <a:solidFill>
                  <a:srgbClr val="1B1472"/>
                </a:solidFill>
                <a:latin typeface="Arial"/>
                <a:ea typeface="Arial"/>
                <a:cs typeface="Arial"/>
                <a:sym typeface="Arial"/>
              </a:rPr>
              <a:t>Input Layer	</a:t>
            </a:r>
            <a:r>
              <a:rPr lang="en-US" sz="1575" baseline="30000">
                <a:solidFill>
                  <a:srgbClr val="1B1472"/>
                </a:solidFill>
                <a:latin typeface="Arial"/>
                <a:ea typeface="Arial"/>
                <a:cs typeface="Arial"/>
                <a:sym typeface="Arial"/>
              </a:rPr>
              <a:t>Hidden Layer	</a:t>
            </a:r>
            <a:r>
              <a:rPr lang="en-US" sz="1050">
                <a:solidFill>
                  <a:srgbClr val="1B1472"/>
                </a:solidFill>
                <a:latin typeface="Arial"/>
                <a:ea typeface="Arial"/>
                <a:cs typeface="Arial"/>
                <a:sym typeface="Arial"/>
              </a:rPr>
              <a:t>Output Layer</a:t>
            </a:r>
            <a:endParaRPr sz="1050">
              <a:latin typeface="Arial"/>
              <a:ea typeface="Arial"/>
              <a:cs typeface="Arial"/>
              <a:sym typeface="Arial"/>
            </a:endParaRPr>
          </a:p>
        </p:txBody>
      </p:sp>
      <p:grpSp>
        <p:nvGrpSpPr>
          <p:cNvPr id="200" name="Google Shape;200;p7"/>
          <p:cNvGrpSpPr/>
          <p:nvPr/>
        </p:nvGrpSpPr>
        <p:grpSpPr>
          <a:xfrm>
            <a:off x="0" y="1486689"/>
            <a:ext cx="5760261" cy="1747322"/>
            <a:chOff x="0" y="1486689"/>
            <a:chExt cx="5760261" cy="1747322"/>
          </a:xfrm>
        </p:grpSpPr>
        <p:sp>
          <p:nvSpPr>
            <p:cNvPr id="201" name="Google Shape;201;p7"/>
            <p:cNvSpPr/>
            <p:nvPr/>
          </p:nvSpPr>
          <p:spPr>
            <a:xfrm>
              <a:off x="2027960" y="1517056"/>
              <a:ext cx="664210" cy="0"/>
            </a:xfrm>
            <a:custGeom>
              <a:avLst/>
              <a:gdLst/>
              <a:ahLst/>
              <a:cxnLst/>
              <a:rect l="l" t="t" r="r" b="b"/>
              <a:pathLst>
                <a:path w="664210" h="120000" extrusionOk="0">
                  <a:moveTo>
                    <a:pt x="0" y="0"/>
                  </a:moveTo>
                  <a:lnTo>
                    <a:pt x="66370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2" name="Google Shape;202;p7"/>
            <p:cNvSpPr/>
            <p:nvPr/>
          </p:nvSpPr>
          <p:spPr>
            <a:xfrm>
              <a:off x="2667875" y="1486689"/>
              <a:ext cx="26670" cy="60960"/>
            </a:xfrm>
            <a:custGeom>
              <a:avLst/>
              <a:gdLst/>
              <a:ahLst/>
              <a:cxnLst/>
              <a:rect l="l" t="t" r="r" b="b"/>
              <a:pathLst>
                <a:path w="26669" h="60959"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3" name="Google Shape;203;p7"/>
            <p:cNvSpPr/>
            <p:nvPr/>
          </p:nvSpPr>
          <p:spPr>
            <a:xfrm>
              <a:off x="2012481" y="1582581"/>
              <a:ext cx="696595" cy="348615"/>
            </a:xfrm>
            <a:custGeom>
              <a:avLst/>
              <a:gdLst/>
              <a:ahLst/>
              <a:cxnLst/>
              <a:rect l="l" t="t" r="r" b="b"/>
              <a:pathLst>
                <a:path w="696594" h="348614" extrusionOk="0">
                  <a:moveTo>
                    <a:pt x="0" y="0"/>
                  </a:moveTo>
                  <a:lnTo>
                    <a:pt x="696270" y="34813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4" name="Google Shape;204;p7"/>
            <p:cNvSpPr/>
            <p:nvPr/>
          </p:nvSpPr>
          <p:spPr>
            <a:xfrm>
              <a:off x="2673897" y="1892923"/>
              <a:ext cx="37465" cy="54610"/>
            </a:xfrm>
            <a:custGeom>
              <a:avLst/>
              <a:gdLst/>
              <a:ahLst/>
              <a:cxnLst/>
              <a:rect l="l" t="t" r="r" b="b"/>
              <a:pathLst>
                <a:path w="37464" h="54610" extrusionOk="0">
                  <a:moveTo>
                    <a:pt x="27157" y="0"/>
                  </a:moveTo>
                  <a:lnTo>
                    <a:pt x="25955" y="12739"/>
                  </a:lnTo>
                  <a:lnTo>
                    <a:pt x="27667" y="23382"/>
                  </a:lnTo>
                  <a:lnTo>
                    <a:pt x="31614" y="32065"/>
                  </a:lnTo>
                  <a:lnTo>
                    <a:pt x="37116" y="38926"/>
                  </a:lnTo>
                  <a:lnTo>
                    <a:pt x="28325" y="38642"/>
                  </a:lnTo>
                  <a:lnTo>
                    <a:pt x="19011" y="40695"/>
                  </a:lnTo>
                  <a:lnTo>
                    <a:pt x="9470" y="45711"/>
                  </a:lnTo>
                  <a:lnTo>
                    <a:pt x="0" y="5431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5" name="Google Shape;205;p7"/>
            <p:cNvSpPr/>
            <p:nvPr/>
          </p:nvSpPr>
          <p:spPr>
            <a:xfrm>
              <a:off x="2012481" y="1589394"/>
              <a:ext cx="696595" cy="348615"/>
            </a:xfrm>
            <a:custGeom>
              <a:avLst/>
              <a:gdLst/>
              <a:ahLst/>
              <a:cxnLst/>
              <a:rect l="l" t="t" r="r" b="b"/>
              <a:pathLst>
                <a:path w="696594" h="348614" extrusionOk="0">
                  <a:moveTo>
                    <a:pt x="0" y="348137"/>
                  </a:moveTo>
                  <a:lnTo>
                    <a:pt x="69627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6" name="Google Shape;206;p7"/>
            <p:cNvSpPr/>
            <p:nvPr/>
          </p:nvSpPr>
          <p:spPr>
            <a:xfrm>
              <a:off x="2673897" y="1572873"/>
              <a:ext cx="37465" cy="54610"/>
            </a:xfrm>
            <a:custGeom>
              <a:avLst/>
              <a:gdLst/>
              <a:ahLst/>
              <a:cxnLst/>
              <a:rect l="l" t="t" r="r" b="b"/>
              <a:pathLst>
                <a:path w="37464" h="54610" extrusionOk="0">
                  <a:moveTo>
                    <a:pt x="0" y="0"/>
                  </a:moveTo>
                  <a:lnTo>
                    <a:pt x="9470" y="8605"/>
                  </a:lnTo>
                  <a:lnTo>
                    <a:pt x="19011" y="13621"/>
                  </a:lnTo>
                  <a:lnTo>
                    <a:pt x="28325" y="15674"/>
                  </a:lnTo>
                  <a:lnTo>
                    <a:pt x="37116" y="15389"/>
                  </a:lnTo>
                  <a:lnTo>
                    <a:pt x="31614" y="22251"/>
                  </a:lnTo>
                  <a:lnTo>
                    <a:pt x="27667" y="30934"/>
                  </a:lnTo>
                  <a:lnTo>
                    <a:pt x="25955" y="41577"/>
                  </a:lnTo>
                  <a:lnTo>
                    <a:pt x="27157" y="5431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7" name="Google Shape;207;p7"/>
            <p:cNvSpPr/>
            <p:nvPr/>
          </p:nvSpPr>
          <p:spPr>
            <a:xfrm>
              <a:off x="2027960" y="2003056"/>
              <a:ext cx="664210" cy="0"/>
            </a:xfrm>
            <a:custGeom>
              <a:avLst/>
              <a:gdLst/>
              <a:ahLst/>
              <a:cxnLst/>
              <a:rect l="l" t="t" r="r" b="b"/>
              <a:pathLst>
                <a:path w="664210" h="120000" extrusionOk="0">
                  <a:moveTo>
                    <a:pt x="0" y="0"/>
                  </a:moveTo>
                  <a:lnTo>
                    <a:pt x="66370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8" name="Google Shape;208;p7"/>
            <p:cNvSpPr/>
            <p:nvPr/>
          </p:nvSpPr>
          <p:spPr>
            <a:xfrm>
              <a:off x="2667875" y="1972690"/>
              <a:ext cx="26670" cy="60960"/>
            </a:xfrm>
            <a:custGeom>
              <a:avLst/>
              <a:gdLst/>
              <a:ahLst/>
              <a:cxnLst/>
              <a:rect l="l" t="t" r="r" b="b"/>
              <a:pathLst>
                <a:path w="26669"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9" name="Google Shape;209;p7"/>
            <p:cNvSpPr/>
            <p:nvPr/>
          </p:nvSpPr>
          <p:spPr>
            <a:xfrm>
              <a:off x="3010137" y="1517056"/>
              <a:ext cx="664210" cy="0"/>
            </a:xfrm>
            <a:custGeom>
              <a:avLst/>
              <a:gdLst/>
              <a:ahLst/>
              <a:cxnLst/>
              <a:rect l="l" t="t" r="r" b="b"/>
              <a:pathLst>
                <a:path w="664210" h="120000" extrusionOk="0">
                  <a:moveTo>
                    <a:pt x="0" y="0"/>
                  </a:moveTo>
                  <a:lnTo>
                    <a:pt x="66370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0" name="Google Shape;210;p7"/>
            <p:cNvSpPr/>
            <p:nvPr/>
          </p:nvSpPr>
          <p:spPr>
            <a:xfrm>
              <a:off x="3650052" y="1486689"/>
              <a:ext cx="26670" cy="60960"/>
            </a:xfrm>
            <a:custGeom>
              <a:avLst/>
              <a:gdLst/>
              <a:ahLst/>
              <a:cxnLst/>
              <a:rect l="l" t="t" r="r" b="b"/>
              <a:pathLst>
                <a:path w="26670" h="60959"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1" name="Google Shape;211;p7"/>
            <p:cNvSpPr/>
            <p:nvPr/>
          </p:nvSpPr>
          <p:spPr>
            <a:xfrm>
              <a:off x="2993583" y="1584844"/>
              <a:ext cx="696595" cy="348615"/>
            </a:xfrm>
            <a:custGeom>
              <a:avLst/>
              <a:gdLst/>
              <a:ahLst/>
              <a:cxnLst/>
              <a:rect l="l" t="t" r="r" b="b"/>
              <a:pathLst>
                <a:path w="696595" h="348614" extrusionOk="0">
                  <a:moveTo>
                    <a:pt x="0" y="348137"/>
                  </a:moveTo>
                  <a:lnTo>
                    <a:pt x="69626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2" name="Google Shape;212;p7"/>
            <p:cNvSpPr/>
            <p:nvPr/>
          </p:nvSpPr>
          <p:spPr>
            <a:xfrm>
              <a:off x="3654999" y="1568322"/>
              <a:ext cx="37465" cy="54610"/>
            </a:xfrm>
            <a:custGeom>
              <a:avLst/>
              <a:gdLst/>
              <a:ahLst/>
              <a:cxnLst/>
              <a:rect l="l" t="t" r="r" b="b"/>
              <a:pathLst>
                <a:path w="37464" h="54609" extrusionOk="0">
                  <a:moveTo>
                    <a:pt x="0" y="0"/>
                  </a:moveTo>
                  <a:lnTo>
                    <a:pt x="9470" y="8605"/>
                  </a:lnTo>
                  <a:lnTo>
                    <a:pt x="19011" y="13621"/>
                  </a:lnTo>
                  <a:lnTo>
                    <a:pt x="28325" y="15674"/>
                  </a:lnTo>
                  <a:lnTo>
                    <a:pt x="37116" y="15389"/>
                  </a:lnTo>
                  <a:lnTo>
                    <a:pt x="31614" y="22251"/>
                  </a:lnTo>
                  <a:lnTo>
                    <a:pt x="27667" y="30934"/>
                  </a:lnTo>
                  <a:lnTo>
                    <a:pt x="25955" y="41577"/>
                  </a:lnTo>
                  <a:lnTo>
                    <a:pt x="27157" y="5431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3" name="Google Shape;213;p7"/>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4" name="Google Shape;214;p7"/>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5" name="Google Shape;215;p7"/>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16" name="Google Shape;216;p7"/>
          <p:cNvSpPr txBox="1"/>
          <p:nvPr/>
        </p:nvSpPr>
        <p:spPr>
          <a:xfrm>
            <a:off x="1927313" y="2192818"/>
            <a:ext cx="1852295" cy="392430"/>
          </a:xfrm>
          <a:prstGeom prst="rect">
            <a:avLst/>
          </a:prstGeom>
          <a:noFill/>
          <a:ln>
            <a:noFill/>
          </a:ln>
        </p:spPr>
        <p:txBody>
          <a:bodyPr spcFirstLastPara="1" wrap="square" lIns="0" tIns="12050" rIns="0" bIns="0" anchor="t" anchorCtr="0">
            <a:spAutoFit/>
          </a:bodyPr>
          <a:lstStyle/>
          <a:p>
            <a:pPr marL="41275" marR="5080" lvl="0" indent="-29209" algn="l" rtl="0">
              <a:lnSpc>
                <a:spcPct val="114700"/>
              </a:lnSpc>
              <a:spcBef>
                <a:spcPts val="0"/>
              </a:spcBef>
              <a:spcAft>
                <a:spcPts val="0"/>
              </a:spcAft>
              <a:buNone/>
            </a:pPr>
            <a:r>
              <a:rPr lang="en-US" sz="1050">
                <a:solidFill>
                  <a:srgbClr val="EC2027"/>
                </a:solidFill>
                <a:latin typeface="Arial"/>
                <a:ea typeface="Arial"/>
                <a:cs typeface="Arial"/>
                <a:sym typeface="Arial"/>
              </a:rPr>
              <a:t>Non-linear activation functions enable non-linear boundaries</a:t>
            </a:r>
            <a:endParaRPr sz="1050">
              <a:latin typeface="Arial"/>
              <a:ea typeface="Arial"/>
              <a:cs typeface="Arial"/>
              <a:sym typeface="Arial"/>
            </a:endParaRPr>
          </a:p>
        </p:txBody>
      </p:sp>
      <p:sp>
        <p:nvSpPr>
          <p:cNvPr id="217" name="Google Shape;217;p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18" name="Google Shape;218;p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219" name="Google Shape;219;p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7</a:t>
            </a:fld>
            <a:r>
              <a:rPr lang="en-US"/>
              <a:t> / 67</a:t>
            </a:r>
            <a:endParaRPr/>
          </a:p>
        </p:txBody>
      </p:sp>
      <p:pic>
        <p:nvPicPr>
          <p:cNvPr id="220" name="Google Shape;220;p7"/>
          <p:cNvPicPr preferRelativeResize="0"/>
          <p:nvPr/>
        </p:nvPicPr>
        <p:blipFill>
          <a:blip r:embed="rId4">
            <a:alphaModFix/>
          </a:blip>
          <a:stretch>
            <a:fillRect/>
          </a:stretch>
        </p:blipFill>
        <p:spPr>
          <a:xfrm>
            <a:off x="3763313" y="1420259"/>
            <a:ext cx="128845" cy="18987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D57AFE2-0D63-B42B-F2B8-EA10F6395392}"/>
                  </a:ext>
                </a:extLst>
              </p14:cNvPr>
              <p14:cNvContentPartPr/>
              <p14:nvPr/>
            </p14:nvContentPartPr>
            <p14:xfrm>
              <a:off x="4537800" y="672840"/>
              <a:ext cx="1031040" cy="1799280"/>
            </p14:xfrm>
          </p:contentPart>
        </mc:Choice>
        <mc:Fallback>
          <p:pic>
            <p:nvPicPr>
              <p:cNvPr id="2" name="Ink 1">
                <a:extLst>
                  <a:ext uri="{FF2B5EF4-FFF2-40B4-BE49-F238E27FC236}">
                    <a16:creationId xmlns:a16="http://schemas.microsoft.com/office/drawing/2014/main" id="{5D57AFE2-0D63-B42B-F2B8-EA10F6395392}"/>
                  </a:ext>
                </a:extLst>
              </p:cNvPr>
              <p:cNvPicPr/>
              <p:nvPr/>
            </p:nvPicPr>
            <p:blipFill>
              <a:blip r:embed="rId6"/>
              <a:stretch>
                <a:fillRect/>
              </a:stretch>
            </p:blipFill>
            <p:spPr>
              <a:xfrm>
                <a:off x="4528440" y="663480"/>
                <a:ext cx="1049760" cy="1818000"/>
              </a:xfrm>
              <a:prstGeom prst="rect">
                <a:avLst/>
              </a:prstGeom>
            </p:spPr>
          </p:pic>
        </mc:Fallback>
      </mc:AlternateContent>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8"/>
          <p:cNvSpPr txBox="1">
            <a:spLocks noGrp="1"/>
          </p:cNvSpPr>
          <p:nvPr>
            <p:ph type="title"/>
          </p:nvPr>
        </p:nvSpPr>
        <p:spPr>
          <a:xfrm>
            <a:off x="95300" y="109545"/>
            <a:ext cx="1971039"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MLP S</a:t>
            </a:r>
            <a:r>
              <a:rPr lang="en-US" cap="small">
                <a:solidFill>
                  <a:srgbClr val="FFFFFF"/>
                </a:solidFill>
              </a:rPr>
              <a:t>olves</a:t>
            </a:r>
            <a:r>
              <a:rPr lang="en-US">
                <a:solidFill>
                  <a:srgbClr val="FFFFFF"/>
                </a:solidFill>
              </a:rPr>
              <a:t> XOR</a:t>
            </a:r>
            <a:endParaRPr/>
          </a:p>
        </p:txBody>
      </p:sp>
      <p:grpSp>
        <p:nvGrpSpPr>
          <p:cNvPr id="226" name="Google Shape;226;p8"/>
          <p:cNvGrpSpPr/>
          <p:nvPr/>
        </p:nvGrpSpPr>
        <p:grpSpPr>
          <a:xfrm>
            <a:off x="0" y="3141936"/>
            <a:ext cx="5760261" cy="92075"/>
            <a:chOff x="0" y="3141936"/>
            <a:chExt cx="5760261" cy="92075"/>
          </a:xfrm>
        </p:grpSpPr>
        <p:sp>
          <p:nvSpPr>
            <p:cNvPr id="227" name="Google Shape;227;p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8" name="Google Shape;228;p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9" name="Google Shape;229;p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0" name="Google Shape;230;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31" name="Google Shape;231;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232" name="Google Shape;232;p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8</a:t>
            </a:fld>
            <a:r>
              <a:rPr lang="en-US"/>
              <a:t> / 67</a:t>
            </a:r>
            <a:endParaRPr/>
          </a:p>
        </p:txBody>
      </p:sp>
      <p:grpSp>
        <p:nvGrpSpPr>
          <p:cNvPr id="233" name="Google Shape;233;p8"/>
          <p:cNvGrpSpPr/>
          <p:nvPr/>
        </p:nvGrpSpPr>
        <p:grpSpPr>
          <a:xfrm>
            <a:off x="513702" y="1000467"/>
            <a:ext cx="1742116" cy="1736128"/>
            <a:chOff x="513702" y="1000467"/>
            <a:chExt cx="1742116" cy="1736128"/>
          </a:xfrm>
        </p:grpSpPr>
        <p:pic>
          <p:nvPicPr>
            <p:cNvPr id="234" name="Google Shape;234;p8"/>
            <p:cNvPicPr preferRelativeResize="0"/>
            <p:nvPr/>
          </p:nvPicPr>
          <p:blipFill rotWithShape="1">
            <a:blip r:embed="rId4">
              <a:alphaModFix/>
            </a:blip>
            <a:srcRect/>
            <a:stretch/>
          </p:blipFill>
          <p:spPr>
            <a:xfrm>
              <a:off x="513702" y="1000467"/>
              <a:ext cx="69291" cy="69291"/>
            </a:xfrm>
            <a:prstGeom prst="rect">
              <a:avLst/>
            </a:prstGeom>
            <a:noFill/>
            <a:ln>
              <a:noFill/>
            </a:ln>
          </p:spPr>
        </p:pic>
        <p:pic>
          <p:nvPicPr>
            <p:cNvPr id="235" name="Google Shape;235;p8"/>
            <p:cNvPicPr preferRelativeResize="0"/>
            <p:nvPr/>
          </p:nvPicPr>
          <p:blipFill rotWithShape="1">
            <a:blip r:embed="rId5">
              <a:alphaModFix/>
            </a:blip>
            <a:srcRect/>
            <a:stretch/>
          </p:blipFill>
          <p:spPr>
            <a:xfrm>
              <a:off x="513702" y="1192517"/>
              <a:ext cx="69291" cy="69291"/>
            </a:xfrm>
            <a:prstGeom prst="rect">
              <a:avLst/>
            </a:prstGeom>
            <a:noFill/>
            <a:ln>
              <a:noFill/>
            </a:ln>
          </p:spPr>
        </p:pic>
        <p:pic>
          <p:nvPicPr>
            <p:cNvPr id="236" name="Google Shape;236;p8"/>
            <p:cNvPicPr preferRelativeResize="0"/>
            <p:nvPr/>
          </p:nvPicPr>
          <p:blipFill rotWithShape="1">
            <a:blip r:embed="rId6">
              <a:alphaModFix/>
            </a:blip>
            <a:srcRect/>
            <a:stretch/>
          </p:blipFill>
          <p:spPr>
            <a:xfrm>
              <a:off x="513702" y="1384579"/>
              <a:ext cx="69291" cy="69291"/>
            </a:xfrm>
            <a:prstGeom prst="rect">
              <a:avLst/>
            </a:prstGeom>
            <a:noFill/>
            <a:ln>
              <a:noFill/>
            </a:ln>
          </p:spPr>
        </p:pic>
        <p:pic>
          <p:nvPicPr>
            <p:cNvPr id="237" name="Google Shape;237;p8"/>
            <p:cNvPicPr preferRelativeResize="0"/>
            <p:nvPr/>
          </p:nvPicPr>
          <p:blipFill rotWithShape="1">
            <a:blip r:embed="rId7">
              <a:alphaModFix/>
            </a:blip>
            <a:srcRect/>
            <a:stretch/>
          </p:blipFill>
          <p:spPr>
            <a:xfrm>
              <a:off x="513702" y="1576641"/>
              <a:ext cx="69291" cy="69291"/>
            </a:xfrm>
            <a:prstGeom prst="rect">
              <a:avLst/>
            </a:prstGeom>
            <a:noFill/>
            <a:ln>
              <a:noFill/>
            </a:ln>
          </p:spPr>
        </p:pic>
        <p:sp>
          <p:nvSpPr>
            <p:cNvPr id="238" name="Google Shape;238;p8"/>
            <p:cNvSpPr/>
            <p:nvPr/>
          </p:nvSpPr>
          <p:spPr>
            <a:xfrm>
              <a:off x="1523592" y="2706001"/>
              <a:ext cx="729614" cy="0"/>
            </a:xfrm>
            <a:custGeom>
              <a:avLst/>
              <a:gdLst/>
              <a:ahLst/>
              <a:cxnLst/>
              <a:rect l="l" t="t" r="r" b="b"/>
              <a:pathLst>
                <a:path w="729614" h="120000" extrusionOk="0">
                  <a:moveTo>
                    <a:pt x="0" y="0"/>
                  </a:moveTo>
                  <a:lnTo>
                    <a:pt x="729344"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9" name="Google Shape;239;p8"/>
            <p:cNvSpPr/>
            <p:nvPr/>
          </p:nvSpPr>
          <p:spPr>
            <a:xfrm>
              <a:off x="2229149" y="2675635"/>
              <a:ext cx="26669" cy="60960"/>
            </a:xfrm>
            <a:custGeom>
              <a:avLst/>
              <a:gdLst/>
              <a:ahLst/>
              <a:cxnLst/>
              <a:rect l="l" t="t" r="r" b="b"/>
              <a:pathLst>
                <a:path w="26669"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40" name="Google Shape;240;p8"/>
          <p:cNvSpPr txBox="1"/>
          <p:nvPr/>
        </p:nvSpPr>
        <p:spPr>
          <a:xfrm>
            <a:off x="2267953" y="2580835"/>
            <a:ext cx="195600" cy="189900"/>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241" name="Google Shape;241;p8"/>
          <p:cNvGrpSpPr/>
          <p:nvPr/>
        </p:nvGrpSpPr>
        <p:grpSpPr>
          <a:xfrm>
            <a:off x="1579613" y="2060526"/>
            <a:ext cx="2188221" cy="732144"/>
            <a:chOff x="1579613" y="2060526"/>
            <a:chExt cx="2188221" cy="732144"/>
          </a:xfrm>
        </p:grpSpPr>
        <p:sp>
          <p:nvSpPr>
            <p:cNvPr id="242" name="Google Shape;242;p8"/>
            <p:cNvSpPr/>
            <p:nvPr/>
          </p:nvSpPr>
          <p:spPr>
            <a:xfrm>
              <a:off x="1609991" y="2063056"/>
              <a:ext cx="0" cy="729614"/>
            </a:xfrm>
            <a:custGeom>
              <a:avLst/>
              <a:gdLst/>
              <a:ahLst/>
              <a:cxnLst/>
              <a:rect l="l" t="t" r="r" b="b"/>
              <a:pathLst>
                <a:path w="120000" h="729614" extrusionOk="0">
                  <a:moveTo>
                    <a:pt x="0" y="729344"/>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3" name="Google Shape;243;p8"/>
            <p:cNvSpPr/>
            <p:nvPr/>
          </p:nvSpPr>
          <p:spPr>
            <a:xfrm>
              <a:off x="1579625" y="2060526"/>
              <a:ext cx="60960" cy="26669"/>
            </a:xfrm>
            <a:custGeom>
              <a:avLst/>
              <a:gdLst/>
              <a:ahLst/>
              <a:cxnLst/>
              <a:rect l="l" t="t" r="r" b="b"/>
              <a:pathLst>
                <a:path w="60960" h="26669" extrusionOk="0">
                  <a:moveTo>
                    <a:pt x="0" y="26317"/>
                  </a:moveTo>
                  <a:lnTo>
                    <a:pt x="11933" y="21694"/>
                  </a:lnTo>
                  <a:lnTo>
                    <a:pt x="20687" y="15403"/>
                  </a:lnTo>
                  <a:lnTo>
                    <a:pt x="26689" y="7990"/>
                  </a:lnTo>
                  <a:lnTo>
                    <a:pt x="30366" y="0"/>
                  </a:lnTo>
                  <a:lnTo>
                    <a:pt x="34043" y="7990"/>
                  </a:lnTo>
                  <a:lnTo>
                    <a:pt x="40045" y="15403"/>
                  </a:lnTo>
                  <a:lnTo>
                    <a:pt x="48799" y="21694"/>
                  </a:lnTo>
                  <a:lnTo>
                    <a:pt x="60732" y="263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4" name="Google Shape;244;p8"/>
            <p:cNvSpPr/>
            <p:nvPr/>
          </p:nvSpPr>
          <p:spPr>
            <a:xfrm>
              <a:off x="1579625" y="2675635"/>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000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5" name="Google Shape;245;p8"/>
            <p:cNvSpPr/>
            <p:nvPr/>
          </p:nvSpPr>
          <p:spPr>
            <a:xfrm>
              <a:off x="1579613" y="2243632"/>
              <a:ext cx="492760" cy="492760"/>
            </a:xfrm>
            <a:custGeom>
              <a:avLst/>
              <a:gdLst/>
              <a:ahLst/>
              <a:cxnLst/>
              <a:rect l="l" t="t" r="r" b="b"/>
              <a:pathLst>
                <a:path w="492760" h="492760" extrusionOk="0">
                  <a:moveTo>
                    <a:pt x="60744" y="30365"/>
                  </a:moveTo>
                  <a:lnTo>
                    <a:pt x="58356" y="18554"/>
                  </a:lnTo>
                  <a:lnTo>
                    <a:pt x="51841" y="8902"/>
                  </a:lnTo>
                  <a:lnTo>
                    <a:pt x="42189" y="2387"/>
                  </a:lnTo>
                  <a:lnTo>
                    <a:pt x="30378" y="0"/>
                  </a:lnTo>
                  <a:lnTo>
                    <a:pt x="18554" y="2387"/>
                  </a:lnTo>
                  <a:lnTo>
                    <a:pt x="8902" y="8902"/>
                  </a:lnTo>
                  <a:lnTo>
                    <a:pt x="2387" y="18554"/>
                  </a:lnTo>
                  <a:lnTo>
                    <a:pt x="0" y="30365"/>
                  </a:lnTo>
                  <a:lnTo>
                    <a:pt x="2387" y="42189"/>
                  </a:lnTo>
                  <a:lnTo>
                    <a:pt x="8902" y="51841"/>
                  </a:lnTo>
                  <a:lnTo>
                    <a:pt x="18554" y="58356"/>
                  </a:lnTo>
                  <a:lnTo>
                    <a:pt x="30378" y="60731"/>
                  </a:lnTo>
                  <a:lnTo>
                    <a:pt x="42189" y="58356"/>
                  </a:lnTo>
                  <a:lnTo>
                    <a:pt x="51841" y="51841"/>
                  </a:lnTo>
                  <a:lnTo>
                    <a:pt x="58356" y="42189"/>
                  </a:lnTo>
                  <a:lnTo>
                    <a:pt x="60744" y="30365"/>
                  </a:lnTo>
                  <a:close/>
                </a:path>
                <a:path w="492760" h="492760" extrusionOk="0">
                  <a:moveTo>
                    <a:pt x="492747" y="462368"/>
                  </a:moveTo>
                  <a:lnTo>
                    <a:pt x="490359" y="450557"/>
                  </a:lnTo>
                  <a:lnTo>
                    <a:pt x="483844" y="440905"/>
                  </a:lnTo>
                  <a:lnTo>
                    <a:pt x="474192" y="434390"/>
                  </a:lnTo>
                  <a:lnTo>
                    <a:pt x="462381" y="432003"/>
                  </a:lnTo>
                  <a:lnTo>
                    <a:pt x="450557" y="434390"/>
                  </a:lnTo>
                  <a:lnTo>
                    <a:pt x="440905" y="440905"/>
                  </a:lnTo>
                  <a:lnTo>
                    <a:pt x="434390" y="450557"/>
                  </a:lnTo>
                  <a:lnTo>
                    <a:pt x="432015" y="462368"/>
                  </a:lnTo>
                  <a:lnTo>
                    <a:pt x="434390" y="474192"/>
                  </a:lnTo>
                  <a:lnTo>
                    <a:pt x="440905" y="483844"/>
                  </a:lnTo>
                  <a:lnTo>
                    <a:pt x="450557" y="490359"/>
                  </a:lnTo>
                  <a:lnTo>
                    <a:pt x="462381" y="492747"/>
                  </a:lnTo>
                  <a:lnTo>
                    <a:pt x="474192" y="490359"/>
                  </a:lnTo>
                  <a:lnTo>
                    <a:pt x="483844" y="483844"/>
                  </a:lnTo>
                  <a:lnTo>
                    <a:pt x="490359" y="474192"/>
                  </a:lnTo>
                  <a:lnTo>
                    <a:pt x="492747" y="462368"/>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6" name="Google Shape;246;p8"/>
            <p:cNvSpPr/>
            <p:nvPr/>
          </p:nvSpPr>
          <p:spPr>
            <a:xfrm>
              <a:off x="2011629" y="2243631"/>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000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7" name="Google Shape;247;p8"/>
            <p:cNvSpPr/>
            <p:nvPr/>
          </p:nvSpPr>
          <p:spPr>
            <a:xfrm>
              <a:off x="2474000" y="2403600"/>
              <a:ext cx="330835" cy="0"/>
            </a:xfrm>
            <a:custGeom>
              <a:avLst/>
              <a:gdLst/>
              <a:ahLst/>
              <a:cxnLst/>
              <a:rect l="l" t="t" r="r" b="b"/>
              <a:pathLst>
                <a:path w="330835" h="120000" extrusionOk="0">
                  <a:moveTo>
                    <a:pt x="0" y="0"/>
                  </a:moveTo>
                  <a:lnTo>
                    <a:pt x="330421"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8" name="Google Shape;248;p8"/>
            <p:cNvSpPr/>
            <p:nvPr/>
          </p:nvSpPr>
          <p:spPr>
            <a:xfrm>
              <a:off x="2773548" y="2354949"/>
              <a:ext cx="38735" cy="97789"/>
            </a:xfrm>
            <a:custGeom>
              <a:avLst/>
              <a:gdLst/>
              <a:ahLst/>
              <a:cxnLst/>
              <a:rect l="l" t="t" r="r" b="b"/>
              <a:pathLst>
                <a:path w="38735" h="97789" extrusionOk="0">
                  <a:moveTo>
                    <a:pt x="0" y="0"/>
                  </a:moveTo>
                  <a:lnTo>
                    <a:pt x="6755" y="19118"/>
                  </a:lnTo>
                  <a:lnTo>
                    <a:pt x="15950" y="33143"/>
                  </a:lnTo>
                  <a:lnTo>
                    <a:pt x="26786" y="42760"/>
                  </a:lnTo>
                  <a:lnTo>
                    <a:pt x="38464" y="48651"/>
                  </a:lnTo>
                  <a:lnTo>
                    <a:pt x="26786" y="54542"/>
                  </a:lnTo>
                  <a:lnTo>
                    <a:pt x="15950" y="64158"/>
                  </a:lnTo>
                  <a:lnTo>
                    <a:pt x="6755" y="78183"/>
                  </a:lnTo>
                  <a:lnTo>
                    <a:pt x="0" y="97302"/>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9" name="Google Shape;249;p8"/>
            <p:cNvSpPr/>
            <p:nvPr/>
          </p:nvSpPr>
          <p:spPr>
            <a:xfrm>
              <a:off x="3035606" y="2706001"/>
              <a:ext cx="729614" cy="0"/>
            </a:xfrm>
            <a:custGeom>
              <a:avLst/>
              <a:gdLst/>
              <a:ahLst/>
              <a:cxnLst/>
              <a:rect l="l" t="t" r="r" b="b"/>
              <a:pathLst>
                <a:path w="729614" h="120000" extrusionOk="0">
                  <a:moveTo>
                    <a:pt x="0" y="0"/>
                  </a:moveTo>
                  <a:lnTo>
                    <a:pt x="729344"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0" name="Google Shape;250;p8"/>
            <p:cNvSpPr/>
            <p:nvPr/>
          </p:nvSpPr>
          <p:spPr>
            <a:xfrm>
              <a:off x="3741164" y="2675635"/>
              <a:ext cx="26670" cy="60960"/>
            </a:xfrm>
            <a:custGeom>
              <a:avLst/>
              <a:gdLst/>
              <a:ahLst/>
              <a:cxnLst/>
              <a:rect l="l" t="t" r="r" b="b"/>
              <a:pathLst>
                <a:path w="26670"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51" name="Google Shape;251;p8"/>
          <p:cNvSpPr txBox="1"/>
          <p:nvPr/>
        </p:nvSpPr>
        <p:spPr>
          <a:xfrm>
            <a:off x="1656588" y="2847021"/>
            <a:ext cx="511800" cy="135300"/>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Input Space</a:t>
            </a:r>
            <a:endParaRPr sz="700">
              <a:latin typeface="Arial"/>
              <a:ea typeface="Arial"/>
              <a:cs typeface="Arial"/>
              <a:sym typeface="Arial"/>
            </a:endParaRPr>
          </a:p>
        </p:txBody>
      </p:sp>
      <p:sp>
        <p:nvSpPr>
          <p:cNvPr id="252" name="Google Shape;252;p8"/>
          <p:cNvSpPr txBox="1"/>
          <p:nvPr/>
        </p:nvSpPr>
        <p:spPr>
          <a:xfrm>
            <a:off x="3779951" y="2594640"/>
            <a:ext cx="203100" cy="189900"/>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h</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253" name="Google Shape;253;p8"/>
          <p:cNvGrpSpPr/>
          <p:nvPr/>
        </p:nvGrpSpPr>
        <p:grpSpPr>
          <a:xfrm>
            <a:off x="3091640" y="2060526"/>
            <a:ext cx="635520" cy="732144"/>
            <a:chOff x="3091640" y="2060526"/>
            <a:chExt cx="635520" cy="732144"/>
          </a:xfrm>
        </p:grpSpPr>
        <p:sp>
          <p:nvSpPr>
            <p:cNvPr id="254" name="Google Shape;254;p8"/>
            <p:cNvSpPr/>
            <p:nvPr/>
          </p:nvSpPr>
          <p:spPr>
            <a:xfrm>
              <a:off x="3122006" y="2063056"/>
              <a:ext cx="0" cy="729614"/>
            </a:xfrm>
            <a:custGeom>
              <a:avLst/>
              <a:gdLst/>
              <a:ahLst/>
              <a:cxnLst/>
              <a:rect l="l" t="t" r="r" b="b"/>
              <a:pathLst>
                <a:path w="120000" h="729614" extrusionOk="0">
                  <a:moveTo>
                    <a:pt x="0" y="729344"/>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5" name="Google Shape;255;p8"/>
            <p:cNvSpPr/>
            <p:nvPr/>
          </p:nvSpPr>
          <p:spPr>
            <a:xfrm>
              <a:off x="3091640" y="2060526"/>
              <a:ext cx="60960" cy="26669"/>
            </a:xfrm>
            <a:custGeom>
              <a:avLst/>
              <a:gdLst/>
              <a:ahLst/>
              <a:cxnLst/>
              <a:rect l="l" t="t" r="r" b="b"/>
              <a:pathLst>
                <a:path w="60960" h="26669" extrusionOk="0">
                  <a:moveTo>
                    <a:pt x="0" y="26317"/>
                  </a:moveTo>
                  <a:lnTo>
                    <a:pt x="11933" y="21694"/>
                  </a:lnTo>
                  <a:lnTo>
                    <a:pt x="20687" y="15403"/>
                  </a:lnTo>
                  <a:lnTo>
                    <a:pt x="26689" y="7990"/>
                  </a:lnTo>
                  <a:lnTo>
                    <a:pt x="30366" y="0"/>
                  </a:lnTo>
                  <a:lnTo>
                    <a:pt x="34043" y="7990"/>
                  </a:lnTo>
                  <a:lnTo>
                    <a:pt x="40045" y="15403"/>
                  </a:lnTo>
                  <a:lnTo>
                    <a:pt x="48799" y="21694"/>
                  </a:lnTo>
                  <a:lnTo>
                    <a:pt x="60732" y="263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6" name="Google Shape;256;p8"/>
            <p:cNvSpPr/>
            <p:nvPr/>
          </p:nvSpPr>
          <p:spPr>
            <a:xfrm>
              <a:off x="3178039" y="2589236"/>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7" name="Google Shape;257;p8"/>
            <p:cNvSpPr/>
            <p:nvPr/>
          </p:nvSpPr>
          <p:spPr>
            <a:xfrm>
              <a:off x="3178039" y="2157231"/>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2" y="30366"/>
                  </a:lnTo>
                  <a:lnTo>
                    <a:pt x="58346" y="18546"/>
                  </a:lnTo>
                  <a:lnTo>
                    <a:pt x="51838" y="8894"/>
                  </a:lnTo>
                  <a:lnTo>
                    <a:pt x="42186" y="2386"/>
                  </a:lnTo>
                  <a:lnTo>
                    <a:pt x="30366" y="0"/>
                  </a:lnTo>
                  <a:close/>
                </a:path>
              </a:pathLst>
            </a:custGeom>
            <a:solidFill>
              <a:srgbClr val="000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8" name="Google Shape;258;p8"/>
            <p:cNvSpPr/>
            <p:nvPr/>
          </p:nvSpPr>
          <p:spPr>
            <a:xfrm>
              <a:off x="3610043" y="2589236"/>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3" y="30366"/>
                  </a:lnTo>
                  <a:lnTo>
                    <a:pt x="58346" y="18546"/>
                  </a:lnTo>
                  <a:lnTo>
                    <a:pt x="51838" y="8894"/>
                  </a:lnTo>
                  <a:lnTo>
                    <a:pt x="42186" y="2386"/>
                  </a:lnTo>
                  <a:lnTo>
                    <a:pt x="30366" y="0"/>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9" name="Google Shape;259;p8"/>
            <p:cNvSpPr/>
            <p:nvPr/>
          </p:nvSpPr>
          <p:spPr>
            <a:xfrm>
              <a:off x="3610043" y="2157231"/>
              <a:ext cx="60960" cy="60960"/>
            </a:xfrm>
            <a:custGeom>
              <a:avLst/>
              <a:gdLst/>
              <a:ahLst/>
              <a:cxnLst/>
              <a:rect l="l" t="t" r="r" b="b"/>
              <a:pathLst>
                <a:path w="60960" h="60960" extrusionOk="0">
                  <a:moveTo>
                    <a:pt x="30366" y="0"/>
                  </a:moveTo>
                  <a:lnTo>
                    <a:pt x="18546" y="2386"/>
                  </a:lnTo>
                  <a:lnTo>
                    <a:pt x="8894" y="8894"/>
                  </a:lnTo>
                  <a:lnTo>
                    <a:pt x="2386" y="18546"/>
                  </a:lnTo>
                  <a:lnTo>
                    <a:pt x="0" y="30366"/>
                  </a:lnTo>
                  <a:lnTo>
                    <a:pt x="2386" y="42186"/>
                  </a:lnTo>
                  <a:lnTo>
                    <a:pt x="8894" y="51838"/>
                  </a:lnTo>
                  <a:lnTo>
                    <a:pt x="18546" y="58346"/>
                  </a:lnTo>
                  <a:lnTo>
                    <a:pt x="30366" y="60732"/>
                  </a:lnTo>
                  <a:lnTo>
                    <a:pt x="42186" y="58346"/>
                  </a:lnTo>
                  <a:lnTo>
                    <a:pt x="51838" y="51838"/>
                  </a:lnTo>
                  <a:lnTo>
                    <a:pt x="58346" y="42186"/>
                  </a:lnTo>
                  <a:lnTo>
                    <a:pt x="60733" y="30366"/>
                  </a:lnTo>
                  <a:lnTo>
                    <a:pt x="58346" y="18546"/>
                  </a:lnTo>
                  <a:lnTo>
                    <a:pt x="51838" y="8894"/>
                  </a:lnTo>
                  <a:lnTo>
                    <a:pt x="42186" y="2386"/>
                  </a:lnTo>
                  <a:lnTo>
                    <a:pt x="30366" y="0"/>
                  </a:lnTo>
                  <a:close/>
                </a:path>
              </a:pathLst>
            </a:custGeom>
            <a:solidFill>
              <a:srgbClr val="000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0" name="Google Shape;260;p8"/>
            <p:cNvSpPr/>
            <p:nvPr/>
          </p:nvSpPr>
          <p:spPr>
            <a:xfrm>
              <a:off x="3122006" y="2403600"/>
              <a:ext cx="605154" cy="0"/>
            </a:xfrm>
            <a:custGeom>
              <a:avLst/>
              <a:gdLst/>
              <a:ahLst/>
              <a:cxnLst/>
              <a:rect l="l" t="t" r="r" b="b"/>
              <a:pathLst>
                <a:path w="605154" h="120000" extrusionOk="0">
                  <a:moveTo>
                    <a:pt x="0" y="0"/>
                  </a:moveTo>
                  <a:lnTo>
                    <a:pt x="604803" y="0"/>
                  </a:lnTo>
                </a:path>
              </a:pathLst>
            </a:custGeom>
            <a:noFill/>
            <a:ln w="10100" cap="flat" cmpd="sng">
              <a:solidFill>
                <a:srgbClr val="0099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1" name="Google Shape;261;p8"/>
          <p:cNvSpPr txBox="1"/>
          <p:nvPr/>
        </p:nvSpPr>
        <p:spPr>
          <a:xfrm>
            <a:off x="3125584" y="2847021"/>
            <a:ext cx="598200" cy="135300"/>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Hidden Space</a:t>
            </a:r>
            <a:endParaRPr sz="700">
              <a:latin typeface="Arial"/>
              <a:ea typeface="Arial"/>
              <a:cs typeface="Arial"/>
              <a:sym typeface="Arial"/>
            </a:endParaRPr>
          </a:p>
        </p:txBody>
      </p:sp>
      <p:sp>
        <p:nvSpPr>
          <p:cNvPr id="262" name="Google Shape;262;p8"/>
          <p:cNvSpPr txBox="1"/>
          <p:nvPr/>
        </p:nvSpPr>
        <p:spPr>
          <a:xfrm>
            <a:off x="309194" y="476355"/>
            <a:ext cx="3929400" cy="2250900"/>
          </a:xfrm>
          <a:prstGeom prst="rect">
            <a:avLst/>
          </a:prstGeom>
          <a:noFill/>
          <a:ln>
            <a:noFill/>
          </a:ln>
        </p:spPr>
        <p:txBody>
          <a:bodyPr spcFirstLastPara="1" wrap="square" lIns="0" tIns="12050" rIns="0" bIns="0" anchor="t" anchorCtr="0">
            <a:spAutoFit/>
          </a:bodyPr>
          <a:lstStyle/>
          <a:p>
            <a:pPr marL="50800" marR="783590" lvl="0" indent="0" algn="l" rtl="0">
              <a:lnSpc>
                <a:spcPct val="159600"/>
              </a:lnSpc>
              <a:spcBef>
                <a:spcPts val="0"/>
              </a:spcBef>
              <a:spcAft>
                <a:spcPts val="0"/>
              </a:spcAft>
              <a:buNone/>
            </a:pPr>
            <a:r>
              <a:rPr lang="en-US" sz="1050" dirty="0">
                <a:solidFill>
                  <a:srgbClr val="1B1472"/>
                </a:solidFill>
                <a:latin typeface="Arial"/>
                <a:ea typeface="Arial"/>
                <a:cs typeface="Arial"/>
                <a:sym typeface="Arial"/>
              </a:rPr>
              <a:t>Architecture: </a:t>
            </a:r>
            <a:r>
              <a:rPr lang="en-US" sz="1050" dirty="0">
                <a:latin typeface="Arial"/>
                <a:ea typeface="Arial"/>
                <a:cs typeface="Arial"/>
                <a:sym typeface="Arial"/>
              </a:rPr>
              <a:t>2 inputs</a:t>
            </a:r>
            <a:r>
              <a:rPr lang="en-US" sz="900" dirty="0">
                <a:latin typeface="Times New Roman"/>
                <a:ea typeface="Times New Roman"/>
                <a:cs typeface="Times New Roman"/>
                <a:sym typeface="Times New Roman"/>
              </a:rPr>
              <a:t> →  </a:t>
            </a:r>
            <a:r>
              <a:rPr lang="en-US" sz="1050" dirty="0">
                <a:latin typeface="Arial"/>
                <a:ea typeface="Arial"/>
                <a:cs typeface="Arial"/>
                <a:sym typeface="Arial"/>
              </a:rPr>
              <a:t>2 hidden units</a:t>
            </a:r>
            <a:r>
              <a:rPr lang="en-US" sz="900" dirty="0">
                <a:latin typeface="Times New Roman"/>
                <a:ea typeface="Times New Roman"/>
                <a:cs typeface="Times New Roman"/>
                <a:sym typeface="Times New Roman"/>
              </a:rPr>
              <a:t> →  </a:t>
            </a:r>
            <a:r>
              <a:rPr lang="en-US" sz="1050" dirty="0">
                <a:latin typeface="Arial"/>
                <a:ea typeface="Arial"/>
                <a:cs typeface="Arial"/>
                <a:sym typeface="Arial"/>
              </a:rPr>
              <a:t>1 output </a:t>
            </a:r>
            <a:endParaRPr sz="1050" dirty="0">
              <a:latin typeface="Arial"/>
              <a:ea typeface="Arial"/>
              <a:cs typeface="Arial"/>
              <a:sym typeface="Arial"/>
            </a:endParaRPr>
          </a:p>
          <a:p>
            <a:pPr marL="50800" marR="783590" lvl="0" indent="0" algn="l" rtl="0">
              <a:lnSpc>
                <a:spcPct val="159600"/>
              </a:lnSpc>
              <a:spcBef>
                <a:spcPts val="0"/>
              </a:spcBef>
              <a:spcAft>
                <a:spcPts val="0"/>
              </a:spcAft>
              <a:buNone/>
            </a:pPr>
            <a:r>
              <a:rPr lang="en-US" sz="1050" dirty="0">
                <a:solidFill>
                  <a:srgbClr val="1B1472"/>
                </a:solidFill>
                <a:latin typeface="Arial"/>
                <a:ea typeface="Arial"/>
                <a:cs typeface="Arial"/>
                <a:sym typeface="Arial"/>
              </a:rPr>
              <a:t>How it works:</a:t>
            </a:r>
            <a:endParaRPr sz="1050" dirty="0">
              <a:latin typeface="Arial"/>
              <a:ea typeface="Arial"/>
              <a:cs typeface="Arial"/>
              <a:sym typeface="Arial"/>
            </a:endParaRPr>
          </a:p>
          <a:p>
            <a:pPr marL="347980" marR="601980" lvl="0" indent="0" algn="l" rtl="0">
              <a:lnSpc>
                <a:spcPct val="120000"/>
              </a:lnSpc>
              <a:spcBef>
                <a:spcPts val="40"/>
              </a:spcBef>
              <a:spcAft>
                <a:spcPts val="0"/>
              </a:spcAft>
              <a:buNone/>
            </a:pPr>
            <a:r>
              <a:rPr lang="en-US" sz="1050" dirty="0">
                <a:solidFill>
                  <a:srgbClr val="1B1472"/>
                </a:solidFill>
                <a:latin typeface="Arial"/>
                <a:ea typeface="Arial"/>
                <a:cs typeface="Arial"/>
                <a:sym typeface="Arial"/>
              </a:rPr>
              <a:t>Hidden layer </a:t>
            </a:r>
            <a:r>
              <a:rPr lang="en-US" sz="1050" dirty="0">
                <a:latin typeface="Arial"/>
                <a:ea typeface="Arial"/>
                <a:cs typeface="Arial"/>
                <a:sym typeface="Arial"/>
              </a:rPr>
              <a:t>creates new feature representations Each hidden unit learns a linear separator </a:t>
            </a:r>
          </a:p>
          <a:p>
            <a:pPr marL="347980" marR="601980" lvl="0" indent="0" algn="l" rtl="0">
              <a:lnSpc>
                <a:spcPct val="120000"/>
              </a:lnSpc>
              <a:spcBef>
                <a:spcPts val="40"/>
              </a:spcBef>
              <a:spcAft>
                <a:spcPts val="0"/>
              </a:spcAft>
              <a:buNone/>
            </a:pPr>
            <a:r>
              <a:rPr lang="en-US" sz="1050" dirty="0">
                <a:solidFill>
                  <a:srgbClr val="1B1472"/>
                </a:solidFill>
                <a:latin typeface="Arial"/>
                <a:ea typeface="Arial"/>
                <a:cs typeface="Arial"/>
                <a:sym typeface="Arial"/>
              </a:rPr>
              <a:t>Output layer </a:t>
            </a:r>
            <a:r>
              <a:rPr lang="en-US" sz="1050" dirty="0">
                <a:latin typeface="Arial"/>
                <a:ea typeface="Arial"/>
                <a:cs typeface="Arial"/>
                <a:sym typeface="Arial"/>
              </a:rPr>
              <a:t>combines these separators</a:t>
            </a:r>
            <a:endParaRPr sz="1050" dirty="0">
              <a:latin typeface="Arial"/>
              <a:ea typeface="Arial"/>
              <a:cs typeface="Arial"/>
              <a:sym typeface="Arial"/>
            </a:endParaRPr>
          </a:p>
          <a:p>
            <a:pPr marL="347980" lvl="0" indent="0" algn="l" rtl="0">
              <a:lnSpc>
                <a:spcPct val="100000"/>
              </a:lnSpc>
              <a:spcBef>
                <a:spcPts val="250"/>
              </a:spcBef>
              <a:spcAft>
                <a:spcPts val="0"/>
              </a:spcAft>
              <a:buNone/>
            </a:pPr>
            <a:r>
              <a:rPr lang="en-US" sz="1050" dirty="0">
                <a:latin typeface="Arial"/>
                <a:ea typeface="Arial"/>
                <a:cs typeface="Arial"/>
                <a:sym typeface="Arial"/>
              </a:rPr>
              <a:t>Non-linear activation enables complex boundaries</a:t>
            </a:r>
            <a:endParaRPr sz="1050" dirty="0">
              <a:latin typeface="Arial"/>
              <a:ea typeface="Arial"/>
              <a:cs typeface="Arial"/>
              <a:sym typeface="Arial"/>
            </a:endParaRPr>
          </a:p>
          <a:p>
            <a:pPr marL="0" lvl="0" indent="0" algn="l" rtl="0">
              <a:lnSpc>
                <a:spcPct val="100000"/>
              </a:lnSpc>
              <a:spcBef>
                <a:spcPts val="200"/>
              </a:spcBef>
              <a:spcAft>
                <a:spcPts val="0"/>
              </a:spcAft>
              <a:buNone/>
            </a:pPr>
            <a:endParaRPr sz="1050" dirty="0">
              <a:latin typeface="Arial"/>
              <a:ea typeface="Arial"/>
              <a:cs typeface="Arial"/>
              <a:sym typeface="Arial"/>
            </a:endParaRPr>
          </a:p>
          <a:p>
            <a:pPr marL="1237615" lvl="0" indent="0" algn="l" rtl="0">
              <a:lnSpc>
                <a:spcPct val="100000"/>
              </a:lnSpc>
              <a:spcBef>
                <a:spcPts val="0"/>
              </a:spcBef>
              <a:spcAft>
                <a:spcPts val="0"/>
              </a:spcAft>
              <a:buNone/>
            </a:pPr>
            <a:r>
              <a:rPr lang="en-US" sz="1050" i="1" dirty="0">
                <a:latin typeface="Arial"/>
                <a:ea typeface="Arial"/>
                <a:cs typeface="Arial"/>
                <a:sym typeface="Arial"/>
              </a:rPr>
              <a:t>x</a:t>
            </a:r>
            <a:r>
              <a:rPr lang="en-US" sz="1050" baseline="-25000" dirty="0">
                <a:latin typeface="Arial"/>
                <a:ea typeface="Arial"/>
                <a:cs typeface="Arial"/>
                <a:sym typeface="Arial"/>
              </a:rPr>
              <a:t>2	</a:t>
            </a:r>
            <a:endParaRPr sz="1050" baseline="-25000" dirty="0">
              <a:latin typeface="Arial"/>
              <a:ea typeface="Arial"/>
              <a:cs typeface="Arial"/>
              <a:sym typeface="Arial"/>
            </a:endParaRPr>
          </a:p>
          <a:p>
            <a:pPr marL="0" lvl="0" indent="0" algn="l" rtl="0">
              <a:lnSpc>
                <a:spcPct val="100000"/>
              </a:lnSpc>
              <a:spcBef>
                <a:spcPts val="0"/>
              </a:spcBef>
              <a:spcAft>
                <a:spcPts val="0"/>
              </a:spcAft>
              <a:buNone/>
            </a:pPr>
            <a:endParaRPr sz="700" dirty="0">
              <a:latin typeface="Arial"/>
              <a:ea typeface="Arial"/>
              <a:cs typeface="Arial"/>
              <a:sym typeface="Arial"/>
            </a:endParaRPr>
          </a:p>
          <a:p>
            <a:pPr marL="0" lvl="0" indent="0" algn="l" rtl="0">
              <a:lnSpc>
                <a:spcPct val="100000"/>
              </a:lnSpc>
              <a:spcBef>
                <a:spcPts val="185"/>
              </a:spcBef>
              <a:spcAft>
                <a:spcPts val="0"/>
              </a:spcAft>
              <a:buNone/>
            </a:pPr>
            <a:endParaRPr sz="700" dirty="0">
              <a:latin typeface="Arial"/>
              <a:ea typeface="Arial"/>
              <a:cs typeface="Arial"/>
              <a:sym typeface="Arial"/>
            </a:endParaRPr>
          </a:p>
          <a:p>
            <a:pPr marL="746125" lvl="0" indent="0" algn="ctr" rtl="0">
              <a:lnSpc>
                <a:spcPct val="114285"/>
              </a:lnSpc>
              <a:spcBef>
                <a:spcPts val="0"/>
              </a:spcBef>
              <a:spcAft>
                <a:spcPts val="0"/>
              </a:spcAft>
              <a:buNone/>
            </a:pPr>
            <a:endParaRPr sz="700" dirty="0">
              <a:solidFill>
                <a:srgbClr val="1B1472"/>
              </a:solidFill>
            </a:endParaRPr>
          </a:p>
          <a:p>
            <a:pPr marL="746125" lvl="0" indent="0" algn="ctr" rtl="0">
              <a:lnSpc>
                <a:spcPct val="114285"/>
              </a:lnSpc>
              <a:spcBef>
                <a:spcPts val="0"/>
              </a:spcBef>
              <a:spcAft>
                <a:spcPts val="0"/>
              </a:spcAft>
              <a:buNone/>
            </a:pPr>
            <a:r>
              <a:rPr lang="en-US" sz="700" dirty="0">
                <a:solidFill>
                  <a:srgbClr val="1B1472"/>
                </a:solidFill>
                <a:latin typeface="Arial"/>
                <a:ea typeface="Arial"/>
                <a:cs typeface="Arial"/>
                <a:sym typeface="Arial"/>
              </a:rPr>
              <a:t>Hidden layer</a:t>
            </a:r>
            <a:endParaRPr sz="700" dirty="0">
              <a:latin typeface="Arial"/>
              <a:ea typeface="Arial"/>
              <a:cs typeface="Arial"/>
              <a:sym typeface="Arial"/>
            </a:endParaRPr>
          </a:p>
          <a:p>
            <a:pPr marL="3439795" lvl="0" indent="0" algn="ctr" rtl="0">
              <a:lnSpc>
                <a:spcPct val="114285"/>
              </a:lnSpc>
              <a:spcBef>
                <a:spcPts val="0"/>
              </a:spcBef>
              <a:spcAft>
                <a:spcPts val="0"/>
              </a:spcAft>
              <a:buNone/>
            </a:pPr>
            <a:r>
              <a:rPr lang="en-US" sz="700" dirty="0">
                <a:solidFill>
                  <a:srgbClr val="009900"/>
                </a:solidFill>
                <a:latin typeface="Arial"/>
                <a:ea typeface="Arial"/>
                <a:cs typeface="Arial"/>
                <a:sym typeface="Arial"/>
              </a:rPr>
              <a:t>!</a:t>
            </a:r>
            <a:endParaRPr sz="700" dirty="0">
              <a:latin typeface="Arial"/>
              <a:ea typeface="Arial"/>
              <a:cs typeface="Arial"/>
              <a:sym typeface="Arial"/>
            </a:endParaRPr>
          </a:p>
        </p:txBody>
      </p:sp>
      <p:pic>
        <p:nvPicPr>
          <p:cNvPr id="263" name="Google Shape;263;p8"/>
          <p:cNvPicPr preferRelativeResize="0"/>
          <p:nvPr/>
        </p:nvPicPr>
        <p:blipFill>
          <a:blip r:embed="rId8">
            <a:alphaModFix/>
          </a:blip>
          <a:stretch>
            <a:fillRect/>
          </a:stretch>
        </p:blipFill>
        <p:spPr>
          <a:xfrm>
            <a:off x="3767825" y="2309863"/>
            <a:ext cx="695486" cy="189900"/>
          </a:xfrm>
          <a:prstGeom prst="rect">
            <a:avLst/>
          </a:prstGeom>
          <a:noFill/>
          <a:ln>
            <a:noFill/>
          </a:ln>
        </p:spPr>
      </p:pic>
      <p:pic>
        <p:nvPicPr>
          <p:cNvPr id="264" name="Google Shape;264;p8"/>
          <p:cNvPicPr preferRelativeResize="0"/>
          <p:nvPr/>
        </p:nvPicPr>
        <p:blipFill>
          <a:blip r:embed="rId9">
            <a:alphaModFix/>
          </a:blip>
          <a:stretch>
            <a:fillRect/>
          </a:stretch>
        </p:blipFill>
        <p:spPr>
          <a:xfrm>
            <a:off x="3004975" y="1889375"/>
            <a:ext cx="195600" cy="171150"/>
          </a:xfrm>
          <a:prstGeom prst="rect">
            <a:avLst/>
          </a:prstGeom>
          <a:noFill/>
          <a:ln>
            <a:noFill/>
          </a:ln>
        </p:spPr>
      </p:pic>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23673925-03AD-BBAB-1C27-D084C78D8848}"/>
                  </a:ext>
                </a:extLst>
              </p14:cNvPr>
              <p14:cNvContentPartPr/>
              <p14:nvPr/>
            </p14:nvContentPartPr>
            <p14:xfrm>
              <a:off x="161640" y="486360"/>
              <a:ext cx="5565240" cy="2785680"/>
            </p14:xfrm>
          </p:contentPart>
        </mc:Choice>
        <mc:Fallback>
          <p:pic>
            <p:nvPicPr>
              <p:cNvPr id="2" name="Ink 1">
                <a:extLst>
                  <a:ext uri="{FF2B5EF4-FFF2-40B4-BE49-F238E27FC236}">
                    <a16:creationId xmlns:a16="http://schemas.microsoft.com/office/drawing/2014/main" id="{23673925-03AD-BBAB-1C27-D084C78D8848}"/>
                  </a:ext>
                </a:extLst>
              </p:cNvPr>
              <p:cNvPicPr/>
              <p:nvPr/>
            </p:nvPicPr>
            <p:blipFill>
              <a:blip r:embed="rId11"/>
              <a:stretch>
                <a:fillRect/>
              </a:stretch>
            </p:blipFill>
            <p:spPr>
              <a:xfrm>
                <a:off x="152280" y="477000"/>
                <a:ext cx="5583960" cy="2804400"/>
              </a:xfrm>
              <a:prstGeom prst="rect">
                <a:avLst/>
              </a:prstGeom>
            </p:spPr>
          </p:pic>
        </mc:Fallback>
      </mc:AlternateContent>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70" name="Google Shape;270;p9"/>
          <p:cNvPicPr preferRelativeResize="0"/>
          <p:nvPr/>
        </p:nvPicPr>
        <p:blipFill rotWithShape="1">
          <a:blip r:embed="rId3">
            <a:alphaModFix/>
          </a:blip>
          <a:srcRect/>
          <a:stretch/>
        </p:blipFill>
        <p:spPr>
          <a:xfrm>
            <a:off x="343662" y="591032"/>
            <a:ext cx="169964" cy="169964"/>
          </a:xfrm>
          <a:prstGeom prst="rect">
            <a:avLst/>
          </a:prstGeom>
          <a:noFill/>
          <a:ln>
            <a:noFill/>
          </a:ln>
        </p:spPr>
      </p:pic>
      <p:sp>
        <p:nvSpPr>
          <p:cNvPr id="271" name="Google Shape;271;p9"/>
          <p:cNvSpPr txBox="1"/>
          <p:nvPr/>
        </p:nvSpPr>
        <p:spPr>
          <a:xfrm>
            <a:off x="387959" y="59471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272" name="Google Shape;272;p9"/>
          <p:cNvPicPr preferRelativeResize="0"/>
          <p:nvPr/>
        </p:nvPicPr>
        <p:blipFill rotWithShape="1">
          <a:blip r:embed="rId4">
            <a:alphaModFix/>
          </a:blip>
          <a:srcRect/>
          <a:stretch/>
        </p:blipFill>
        <p:spPr>
          <a:xfrm>
            <a:off x="343662" y="859612"/>
            <a:ext cx="169964" cy="169964"/>
          </a:xfrm>
          <a:prstGeom prst="rect">
            <a:avLst/>
          </a:prstGeom>
          <a:noFill/>
          <a:ln>
            <a:noFill/>
          </a:ln>
        </p:spPr>
      </p:pic>
      <p:sp>
        <p:nvSpPr>
          <p:cNvPr id="273" name="Google Shape;273;p9"/>
          <p:cNvSpPr txBox="1"/>
          <p:nvPr/>
        </p:nvSpPr>
        <p:spPr>
          <a:xfrm>
            <a:off x="387959" y="863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2</a:t>
            </a:r>
            <a:endParaRPr sz="800">
              <a:latin typeface="Calibri"/>
              <a:ea typeface="Calibri"/>
              <a:cs typeface="Calibri"/>
              <a:sym typeface="Calibri"/>
            </a:endParaRPr>
          </a:p>
        </p:txBody>
      </p:sp>
      <p:pic>
        <p:nvPicPr>
          <p:cNvPr id="274" name="Google Shape;274;p9"/>
          <p:cNvPicPr preferRelativeResize="0"/>
          <p:nvPr/>
        </p:nvPicPr>
        <p:blipFill rotWithShape="1">
          <a:blip r:embed="rId5">
            <a:alphaModFix/>
          </a:blip>
          <a:srcRect/>
          <a:stretch/>
        </p:blipFill>
        <p:spPr>
          <a:xfrm>
            <a:off x="343662" y="1128179"/>
            <a:ext cx="169964" cy="169964"/>
          </a:xfrm>
          <a:prstGeom prst="rect">
            <a:avLst/>
          </a:prstGeom>
          <a:noFill/>
          <a:ln>
            <a:noFill/>
          </a:ln>
        </p:spPr>
      </p:pic>
      <p:sp>
        <p:nvSpPr>
          <p:cNvPr id="275" name="Google Shape;275;p9"/>
          <p:cNvSpPr txBox="1"/>
          <p:nvPr/>
        </p:nvSpPr>
        <p:spPr>
          <a:xfrm>
            <a:off x="387959" y="1131860"/>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276" name="Google Shape;276;p9"/>
          <p:cNvPicPr preferRelativeResize="0"/>
          <p:nvPr/>
        </p:nvPicPr>
        <p:blipFill rotWithShape="1">
          <a:blip r:embed="rId6">
            <a:alphaModFix/>
          </a:blip>
          <a:srcRect/>
          <a:stretch/>
        </p:blipFill>
        <p:spPr>
          <a:xfrm>
            <a:off x="343662" y="1396758"/>
            <a:ext cx="169964" cy="169964"/>
          </a:xfrm>
          <a:prstGeom prst="rect">
            <a:avLst/>
          </a:prstGeom>
          <a:noFill/>
          <a:ln>
            <a:noFill/>
          </a:ln>
        </p:spPr>
      </p:pic>
      <p:sp>
        <p:nvSpPr>
          <p:cNvPr id="277" name="Google Shape;277;p9"/>
          <p:cNvSpPr txBox="1"/>
          <p:nvPr/>
        </p:nvSpPr>
        <p:spPr>
          <a:xfrm>
            <a:off x="387959" y="1400440"/>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278" name="Google Shape;278;p9"/>
          <p:cNvPicPr preferRelativeResize="0"/>
          <p:nvPr/>
        </p:nvPicPr>
        <p:blipFill rotWithShape="1">
          <a:blip r:embed="rId7">
            <a:alphaModFix/>
          </a:blip>
          <a:srcRect/>
          <a:stretch/>
        </p:blipFill>
        <p:spPr>
          <a:xfrm>
            <a:off x="343662" y="1665338"/>
            <a:ext cx="169964" cy="169964"/>
          </a:xfrm>
          <a:prstGeom prst="rect">
            <a:avLst/>
          </a:prstGeom>
          <a:noFill/>
          <a:ln>
            <a:noFill/>
          </a:ln>
        </p:spPr>
      </p:pic>
      <p:sp>
        <p:nvSpPr>
          <p:cNvPr id="279" name="Google Shape;279;p9"/>
          <p:cNvSpPr txBox="1"/>
          <p:nvPr/>
        </p:nvSpPr>
        <p:spPr>
          <a:xfrm>
            <a:off x="387959" y="166900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280" name="Google Shape;280;p9"/>
          <p:cNvPicPr preferRelativeResize="0"/>
          <p:nvPr/>
        </p:nvPicPr>
        <p:blipFill rotWithShape="1">
          <a:blip r:embed="rId8">
            <a:alphaModFix/>
          </a:blip>
          <a:srcRect/>
          <a:stretch/>
        </p:blipFill>
        <p:spPr>
          <a:xfrm>
            <a:off x="343649" y="1933905"/>
            <a:ext cx="169964" cy="169964"/>
          </a:xfrm>
          <a:prstGeom prst="rect">
            <a:avLst/>
          </a:prstGeom>
          <a:noFill/>
          <a:ln>
            <a:noFill/>
          </a:ln>
        </p:spPr>
      </p:pic>
      <p:sp>
        <p:nvSpPr>
          <p:cNvPr id="281" name="Google Shape;281;p9"/>
          <p:cNvSpPr txBox="1"/>
          <p:nvPr/>
        </p:nvSpPr>
        <p:spPr>
          <a:xfrm>
            <a:off x="387959" y="193758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282" name="Google Shape;282;p9"/>
          <p:cNvPicPr preferRelativeResize="0"/>
          <p:nvPr/>
        </p:nvPicPr>
        <p:blipFill rotWithShape="1">
          <a:blip r:embed="rId9">
            <a:alphaModFix/>
          </a:blip>
          <a:srcRect/>
          <a:stretch/>
        </p:blipFill>
        <p:spPr>
          <a:xfrm>
            <a:off x="343649" y="2202484"/>
            <a:ext cx="169964" cy="169964"/>
          </a:xfrm>
          <a:prstGeom prst="rect">
            <a:avLst/>
          </a:prstGeom>
          <a:noFill/>
          <a:ln>
            <a:noFill/>
          </a:ln>
        </p:spPr>
      </p:pic>
      <p:sp>
        <p:nvSpPr>
          <p:cNvPr id="283" name="Google Shape;283;p9"/>
          <p:cNvSpPr txBox="1"/>
          <p:nvPr/>
        </p:nvSpPr>
        <p:spPr>
          <a:xfrm>
            <a:off x="387959" y="220616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284" name="Google Shape;284;p9"/>
          <p:cNvPicPr preferRelativeResize="0"/>
          <p:nvPr/>
        </p:nvPicPr>
        <p:blipFill rotWithShape="1">
          <a:blip r:embed="rId10">
            <a:alphaModFix/>
          </a:blip>
          <a:srcRect/>
          <a:stretch/>
        </p:blipFill>
        <p:spPr>
          <a:xfrm>
            <a:off x="343649" y="2471064"/>
            <a:ext cx="169964" cy="169964"/>
          </a:xfrm>
          <a:prstGeom prst="rect">
            <a:avLst/>
          </a:prstGeom>
          <a:noFill/>
          <a:ln>
            <a:noFill/>
          </a:ln>
        </p:spPr>
      </p:pic>
      <p:sp>
        <p:nvSpPr>
          <p:cNvPr id="285" name="Google Shape;285;p9"/>
          <p:cNvSpPr txBox="1"/>
          <p:nvPr/>
        </p:nvSpPr>
        <p:spPr>
          <a:xfrm>
            <a:off x="387959" y="2474733"/>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pic>
        <p:nvPicPr>
          <p:cNvPr id="286" name="Google Shape;286;p9"/>
          <p:cNvPicPr preferRelativeResize="0"/>
          <p:nvPr/>
        </p:nvPicPr>
        <p:blipFill rotWithShape="1">
          <a:blip r:embed="rId11">
            <a:alphaModFix/>
          </a:blip>
          <a:srcRect/>
          <a:stretch/>
        </p:blipFill>
        <p:spPr>
          <a:xfrm>
            <a:off x="343649" y="2739631"/>
            <a:ext cx="169964" cy="169964"/>
          </a:xfrm>
          <a:prstGeom prst="rect">
            <a:avLst/>
          </a:prstGeom>
          <a:noFill/>
          <a:ln>
            <a:noFill/>
          </a:ln>
        </p:spPr>
      </p:pic>
      <p:sp>
        <p:nvSpPr>
          <p:cNvPr id="287" name="Google Shape;287;p9"/>
          <p:cNvSpPr txBox="1"/>
          <p:nvPr/>
        </p:nvSpPr>
        <p:spPr>
          <a:xfrm>
            <a:off x="387959" y="27433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9</a:t>
            </a:r>
            <a:endParaRPr sz="800">
              <a:latin typeface="Calibri"/>
              <a:ea typeface="Calibri"/>
              <a:cs typeface="Calibri"/>
              <a:sym typeface="Calibri"/>
            </a:endParaRPr>
          </a:p>
        </p:txBody>
      </p:sp>
      <p:sp>
        <p:nvSpPr>
          <p:cNvPr id="288" name="Google Shape;288;p9"/>
          <p:cNvSpPr txBox="1"/>
          <p:nvPr/>
        </p:nvSpPr>
        <p:spPr>
          <a:xfrm>
            <a:off x="563029" y="476951"/>
            <a:ext cx="3339600" cy="2397300"/>
          </a:xfrm>
          <a:prstGeom prst="rect">
            <a:avLst/>
          </a:prstGeom>
          <a:noFill/>
          <a:ln>
            <a:noFill/>
          </a:ln>
        </p:spPr>
        <p:txBody>
          <a:bodyPr spcFirstLastPara="1" wrap="square" lIns="0" tIns="11425" rIns="0" bIns="0" anchor="t" anchorCtr="0">
            <a:spAutoFit/>
          </a:bodyPr>
          <a:lstStyle/>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M</a:t>
            </a:r>
            <a:r>
              <a:rPr lang="en-US" sz="1400" u="sng" cap="small">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otivation</a:t>
            </a:r>
            <a:r>
              <a:rPr lang="en-US" sz="1400" u="sng">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T</a:t>
            </a:r>
            <a:r>
              <a:rPr lang="en-US" sz="1400" u="sng" cap="small">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he</a:t>
            </a:r>
            <a:r>
              <a:rPr lang="en-US" sz="1400" u="sng">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XOR P</a:t>
            </a:r>
            <a:r>
              <a:rPr lang="en-US" sz="1400" u="sng" cap="small">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roblem</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N</a:t>
            </a:r>
            <a:r>
              <a:rPr lang="en-US" sz="1400" u="sng" cap="small">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on</a:t>
            </a:r>
            <a:r>
              <a:rPr lang="en-US" sz="1400" u="sng">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-L</a:t>
            </a:r>
            <a:r>
              <a:rPr lang="en-US" sz="1400" u="sng" cap="small">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inearity</a:t>
            </a:r>
            <a:r>
              <a:rPr lang="en-US" sz="1400" u="sng">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a:t>
            </a:r>
            <a:r>
              <a:rPr lang="en-US" sz="1400" u="sng" cap="small">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in</a:t>
            </a:r>
            <a:r>
              <a:rPr lang="en-US" sz="1400" u="sng">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N</a:t>
            </a:r>
            <a:r>
              <a:rPr lang="en-US" sz="1400" u="sng" cap="small">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eural</a:t>
            </a:r>
            <a:r>
              <a:rPr lang="en-US" sz="1400" u="sng">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N</a:t>
            </a:r>
            <a:r>
              <a:rPr lang="en-US" sz="1400" u="sng" cap="small">
                <a:solidFill>
                  <a:srgbClr val="3333B2"/>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etworks</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T</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he</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F</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our</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C</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omponents</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of</a:t>
            </a:r>
            <a:r>
              <a:rPr lang="en-US" sz="1400" u="sng">
                <a:solidFill>
                  <a:srgbClr val="D6D6EF"/>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DFNN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T</a:t>
            </a:r>
            <a:r>
              <a:rPr lang="en-US" sz="1400" u="sng" cap="small">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raining</a:t>
            </a:r>
            <a:r>
              <a:rPr lang="en-US" sz="1400" u="sng">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 DFNN</a:t>
            </a:r>
            <a:endParaRPr sz="1400">
              <a:latin typeface="Calibri"/>
              <a:ea typeface="Calibri"/>
              <a:cs typeface="Calibri"/>
              <a:sym typeface="Calibri"/>
            </a:endParaRPr>
          </a:p>
          <a:p>
            <a:pPr marL="12700" lvl="0" indent="0" algn="l" rtl="0">
              <a:lnSpc>
                <a:spcPct val="100000"/>
              </a:lnSpc>
              <a:spcBef>
                <a:spcPts val="434"/>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aking</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P</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redictions</a:t>
            </a:r>
            <a:endParaRPr sz="1400">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mpact</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of</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D</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epth</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and</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W</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idth</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DFNN A</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rchitecture</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D</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esign</a:t>
            </a:r>
            <a:r>
              <a:rPr lang="en-US" sz="1400">
                <a:solidFill>
                  <a:srgbClr val="D6D6EF"/>
                </a:solidFill>
                <a:latin typeface="Calibri"/>
                <a:ea typeface="Calibri"/>
                <a:cs typeface="Calibri"/>
                <a:sym typeface="Calibri"/>
              </a:rPr>
              <a:t> </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mplementation</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T</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S</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ummary</a:t>
            </a:r>
            <a:endParaRPr sz="1400">
              <a:latin typeface="Calibri"/>
              <a:ea typeface="Calibri"/>
              <a:cs typeface="Calibri"/>
              <a:sym typeface="Calibri"/>
            </a:endParaRPr>
          </a:p>
        </p:txBody>
      </p:sp>
      <p:grpSp>
        <p:nvGrpSpPr>
          <p:cNvPr id="289" name="Google Shape;289;p9"/>
          <p:cNvGrpSpPr/>
          <p:nvPr/>
        </p:nvGrpSpPr>
        <p:grpSpPr>
          <a:xfrm>
            <a:off x="0" y="3141936"/>
            <a:ext cx="5760261" cy="92075"/>
            <a:chOff x="0" y="3141936"/>
            <a:chExt cx="5760261" cy="92075"/>
          </a:xfrm>
        </p:grpSpPr>
        <p:sp>
          <p:nvSpPr>
            <p:cNvPr id="290" name="Google Shape;290;p9"/>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1" name="Google Shape;291;p9"/>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2" name="Google Shape;292;p9"/>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93" name="Google Shape;293;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94" name="Google Shape;294;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6" action="ppaction://hlinksldjump"/>
              </a:rPr>
              <a:t>D</a:t>
            </a:r>
            <a:r>
              <a:rPr lang="en-US" sz="600" u="sng" cap="small">
                <a:solidFill>
                  <a:schemeClr val="hlink"/>
                </a:solidFill>
                <a:latin typeface="Calibri"/>
                <a:ea typeface="Calibri"/>
                <a:cs typeface="Calibri"/>
                <a:sym typeface="Calibri"/>
                <a:hlinkClick r:id="rId16" action="ppaction://hlinksldjump"/>
              </a:rPr>
              <a:t>eep</a:t>
            </a:r>
            <a:r>
              <a:rPr lang="en-US" sz="600" u="sng">
                <a:solidFill>
                  <a:schemeClr val="hlink"/>
                </a:solidFill>
                <a:latin typeface="Calibri"/>
                <a:ea typeface="Calibri"/>
                <a:cs typeface="Calibri"/>
                <a:sym typeface="Calibri"/>
                <a:hlinkClick r:id="rId16" action="ppaction://hlinksldjump"/>
              </a:rPr>
              <a:t> L</a:t>
            </a:r>
            <a:r>
              <a:rPr lang="en-US" sz="600" u="sng" cap="small">
                <a:solidFill>
                  <a:schemeClr val="hlink"/>
                </a:solidFill>
                <a:latin typeface="Calibri"/>
                <a:ea typeface="Calibri"/>
                <a:cs typeface="Calibri"/>
                <a:sym typeface="Calibri"/>
                <a:hlinkClick r:id="rId16" action="ppaction://hlinksldjump"/>
              </a:rPr>
              <a:t>earning</a:t>
            </a:r>
            <a:endParaRPr sz="600">
              <a:latin typeface="Calibri"/>
              <a:ea typeface="Calibri"/>
              <a:cs typeface="Calibri"/>
              <a:sym typeface="Calibri"/>
            </a:endParaRPr>
          </a:p>
        </p:txBody>
      </p:sp>
      <p:sp>
        <p:nvSpPr>
          <p:cNvPr id="295" name="Google Shape;295;p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9</a:t>
            </a:fld>
            <a:r>
              <a:rPr lang="en-US"/>
              <a:t> / 67</a:t>
            </a:r>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10"/>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N</a:t>
            </a:r>
            <a:r>
              <a:rPr lang="en-US" cap="small">
                <a:solidFill>
                  <a:srgbClr val="FFFFFF"/>
                </a:solidFill>
              </a:rPr>
              <a:t>on</a:t>
            </a:r>
            <a:r>
              <a:rPr lang="en-US">
                <a:solidFill>
                  <a:srgbClr val="FFFFFF"/>
                </a:solidFill>
              </a:rPr>
              <a:t>-L</a:t>
            </a:r>
            <a:r>
              <a:rPr lang="en-US" cap="small">
                <a:solidFill>
                  <a:srgbClr val="FFFFFF"/>
                </a:solidFill>
              </a:rPr>
              <a:t>inearity</a:t>
            </a:r>
            <a:r>
              <a:rPr lang="en-US">
                <a:solidFill>
                  <a:srgbClr val="FFFFFF"/>
                </a:solidFill>
              </a:rPr>
              <a:t>?</a:t>
            </a:r>
            <a:endParaRPr/>
          </a:p>
        </p:txBody>
      </p:sp>
      <p:grpSp>
        <p:nvGrpSpPr>
          <p:cNvPr id="301" name="Google Shape;301;p10"/>
          <p:cNvGrpSpPr/>
          <p:nvPr/>
        </p:nvGrpSpPr>
        <p:grpSpPr>
          <a:xfrm>
            <a:off x="309193" y="785672"/>
            <a:ext cx="5192466" cy="1158978"/>
            <a:chOff x="309193" y="785672"/>
            <a:chExt cx="5192466" cy="1158978"/>
          </a:xfrm>
        </p:grpSpPr>
        <p:sp>
          <p:nvSpPr>
            <p:cNvPr id="302" name="Google Shape;302;p10"/>
            <p:cNvSpPr/>
            <p:nvPr/>
          </p:nvSpPr>
          <p:spPr>
            <a:xfrm>
              <a:off x="309193" y="785672"/>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303" name="Google Shape;303;p10"/>
            <p:cNvPicPr preferRelativeResize="0"/>
            <p:nvPr/>
          </p:nvPicPr>
          <p:blipFill rotWithShape="1">
            <a:blip r:embed="rId3">
              <a:alphaModFix/>
            </a:blip>
            <a:srcRect/>
            <a:stretch/>
          </p:blipFill>
          <p:spPr>
            <a:xfrm>
              <a:off x="309193" y="979906"/>
              <a:ext cx="5141666" cy="50609"/>
            </a:xfrm>
            <a:prstGeom prst="rect">
              <a:avLst/>
            </a:prstGeom>
            <a:noFill/>
            <a:ln>
              <a:noFill/>
            </a:ln>
          </p:spPr>
        </p:pic>
        <p:pic>
          <p:nvPicPr>
            <p:cNvPr id="304" name="Google Shape;304;p10"/>
            <p:cNvPicPr preferRelativeResize="0"/>
            <p:nvPr/>
          </p:nvPicPr>
          <p:blipFill rotWithShape="1">
            <a:blip r:embed="rId4">
              <a:alphaModFix/>
            </a:blip>
            <a:srcRect/>
            <a:stretch/>
          </p:blipFill>
          <p:spPr>
            <a:xfrm>
              <a:off x="359994" y="1843049"/>
              <a:ext cx="101600" cy="101600"/>
            </a:xfrm>
            <a:prstGeom prst="rect">
              <a:avLst/>
            </a:prstGeom>
            <a:noFill/>
            <a:ln>
              <a:noFill/>
            </a:ln>
          </p:spPr>
        </p:pic>
        <p:pic>
          <p:nvPicPr>
            <p:cNvPr id="305" name="Google Shape;305;p10"/>
            <p:cNvPicPr preferRelativeResize="0"/>
            <p:nvPr/>
          </p:nvPicPr>
          <p:blipFill rotWithShape="1">
            <a:blip r:embed="rId5">
              <a:alphaModFix/>
            </a:blip>
            <a:srcRect/>
            <a:stretch/>
          </p:blipFill>
          <p:spPr>
            <a:xfrm>
              <a:off x="410794" y="1830349"/>
              <a:ext cx="5090865" cy="114301"/>
            </a:xfrm>
            <a:prstGeom prst="rect">
              <a:avLst/>
            </a:prstGeom>
            <a:noFill/>
            <a:ln>
              <a:noFill/>
            </a:ln>
          </p:spPr>
        </p:pic>
        <p:pic>
          <p:nvPicPr>
            <p:cNvPr id="306" name="Google Shape;306;p10"/>
            <p:cNvPicPr preferRelativeResize="0"/>
            <p:nvPr/>
          </p:nvPicPr>
          <p:blipFill rotWithShape="1">
            <a:blip r:embed="rId6">
              <a:alphaModFix/>
            </a:blip>
            <a:srcRect/>
            <a:stretch/>
          </p:blipFill>
          <p:spPr>
            <a:xfrm>
              <a:off x="5450859" y="829906"/>
              <a:ext cx="50800" cy="1013142"/>
            </a:xfrm>
            <a:prstGeom prst="rect">
              <a:avLst/>
            </a:prstGeom>
            <a:noFill/>
            <a:ln>
              <a:noFill/>
            </a:ln>
          </p:spPr>
        </p:pic>
        <p:sp>
          <p:nvSpPr>
            <p:cNvPr id="307" name="Google Shape;307;p10"/>
            <p:cNvSpPr/>
            <p:nvPr/>
          </p:nvSpPr>
          <p:spPr>
            <a:xfrm>
              <a:off x="309193" y="1024180"/>
              <a:ext cx="5142230" cy="869950"/>
            </a:xfrm>
            <a:custGeom>
              <a:avLst/>
              <a:gdLst/>
              <a:ahLst/>
              <a:cxnLst/>
              <a:rect l="l" t="t" r="r" b="b"/>
              <a:pathLst>
                <a:path w="5142230" h="869950" extrusionOk="0">
                  <a:moveTo>
                    <a:pt x="5141666" y="0"/>
                  </a:moveTo>
                  <a:lnTo>
                    <a:pt x="0" y="0"/>
                  </a:lnTo>
                  <a:lnTo>
                    <a:pt x="0" y="818868"/>
                  </a:lnTo>
                  <a:lnTo>
                    <a:pt x="4008" y="838593"/>
                  </a:lnTo>
                  <a:lnTo>
                    <a:pt x="14922" y="854746"/>
                  </a:lnTo>
                  <a:lnTo>
                    <a:pt x="31075" y="865660"/>
                  </a:lnTo>
                  <a:lnTo>
                    <a:pt x="50800" y="869669"/>
                  </a:lnTo>
                  <a:lnTo>
                    <a:pt x="5090865" y="869669"/>
                  </a:lnTo>
                  <a:lnTo>
                    <a:pt x="5110590" y="865660"/>
                  </a:lnTo>
                  <a:lnTo>
                    <a:pt x="5126743" y="854746"/>
                  </a:lnTo>
                  <a:lnTo>
                    <a:pt x="5137657" y="838593"/>
                  </a:lnTo>
                  <a:lnTo>
                    <a:pt x="5141666" y="818868"/>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8" name="Google Shape;308;p10"/>
            <p:cNvSpPr/>
            <p:nvPr/>
          </p:nvSpPr>
          <p:spPr>
            <a:xfrm>
              <a:off x="5450859" y="867998"/>
              <a:ext cx="0" cy="994410"/>
            </a:xfrm>
            <a:custGeom>
              <a:avLst/>
              <a:gdLst/>
              <a:ahLst/>
              <a:cxnLst/>
              <a:rect l="l" t="t" r="r" b="b"/>
              <a:pathLst>
                <a:path w="120000" h="994410" extrusionOk="0">
                  <a:moveTo>
                    <a:pt x="0" y="994100"/>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 name="Google Shape;309;p10"/>
            <p:cNvSpPr/>
            <p:nvPr/>
          </p:nvSpPr>
          <p:spPr>
            <a:xfrm>
              <a:off x="5450859" y="855298"/>
              <a:ext cx="0" cy="12700"/>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 name="Google Shape;310;p10"/>
            <p:cNvSpPr/>
            <p:nvPr/>
          </p:nvSpPr>
          <p:spPr>
            <a:xfrm>
              <a:off x="5450859" y="842598"/>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 name="Google Shape;311;p10"/>
            <p:cNvSpPr/>
            <p:nvPr/>
          </p:nvSpPr>
          <p:spPr>
            <a:xfrm>
              <a:off x="5450859" y="829898"/>
              <a:ext cx="0" cy="12700"/>
            </a:xfrm>
            <a:custGeom>
              <a:avLst/>
              <a:gdLst/>
              <a:ahLst/>
              <a:cxnLst/>
              <a:rect l="l" t="t" r="r" b="b"/>
              <a:pathLst>
                <a:path w="120000" h="12700" extrusionOk="0">
                  <a:moveTo>
                    <a:pt x="0" y="12699"/>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 name="Google Shape;312;p10"/>
            <p:cNvSpPr/>
            <p:nvPr/>
          </p:nvSpPr>
          <p:spPr>
            <a:xfrm>
              <a:off x="5450859" y="810848"/>
              <a:ext cx="0" cy="1905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3" name="Google Shape;313;p10"/>
          <p:cNvSpPr txBox="1"/>
          <p:nvPr/>
        </p:nvSpPr>
        <p:spPr>
          <a:xfrm>
            <a:off x="347294" y="716100"/>
            <a:ext cx="4031615" cy="473709"/>
          </a:xfrm>
          <a:prstGeom prst="rect">
            <a:avLst/>
          </a:prstGeom>
          <a:noFill/>
          <a:ln>
            <a:noFill/>
          </a:ln>
        </p:spPr>
        <p:txBody>
          <a:bodyPr spcFirstLastPara="1" wrap="square" lIns="0" tIns="53975" rIns="0" bIns="0" anchor="t" anchorCtr="0">
            <a:spAutoFit/>
          </a:bodyPr>
          <a:lstStyle/>
          <a:p>
            <a:pPr marL="127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12700" lvl="0" indent="0" algn="l" rtl="0">
              <a:lnSpc>
                <a:spcPct val="100000"/>
              </a:lnSpc>
              <a:spcBef>
                <a:spcPts val="254"/>
              </a:spcBef>
              <a:spcAft>
                <a:spcPts val="0"/>
              </a:spcAft>
              <a:buNone/>
            </a:pPr>
            <a:r>
              <a:rPr lang="en-US" sz="1050">
                <a:latin typeface="Arial"/>
                <a:ea typeface="Arial"/>
                <a:cs typeface="Arial"/>
                <a:sym typeface="Arial"/>
              </a:rPr>
              <a:t>A function </a:t>
            </a:r>
            <a:r>
              <a:rPr lang="en-US" sz="1050" i="1">
                <a:latin typeface="Arial"/>
                <a:ea typeface="Arial"/>
                <a:cs typeface="Arial"/>
                <a:sym typeface="Arial"/>
              </a:rPr>
              <a:t>f </a:t>
            </a:r>
            <a:r>
              <a:rPr lang="en-US" sz="1050">
                <a:latin typeface="Arial"/>
                <a:ea typeface="Arial"/>
                <a:cs typeface="Arial"/>
                <a:sym typeface="Arial"/>
              </a:rPr>
              <a:t>is </a:t>
            </a:r>
            <a:r>
              <a:rPr lang="en-US" sz="1050">
                <a:solidFill>
                  <a:srgbClr val="1B1472"/>
                </a:solidFill>
                <a:latin typeface="Arial"/>
                <a:ea typeface="Arial"/>
                <a:cs typeface="Arial"/>
                <a:sym typeface="Arial"/>
              </a:rPr>
              <a:t>non-linear </a:t>
            </a:r>
            <a:r>
              <a:rPr lang="en-US" sz="1050">
                <a:latin typeface="Arial"/>
                <a:ea typeface="Arial"/>
                <a:cs typeface="Arial"/>
                <a:sym typeface="Arial"/>
              </a:rPr>
              <a:t>if it does not satisfy the linearity property:</a:t>
            </a:r>
            <a:endParaRPr sz="1050">
              <a:latin typeface="Arial"/>
              <a:ea typeface="Arial"/>
              <a:cs typeface="Arial"/>
              <a:sym typeface="Arial"/>
            </a:endParaRPr>
          </a:p>
        </p:txBody>
      </p:sp>
      <p:sp>
        <p:nvSpPr>
          <p:cNvPr id="314" name="Google Shape;314;p10"/>
          <p:cNvSpPr txBox="1"/>
          <p:nvPr/>
        </p:nvSpPr>
        <p:spPr>
          <a:xfrm>
            <a:off x="1870125" y="1320075"/>
            <a:ext cx="2363100" cy="1968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ax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bx</a:t>
            </a:r>
            <a:r>
              <a:rPr lang="en-US" sz="1050" baseline="-25000">
                <a:latin typeface="Arial"/>
                <a:ea typeface="Arial"/>
                <a:cs typeface="Arial"/>
                <a:sym typeface="Arial"/>
              </a:rPr>
              <a:t>2</a:t>
            </a:r>
            <a:r>
              <a:rPr lang="en-US" sz="1200">
                <a:latin typeface="Tahoma"/>
                <a:ea typeface="Tahoma"/>
                <a:cs typeface="Tahoma"/>
                <a:sym typeface="Tahoma"/>
              </a:rPr>
              <a:t>) ≠ </a:t>
            </a:r>
            <a:r>
              <a:rPr lang="en-US" sz="1050" i="1">
                <a:latin typeface="Arial"/>
                <a:ea typeface="Arial"/>
                <a:cs typeface="Arial"/>
                <a:sym typeface="Arial"/>
              </a:rPr>
              <a:t>a f </a:t>
            </a:r>
            <a:r>
              <a:rPr lang="en-US" sz="1200">
                <a:latin typeface="Tahoma"/>
                <a:ea typeface="Tahoma"/>
                <a:cs typeface="Tahoma"/>
                <a:sym typeface="Tahoma"/>
              </a:rPr>
              <a:t>(</a:t>
            </a:r>
            <a:r>
              <a:rPr lang="en-US" sz="1050" i="1">
                <a:latin typeface="Arial"/>
                <a:ea typeface="Arial"/>
                <a:cs typeface="Arial"/>
                <a:sym typeface="Arial"/>
              </a:rPr>
              <a:t>x</a:t>
            </a:r>
            <a:r>
              <a:rPr lang="en-US" sz="1050" baseline="-25000">
                <a:latin typeface="Arial"/>
                <a:ea typeface="Arial"/>
                <a:cs typeface="Arial"/>
                <a:sym typeface="Arial"/>
              </a:rPr>
              <a:t>1</a:t>
            </a:r>
            <a:r>
              <a:rPr lang="en-US" sz="1200">
                <a:latin typeface="Tahoma"/>
                <a:ea typeface="Tahoma"/>
                <a:cs typeface="Tahoma"/>
                <a:sym typeface="Tahoma"/>
              </a:rPr>
              <a:t>) + </a:t>
            </a:r>
            <a:r>
              <a:rPr lang="en-US" sz="1050" i="1">
                <a:latin typeface="Arial"/>
                <a:ea typeface="Arial"/>
                <a:cs typeface="Arial"/>
                <a:sym typeface="Arial"/>
              </a:rPr>
              <a:t>b f </a:t>
            </a:r>
            <a:r>
              <a:rPr lang="en-US" sz="1200">
                <a:latin typeface="Tahoma"/>
                <a:ea typeface="Tahoma"/>
                <a:cs typeface="Tahoma"/>
                <a:sym typeface="Tahoma"/>
              </a:rPr>
              <a:t>(</a:t>
            </a:r>
            <a:r>
              <a:rPr lang="en-US" sz="1050" i="1">
                <a:latin typeface="Arial"/>
                <a:ea typeface="Arial"/>
                <a:cs typeface="Arial"/>
                <a:sym typeface="Arial"/>
              </a:rPr>
              <a:t>x</a:t>
            </a:r>
            <a:r>
              <a:rPr lang="en-US" sz="1050" baseline="-25000">
                <a:latin typeface="Arial"/>
                <a:ea typeface="Arial"/>
                <a:cs typeface="Arial"/>
                <a:sym typeface="Arial"/>
              </a:rPr>
              <a:t>2</a:t>
            </a:r>
            <a:r>
              <a:rPr lang="en-US" sz="1200">
                <a:latin typeface="Tahoma"/>
                <a:ea typeface="Tahoma"/>
                <a:cs typeface="Tahoma"/>
                <a:sym typeface="Tahoma"/>
              </a:rPr>
              <a:t>)</a:t>
            </a:r>
            <a:endParaRPr sz="1200">
              <a:latin typeface="Tahoma"/>
              <a:ea typeface="Tahoma"/>
              <a:cs typeface="Tahoma"/>
              <a:sym typeface="Tahoma"/>
            </a:endParaRPr>
          </a:p>
        </p:txBody>
      </p:sp>
      <p:sp>
        <p:nvSpPr>
          <p:cNvPr id="315" name="Google Shape;315;p10"/>
          <p:cNvSpPr txBox="1"/>
          <p:nvPr/>
        </p:nvSpPr>
        <p:spPr>
          <a:xfrm>
            <a:off x="5220322" y="1335257"/>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a:t>
            </a:r>
            <a:endParaRPr sz="1050">
              <a:latin typeface="Arial"/>
              <a:ea typeface="Arial"/>
              <a:cs typeface="Arial"/>
              <a:sym typeface="Arial"/>
            </a:endParaRPr>
          </a:p>
        </p:txBody>
      </p:sp>
      <p:grpSp>
        <p:nvGrpSpPr>
          <p:cNvPr id="316" name="Google Shape;316;p10"/>
          <p:cNvGrpSpPr/>
          <p:nvPr/>
        </p:nvGrpSpPr>
        <p:grpSpPr>
          <a:xfrm>
            <a:off x="513702" y="2349563"/>
            <a:ext cx="69291" cy="290715"/>
            <a:chOff x="513702" y="2349563"/>
            <a:chExt cx="69291" cy="290715"/>
          </a:xfrm>
        </p:grpSpPr>
        <p:pic>
          <p:nvPicPr>
            <p:cNvPr id="317" name="Google Shape;317;p10"/>
            <p:cNvPicPr preferRelativeResize="0"/>
            <p:nvPr/>
          </p:nvPicPr>
          <p:blipFill rotWithShape="1">
            <a:blip r:embed="rId7">
              <a:alphaModFix/>
            </a:blip>
            <a:srcRect/>
            <a:stretch/>
          </p:blipFill>
          <p:spPr>
            <a:xfrm>
              <a:off x="513702" y="2349563"/>
              <a:ext cx="69291" cy="69291"/>
            </a:xfrm>
            <a:prstGeom prst="rect">
              <a:avLst/>
            </a:prstGeom>
            <a:noFill/>
            <a:ln>
              <a:noFill/>
            </a:ln>
          </p:spPr>
        </p:pic>
        <p:pic>
          <p:nvPicPr>
            <p:cNvPr id="318" name="Google Shape;318;p10"/>
            <p:cNvPicPr preferRelativeResize="0"/>
            <p:nvPr/>
          </p:nvPicPr>
          <p:blipFill rotWithShape="1">
            <a:blip r:embed="rId8">
              <a:alphaModFix/>
            </a:blip>
            <a:srcRect/>
            <a:stretch/>
          </p:blipFill>
          <p:spPr>
            <a:xfrm>
              <a:off x="513702" y="2570987"/>
              <a:ext cx="69291" cy="69291"/>
            </a:xfrm>
            <a:prstGeom prst="rect">
              <a:avLst/>
            </a:prstGeom>
            <a:noFill/>
            <a:ln>
              <a:noFill/>
            </a:ln>
          </p:spPr>
        </p:pic>
      </p:grpSp>
      <p:sp>
        <p:nvSpPr>
          <p:cNvPr id="319" name="Google Shape;319;p10"/>
          <p:cNvSpPr txBox="1"/>
          <p:nvPr/>
        </p:nvSpPr>
        <p:spPr>
          <a:xfrm>
            <a:off x="309194" y="1655366"/>
            <a:ext cx="4472305" cy="1028065"/>
          </a:xfrm>
          <a:prstGeom prst="rect">
            <a:avLst/>
          </a:prstGeom>
          <a:noFill/>
          <a:ln>
            <a:noFill/>
          </a:ln>
        </p:spPr>
        <p:txBody>
          <a:bodyPr spcFirstLastPara="1" wrap="square" lIns="0" tIns="12050" rIns="0" bIns="0" anchor="t" anchorCtr="0">
            <a:spAutoFit/>
          </a:bodyPr>
          <a:lstStyle/>
          <a:p>
            <a:pPr marL="50800" lvl="0" indent="0" algn="l" rtl="0">
              <a:lnSpc>
                <a:spcPct val="100000"/>
              </a:lnSpc>
              <a:spcBef>
                <a:spcPts val="0"/>
              </a:spcBef>
              <a:spcAft>
                <a:spcPts val="0"/>
              </a:spcAft>
              <a:buNone/>
            </a:pPr>
            <a:r>
              <a:rPr lang="en-US" sz="1050">
                <a:latin typeface="Arial"/>
                <a:ea typeface="Arial"/>
                <a:cs typeface="Arial"/>
                <a:sym typeface="Arial"/>
              </a:rPr>
              <a:t>for all scalars </a:t>
            </a:r>
            <a:r>
              <a:rPr lang="en-US" sz="1050" i="1">
                <a:latin typeface="Arial"/>
                <a:ea typeface="Arial"/>
                <a:cs typeface="Arial"/>
                <a:sym typeface="Arial"/>
              </a:rPr>
              <a:t>a</a:t>
            </a:r>
            <a:r>
              <a:rPr lang="en-US" sz="1200" i="1">
                <a:latin typeface="Calibri"/>
                <a:ea typeface="Calibri"/>
                <a:cs typeface="Calibri"/>
                <a:sym typeface="Calibri"/>
              </a:rPr>
              <a:t>, </a:t>
            </a:r>
            <a:r>
              <a:rPr lang="en-US" sz="1050" i="1">
                <a:latin typeface="Arial"/>
                <a:ea typeface="Arial"/>
                <a:cs typeface="Arial"/>
                <a:sym typeface="Arial"/>
              </a:rPr>
              <a:t>b </a:t>
            </a:r>
            <a:r>
              <a:rPr lang="en-US" sz="1050">
                <a:latin typeface="Arial"/>
                <a:ea typeface="Arial"/>
                <a:cs typeface="Arial"/>
                <a:sym typeface="Arial"/>
              </a:rPr>
              <a:t>and inputs </a:t>
            </a:r>
            <a:r>
              <a:rPr lang="en-US" sz="1050" i="1">
                <a:latin typeface="Arial"/>
                <a:ea typeface="Arial"/>
                <a:cs typeface="Arial"/>
                <a:sym typeface="Arial"/>
              </a:rPr>
              <a:t>x</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x</a:t>
            </a:r>
            <a:r>
              <a:rPr lang="en-US" sz="1050" baseline="-25000">
                <a:latin typeface="Arial"/>
                <a:ea typeface="Arial"/>
                <a:cs typeface="Arial"/>
                <a:sym typeface="Arial"/>
              </a:rPr>
              <a:t>2</a:t>
            </a:r>
            <a:r>
              <a:rPr lang="en-US" sz="1050">
                <a:latin typeface="Arial"/>
                <a:ea typeface="Arial"/>
                <a:cs typeface="Arial"/>
                <a:sym typeface="Arial"/>
              </a:rPr>
              <a:t>.</a:t>
            </a:r>
            <a:endParaRPr sz="1050">
              <a:latin typeface="Arial"/>
              <a:ea typeface="Arial"/>
              <a:cs typeface="Arial"/>
              <a:sym typeface="Arial"/>
            </a:endParaRPr>
          </a:p>
          <a:p>
            <a:pPr marL="0" lvl="0" indent="0" algn="l" rtl="0">
              <a:lnSpc>
                <a:spcPct val="100000"/>
              </a:lnSpc>
              <a:spcBef>
                <a:spcPts val="495"/>
              </a:spcBef>
              <a:spcAft>
                <a:spcPts val="0"/>
              </a:spcAft>
              <a:buNone/>
            </a:pPr>
            <a:endParaRPr sz="1050">
              <a:latin typeface="Arial"/>
              <a:ea typeface="Arial"/>
              <a:cs typeface="Arial"/>
              <a:sym typeface="Arial"/>
            </a:endParaRPr>
          </a:p>
          <a:p>
            <a:pPr marL="50800" lvl="0" indent="0" algn="l" rtl="0">
              <a:lnSpc>
                <a:spcPct val="100000"/>
              </a:lnSpc>
              <a:spcBef>
                <a:spcPts val="0"/>
              </a:spcBef>
              <a:spcAft>
                <a:spcPts val="0"/>
              </a:spcAft>
              <a:buNone/>
            </a:pPr>
            <a:r>
              <a:rPr lang="en-US" sz="1050">
                <a:solidFill>
                  <a:srgbClr val="1B1472"/>
                </a:solidFill>
                <a:latin typeface="Arial"/>
                <a:ea typeface="Arial"/>
                <a:cs typeface="Arial"/>
                <a:sym typeface="Arial"/>
              </a:rPr>
              <a:t>Why non-linearity matters:</a:t>
            </a:r>
            <a:endParaRPr sz="1050">
              <a:latin typeface="Arial"/>
              <a:ea typeface="Arial"/>
              <a:cs typeface="Arial"/>
              <a:sym typeface="Arial"/>
            </a:endParaRPr>
          </a:p>
          <a:p>
            <a:pPr marL="347980" marR="17780" lvl="0" indent="0" algn="l" rtl="0">
              <a:lnSpc>
                <a:spcPct val="138400"/>
              </a:lnSpc>
              <a:spcBef>
                <a:spcPts val="0"/>
              </a:spcBef>
              <a:spcAft>
                <a:spcPts val="0"/>
              </a:spcAft>
              <a:buNone/>
            </a:pPr>
            <a:r>
              <a:rPr lang="en-US" sz="1050">
                <a:solidFill>
                  <a:srgbClr val="EC2027"/>
                </a:solidFill>
                <a:latin typeface="Arial"/>
                <a:ea typeface="Arial"/>
                <a:cs typeface="Arial"/>
                <a:sym typeface="Arial"/>
              </a:rPr>
              <a:t>Without non-linearity, </a:t>
            </a:r>
            <a:r>
              <a:rPr lang="en-US" sz="1050">
                <a:latin typeface="Arial"/>
                <a:ea typeface="Arial"/>
                <a:cs typeface="Arial"/>
                <a:sym typeface="Arial"/>
              </a:rPr>
              <a:t>deep networks collapse to single-layer models </a:t>
            </a:r>
            <a:r>
              <a:rPr lang="en-US" sz="1050">
                <a:solidFill>
                  <a:srgbClr val="1B1472"/>
                </a:solidFill>
                <a:latin typeface="Arial"/>
                <a:ea typeface="Arial"/>
                <a:cs typeface="Arial"/>
                <a:sym typeface="Arial"/>
              </a:rPr>
              <a:t>Non-linear activations </a:t>
            </a:r>
            <a:r>
              <a:rPr lang="en-US" sz="1050">
                <a:latin typeface="Arial"/>
                <a:ea typeface="Arial"/>
                <a:cs typeface="Arial"/>
                <a:sym typeface="Arial"/>
              </a:rPr>
              <a:t>enable learning complex patterns</a:t>
            </a:r>
            <a:endParaRPr sz="1050">
              <a:latin typeface="Arial"/>
              <a:ea typeface="Arial"/>
              <a:cs typeface="Arial"/>
              <a:sym typeface="Arial"/>
            </a:endParaRPr>
          </a:p>
        </p:txBody>
      </p:sp>
      <p:grpSp>
        <p:nvGrpSpPr>
          <p:cNvPr id="320" name="Google Shape;320;p10"/>
          <p:cNvGrpSpPr/>
          <p:nvPr/>
        </p:nvGrpSpPr>
        <p:grpSpPr>
          <a:xfrm>
            <a:off x="0" y="3141936"/>
            <a:ext cx="5760261" cy="92075"/>
            <a:chOff x="0" y="3141936"/>
            <a:chExt cx="5760261" cy="92075"/>
          </a:xfrm>
        </p:grpSpPr>
        <p:sp>
          <p:nvSpPr>
            <p:cNvPr id="321" name="Google Shape;321;p10"/>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2" name="Google Shape;322;p10"/>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3" name="Google Shape;323;p10"/>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4" name="Google Shape;324;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25" name="Google Shape;325;p1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9" action="ppaction://hlinksldjump"/>
              </a:rPr>
              <a:t>D</a:t>
            </a:r>
            <a:r>
              <a:rPr lang="en-US" sz="600" u="sng" cap="small">
                <a:solidFill>
                  <a:schemeClr val="hlink"/>
                </a:solidFill>
                <a:latin typeface="Calibri"/>
                <a:ea typeface="Calibri"/>
                <a:cs typeface="Calibri"/>
                <a:sym typeface="Calibri"/>
                <a:hlinkClick r:id="rId9" action="ppaction://hlinksldjump"/>
              </a:rPr>
              <a:t>eep</a:t>
            </a:r>
            <a:r>
              <a:rPr lang="en-US" sz="600" u="sng">
                <a:solidFill>
                  <a:schemeClr val="hlink"/>
                </a:solidFill>
                <a:latin typeface="Calibri"/>
                <a:ea typeface="Calibri"/>
                <a:cs typeface="Calibri"/>
                <a:sym typeface="Calibri"/>
                <a:hlinkClick r:id="rId9" action="ppaction://hlinksldjump"/>
              </a:rPr>
              <a:t> L</a:t>
            </a:r>
            <a:r>
              <a:rPr lang="en-US" sz="600" u="sng" cap="small">
                <a:solidFill>
                  <a:schemeClr val="hlink"/>
                </a:solidFill>
                <a:latin typeface="Calibri"/>
                <a:ea typeface="Calibri"/>
                <a:cs typeface="Calibri"/>
                <a:sym typeface="Calibri"/>
                <a:hlinkClick r:id="rId9" action="ppaction://hlinksldjump"/>
              </a:rPr>
              <a:t>earning</a:t>
            </a:r>
            <a:endParaRPr sz="600">
              <a:latin typeface="Calibri"/>
              <a:ea typeface="Calibri"/>
              <a:cs typeface="Calibri"/>
              <a:sym typeface="Calibri"/>
            </a:endParaRPr>
          </a:p>
        </p:txBody>
      </p:sp>
      <p:sp>
        <p:nvSpPr>
          <p:cNvPr id="326" name="Google Shape;326;p1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10</a:t>
            </a:fld>
            <a:r>
              <a:rPr lang="en-US"/>
              <a:t> / 67</a:t>
            </a:r>
            <a:endParaRPr/>
          </a:p>
        </p:txBody>
      </p:sp>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47185DA3-5DF3-0619-C7F7-350769E07F8C}"/>
                  </a:ext>
                </a:extLst>
              </p14:cNvPr>
              <p14:cNvContentPartPr/>
              <p14:nvPr/>
            </p14:nvContentPartPr>
            <p14:xfrm>
              <a:off x="988200" y="354960"/>
              <a:ext cx="4625280" cy="2761560"/>
            </p14:xfrm>
          </p:contentPart>
        </mc:Choice>
        <mc:Fallback>
          <p:pic>
            <p:nvPicPr>
              <p:cNvPr id="2" name="Ink 1">
                <a:extLst>
                  <a:ext uri="{FF2B5EF4-FFF2-40B4-BE49-F238E27FC236}">
                    <a16:creationId xmlns:a16="http://schemas.microsoft.com/office/drawing/2014/main" id="{47185DA3-5DF3-0619-C7F7-350769E07F8C}"/>
                  </a:ext>
                </a:extLst>
              </p:cNvPr>
              <p:cNvPicPr/>
              <p:nvPr/>
            </p:nvPicPr>
            <p:blipFill>
              <a:blip r:embed="rId11"/>
              <a:stretch>
                <a:fillRect/>
              </a:stretch>
            </p:blipFill>
            <p:spPr>
              <a:xfrm>
                <a:off x="978840" y="345600"/>
                <a:ext cx="4644000" cy="2780280"/>
              </a:xfrm>
              <a:prstGeom prst="rect">
                <a:avLst/>
              </a:prstGeom>
            </p:spPr>
          </p:pic>
        </mc:Fallback>
      </mc:AlternateContent>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1"/>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ommon</a:t>
            </a:r>
            <a:r>
              <a:rPr lang="en-US">
                <a:solidFill>
                  <a:srgbClr val="FFFFFF"/>
                </a:solidFill>
              </a:rPr>
              <a:t> A</a:t>
            </a:r>
            <a:r>
              <a:rPr lang="en-US" cap="small">
                <a:solidFill>
                  <a:srgbClr val="FFFFFF"/>
                </a:solidFill>
              </a:rPr>
              <a:t>ctivation</a:t>
            </a:r>
            <a:r>
              <a:rPr lang="en-US">
                <a:solidFill>
                  <a:srgbClr val="FFFFFF"/>
                </a:solidFill>
              </a:rPr>
              <a:t> F</a:t>
            </a:r>
            <a:r>
              <a:rPr lang="en-US" cap="small">
                <a:solidFill>
                  <a:srgbClr val="FFFFFF"/>
                </a:solidFill>
              </a:rPr>
              <a:t>unctions</a:t>
            </a:r>
            <a:endParaRPr/>
          </a:p>
        </p:txBody>
      </p:sp>
      <p:sp>
        <p:nvSpPr>
          <p:cNvPr id="332" name="Google Shape;332;p11"/>
          <p:cNvSpPr txBox="1"/>
          <p:nvPr/>
        </p:nvSpPr>
        <p:spPr>
          <a:xfrm>
            <a:off x="347294" y="656099"/>
            <a:ext cx="258381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Activation functions introduce non-linearity</a:t>
            </a:r>
            <a:endParaRPr sz="1050">
              <a:latin typeface="Arial"/>
              <a:ea typeface="Arial"/>
              <a:cs typeface="Arial"/>
              <a:sym typeface="Arial"/>
            </a:endParaRPr>
          </a:p>
        </p:txBody>
      </p:sp>
      <p:grpSp>
        <p:nvGrpSpPr>
          <p:cNvPr id="333" name="Google Shape;333;p11"/>
          <p:cNvGrpSpPr/>
          <p:nvPr/>
        </p:nvGrpSpPr>
        <p:grpSpPr>
          <a:xfrm>
            <a:off x="0" y="3141936"/>
            <a:ext cx="5760261" cy="92075"/>
            <a:chOff x="0" y="3141936"/>
            <a:chExt cx="5760261" cy="92075"/>
          </a:xfrm>
        </p:grpSpPr>
        <p:sp>
          <p:nvSpPr>
            <p:cNvPr id="334" name="Google Shape;334;p1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5" name="Google Shape;335;p1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37" name="Google Shape;337;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38" name="Google Shape;338;p1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339" name="Google Shape;339;p1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11</a:t>
            </a:fld>
            <a:r>
              <a:rPr lang="en-US"/>
              <a:t> / 67</a:t>
            </a:r>
            <a:endParaRPr/>
          </a:p>
        </p:txBody>
      </p:sp>
      <p:pic>
        <p:nvPicPr>
          <p:cNvPr id="340" name="Google Shape;340;p11"/>
          <p:cNvPicPr preferRelativeResize="0"/>
          <p:nvPr/>
        </p:nvPicPr>
        <p:blipFill>
          <a:blip r:embed="rId4">
            <a:alphaModFix/>
          </a:blip>
          <a:stretch>
            <a:fillRect/>
          </a:stretch>
        </p:blipFill>
        <p:spPr>
          <a:xfrm>
            <a:off x="152400" y="998364"/>
            <a:ext cx="5460998" cy="194278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AD0CE14-3B06-5181-86EF-8550223D855A}"/>
                  </a:ext>
                </a:extLst>
              </p14:cNvPr>
              <p14:cNvContentPartPr/>
              <p14:nvPr/>
            </p14:nvContentPartPr>
            <p14:xfrm>
              <a:off x="1038600" y="2062440"/>
              <a:ext cx="3590640" cy="683640"/>
            </p14:xfrm>
          </p:contentPart>
        </mc:Choice>
        <mc:Fallback>
          <p:pic>
            <p:nvPicPr>
              <p:cNvPr id="2" name="Ink 1">
                <a:extLst>
                  <a:ext uri="{FF2B5EF4-FFF2-40B4-BE49-F238E27FC236}">
                    <a16:creationId xmlns:a16="http://schemas.microsoft.com/office/drawing/2014/main" id="{EAD0CE14-3B06-5181-86EF-8550223D855A}"/>
                  </a:ext>
                </a:extLst>
              </p:cNvPr>
              <p:cNvPicPr/>
              <p:nvPr/>
            </p:nvPicPr>
            <p:blipFill>
              <a:blip r:embed="rId6"/>
              <a:stretch>
                <a:fillRect/>
              </a:stretch>
            </p:blipFill>
            <p:spPr>
              <a:xfrm>
                <a:off x="1029240" y="2053080"/>
                <a:ext cx="3609360" cy="702360"/>
              </a:xfrm>
              <a:prstGeom prst="rect">
                <a:avLst/>
              </a:prstGeom>
            </p:spPr>
          </p:pic>
        </mc:Fallback>
      </mc:AlternateContent>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2"/>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A</a:t>
            </a:r>
            <a:r>
              <a:rPr lang="en-US" cap="small">
                <a:solidFill>
                  <a:srgbClr val="FFFFFF"/>
                </a:solidFill>
              </a:rPr>
              <a:t>ctivation</a:t>
            </a:r>
            <a:r>
              <a:rPr lang="en-US">
                <a:solidFill>
                  <a:srgbClr val="FFFFFF"/>
                </a:solidFill>
              </a:rPr>
              <a:t> F</a:t>
            </a:r>
            <a:r>
              <a:rPr lang="en-US" cap="small">
                <a:solidFill>
                  <a:srgbClr val="FFFFFF"/>
                </a:solidFill>
              </a:rPr>
              <a:t>unction</a:t>
            </a:r>
            <a:r>
              <a:rPr lang="en-US">
                <a:solidFill>
                  <a:srgbClr val="FFFFFF"/>
                </a:solidFill>
              </a:rPr>
              <a:t> P</a:t>
            </a:r>
            <a:r>
              <a:rPr lang="en-US" cap="small">
                <a:solidFill>
                  <a:srgbClr val="FFFFFF"/>
                </a:solidFill>
              </a:rPr>
              <a:t>roperties</a:t>
            </a:r>
            <a:endParaRPr/>
          </a:p>
        </p:txBody>
      </p:sp>
      <p:graphicFrame>
        <p:nvGraphicFramePr>
          <p:cNvPr id="346" name="Google Shape;346;p12"/>
          <p:cNvGraphicFramePr/>
          <p:nvPr/>
        </p:nvGraphicFramePr>
        <p:xfrm>
          <a:off x="574700" y="648766"/>
          <a:ext cx="4606925" cy="1235675"/>
        </p:xfrm>
        <a:graphic>
          <a:graphicData uri="http://schemas.openxmlformats.org/drawingml/2006/table">
            <a:tbl>
              <a:tblPr firstRow="1" bandRow="1">
                <a:noFill/>
                <a:tableStyleId>{2B3A80E9-8C9B-4F1C-9C85-0C3D0799B159}</a:tableStyleId>
              </a:tblPr>
              <a:tblGrid>
                <a:gridCol w="1224275">
                  <a:extLst>
                    <a:ext uri="{9D8B030D-6E8A-4147-A177-3AD203B41FA5}">
                      <a16:colId xmlns:a16="http://schemas.microsoft.com/office/drawing/2014/main" val="20000"/>
                    </a:ext>
                  </a:extLst>
                </a:gridCol>
                <a:gridCol w="829950">
                  <a:extLst>
                    <a:ext uri="{9D8B030D-6E8A-4147-A177-3AD203B41FA5}">
                      <a16:colId xmlns:a16="http://schemas.microsoft.com/office/drawing/2014/main" val="20001"/>
                    </a:ext>
                  </a:extLst>
                </a:gridCol>
                <a:gridCol w="850900">
                  <a:extLst>
                    <a:ext uri="{9D8B030D-6E8A-4147-A177-3AD203B41FA5}">
                      <a16:colId xmlns:a16="http://schemas.microsoft.com/office/drawing/2014/main" val="20002"/>
                    </a:ext>
                  </a:extLst>
                </a:gridCol>
                <a:gridCol w="850900">
                  <a:extLst>
                    <a:ext uri="{9D8B030D-6E8A-4147-A177-3AD203B41FA5}">
                      <a16:colId xmlns:a16="http://schemas.microsoft.com/office/drawing/2014/main" val="20003"/>
                    </a:ext>
                  </a:extLst>
                </a:gridCol>
                <a:gridCol w="850900">
                  <a:extLst>
                    <a:ext uri="{9D8B030D-6E8A-4147-A177-3AD203B41FA5}">
                      <a16:colId xmlns:a16="http://schemas.microsoft.com/office/drawing/2014/main" val="20004"/>
                    </a:ext>
                  </a:extLst>
                </a:gridCol>
              </a:tblGrid>
              <a:tr h="176525">
                <a:tc>
                  <a:txBody>
                    <a:bodyPr/>
                    <a:lstStyle/>
                    <a:p>
                      <a:pPr marL="78105" marR="0" lvl="0" indent="0" algn="l" rtl="0">
                        <a:lnSpc>
                          <a:spcPct val="100000"/>
                        </a:lnSpc>
                        <a:spcBef>
                          <a:spcPts val="0"/>
                        </a:spcBef>
                        <a:spcAft>
                          <a:spcPts val="0"/>
                        </a:spcAft>
                        <a:buNone/>
                      </a:pPr>
                      <a:r>
                        <a:rPr lang="en-US" sz="950" u="none" strike="noStrike" cap="none">
                          <a:solidFill>
                            <a:srgbClr val="1B1472"/>
                          </a:solidFill>
                          <a:latin typeface="Arial"/>
                          <a:ea typeface="Arial"/>
                          <a:cs typeface="Arial"/>
                          <a:sym typeface="Arial"/>
                        </a:rPr>
                        <a:t>Property</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1B1472"/>
                          </a:solidFill>
                          <a:latin typeface="Arial"/>
                          <a:ea typeface="Arial"/>
                          <a:cs typeface="Arial"/>
                          <a:sym typeface="Arial"/>
                        </a:rPr>
                        <a:t>Sigmoid</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1B1472"/>
                          </a:solidFill>
                          <a:latin typeface="Arial"/>
                          <a:ea typeface="Arial"/>
                          <a:cs typeface="Arial"/>
                          <a:sym typeface="Arial"/>
                        </a:rPr>
                        <a:t>Tanh</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1B1472"/>
                          </a:solidFill>
                          <a:latin typeface="Arial"/>
                          <a:ea typeface="Arial"/>
                          <a:cs typeface="Arial"/>
                          <a:sym typeface="Arial"/>
                        </a:rPr>
                        <a:t>ReLU</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1B1472"/>
                          </a:solidFill>
                          <a:latin typeface="Arial"/>
                          <a:ea typeface="Arial"/>
                          <a:cs typeface="Arial"/>
                          <a:sym typeface="Arial"/>
                        </a:rPr>
                        <a:t>Leaky ReLU</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76525">
                <a:tc>
                  <a:txBody>
                    <a:bodyPr/>
                    <a:lstStyle/>
                    <a:p>
                      <a:pPr marL="78105" marR="0" lvl="0" indent="0" algn="l" rtl="0">
                        <a:lnSpc>
                          <a:spcPct val="100000"/>
                        </a:lnSpc>
                        <a:spcBef>
                          <a:spcPts val="0"/>
                        </a:spcBef>
                        <a:spcAft>
                          <a:spcPts val="0"/>
                        </a:spcAft>
                        <a:buNone/>
                      </a:pPr>
                      <a:r>
                        <a:rPr lang="en-US" sz="950" u="none" strike="noStrike" cap="none">
                          <a:latin typeface="Arial"/>
                          <a:ea typeface="Arial"/>
                          <a:cs typeface="Arial"/>
                          <a:sym typeface="Arial"/>
                        </a:rPr>
                        <a:t>Range</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latin typeface="Lucida Sans"/>
                          <a:ea typeface="Lucida Sans"/>
                          <a:cs typeface="Lucida Sans"/>
                          <a:sym typeface="Lucida Sans"/>
                        </a:rPr>
                        <a:t>(</a:t>
                      </a:r>
                      <a:r>
                        <a:rPr lang="en-US" sz="950" u="none" strike="noStrike" cap="none">
                          <a:latin typeface="Arial"/>
                          <a:ea typeface="Arial"/>
                          <a:cs typeface="Arial"/>
                          <a:sym typeface="Arial"/>
                        </a:rPr>
                        <a:t>0</a:t>
                      </a:r>
                      <a:r>
                        <a:rPr lang="en-US" sz="1100" i="1" u="none" strike="noStrike" cap="none">
                          <a:latin typeface="Calibri"/>
                          <a:ea typeface="Calibri"/>
                          <a:cs typeface="Calibri"/>
                          <a:sym typeface="Calibri"/>
                        </a:rPr>
                        <a:t>, </a:t>
                      </a:r>
                      <a:r>
                        <a:rPr lang="en-US" sz="950" u="none" strike="noStrike" cap="none">
                          <a:latin typeface="Arial"/>
                          <a:ea typeface="Arial"/>
                          <a:cs typeface="Arial"/>
                          <a:sym typeface="Arial"/>
                        </a:rPr>
                        <a:t>1</a:t>
                      </a:r>
                      <a:r>
                        <a:rPr lang="en-US" sz="1100" u="none" strike="noStrike" cap="none">
                          <a:latin typeface="Lucida Sans"/>
                          <a:ea typeface="Lucida Sans"/>
                          <a:cs typeface="Lucida Sans"/>
                          <a:sym typeface="Lucida Sans"/>
                        </a:rPr>
                        <a:t>)</a:t>
                      </a:r>
                      <a:endParaRPr sz="1100" u="none" strike="noStrike" cap="none">
                        <a:latin typeface="Lucida Sans"/>
                        <a:ea typeface="Lucida Sans"/>
                        <a:cs typeface="Lucida Sans"/>
                        <a:sym typeface="Lucida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latin typeface="Lucida Sans"/>
                          <a:ea typeface="Lucida Sans"/>
                          <a:cs typeface="Lucida Sans"/>
                          <a:sym typeface="Lucida Sans"/>
                        </a:rPr>
                        <a:t>(−</a:t>
                      </a:r>
                      <a:r>
                        <a:rPr lang="en-US" sz="950" u="none" strike="noStrike" cap="none">
                          <a:latin typeface="Arial"/>
                          <a:ea typeface="Arial"/>
                          <a:cs typeface="Arial"/>
                          <a:sym typeface="Arial"/>
                        </a:rPr>
                        <a:t>1</a:t>
                      </a:r>
                      <a:r>
                        <a:rPr lang="en-US" sz="1100" i="1" u="none" strike="noStrike" cap="none">
                          <a:latin typeface="Calibri"/>
                          <a:ea typeface="Calibri"/>
                          <a:cs typeface="Calibri"/>
                          <a:sym typeface="Calibri"/>
                        </a:rPr>
                        <a:t>, </a:t>
                      </a:r>
                      <a:r>
                        <a:rPr lang="en-US" sz="950" u="none" strike="noStrike" cap="none">
                          <a:latin typeface="Arial"/>
                          <a:ea typeface="Arial"/>
                          <a:cs typeface="Arial"/>
                          <a:sym typeface="Arial"/>
                        </a:rPr>
                        <a:t>1</a:t>
                      </a:r>
                      <a:r>
                        <a:rPr lang="en-US" sz="1100" u="none" strike="noStrike" cap="none">
                          <a:latin typeface="Lucida Sans"/>
                          <a:ea typeface="Lucida Sans"/>
                          <a:cs typeface="Lucida Sans"/>
                          <a:sym typeface="Lucida Sans"/>
                        </a:rPr>
                        <a:t>)</a:t>
                      </a:r>
                      <a:endParaRPr sz="1100" u="none" strike="noStrike" cap="none">
                        <a:latin typeface="Lucida Sans"/>
                        <a:ea typeface="Lucida Sans"/>
                        <a:cs typeface="Lucida Sans"/>
                        <a:sym typeface="Lucida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latin typeface="Lucida Sans"/>
                          <a:ea typeface="Lucida Sans"/>
                          <a:cs typeface="Lucida Sans"/>
                          <a:sym typeface="Lucida Sans"/>
                        </a:rPr>
                        <a:t>[</a:t>
                      </a:r>
                      <a:r>
                        <a:rPr lang="en-US" sz="950" u="none" strike="noStrike" cap="none">
                          <a:latin typeface="Arial"/>
                          <a:ea typeface="Arial"/>
                          <a:cs typeface="Arial"/>
                          <a:sym typeface="Arial"/>
                        </a:rPr>
                        <a:t>0</a:t>
                      </a:r>
                      <a:r>
                        <a:rPr lang="en-US" sz="1100" i="1" u="none" strike="noStrike" cap="none">
                          <a:latin typeface="Calibri"/>
                          <a:ea typeface="Calibri"/>
                          <a:cs typeface="Calibri"/>
                          <a:sym typeface="Calibri"/>
                        </a:rPr>
                        <a:t>, </a:t>
                      </a:r>
                      <a:r>
                        <a:rPr lang="en-US" sz="1100" u="none" strike="noStrike" cap="none">
                          <a:latin typeface="Lucida Sans"/>
                          <a:ea typeface="Lucida Sans"/>
                          <a:cs typeface="Lucida Sans"/>
                          <a:sym typeface="Lucida Sans"/>
                        </a:rPr>
                        <a:t>∞)</a:t>
                      </a:r>
                      <a:endParaRPr sz="1100" u="none" strike="noStrike" cap="none">
                        <a:latin typeface="Lucida Sans"/>
                        <a:ea typeface="Lucida Sans"/>
                        <a:cs typeface="Lucida Sans"/>
                        <a:sym typeface="Lucida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latin typeface="Lucida Sans"/>
                          <a:ea typeface="Lucida Sans"/>
                          <a:cs typeface="Lucida Sans"/>
                          <a:sym typeface="Lucida Sans"/>
                        </a:rPr>
                        <a:t>(−∞</a:t>
                      </a:r>
                      <a:r>
                        <a:rPr lang="en-US" sz="1100" i="1" u="none" strike="noStrike" cap="none">
                          <a:latin typeface="Calibri"/>
                          <a:ea typeface="Calibri"/>
                          <a:cs typeface="Calibri"/>
                          <a:sym typeface="Calibri"/>
                        </a:rPr>
                        <a:t>, </a:t>
                      </a:r>
                      <a:r>
                        <a:rPr lang="en-US" sz="1100" u="none" strike="noStrike" cap="none">
                          <a:latin typeface="Lucida Sans"/>
                          <a:ea typeface="Lucida Sans"/>
                          <a:cs typeface="Lucida Sans"/>
                          <a:sym typeface="Lucida Sans"/>
                        </a:rPr>
                        <a:t>∞)</a:t>
                      </a:r>
                      <a:endParaRPr sz="1100" u="none" strike="noStrike" cap="none">
                        <a:latin typeface="Lucida Sans"/>
                        <a:ea typeface="Lucida Sans"/>
                        <a:cs typeface="Lucida Sans"/>
                        <a:sym typeface="Lucida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76525">
                <a:tc>
                  <a:txBody>
                    <a:bodyPr/>
                    <a:lstStyle/>
                    <a:p>
                      <a:pPr marL="78105" marR="0" lvl="0" indent="0" algn="l" rtl="0">
                        <a:lnSpc>
                          <a:spcPct val="100000"/>
                        </a:lnSpc>
                        <a:spcBef>
                          <a:spcPts val="0"/>
                        </a:spcBef>
                        <a:spcAft>
                          <a:spcPts val="0"/>
                        </a:spcAft>
                        <a:buNone/>
                      </a:pPr>
                      <a:r>
                        <a:rPr lang="en-US" sz="950" u="none" strike="noStrike" cap="none" dirty="0">
                          <a:latin typeface="Arial"/>
                          <a:ea typeface="Arial"/>
                          <a:cs typeface="Arial"/>
                          <a:sym typeface="Arial"/>
                        </a:rPr>
                        <a:t>Zero-centered</a:t>
                      </a:r>
                      <a:endParaRPr sz="950" u="none" strike="noStrike" cap="none" dirty="0">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8181"/>
                        </a:lnSpc>
                        <a:spcBef>
                          <a:spcPts val="0"/>
                        </a:spcBef>
                        <a:spcAft>
                          <a:spcPts val="0"/>
                        </a:spcAft>
                        <a:buClr>
                          <a:schemeClr val="dk1"/>
                        </a:buClr>
                        <a:buFont typeface="Arial"/>
                        <a:buNone/>
                      </a:pPr>
                      <a:r>
                        <a:rPr lang="en-US" sz="1100" b="1">
                          <a:solidFill>
                            <a:srgbClr val="EC2027"/>
                          </a:solidFill>
                          <a:latin typeface="Quattrocento Sans"/>
                          <a:ea typeface="Quattrocento Sans"/>
                          <a:cs typeface="Quattrocento Sans"/>
                          <a:sym typeface="Quattrocento Sans"/>
                        </a:rPr>
                        <a:t>x</a:t>
                      </a:r>
                      <a:endParaRPr sz="1100" b="1" u="none" strike="noStrike" cap="none">
                        <a:latin typeface="Quattrocento Sans"/>
                        <a:ea typeface="Quattrocento Sans"/>
                        <a:cs typeface="Quattrocento Sans"/>
                        <a:sym typeface="Quattrocento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solidFill>
                            <a:srgbClr val="218B21"/>
                          </a:solidFill>
                          <a:latin typeface="Quattrocento Sans"/>
                          <a:ea typeface="Quattrocento Sans"/>
                          <a:cs typeface="Quattrocento Sans"/>
                          <a:sym typeface="Quattrocento Sans"/>
                        </a:rPr>
                        <a:t>✓</a:t>
                      </a:r>
                      <a:endParaRPr sz="1100" u="none" strike="noStrike" cap="none">
                        <a:latin typeface="Quattrocento Sans"/>
                        <a:ea typeface="Quattrocento Sans"/>
                        <a:cs typeface="Quattrocento Sans"/>
                        <a:sym typeface="Quattrocento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b="1">
                          <a:solidFill>
                            <a:srgbClr val="EC2027"/>
                          </a:solidFill>
                          <a:latin typeface="Quattrocento Sans"/>
                          <a:ea typeface="Quattrocento Sans"/>
                          <a:cs typeface="Quattrocento Sans"/>
                          <a:sym typeface="Quattrocento Sans"/>
                        </a:rPr>
                        <a:t>x</a:t>
                      </a:r>
                      <a:endParaRPr sz="1100" b="1" u="none" strike="noStrike" cap="none">
                        <a:latin typeface="Quattrocento Sans"/>
                        <a:ea typeface="Quattrocento Sans"/>
                        <a:cs typeface="Quattrocento Sans"/>
                        <a:sym typeface="Quattrocento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solidFill>
                            <a:srgbClr val="218B21"/>
                          </a:solidFill>
                          <a:latin typeface="Quattrocento Sans"/>
                          <a:ea typeface="Quattrocento Sans"/>
                          <a:cs typeface="Quattrocento Sans"/>
                          <a:sym typeface="Quattrocento Sans"/>
                        </a:rPr>
                        <a:t>✓</a:t>
                      </a:r>
                      <a:endParaRPr sz="1100" u="none" strike="noStrike" cap="none">
                        <a:latin typeface="Quattrocento Sans"/>
                        <a:ea typeface="Quattrocento Sans"/>
                        <a:cs typeface="Quattrocento Sans"/>
                        <a:sym typeface="Quattrocento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76525">
                <a:tc>
                  <a:txBody>
                    <a:bodyPr/>
                    <a:lstStyle/>
                    <a:p>
                      <a:pPr marL="78105" marR="0" lvl="0" indent="0" algn="l" rtl="0">
                        <a:lnSpc>
                          <a:spcPct val="100000"/>
                        </a:lnSpc>
                        <a:spcBef>
                          <a:spcPts val="0"/>
                        </a:spcBef>
                        <a:spcAft>
                          <a:spcPts val="0"/>
                        </a:spcAft>
                        <a:buNone/>
                      </a:pPr>
                      <a:r>
                        <a:rPr lang="en-US" sz="950" u="none" strike="noStrike" cap="none">
                          <a:latin typeface="Arial"/>
                          <a:ea typeface="Arial"/>
                          <a:cs typeface="Arial"/>
                          <a:sym typeface="Arial"/>
                        </a:rPr>
                        <a:t>Differentiable</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solidFill>
                            <a:srgbClr val="218B21"/>
                          </a:solidFill>
                          <a:latin typeface="Quattrocento Sans"/>
                          <a:ea typeface="Quattrocento Sans"/>
                          <a:cs typeface="Quattrocento Sans"/>
                          <a:sym typeface="Quattrocento Sans"/>
                        </a:rPr>
                        <a:t>✓</a:t>
                      </a:r>
                      <a:endParaRPr sz="1100" u="none" strike="noStrike" cap="none">
                        <a:latin typeface="Quattrocento Sans"/>
                        <a:ea typeface="Quattrocento Sans"/>
                        <a:cs typeface="Quattrocento Sans"/>
                        <a:sym typeface="Quattrocento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u="none" strike="noStrike" cap="none">
                          <a:solidFill>
                            <a:srgbClr val="218B21"/>
                          </a:solidFill>
                          <a:latin typeface="Quattrocento Sans"/>
                          <a:ea typeface="Quattrocento Sans"/>
                          <a:cs typeface="Quattrocento Sans"/>
                          <a:sym typeface="Quattrocento Sans"/>
                        </a:rPr>
                        <a:t>✓</a:t>
                      </a:r>
                      <a:endParaRPr sz="1100" u="none" strike="noStrike" cap="none">
                        <a:latin typeface="Quattrocento Sans"/>
                        <a:ea typeface="Quattrocento Sans"/>
                        <a:cs typeface="Quattrocento Sans"/>
                        <a:sym typeface="Quattrocento Sans"/>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b="1">
                          <a:solidFill>
                            <a:srgbClr val="EC2027"/>
                          </a:solidFill>
                          <a:latin typeface="Quattrocento Sans"/>
                          <a:ea typeface="Quattrocento Sans"/>
                          <a:cs typeface="Quattrocento Sans"/>
                          <a:sym typeface="Quattrocento Sans"/>
                        </a:rPr>
                        <a:t>x</a:t>
                      </a:r>
                      <a:r>
                        <a:rPr lang="en-US" sz="1100" u="none" strike="noStrike" cap="none">
                          <a:solidFill>
                            <a:srgbClr val="EC2027"/>
                          </a:solidFill>
                          <a:latin typeface="Quattrocento Sans"/>
                          <a:ea typeface="Quattrocento Sans"/>
                          <a:cs typeface="Quattrocento Sans"/>
                          <a:sym typeface="Quattrocento Sans"/>
                        </a:rPr>
                        <a:t> </a:t>
                      </a:r>
                      <a:r>
                        <a:rPr lang="en-US" sz="950" u="none" strike="noStrike" cap="none">
                          <a:latin typeface="Arial"/>
                          <a:ea typeface="Arial"/>
                          <a:cs typeface="Arial"/>
                          <a:sym typeface="Arial"/>
                        </a:rPr>
                        <a:t>at 0</a:t>
                      </a:r>
                      <a:endParaRPr sz="9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8181"/>
                        </a:lnSpc>
                        <a:spcBef>
                          <a:spcPts val="0"/>
                        </a:spcBef>
                        <a:spcAft>
                          <a:spcPts val="0"/>
                        </a:spcAft>
                        <a:buNone/>
                      </a:pPr>
                      <a:r>
                        <a:rPr lang="en-US" sz="1100" b="1">
                          <a:solidFill>
                            <a:srgbClr val="EC2027"/>
                          </a:solidFill>
                          <a:latin typeface="Quattrocento Sans"/>
                          <a:ea typeface="Quattrocento Sans"/>
                          <a:cs typeface="Quattrocento Sans"/>
                          <a:sym typeface="Quattrocento Sans"/>
                        </a:rPr>
                        <a:t>x</a:t>
                      </a:r>
                      <a:r>
                        <a:rPr lang="en-US" sz="1100" u="none" strike="noStrike" cap="none">
                          <a:solidFill>
                            <a:srgbClr val="EC2027"/>
                          </a:solidFill>
                          <a:latin typeface="Quattrocento Sans"/>
                          <a:ea typeface="Quattrocento Sans"/>
                          <a:cs typeface="Quattrocento Sans"/>
                          <a:sym typeface="Quattrocento Sans"/>
                        </a:rPr>
                        <a:t> </a:t>
                      </a:r>
                      <a:r>
                        <a:rPr lang="en-US" sz="950" u="none" strike="noStrike" cap="none">
                          <a:latin typeface="Arial"/>
                          <a:ea typeface="Arial"/>
                          <a:cs typeface="Arial"/>
                          <a:sym typeface="Arial"/>
                        </a:rPr>
                        <a:t>at 0</a:t>
                      </a:r>
                      <a:endParaRPr sz="9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76525">
                <a:tc>
                  <a:txBody>
                    <a:bodyPr/>
                    <a:lstStyle/>
                    <a:p>
                      <a:pPr marL="78105" marR="0" lvl="0" indent="0" algn="l" rtl="0">
                        <a:lnSpc>
                          <a:spcPct val="100000"/>
                        </a:lnSpc>
                        <a:spcBef>
                          <a:spcPts val="0"/>
                        </a:spcBef>
                        <a:spcAft>
                          <a:spcPts val="0"/>
                        </a:spcAft>
                        <a:buNone/>
                      </a:pPr>
                      <a:r>
                        <a:rPr lang="en-US" sz="950" u="none" strike="noStrike" cap="none">
                          <a:latin typeface="Arial"/>
                          <a:ea typeface="Arial"/>
                          <a:cs typeface="Arial"/>
                          <a:sym typeface="Arial"/>
                        </a:rPr>
                        <a:t>Vanishing gradient</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EC2027"/>
                          </a:solidFill>
                          <a:latin typeface="Arial"/>
                          <a:ea typeface="Arial"/>
                          <a:cs typeface="Arial"/>
                          <a:sym typeface="Arial"/>
                        </a:rPr>
                        <a:t>High</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EC2027"/>
                          </a:solidFill>
                          <a:latin typeface="Arial"/>
                          <a:ea typeface="Arial"/>
                          <a:cs typeface="Arial"/>
                          <a:sym typeface="Arial"/>
                        </a:rPr>
                        <a:t>Moderate</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218B21"/>
                          </a:solidFill>
                          <a:latin typeface="Arial"/>
                          <a:ea typeface="Arial"/>
                          <a:cs typeface="Arial"/>
                          <a:sym typeface="Arial"/>
                        </a:rPr>
                        <a:t>No</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218B21"/>
                          </a:solidFill>
                          <a:latin typeface="Arial"/>
                          <a:ea typeface="Arial"/>
                          <a:cs typeface="Arial"/>
                          <a:sym typeface="Arial"/>
                        </a:rPr>
                        <a:t>No</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76525">
                <a:tc>
                  <a:txBody>
                    <a:bodyPr/>
                    <a:lstStyle/>
                    <a:p>
                      <a:pPr marL="78105" marR="0" lvl="0" indent="0" algn="l" rtl="0">
                        <a:lnSpc>
                          <a:spcPct val="100000"/>
                        </a:lnSpc>
                        <a:spcBef>
                          <a:spcPts val="0"/>
                        </a:spcBef>
                        <a:spcAft>
                          <a:spcPts val="0"/>
                        </a:spcAft>
                        <a:buNone/>
                      </a:pPr>
                      <a:r>
                        <a:rPr lang="en-US" sz="950" u="none" strike="noStrike" cap="none" dirty="0">
                          <a:latin typeface="Arial"/>
                          <a:ea typeface="Arial"/>
                          <a:cs typeface="Arial"/>
                          <a:sym typeface="Arial"/>
                        </a:rPr>
                        <a:t>Computational cost</a:t>
                      </a:r>
                      <a:endParaRPr sz="950" u="none" strike="noStrike" cap="none" dirty="0">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latin typeface="Arial"/>
                          <a:ea typeface="Arial"/>
                          <a:cs typeface="Arial"/>
                          <a:sym typeface="Arial"/>
                        </a:rPr>
                        <a:t>High</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latin typeface="Arial"/>
                          <a:ea typeface="Arial"/>
                          <a:cs typeface="Arial"/>
                          <a:sym typeface="Arial"/>
                        </a:rPr>
                        <a:t>High</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218B21"/>
                          </a:solidFill>
                          <a:latin typeface="Arial"/>
                          <a:ea typeface="Arial"/>
                          <a:cs typeface="Arial"/>
                          <a:sym typeface="Arial"/>
                        </a:rPr>
                        <a:t>Low</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218B21"/>
                          </a:solidFill>
                          <a:latin typeface="Arial"/>
                          <a:ea typeface="Arial"/>
                          <a:cs typeface="Arial"/>
                          <a:sym typeface="Arial"/>
                        </a:rPr>
                        <a:t>Low</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176525">
                <a:tc>
                  <a:txBody>
                    <a:bodyPr/>
                    <a:lstStyle/>
                    <a:p>
                      <a:pPr marL="78105" marR="0" lvl="0" indent="0" algn="l" rtl="0">
                        <a:lnSpc>
                          <a:spcPct val="100000"/>
                        </a:lnSpc>
                        <a:spcBef>
                          <a:spcPts val="0"/>
                        </a:spcBef>
                        <a:spcAft>
                          <a:spcPts val="0"/>
                        </a:spcAft>
                        <a:buNone/>
                      </a:pPr>
                      <a:r>
                        <a:rPr lang="en-US" sz="950" u="none" strike="noStrike" cap="none">
                          <a:latin typeface="Arial"/>
                          <a:ea typeface="Arial"/>
                          <a:cs typeface="Arial"/>
                          <a:sym typeface="Arial"/>
                        </a:rPr>
                        <a:t>Typical use</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latin typeface="Arial"/>
                          <a:ea typeface="Arial"/>
                          <a:cs typeface="Arial"/>
                          <a:sym typeface="Arial"/>
                        </a:rPr>
                        <a:t>Output layer</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latin typeface="Arial"/>
                          <a:ea typeface="Arial"/>
                          <a:cs typeface="Arial"/>
                          <a:sym typeface="Arial"/>
                        </a:rPr>
                        <a:t>Hidden layer</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a:solidFill>
                            <a:srgbClr val="218B21"/>
                          </a:solidFill>
                          <a:latin typeface="Arial"/>
                          <a:ea typeface="Arial"/>
                          <a:cs typeface="Arial"/>
                          <a:sym typeface="Arial"/>
                        </a:rPr>
                        <a:t>Hidden layer</a:t>
                      </a:r>
                      <a:endParaRPr sz="950" u="none" strike="noStrike" cap="none">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950" u="none" strike="noStrike" cap="none" dirty="0">
                          <a:latin typeface="Arial"/>
                          <a:ea typeface="Arial"/>
                          <a:cs typeface="Arial"/>
                          <a:sym typeface="Arial"/>
                        </a:rPr>
                        <a:t>Hidden layer</a:t>
                      </a:r>
                      <a:endParaRPr sz="950" u="none" strike="noStrike" cap="none" dirty="0">
                        <a:latin typeface="Arial"/>
                        <a:ea typeface="Arial"/>
                        <a:cs typeface="Arial"/>
                        <a:sym typeface="Arial"/>
                      </a:endParaRPr>
                    </a:p>
                  </a:txBody>
                  <a:tcPr marL="0" marR="0" marT="1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pSp>
        <p:nvGrpSpPr>
          <p:cNvPr id="347" name="Google Shape;347;p12"/>
          <p:cNvGrpSpPr/>
          <p:nvPr/>
        </p:nvGrpSpPr>
        <p:grpSpPr>
          <a:xfrm>
            <a:off x="513702" y="2390368"/>
            <a:ext cx="69291" cy="512127"/>
            <a:chOff x="513702" y="2390368"/>
            <a:chExt cx="69291" cy="512127"/>
          </a:xfrm>
        </p:grpSpPr>
        <p:pic>
          <p:nvPicPr>
            <p:cNvPr id="348" name="Google Shape;348;p12"/>
            <p:cNvPicPr preferRelativeResize="0"/>
            <p:nvPr/>
          </p:nvPicPr>
          <p:blipFill rotWithShape="1">
            <a:blip r:embed="rId3">
              <a:alphaModFix/>
            </a:blip>
            <a:srcRect/>
            <a:stretch/>
          </p:blipFill>
          <p:spPr>
            <a:xfrm>
              <a:off x="513702" y="2390368"/>
              <a:ext cx="69291" cy="69291"/>
            </a:xfrm>
            <a:prstGeom prst="rect">
              <a:avLst/>
            </a:prstGeom>
            <a:noFill/>
            <a:ln>
              <a:noFill/>
            </a:ln>
          </p:spPr>
        </p:pic>
        <p:pic>
          <p:nvPicPr>
            <p:cNvPr id="349" name="Google Shape;349;p12"/>
            <p:cNvPicPr preferRelativeResize="0"/>
            <p:nvPr/>
          </p:nvPicPr>
          <p:blipFill rotWithShape="1">
            <a:blip r:embed="rId4">
              <a:alphaModFix/>
            </a:blip>
            <a:srcRect/>
            <a:stretch/>
          </p:blipFill>
          <p:spPr>
            <a:xfrm>
              <a:off x="513702" y="2611793"/>
              <a:ext cx="69291" cy="69291"/>
            </a:xfrm>
            <a:prstGeom prst="rect">
              <a:avLst/>
            </a:prstGeom>
            <a:noFill/>
            <a:ln>
              <a:noFill/>
            </a:ln>
          </p:spPr>
        </p:pic>
        <p:pic>
          <p:nvPicPr>
            <p:cNvPr id="350" name="Google Shape;350;p12"/>
            <p:cNvPicPr preferRelativeResize="0"/>
            <p:nvPr/>
          </p:nvPicPr>
          <p:blipFill rotWithShape="1">
            <a:blip r:embed="rId5">
              <a:alphaModFix/>
            </a:blip>
            <a:srcRect/>
            <a:stretch/>
          </p:blipFill>
          <p:spPr>
            <a:xfrm>
              <a:off x="513702" y="2833204"/>
              <a:ext cx="69291" cy="69291"/>
            </a:xfrm>
            <a:prstGeom prst="rect">
              <a:avLst/>
            </a:prstGeom>
            <a:noFill/>
            <a:ln>
              <a:noFill/>
            </a:ln>
          </p:spPr>
        </p:pic>
      </p:grpSp>
      <p:sp>
        <p:nvSpPr>
          <p:cNvPr id="351" name="Google Shape;351;p12"/>
          <p:cNvSpPr txBox="1"/>
          <p:nvPr/>
        </p:nvSpPr>
        <p:spPr>
          <a:xfrm>
            <a:off x="347294" y="2033992"/>
            <a:ext cx="3431540" cy="911225"/>
          </a:xfrm>
          <a:prstGeom prst="rect">
            <a:avLst/>
          </a:prstGeom>
          <a:noFill/>
          <a:ln>
            <a:noFill/>
          </a:ln>
        </p:spPr>
        <p:txBody>
          <a:bodyPr spcFirstLastPara="1" wrap="square" lIns="0" tIns="12050" rIns="0" bIns="0" anchor="t" anchorCtr="0">
            <a:spAutoFit/>
          </a:bodyPr>
          <a:lstStyle/>
          <a:p>
            <a:pPr marL="309880" marR="5080" lvl="0" indent="-297815" algn="l" rtl="0">
              <a:lnSpc>
                <a:spcPct val="138400"/>
              </a:lnSpc>
              <a:spcBef>
                <a:spcPts val="0"/>
              </a:spcBef>
              <a:spcAft>
                <a:spcPts val="0"/>
              </a:spcAft>
              <a:buNone/>
            </a:pPr>
            <a:r>
              <a:rPr lang="en-US" sz="1050" dirty="0">
                <a:solidFill>
                  <a:srgbClr val="1B1472"/>
                </a:solidFill>
                <a:latin typeface="Arial"/>
                <a:ea typeface="Arial"/>
                <a:cs typeface="Arial"/>
                <a:sym typeface="Arial"/>
              </a:rPr>
              <a:t>Modern preference: </a:t>
            </a:r>
            <a:r>
              <a:rPr lang="en-US" sz="1050" dirty="0" err="1">
                <a:latin typeface="Arial"/>
                <a:ea typeface="Arial"/>
                <a:cs typeface="Arial"/>
                <a:sym typeface="Arial"/>
              </a:rPr>
              <a:t>ReLU</a:t>
            </a:r>
            <a:r>
              <a:rPr lang="en-US" sz="1050" dirty="0">
                <a:latin typeface="Arial"/>
                <a:ea typeface="Arial"/>
                <a:cs typeface="Arial"/>
                <a:sym typeface="Arial"/>
              </a:rPr>
              <a:t> and variants for hidden layers Fast computation (simple thresholding)</a:t>
            </a:r>
            <a:endParaRPr sz="1050" dirty="0">
              <a:latin typeface="Arial"/>
              <a:ea typeface="Arial"/>
              <a:cs typeface="Arial"/>
              <a:sym typeface="Arial"/>
            </a:endParaRPr>
          </a:p>
          <a:p>
            <a:pPr marL="309880" marR="677545" lvl="0" indent="0" algn="l" rtl="0">
              <a:lnSpc>
                <a:spcPct val="138400"/>
              </a:lnSpc>
              <a:spcBef>
                <a:spcPts val="0"/>
              </a:spcBef>
              <a:spcAft>
                <a:spcPts val="0"/>
              </a:spcAft>
              <a:buNone/>
            </a:pPr>
            <a:r>
              <a:rPr lang="en-US" sz="1050" dirty="0">
                <a:latin typeface="Arial"/>
                <a:ea typeface="Arial"/>
                <a:cs typeface="Arial"/>
                <a:sym typeface="Arial"/>
              </a:rPr>
              <a:t>No vanishing gradient for positive values Sparse activation (biological plausibility)</a:t>
            </a:r>
            <a:endParaRPr sz="1050" dirty="0">
              <a:latin typeface="Arial"/>
              <a:ea typeface="Arial"/>
              <a:cs typeface="Arial"/>
              <a:sym typeface="Arial"/>
            </a:endParaRPr>
          </a:p>
        </p:txBody>
      </p:sp>
      <p:grpSp>
        <p:nvGrpSpPr>
          <p:cNvPr id="352" name="Google Shape;352;p12"/>
          <p:cNvGrpSpPr/>
          <p:nvPr/>
        </p:nvGrpSpPr>
        <p:grpSpPr>
          <a:xfrm>
            <a:off x="0" y="3141936"/>
            <a:ext cx="5760261" cy="92075"/>
            <a:chOff x="0" y="3141936"/>
            <a:chExt cx="5760261" cy="92075"/>
          </a:xfrm>
        </p:grpSpPr>
        <p:sp>
          <p:nvSpPr>
            <p:cNvPr id="353" name="Google Shape;353;p1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4" name="Google Shape;354;p1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5" name="Google Shape;355;p1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6" name="Google Shape;356;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57" name="Google Shape;357;p1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ction="ppaction://hlinksldjump"/>
              </a:rPr>
              <a:t>D</a:t>
            </a:r>
            <a:r>
              <a:rPr lang="en-US" sz="600" u="sng" cap="small">
                <a:solidFill>
                  <a:schemeClr val="hlink"/>
                </a:solidFill>
                <a:latin typeface="Calibri"/>
                <a:ea typeface="Calibri"/>
                <a:cs typeface="Calibri"/>
                <a:sym typeface="Calibri"/>
                <a:hlinkClick r:id="rId6" action="ppaction://hlinksldjump"/>
              </a:rPr>
              <a:t>eep</a:t>
            </a:r>
            <a:r>
              <a:rPr lang="en-US" sz="600" u="sng">
                <a:solidFill>
                  <a:schemeClr val="hlink"/>
                </a:solidFill>
                <a:latin typeface="Calibri"/>
                <a:ea typeface="Calibri"/>
                <a:cs typeface="Calibri"/>
                <a:sym typeface="Calibri"/>
                <a:hlinkClick r:id="rId6" action="ppaction://hlinksldjump"/>
              </a:rPr>
              <a:t> L</a:t>
            </a:r>
            <a:r>
              <a:rPr lang="en-US" sz="600" u="sng" cap="small">
                <a:solidFill>
                  <a:schemeClr val="hlink"/>
                </a:solidFill>
                <a:latin typeface="Calibri"/>
                <a:ea typeface="Calibri"/>
                <a:cs typeface="Calibri"/>
                <a:sym typeface="Calibri"/>
                <a:hlinkClick r:id="rId6" action="ppaction://hlinksldjump"/>
              </a:rPr>
              <a:t>earning</a:t>
            </a:r>
            <a:endParaRPr sz="600">
              <a:latin typeface="Calibri"/>
              <a:ea typeface="Calibri"/>
              <a:cs typeface="Calibri"/>
              <a:sym typeface="Calibri"/>
            </a:endParaRPr>
          </a:p>
        </p:txBody>
      </p:sp>
      <p:sp>
        <p:nvSpPr>
          <p:cNvPr id="358" name="Google Shape;358;p1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12</a:t>
            </a:fld>
            <a:r>
              <a:rPr lang="en-US"/>
              <a:t> / 67</a:t>
            </a:r>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C61B714F-C052-5405-ADEC-D249E60CA3D9}"/>
                  </a:ext>
                </a:extLst>
              </p14:cNvPr>
              <p14:cNvContentPartPr/>
              <p14:nvPr/>
            </p14:nvContentPartPr>
            <p14:xfrm>
              <a:off x="772200" y="2160"/>
              <a:ext cx="4933440" cy="3163680"/>
            </p14:xfrm>
          </p:contentPart>
        </mc:Choice>
        <mc:Fallback>
          <p:pic>
            <p:nvPicPr>
              <p:cNvPr id="2" name="Ink 1">
                <a:extLst>
                  <a:ext uri="{FF2B5EF4-FFF2-40B4-BE49-F238E27FC236}">
                    <a16:creationId xmlns:a16="http://schemas.microsoft.com/office/drawing/2014/main" id="{C61B714F-C052-5405-ADEC-D249E60CA3D9}"/>
                  </a:ext>
                </a:extLst>
              </p:cNvPr>
              <p:cNvPicPr/>
              <p:nvPr/>
            </p:nvPicPr>
            <p:blipFill>
              <a:blip r:embed="rId8"/>
              <a:stretch>
                <a:fillRect/>
              </a:stretch>
            </p:blipFill>
            <p:spPr>
              <a:xfrm>
                <a:off x="762840" y="-7200"/>
                <a:ext cx="4952160" cy="3182400"/>
              </a:xfrm>
              <a:prstGeom prst="rect">
                <a:avLst/>
              </a:prstGeom>
            </p:spPr>
          </p:pic>
        </mc:Fallback>
      </mc:AlternateContent>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3"/>
          <p:cNvSpPr txBox="1">
            <a:spLocks noGrp="1"/>
          </p:cNvSpPr>
          <p:nvPr>
            <p:ph type="title"/>
          </p:nvPr>
        </p:nvSpPr>
        <p:spPr>
          <a:xfrm>
            <a:off x="95300" y="109545"/>
            <a:ext cx="285559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R</a:t>
            </a:r>
            <a:r>
              <a:rPr lang="en-US" cap="small">
                <a:solidFill>
                  <a:srgbClr val="FFFFFF"/>
                </a:solidFill>
              </a:rPr>
              <a:t>e</a:t>
            </a:r>
            <a:r>
              <a:rPr lang="en-US">
                <a:solidFill>
                  <a:srgbClr val="FFFFFF"/>
                </a:solidFill>
              </a:rPr>
              <a:t>LU W</a:t>
            </a:r>
            <a:r>
              <a:rPr lang="en-US" cap="small">
                <a:solidFill>
                  <a:srgbClr val="FFFFFF"/>
                </a:solidFill>
              </a:rPr>
              <a:t>orks</a:t>
            </a:r>
            <a:r>
              <a:rPr lang="en-US">
                <a:solidFill>
                  <a:srgbClr val="FFFFFF"/>
                </a:solidFill>
              </a:rPr>
              <a:t> W</a:t>
            </a:r>
            <a:r>
              <a:rPr lang="en-US" cap="small">
                <a:solidFill>
                  <a:srgbClr val="FFFFFF"/>
                </a:solidFill>
              </a:rPr>
              <a:t>ell</a:t>
            </a:r>
            <a:r>
              <a:rPr lang="en-US">
                <a:solidFill>
                  <a:srgbClr val="FFFFFF"/>
                </a:solidFill>
              </a:rPr>
              <a:t>?</a:t>
            </a:r>
            <a:endParaRPr/>
          </a:p>
        </p:txBody>
      </p:sp>
      <p:sp>
        <p:nvSpPr>
          <p:cNvPr id="364" name="Google Shape;364;p13"/>
          <p:cNvSpPr txBox="1"/>
          <p:nvPr/>
        </p:nvSpPr>
        <p:spPr>
          <a:xfrm>
            <a:off x="347294" y="357067"/>
            <a:ext cx="1532255" cy="558800"/>
          </a:xfrm>
          <a:prstGeom prst="rect">
            <a:avLst/>
          </a:prstGeom>
          <a:noFill/>
          <a:ln>
            <a:noFill/>
          </a:ln>
        </p:spPr>
        <p:txBody>
          <a:bodyPr spcFirstLastPara="1" wrap="square" lIns="0" tIns="110475" rIns="0" bIns="0" anchor="t" anchorCtr="0">
            <a:spAutoFit/>
          </a:bodyPr>
          <a:lstStyle/>
          <a:p>
            <a:pPr marL="12700" lvl="0" indent="0" algn="l" rtl="0">
              <a:lnSpc>
                <a:spcPct val="100000"/>
              </a:lnSpc>
              <a:spcBef>
                <a:spcPts val="0"/>
              </a:spcBef>
              <a:spcAft>
                <a:spcPts val="0"/>
              </a:spcAft>
              <a:buNone/>
            </a:pPr>
            <a:r>
              <a:rPr lang="en-US" sz="1050" dirty="0" err="1">
                <a:solidFill>
                  <a:srgbClr val="1B1472"/>
                </a:solidFill>
                <a:latin typeface="Arial"/>
                <a:ea typeface="Arial"/>
                <a:cs typeface="Arial"/>
                <a:sym typeface="Arial"/>
              </a:rPr>
              <a:t>ReLU</a:t>
            </a:r>
            <a:r>
              <a:rPr lang="en-US" sz="1050" dirty="0">
                <a:solidFill>
                  <a:srgbClr val="1B1472"/>
                </a:solidFill>
                <a:latin typeface="Arial"/>
                <a:ea typeface="Arial"/>
                <a:cs typeface="Arial"/>
                <a:sym typeface="Arial"/>
              </a:rPr>
              <a:t>: </a:t>
            </a:r>
            <a:r>
              <a:rPr lang="en-US" sz="1050" i="1" dirty="0">
                <a:latin typeface="Arial"/>
                <a:ea typeface="Arial"/>
                <a:cs typeface="Arial"/>
                <a:sym typeface="Arial"/>
              </a:rPr>
              <a:t>f </a:t>
            </a:r>
            <a:r>
              <a:rPr lang="en-US" sz="1200" dirty="0">
                <a:latin typeface="Tahoma"/>
                <a:ea typeface="Tahoma"/>
                <a:cs typeface="Tahoma"/>
                <a:sym typeface="Tahoma"/>
              </a:rPr>
              <a:t>(</a:t>
            </a:r>
            <a:r>
              <a:rPr lang="en-US" sz="1050" i="1" dirty="0">
                <a:latin typeface="Arial"/>
                <a:ea typeface="Arial"/>
                <a:cs typeface="Arial"/>
                <a:sym typeface="Arial"/>
              </a:rPr>
              <a:t>z</a:t>
            </a:r>
            <a:r>
              <a:rPr lang="en-US" sz="1200" dirty="0">
                <a:latin typeface="Tahoma"/>
                <a:ea typeface="Tahoma"/>
                <a:cs typeface="Tahoma"/>
                <a:sym typeface="Tahoma"/>
              </a:rPr>
              <a:t>) = max(</a:t>
            </a:r>
            <a:r>
              <a:rPr lang="en-US" sz="1050" dirty="0">
                <a:latin typeface="Arial"/>
                <a:ea typeface="Arial"/>
                <a:cs typeface="Arial"/>
                <a:sym typeface="Arial"/>
              </a:rPr>
              <a:t>0</a:t>
            </a:r>
            <a:r>
              <a:rPr lang="en-US" sz="1200" i="1" dirty="0">
                <a:latin typeface="Calibri"/>
                <a:ea typeface="Calibri"/>
                <a:cs typeface="Calibri"/>
                <a:sym typeface="Calibri"/>
              </a:rPr>
              <a:t>, </a:t>
            </a:r>
            <a:r>
              <a:rPr lang="en-US" sz="1050" i="1" dirty="0">
                <a:latin typeface="Arial"/>
                <a:ea typeface="Arial"/>
                <a:cs typeface="Arial"/>
                <a:sym typeface="Arial"/>
              </a:rPr>
              <a:t>z</a:t>
            </a:r>
            <a:r>
              <a:rPr lang="en-US" sz="1200" dirty="0">
                <a:latin typeface="Tahoma"/>
                <a:ea typeface="Tahoma"/>
                <a:cs typeface="Tahoma"/>
                <a:sym typeface="Tahoma"/>
              </a:rPr>
              <a:t>)</a:t>
            </a:r>
            <a:endParaRPr sz="1200" dirty="0">
              <a:latin typeface="Tahoma"/>
              <a:ea typeface="Tahoma"/>
              <a:cs typeface="Tahoma"/>
              <a:sym typeface="Tahoma"/>
            </a:endParaRPr>
          </a:p>
          <a:p>
            <a:pPr marL="12700" lvl="0" indent="0" algn="l" rtl="0">
              <a:lnSpc>
                <a:spcPct val="100000"/>
              </a:lnSpc>
              <a:spcBef>
                <a:spcPts val="720"/>
              </a:spcBef>
              <a:spcAft>
                <a:spcPts val="0"/>
              </a:spcAft>
              <a:buNone/>
            </a:pPr>
            <a:r>
              <a:rPr lang="en-US" sz="1050" dirty="0">
                <a:solidFill>
                  <a:srgbClr val="1B1472"/>
                </a:solidFill>
                <a:latin typeface="Arial"/>
                <a:ea typeface="Arial"/>
                <a:cs typeface="Arial"/>
                <a:sym typeface="Arial"/>
              </a:rPr>
              <a:t>Advantages:</a:t>
            </a:r>
            <a:endParaRPr sz="1050" dirty="0">
              <a:latin typeface="Arial"/>
              <a:ea typeface="Arial"/>
              <a:cs typeface="Arial"/>
              <a:sym typeface="Arial"/>
            </a:endParaRPr>
          </a:p>
        </p:txBody>
      </p:sp>
      <p:pic>
        <p:nvPicPr>
          <p:cNvPr id="365" name="Google Shape;365;p13"/>
          <p:cNvPicPr preferRelativeResize="0"/>
          <p:nvPr/>
        </p:nvPicPr>
        <p:blipFill rotWithShape="1">
          <a:blip r:embed="rId3">
            <a:alphaModFix/>
          </a:blip>
          <a:srcRect/>
          <a:stretch/>
        </p:blipFill>
        <p:spPr>
          <a:xfrm>
            <a:off x="456996" y="951471"/>
            <a:ext cx="121259" cy="121259"/>
          </a:xfrm>
          <a:prstGeom prst="rect">
            <a:avLst/>
          </a:prstGeom>
          <a:noFill/>
          <a:ln>
            <a:noFill/>
          </a:ln>
        </p:spPr>
      </p:pic>
      <p:sp>
        <p:nvSpPr>
          <p:cNvPr id="366" name="Google Shape;366;p13"/>
          <p:cNvSpPr txBox="1"/>
          <p:nvPr/>
        </p:nvSpPr>
        <p:spPr>
          <a:xfrm>
            <a:off x="483946" y="94162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367" name="Google Shape;367;p13"/>
          <p:cNvPicPr preferRelativeResize="0"/>
          <p:nvPr/>
        </p:nvPicPr>
        <p:blipFill rotWithShape="1">
          <a:blip r:embed="rId4">
            <a:alphaModFix/>
          </a:blip>
          <a:srcRect/>
          <a:stretch/>
        </p:blipFill>
        <p:spPr>
          <a:xfrm>
            <a:off x="456996" y="1469415"/>
            <a:ext cx="121259" cy="121259"/>
          </a:xfrm>
          <a:prstGeom prst="rect">
            <a:avLst/>
          </a:prstGeom>
          <a:noFill/>
          <a:ln>
            <a:noFill/>
          </a:ln>
        </p:spPr>
      </p:pic>
      <p:sp>
        <p:nvSpPr>
          <p:cNvPr id="368" name="Google Shape;368;p13"/>
          <p:cNvSpPr txBox="1"/>
          <p:nvPr/>
        </p:nvSpPr>
        <p:spPr>
          <a:xfrm>
            <a:off x="483946" y="145956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369" name="Google Shape;369;p13"/>
          <p:cNvPicPr preferRelativeResize="0"/>
          <p:nvPr/>
        </p:nvPicPr>
        <p:blipFill rotWithShape="1">
          <a:blip r:embed="rId5">
            <a:alphaModFix/>
          </a:blip>
          <a:srcRect/>
          <a:stretch/>
        </p:blipFill>
        <p:spPr>
          <a:xfrm>
            <a:off x="456996" y="1987359"/>
            <a:ext cx="121259" cy="121259"/>
          </a:xfrm>
          <a:prstGeom prst="rect">
            <a:avLst/>
          </a:prstGeom>
          <a:noFill/>
          <a:ln>
            <a:noFill/>
          </a:ln>
        </p:spPr>
      </p:pic>
      <p:sp>
        <p:nvSpPr>
          <p:cNvPr id="370" name="Google Shape;370;p13"/>
          <p:cNvSpPr txBox="1"/>
          <p:nvPr/>
        </p:nvSpPr>
        <p:spPr>
          <a:xfrm>
            <a:off x="483946" y="1977509"/>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371" name="Google Shape;371;p13"/>
          <p:cNvSpPr txBox="1"/>
          <p:nvPr/>
        </p:nvSpPr>
        <p:spPr>
          <a:xfrm>
            <a:off x="619226" y="882520"/>
            <a:ext cx="3548379" cy="1762760"/>
          </a:xfrm>
          <a:prstGeom prst="rect">
            <a:avLst/>
          </a:prstGeom>
          <a:noFill/>
          <a:ln>
            <a:noFill/>
          </a:ln>
        </p:spPr>
        <p:txBody>
          <a:bodyPr spcFirstLastPara="1" wrap="square" lIns="0" tIns="38725"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Computational efficiency</a:t>
            </a:r>
            <a:endParaRPr sz="1050">
              <a:latin typeface="Arial"/>
              <a:ea typeface="Arial"/>
              <a:cs typeface="Arial"/>
              <a:sym typeface="Arial"/>
            </a:endParaRPr>
          </a:p>
          <a:p>
            <a:pPr marL="193040" lvl="0" indent="0" algn="l" rtl="0">
              <a:lnSpc>
                <a:spcPct val="100000"/>
              </a:lnSpc>
              <a:spcBef>
                <a:spcPts val="200"/>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Simple comparison and multiplication</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Much faster than sigmoid/tanh (no exponentials)</a:t>
            </a:r>
            <a:endParaRPr sz="950">
              <a:latin typeface="Arial"/>
              <a:ea typeface="Arial"/>
              <a:cs typeface="Arial"/>
              <a:sym typeface="Arial"/>
            </a:endParaRPr>
          </a:p>
          <a:p>
            <a:pPr marL="38100" lvl="0" indent="0" algn="l" rtl="0">
              <a:lnSpc>
                <a:spcPct val="100000"/>
              </a:lnSpc>
              <a:spcBef>
                <a:spcPts val="120"/>
              </a:spcBef>
              <a:spcAft>
                <a:spcPts val="0"/>
              </a:spcAft>
              <a:buNone/>
            </a:pPr>
            <a:r>
              <a:rPr lang="en-US" sz="1050">
                <a:solidFill>
                  <a:srgbClr val="1B1472"/>
                </a:solidFill>
                <a:latin typeface="Arial"/>
                <a:ea typeface="Arial"/>
                <a:cs typeface="Arial"/>
                <a:sym typeface="Arial"/>
              </a:rPr>
              <a:t>Avoids vanishing gradients</a:t>
            </a:r>
            <a:endParaRPr sz="1050">
              <a:latin typeface="Arial"/>
              <a:ea typeface="Arial"/>
              <a:cs typeface="Arial"/>
              <a:sym typeface="Arial"/>
            </a:endParaRPr>
          </a:p>
          <a:p>
            <a:pPr marL="193040" lvl="0" indent="0" algn="l" rtl="0">
              <a:lnSpc>
                <a:spcPct val="100000"/>
              </a:lnSpc>
              <a:spcBef>
                <a:spcPts val="50"/>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Gradient is 1 for </a:t>
            </a:r>
            <a:r>
              <a:rPr lang="en-US" sz="950" i="1">
                <a:latin typeface="Arial"/>
                <a:ea typeface="Arial"/>
                <a:cs typeface="Arial"/>
                <a:sym typeface="Arial"/>
              </a:rPr>
              <a:t>z </a:t>
            </a:r>
            <a:r>
              <a:rPr lang="en-US" sz="1100" i="1">
                <a:latin typeface="Calibri"/>
                <a:ea typeface="Calibri"/>
                <a:cs typeface="Calibri"/>
                <a:sym typeface="Calibri"/>
              </a:rPr>
              <a:t>&gt; </a:t>
            </a:r>
            <a:r>
              <a:rPr lang="en-US" sz="950">
                <a:latin typeface="Arial"/>
                <a:ea typeface="Arial"/>
                <a:cs typeface="Arial"/>
                <a:sym typeface="Arial"/>
              </a:rPr>
              <a:t>0, flows unchanged through network</a:t>
            </a:r>
            <a:endParaRPr sz="950">
              <a:latin typeface="Arial"/>
              <a:ea typeface="Arial"/>
              <a:cs typeface="Arial"/>
              <a:sym typeface="Arial"/>
            </a:endParaRPr>
          </a:p>
          <a:p>
            <a:pPr marL="193040" lvl="0" indent="0" algn="l" rtl="0">
              <a:lnSpc>
                <a:spcPct val="100000"/>
              </a:lnSpc>
              <a:spcBef>
                <a:spcPts val="18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Enables training of very deep networks</a:t>
            </a:r>
            <a:endParaRPr sz="950">
              <a:latin typeface="Arial"/>
              <a:ea typeface="Arial"/>
              <a:cs typeface="Arial"/>
              <a:sym typeface="Arial"/>
            </a:endParaRPr>
          </a:p>
          <a:p>
            <a:pPr marL="38100" lvl="0" indent="0" algn="l" rtl="0">
              <a:lnSpc>
                <a:spcPct val="100000"/>
              </a:lnSpc>
              <a:spcBef>
                <a:spcPts val="125"/>
              </a:spcBef>
              <a:spcAft>
                <a:spcPts val="0"/>
              </a:spcAft>
              <a:buNone/>
            </a:pPr>
            <a:r>
              <a:rPr lang="en-US" sz="1050">
                <a:solidFill>
                  <a:srgbClr val="1B1472"/>
                </a:solidFill>
                <a:latin typeface="Arial"/>
                <a:ea typeface="Arial"/>
                <a:cs typeface="Arial"/>
                <a:sym typeface="Arial"/>
              </a:rPr>
              <a:t>Sparse activation</a:t>
            </a:r>
            <a:endParaRPr sz="1050">
              <a:latin typeface="Arial"/>
              <a:ea typeface="Arial"/>
              <a:cs typeface="Arial"/>
              <a:sym typeface="Arial"/>
            </a:endParaRPr>
          </a:p>
          <a:p>
            <a:pPr marL="193040" lvl="0" indent="0" algn="l" rtl="0">
              <a:lnSpc>
                <a:spcPct val="100000"/>
              </a:lnSpc>
              <a:spcBef>
                <a:spcPts val="200"/>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Many neurons output exactly 0</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More efficient representations</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Closer to biological neurons</a:t>
            </a:r>
            <a:endParaRPr sz="950">
              <a:latin typeface="Arial"/>
              <a:ea typeface="Arial"/>
              <a:cs typeface="Arial"/>
              <a:sym typeface="Arial"/>
            </a:endParaRPr>
          </a:p>
        </p:txBody>
      </p:sp>
      <p:pic>
        <p:nvPicPr>
          <p:cNvPr id="372" name="Google Shape;372;p13"/>
          <p:cNvPicPr preferRelativeResize="0"/>
          <p:nvPr/>
        </p:nvPicPr>
        <p:blipFill rotWithShape="1">
          <a:blip r:embed="rId6">
            <a:alphaModFix/>
          </a:blip>
          <a:srcRect/>
          <a:stretch/>
        </p:blipFill>
        <p:spPr>
          <a:xfrm>
            <a:off x="513702" y="2977476"/>
            <a:ext cx="69291" cy="69291"/>
          </a:xfrm>
          <a:prstGeom prst="rect">
            <a:avLst/>
          </a:prstGeom>
          <a:noFill/>
          <a:ln>
            <a:noFill/>
          </a:ln>
        </p:spPr>
      </p:pic>
      <p:sp>
        <p:nvSpPr>
          <p:cNvPr id="373" name="Google Shape;373;p13"/>
          <p:cNvSpPr txBox="1"/>
          <p:nvPr/>
        </p:nvSpPr>
        <p:spPr>
          <a:xfrm>
            <a:off x="347294" y="2690834"/>
            <a:ext cx="3771265" cy="396240"/>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50">
                <a:solidFill>
                  <a:srgbClr val="EC2027"/>
                </a:solidFill>
                <a:latin typeface="Arial"/>
                <a:ea typeface="Arial"/>
                <a:cs typeface="Arial"/>
                <a:sym typeface="Arial"/>
              </a:rPr>
              <a:t>Caveat: ”Dying ReLU” </a:t>
            </a:r>
            <a:r>
              <a:rPr lang="en-US" sz="1050">
                <a:latin typeface="Arial"/>
                <a:ea typeface="Arial"/>
                <a:cs typeface="Arial"/>
                <a:sym typeface="Arial"/>
              </a:rPr>
              <a:t>problem when neurons always output 0</a:t>
            </a:r>
            <a:endParaRPr sz="1050">
              <a:latin typeface="Arial"/>
              <a:ea typeface="Arial"/>
              <a:cs typeface="Arial"/>
              <a:sym typeface="Arial"/>
            </a:endParaRPr>
          </a:p>
          <a:p>
            <a:pPr marL="309880" lvl="0" indent="0" algn="l" rtl="0">
              <a:lnSpc>
                <a:spcPct val="100000"/>
              </a:lnSpc>
              <a:spcBef>
                <a:spcPts val="250"/>
              </a:spcBef>
              <a:spcAft>
                <a:spcPts val="0"/>
              </a:spcAft>
              <a:buNone/>
            </a:pPr>
            <a:r>
              <a:rPr lang="en-US" sz="950">
                <a:latin typeface="Arial"/>
                <a:ea typeface="Arial"/>
                <a:cs typeface="Arial"/>
                <a:sym typeface="Arial"/>
              </a:rPr>
              <a:t>Solution: Use Leaky ReLU, PReLU, or ELU variants</a:t>
            </a:r>
            <a:endParaRPr sz="950">
              <a:latin typeface="Arial"/>
              <a:ea typeface="Arial"/>
              <a:cs typeface="Arial"/>
              <a:sym typeface="Arial"/>
            </a:endParaRPr>
          </a:p>
        </p:txBody>
      </p:sp>
      <p:grpSp>
        <p:nvGrpSpPr>
          <p:cNvPr id="374" name="Google Shape;374;p13"/>
          <p:cNvGrpSpPr/>
          <p:nvPr/>
        </p:nvGrpSpPr>
        <p:grpSpPr>
          <a:xfrm>
            <a:off x="0" y="3141936"/>
            <a:ext cx="5760261" cy="92075"/>
            <a:chOff x="0" y="3141936"/>
            <a:chExt cx="5760261" cy="92075"/>
          </a:xfrm>
        </p:grpSpPr>
        <p:sp>
          <p:nvSpPr>
            <p:cNvPr id="375" name="Google Shape;375;p13"/>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6" name="Google Shape;376;p13"/>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7" name="Google Shape;377;p13"/>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8" name="Google Shape;378;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79" name="Google Shape;379;p1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ction="ppaction://hlinksldjump"/>
              </a:rPr>
              <a:t>D</a:t>
            </a:r>
            <a:r>
              <a:rPr lang="en-US" sz="600" u="sng" cap="small">
                <a:solidFill>
                  <a:schemeClr val="hlink"/>
                </a:solidFill>
                <a:latin typeface="Calibri"/>
                <a:ea typeface="Calibri"/>
                <a:cs typeface="Calibri"/>
                <a:sym typeface="Calibri"/>
                <a:hlinkClick r:id="rId7" action="ppaction://hlinksldjump"/>
              </a:rPr>
              <a:t>eep</a:t>
            </a:r>
            <a:r>
              <a:rPr lang="en-US" sz="600" u="sng">
                <a:solidFill>
                  <a:schemeClr val="hlink"/>
                </a:solidFill>
                <a:latin typeface="Calibri"/>
                <a:ea typeface="Calibri"/>
                <a:cs typeface="Calibri"/>
                <a:sym typeface="Calibri"/>
                <a:hlinkClick r:id="rId7" action="ppaction://hlinksldjump"/>
              </a:rPr>
              <a:t> L</a:t>
            </a:r>
            <a:r>
              <a:rPr lang="en-US" sz="600" u="sng" cap="small">
                <a:solidFill>
                  <a:schemeClr val="hlink"/>
                </a:solidFill>
                <a:latin typeface="Calibri"/>
                <a:ea typeface="Calibri"/>
                <a:cs typeface="Calibri"/>
                <a:sym typeface="Calibri"/>
                <a:hlinkClick r:id="rId7" action="ppaction://hlinksldjump"/>
              </a:rPr>
              <a:t>earning</a:t>
            </a:r>
            <a:endParaRPr sz="600">
              <a:latin typeface="Calibri"/>
              <a:ea typeface="Calibri"/>
              <a:cs typeface="Calibri"/>
              <a:sym typeface="Calibri"/>
            </a:endParaRPr>
          </a:p>
        </p:txBody>
      </p:sp>
      <p:sp>
        <p:nvSpPr>
          <p:cNvPr id="380" name="Google Shape;380;p1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13</a:t>
            </a:fld>
            <a:r>
              <a:rPr lang="en-US"/>
              <a:t> / 67</a:t>
            </a:r>
            <a:endParaRPr/>
          </a:p>
        </p:txBody>
      </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68309D45-8DD6-286A-F573-1B7BE0A0D1E5}"/>
                  </a:ext>
                </a:extLst>
              </p14:cNvPr>
              <p14:cNvContentPartPr/>
              <p14:nvPr/>
            </p14:nvContentPartPr>
            <p14:xfrm>
              <a:off x="1123200" y="479520"/>
              <a:ext cx="4201560" cy="2307600"/>
            </p14:xfrm>
          </p:contentPart>
        </mc:Choice>
        <mc:Fallback>
          <p:pic>
            <p:nvPicPr>
              <p:cNvPr id="2" name="Ink 1">
                <a:extLst>
                  <a:ext uri="{FF2B5EF4-FFF2-40B4-BE49-F238E27FC236}">
                    <a16:creationId xmlns:a16="http://schemas.microsoft.com/office/drawing/2014/main" id="{68309D45-8DD6-286A-F573-1B7BE0A0D1E5}"/>
                  </a:ext>
                </a:extLst>
              </p:cNvPr>
              <p:cNvPicPr/>
              <p:nvPr/>
            </p:nvPicPr>
            <p:blipFill>
              <a:blip r:embed="rId9"/>
              <a:stretch>
                <a:fillRect/>
              </a:stretch>
            </p:blipFill>
            <p:spPr>
              <a:xfrm>
                <a:off x="1113840" y="470160"/>
                <a:ext cx="4220280" cy="2326320"/>
              </a:xfrm>
              <a:prstGeom prst="rect">
                <a:avLst/>
              </a:prstGeom>
            </p:spPr>
          </p:pic>
        </mc:Fallback>
      </mc:AlternateContent>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14"/>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386" name="Google Shape;386;p14"/>
          <p:cNvPicPr preferRelativeResize="0"/>
          <p:nvPr/>
        </p:nvPicPr>
        <p:blipFill rotWithShape="1">
          <a:blip r:embed="rId3">
            <a:alphaModFix/>
          </a:blip>
          <a:srcRect/>
          <a:stretch/>
        </p:blipFill>
        <p:spPr>
          <a:xfrm>
            <a:off x="343662" y="591032"/>
            <a:ext cx="169964" cy="169964"/>
          </a:xfrm>
          <a:prstGeom prst="rect">
            <a:avLst/>
          </a:prstGeom>
          <a:noFill/>
          <a:ln>
            <a:noFill/>
          </a:ln>
        </p:spPr>
      </p:pic>
      <p:sp>
        <p:nvSpPr>
          <p:cNvPr id="387" name="Google Shape;387;p14"/>
          <p:cNvSpPr txBox="1"/>
          <p:nvPr/>
        </p:nvSpPr>
        <p:spPr>
          <a:xfrm>
            <a:off x="387959" y="59471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388" name="Google Shape;388;p14"/>
          <p:cNvPicPr preferRelativeResize="0"/>
          <p:nvPr/>
        </p:nvPicPr>
        <p:blipFill rotWithShape="1">
          <a:blip r:embed="rId4">
            <a:alphaModFix/>
          </a:blip>
          <a:srcRect/>
          <a:stretch/>
        </p:blipFill>
        <p:spPr>
          <a:xfrm>
            <a:off x="343662" y="859612"/>
            <a:ext cx="169964" cy="169964"/>
          </a:xfrm>
          <a:prstGeom prst="rect">
            <a:avLst/>
          </a:prstGeom>
          <a:noFill/>
          <a:ln>
            <a:noFill/>
          </a:ln>
        </p:spPr>
      </p:pic>
      <p:sp>
        <p:nvSpPr>
          <p:cNvPr id="389" name="Google Shape;389;p14"/>
          <p:cNvSpPr txBox="1"/>
          <p:nvPr/>
        </p:nvSpPr>
        <p:spPr>
          <a:xfrm>
            <a:off x="387959" y="863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390" name="Google Shape;390;p14"/>
          <p:cNvPicPr preferRelativeResize="0"/>
          <p:nvPr/>
        </p:nvPicPr>
        <p:blipFill rotWithShape="1">
          <a:blip r:embed="rId5">
            <a:alphaModFix/>
          </a:blip>
          <a:srcRect/>
          <a:stretch/>
        </p:blipFill>
        <p:spPr>
          <a:xfrm>
            <a:off x="343662" y="1128179"/>
            <a:ext cx="169964" cy="169964"/>
          </a:xfrm>
          <a:prstGeom prst="rect">
            <a:avLst/>
          </a:prstGeom>
          <a:noFill/>
          <a:ln>
            <a:noFill/>
          </a:ln>
        </p:spPr>
      </p:pic>
      <p:sp>
        <p:nvSpPr>
          <p:cNvPr id="391" name="Google Shape;391;p14"/>
          <p:cNvSpPr txBox="1"/>
          <p:nvPr/>
        </p:nvSpPr>
        <p:spPr>
          <a:xfrm>
            <a:off x="387959" y="1131860"/>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3</a:t>
            </a:r>
            <a:endParaRPr sz="800">
              <a:latin typeface="Calibri"/>
              <a:ea typeface="Calibri"/>
              <a:cs typeface="Calibri"/>
              <a:sym typeface="Calibri"/>
            </a:endParaRPr>
          </a:p>
        </p:txBody>
      </p:sp>
      <p:pic>
        <p:nvPicPr>
          <p:cNvPr id="392" name="Google Shape;392;p14"/>
          <p:cNvPicPr preferRelativeResize="0"/>
          <p:nvPr/>
        </p:nvPicPr>
        <p:blipFill rotWithShape="1">
          <a:blip r:embed="rId6">
            <a:alphaModFix/>
          </a:blip>
          <a:srcRect/>
          <a:stretch/>
        </p:blipFill>
        <p:spPr>
          <a:xfrm>
            <a:off x="343662" y="1396758"/>
            <a:ext cx="169964" cy="169964"/>
          </a:xfrm>
          <a:prstGeom prst="rect">
            <a:avLst/>
          </a:prstGeom>
          <a:noFill/>
          <a:ln>
            <a:noFill/>
          </a:ln>
        </p:spPr>
      </p:pic>
      <p:sp>
        <p:nvSpPr>
          <p:cNvPr id="393" name="Google Shape;393;p14"/>
          <p:cNvSpPr txBox="1"/>
          <p:nvPr/>
        </p:nvSpPr>
        <p:spPr>
          <a:xfrm>
            <a:off x="387959" y="1400440"/>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394" name="Google Shape;394;p14"/>
          <p:cNvPicPr preferRelativeResize="0"/>
          <p:nvPr/>
        </p:nvPicPr>
        <p:blipFill rotWithShape="1">
          <a:blip r:embed="rId7">
            <a:alphaModFix/>
          </a:blip>
          <a:srcRect/>
          <a:stretch/>
        </p:blipFill>
        <p:spPr>
          <a:xfrm>
            <a:off x="343662" y="1665338"/>
            <a:ext cx="169964" cy="169964"/>
          </a:xfrm>
          <a:prstGeom prst="rect">
            <a:avLst/>
          </a:prstGeom>
          <a:noFill/>
          <a:ln>
            <a:noFill/>
          </a:ln>
        </p:spPr>
      </p:pic>
      <p:sp>
        <p:nvSpPr>
          <p:cNvPr id="395" name="Google Shape;395;p14"/>
          <p:cNvSpPr txBox="1"/>
          <p:nvPr/>
        </p:nvSpPr>
        <p:spPr>
          <a:xfrm>
            <a:off x="387959" y="166900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396" name="Google Shape;396;p14"/>
          <p:cNvPicPr preferRelativeResize="0"/>
          <p:nvPr/>
        </p:nvPicPr>
        <p:blipFill rotWithShape="1">
          <a:blip r:embed="rId8">
            <a:alphaModFix/>
          </a:blip>
          <a:srcRect/>
          <a:stretch/>
        </p:blipFill>
        <p:spPr>
          <a:xfrm>
            <a:off x="343649" y="1933905"/>
            <a:ext cx="169964" cy="169964"/>
          </a:xfrm>
          <a:prstGeom prst="rect">
            <a:avLst/>
          </a:prstGeom>
          <a:noFill/>
          <a:ln>
            <a:noFill/>
          </a:ln>
        </p:spPr>
      </p:pic>
      <p:sp>
        <p:nvSpPr>
          <p:cNvPr id="397" name="Google Shape;397;p14"/>
          <p:cNvSpPr txBox="1"/>
          <p:nvPr/>
        </p:nvSpPr>
        <p:spPr>
          <a:xfrm>
            <a:off x="387959" y="193758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398" name="Google Shape;398;p14"/>
          <p:cNvPicPr preferRelativeResize="0"/>
          <p:nvPr/>
        </p:nvPicPr>
        <p:blipFill rotWithShape="1">
          <a:blip r:embed="rId9">
            <a:alphaModFix/>
          </a:blip>
          <a:srcRect/>
          <a:stretch/>
        </p:blipFill>
        <p:spPr>
          <a:xfrm>
            <a:off x="343649" y="2202484"/>
            <a:ext cx="169964" cy="169964"/>
          </a:xfrm>
          <a:prstGeom prst="rect">
            <a:avLst/>
          </a:prstGeom>
          <a:noFill/>
          <a:ln>
            <a:noFill/>
          </a:ln>
        </p:spPr>
      </p:pic>
      <p:sp>
        <p:nvSpPr>
          <p:cNvPr id="399" name="Google Shape;399;p14"/>
          <p:cNvSpPr txBox="1"/>
          <p:nvPr/>
        </p:nvSpPr>
        <p:spPr>
          <a:xfrm>
            <a:off x="387959" y="220616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400" name="Google Shape;400;p14"/>
          <p:cNvPicPr preferRelativeResize="0"/>
          <p:nvPr/>
        </p:nvPicPr>
        <p:blipFill rotWithShape="1">
          <a:blip r:embed="rId10">
            <a:alphaModFix/>
          </a:blip>
          <a:srcRect/>
          <a:stretch/>
        </p:blipFill>
        <p:spPr>
          <a:xfrm>
            <a:off x="343649" y="2471064"/>
            <a:ext cx="169964" cy="169964"/>
          </a:xfrm>
          <a:prstGeom prst="rect">
            <a:avLst/>
          </a:prstGeom>
          <a:noFill/>
          <a:ln>
            <a:noFill/>
          </a:ln>
        </p:spPr>
      </p:pic>
      <p:sp>
        <p:nvSpPr>
          <p:cNvPr id="401" name="Google Shape;401;p14"/>
          <p:cNvSpPr txBox="1"/>
          <p:nvPr/>
        </p:nvSpPr>
        <p:spPr>
          <a:xfrm>
            <a:off x="387959" y="2474733"/>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pic>
        <p:nvPicPr>
          <p:cNvPr id="402" name="Google Shape;402;p14"/>
          <p:cNvPicPr preferRelativeResize="0"/>
          <p:nvPr/>
        </p:nvPicPr>
        <p:blipFill rotWithShape="1">
          <a:blip r:embed="rId11">
            <a:alphaModFix/>
          </a:blip>
          <a:srcRect/>
          <a:stretch/>
        </p:blipFill>
        <p:spPr>
          <a:xfrm>
            <a:off x="343649" y="2739631"/>
            <a:ext cx="169964" cy="169964"/>
          </a:xfrm>
          <a:prstGeom prst="rect">
            <a:avLst/>
          </a:prstGeom>
          <a:noFill/>
          <a:ln>
            <a:noFill/>
          </a:ln>
        </p:spPr>
      </p:pic>
      <p:sp>
        <p:nvSpPr>
          <p:cNvPr id="403" name="Google Shape;403;p14"/>
          <p:cNvSpPr txBox="1"/>
          <p:nvPr/>
        </p:nvSpPr>
        <p:spPr>
          <a:xfrm>
            <a:off x="387959" y="27433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9</a:t>
            </a:r>
            <a:endParaRPr sz="800">
              <a:latin typeface="Calibri"/>
              <a:ea typeface="Calibri"/>
              <a:cs typeface="Calibri"/>
              <a:sym typeface="Calibri"/>
            </a:endParaRPr>
          </a:p>
        </p:txBody>
      </p:sp>
      <p:sp>
        <p:nvSpPr>
          <p:cNvPr id="404" name="Google Shape;404;p14"/>
          <p:cNvSpPr txBox="1"/>
          <p:nvPr/>
        </p:nvSpPr>
        <p:spPr>
          <a:xfrm>
            <a:off x="563029" y="476951"/>
            <a:ext cx="3339600" cy="2397300"/>
          </a:xfrm>
          <a:prstGeom prst="rect">
            <a:avLst/>
          </a:prstGeom>
          <a:noFill/>
          <a:ln>
            <a:noFill/>
          </a:ln>
        </p:spPr>
        <p:txBody>
          <a:bodyPr spcFirstLastPara="1" wrap="square" lIns="0" tIns="11425" rIns="0" bIns="0" anchor="t" anchorCtr="0">
            <a:spAutoFit/>
          </a:bodyPr>
          <a:lstStyle/>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M</a:t>
            </a:r>
            <a:r>
              <a:rPr lang="en-US" sz="1400" u="sng" cap="small">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otivation</a:t>
            </a:r>
            <a:r>
              <a:rPr lang="en-US" sz="1400" u="sng">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T</a:t>
            </a:r>
            <a:r>
              <a:rPr lang="en-US" sz="1400" u="sng" cap="small">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he</a:t>
            </a:r>
            <a:r>
              <a:rPr lang="en-US" sz="1400" u="sng">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XOR P</a:t>
            </a:r>
            <a:r>
              <a:rPr lang="en-US" sz="1400" u="sng" cap="small">
                <a:solidFill>
                  <a:srgbClr val="D6D6EF"/>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roblem</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N</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on</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-L</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inearity</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in</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N</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eural</a:t>
            </a:r>
            <a:r>
              <a:rPr lang="en-US" sz="1400" u="sng">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 N</a:t>
            </a:r>
            <a:r>
              <a:rPr lang="en-US" sz="1400" u="sng" cap="small">
                <a:solidFill>
                  <a:srgbClr val="D6D6EF"/>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etworks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T</a:t>
            </a:r>
            <a:r>
              <a:rPr lang="en-US" sz="1400" u="sng" cap="small">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he</a:t>
            </a:r>
            <a:r>
              <a:rPr lang="en-US" sz="1400" u="sng">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F</a:t>
            </a:r>
            <a:r>
              <a:rPr lang="en-US" sz="1400" u="sng" cap="small">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our</a:t>
            </a:r>
            <a:r>
              <a:rPr lang="en-US" sz="1400" u="sng">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C</a:t>
            </a:r>
            <a:r>
              <a:rPr lang="en-US" sz="1400" u="sng" cap="small">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omponents</a:t>
            </a:r>
            <a:r>
              <a:rPr lang="en-US" sz="1400" u="sng">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a:t>
            </a:r>
            <a:r>
              <a:rPr lang="en-US" sz="1400" u="sng" cap="small">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of</a:t>
            </a:r>
            <a:r>
              <a:rPr lang="en-US" sz="1400" u="sng">
                <a:solidFill>
                  <a:srgbClr val="3333B2"/>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 DFNN</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5080"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T</a:t>
            </a:r>
            <a:r>
              <a:rPr lang="en-US" sz="1400" u="sng" cap="small">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raining</a:t>
            </a:r>
            <a:r>
              <a:rPr lang="en-US" sz="1400" u="sng">
                <a:solidFill>
                  <a:srgbClr val="D6D6EF"/>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 DFNN</a:t>
            </a:r>
            <a:endParaRPr sz="1400">
              <a:latin typeface="Calibri"/>
              <a:ea typeface="Calibri"/>
              <a:cs typeface="Calibri"/>
              <a:sym typeface="Calibri"/>
            </a:endParaRPr>
          </a:p>
          <a:p>
            <a:pPr marL="12700" lvl="0" indent="0" algn="l" rtl="0">
              <a:lnSpc>
                <a:spcPct val="100000"/>
              </a:lnSpc>
              <a:spcBef>
                <a:spcPts val="434"/>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aking</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P</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redictions</a:t>
            </a:r>
            <a:endParaRPr sz="1400">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mpact</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of</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D</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epth</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and</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W</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idth</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DFNN A</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rchitecture</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D</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esign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mplementation</a:t>
            </a: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 T</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706755" lvl="0" indent="0" algn="l" rtl="0">
              <a:lnSpc>
                <a:spcPct val="125899"/>
              </a:lnSpc>
              <a:spcBef>
                <a:spcPts val="0"/>
              </a:spcBef>
              <a:spcAft>
                <a:spcPts val="0"/>
              </a:spcAft>
              <a:buNone/>
            </a:pPr>
            <a:r>
              <a:rPr lang="en-US" sz="1400" u="sng">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S</a:t>
            </a:r>
            <a:r>
              <a:rPr lang="en-US" sz="1400" u="sng" cap="small">
                <a:solidFill>
                  <a:srgbClr val="D6D6EF"/>
                </a:solidFill>
                <a:latin typeface="Calibri"/>
                <a:ea typeface="Calibri"/>
                <a:cs typeface="Calibri"/>
                <a:sym typeface="Calibri"/>
                <a:hlinkClick r:id="" action="ppaction://noaction">
                  <a:extLst>
                    <a:ext uri="{A12FA001-AC4F-418D-AE19-62706E023703}">
                      <ahyp:hlinkClr xmlns:ahyp="http://schemas.microsoft.com/office/drawing/2018/hyperlinkcolor" val="tx"/>
                    </a:ext>
                  </a:extLst>
                </a:hlinkClick>
              </a:rPr>
              <a:t>ummary</a:t>
            </a:r>
            <a:endParaRPr sz="1400">
              <a:latin typeface="Calibri"/>
              <a:ea typeface="Calibri"/>
              <a:cs typeface="Calibri"/>
              <a:sym typeface="Calibri"/>
            </a:endParaRPr>
          </a:p>
        </p:txBody>
      </p:sp>
      <p:grpSp>
        <p:nvGrpSpPr>
          <p:cNvPr id="405" name="Google Shape;405;p14"/>
          <p:cNvGrpSpPr/>
          <p:nvPr/>
        </p:nvGrpSpPr>
        <p:grpSpPr>
          <a:xfrm>
            <a:off x="0" y="3141936"/>
            <a:ext cx="5760261" cy="92075"/>
            <a:chOff x="0" y="3141936"/>
            <a:chExt cx="5760261" cy="92075"/>
          </a:xfrm>
        </p:grpSpPr>
        <p:sp>
          <p:nvSpPr>
            <p:cNvPr id="406" name="Google Shape;406;p1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7" name="Google Shape;407;p1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8" name="Google Shape;408;p1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09" name="Google Shape;409;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10" name="Google Shape;410;p1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6" action="ppaction://hlinksldjump"/>
              </a:rPr>
              <a:t>D</a:t>
            </a:r>
            <a:r>
              <a:rPr lang="en-US" sz="600" u="sng" cap="small">
                <a:solidFill>
                  <a:schemeClr val="hlink"/>
                </a:solidFill>
                <a:latin typeface="Calibri"/>
                <a:ea typeface="Calibri"/>
                <a:cs typeface="Calibri"/>
                <a:sym typeface="Calibri"/>
                <a:hlinkClick r:id="rId16" action="ppaction://hlinksldjump"/>
              </a:rPr>
              <a:t>eep</a:t>
            </a:r>
            <a:r>
              <a:rPr lang="en-US" sz="600" u="sng">
                <a:solidFill>
                  <a:schemeClr val="hlink"/>
                </a:solidFill>
                <a:latin typeface="Calibri"/>
                <a:ea typeface="Calibri"/>
                <a:cs typeface="Calibri"/>
                <a:sym typeface="Calibri"/>
                <a:hlinkClick r:id="rId16" action="ppaction://hlinksldjump"/>
              </a:rPr>
              <a:t> L</a:t>
            </a:r>
            <a:r>
              <a:rPr lang="en-US" sz="600" u="sng" cap="small">
                <a:solidFill>
                  <a:schemeClr val="hlink"/>
                </a:solidFill>
                <a:latin typeface="Calibri"/>
                <a:ea typeface="Calibri"/>
                <a:cs typeface="Calibri"/>
                <a:sym typeface="Calibri"/>
                <a:hlinkClick r:id="rId16" action="ppaction://hlinksldjump"/>
              </a:rPr>
              <a:t>earning</a:t>
            </a:r>
            <a:endParaRPr sz="600">
              <a:latin typeface="Calibri"/>
              <a:ea typeface="Calibri"/>
              <a:cs typeface="Calibri"/>
              <a:sym typeface="Calibri"/>
            </a:endParaRPr>
          </a:p>
        </p:txBody>
      </p:sp>
      <p:sp>
        <p:nvSpPr>
          <p:cNvPr id="411" name="Google Shape;411;p1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14</a:t>
            </a:fld>
            <a:r>
              <a:rPr lang="en-US"/>
              <a:t> / 67</a:t>
            </a:r>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15"/>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a:t>
            </a:r>
            <a:r>
              <a:rPr lang="en-US" cap="small">
                <a:solidFill>
                  <a:srgbClr val="FFFFFF"/>
                </a:solidFill>
              </a:rPr>
              <a:t>eep</a:t>
            </a:r>
            <a:r>
              <a:rPr lang="en-US">
                <a:solidFill>
                  <a:srgbClr val="FFFFFF"/>
                </a:solidFill>
              </a:rPr>
              <a:t> F</a:t>
            </a:r>
            <a:r>
              <a:rPr lang="en-US" cap="small">
                <a:solidFill>
                  <a:srgbClr val="FFFFFF"/>
                </a:solidFill>
              </a:rPr>
              <a:t>eed</a:t>
            </a:r>
            <a:r>
              <a:rPr lang="en-US">
                <a:solidFill>
                  <a:srgbClr val="FFFFFF"/>
                </a:solidFill>
              </a:rPr>
              <a:t>-F</a:t>
            </a:r>
            <a:r>
              <a:rPr lang="en-US" cap="small">
                <a:solidFill>
                  <a:srgbClr val="FFFFFF"/>
                </a:solidFill>
              </a:rPr>
              <a:t>orward</a:t>
            </a:r>
            <a:r>
              <a:rPr lang="en-US">
                <a:solidFill>
                  <a:srgbClr val="FFFFFF"/>
                </a:solidFill>
              </a:rPr>
              <a:t> N</a:t>
            </a:r>
            <a:r>
              <a:rPr lang="en-US" cap="small">
                <a:solidFill>
                  <a:srgbClr val="FFFFFF"/>
                </a:solidFill>
              </a:rPr>
              <a:t>eural</a:t>
            </a:r>
            <a:r>
              <a:rPr lang="en-US">
                <a:solidFill>
                  <a:srgbClr val="FFFFFF"/>
                </a:solidFill>
              </a:rPr>
              <a:t> N</a:t>
            </a:r>
            <a:r>
              <a:rPr lang="en-US" cap="small">
                <a:solidFill>
                  <a:srgbClr val="FFFFFF"/>
                </a:solidFill>
              </a:rPr>
              <a:t>etwork</a:t>
            </a:r>
            <a:r>
              <a:rPr lang="en-US">
                <a:solidFill>
                  <a:srgbClr val="FFFFFF"/>
                </a:solidFill>
              </a:rPr>
              <a:t> (DFNN)</a:t>
            </a:r>
            <a:endParaRPr/>
          </a:p>
        </p:txBody>
      </p:sp>
      <p:grpSp>
        <p:nvGrpSpPr>
          <p:cNvPr id="417" name="Google Shape;417;p15"/>
          <p:cNvGrpSpPr/>
          <p:nvPr/>
        </p:nvGrpSpPr>
        <p:grpSpPr>
          <a:xfrm>
            <a:off x="309193" y="701750"/>
            <a:ext cx="5192466" cy="671641"/>
            <a:chOff x="309193" y="701750"/>
            <a:chExt cx="5192466" cy="671641"/>
          </a:xfrm>
        </p:grpSpPr>
        <p:sp>
          <p:nvSpPr>
            <p:cNvPr id="418" name="Google Shape;418;p15"/>
            <p:cNvSpPr/>
            <p:nvPr/>
          </p:nvSpPr>
          <p:spPr>
            <a:xfrm>
              <a:off x="309193" y="701750"/>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419" name="Google Shape;419;p15"/>
            <p:cNvPicPr preferRelativeResize="0"/>
            <p:nvPr/>
          </p:nvPicPr>
          <p:blipFill rotWithShape="1">
            <a:blip r:embed="rId3">
              <a:alphaModFix/>
            </a:blip>
            <a:srcRect/>
            <a:stretch/>
          </p:blipFill>
          <p:spPr>
            <a:xfrm>
              <a:off x="309193" y="895984"/>
              <a:ext cx="5141666" cy="50609"/>
            </a:xfrm>
            <a:prstGeom prst="rect">
              <a:avLst/>
            </a:prstGeom>
            <a:noFill/>
            <a:ln>
              <a:noFill/>
            </a:ln>
          </p:spPr>
        </p:pic>
        <p:pic>
          <p:nvPicPr>
            <p:cNvPr id="420" name="Google Shape;420;p15"/>
            <p:cNvPicPr preferRelativeResize="0"/>
            <p:nvPr/>
          </p:nvPicPr>
          <p:blipFill rotWithShape="1">
            <a:blip r:embed="rId4">
              <a:alphaModFix/>
            </a:blip>
            <a:srcRect/>
            <a:stretch/>
          </p:blipFill>
          <p:spPr>
            <a:xfrm>
              <a:off x="359994" y="1271790"/>
              <a:ext cx="101600" cy="101600"/>
            </a:xfrm>
            <a:prstGeom prst="rect">
              <a:avLst/>
            </a:prstGeom>
            <a:noFill/>
            <a:ln>
              <a:noFill/>
            </a:ln>
          </p:spPr>
        </p:pic>
        <p:pic>
          <p:nvPicPr>
            <p:cNvPr id="421" name="Google Shape;421;p15"/>
            <p:cNvPicPr preferRelativeResize="0"/>
            <p:nvPr/>
          </p:nvPicPr>
          <p:blipFill rotWithShape="1">
            <a:blip r:embed="rId5">
              <a:alphaModFix/>
            </a:blip>
            <a:srcRect/>
            <a:stretch/>
          </p:blipFill>
          <p:spPr>
            <a:xfrm>
              <a:off x="410794" y="1259090"/>
              <a:ext cx="5090865" cy="114301"/>
            </a:xfrm>
            <a:prstGeom prst="rect">
              <a:avLst/>
            </a:prstGeom>
            <a:noFill/>
            <a:ln>
              <a:noFill/>
            </a:ln>
          </p:spPr>
        </p:pic>
        <p:pic>
          <p:nvPicPr>
            <p:cNvPr id="422" name="Google Shape;422;p15"/>
            <p:cNvPicPr preferRelativeResize="0"/>
            <p:nvPr/>
          </p:nvPicPr>
          <p:blipFill rotWithShape="1">
            <a:blip r:embed="rId6">
              <a:alphaModFix/>
            </a:blip>
            <a:srcRect/>
            <a:stretch/>
          </p:blipFill>
          <p:spPr>
            <a:xfrm>
              <a:off x="5450859" y="745985"/>
              <a:ext cx="50800" cy="525805"/>
            </a:xfrm>
            <a:prstGeom prst="rect">
              <a:avLst/>
            </a:prstGeom>
            <a:noFill/>
            <a:ln>
              <a:noFill/>
            </a:ln>
          </p:spPr>
        </p:pic>
        <p:sp>
          <p:nvSpPr>
            <p:cNvPr id="423" name="Google Shape;423;p15"/>
            <p:cNvSpPr/>
            <p:nvPr/>
          </p:nvSpPr>
          <p:spPr>
            <a:xfrm>
              <a:off x="309193" y="940263"/>
              <a:ext cx="5142230" cy="382905"/>
            </a:xfrm>
            <a:custGeom>
              <a:avLst/>
              <a:gdLst/>
              <a:ahLst/>
              <a:cxnLst/>
              <a:rect l="l" t="t" r="r" b="b"/>
              <a:pathLst>
                <a:path w="5142230" h="382905" extrusionOk="0">
                  <a:moveTo>
                    <a:pt x="5141666" y="0"/>
                  </a:moveTo>
                  <a:lnTo>
                    <a:pt x="0" y="0"/>
                  </a:lnTo>
                  <a:lnTo>
                    <a:pt x="0" y="331527"/>
                  </a:lnTo>
                  <a:lnTo>
                    <a:pt x="4008" y="351251"/>
                  </a:lnTo>
                  <a:lnTo>
                    <a:pt x="14922" y="367404"/>
                  </a:lnTo>
                  <a:lnTo>
                    <a:pt x="31075" y="378318"/>
                  </a:lnTo>
                  <a:lnTo>
                    <a:pt x="50800" y="382327"/>
                  </a:lnTo>
                  <a:lnTo>
                    <a:pt x="5090865" y="382327"/>
                  </a:lnTo>
                  <a:lnTo>
                    <a:pt x="5110590" y="378318"/>
                  </a:lnTo>
                  <a:lnTo>
                    <a:pt x="5126743" y="367404"/>
                  </a:lnTo>
                  <a:lnTo>
                    <a:pt x="5137657" y="351251"/>
                  </a:lnTo>
                  <a:lnTo>
                    <a:pt x="5141666" y="331527"/>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4" name="Google Shape;424;p15"/>
            <p:cNvSpPr/>
            <p:nvPr/>
          </p:nvSpPr>
          <p:spPr>
            <a:xfrm>
              <a:off x="5450859" y="784082"/>
              <a:ext cx="0" cy="507365"/>
            </a:xfrm>
            <a:custGeom>
              <a:avLst/>
              <a:gdLst/>
              <a:ahLst/>
              <a:cxnLst/>
              <a:rect l="l" t="t" r="r" b="b"/>
              <a:pathLst>
                <a:path w="120000" h="507365" extrusionOk="0">
                  <a:moveTo>
                    <a:pt x="0" y="506758"/>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5" name="Google Shape;425;p15"/>
            <p:cNvSpPr/>
            <p:nvPr/>
          </p:nvSpPr>
          <p:spPr>
            <a:xfrm>
              <a:off x="5450859" y="771381"/>
              <a:ext cx="0" cy="12700"/>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6" name="Google Shape;426;p15"/>
            <p:cNvSpPr/>
            <p:nvPr/>
          </p:nvSpPr>
          <p:spPr>
            <a:xfrm>
              <a:off x="5450859" y="758681"/>
              <a:ext cx="0" cy="12700"/>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7" name="Google Shape;427;p15"/>
            <p:cNvSpPr/>
            <p:nvPr/>
          </p:nvSpPr>
          <p:spPr>
            <a:xfrm>
              <a:off x="5450859" y="745981"/>
              <a:ext cx="0" cy="12700"/>
            </a:xfrm>
            <a:custGeom>
              <a:avLst/>
              <a:gdLst/>
              <a:ahLst/>
              <a:cxnLst/>
              <a:rect l="l" t="t" r="r" b="b"/>
              <a:pathLst>
                <a:path w="120000" h="12700" extrusionOk="0">
                  <a:moveTo>
                    <a:pt x="0" y="12699"/>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8" name="Google Shape;428;p15"/>
            <p:cNvSpPr/>
            <p:nvPr/>
          </p:nvSpPr>
          <p:spPr>
            <a:xfrm>
              <a:off x="5450859" y="726931"/>
              <a:ext cx="0" cy="1905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29" name="Google Shape;429;p15"/>
          <p:cNvSpPr txBox="1"/>
          <p:nvPr/>
        </p:nvSpPr>
        <p:spPr>
          <a:xfrm>
            <a:off x="347294" y="633635"/>
            <a:ext cx="4955540" cy="1035685"/>
          </a:xfrm>
          <a:prstGeom prst="rect">
            <a:avLst/>
          </a:prstGeom>
          <a:noFill/>
          <a:ln>
            <a:noFill/>
          </a:ln>
        </p:spPr>
        <p:txBody>
          <a:bodyPr spcFirstLastPara="1" wrap="square" lIns="0" tIns="52700" rIns="0" bIns="0" anchor="t" anchorCtr="0">
            <a:spAutoFit/>
          </a:bodyPr>
          <a:lstStyle/>
          <a:p>
            <a:pPr marL="127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12700" marR="5080" lvl="0" indent="0" algn="l" rtl="0">
              <a:lnSpc>
                <a:spcPct val="114700"/>
              </a:lnSpc>
              <a:spcBef>
                <a:spcPts val="60"/>
              </a:spcBef>
              <a:spcAft>
                <a:spcPts val="0"/>
              </a:spcAft>
              <a:buNone/>
            </a:pPr>
            <a:r>
              <a:rPr lang="en-US" sz="1050">
                <a:latin typeface="Arial"/>
                <a:ea typeface="Arial"/>
                <a:cs typeface="Arial"/>
                <a:sym typeface="Arial"/>
              </a:rPr>
              <a:t>A DFNN is a neural network with one or more </a:t>
            </a:r>
            <a:r>
              <a:rPr lang="en-US" sz="1050">
                <a:solidFill>
                  <a:srgbClr val="1B1472"/>
                </a:solidFill>
                <a:latin typeface="Arial"/>
                <a:ea typeface="Arial"/>
                <a:cs typeface="Arial"/>
                <a:sym typeface="Arial"/>
              </a:rPr>
              <a:t>hidden layers </a:t>
            </a:r>
            <a:r>
              <a:rPr lang="en-US" sz="1050">
                <a:latin typeface="Arial"/>
                <a:ea typeface="Arial"/>
                <a:cs typeface="Arial"/>
                <a:sym typeface="Arial"/>
              </a:rPr>
              <a:t>between input and output layers, where information flows forward through non-linear transformations.</a:t>
            </a:r>
            <a:endParaRPr sz="1050">
              <a:latin typeface="Arial"/>
              <a:ea typeface="Arial"/>
              <a:cs typeface="Arial"/>
              <a:sym typeface="Arial"/>
            </a:endParaRPr>
          </a:p>
          <a:p>
            <a:pPr marL="0" lvl="0" indent="0" algn="l" rtl="0">
              <a:lnSpc>
                <a:spcPct val="100000"/>
              </a:lnSpc>
              <a:spcBef>
                <a:spcPts val="530"/>
              </a:spcBef>
              <a:spcAft>
                <a:spcPts val="0"/>
              </a:spcAft>
              <a:buNone/>
            </a:pPr>
            <a:endParaRPr sz="1050">
              <a:latin typeface="Arial"/>
              <a:ea typeface="Arial"/>
              <a:cs typeface="Arial"/>
              <a:sym typeface="Arial"/>
            </a:endParaRPr>
          </a:p>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Complete system requires four components:</a:t>
            </a:r>
            <a:endParaRPr sz="1050">
              <a:latin typeface="Arial"/>
              <a:ea typeface="Arial"/>
              <a:cs typeface="Arial"/>
              <a:sym typeface="Arial"/>
            </a:endParaRPr>
          </a:p>
        </p:txBody>
      </p:sp>
      <p:pic>
        <p:nvPicPr>
          <p:cNvPr id="430" name="Google Shape;430;p15"/>
          <p:cNvPicPr preferRelativeResize="0"/>
          <p:nvPr/>
        </p:nvPicPr>
        <p:blipFill rotWithShape="1">
          <a:blip r:embed="rId7">
            <a:alphaModFix/>
          </a:blip>
          <a:srcRect/>
          <a:stretch/>
        </p:blipFill>
        <p:spPr>
          <a:xfrm>
            <a:off x="456996" y="1747011"/>
            <a:ext cx="121259" cy="121259"/>
          </a:xfrm>
          <a:prstGeom prst="rect">
            <a:avLst/>
          </a:prstGeom>
          <a:noFill/>
          <a:ln>
            <a:noFill/>
          </a:ln>
        </p:spPr>
      </p:pic>
      <p:sp>
        <p:nvSpPr>
          <p:cNvPr id="431" name="Google Shape;431;p15"/>
          <p:cNvSpPr txBox="1"/>
          <p:nvPr/>
        </p:nvSpPr>
        <p:spPr>
          <a:xfrm>
            <a:off x="483946" y="173716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432" name="Google Shape;432;p15"/>
          <p:cNvPicPr preferRelativeResize="0"/>
          <p:nvPr/>
        </p:nvPicPr>
        <p:blipFill rotWithShape="1">
          <a:blip r:embed="rId8">
            <a:alphaModFix/>
          </a:blip>
          <a:srcRect/>
          <a:stretch/>
        </p:blipFill>
        <p:spPr>
          <a:xfrm>
            <a:off x="456996" y="1968423"/>
            <a:ext cx="121259" cy="121259"/>
          </a:xfrm>
          <a:prstGeom prst="rect">
            <a:avLst/>
          </a:prstGeom>
          <a:noFill/>
          <a:ln>
            <a:noFill/>
          </a:ln>
        </p:spPr>
      </p:pic>
      <p:sp>
        <p:nvSpPr>
          <p:cNvPr id="433" name="Google Shape;433;p15"/>
          <p:cNvSpPr txBox="1"/>
          <p:nvPr/>
        </p:nvSpPr>
        <p:spPr>
          <a:xfrm>
            <a:off x="483946" y="195857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434" name="Google Shape;434;p15"/>
          <p:cNvPicPr preferRelativeResize="0"/>
          <p:nvPr/>
        </p:nvPicPr>
        <p:blipFill rotWithShape="1">
          <a:blip r:embed="rId9">
            <a:alphaModFix/>
          </a:blip>
          <a:srcRect/>
          <a:stretch/>
        </p:blipFill>
        <p:spPr>
          <a:xfrm>
            <a:off x="456996" y="2189848"/>
            <a:ext cx="121259" cy="121259"/>
          </a:xfrm>
          <a:prstGeom prst="rect">
            <a:avLst/>
          </a:prstGeom>
          <a:noFill/>
          <a:ln>
            <a:noFill/>
          </a:ln>
        </p:spPr>
      </p:pic>
      <p:sp>
        <p:nvSpPr>
          <p:cNvPr id="435" name="Google Shape;435;p15"/>
          <p:cNvSpPr txBox="1"/>
          <p:nvPr/>
        </p:nvSpPr>
        <p:spPr>
          <a:xfrm>
            <a:off x="483946" y="217999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grpSp>
        <p:nvGrpSpPr>
          <p:cNvPr id="436" name="Google Shape;436;p15"/>
          <p:cNvGrpSpPr/>
          <p:nvPr/>
        </p:nvGrpSpPr>
        <p:grpSpPr>
          <a:xfrm>
            <a:off x="0" y="2411272"/>
            <a:ext cx="5760261" cy="822739"/>
            <a:chOff x="0" y="2411272"/>
            <a:chExt cx="5760261" cy="822739"/>
          </a:xfrm>
        </p:grpSpPr>
        <p:pic>
          <p:nvPicPr>
            <p:cNvPr id="437" name="Google Shape;437;p15"/>
            <p:cNvPicPr preferRelativeResize="0"/>
            <p:nvPr/>
          </p:nvPicPr>
          <p:blipFill rotWithShape="1">
            <a:blip r:embed="rId10">
              <a:alphaModFix/>
            </a:blip>
            <a:srcRect/>
            <a:stretch/>
          </p:blipFill>
          <p:spPr>
            <a:xfrm>
              <a:off x="456996" y="2411272"/>
              <a:ext cx="121259" cy="121259"/>
            </a:xfrm>
            <a:prstGeom prst="rect">
              <a:avLst/>
            </a:prstGeom>
            <a:noFill/>
            <a:ln>
              <a:noFill/>
            </a:ln>
          </p:spPr>
        </p:pic>
        <p:sp>
          <p:nvSpPr>
            <p:cNvPr id="438" name="Google Shape;438;p15"/>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39" name="Google Shape;439;p15"/>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0" name="Google Shape;440;p15"/>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41" name="Google Shape;441;p15"/>
          <p:cNvSpPr txBox="1"/>
          <p:nvPr/>
        </p:nvSpPr>
        <p:spPr>
          <a:xfrm>
            <a:off x="483946" y="240142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4</a:t>
            </a:r>
            <a:endParaRPr sz="600">
              <a:latin typeface="Calibri"/>
              <a:ea typeface="Calibri"/>
              <a:cs typeface="Calibri"/>
              <a:sym typeface="Calibri"/>
            </a:endParaRPr>
          </a:p>
        </p:txBody>
      </p:sp>
      <p:sp>
        <p:nvSpPr>
          <p:cNvPr id="442" name="Google Shape;442;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43" name="Google Shape;443;p1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1" action="ppaction://hlinksldjump"/>
              </a:rPr>
              <a:t>D</a:t>
            </a:r>
            <a:r>
              <a:rPr lang="en-US" sz="600" u="sng" cap="small">
                <a:solidFill>
                  <a:schemeClr val="hlink"/>
                </a:solidFill>
                <a:latin typeface="Calibri"/>
                <a:ea typeface="Calibri"/>
                <a:cs typeface="Calibri"/>
                <a:sym typeface="Calibri"/>
                <a:hlinkClick r:id="rId11" action="ppaction://hlinksldjump"/>
              </a:rPr>
              <a:t>eep</a:t>
            </a:r>
            <a:r>
              <a:rPr lang="en-US" sz="600" u="sng">
                <a:solidFill>
                  <a:schemeClr val="hlink"/>
                </a:solidFill>
                <a:latin typeface="Calibri"/>
                <a:ea typeface="Calibri"/>
                <a:cs typeface="Calibri"/>
                <a:sym typeface="Calibri"/>
                <a:hlinkClick r:id="rId11" action="ppaction://hlinksldjump"/>
              </a:rPr>
              <a:t> L</a:t>
            </a:r>
            <a:r>
              <a:rPr lang="en-US" sz="600" u="sng" cap="small">
                <a:solidFill>
                  <a:schemeClr val="hlink"/>
                </a:solidFill>
                <a:latin typeface="Calibri"/>
                <a:ea typeface="Calibri"/>
                <a:cs typeface="Calibri"/>
                <a:sym typeface="Calibri"/>
                <a:hlinkClick r:id="rId11" action="ppaction://hlinksldjump"/>
              </a:rPr>
              <a:t>earning</a:t>
            </a:r>
            <a:endParaRPr sz="600">
              <a:latin typeface="Calibri"/>
              <a:ea typeface="Calibri"/>
              <a:cs typeface="Calibri"/>
              <a:sym typeface="Calibri"/>
            </a:endParaRPr>
          </a:p>
        </p:txBody>
      </p:sp>
      <p:sp>
        <p:nvSpPr>
          <p:cNvPr id="444" name="Google Shape;444;p1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15</a:t>
            </a:fld>
            <a:r>
              <a:rPr lang="en-US"/>
              <a:t> / 67</a:t>
            </a:r>
            <a:endParaRPr/>
          </a:p>
        </p:txBody>
      </p:sp>
      <p:sp>
        <p:nvSpPr>
          <p:cNvPr id="445" name="Google Shape;445;p15"/>
          <p:cNvSpPr txBox="1"/>
          <p:nvPr/>
        </p:nvSpPr>
        <p:spPr>
          <a:xfrm>
            <a:off x="644626" y="1643327"/>
            <a:ext cx="3611879" cy="911225"/>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Data: </a:t>
            </a:r>
            <a:r>
              <a:rPr lang="en-US" sz="1050">
                <a:latin typeface="Arial"/>
                <a:ea typeface="Arial"/>
                <a:cs typeface="Arial"/>
                <a:sym typeface="Arial"/>
              </a:rPr>
              <a:t>Input features and target outputs</a:t>
            </a:r>
            <a:endParaRPr sz="1050">
              <a:latin typeface="Arial"/>
              <a:ea typeface="Arial"/>
              <a:cs typeface="Arial"/>
              <a:sym typeface="Arial"/>
            </a:endParaRPr>
          </a:p>
          <a:p>
            <a:pPr marL="12700" marR="152400" lvl="0" indent="0" algn="l" rtl="0">
              <a:lnSpc>
                <a:spcPct val="138400"/>
              </a:lnSpc>
              <a:spcBef>
                <a:spcPts val="0"/>
              </a:spcBef>
              <a:spcAft>
                <a:spcPts val="0"/>
              </a:spcAft>
              <a:buNone/>
            </a:pPr>
            <a:r>
              <a:rPr lang="en-US" sz="1050">
                <a:solidFill>
                  <a:srgbClr val="1B1472"/>
                </a:solidFill>
                <a:latin typeface="Arial"/>
                <a:ea typeface="Arial"/>
                <a:cs typeface="Arial"/>
                <a:sym typeface="Arial"/>
              </a:rPr>
              <a:t>Model: </a:t>
            </a:r>
            <a:r>
              <a:rPr lang="en-US" sz="1050">
                <a:latin typeface="Arial"/>
                <a:ea typeface="Arial"/>
                <a:cs typeface="Arial"/>
                <a:sym typeface="Arial"/>
              </a:rPr>
              <a:t>Multi-layer architecture with non-linear activations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Loss function to minimize</a:t>
            </a:r>
            <a:endParaRPr sz="1050">
              <a:latin typeface="Arial"/>
              <a:ea typeface="Arial"/>
              <a:cs typeface="Arial"/>
              <a:sym typeface="Arial"/>
            </a:endParaRPr>
          </a:p>
          <a:p>
            <a:pPr marL="12700" lvl="0" indent="0" algn="l" rtl="0">
              <a:lnSpc>
                <a:spcPct val="100000"/>
              </a:lnSpc>
              <a:spcBef>
                <a:spcPts val="484"/>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Backpropagation with gradient descent</a:t>
            </a:r>
            <a:endParaRPr sz="1050">
              <a:latin typeface="Arial"/>
              <a:ea typeface="Arial"/>
              <a:cs typeface="Arial"/>
              <a:sym typeface="Arial"/>
            </a:endParaRPr>
          </a:p>
        </p:txBody>
      </p:sp>
      <p:sp>
        <p:nvSpPr>
          <p:cNvPr id="446" name="Google Shape;446;p15"/>
          <p:cNvSpPr txBox="1"/>
          <p:nvPr/>
        </p:nvSpPr>
        <p:spPr>
          <a:xfrm>
            <a:off x="347294" y="2658457"/>
            <a:ext cx="506603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EC2027"/>
                </a:solidFill>
                <a:latin typeface="Arial"/>
                <a:ea typeface="Arial"/>
                <a:cs typeface="Arial"/>
                <a:sym typeface="Arial"/>
              </a:rPr>
              <a:t>This is the same framework as linear models, but with added depth and non-linearity!</a:t>
            </a:r>
            <a:endParaRPr sz="1050">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12">
            <p14:nvContentPartPr>
              <p14:cNvPr id="2" name="Ink 1">
                <a:extLst>
                  <a:ext uri="{FF2B5EF4-FFF2-40B4-BE49-F238E27FC236}">
                    <a16:creationId xmlns:a16="http://schemas.microsoft.com/office/drawing/2014/main" id="{0447C843-D151-39A1-8A5D-A08A86E5DEF0}"/>
                  </a:ext>
                </a:extLst>
              </p14:cNvPr>
              <p14:cNvContentPartPr/>
              <p14:nvPr/>
            </p14:nvContentPartPr>
            <p14:xfrm>
              <a:off x="464040" y="2828880"/>
              <a:ext cx="1440" cy="360"/>
            </p14:xfrm>
          </p:contentPart>
        </mc:Choice>
        <mc:Fallback>
          <p:pic>
            <p:nvPicPr>
              <p:cNvPr id="2" name="Ink 1">
                <a:extLst>
                  <a:ext uri="{FF2B5EF4-FFF2-40B4-BE49-F238E27FC236}">
                    <a16:creationId xmlns:a16="http://schemas.microsoft.com/office/drawing/2014/main" id="{0447C843-D151-39A1-8A5D-A08A86E5DEF0}"/>
                  </a:ext>
                </a:extLst>
              </p:cNvPr>
              <p:cNvPicPr/>
              <p:nvPr/>
            </p:nvPicPr>
            <p:blipFill>
              <a:blip r:embed="rId13"/>
              <a:stretch>
                <a:fillRect/>
              </a:stretch>
            </p:blipFill>
            <p:spPr>
              <a:xfrm>
                <a:off x="454680" y="2819520"/>
                <a:ext cx="20160" cy="19080"/>
              </a:xfrm>
              <a:prstGeom prst="rect">
                <a:avLst/>
              </a:prstGeom>
            </p:spPr>
          </p:pic>
        </mc:Fallback>
      </mc:AlternateContent>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16"/>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a:t>
            </a:r>
            <a:r>
              <a:rPr lang="en-US" cap="small">
                <a:solidFill>
                  <a:srgbClr val="FFFFFF"/>
                </a:solidFill>
              </a:rPr>
              <a:t>ata</a:t>
            </a:r>
            <a:r>
              <a:rPr lang="en-US">
                <a:solidFill>
                  <a:srgbClr val="FFFFFF"/>
                </a:solidFill>
              </a:rPr>
              <a:t> R</a:t>
            </a:r>
            <a:r>
              <a:rPr lang="en-US" cap="small">
                <a:solidFill>
                  <a:srgbClr val="FFFFFF"/>
                </a:solidFill>
              </a:rPr>
              <a:t>epresentation</a:t>
            </a:r>
            <a:endParaRPr/>
          </a:p>
        </p:txBody>
      </p:sp>
      <p:grpSp>
        <p:nvGrpSpPr>
          <p:cNvPr id="452" name="Google Shape;452;p16"/>
          <p:cNvGrpSpPr/>
          <p:nvPr/>
        </p:nvGrpSpPr>
        <p:grpSpPr>
          <a:xfrm>
            <a:off x="0" y="3141936"/>
            <a:ext cx="5760261" cy="92075"/>
            <a:chOff x="0" y="3141936"/>
            <a:chExt cx="5760261" cy="92075"/>
          </a:xfrm>
        </p:grpSpPr>
        <p:sp>
          <p:nvSpPr>
            <p:cNvPr id="453" name="Google Shape;453;p16"/>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4" name="Google Shape;454;p16"/>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5" name="Google Shape;455;p16"/>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56" name="Google Shape;456;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57" name="Google Shape;457;p1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458" name="Google Shape;458;p1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16</a:t>
            </a:fld>
            <a:r>
              <a:rPr lang="en-US"/>
              <a:t> / 67</a:t>
            </a:r>
            <a:endParaRPr/>
          </a:p>
        </p:txBody>
      </p:sp>
      <p:pic>
        <p:nvPicPr>
          <p:cNvPr id="459" name="Google Shape;459;p16"/>
          <p:cNvPicPr preferRelativeResize="0"/>
          <p:nvPr/>
        </p:nvPicPr>
        <p:blipFill>
          <a:blip r:embed="rId4">
            <a:alphaModFix/>
          </a:blip>
          <a:stretch>
            <a:fillRect/>
          </a:stretch>
        </p:blipFill>
        <p:spPr>
          <a:xfrm>
            <a:off x="152400" y="550235"/>
            <a:ext cx="5074128" cy="2435037"/>
          </a:xfrm>
          <a:prstGeom prst="rect">
            <a:avLst/>
          </a:prstGeom>
          <a:noFill/>
          <a:ln>
            <a:noFill/>
          </a:ln>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17"/>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-B</a:t>
            </a:r>
            <a:r>
              <a:rPr lang="en-US" cap="small">
                <a:solidFill>
                  <a:srgbClr val="FFFFFF"/>
                </a:solidFill>
              </a:rPr>
              <a:t>atch</a:t>
            </a:r>
            <a:r>
              <a:rPr lang="en-US">
                <a:solidFill>
                  <a:srgbClr val="FFFFFF"/>
                </a:solidFill>
              </a:rPr>
              <a:t> R</a:t>
            </a:r>
            <a:r>
              <a:rPr lang="en-US" cap="small">
                <a:solidFill>
                  <a:srgbClr val="FFFFFF"/>
                </a:solidFill>
              </a:rPr>
              <a:t>epresentation</a:t>
            </a:r>
            <a:endParaRPr/>
          </a:p>
        </p:txBody>
      </p:sp>
      <p:sp>
        <p:nvSpPr>
          <p:cNvPr id="465" name="Google Shape;465;p17"/>
          <p:cNvSpPr txBox="1"/>
          <p:nvPr/>
        </p:nvSpPr>
        <p:spPr>
          <a:xfrm>
            <a:off x="347294" y="636782"/>
            <a:ext cx="3735704"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For computational efficiency, we process data in mini-batches</a:t>
            </a:r>
            <a:endParaRPr sz="1050">
              <a:latin typeface="Arial"/>
              <a:ea typeface="Arial"/>
              <a:cs typeface="Arial"/>
              <a:sym typeface="Arial"/>
            </a:endParaRPr>
          </a:p>
        </p:txBody>
      </p:sp>
      <p:grpSp>
        <p:nvGrpSpPr>
          <p:cNvPr id="466" name="Google Shape;466;p17"/>
          <p:cNvGrpSpPr/>
          <p:nvPr/>
        </p:nvGrpSpPr>
        <p:grpSpPr>
          <a:xfrm>
            <a:off x="513702" y="2474086"/>
            <a:ext cx="69291" cy="290703"/>
            <a:chOff x="513702" y="2474086"/>
            <a:chExt cx="69291" cy="290703"/>
          </a:xfrm>
        </p:grpSpPr>
        <p:pic>
          <p:nvPicPr>
            <p:cNvPr id="467" name="Google Shape;467;p17"/>
            <p:cNvPicPr preferRelativeResize="0"/>
            <p:nvPr/>
          </p:nvPicPr>
          <p:blipFill rotWithShape="1">
            <a:blip r:embed="rId3">
              <a:alphaModFix/>
            </a:blip>
            <a:srcRect/>
            <a:stretch/>
          </p:blipFill>
          <p:spPr>
            <a:xfrm>
              <a:off x="513702" y="2474086"/>
              <a:ext cx="69291" cy="69291"/>
            </a:xfrm>
            <a:prstGeom prst="rect">
              <a:avLst/>
            </a:prstGeom>
            <a:noFill/>
            <a:ln>
              <a:noFill/>
            </a:ln>
          </p:spPr>
        </p:pic>
        <p:pic>
          <p:nvPicPr>
            <p:cNvPr id="468" name="Google Shape;468;p17"/>
            <p:cNvPicPr preferRelativeResize="0"/>
            <p:nvPr/>
          </p:nvPicPr>
          <p:blipFill rotWithShape="1">
            <a:blip r:embed="rId4">
              <a:alphaModFix/>
            </a:blip>
            <a:srcRect/>
            <a:stretch/>
          </p:blipFill>
          <p:spPr>
            <a:xfrm>
              <a:off x="513702" y="2695498"/>
              <a:ext cx="69291" cy="69291"/>
            </a:xfrm>
            <a:prstGeom prst="rect">
              <a:avLst/>
            </a:prstGeom>
            <a:noFill/>
            <a:ln>
              <a:noFill/>
            </a:ln>
          </p:spPr>
        </p:pic>
      </p:grpSp>
      <p:sp>
        <p:nvSpPr>
          <p:cNvPr id="469" name="Google Shape;469;p17"/>
          <p:cNvSpPr txBox="1"/>
          <p:nvPr/>
        </p:nvSpPr>
        <p:spPr>
          <a:xfrm>
            <a:off x="347294" y="2099492"/>
            <a:ext cx="3684904" cy="708025"/>
          </a:xfrm>
          <a:prstGeom prst="rect">
            <a:avLst/>
          </a:prstGeom>
          <a:noFill/>
          <a:ln>
            <a:noFill/>
          </a:ln>
        </p:spPr>
        <p:txBody>
          <a:bodyPr spcFirstLastPara="1" wrap="square" lIns="0" tIns="723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Common batch sizes: </a:t>
            </a:r>
            <a:r>
              <a:rPr lang="en-US" sz="1050" i="1">
                <a:latin typeface="Arial"/>
                <a:ea typeface="Arial"/>
                <a:cs typeface="Arial"/>
                <a:sym typeface="Arial"/>
              </a:rPr>
              <a:t>B </a:t>
            </a:r>
            <a:r>
              <a:rPr lang="en-US" sz="1200">
                <a:latin typeface="Lucida Sans"/>
                <a:ea typeface="Lucida Sans"/>
                <a:cs typeface="Lucida Sans"/>
                <a:sym typeface="Lucida Sans"/>
              </a:rPr>
              <a:t>∈ {</a:t>
            </a:r>
            <a:r>
              <a:rPr lang="en-US" sz="1050">
                <a:latin typeface="Arial"/>
                <a:ea typeface="Arial"/>
                <a:cs typeface="Arial"/>
                <a:sym typeface="Arial"/>
              </a:rPr>
              <a:t>32</a:t>
            </a:r>
            <a:r>
              <a:rPr lang="en-US" sz="1200" i="1">
                <a:latin typeface="Calibri"/>
                <a:ea typeface="Calibri"/>
                <a:cs typeface="Calibri"/>
                <a:sym typeface="Calibri"/>
              </a:rPr>
              <a:t>, </a:t>
            </a:r>
            <a:r>
              <a:rPr lang="en-US" sz="1050">
                <a:latin typeface="Arial"/>
                <a:ea typeface="Arial"/>
                <a:cs typeface="Arial"/>
                <a:sym typeface="Arial"/>
              </a:rPr>
              <a:t>64</a:t>
            </a:r>
            <a:r>
              <a:rPr lang="en-US" sz="1200" i="1">
                <a:latin typeface="Calibri"/>
                <a:ea typeface="Calibri"/>
                <a:cs typeface="Calibri"/>
                <a:sym typeface="Calibri"/>
              </a:rPr>
              <a:t>, </a:t>
            </a:r>
            <a:r>
              <a:rPr lang="en-US" sz="1050">
                <a:latin typeface="Arial"/>
                <a:ea typeface="Arial"/>
                <a:cs typeface="Arial"/>
                <a:sym typeface="Arial"/>
              </a:rPr>
              <a:t>128</a:t>
            </a:r>
            <a:r>
              <a:rPr lang="en-US" sz="1200" i="1">
                <a:latin typeface="Calibri"/>
                <a:ea typeface="Calibri"/>
                <a:cs typeface="Calibri"/>
                <a:sym typeface="Calibri"/>
              </a:rPr>
              <a:t>, </a:t>
            </a:r>
            <a:r>
              <a:rPr lang="en-US" sz="1050">
                <a:latin typeface="Arial"/>
                <a:ea typeface="Arial"/>
                <a:cs typeface="Arial"/>
                <a:sym typeface="Arial"/>
              </a:rPr>
              <a:t>256</a:t>
            </a:r>
            <a:r>
              <a:rPr lang="en-US" sz="1200">
                <a:latin typeface="Lucida Sans"/>
                <a:ea typeface="Lucida Sans"/>
                <a:cs typeface="Lucida Sans"/>
                <a:sym typeface="Lucida Sans"/>
              </a:rPr>
              <a:t>}</a:t>
            </a:r>
            <a:endParaRPr sz="1200">
              <a:latin typeface="Lucida Sans"/>
              <a:ea typeface="Lucida Sans"/>
              <a:cs typeface="Lucida Sans"/>
              <a:sym typeface="Lucida Sans"/>
            </a:endParaRPr>
          </a:p>
          <a:p>
            <a:pPr marL="309880" marR="5080" lvl="0" indent="0" algn="l" rtl="0">
              <a:lnSpc>
                <a:spcPct val="165619"/>
              </a:lnSpc>
              <a:spcBef>
                <a:spcPts val="80"/>
              </a:spcBef>
              <a:spcAft>
                <a:spcPts val="0"/>
              </a:spcAft>
              <a:buNone/>
            </a:pPr>
            <a:r>
              <a:rPr lang="en-US" sz="1050">
                <a:latin typeface="Arial"/>
                <a:ea typeface="Arial"/>
                <a:cs typeface="Arial"/>
                <a:sym typeface="Arial"/>
              </a:rPr>
              <a:t>Balances computational efficiency with gradient stability Enables parallelization on GPUs</a:t>
            </a:r>
            <a:endParaRPr sz="1050">
              <a:latin typeface="Arial"/>
              <a:ea typeface="Arial"/>
              <a:cs typeface="Arial"/>
              <a:sym typeface="Arial"/>
            </a:endParaRPr>
          </a:p>
        </p:txBody>
      </p:sp>
      <p:grpSp>
        <p:nvGrpSpPr>
          <p:cNvPr id="470" name="Google Shape;470;p17"/>
          <p:cNvGrpSpPr/>
          <p:nvPr/>
        </p:nvGrpSpPr>
        <p:grpSpPr>
          <a:xfrm>
            <a:off x="0" y="3141936"/>
            <a:ext cx="5760261" cy="92075"/>
            <a:chOff x="0" y="3141936"/>
            <a:chExt cx="5760261" cy="92075"/>
          </a:xfrm>
        </p:grpSpPr>
        <p:sp>
          <p:nvSpPr>
            <p:cNvPr id="471" name="Google Shape;471;p17"/>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2" name="Google Shape;472;p17"/>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3" name="Google Shape;473;p17"/>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4" name="Google Shape;474;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75" name="Google Shape;475;p1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5" action="ppaction://hlinksldjump"/>
              </a:rPr>
              <a:t>D</a:t>
            </a:r>
            <a:r>
              <a:rPr lang="en-US" sz="600" u="sng" cap="small">
                <a:solidFill>
                  <a:schemeClr val="hlink"/>
                </a:solidFill>
                <a:latin typeface="Calibri"/>
                <a:ea typeface="Calibri"/>
                <a:cs typeface="Calibri"/>
                <a:sym typeface="Calibri"/>
                <a:hlinkClick r:id="rId5" action="ppaction://hlinksldjump"/>
              </a:rPr>
              <a:t>eep</a:t>
            </a:r>
            <a:r>
              <a:rPr lang="en-US" sz="600" u="sng">
                <a:solidFill>
                  <a:schemeClr val="hlink"/>
                </a:solidFill>
                <a:latin typeface="Calibri"/>
                <a:ea typeface="Calibri"/>
                <a:cs typeface="Calibri"/>
                <a:sym typeface="Calibri"/>
                <a:hlinkClick r:id="rId5" action="ppaction://hlinksldjump"/>
              </a:rPr>
              <a:t> L</a:t>
            </a:r>
            <a:r>
              <a:rPr lang="en-US" sz="600" u="sng" cap="small">
                <a:solidFill>
                  <a:schemeClr val="hlink"/>
                </a:solidFill>
                <a:latin typeface="Calibri"/>
                <a:ea typeface="Calibri"/>
                <a:cs typeface="Calibri"/>
                <a:sym typeface="Calibri"/>
                <a:hlinkClick r:id="rId5" action="ppaction://hlinksldjump"/>
              </a:rPr>
              <a:t>earning</a:t>
            </a:r>
            <a:endParaRPr sz="600">
              <a:latin typeface="Calibri"/>
              <a:ea typeface="Calibri"/>
              <a:cs typeface="Calibri"/>
              <a:sym typeface="Calibri"/>
            </a:endParaRPr>
          </a:p>
        </p:txBody>
      </p:sp>
      <p:sp>
        <p:nvSpPr>
          <p:cNvPr id="476" name="Google Shape;476;p1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67</a:t>
            </a:r>
            <a:endParaRPr/>
          </a:p>
        </p:txBody>
      </p:sp>
      <p:pic>
        <p:nvPicPr>
          <p:cNvPr id="477" name="Google Shape;477;p17"/>
          <p:cNvPicPr preferRelativeResize="0"/>
          <p:nvPr/>
        </p:nvPicPr>
        <p:blipFill>
          <a:blip r:embed="rId6">
            <a:alphaModFix/>
          </a:blip>
          <a:stretch>
            <a:fillRect/>
          </a:stretch>
        </p:blipFill>
        <p:spPr>
          <a:xfrm>
            <a:off x="1053650" y="1029884"/>
            <a:ext cx="4265175" cy="1069616"/>
          </a:xfrm>
          <a:prstGeom prst="rect">
            <a:avLst/>
          </a:prstGeom>
          <a:noFill/>
          <a:ln>
            <a:noFill/>
          </a:ln>
        </p:spPr>
      </p:pic>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8"/>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DFNN A</a:t>
            </a:r>
            <a:r>
              <a:rPr lang="en-US" cap="small">
                <a:solidFill>
                  <a:srgbClr val="FFFFFF"/>
                </a:solidFill>
              </a:rPr>
              <a:t>rchitecture</a:t>
            </a:r>
            <a:endParaRPr/>
          </a:p>
        </p:txBody>
      </p:sp>
      <p:grpSp>
        <p:nvGrpSpPr>
          <p:cNvPr id="483" name="Google Shape;483;p18"/>
          <p:cNvGrpSpPr/>
          <p:nvPr/>
        </p:nvGrpSpPr>
        <p:grpSpPr>
          <a:xfrm>
            <a:off x="0" y="3141936"/>
            <a:ext cx="5760261" cy="92075"/>
            <a:chOff x="0" y="3141936"/>
            <a:chExt cx="5760261" cy="92075"/>
          </a:xfrm>
        </p:grpSpPr>
        <p:sp>
          <p:nvSpPr>
            <p:cNvPr id="484" name="Google Shape;484;p1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85" name="Google Shape;485;p1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86" name="Google Shape;486;p1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87" name="Google Shape;487;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88" name="Google Shape;488;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489" name="Google Shape;489;p1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67</a:t>
            </a:r>
            <a:endParaRPr/>
          </a:p>
        </p:txBody>
      </p:sp>
      <p:pic>
        <p:nvPicPr>
          <p:cNvPr id="490" name="Google Shape;490;p18"/>
          <p:cNvPicPr preferRelativeResize="0"/>
          <p:nvPr/>
        </p:nvPicPr>
        <p:blipFill>
          <a:blip r:embed="rId4">
            <a:alphaModFix/>
          </a:blip>
          <a:stretch>
            <a:fillRect/>
          </a:stretch>
        </p:blipFill>
        <p:spPr>
          <a:xfrm>
            <a:off x="152400" y="550235"/>
            <a:ext cx="5010828" cy="2435037"/>
          </a:xfrm>
          <a:prstGeom prst="rect">
            <a:avLst/>
          </a:prstGeom>
          <a:noFill/>
          <a:ln>
            <a:noFill/>
          </a:ln>
        </p:spPr>
      </p:pic>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19"/>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ayer</a:t>
            </a:r>
            <a:r>
              <a:rPr lang="en-US">
                <a:solidFill>
                  <a:srgbClr val="FFFFFF"/>
                </a:solidFill>
              </a:rPr>
              <a:t>-</a:t>
            </a:r>
            <a:r>
              <a:rPr lang="en-US" cap="small">
                <a:solidFill>
                  <a:srgbClr val="FFFFFF"/>
                </a:solidFill>
              </a:rPr>
              <a:t>wise</a:t>
            </a:r>
            <a:r>
              <a:rPr lang="en-US">
                <a:solidFill>
                  <a:srgbClr val="FFFFFF"/>
                </a:solidFill>
              </a:rPr>
              <a:t> C</a:t>
            </a:r>
            <a:r>
              <a:rPr lang="en-US" cap="small">
                <a:solidFill>
                  <a:srgbClr val="FFFFFF"/>
                </a:solidFill>
              </a:rPr>
              <a:t>omputation</a:t>
            </a:r>
            <a:endParaRPr/>
          </a:p>
        </p:txBody>
      </p:sp>
      <p:grpSp>
        <p:nvGrpSpPr>
          <p:cNvPr id="496" name="Google Shape;496;p19"/>
          <p:cNvGrpSpPr/>
          <p:nvPr/>
        </p:nvGrpSpPr>
        <p:grpSpPr>
          <a:xfrm>
            <a:off x="0" y="3141936"/>
            <a:ext cx="5760261" cy="92075"/>
            <a:chOff x="0" y="3141936"/>
            <a:chExt cx="5760261" cy="92075"/>
          </a:xfrm>
        </p:grpSpPr>
        <p:sp>
          <p:nvSpPr>
            <p:cNvPr id="497" name="Google Shape;497;p19"/>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8" name="Google Shape;498;p19"/>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9" name="Google Shape;499;p19"/>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0" name="Google Shape;500;p1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01" name="Google Shape;501;p1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02" name="Google Shape;502;p1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19</a:t>
            </a:fld>
            <a:r>
              <a:rPr lang="en-US"/>
              <a:t> / 67</a:t>
            </a:r>
            <a:endParaRPr/>
          </a:p>
        </p:txBody>
      </p:sp>
      <p:pic>
        <p:nvPicPr>
          <p:cNvPr id="503" name="Google Shape;503;p19"/>
          <p:cNvPicPr preferRelativeResize="0"/>
          <p:nvPr/>
        </p:nvPicPr>
        <p:blipFill>
          <a:blip r:embed="rId4">
            <a:alphaModFix/>
          </a:blip>
          <a:stretch>
            <a:fillRect/>
          </a:stretch>
        </p:blipFill>
        <p:spPr>
          <a:xfrm>
            <a:off x="365075" y="552360"/>
            <a:ext cx="4763333" cy="2435037"/>
          </a:xfrm>
          <a:prstGeom prst="rect">
            <a:avLst/>
          </a:prstGeom>
          <a:noFill/>
          <a:ln>
            <a:noFill/>
          </a:ln>
        </p:spPr>
      </p:pic>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20"/>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V</a:t>
            </a:r>
            <a:r>
              <a:rPr lang="en-US" cap="small">
                <a:solidFill>
                  <a:srgbClr val="FFFFFF"/>
                </a:solidFill>
              </a:rPr>
              <a:t>ectorized</a:t>
            </a:r>
            <a:r>
              <a:rPr lang="en-US">
                <a:solidFill>
                  <a:srgbClr val="FFFFFF"/>
                </a:solidFill>
              </a:rPr>
              <a:t> C</a:t>
            </a:r>
            <a:r>
              <a:rPr lang="en-US" cap="small">
                <a:solidFill>
                  <a:srgbClr val="FFFFFF"/>
                </a:solidFill>
              </a:rPr>
              <a:t>omputation</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ini</a:t>
            </a:r>
            <a:r>
              <a:rPr lang="en-US">
                <a:solidFill>
                  <a:srgbClr val="FFFFFF"/>
                </a:solidFill>
              </a:rPr>
              <a:t>-B</a:t>
            </a:r>
            <a:r>
              <a:rPr lang="en-US" cap="small">
                <a:solidFill>
                  <a:srgbClr val="FFFFFF"/>
                </a:solidFill>
              </a:rPr>
              <a:t>atch</a:t>
            </a:r>
            <a:endParaRPr/>
          </a:p>
        </p:txBody>
      </p:sp>
      <p:grpSp>
        <p:nvGrpSpPr>
          <p:cNvPr id="509" name="Google Shape;509;p20"/>
          <p:cNvGrpSpPr/>
          <p:nvPr/>
        </p:nvGrpSpPr>
        <p:grpSpPr>
          <a:xfrm>
            <a:off x="0" y="3141936"/>
            <a:ext cx="5760261" cy="92075"/>
            <a:chOff x="0" y="3141936"/>
            <a:chExt cx="5760261" cy="92075"/>
          </a:xfrm>
        </p:grpSpPr>
        <p:sp>
          <p:nvSpPr>
            <p:cNvPr id="510" name="Google Shape;510;p20"/>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1" name="Google Shape;511;p20"/>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2" name="Google Shape;512;p20"/>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13" name="Google Shape;513;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14" name="Google Shape;514;p2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15" name="Google Shape;515;p2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67</a:t>
            </a:r>
            <a:endParaRPr/>
          </a:p>
        </p:txBody>
      </p:sp>
      <p:pic>
        <p:nvPicPr>
          <p:cNvPr id="516" name="Google Shape;516;p20"/>
          <p:cNvPicPr preferRelativeResize="0"/>
          <p:nvPr/>
        </p:nvPicPr>
        <p:blipFill>
          <a:blip r:embed="rId4">
            <a:alphaModFix/>
          </a:blip>
          <a:stretch>
            <a:fillRect/>
          </a:stretch>
        </p:blipFill>
        <p:spPr>
          <a:xfrm>
            <a:off x="152400" y="499725"/>
            <a:ext cx="5193114" cy="2557600"/>
          </a:xfrm>
          <a:prstGeom prst="rect">
            <a:avLst/>
          </a:prstGeom>
          <a:noFill/>
          <a:ln>
            <a:noFill/>
          </a:ln>
        </p:spPr>
      </p:pic>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21"/>
          <p:cNvSpPr txBox="1">
            <a:spLocks noGrp="1"/>
          </p:cNvSpPr>
          <p:nvPr>
            <p:ph type="title"/>
          </p:nvPr>
        </p:nvSpPr>
        <p:spPr>
          <a:xfrm>
            <a:off x="95300" y="109545"/>
            <a:ext cx="347345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otal</a:t>
            </a:r>
            <a:r>
              <a:rPr lang="en-US">
                <a:solidFill>
                  <a:srgbClr val="FFFFFF"/>
                </a:solidFill>
              </a:rPr>
              <a:t> P</a:t>
            </a:r>
            <a:r>
              <a:rPr lang="en-US" cap="small">
                <a:solidFill>
                  <a:srgbClr val="FFFFFF"/>
                </a:solidFill>
              </a:rPr>
              <a:t>arameters</a:t>
            </a:r>
            <a:r>
              <a:rPr lang="en-US">
                <a:solidFill>
                  <a:srgbClr val="FFFFFF"/>
                </a:solidFill>
              </a:rPr>
              <a:t> </a:t>
            </a:r>
            <a:r>
              <a:rPr lang="en-US" cap="small">
                <a:solidFill>
                  <a:srgbClr val="FFFFFF"/>
                </a:solidFill>
              </a:rPr>
              <a:t>in</a:t>
            </a:r>
            <a:r>
              <a:rPr lang="en-US">
                <a:solidFill>
                  <a:srgbClr val="FFFFFF"/>
                </a:solidFill>
              </a:rPr>
              <a:t> N</a:t>
            </a:r>
            <a:r>
              <a:rPr lang="en-US" cap="small">
                <a:solidFill>
                  <a:srgbClr val="FFFFFF"/>
                </a:solidFill>
              </a:rPr>
              <a:t>etwork</a:t>
            </a:r>
            <a:endParaRPr/>
          </a:p>
        </p:txBody>
      </p:sp>
      <p:grpSp>
        <p:nvGrpSpPr>
          <p:cNvPr id="522" name="Google Shape;522;p21"/>
          <p:cNvGrpSpPr/>
          <p:nvPr/>
        </p:nvGrpSpPr>
        <p:grpSpPr>
          <a:xfrm>
            <a:off x="0" y="3141936"/>
            <a:ext cx="5760261" cy="92075"/>
            <a:chOff x="0" y="3141936"/>
            <a:chExt cx="5760261" cy="92075"/>
          </a:xfrm>
        </p:grpSpPr>
        <p:sp>
          <p:nvSpPr>
            <p:cNvPr id="523" name="Google Shape;523;p2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4" name="Google Shape;524;p2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5" name="Google Shape;525;p2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26" name="Google Shape;526;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27" name="Google Shape;527;p2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28" name="Google Shape;528;p21"/>
          <p:cNvSpPr txBox="1"/>
          <p:nvPr/>
        </p:nvSpPr>
        <p:spPr>
          <a:xfrm>
            <a:off x="4674248" y="3137672"/>
            <a:ext cx="29273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Calibri"/>
                <a:ea typeface="Calibri"/>
                <a:cs typeface="Calibri"/>
                <a:sym typeface="Calibri"/>
              </a:rPr>
              <a:t>21 / 67</a:t>
            </a:r>
            <a:endParaRPr sz="600">
              <a:latin typeface="Calibri"/>
              <a:ea typeface="Calibri"/>
              <a:cs typeface="Calibri"/>
              <a:sym typeface="Calibri"/>
            </a:endParaRPr>
          </a:p>
        </p:txBody>
      </p:sp>
      <p:pic>
        <p:nvPicPr>
          <p:cNvPr id="529" name="Google Shape;529;p21"/>
          <p:cNvPicPr preferRelativeResize="0"/>
          <p:nvPr/>
        </p:nvPicPr>
        <p:blipFill>
          <a:blip r:embed="rId4">
            <a:alphaModFix/>
          </a:blip>
          <a:stretch>
            <a:fillRect/>
          </a:stretch>
        </p:blipFill>
        <p:spPr>
          <a:xfrm>
            <a:off x="530413" y="552360"/>
            <a:ext cx="4744695"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F167A2E2-531D-5DF7-4E41-63910557C0F5}"/>
                  </a:ext>
                </a:extLst>
              </p14:cNvPr>
              <p14:cNvContentPartPr/>
              <p14:nvPr/>
            </p14:nvContentPartPr>
            <p14:xfrm>
              <a:off x="370800" y="325440"/>
              <a:ext cx="5297040" cy="2743200"/>
            </p14:xfrm>
          </p:contentPart>
        </mc:Choice>
        <mc:Fallback>
          <p:pic>
            <p:nvPicPr>
              <p:cNvPr id="2" name="Ink 1">
                <a:extLst>
                  <a:ext uri="{FF2B5EF4-FFF2-40B4-BE49-F238E27FC236}">
                    <a16:creationId xmlns:a16="http://schemas.microsoft.com/office/drawing/2014/main" id="{F167A2E2-531D-5DF7-4E41-63910557C0F5}"/>
                  </a:ext>
                </a:extLst>
              </p:cNvPr>
              <p:cNvPicPr/>
              <p:nvPr/>
            </p:nvPicPr>
            <p:blipFill>
              <a:blip r:embed="rId6"/>
              <a:stretch>
                <a:fillRect/>
              </a:stretch>
            </p:blipFill>
            <p:spPr>
              <a:xfrm>
                <a:off x="361440" y="316080"/>
                <a:ext cx="5315760" cy="2761920"/>
              </a:xfrm>
              <a:prstGeom prst="rect">
                <a:avLst/>
              </a:prstGeom>
            </p:spPr>
          </p:pic>
        </mc:Fallback>
      </mc:AlternateContent>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22"/>
          <p:cNvSpPr txBox="1">
            <a:spLocks noGrp="1"/>
          </p:cNvSpPr>
          <p:nvPr>
            <p:ph type="title"/>
          </p:nvPr>
        </p:nvSpPr>
        <p:spPr>
          <a:xfrm>
            <a:off x="95300" y="109545"/>
            <a:ext cx="409575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oss</a:t>
            </a:r>
            <a:r>
              <a:rPr lang="en-US">
                <a:solidFill>
                  <a:srgbClr val="FFFFFF"/>
                </a:solidFill>
              </a:rPr>
              <a:t> F</a:t>
            </a:r>
            <a:r>
              <a:rPr lang="en-US" cap="small">
                <a:solidFill>
                  <a:srgbClr val="FFFFFF"/>
                </a:solidFill>
              </a:rPr>
              <a:t>unctions</a:t>
            </a:r>
            <a:r>
              <a:rPr lang="en-US">
                <a:solidFill>
                  <a:srgbClr val="FFFFFF"/>
                </a:solidFill>
              </a:rPr>
              <a:t> </a:t>
            </a:r>
            <a:r>
              <a:rPr lang="en-US" cap="small">
                <a:solidFill>
                  <a:srgbClr val="FFFFFF"/>
                </a:solidFill>
              </a:rPr>
              <a:t>for</a:t>
            </a:r>
            <a:r>
              <a:rPr lang="en-US">
                <a:solidFill>
                  <a:srgbClr val="FFFFFF"/>
                </a:solidFill>
              </a:rPr>
              <a:t> D</a:t>
            </a:r>
            <a:r>
              <a:rPr lang="en-US" cap="small">
                <a:solidFill>
                  <a:srgbClr val="FFFFFF"/>
                </a:solidFill>
              </a:rPr>
              <a:t>ifferent</a:t>
            </a:r>
            <a:r>
              <a:rPr lang="en-US">
                <a:solidFill>
                  <a:srgbClr val="FFFFFF"/>
                </a:solidFill>
              </a:rPr>
              <a:t> T</a:t>
            </a:r>
            <a:r>
              <a:rPr lang="en-US" cap="small">
                <a:solidFill>
                  <a:srgbClr val="FFFFFF"/>
                </a:solidFill>
              </a:rPr>
              <a:t>asks</a:t>
            </a:r>
            <a:endParaRPr/>
          </a:p>
        </p:txBody>
      </p:sp>
      <p:grpSp>
        <p:nvGrpSpPr>
          <p:cNvPr id="535" name="Google Shape;535;p22"/>
          <p:cNvGrpSpPr/>
          <p:nvPr/>
        </p:nvGrpSpPr>
        <p:grpSpPr>
          <a:xfrm>
            <a:off x="0" y="3141936"/>
            <a:ext cx="5760261" cy="92075"/>
            <a:chOff x="0" y="3141936"/>
            <a:chExt cx="5760261" cy="92075"/>
          </a:xfrm>
        </p:grpSpPr>
        <p:sp>
          <p:nvSpPr>
            <p:cNvPr id="536" name="Google Shape;536;p2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7" name="Google Shape;537;p2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8" name="Google Shape;538;p2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39" name="Google Shape;539;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40" name="Google Shape;540;p2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41" name="Google Shape;541;p2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22</a:t>
            </a:fld>
            <a:r>
              <a:rPr lang="en-US"/>
              <a:t> / 67</a:t>
            </a:r>
            <a:endParaRPr/>
          </a:p>
        </p:txBody>
      </p:sp>
      <p:pic>
        <p:nvPicPr>
          <p:cNvPr id="542" name="Google Shape;542;p22"/>
          <p:cNvPicPr preferRelativeResize="0"/>
          <p:nvPr/>
        </p:nvPicPr>
        <p:blipFill>
          <a:blip r:embed="rId4">
            <a:alphaModFix/>
          </a:blip>
          <a:stretch>
            <a:fillRect/>
          </a:stretch>
        </p:blipFill>
        <p:spPr>
          <a:xfrm>
            <a:off x="478350" y="550235"/>
            <a:ext cx="4803545" cy="2435038"/>
          </a:xfrm>
          <a:prstGeom prst="rect">
            <a:avLst/>
          </a:prstGeom>
          <a:noFill/>
          <a:ln>
            <a:noFill/>
          </a:ln>
        </p:spPr>
      </p:pic>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23"/>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otal</a:t>
            </a:r>
            <a:r>
              <a:rPr lang="en-US">
                <a:solidFill>
                  <a:srgbClr val="FFFFFF"/>
                </a:solidFill>
              </a:rPr>
              <a:t> L</a:t>
            </a:r>
            <a:r>
              <a:rPr lang="en-US" cap="small">
                <a:solidFill>
                  <a:srgbClr val="FFFFFF"/>
                </a:solidFill>
              </a:rPr>
              <a:t>oss</a:t>
            </a:r>
            <a:r>
              <a:rPr lang="en-US">
                <a:solidFill>
                  <a:srgbClr val="FFFFFF"/>
                </a:solidFill>
              </a:rPr>
              <a:t> O</a:t>
            </a:r>
            <a:r>
              <a:rPr lang="en-US" cap="small">
                <a:solidFill>
                  <a:srgbClr val="FFFFFF"/>
                </a:solidFill>
              </a:rPr>
              <a:t>ver</a:t>
            </a:r>
            <a:r>
              <a:rPr lang="en-US">
                <a:solidFill>
                  <a:srgbClr val="FFFFFF"/>
                </a:solidFill>
              </a:rPr>
              <a:t> M</a:t>
            </a:r>
            <a:r>
              <a:rPr lang="en-US" cap="small">
                <a:solidFill>
                  <a:srgbClr val="FFFFFF"/>
                </a:solidFill>
              </a:rPr>
              <a:t>ini</a:t>
            </a:r>
            <a:r>
              <a:rPr lang="en-US">
                <a:solidFill>
                  <a:srgbClr val="FFFFFF"/>
                </a:solidFill>
              </a:rPr>
              <a:t>-B</a:t>
            </a:r>
            <a:r>
              <a:rPr lang="en-US" cap="small">
                <a:solidFill>
                  <a:srgbClr val="FFFFFF"/>
                </a:solidFill>
              </a:rPr>
              <a:t>atch</a:t>
            </a:r>
            <a:endParaRPr/>
          </a:p>
        </p:txBody>
      </p:sp>
      <p:grpSp>
        <p:nvGrpSpPr>
          <p:cNvPr id="548" name="Google Shape;548;p23"/>
          <p:cNvGrpSpPr/>
          <p:nvPr/>
        </p:nvGrpSpPr>
        <p:grpSpPr>
          <a:xfrm>
            <a:off x="0" y="3141936"/>
            <a:ext cx="5760261" cy="92075"/>
            <a:chOff x="0" y="3141936"/>
            <a:chExt cx="5760261" cy="92075"/>
          </a:xfrm>
        </p:grpSpPr>
        <p:sp>
          <p:nvSpPr>
            <p:cNvPr id="549" name="Google Shape;549;p23"/>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0" name="Google Shape;550;p23"/>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1" name="Google Shape;551;p23"/>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2" name="Google Shape;552;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53" name="Google Shape;553;p2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54" name="Google Shape;554;p2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67</a:t>
            </a:r>
            <a:endParaRPr/>
          </a:p>
        </p:txBody>
      </p:sp>
      <p:pic>
        <p:nvPicPr>
          <p:cNvPr id="555" name="Google Shape;555;p23"/>
          <p:cNvPicPr preferRelativeResize="0"/>
          <p:nvPr/>
        </p:nvPicPr>
        <p:blipFill>
          <a:blip r:embed="rId4">
            <a:alphaModFix/>
          </a:blip>
          <a:stretch>
            <a:fillRect/>
          </a:stretch>
        </p:blipFill>
        <p:spPr>
          <a:xfrm>
            <a:off x="464675" y="552360"/>
            <a:ext cx="4836443" cy="2435038"/>
          </a:xfrm>
          <a:prstGeom prst="rect">
            <a:avLst/>
          </a:prstGeom>
          <a:noFill/>
          <a:ln>
            <a:noFill/>
          </a:ln>
        </p:spPr>
      </p:pic>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4"/>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-B</a:t>
            </a:r>
            <a:r>
              <a:rPr lang="en-US" cap="small">
                <a:solidFill>
                  <a:srgbClr val="FFFFFF"/>
                </a:solidFill>
              </a:rPr>
              <a:t>atch</a:t>
            </a:r>
            <a:r>
              <a:rPr lang="en-US">
                <a:solidFill>
                  <a:srgbClr val="FFFFFF"/>
                </a:solidFill>
              </a:rPr>
              <a:t> S</a:t>
            </a:r>
            <a:r>
              <a:rPr lang="en-US" cap="small">
                <a:solidFill>
                  <a:srgbClr val="FFFFFF"/>
                </a:solidFill>
              </a:rPr>
              <a:t>tochastic</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endParaRPr/>
          </a:p>
        </p:txBody>
      </p:sp>
      <p:sp>
        <p:nvSpPr>
          <p:cNvPr id="561" name="Google Shape;561;p24"/>
          <p:cNvSpPr txBox="1"/>
          <p:nvPr/>
        </p:nvSpPr>
        <p:spPr>
          <a:xfrm>
            <a:off x="321894" y="528536"/>
            <a:ext cx="3956700" cy="431700"/>
          </a:xfrm>
          <a:prstGeom prst="rect">
            <a:avLst/>
          </a:prstGeom>
          <a:noFill/>
          <a:ln>
            <a:noFill/>
          </a:ln>
        </p:spPr>
        <p:txBody>
          <a:bodyPr spcFirstLastPara="1" wrap="square" lIns="0" tIns="8250" rIns="0" bIns="0" anchor="t" anchorCtr="0">
            <a:spAutoFit/>
          </a:bodyPr>
          <a:lstStyle/>
          <a:p>
            <a:pPr marL="12700" marR="5080" lvl="0" indent="0" algn="l" rtl="0">
              <a:lnSpc>
                <a:spcPct val="147700"/>
              </a:lnSpc>
              <a:spcBef>
                <a:spcPts val="0"/>
              </a:spcBef>
              <a:spcAft>
                <a:spcPts val="0"/>
              </a:spcAft>
              <a:buNone/>
            </a:pPr>
            <a:r>
              <a:rPr lang="en-US" sz="1050">
                <a:solidFill>
                  <a:srgbClr val="1B1472"/>
                </a:solidFill>
                <a:latin typeface="Arial"/>
                <a:ea typeface="Arial"/>
                <a:cs typeface="Arial"/>
                <a:sym typeface="Arial"/>
              </a:rPr>
              <a:t>Core idea: </a:t>
            </a:r>
            <a:r>
              <a:rPr lang="en-US" sz="1050">
                <a:latin typeface="Arial"/>
                <a:ea typeface="Arial"/>
                <a:cs typeface="Arial"/>
                <a:sym typeface="Arial"/>
              </a:rPr>
              <a:t>Update parameters using gradients from mini-batches </a:t>
            </a:r>
            <a:r>
              <a:rPr lang="en-US" sz="1050">
                <a:solidFill>
                  <a:srgbClr val="1B1472"/>
                </a:solidFill>
                <a:latin typeface="Arial"/>
                <a:ea typeface="Arial"/>
                <a:cs typeface="Arial"/>
                <a:sym typeface="Arial"/>
              </a:rPr>
              <a:t>Update rule for layer </a:t>
            </a:r>
            <a:r>
              <a:rPr lang="en-US" sz="1200" i="1">
                <a:solidFill>
                  <a:srgbClr val="1B1472"/>
                </a:solidFill>
                <a:latin typeface="Calibri"/>
                <a:ea typeface="Calibri"/>
                <a:cs typeface="Calibri"/>
                <a:sym typeface="Calibri"/>
              </a:rPr>
              <a:t>l</a:t>
            </a:r>
            <a:r>
              <a:rPr lang="en-US" sz="1050">
                <a:solidFill>
                  <a:srgbClr val="1B1472"/>
                </a:solidFill>
                <a:latin typeface="Arial"/>
                <a:ea typeface="Arial"/>
                <a:cs typeface="Arial"/>
                <a:sym typeface="Arial"/>
              </a:rPr>
              <a:t>:</a:t>
            </a:r>
            <a:endParaRPr sz="1050">
              <a:latin typeface="Arial"/>
              <a:ea typeface="Arial"/>
              <a:cs typeface="Arial"/>
              <a:sym typeface="Arial"/>
            </a:endParaRPr>
          </a:p>
        </p:txBody>
      </p:sp>
      <p:sp>
        <p:nvSpPr>
          <p:cNvPr id="562" name="Google Shape;562;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3" name="Google Shape;563;p2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64" name="Google Shape;564;p2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67</a:t>
            </a:r>
            <a:endParaRPr/>
          </a:p>
        </p:txBody>
      </p:sp>
      <p:pic>
        <p:nvPicPr>
          <p:cNvPr id="565" name="Google Shape;565;p24"/>
          <p:cNvPicPr preferRelativeResize="0"/>
          <p:nvPr/>
        </p:nvPicPr>
        <p:blipFill>
          <a:blip r:embed="rId4">
            <a:alphaModFix/>
          </a:blip>
          <a:stretch>
            <a:fillRect/>
          </a:stretch>
        </p:blipFill>
        <p:spPr>
          <a:xfrm>
            <a:off x="456525" y="1028336"/>
            <a:ext cx="4852743" cy="187263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62DC2BB-A649-67F6-7E0B-6A9790CD2A53}"/>
                  </a:ext>
                </a:extLst>
              </p14:cNvPr>
              <p14:cNvContentPartPr/>
              <p14:nvPr/>
            </p14:nvContentPartPr>
            <p14:xfrm>
              <a:off x="1569240" y="804960"/>
              <a:ext cx="4139640" cy="2243880"/>
            </p14:xfrm>
          </p:contentPart>
        </mc:Choice>
        <mc:Fallback>
          <p:pic>
            <p:nvPicPr>
              <p:cNvPr id="2" name="Ink 1">
                <a:extLst>
                  <a:ext uri="{FF2B5EF4-FFF2-40B4-BE49-F238E27FC236}">
                    <a16:creationId xmlns:a16="http://schemas.microsoft.com/office/drawing/2014/main" id="{162DC2BB-A649-67F6-7E0B-6A9790CD2A53}"/>
                  </a:ext>
                </a:extLst>
              </p:cNvPr>
              <p:cNvPicPr/>
              <p:nvPr/>
            </p:nvPicPr>
            <p:blipFill>
              <a:blip r:embed="rId6"/>
              <a:stretch>
                <a:fillRect/>
              </a:stretch>
            </p:blipFill>
            <p:spPr>
              <a:xfrm>
                <a:off x="1559880" y="795600"/>
                <a:ext cx="4158360" cy="2262600"/>
              </a:xfrm>
              <a:prstGeom prst="rect">
                <a:avLst/>
              </a:prstGeom>
            </p:spPr>
          </p:pic>
        </mc:Fallback>
      </mc:AlternateContent>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25"/>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raining</a:t>
            </a:r>
            <a:r>
              <a:rPr lang="en-US">
                <a:solidFill>
                  <a:srgbClr val="FFFFFF"/>
                </a:solidFill>
              </a:rPr>
              <a:t> A</a:t>
            </a:r>
            <a:r>
              <a:rPr lang="en-US" cap="small">
                <a:solidFill>
                  <a:srgbClr val="FFFFFF"/>
                </a:solidFill>
              </a:rPr>
              <a:t>lgorithm</a:t>
            </a:r>
            <a:r>
              <a:rPr lang="en-US">
                <a:solidFill>
                  <a:srgbClr val="FFFFFF"/>
                </a:solidFill>
              </a:rPr>
              <a:t>: M</a:t>
            </a:r>
            <a:r>
              <a:rPr lang="en-US" cap="small">
                <a:solidFill>
                  <a:srgbClr val="FFFFFF"/>
                </a:solidFill>
              </a:rPr>
              <a:t>ini</a:t>
            </a:r>
            <a:r>
              <a:rPr lang="en-US">
                <a:solidFill>
                  <a:srgbClr val="FFFFFF"/>
                </a:solidFill>
              </a:rPr>
              <a:t>-B</a:t>
            </a:r>
            <a:r>
              <a:rPr lang="en-US" cap="small">
                <a:solidFill>
                  <a:srgbClr val="FFFFFF"/>
                </a:solidFill>
              </a:rPr>
              <a:t>atch</a:t>
            </a:r>
            <a:r>
              <a:rPr lang="en-US">
                <a:solidFill>
                  <a:srgbClr val="FFFFFF"/>
                </a:solidFill>
              </a:rPr>
              <a:t> SGD</a:t>
            </a:r>
            <a:endParaRPr/>
          </a:p>
        </p:txBody>
      </p:sp>
      <p:grpSp>
        <p:nvGrpSpPr>
          <p:cNvPr id="571" name="Google Shape;571;p25"/>
          <p:cNvGrpSpPr/>
          <p:nvPr/>
        </p:nvGrpSpPr>
        <p:grpSpPr>
          <a:xfrm>
            <a:off x="0" y="3129889"/>
            <a:ext cx="5760261" cy="104122"/>
            <a:chOff x="0" y="3129889"/>
            <a:chExt cx="5760261" cy="104122"/>
          </a:xfrm>
        </p:grpSpPr>
        <p:sp>
          <p:nvSpPr>
            <p:cNvPr id="572" name="Google Shape;572;p25"/>
            <p:cNvSpPr/>
            <p:nvPr/>
          </p:nvSpPr>
          <p:spPr>
            <a:xfrm>
              <a:off x="359994" y="3129889"/>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3" name="Google Shape;573;p25"/>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4" name="Google Shape;574;p25"/>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5" name="Google Shape;575;p25"/>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6" name="Google Shape;576;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7" name="Google Shape;577;p2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78" name="Google Shape;578;p2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67</a:t>
            </a:r>
            <a:endParaRPr/>
          </a:p>
        </p:txBody>
      </p:sp>
      <p:pic>
        <p:nvPicPr>
          <p:cNvPr id="579" name="Google Shape;579;p25"/>
          <p:cNvPicPr preferRelativeResize="0"/>
          <p:nvPr/>
        </p:nvPicPr>
        <p:blipFill>
          <a:blip r:embed="rId4">
            <a:alphaModFix/>
          </a:blip>
          <a:stretch>
            <a:fillRect/>
          </a:stretch>
        </p:blipFill>
        <p:spPr>
          <a:xfrm>
            <a:off x="321875" y="504537"/>
            <a:ext cx="4998500" cy="252642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4423D109-C697-910F-050E-018628C4AB29}"/>
                  </a:ext>
                </a:extLst>
              </p14:cNvPr>
              <p14:cNvContentPartPr/>
              <p14:nvPr/>
            </p14:nvContentPartPr>
            <p14:xfrm>
              <a:off x="480960" y="441720"/>
              <a:ext cx="5052600" cy="2259360"/>
            </p14:xfrm>
          </p:contentPart>
        </mc:Choice>
        <mc:Fallback>
          <p:pic>
            <p:nvPicPr>
              <p:cNvPr id="2" name="Ink 1">
                <a:extLst>
                  <a:ext uri="{FF2B5EF4-FFF2-40B4-BE49-F238E27FC236}">
                    <a16:creationId xmlns:a16="http://schemas.microsoft.com/office/drawing/2014/main" id="{4423D109-C697-910F-050E-018628C4AB29}"/>
                  </a:ext>
                </a:extLst>
              </p:cNvPr>
              <p:cNvPicPr/>
              <p:nvPr/>
            </p:nvPicPr>
            <p:blipFill>
              <a:blip r:embed="rId6"/>
              <a:stretch>
                <a:fillRect/>
              </a:stretch>
            </p:blipFill>
            <p:spPr>
              <a:xfrm>
                <a:off x="471600" y="432360"/>
                <a:ext cx="5071320" cy="2278080"/>
              </a:xfrm>
              <a:prstGeom prst="rect">
                <a:avLst/>
              </a:prstGeom>
            </p:spPr>
          </p:pic>
        </mc:Fallback>
      </mc:AlternateContent>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26"/>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raining</a:t>
            </a:r>
            <a:r>
              <a:rPr lang="en-US">
                <a:solidFill>
                  <a:srgbClr val="FFFFFF"/>
                </a:solidFill>
              </a:rPr>
              <a:t> A</a:t>
            </a:r>
            <a:r>
              <a:rPr lang="en-US" cap="small">
                <a:solidFill>
                  <a:srgbClr val="FFFFFF"/>
                </a:solidFill>
              </a:rPr>
              <a:t>lgorithm</a:t>
            </a:r>
            <a:r>
              <a:rPr lang="en-US">
                <a:solidFill>
                  <a:srgbClr val="FFFFFF"/>
                </a:solidFill>
              </a:rPr>
              <a:t>: M</a:t>
            </a:r>
            <a:r>
              <a:rPr lang="en-US" cap="small">
                <a:solidFill>
                  <a:srgbClr val="FFFFFF"/>
                </a:solidFill>
              </a:rPr>
              <a:t>ini</a:t>
            </a:r>
            <a:r>
              <a:rPr lang="en-US">
                <a:solidFill>
                  <a:srgbClr val="FFFFFF"/>
                </a:solidFill>
              </a:rPr>
              <a:t>-B</a:t>
            </a:r>
            <a:r>
              <a:rPr lang="en-US" cap="small">
                <a:solidFill>
                  <a:srgbClr val="FFFFFF"/>
                </a:solidFill>
              </a:rPr>
              <a:t>atch</a:t>
            </a:r>
            <a:r>
              <a:rPr lang="en-US">
                <a:solidFill>
                  <a:srgbClr val="FFFFFF"/>
                </a:solidFill>
              </a:rPr>
              <a:t> SGD</a:t>
            </a:r>
            <a:endParaRPr/>
          </a:p>
        </p:txBody>
      </p:sp>
      <p:grpSp>
        <p:nvGrpSpPr>
          <p:cNvPr id="585" name="Google Shape;585;p26"/>
          <p:cNvGrpSpPr/>
          <p:nvPr/>
        </p:nvGrpSpPr>
        <p:grpSpPr>
          <a:xfrm>
            <a:off x="0" y="3141936"/>
            <a:ext cx="5760261" cy="92075"/>
            <a:chOff x="0" y="3141936"/>
            <a:chExt cx="5760261" cy="92075"/>
          </a:xfrm>
        </p:grpSpPr>
        <p:sp>
          <p:nvSpPr>
            <p:cNvPr id="586" name="Google Shape;586;p26"/>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 name="Google Shape;587;p26"/>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8" name="Google Shape;588;p26"/>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9" name="Google Shape;589;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0" name="Google Shape;590;p2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ction="ppaction://hlinksldjump"/>
              </a:rPr>
              <a:t>D</a:t>
            </a:r>
            <a:r>
              <a:rPr lang="en-US" sz="600" u="sng" cap="small">
                <a:solidFill>
                  <a:schemeClr val="hlink"/>
                </a:solidFill>
                <a:latin typeface="Calibri"/>
                <a:ea typeface="Calibri"/>
                <a:cs typeface="Calibri"/>
                <a:sym typeface="Calibri"/>
                <a:hlinkClick r:id="rId3" action="ppaction://hlinksldjump"/>
              </a:rPr>
              <a:t>eep</a:t>
            </a:r>
            <a:r>
              <a:rPr lang="en-US" sz="600" u="sng">
                <a:solidFill>
                  <a:schemeClr val="hlink"/>
                </a:solidFill>
                <a:latin typeface="Calibri"/>
                <a:ea typeface="Calibri"/>
                <a:cs typeface="Calibri"/>
                <a:sym typeface="Calibri"/>
                <a:hlinkClick r:id="rId3" action="ppaction://hlinksldjump"/>
              </a:rPr>
              <a:t> L</a:t>
            </a:r>
            <a:r>
              <a:rPr lang="en-US" sz="600" u="sng" cap="small">
                <a:solidFill>
                  <a:schemeClr val="hlink"/>
                </a:solidFill>
                <a:latin typeface="Calibri"/>
                <a:ea typeface="Calibri"/>
                <a:cs typeface="Calibri"/>
                <a:sym typeface="Calibri"/>
                <a:hlinkClick r:id="rId3" action="ppaction://hlinksldjump"/>
              </a:rPr>
              <a:t>earning</a:t>
            </a:r>
            <a:endParaRPr sz="600">
              <a:latin typeface="Calibri"/>
              <a:ea typeface="Calibri"/>
              <a:cs typeface="Calibri"/>
              <a:sym typeface="Calibri"/>
            </a:endParaRPr>
          </a:p>
        </p:txBody>
      </p:sp>
      <p:sp>
        <p:nvSpPr>
          <p:cNvPr id="591" name="Google Shape;591;p2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67</a:t>
            </a:r>
            <a:endParaRPr/>
          </a:p>
        </p:txBody>
      </p:sp>
      <p:pic>
        <p:nvPicPr>
          <p:cNvPr id="592" name="Google Shape;592;p26"/>
          <p:cNvPicPr preferRelativeResize="0"/>
          <p:nvPr/>
        </p:nvPicPr>
        <p:blipFill>
          <a:blip r:embed="rId4">
            <a:alphaModFix/>
          </a:blip>
          <a:stretch>
            <a:fillRect/>
          </a:stretch>
        </p:blipFill>
        <p:spPr>
          <a:xfrm>
            <a:off x="95300" y="550225"/>
            <a:ext cx="5487977" cy="2543300"/>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939978F-FE2D-25FA-7046-C1D57831204E}"/>
                  </a:ext>
                </a:extLst>
              </p14:cNvPr>
              <p14:cNvContentPartPr/>
              <p14:nvPr/>
            </p14:nvContentPartPr>
            <p14:xfrm>
              <a:off x="753120" y="-2520"/>
              <a:ext cx="4936320" cy="3102840"/>
            </p14:xfrm>
          </p:contentPart>
        </mc:Choice>
        <mc:Fallback>
          <p:pic>
            <p:nvPicPr>
              <p:cNvPr id="2" name="Ink 1">
                <a:extLst>
                  <a:ext uri="{FF2B5EF4-FFF2-40B4-BE49-F238E27FC236}">
                    <a16:creationId xmlns:a16="http://schemas.microsoft.com/office/drawing/2014/main" id="{5939978F-FE2D-25FA-7046-C1D57831204E}"/>
                  </a:ext>
                </a:extLst>
              </p:cNvPr>
              <p:cNvPicPr/>
              <p:nvPr/>
            </p:nvPicPr>
            <p:blipFill>
              <a:blip r:embed="rId6"/>
              <a:stretch>
                <a:fillRect/>
              </a:stretch>
            </p:blipFill>
            <p:spPr>
              <a:xfrm>
                <a:off x="743760" y="-11880"/>
                <a:ext cx="4955040" cy="3121560"/>
              </a:xfrm>
              <a:prstGeom prst="rect">
                <a:avLst/>
              </a:prstGeom>
            </p:spPr>
          </p:pic>
        </mc:Fallback>
      </mc:AlternateContent>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403"/>
        <p:cNvGrpSpPr/>
        <p:nvPr/>
      </p:nvGrpSpPr>
      <p:grpSpPr>
        <a:xfrm>
          <a:off x="0" y="0"/>
          <a:ext cx="0" cy="0"/>
          <a:chOff x="0" y="0"/>
          <a:chExt cx="0" cy="0"/>
        </a:xfrm>
      </p:grpSpPr>
      <p:pic>
        <p:nvPicPr>
          <p:cNvPr id="1404" name="Google Shape;1404;p6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1405" name="Google Shape;1405;p67"/>
          <p:cNvSpPr txBox="1">
            <a:spLocks noGrp="1"/>
          </p:cNvSpPr>
          <p:nvPr>
            <p:ph type="title"/>
          </p:nvPr>
        </p:nvSpPr>
        <p:spPr>
          <a:xfrm>
            <a:off x="95300" y="109545"/>
            <a:ext cx="530288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t>R</a:t>
            </a:r>
            <a:r>
              <a:rPr lang="en-US" cap="small"/>
              <a:t>eferences</a:t>
            </a:r>
            <a:endParaRPr/>
          </a:p>
        </p:txBody>
      </p:sp>
      <p:grpSp>
        <p:nvGrpSpPr>
          <p:cNvPr id="1406" name="Google Shape;1406;p67"/>
          <p:cNvGrpSpPr/>
          <p:nvPr/>
        </p:nvGrpSpPr>
        <p:grpSpPr>
          <a:xfrm>
            <a:off x="0" y="1203553"/>
            <a:ext cx="5760261" cy="2030458"/>
            <a:chOff x="0" y="1203553"/>
            <a:chExt cx="5760261" cy="2030458"/>
          </a:xfrm>
        </p:grpSpPr>
        <p:pic>
          <p:nvPicPr>
            <p:cNvPr id="1407" name="Google Shape;1407;p67"/>
            <p:cNvPicPr preferRelativeResize="0"/>
            <p:nvPr/>
          </p:nvPicPr>
          <p:blipFill rotWithShape="1">
            <a:blip r:embed="rId4">
              <a:alphaModFix/>
            </a:blip>
            <a:srcRect/>
            <a:stretch/>
          </p:blipFill>
          <p:spPr>
            <a:xfrm>
              <a:off x="513702" y="1203553"/>
              <a:ext cx="69291" cy="69291"/>
            </a:xfrm>
            <a:prstGeom prst="rect">
              <a:avLst/>
            </a:prstGeom>
            <a:noFill/>
            <a:ln>
              <a:noFill/>
            </a:ln>
          </p:spPr>
        </p:pic>
        <p:pic>
          <p:nvPicPr>
            <p:cNvPr id="1408" name="Google Shape;1408;p67"/>
            <p:cNvPicPr preferRelativeResize="0"/>
            <p:nvPr/>
          </p:nvPicPr>
          <p:blipFill rotWithShape="1">
            <a:blip r:embed="rId5">
              <a:alphaModFix/>
            </a:blip>
            <a:srcRect/>
            <a:stretch/>
          </p:blipFill>
          <p:spPr>
            <a:xfrm>
              <a:off x="513702" y="1608442"/>
              <a:ext cx="69291" cy="69291"/>
            </a:xfrm>
            <a:prstGeom prst="rect">
              <a:avLst/>
            </a:prstGeom>
            <a:noFill/>
            <a:ln>
              <a:noFill/>
            </a:ln>
          </p:spPr>
        </p:pic>
        <p:pic>
          <p:nvPicPr>
            <p:cNvPr id="1409" name="Google Shape;1409;p67"/>
            <p:cNvPicPr preferRelativeResize="0"/>
            <p:nvPr/>
          </p:nvPicPr>
          <p:blipFill rotWithShape="1">
            <a:blip r:embed="rId6">
              <a:alphaModFix/>
            </a:blip>
            <a:srcRect/>
            <a:stretch/>
          </p:blipFill>
          <p:spPr>
            <a:xfrm>
              <a:off x="513702" y="1829854"/>
              <a:ext cx="69291" cy="69291"/>
            </a:xfrm>
            <a:prstGeom prst="rect">
              <a:avLst/>
            </a:prstGeom>
            <a:noFill/>
            <a:ln>
              <a:noFill/>
            </a:ln>
          </p:spPr>
        </p:pic>
        <p:sp>
          <p:nvSpPr>
            <p:cNvPr id="1410" name="Google Shape;1410;p67"/>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1" name="Google Shape;1411;p67"/>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2" name="Google Shape;1412;p67"/>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13" name="Google Shape;1413;p67"/>
          <p:cNvSpPr txBox="1">
            <a:spLocks noGrp="1"/>
          </p:cNvSpPr>
          <p:nvPr>
            <p:ph type="body" idx="1"/>
          </p:nvPr>
        </p:nvSpPr>
        <p:spPr>
          <a:xfrm>
            <a:off x="619226" y="715770"/>
            <a:ext cx="4527346" cy="2063750"/>
          </a:xfrm>
          <a:prstGeom prst="rect">
            <a:avLst/>
          </a:prstGeom>
          <a:noFill/>
          <a:ln>
            <a:noFill/>
          </a:ln>
        </p:spPr>
        <p:txBody>
          <a:bodyPr spcFirstLastPara="1" wrap="square" lIns="0" tIns="426125" rIns="0" bIns="0" anchor="t" anchorCtr="0">
            <a:spAutoFit/>
          </a:bodyPr>
          <a:lstStyle/>
          <a:p>
            <a:pPr marL="38100" lvl="0" indent="0" algn="l" rtl="0">
              <a:lnSpc>
                <a:spcPct val="100000"/>
              </a:lnSpc>
              <a:spcBef>
                <a:spcPts val="0"/>
              </a:spcBef>
              <a:spcAft>
                <a:spcPts val="0"/>
              </a:spcAft>
              <a:buNone/>
            </a:pPr>
            <a:r>
              <a:rPr lang="en-US"/>
              <a:t>Goodfellow et al. ”Deep Learning” - Chapter 6</a:t>
            </a:r>
            <a:endParaRPr/>
          </a:p>
          <a:p>
            <a:pPr marL="38100" lvl="0" indent="0" algn="l" rtl="0">
              <a:lnSpc>
                <a:spcPct val="100000"/>
              </a:lnSpc>
              <a:spcBef>
                <a:spcPts val="35"/>
              </a:spcBef>
              <a:spcAft>
                <a:spcPts val="0"/>
              </a:spcAft>
              <a:buNone/>
            </a:pPr>
            <a:r>
              <a:rPr lang="en-US" sz="1200" u="sng">
                <a:solidFill>
                  <a:schemeClr val="hlink"/>
                </a:solidFill>
                <a:latin typeface="Calibri"/>
                <a:ea typeface="Calibri"/>
                <a:cs typeface="Calibri"/>
                <a:sym typeface="Calibri"/>
                <a:hlinkClick r:id="rId7"/>
              </a:rPr>
              <a:t>http://www.deeplearningbook.org/</a:t>
            </a:r>
            <a:endParaRPr sz="1200">
              <a:latin typeface="Calibri"/>
              <a:ea typeface="Calibri"/>
              <a:cs typeface="Calibri"/>
              <a:sym typeface="Calibri"/>
            </a:endParaRPr>
          </a:p>
          <a:p>
            <a:pPr marL="38100" marR="5080" lvl="0" indent="0" algn="l" rtl="0">
              <a:lnSpc>
                <a:spcPct val="144916"/>
              </a:lnSpc>
              <a:spcBef>
                <a:spcPts val="110"/>
              </a:spcBef>
              <a:spcAft>
                <a:spcPts val="0"/>
              </a:spcAft>
              <a:buNone/>
            </a:pPr>
            <a:r>
              <a:rPr lang="en-US"/>
              <a:t>Zhang et al. ”Dive into Deep Learning” - Chapters 4, 5 </a:t>
            </a:r>
            <a:r>
              <a:rPr lang="en-US" sz="1200" u="sng">
                <a:solidFill>
                  <a:schemeClr val="hlink"/>
                </a:solidFill>
                <a:latin typeface="Calibri"/>
                <a:ea typeface="Calibri"/>
                <a:cs typeface="Calibri"/>
                <a:sym typeface="Calibri"/>
                <a:hlinkClick r:id="rId8"/>
              </a:rPr>
              <a:t>https://d2l.ai/</a:t>
            </a:r>
            <a:r>
              <a:rPr lang="en-US" sz="1200">
                <a:latin typeface="Calibri"/>
                <a:ea typeface="Calibri"/>
                <a:cs typeface="Calibri"/>
                <a:sym typeface="Calibri"/>
              </a:rPr>
              <a:t> </a:t>
            </a:r>
            <a:r>
              <a:rPr lang="en-US"/>
              <a:t>Nielsen, M. ”Neural Networks and Deep Learning”</a:t>
            </a:r>
            <a:endParaRPr sz="1200">
              <a:latin typeface="Calibri"/>
              <a:ea typeface="Calibri"/>
              <a:cs typeface="Calibri"/>
              <a:sym typeface="Calibri"/>
            </a:endParaRPr>
          </a:p>
          <a:p>
            <a:pPr marL="38100" lvl="0" indent="0" algn="l" rtl="0">
              <a:lnSpc>
                <a:spcPct val="111666"/>
              </a:lnSpc>
              <a:spcBef>
                <a:spcPts val="0"/>
              </a:spcBef>
              <a:spcAft>
                <a:spcPts val="0"/>
              </a:spcAft>
              <a:buNone/>
            </a:pPr>
            <a:r>
              <a:rPr lang="en-US" sz="1200" u="sng">
                <a:solidFill>
                  <a:schemeClr val="hlink"/>
                </a:solidFill>
                <a:latin typeface="Calibri"/>
                <a:ea typeface="Calibri"/>
                <a:cs typeface="Calibri"/>
                <a:sym typeface="Calibri"/>
                <a:hlinkClick r:id="rId9"/>
              </a:rPr>
              <a:t>http://neuralnetworksanddeeplearning.com/</a:t>
            </a:r>
            <a:endParaRPr sz="1200">
              <a:latin typeface="Calibri"/>
              <a:ea typeface="Calibri"/>
              <a:cs typeface="Calibri"/>
              <a:sym typeface="Calibri"/>
            </a:endParaRPr>
          </a:p>
        </p:txBody>
      </p:sp>
      <p:sp>
        <p:nvSpPr>
          <p:cNvPr id="1414" name="Google Shape;1414;p6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15" name="Google Shape;1415;p6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ction="ppaction://hlinksldjump"/>
              </a:rPr>
              <a:t>D</a:t>
            </a:r>
            <a:r>
              <a:rPr lang="en-US" sz="600" u="sng" cap="small">
                <a:solidFill>
                  <a:schemeClr val="hlink"/>
                </a:solidFill>
                <a:latin typeface="Calibri"/>
                <a:ea typeface="Calibri"/>
                <a:cs typeface="Calibri"/>
                <a:sym typeface="Calibri"/>
                <a:hlinkClick r:id="rId10" action="ppaction://hlinksldjump"/>
              </a:rPr>
              <a:t>eep</a:t>
            </a:r>
            <a:r>
              <a:rPr lang="en-US" sz="600" u="sng">
                <a:solidFill>
                  <a:schemeClr val="hlink"/>
                </a:solidFill>
                <a:latin typeface="Calibri"/>
                <a:ea typeface="Calibri"/>
                <a:cs typeface="Calibri"/>
                <a:sym typeface="Calibri"/>
                <a:hlinkClick r:id="rId10" action="ppaction://hlinksldjump"/>
              </a:rPr>
              <a:t> L</a:t>
            </a:r>
            <a:r>
              <a:rPr lang="en-US" sz="600" u="sng" cap="small">
                <a:solidFill>
                  <a:schemeClr val="hlink"/>
                </a:solidFill>
                <a:latin typeface="Calibri"/>
                <a:ea typeface="Calibri"/>
                <a:cs typeface="Calibri"/>
                <a:sym typeface="Calibri"/>
                <a:hlinkClick r:id="rId10" action="ppaction://hlinksldjump"/>
              </a:rPr>
              <a:t>earning</a:t>
            </a:r>
            <a:endParaRPr sz="600">
              <a:latin typeface="Calibri"/>
              <a:ea typeface="Calibri"/>
              <a:cs typeface="Calibri"/>
              <a:sym typeface="Calibri"/>
            </a:endParaRPr>
          </a:p>
        </p:txBody>
      </p:sp>
      <p:sp>
        <p:nvSpPr>
          <p:cNvPr id="1416" name="Google Shape;1416;p6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67</a:t>
            </a:r>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164</TotalTime>
  <Words>1514</Words>
  <Application>Microsoft Office PowerPoint</Application>
  <PresentationFormat>Custom</PresentationFormat>
  <Paragraphs>323</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Lucida Sans</vt:lpstr>
      <vt:lpstr>Quattrocento Sans</vt:lpstr>
      <vt:lpstr>Times New Roman</vt:lpstr>
      <vt:lpstr>Google Sans</vt:lpstr>
      <vt:lpstr>Calibri</vt:lpstr>
      <vt:lpstr>Tahoma</vt:lpstr>
      <vt:lpstr>Cambria</vt:lpstr>
      <vt:lpstr>Arial</vt:lpstr>
      <vt:lpstr>Office Theme</vt:lpstr>
      <vt:lpstr>PowerPoint Presentation</vt:lpstr>
      <vt:lpstr>PowerPoint Presentation</vt:lpstr>
      <vt:lpstr>Table of Contents</vt:lpstr>
      <vt:lpstr>Linear Models Have Limitations</vt:lpstr>
      <vt:lpstr>The XOR Problem</vt:lpstr>
      <vt:lpstr>Why Single Neuron Fails on XOR</vt:lpstr>
      <vt:lpstr>Solution: Multi-Layer Perceptron (MLP)</vt:lpstr>
      <vt:lpstr>MLP Solves XOR</vt:lpstr>
      <vt:lpstr>Table of Contents</vt:lpstr>
      <vt:lpstr>What is Non-Linearity?</vt:lpstr>
      <vt:lpstr>Common Activation Functions</vt:lpstr>
      <vt:lpstr>Activation Function Properties</vt:lpstr>
      <vt:lpstr>Why ReLU Works Well?</vt:lpstr>
      <vt:lpstr>Table of Contents</vt:lpstr>
      <vt:lpstr>Deep Feed-Forward Neural Network (DFNN)</vt:lpstr>
      <vt:lpstr>Data Representation</vt:lpstr>
      <vt:lpstr>Mini-Batch Representation</vt:lpstr>
      <vt:lpstr>DFNN Architecture</vt:lpstr>
      <vt:lpstr>Layer-wise Computation</vt:lpstr>
      <vt:lpstr>Vectorized Computation for Mini-Batch</vt:lpstr>
      <vt:lpstr>Total Parameters in Network</vt:lpstr>
      <vt:lpstr>Loss Functions for Different Tasks</vt:lpstr>
      <vt:lpstr>Total Loss Over Mini-Batch</vt:lpstr>
      <vt:lpstr>Mini-Batch Stochastic Gradient Descent</vt:lpstr>
      <vt:lpstr>Training Algorithm: Mini-Batch SGD</vt:lpstr>
      <vt:lpstr>Training Algorithm: Mini-Batch SGD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(DSAI)</cp:lastModifiedBy>
  <cp:revision>5</cp:revision>
  <dcterms:created xsi:type="dcterms:W3CDTF">2025-11-20T14:06:21Z</dcterms:created>
  <dcterms:modified xsi:type="dcterms:W3CDTF">2026-03-02T16:27:24Z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2025-11-18T00:00:00Z</vt:filetime>
  </property>
  <property fmtid="{D5CDD505-2E9C-101B-9397-08002B2CF9AE}" pid="3" name="Creator">
    <vt:lpwstr>LaTeX with Beamer class</vt:lpwstr>
  </property>
  <property fmtid="{D5CDD505-2E9C-101B-9397-08002B2CF9AE}" pid="4" name="LastSaved">
    <vt:filetime>2025-11-20T00:00:00Z</vt:filetime>
  </property>
  <property fmtid="{D5CDD505-2E9C-101B-9397-08002B2CF9AE}" pid="5" name="PTEX.Fullbanner">
    <vt:lpwstr>This is pdfTeX, Version 3.14159265-2.6-1.40.20 (TeX Live 2019/Debian) kpathsea version 6.3.1</vt:lpwstr>
  </property>
  <property fmtid="{D5CDD505-2E9C-101B-9397-08002B2CF9AE}" pid="6" name="Producer">
    <vt:lpwstr>pdfTeX-1.40.20</vt:lpwstr>
  </property>
</Properties>
</file>