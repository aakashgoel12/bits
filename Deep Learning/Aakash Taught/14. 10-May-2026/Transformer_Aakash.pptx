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2" r:id="rId3"/>
    <p:sldId id="273" r:id="rId4"/>
    <p:sldId id="274" r:id="rId5"/>
    <p:sldId id="277" r:id="rId6"/>
    <p:sldId id="275" r:id="rId7"/>
    <p:sldId id="276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4.2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723 2124 24575,'4'-28'0,"73"-704"0,-67 524 0,-28-319 0,17 520 0,-25-191 0,21 173 0,0 1 0,-2-1 0,-1 2 0,-1-1 0,-23-41 0,29 60 0,-1 0 0,1 0 0,-1 1 0,0-1 0,0 1 0,0 0 0,0 0 0,-1 0 0,0 1 0,0 0 0,0 0 0,0 0 0,-9-3 0,5 3 0,1 1 0,0 0 0,-1 0 0,0 1 0,1 0 0,-1 1 0,0 0 0,-11 1 0,-9 4 0,1 1 0,0 2 0,0 0 0,-36 17 0,-8 6 0,1 4 0,2 2 0,-86 62 0,449-294 0,-240 158 0,-4 1 0,2 2 0,100-48 0,-136 74 0,2 1 0,-1 2 0,1-1 0,0 2 0,0 0 0,0 2 0,0 0 0,1 0 0,-1 2 0,0 0 0,1 2 0,-1 0 0,35 8 0,-16 2 39,0 2-1,58 29 1,62 48-1389,-152-88 1219,40 24-6695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4.7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71 24575,'0'0'0,"4"1"0,1-1 0,-1 1 0,0 0 0,0 0 0,1 1 0,4 1 0,9 4 0,18 2 0,1-1 0,0-1 0,0-2 0,0-2 0,0-1 0,42-4 0,-57 0 0,0-1 0,0-1 0,-1-1 0,1-1 0,-1 0 0,0-2 0,-1 0 0,0-2 0,0 0 0,-1-1 0,32-25 0,-50 35 0,0 0 0,0 1 0,0-1 0,0 0 0,1 0 0,-1 0 0,0 1 0,0-1 0,1 1 0,-1-1 0,0 1 0,1-1 0,-1 1 0,1 0 0,-1 0 0,0 0 0,1 0 0,-1 0 0,1 0 0,-1 0 0,1 0 0,-1 0 0,0 1 0,1-1 0,-1 0 0,0 1 0,1-1 0,-1 1 0,0 0 0,1-1 0,1 3 0,2 2 0,0 0 0,0 0 0,0 1 0,-1-1 0,6 10 0,-8-12 0,32 51 0,-3 2 0,33 80 0,36 127 0,-93-244 0,53 166 0,-59-185 0,-1 1 0,0-1 0,0 0 0,0 0 0,0 1 0,0-1 0,0 0 0,0 1 0,0-1 0,0 0 0,0 0 0,0 1 0,0-1 0,0 0 0,0 0 0,0 1 0,0-1 0,0 0 0,0 1 0,-1-1 0,1 0 0,0 0 0,0 1 0,0-1 0,0 0 0,-1 0 0,1 0 0,0 1 0,0-1 0,0 0 0,-1 0 0,1 0 0,0 0 0,0 1 0,-1-1 0,1 0 0,0 0 0,0 0 0,-1 0 0,1 0 0,-17-1 0,-16-10 0,26 6 8,0 1-1,0-1 1,1 0-1,-1 0 1,1-1-1,0 1 0,1-2 1,-1 1-1,1 0 1,1-1-1,-1 0 1,1 0-1,0-1 1,1 1-1,-3-9 1,1 1-221,0-1 1,2 0 0,0 0 0,1 0 0,0 0 0,1-25 0,5-33-6614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4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24575,'0'0'0,"0"1"0,0 0 0,1 13 0,3 22 0,3 30 0,3 29 0,2 20 0,2 10 0,-1-16-8191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5.6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 1368 24575,'57'-1260'0,"-57"1250"0,-4 15 0,-8 9 0,-320 216 0,331-229 0,1 0 0,-1-1 0,1 1 0,-1-1 0,0 0 0,0 1 0,1-1 0,-1 0 0,0 1 0,1-1 0,-1 0 0,0 0 0,0 1 0,0-1 0,1 0 0,-1 0 0,0 0 0,0 0 0,1 0 0,-1 0 0,0 0 0,-1-1 0,2 0 0,0 1 0,0-1 0,-1 0 0,1 0 0,0 0 0,0 1 0,0-1 0,0 0 0,0 0 0,0 0 0,0 1 0,0-1 0,0 0 0,1 0 0,-1 0 0,0 1 0,0-1 0,1 0 0,-1 0 0,1 1 0,-1-1 0,1 0 0,0-1 0,8-12 0,0-1 0,1 1 0,1 1 0,0 0 0,1 1 0,14-13 0,87-62 0,-83 67 20,1 2 0,0 1 0,1 1 0,1 2 0,49-15 0,-55 22-206,0 1 1,0 1-1,1 2 0,-1 1 1,1 1-1,-1 1 1,45 6-1,-35-1-6640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6.1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 24575,'0'0'0,"10"10"0,9 8 0,1-1 0,1-2 0,1 0 0,0-1 0,1-1 0,0-1 0,39 14 0,-12-9 0,0-2 0,92 15 0,-112-25 0,0-2 0,33-1 0,-50-2 0,1-1 0,-1-1 0,1 0 0,-1-1 0,0 0 0,0-1 0,13-5 0,-22 7 0,-1 1 0,0 0 0,1 0 0,0 1 0,-1-1 0,1 1 0,-1 0 0,1 0 0,0 0 0,-1 0 0,1 1 0,-1-1 0,1 1 0,-1 0 0,1 0 0,-1 0 0,1 1 0,-1-1 0,0 1 0,0 0 0,0-1 0,0 2 0,0-1 0,0 0 0,0 0 0,-1 1 0,1 0 0,2 3 0,8 9 0,-1 2 0,0 0 0,17 32 0,-19-31 0,-6-12 0,-1-1 0,-1 0 0,1-1 0,-1 1 0,0 0 0,2 8 0,-3-12 0,-1 1 0,0-1 0,0 1 0,0-1 0,0 1 0,0-1 0,0 1 0,0-1 0,-1 1 0,1-1 0,-1 1 0,1-1 0,-1 1 0,1-1 0,-1 0 0,0 1 0,1-1 0,-1 0 0,0 0 0,0 1 0,0-1 0,0 0 0,-2 2 0,-1-6 0,2-9 0,3-14 0,4 8 12,0 1 0,1-1 0,0 2 0,1-1 0,2 1 0,-1 0 0,2 0 0,0 1-1,13-15 1,8-7-506,1 2-1,44-36 0,5 2-6331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6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24575,'24'1'0,"1"1"0,-1 1 0,0 1 0,0 2 0,0 0 0,0 1 0,-1 2 0,-1 0 0,1 1 0,-2 2 0,1 0 0,-2 1 0,34 28 0,-50-38 0,-1 0 0,0-1 0,0 2 0,0-1 0,0 0 0,0 1 0,0-1 0,-1 1 0,0 0 0,0 0 0,0-1 0,0 2 0,0-1 0,-1 0 0,0 0 0,0 0 0,0 1 0,0-1 0,-1 0 0,0 1 0,0-1 0,0 1 0,0-1 0,-1 0 0,1 1 0,-1-1 0,0 0 0,-1 1 0,1-1 0,-1 0 0,0 0 0,0 0 0,0 0 0,0-1 0,-5 7 0,-8 8-83,-9 14 280,23-31-268,1 0 1,-1 1-1,0-1 1,1 1 0,-1-1-1,1 0 1,-1 1-1,1-1 1,0 1 0,0-1-1,0 1 1,0-1-1,0 1 1,0-1-1,0 1 1,0-1 0,0 1-1,1-1 1,-1 1-1,2 2 1,8 10-6756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7.3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24575,'2'1'0,"0"0"0,1 0 0,-1 0 0,1 0 0,0 0 0,-1-1 0,1 1 0,-1-1 0,1 0 0,0 1 0,-1-1 0,5-1 0,9 2 0,94 9 0,104 14 0,-186-19 0,-1 1 0,0 1 0,0 2 0,-1 0 0,39 21 0,-56-25 0,0 0 0,0 1 0,-1 0 0,1 1 0,-1 0 0,0 0 0,-1 0 0,0 1 0,0 1 0,-1-1 0,0 1 0,0 0 0,-1 0 0,-1 0 0,1 1 0,-1 0 0,-1 0 0,0 0 0,0 0 0,-1 1 0,0-1 0,-1 1 0,0-1 0,-1 1 0,0-1 0,-1 1 0,0-1 0,0 1 0,-6 18 0,-2 1 0,-1 0 0,-1-1 0,-2 0 0,-1-1 0,-1-1 0,-33 46 0,-132 141 0,131-159 0,45-51 0,0 0 0,1 0 0,0 0 0,-1 0 0,2 0 0,-1 1 0,0 0 0,1-1 0,0 1 0,0 0 0,-2 9 0,4-11 0,0 0 0,1 0 0,-1-1 0,1 1 0,-1 0 0,1-1 0,0 1 0,0 0 0,0-1 0,1 1 0,-1-1 0,1 0 0,-1 1 0,1-1 0,0 0 0,-1 0 0,1 0 0,0 0 0,1 0 0,-1-1 0,0 1 0,0-1 0,1 1 0,4 1 0,25 13 0,2-1 0,0-1 0,0-2 0,58 11 0,483 78 120,9-53-1605,-447-41-5341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7.8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0 24575,'5'16'0,"6"31"0,-2 0 0,3 59 0,-4 101 0,-7-172 0,-10 550-191,-26 0-155,-1-3 98,27 0 348,10-530-1351,1-19-5004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9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24575,'0'3'0,"1"1"0,0 0 0,-1-1 0,1 1 0,1 0 0,-1-1 0,3 6 0,4 10 0,38 125 0,55 155 0,-75-234 0,2-1 0,54 87 0,-69-131 0,1 0 0,0-1 0,2 0 0,0-1 0,1-1 0,30 23 0,-36-32 0,0-1 0,1 0 0,0 0 0,0-1 0,0-1 0,1 0 0,0-1 0,0 0 0,0-1 0,1 0 0,-1-1 0,1-1 0,13 0 0,-9-1 0,0-2 0,-1 0 0,1-1 0,0-1 0,-1-1 0,0 0 0,0-1 0,17-9 0,-11 3 0,0-2 0,0 0 0,-1-1 0,38-36 0,-31 23 0,-2-2 0,-2 0 0,0-2 0,-2-1 0,-2 0 0,-1-2 0,19-43 0,-38 75 0,4-7 0,-1 0 0,0-1 0,0 0 0,-1 0 0,0 0 0,-1 0 0,2-19 0,-6 24 0,0 10 0,-3 15 0,-2 25 0,3 0 0,1 1 0,5 51 0,19 144 0,-20-230 0,83 507 0,29-4 0,-93-429 0,-12-50 0,6 25 0,-2 0 0,5 76 0,-16-123 0,-1 1 0,-1 0 0,0 0 0,-1-1 0,0 1 0,-1 0 0,0-1 0,-1 0 0,-1 0 0,0 0 0,0-1 0,-1 1 0,-1-1 0,1 0 0,-2-1 0,0 0 0,-9 9 0,6-7 0,-2-2 0,1 0 0,-1 0 0,0-1 0,-1-1 0,0 0 0,-1-1 0,1-1 0,-1 0 0,-1-1 0,1 0 0,-32 4 0,27-6 0,-1-2 0,0 0 0,1-2 0,-1 0 0,0-1 0,1-1 0,0-1 0,0 0 0,0-2 0,-26-11 0,34 12 0,1 0 0,-1-1 0,1 0 0,1-1 0,-1 0 0,1-1 0,1 0 0,-1 0 0,1-1 0,1 0 0,0-1 0,0 0 0,1 0 0,0-1 0,1 0 0,0 0 0,1-1 0,-6-14 0,7 10 0,1 0 0,1 1 0,0-1 0,1 0 0,0 0 0,2-1 0,0 1 0,1 1 0,0-1 0,1 0 0,9-26 0,0 7 0,3 0 0,1 1 0,40-64 0,-9 30-66,4 1 0,3 3-1,2 2 1,3 3-1,121-94 1,-50 58-477,4 7 1,156-78-1,-156 99-5622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30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957 41 24575,'0'-1'0,"-1"-1"0,0 0 0,0 1 0,0-1 0,0 1 0,0-1 0,-1 1 0,1 0 0,0-1 0,-1 1 0,1 0 0,-1 0 0,1 0 0,-1 0 0,1 0 0,-1 0 0,0 1 0,0-1 0,1 0 0,-1 1 0,0 0 0,-2-1 0,-15-4 0,1 1 0,-1 1 0,0 1 0,0 1 0,0 0 0,-26 3 0,-117 21 0,89-7 0,-128 44 0,166-47 0,0 2 0,2 1 0,0 2 0,1 1 0,-47 37 0,70-49 0,1 1 0,0-1 0,1 1 0,0 1 0,0-1 0,1 1 0,-8 14 0,11-17 0,1 0 0,0-1 0,0 1 0,0 0 0,1 0 0,-1 0 0,2 0 0,-1 0 0,1 0 0,0 0 0,0 0 0,0 0 0,1 0 0,2 11 0,2-3 0,1-1 0,-1 1 0,2-1 0,0-1 0,1 1 0,0-1 0,1 0 0,0-1 0,0 0 0,2-1 0,17 16 0,9 3 0,1-1 0,55 29 0,-16-16 0,104 41 0,89 15 0,-178-65 0,-80-28 0,1 1 0,1 0 0,-1 0 0,1 1 0,22 15 0,-34-20 0,0 1 0,0-1 0,0 1 0,0-1 0,0 1 0,-1 0 0,1 0 0,0 0 0,-1-1 0,0 2 0,0-1 0,1 0 0,-1 0 0,0 0 0,0 0 0,-1 1 0,1-1 0,0 0 0,-1 1 0,0-1 0,1 1 0,-1-1 0,0 0 0,0 1 0,0-1 0,-1 1 0,1-1 0,-1 0 0,1 1 0,-1-1 0,0 0 0,0 1 0,0-1 0,0 0 0,0 0 0,-2 3 0,-5 7 0,-1-1 0,0-1 0,0 0 0,-1 0 0,-1 0 0,1-1 0,-2-1 0,-18 12 0,-11 3 0,-53 22 0,48-26 0,-1-2 0,0-2 0,-91 16 0,111-26 0,0-2 0,-1-1 0,0-2 0,1 0 0,-1-2 0,1-1 0,-1-1 0,-39-12 0,62 15 0,0-1 0,1 0 0,-1 1 0,1-2 0,0 1 0,-1 0 0,1-1 0,0 0 0,0 0 0,1 0 0,-1 0 0,1-1 0,-1 1 0,1-1 0,0 0 0,0 0 0,-2-5 0,3 3 0,0 1 0,0-1 0,1 0 0,0 1 0,0-1 0,0 0 0,1 0 0,0 0 0,0 0 0,0 1 0,1-1 0,0 0 0,3-10 0,-4 13-40,1 0 0,0 0 0,0 0 0,0 0-1,0 0 1,1 0 0,-1 1 0,1-1 0,0 0 0,-1 1 0,1-1-1,0 1 1,1 0 0,-1 0 0,0 0 0,1 0 0,-1 0-1,1 0 1,-1 0 0,1 1 0,0 0 0,0-1 0,0 1 0,0 0-1,0 0 1,0 1 0,0-1 0,0 1 0,0-1 0,0 1-1,0 0 1,0 0 0,4 1 0,10 0-6786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30.7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244 1 24575,'0'0'0,"0"1"0,-4 8 0,-9 18 0,-11 28 0,-9 31 0,-6 23 0,0 14 0,3 9 0,4 2 0,8-20-8191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31.4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882 97 24575,'0'-3'0,"-1"0"0,1 0 0,-1 0 0,1 0 0,-1 1 0,0-1 0,0 0 0,0 1 0,0-1 0,-1 0 0,1 1 0,-1 0 0,1-1 0,-1 1 0,0 0 0,0 0 0,0 0 0,0 0 0,-1 0 0,1 0 0,0 1 0,-1-1 0,-4-2 0,-4-1 0,-1 0 0,0 1 0,1 0 0,-18-2 0,-3 0 0,0 2 0,1 1 0,-1 2 0,0 1 0,-56 8 0,39-1 0,2 3 0,-1 2 0,-51 20 0,80-26 0,1 2 0,0 0 0,0 2 0,-32 21 0,45-27 0,0 1 0,0-1 0,0 1 0,0 0 0,1 0 0,0 0 0,0 0 0,0 1 0,1 0 0,0-1 0,0 1 0,0 1 0,1-1 0,-1 0 0,2 1 0,-1-1 0,1 1 0,-1 8 0,2-2 0,1-1 0,1 0 0,0 0 0,0 0 0,1 0 0,1-1 0,0 1 0,1-1 0,0 0 0,0 0 0,1 0 0,10 12 0,10 13 0,62 65 0,22 4 0,142 106 0,-246-206 0,-5-4 0,5 3 0,0 1 0,-1-1 0,0 1 0,0 0 0,0 1 0,4 6 0,-8-11 0,0 1 0,0 0 0,0 0 0,-1-1 0,1 1 0,-1 0 0,1 0 0,-1 0 0,0 0 0,1 0 0,-1 0 0,0 0 0,-1 0 0,1 0 0,0 0 0,0 0 0,-1-1 0,1 1 0,-1 0 0,0 0 0,1 0 0,-1 0 0,0-1 0,0 1 0,0 0 0,0-1 0,-2 3 0,-6 6 0,0 1 0,-1-2 0,0 1 0,0-2 0,-1 1 0,-20 11 0,-79 37 0,85-44 0,-86 36-682,-122 38-1,138-58-6143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31.7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0 24575,'27'1'0,"-18"-1"0,0 1 0,0 0 0,0 1 0,0 0 0,0 0 0,0 1 0,-1 0 0,1 1 0,-1-1 0,0 2 0,0-1 0,11 9 0,-14-8 0,1 0 0,-1 0 0,0 1 0,0-1 0,-1 1 0,1 0 0,-1 0 0,-1 1 0,1-1 0,-1 1 0,0 0 0,-1 0 0,0 0 0,0 0 0,0 0 0,0 10 0,-1 2 0,-1 1 0,-1 0 0,-1-1 0,0 1 0,-2-1 0,0 0 0,-1 0 0,-1 0 0,0 0 0,-19 34 0,-2-5 0,-1-1 0,-57 72 0,47-76 0,27-32 0,1 1 0,0-1 0,-14 25 0,24-36 0,-1 1 0,1 0 0,-1-1 0,1 1 0,0 0 0,0 0 0,-1-1 0,1 1 0,0 0 0,0 0 0,0-1 0,0 1 0,0 0 0,0 0 0,0 0 0,0-1 0,0 1 0,0 0 0,0 0 0,0 0 0,1-1 0,-1 1 0,0 0 0,1-1 0,-1 1 0,0 0 0,1-1 0,-1 1 0,1 0 0,-1-1 0,1 2 0,2-1 0,-1 1 0,1 0 0,-1-1 0,1 1 0,0-1 0,-1 0 0,1 0 0,4 1 0,16 3 0,1-1 0,0-1 0,0-1 0,0-1 0,33-4 0,269-34-1365,-153 6-5461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33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10 372 24575,'-5'-24'0,"4"22"0,0 0 0,1 0 0,-1-1 0,1 1 0,-1 0 0,1-1 0,0 1 0,0 0 0,0-1 0,0 1 0,0 0 0,0-1 0,1 1 0,0-4 0,2-1 0,0 0 0,1 0 0,0 0 0,0 0 0,0 1 0,1-1 0,0 1 0,0 0 0,0 1 0,11-9 0,5-3 0,42-24 0,-16 15 0,1 1 0,2 3 0,0 2 0,1 2 0,100-20 0,-104 29 0,1 2 0,-1 3 0,1 1 0,0 3 0,0 1 0,92 16 0,-117-12 0,-1 1 0,1 0 0,-2 2 0,1 0 0,-1 2 0,0 0 0,-1 2 0,0 0 0,-1 1 0,0 1 0,-1 0 0,-1 2 0,0 0 0,-1 1 0,-1 1 0,-1 0 0,0 1 0,-2 0 0,17 33 0,-12-12 0,-2 0 0,-2 1 0,-1 1 0,-3 0 0,-1 0 0,-2 0 0,1 83 0,-9-27 0,-5 0 0,-25 132 0,-126 418 0,27-141 0,105-377 0,-18 258 0,48-71 0,1-251 0,4 0 0,30 113 0,-31-153 0,2 0 0,0-1 0,1-1 0,1 1 0,2-2 0,0 0 0,2 0 0,0-2 0,2 0 0,0-1 0,1 0 0,1-2 0,0 0 0,2-1 0,0-2 0,1 0 0,40 19 0,-15-12 0,0-3 0,1-1 0,1-3 0,1-2 0,0-2 0,0-3 0,95 4 0,-81-11 0,0-4 0,-1-2 0,1-3 0,-1-3 0,116-36 0,-174 45 0,5-1 0,1-1 0,-1 0 0,-1-1 0,20-12 0,-28 16 0,0 1 0,-1-2 0,1 1 0,-1 0 0,0 0 0,1 0 0,-1-1 0,0 1 0,0-1 0,0 1 0,0-1 0,0 1 0,0-1 0,0 0 0,0 1 0,-1-1 0,1 0 0,-1 0 0,1 1 0,-1-1 0,0 0 0,1 0 0,-1 0 0,0 0 0,0 0 0,-1 1 0,1-1 0,0 0 0,0 0 0,-1 0 0,1 1 0,-1-1 0,0 0 0,0 0 0,1 1 0,-1-1 0,0 1 0,-3-4 0,-7-10 0,-2 1 0,0 0 0,0 1 0,-17-13 0,15 14 0,1 0 0,0-2 0,1 1 0,-17-24 0,21 23 0,0-1 0,-10-25 0,17 35 0,0 1 0,0-1 0,1 1 0,-1-1 0,1 0 0,0 0 0,1 0 0,-1 0 0,1 0 0,0 0 0,1 0 0,-1 0 0,2-8 0,0 11 0,-1-1 0,1 1 0,-1 0 0,1-1 0,0 1 0,0 0 0,0 0 0,0 0 0,0 1 0,0-1 0,1 0 0,-1 1 0,0 0 0,1-1 0,-1 1 0,1 0 0,0 0 0,-1 0 0,6 0 0,5-2 0,0 1 0,23-1 0,-25 2 0,-1 1 0,1 0 0,0 1 0,-1 1 0,1 0 0,-1 0 0,0 0 0,0 2 0,0-1 0,11 7 0,-17-8 0,0 0 0,0 0 0,-1 1 0,1 0 0,-1 0 0,0 0 0,0 0 0,0 0 0,0 1 0,0-1 0,-1 1 0,1 0 0,-1 0 0,0-1 0,0 2 0,-1-1 0,1 0 0,-1 0 0,0 0 0,0 1 0,0-1 0,-1 1 0,1-1 0,-1 0 0,0 1 0,-2 7 0,-1 8 0,-1 0 0,0-1 0,-2 1 0,-13 30 0,-44 76 0,25-53 0,8-10-1365,2-4-5461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35.1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16 24575,'0'0'0,"14"-4"0,9 0 0,0 0 0,1 2 0,-1 1 0,0 1 0,1 1 0,-1 0 0,0 2 0,40 10 0,-45-8 0,-1 1 0,0 1 0,0 0 0,-1 1 0,0 1 0,0 1 0,-1 0 0,0 1 0,-1 0 0,0 1 0,20 24 0,-21-22 0,-1 1 0,-1 0 0,0 1 0,-2 0 0,1 0 0,7 22 0,-14-32 0,-1 1 0,-1-1 0,1 1 0,-1-1 0,0 1 0,0-1 0,-1 1 0,0-1 0,0 1 0,-1-1 0,0 1 0,0-1 0,0 1 0,-1-1 0,0 1 0,0-1 0,-1 0 0,1 0 0,-1 0 0,-1-1 0,-5 9 0,-7 6 0,-1 0 0,-2-1 0,0-1 0,0-1 0,-24 16 0,-115 68 0,-121 48-1365,210-117-5461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36.0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0 576 24575,'14'-8'0,"-8"6"0,98-33 0,1 4 0,138-22 0,-218 48 0,939-141-658,13 50 344,-638 66 405,313-29 643,-692 48-587,-183-32-147,-235-13 0,697 98 0,188 29 0,-415-70 0,-8 0 0,0-1 0,0 1 0,0 0 0,0-1 0,0 2 0,0-1 0,5 3 0,-8-4 0,0 1 0,0 0 0,-1 0 0,1-1 0,0 1 0,-1 0 0,1 0 0,-1 0 0,1 0 0,-1 0 0,1 0 0,-1-1 0,0 1 0,1 0 0,-1 0 0,0 0 0,0 0 0,0 1 0,1-1 0,-1 0 0,0 0 0,-1 0 0,1 0 0,0 0 0,0 0 0,0 0 0,-1 0 0,1 0 0,0 0 0,-1 0 0,1 0 0,-1-1 0,1 1 0,-1 0 0,0 1 0,-36 55-1365,-15 10-5461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38.6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1 844 24575,'0'13'0,"55"591"-3,-30-379-111,17 171-651,73 806-581,-80 8-650,-86-333 1996,-33-1 0,25-288 0,19-23-922,37-430 725,7 1 0,23 153 0,-17-229 194,2-1-1,3 0 1,3-1-1,46 104 1,-44-123 3,1 0 0,2-2 1,2-1-1,1 0 1,2-2-1,1-1 1,49 42-1,-28-36 0,1-1 0,2-3 0,2-3 0,1-1 0,1-4 0,103 36 0,-38-26 0,2-5 0,178 22 0,-24-25-339,337-6-1,286-55-338,2352-196-1780,-1473 92 1467,643 29-419,-1375 61 1090,-12-67 642,-683 44 897,-275 49-372,-2-4 1,102-46-1,-149 57-512,0-2-1,-1-2 0,-1 0 1,0-2-1,-1-1 0,-2-1 0,25-26 1,-31 27 19,-2 0 0,0-2 0,-1 0 0,-2 0 0,0-1 0,-1-1 0,-1 0 0,-2-1 0,8-27 0,-3-10-220,-2 0 1,-3-1-1,1-113 0,-24-195-164,12 340 62,-68-935 291,-7-121-1469,9-249 892,29 525 298,-53-129-677,65 782 448,-8 1-1,-7 3 1,-114-280 0,124 367 173,-2 2 1,-3 0 0,-3 3 0,-3 2-1,-2 1 1,-100-99 0,94 111 12,-2 3 0,-1 2-1,-3 3 1,-1 2 0,-2 3 0,-1 2-1,-101-37 1,49 33 2,-1 5-1,-1 5 0,-178-17 0,-361 8-114,-1155 115-611,8 148 158,1204-145-108,-1014 119 459,-5-51 18,70-58-941,0-67 6527,1398-29-4313,-221 0-3,369 8-2439,0 1-5461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54.3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 1811 24575,'9'-11'0,"23"-28"0,-2-2 0,34-63 0,40-98 0,-93 179 0,64-136 0,62-189 0,-109 261 0,-4-2 0,-4 0 0,-4-1 0,5-93 0,-19 135 0,-5-69 0,1 98 0,0 0 0,-2 1 0,0-1 0,-1 1 0,-1 0 0,-13-28 0,19 45 0,0 0 0,-1-1 0,1 1 0,0 0 0,-1 0 0,0 0 0,1 0 0,-1-1 0,0 1 0,1 0 0,-1 0 0,0 0 0,0 1 0,0-1 0,0 0 0,0 0 0,0 0 0,0 1 0,0-1 0,0 0 0,0 1 0,0-1 0,-1 1 0,1 0 0,0-1 0,0 1 0,-3-1 0,2 3 0,0-1 0,0 1 0,0-1 0,0 1 0,0 0 0,0 0 0,1 0 0,-1 0 0,0 0 0,1 0 0,0 0 0,-1 0 0,1 1 0,0-1 0,-1 3 0,-19 43 0,2 0 0,-20 82 0,-15 114 0,43-184 0,-112 666-243,31-160-70,-30-9 155,116-535 157,-11 47 31,-3-1 0,-4-1 0,-38 80 0,49-130 510,12-18-537,1 0 0,0-1 0,-1 1 0,1 0 0,0 0 0,0 0 0,0 0-1,0-1 1,0 1 0,0 0 0,0 0 0,0 0 0,1 0 0,-1 0 0,0-1 0,1 1-1,-1 0 1,1-1 0,12-41-3,1 1 0,31-64 0,55-79 0,-43 94 0,3 2 0,4 3 0,85-86 0,-100 121 0,2 3 0,3 2 0,1 2 0,2 3 0,111-61 0,-146 91 0,-1 1 0,2 1 0,-1 1 0,1 0 0,1 2 0,29-4 0,-47 9 0,1 0 0,0 1 0,-1 0 0,1 0 0,0 0 0,-1 1 0,1 0 0,0 1 0,-1-1 0,1 1 0,-1 0 0,0 1 0,0-1 0,0 1 0,0 1 0,0-1 0,0 1 0,-1 0 0,0 0 0,0 1 0,0-1 0,0 1 0,-1 0 0,0 0 0,0 1 0,7 11 0,-4-2 0,0 1 0,-1 0 0,-1 1 0,0-1 0,-2 1 0,1 0 0,-2 0 0,0 18 0,-1 16 0,-9 74 0,-7-7 0,-50 196 0,-63 110 0,28-99 0,97-314 0,-9 30 0,2 1 0,-6 47 0,15-79 0,0 1 0,0-1 0,1 0 0,0 0 0,1 1 0,0-1 0,1 0 0,0 0 0,1 0 0,0 0 0,0-1 0,1 1 0,0-1 0,8 13 0,-7-16 0,0-1 0,0 1 0,0-1 0,1-1 0,0 1 0,0-1 0,0 0 0,0 0 0,1 0 0,-1-1 0,1 0 0,0 0 0,0-1 0,0 0 0,0 0 0,0-1 0,1 0 0,-1 0 0,15-1 0,0 0 0,1-2 0,-1-1 0,0 0 0,0-2 0,30-9 0,57-29-1365,-9-5-5461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54.6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1 24575,'0'0'0,"-2"10"0,-125 530 0,112-443 0,4 0 0,4 0 0,9 164 0,-1-256 0,12 110 0,-10-102 0,-1 0 0,2 0 0,0-1 0,0 0 0,1 1 0,11 16 0,-15-27 4,0 0-1,0 0 1,0 0 0,1-1-1,-1 1 1,1-1 0,-1 1-1,1-1 1,0 1-1,-1-1 1,1 0 0,0 0-1,0 0 1,0 0-1,0 0 1,0 0 0,0-1-1,0 1 1,0-1 0,0 1-1,0-1 1,5 0-1,-2 0-147,-1-1-1,1 0 0,0 0 0,-1 0 0,1 0 0,-1-1 0,0 0 1,1 0-1,4-3 0,34-23-6681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54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1 0,0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55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0 548 24575,'20'-5'0,"162"-36"0,3 9 0,206-10 0,380 17 0,56-4 0,-802 27 0,14-1 0,49-10 0,-88 13 0,0 0 0,1 0 0,-1 0 0,0 0 0,0 0 0,1 0 0,-1 0 0,0-1 0,0 1 0,1 0 0,-1 0 0,0 0 0,0 0 0,1 0 0,-1-1 0,0 1 0,0 0 0,0 0 0,0 0 0,1-1 0,-1 1 0,0 0 0,0 0 0,0-1 0,0 1 0,0 0 0,0 0 0,1-1 0,-1 1 0,0 0 0,0 0 0,0-1 0,0 1 0,0 0 0,0-1 0,0 1 0,0 0 0,0 0 0,0-1 0,0 1 0,-1 0 0,1 0 0,0-1 0,0 1 0,0 0 0,0 0 0,0-1 0,0 1 0,-1 0 0,1 0 0,0 0 0,0-1 0,0 1 0,-1 0 0,1 0 0,0 0 0,0 0 0,0-1 0,-1 1 0,1 0 0,-18-15 0,18 15 0,-31-21 0,-1 2 0,0 1 0,-61-24 0,-112-29 0,185 65 0,-123-38 0,-1 7 0,-264-33 0,408 70 0,0 0 0,0 0 0,0 0 0,0 0 0,0 0 0,0 0 0,0 0 0,0 0 0,1 0 0,-1 0 0,0 0 0,0 0 0,0 0 0,0 0 0,0 0 0,0 0 0,0 0 0,0 0 0,0 0 0,0 0 0,0 1 0,0-1 0,1 0 0,-1 0 0,0 0 0,0 0 0,0 0 0,0 0 0,0 0 0,0 0 0,0 0 0,0 0 0,0 1 0,0-1 0,0 0 0,0 0 0,0 0 0,0 0 0,0 0 0,0 0 0,0 0 0,0 0 0,0 0 0,0 1 0,0-1 0,0 0 0,0 0 0,-1 0 0,1 0 0,0 0 0,0 0 0,0 0 0,0 0 0,0 0 0,0 0 0,0 0 0,0 1 0,0-1 0,0 0 0,0 0 0,-1 0 0,15 11 0,24 13 0,342 167 0,65 39 0,-431-222 0,22 14 0,37 29 0,-63-44 0,-2 1 0,1 0 0,-1 0 0,0 1 0,-1 0 0,0 0 0,0 1 0,9 19 0,-14-24 0,0 0 0,0 0 0,-1 1 0,0-1 0,0 0 0,0 1 0,-1-1 0,0 1 0,0-1 0,0 1 0,0-1 0,-1 1 0,0-1 0,0 1 0,-1-1 0,0 0 0,1 0 0,-2 0 0,-4 10 0,-3 1 0,-1-1 0,0 0 0,-1-1 0,-23 22 0,-29 19-341,-2-3 0,-2-2-1,-91 48 1,37-28-6485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56.7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2087 407 24575,'0'-6'0,"-1"1"0,-1 0 0,1 0 0,-1 0 0,1 0 0,-1 0 0,-5-8 0,-2-8 0,-1-5 0,-2-1 0,0 1 0,-2 1 0,-26-38 0,29 50 0,1 1 0,-2-1 0,0 2 0,0 0 0,-1 0 0,0 1 0,-1 0 0,0 2 0,-24-12 0,12 9 0,-1 2 0,-1 1 0,1 1 0,-2 1 0,1 2 0,0 1 0,-1 1 0,-54 3 0,20 5 0,1 2 0,1 3 0,-64 20 0,41-5 0,1 3 0,2 4 0,-123 69 0,149-70 0,2 3 0,1 2 0,2 2 0,1 2 0,-72 82 0,101-100 0,1 2 0,1 0 0,2 1 0,0 0 0,2 2 0,1 0 0,-18 57 0,24-60 0,2 0 0,1 0 0,0 1 0,2 0 0,1 0 0,1 0 0,2 0 0,0-1 0,11 48 0,1-26-1,1 0 0,3-1 0,1-1 0,3-1 0,1-1-1,43 59 1,3-9-273,130 134-1,205 144 155,25-33 137,-167-135-25,-241-187 8,58 50 0,-71-59 0,-1 0 0,-1 1 0,1 0 0,-1 0 0,-1 0 0,1 1 0,4 11 0,-9-17 0,0-1 0,0 1 0,0 0 0,0 0 0,0 0 0,-1 0 0,0 0 0,1 0 0,-1 0 0,0 0 0,0 0 0,-1 0 0,1 0 0,-1 0 0,1 0 0,-1 0 0,0 0 0,0 0 0,0-1 0,-1 1 0,-2 5 0,-1-2 0,0-1 0,0 1 0,-1-1 0,1 0 0,-1 0 0,0-1 0,0 1 0,-9 3 0,-18 8 0,-1-2 0,0-1 0,-2-1 0,1-2 0,-1-2 0,-47 5 0,-23 0 4,0-6 1,0-3-1,-1-6 0,1-4 1,0-5-1,0-5 0,2-4 1,0-4-1,-172-66 0,265 86-4,-139-63 0,132 58 0,1-1 0,0-1 0,1 0 0,1-2 0,0 1 0,-15-17 0,25 23-210,0-1 0,0 1 0,0-1 0,1 0-1,-6-13 1,-4-27-6095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57.2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1388 24575,'21'-1'0,"10"-1"0,-1-2 0,0-1 0,-1-2 0,1-1 0,-1-1 0,45-21 0,-20 4 0,-1-2 0,69-49 0,-81 47 0,-1-3 0,-2 0 0,0-3 0,-3-1 0,-1-2 0,-2-1 0,-2-1 0,40-71 0,-54 80 0,-1-1 0,-2 0 0,-1-1 0,-1 0 0,9-54 0,-16 61 0,-2-1 0,0 1 0,-2-1 0,-1 0 0,-1 0 0,-1 1 0,-12-47 0,10 57 0,0 0 0,-2 0 0,0 1 0,0 0 0,-2 0 0,0 1 0,-1 0 0,0 0 0,-19-19 0,21 25 0,-1 1 0,-1-1 0,0 2 0,0 0 0,0 0 0,-1 1 0,0 0 0,0 0 0,-1 2 0,1-1 0,-1 1 0,0 1 0,0 0 0,-18-1 0,14 2 0,0 2 0,1 0 0,-1 1 0,0 0 0,0 1 0,1 1 0,-1 1 0,1 0 0,0 1 0,-28 13 0,24-8 0,1 1 0,0 1 0,1 0 0,0 1 0,1 1 0,0 1 0,-18 23 0,9-6 0,2 2 0,1 0 0,2 1 0,1 1 0,2 1 0,1 1 0,2 0 0,-10 46 0,11-22 0,2-1 0,3 1 0,3 1 0,2-1 0,3 1 0,3 0 0,3-1 0,2 0 0,3 0 0,34 108 0,-30-128 0,2-1 0,2-1 0,1 0 0,2-2 0,2 0 0,54 65 0,-54-77 0,1-1 0,1-2 0,0 0 0,2-2 0,1 0 0,1-2 0,0-2 0,1 0 0,48 16 0,-47-22 0,1-1 0,1-2 0,-1-1 0,1-2 0,0-1 0,1-2 0,-1-1 0,0-2 0,1-1 0,40-9 0,-28 1 0,-1-2 0,0-1 0,-1-3 0,0-2 0,-2-2 0,75-45 0,34-44-1365,-21 1-5461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57.9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1124 341 24575,'-7'-27'0,"2"7"0,-2 0 0,0 1 0,-1-1 0,-1 2 0,0-1 0,-2 1 0,0 1 0,-25-30 0,26 36 0,-1 0 0,1 1 0,-2 1 0,0 0 0,0 0 0,0 1 0,-1 1 0,0 0 0,-1 1 0,1 0 0,-1 1 0,0 1 0,-20-5 0,10 7 0,0 0 0,1 1 0,-1 1 0,0 2 0,0 0 0,1 1 0,-1 2 0,1 0 0,0 2 0,1 0 0,-1 1 0,1 2 0,-37 21 0,21-8 0,1 2 0,1 1 0,1 2 0,2 1 0,1 2 0,-43 52 0,49-50 0,1 1 0,2 1 0,-32 66 0,48-86 0,0 0 0,1 1 0,1 0 0,0 0 0,1 1 0,1-1 0,1 1 0,0 0 0,1 0 0,1 0 0,0-1 0,4 21 0,-3-32 0,0 0 0,0 0 0,1-1 0,-1 1 0,1 0 0,0-1 0,1 1 0,-1-1 0,1 1 0,0-1 0,0 0 0,0-1 0,1 1 0,-1 0 0,1-1 0,0 0 0,0 0 0,0 0 0,0 0 0,7 3 0,-5-4 0,1 1 0,0-1 0,0-1 0,1 1 0,-1-1 0,0-1 0,0 1 0,1-1 0,-1 0 0,0-1 0,0 1 0,1-2 0,10-2 0,8-5 0,0 0 0,-1-2 0,0-1 0,-1-1 0,0-1 0,-1-1 0,39-33 0,-10 1 0,87-101 0,-95 96 0,-2-2 0,-3-2 0,52-98 0,-83 139 0,-5 14 0,-5 26 0,-1-5 0,-77 393 5,-27-7-614,80-307 232,-148 509 167,-129 511 224,295-1079-14,1-11 0,-6 58 0,16-71 0,6-13 0,18-20 0,27-36 611,87-108 1,-91 101-658,192-243 46,170-198 0,-362 448-682,101-85-1,-103 101-6143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59.3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2 710 24575,'0'26'0,"-1"238"0,6 441 0,-4-702 0,-1 0 0,0 1 0,0-1 0,0 1 0,1-1 0,-1 1 0,1-1 0,2 4 0,-3-6 0,0 0 0,1-1 0,-1 1 0,1-1 0,-1 1 0,1-1 0,0 1 0,-1-1 0,1 0 0,0 1 0,-1-1 0,1 0 0,0 1 0,-1-1 0,1 0 0,0 0 0,-1 1 0,1-1 0,0 0 0,0 0 0,-1 0 0,1 0 0,0 0 0,-1 0 0,1 0 0,0-1 0,0 1 0,-1 0 0,1 0 0,0 0 0,-1-1 0,1 1 0,0 0 0,-1-1 0,1 1 0,0-1 0,-1 1 0,1-1 0,-1 1 0,1-1 0,10-6 0,-1 0 0,0-1 0,0 0 0,-1-1 0,16-19 0,37-56 0,-54 72 0,41-64 0,-3-3 0,38-92 0,53-178 0,-137 348 0,12-23 0,-4 22 0,3 15 0,5 20 0,-1 1 0,-3 0 0,0 1 0,11 67 0,-10-45 0,10 45 0,-10-37 0,3 0 0,3-1 0,34 78 0,-48-131 0,1-1 0,0 1 0,0-1 0,1 0 0,1 0 0,0-1 0,0 0 0,18 15 0,-21-20 0,1 0 0,0-1 0,0 1 0,0-1 0,0-1 0,1 1 0,-1-1 0,1 0 0,-1 0 0,1-1 0,0 0 0,0 0 0,-1-1 0,1 0 0,0 0 0,0 0 0,7-2 0,4-3 0,0 0 0,-1 0 0,0-2 0,0 0 0,-1-1 0,0-1 0,0 0 0,-1-1 0,-1-1 0,1 0 0,16-17 0,3-7 0,-1-1 0,56-81 0,-45 47 0,-26 39 0,23-29 0,-35 53 0,1 0 0,1 1 0,-1 0 0,1 0 0,0 1 0,13-8 0,14-9 0,-4 0 0,-2-3 0,0 0 0,-1-2 0,-2-1 0,-1-1 0,-1-1 0,-2-1 0,0-1 0,31-68 0,-42 77 0,-1 0 0,-2-1 0,0 0 0,-1-1 0,-2 1 0,-1-1 0,0 0 0,-2-1 0,-1 1 0,-1 0 0,-1-1 0,-2 1 0,0 0 0,-1 0 0,-2 0 0,-9-25 0,15 49 0,0-1 0,-1 1 0,0-1 0,1 1 0,-1-1 0,0 1 0,0-1 0,1 1 0,-1 0 0,0-1 0,0 1 0,-1 0 0,1 0 0,0 0 0,0 0 0,-1 0 0,1 0 0,0 0 0,-3-1 0,2 2 0,1 0 0,0-1 0,-1 1 0,1 1 0,0-1 0,-1 0 0,1 0 0,-1 0 0,1 1 0,0-1 0,0 0 0,-1 1 0,1 0 0,0-1 0,0 1 0,0 0 0,-1-1 0,0 3 0,-5 3 0,0 1 0,1 0 0,-1 0 0,2 0 0,-10 16 0,-5 15 0,1 0 0,2 1 0,2 1 0,-15 59 0,-23 176 0,12 117 0,38-297 0,4 0 0,15 108 0,-15-198 0,3 23 0,12 47 0,-14-68 0,0 0 0,1 0 0,0 0 0,0 0 0,0-1 0,1 1 0,0-1 0,0 0 0,1 0 0,0-1 0,8 8 0,-11-11 0,1 0 0,-1 0 0,1 0 0,0-1 0,-1 1 0,1-1 0,0 0 0,0 0 0,0 0 0,0 0 0,0 0 0,0-1 0,0 0 0,0 1 0,0-1 0,0 0 0,0 0 0,6-1 0,-4-1 0,1 0 0,0 0 0,-1 0 0,0 0 0,1-1 0,-1 0 0,0 0 0,0 0 0,5-6 0,7-6 0,0-2 0,-2 0 0,0-1 0,12-19 0,27-50 0,-4-1 0,57-141 0,-1 0 0,-103 224 0,5-11 0,1-1 0,1 1 0,21-26 0,-29 39 0,0 0 0,0 1 0,0-1 0,1 1 0,-1 0 0,1 0 0,0 0 0,0 0 0,0 0 0,0 0 0,0 1 0,0-1 0,0 1 0,0 0 0,0 0 0,1 0 0,-1 1 0,0-1 0,1 1 0,-1 0 0,0 0 0,1 0 0,-1 0 0,1 0 0,-1 1 0,0-1 0,7 3 0,-4 0 0,1 1 0,-1 0 0,0 0 0,0 1 0,0 0 0,-1 0 0,0 0 0,0 0 0,0 1 0,0 0 0,-1 0 0,0 0 0,0 1 0,4 10 0,1 4 0,0 0 0,-2 0 0,7 35 0,-7-13 0,-2 0 0,-2 0 0,-2 0 0,-2 0 0,-10 65 0,11-107 0,0 0 0,0 0 0,0 0 0,0 0 0,-1 0 0,1 0 0,1 1 0,-1-1 0,0 0 0,0 0 0,0 0 0,1 0 0,-1 0 0,0 0 0,1 0 0,-1 0 0,1 0 0,-1 0 0,1 0 0,0 0 0,-1 0 0,1 0 0,0 0 0,0 0 0,-1-1 0,1 1 0,0 0 0,0-1 0,0 1 0,0-1 0,0 1 0,0-1 0,0 1 0,0-1 0,0 1 0,0-1 0,0 0 0,1 0 0,1 1 0,5-1 0,0 0 0,-1-1 0,1 1 0,14-4 0,-8 1 0,129-15 0,-119 16 0,0 2 0,0 1 0,0 0 0,25 6 0,97 33 0,-98-25 0,68 14 0,-98-27 0,0 0 0,0-1 0,0 0 0,0-2 0,-1 0 0,1-1 0,31-7 0,-16-2 0,-1-1 0,1-2 0,-2-1 0,0-1 0,-1-2 0,-1-1 0,-1-2 0,0 0 0,34-36 0,-10 4 0,-3-2 0,-2-2 0,56-90 0,-58 72 0,-2-2 0,-5-2 0,-2-2 0,33-116 0,-50 130 0,-3-2 0,-3 0 0,-3 0 0,-3-1 0,-4-138 0,-4 190 0,1 7 0,0 1 0,-1 0 0,0 0 0,0-1 0,-1 1 0,-1 0 0,0 0 0,0 1 0,-6-13 0,8 22 0,1-1 0,0 1 0,-1-1 0,1 1 0,0-1 0,-1 1 0,1-1 0,-1 1 0,1 0 0,0-1 0,-1 1 0,1 0 0,-1-1 0,1 1 0,-1 0 0,0 0 0,1-1 0,-1 1 0,1 0 0,-1 0 0,1 0 0,-1 0 0,0 0 0,1 0 0,-1 0 0,1 0 0,-1 0 0,0 0 0,0 0 0,-18 13 0,7 0 0,0 0 0,1 1 0,0 1 0,1-1 0,-13 27 0,-33 88 0,54-125 0,-33 90 0,4 2 0,4 1 0,-24 171 0,42-188 0,3 1 0,4 0 0,3-1 0,4 1 0,17 90 0,7-46 0,-24-109 0,1 0 0,1-1 0,0 0 0,1 0 0,14 20 0,-20-32 7,-1-1-1,1 1 0,0-1 1,1 1-1,-1-1 0,0 0 1,1 1-1,-1-1 0,1-1 1,0 1-1,-1 0 0,1-1 1,0 1-1,0-1 0,0 0 1,5 1-1,-5-2-70,-1 0 0,0 0 0,1 0 0,-1 0 0,0-1 0,0 1 0,1-1 0,-1 0 0,0 0 0,0 0 0,0 0 0,0 0-1,0 0 1,0 0 0,0-1 0,0 1 0,-1-1 0,1 1 0,0-1 0,-1 0 0,1 0 0,1-2 0,22-35-6762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59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0 280 24575,'289'-82'0,"-152"46"0,4-4 0,294-72 0,-421 109 0,0 0 0,1 2 0,-1-1 0,1 2 0,0 0 0,18 2 0,-27-1 0,0 0 0,0 1 0,0 0 0,0 0 0,0 1 0,0-1 0,-1 1 0,1 0 0,-1 1 0,0-1 0,0 1 0,0 0 0,0 1 0,-1-1 0,0 1 0,0-1 0,4 7 0,3 7 0,0 1 0,-1 1 0,-1 0 0,-1 0 0,-1 1 0,7 31 0,17 136 0,-27-157 0,15 131-5,25 156-1355,-35-278-5466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59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 24575,'0'0'0,"0"0"0,0-1 0,0 0 0,0 0 0,0 1 0,0-1 0,0 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01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478 1812 24575,'0'0'0,"0"-1"0,0 1 0,0-1 0,-1 1 0,1 0 0,0-1 0,0 1 0,-1-1 0,1 1 0,0 0 0,-1-1 0,1 1 0,-1 0 0,1-1 0,0 1 0,-1 0 0,1 0 0,-1 0 0,1-1 0,-1 1 0,1 0 0,-1 0 0,1 0 0,-1 0 0,1 0 0,-1 0 0,1 0 0,-1 0 0,1 0 0,-1 0 0,0 0 0,-19 1 0,4 2 0,0 1 0,1 1 0,0 0 0,0 1 0,0 0 0,1 2 0,0-1 0,-24 19 0,3 1 0,1 1 0,-29 33 0,-23 37 0,75-85 0,2 1 0,-1 0 0,2 1 0,0 0 0,-9 25 0,16-39 0,1 0 0,-1 1 0,0-1 0,1 0 0,-1 1 0,1-1 0,0 1 0,-1-1 0,1 1 0,0-1 0,0 0 0,0 1 0,0-1 0,0 1 0,0-1 0,1 1 0,-1-1 0,0 1 0,1-1 0,-1 0 0,1 1 0,-1-1 0,1 0 0,0 1 0,-1-1 0,1 0 0,0 0 0,0 0 0,0 0 0,0 0 0,0 0 0,0 0 0,0 0 0,1 0 0,-1 0 0,0 0 0,0-1 0,1 1 0,-1 0 0,2 0 0,2 0 0,0-1 0,0 1 0,0-1 0,0 0 0,0 0 0,0 0 0,0-1 0,0 0 0,0 0 0,9-3 0,3-2 0,-1-1 0,0-1 0,0-1 0,0 0 0,-2-1 0,22-17 0,74-79 0,-82 77 0,-27 28 0,0-1 0,1 1 0,-1 0 0,1 0 0,-1 0 0,1 0 0,0 0 0,-1 1 0,1-1 0,0 0 0,-1 1 0,1-1 0,0 1 0,0 0 0,0 0 0,-1-1 0,1 1 0,0 0 0,0 0 0,0 1 0,0-1 0,-1 0 0,1 1 0,0-1 0,0 1 0,1 0 0,6 3 0,-1 0 0,0 1 0,0-1 0,7 8 0,-9-8 0,109 89 0,-77-60 0,1-1 0,45 27 0,-73-53 0,0 0 0,0 0 0,1-2 0,0 1 0,0-1 0,0-1 0,0 0 0,0-1 0,1 0 0,-1-1 0,21-1 0,-16-1 0,0-1 0,-1-1 0,0-1 0,1 0 0,-1-1 0,-1-1 0,29-14 0,-9-1 0,-1-2 0,-1-1 0,0-1 0,-3-2 0,0-1 0,36-45 0,-18 12-11,-2-2 0,-4-2 1,-2-1-1,-3-3 0,-3-1 0,-4-1 0,33-112 0,-25 44-248,-7-1 0,-6-2 0,8-157-1,-27 203 260,-7-101 0,0 182 0,-5-41 0,6 53 0,-1 0 0,0-1 0,0 1 0,0 0 0,0-1 0,0 1 0,-1 0 0,0 0 0,0 0 0,1 0 0,-5-4 0,5 6 0,0 0 0,0 0 0,-1 1 0,1-1 0,0 0 0,0 1 0,0-1 0,-1 1 0,1-1 0,0 1 0,-1-1 0,1 1 0,0 0 0,-1 0 0,1 0 0,-1 0 0,1 0 0,0 0 0,-1 0 0,1 0 0,0 0 0,-1 1 0,1-1 0,0 0 0,-1 1 0,1-1 0,-2 2 0,-3 2 0,-1-1 0,1 1 0,0 1 0,-7 6 0,-8 9 148,0 0-1,2 2 0,0 1 1,-25 40-1,-51 112 240,50-75-445,4 1 0,4 2-1,5 1 1,-31 185-1,48-188 11,5 0-1,5 1 0,3 0 1,6 0-1,18 121 1,-12-163 48,3 1 0,21 60 0,-26-99 0,1 1 0,0-2 0,2 1 0,0-2 0,2 1 0,0-1 0,1-1 0,21 21 0,-28-32 12,2-1 0,-1 0 0,1 0 0,0-1 0,0 0 0,0-1 1,1 0-1,0 0 0,0-1 0,1 0 0,-1-1 0,1 0 1,-1-1-1,1 0 0,0-1 0,0 0 0,0-1 0,0 0 1,0 0-1,0-1 0,-1-1 0,1 0 0,19-6 0,-2-2 25,0-1-1,-1-2 1,-1 0-1,0-2 1,-1-1-1,-1 0 1,39-36-1,-3-4-118,-2-3 0,-3-2-1,-3-3 1,48-76 0,-18 7-290,81-175 0,-83 131 375,66-217 0,-107 265-30,-6-2-1,24-206 1,-51 278 17,-2-80 1,-5 119 9,0-1 1,-2 1-1,0 0 1,-1 0-1,-1 0 1,-1 0-1,-11-22 1,16 39 9,0 0 0,-1 0 0,0 0 1,0 0-1,0 0 0,0 0 0,0 1 1,0-1-1,-1 1 0,1-1 0,-1 1 1,1 0-1,-1 0 0,0 0 0,0 1 1,0-1-1,0 1 0,-6-2 0,5 2 26,-1 0 0,0 1-1,0-1 1,1 1 0,-1 1 0,0-1-1,0 1 1,1-1 0,-1 1-1,0 1 1,-8 2 0,-5 5 68,0 0 0,1 1 0,0 1-1,0 1 1,-18 17 0,-10 12-102,2 3-1,1 1 1,3 2 0,2 2-1,2 1 1,-32 62 0,10-2-278,5 2 1,-39 123 0,55-128 239,5 1 1,4 2 0,5 1-1,-11 161 1,31-204 41,3 0 0,2 0-1,17 86 1,-10-102-8,3-1-1,2-1 0,2 0 1,43 87-1,-47-112 1,1-1 0,1-1 0,1 0 0,1 0 0,1-2 0,1 0-1,1-2 1,43 34 0,-50-44 2,0 0 0,1-1 0,0-1 0,0 0 0,1-1 0,0-1 0,0 0 0,0-1 0,1-1 0,-1 0 0,1-1 0,0-1 0,0 0 0,0-1 0,0-1 0,-1-1 0,17-3 0,-11 0 0,0-1 0,-1 0 0,0-2 0,0 0 0,-1-2 0,32-20 0,-22 10 0,-1-1 0,-1-2 0,36-39 0,-6-6 0,-3-2 0,62-104 0,-46 58 199,-4-3 0,-6-2 1,-5-3-1,42-138 0,-85 213-195,-12 48-4,0 1 0,0-1 0,1 0 0,-1 1 0,0-1 0,0 1 0,0-1 0,0 0 0,0 1 0,0-1 0,0 1 0,0-1 0,0 0 0,0 1 0,0-1 0,0 0 0,0 1 0,0-1 0,0 1 0,-1-1 0,1 1 0,0-1 0,-1 1 0,1-1 0,0 0 0,-1 1 0,1 0 0,0-1 0,-1 1 0,1-1 0,-1 1 0,1-1 0,-1 1 0,1 0 0,-1-1 0,-1 1 0,0 1 0,1-1 0,-1 1 0,1-1 0,-1 1 0,1 0 0,-1-1 0,1 1 0,-1 0 0,1 0 0,0 0 0,-3 2 0,-12 13 0,1-1 0,0 2 0,2 0 0,-1 0 0,-16 32 0,6-5 0,-27 67 0,41-85 0,1 1 0,2 0 0,0 0 0,-5 51 0,11-66 0,1 0 0,0 0 0,1 0 0,0 0 0,1 0 0,4 12 0,-4-17 0,0-1 0,0 0 0,1 1 0,0-1 0,1 0 0,-1-1 0,1 1 0,0 0 0,0-1 0,1 0 0,7 7 0,-6-8 0,0 0 0,0 0 0,0-1 0,0 0 0,1 0 0,-1-1 0,1 1 0,0-1 0,0-1 0,0 1 0,0-1 0,0 0 0,0-1 0,0 0 0,0 0 0,0 0 0,0-1 0,0 0 0,0-1 0,0 1 0,11-6 0,4-1 0,0-1 0,-1-1 0,-1-1 0,1 0 0,22-19 0,1-5 0,-1-3 0,48-54 0,-90 90 0,0 1 0,0 0 0,0-1 0,0 1 0,1 0 0,-1 0 0,0 0 0,0 0 0,1 0 0,-1 0 0,1 1 0,-1-1 0,1 0 0,-1 1 0,1-1 0,0 1 0,-1-1 0,1 1 0,2 0 0,-3 0 0,1 1 0,-1 0 0,1 0 0,-1 0 0,1 0 0,-1 0 0,0 0 0,1 0 0,-1 0 0,0 1 0,0-1 0,0 1 0,0-1 0,0 0 0,0 1 0,0-1 0,-1 1 0,1 0 0,0-1 0,0 4 0,7 23 0,0 1 0,-2 0 0,-1 1 0,1 41 0,2 93-148,-6 0-1,-31 250 1,-93 327-297,-176 553-1099,190-923 1544,67-269 0,36-92 0,-1 0 0,1-1 0,-1 0 0,-1 0 0,0 0 0,0-1 0,-10 9 0,13-14 14,0 0 0,0 0 0,0 0 1,-1-1-1,1 0 0,-1 0 1,1 0-1,-1 0 0,0-1 0,0 0 1,0 0-1,0 0 0,0-1 1,0 1-1,0-1 0,0 0 0,0-1 1,0 1-1,0-1 0,0 0 0,1 0 1,-1 0-1,-9-5 0,-3-2 111,1 0-1,0-1 1,0-1-1,1 0 0,-19-17 1,-4-7 113,2-2 0,1-1 0,2-2 1,1-1-1,-36-62 0,21 22-302,4-3 0,-35-96 0,49 102-50,3-2-1,4-1 1,3-1 0,-14-133 0,29 157 117,2 1 1,3-1 0,2 1-1,3 0 1,2 0-1,3 0 1,30-91-1,-16 84-3,2 2 0,4 0 0,2 2 0,2 2 0,3 1 0,2 2 0,3 1 0,2 3 0,58-51 0,-29 37 0,1 3 0,4 4 0,2 4 0,2 3 0,157-69 0,-167 89-251,1 4 0,1 3-1,1 4 1,145-19-1,-141 32-6031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03.1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1597 24575,'1'16'0,"35"710"0,-36-725 0,0 1 0,0-1 0,0 0 0,0 1 0,0-1 0,0 1 0,0-1 0,0 0 0,1 1 0,-1-1 0,1 0 0,-1 1 0,1-1 0,-1 0 0,1 1 0,0 0 0,1-1 0,-1-1 0,0 0 0,1 1 0,-1-1 0,1 0 0,-1 0 0,0 0 0,1 0 0,-1 0 0,0 0 0,1-1 0,-1 1 0,1 0 0,-1-1 0,0 1 0,0-1 0,1 1 0,-1-1 0,0 0 0,2-1 0,35-17 0,-1-3 0,44-32 0,-66 44 0,754-584-1185,-251 182 1109,797-468-515,-1253 842 670,157-100 941,-183 112-832,0-2 0,-3-1 1,53-57-1,-72 64-1553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15.8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238 54 24575,'0'0'0,"13"-8"0,25-4 0,0 2 0,1 2 0,0 2 0,0 1 0,0 2 0,1 1 0,67 7 0,-104-4 0,1-1 0,0 0 0,0 1 0,0 0 0,-1 0 0,1 0 0,-1 0 0,1 1 0,-1 0 0,1-1 0,-1 1 0,0 0 0,0 1 0,0-1 0,0 0 0,0 1 0,0 0 0,-1 0 0,1 0 0,-1 0 0,0 0 0,0 0 0,0 0 0,0 1 0,0-1 0,-1 1 0,0-1 0,0 1 0,0 0 0,0-1 0,0 1 0,0 7 0,0 10 0,-1 0 0,-1 0 0,-1 0 0,-1 0 0,-1 0 0,0 0 0,-12 30 0,32-42 0,27 7 0,1-3 0,59 12 0,38 10 0,-121-29 0,0 2 0,0 0 0,-1 1 0,31 21 0,-44-27 0,-1 1 0,0-1 0,0 1 0,0 1 0,-1-1 0,1 1 0,-1 0 0,0 0 0,-1 0 0,1 0 0,-1 1 0,0-1 0,0 1 0,-1 0 0,1 0 0,-1 0 0,-1 0 0,1 0 0,-1 0 0,0 1 0,-1-1 0,1 0 0,-1 1 0,0-1 0,-1 0 0,0 1 0,0-1 0,0 0 0,-1 0 0,0 0 0,0 0 0,-4 8 0,-2 1 0,-1 0 0,0 0 0,-1-1 0,-1 0 0,0-1 0,-1 0 0,0-1 0,-1-1 0,-1 0 0,-27 18 0,3-6 0,-1-2 0,-1-1 0,-46 14 0,23-12 0,-2-2 0,0-4 0,-1-3 0,0-2 0,-1-3 0,0-4 0,0-2 0,0-3 0,0-3 0,-83-15 0,142 17 0,1 1 0,0-1 0,0 1 0,1-1 0,-11-5 0,17 7 0,-1 0 0,1-1 0,0 1 0,0 0 0,0-1 0,-1 1 0,1 0 0,0-1 0,0 1 0,0-1 0,0 1 0,0 0 0,0-1 0,0 1 0,0 0 0,0-1 0,0 1 0,0-1 0,0 1 0,0 0 0,0-1 0,0 1 0,0 0 0,0-1 0,0 1 0,1 0 0,-1-1 0,0 1 0,0 0 0,0-1 0,1 1 0,-1 0 0,0-1 0,0 1 0,1 0 0,-1 0 0,1-1 0,11-13 0,-12 14 0,16-14 0,0 0 0,2 1 0,0 1 0,0 1 0,1 0 0,0 2 0,24-9 0,6 0 0,93-20 0,-94 29-273,0 2 0,0 2 0,1 2 0,65 4 0,-77 2-6553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14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244 1 24575,'-4'18'0,"0"0"0,-11 24 0,1-1 0,-17 57 0,-72 245 0,78-244 0,-18 153 0,42-243 0,-1 1 0,1 1 0,1 0 0,-1-1 0,4 21 0,-3-31 0,0 1 0,1 0 0,-1-1 0,0 1 0,1-1 0,-1 1 0,1-1 0,-1 1 0,0-1 0,1 1 0,-1-1 0,1 1 0,0-1 0,-1 0 0,1 1 0,-1-1 0,1 0 0,-1 1 0,1-1 0,0 0 0,-1 0 0,1 1 0,0-1 0,-1 0 0,1 0 0,0 0 0,-1 0 0,1 0 0,0 0 0,-1 0 0,1 0 0,0-1 0,-1 1 0,1 0 0,0 0 0,-1 0 0,2-1 0,28-10 0,-26 9 0,24-11 0,27-18 0,-31 16 0,46-20 0,-63 33 0,0 0 0,1 0 0,-1 1 0,1 0 0,-1 0 0,1 1 0,0 0 0,-1 1 0,1-1 0,0 1 0,-1 1 0,0-1 0,1 1 0,-1 1 0,0-1 0,0 1 0,0 1 0,0-1 0,0 1 0,9 7 0,11 10 0,0 0 0,-2 2 0,30 33 0,-37-36 0,-4-5 0,0-1 0,1 0 0,0-1 0,29 18 0,-38-28 0,-1 0 0,1-1 0,0 1 0,0-1 0,0 0 0,0-1 0,0 0 0,1 0 0,-1 0 0,0-1 0,1 1 0,-1-2 0,0 1 0,1-1 0,-1 0 0,0 0 0,0 0 0,0-1 0,7-3 0,5-3 0,0-1 0,-1-1 0,0 0 0,0-1 0,-1-1 0,-1-1 0,0 0 0,-1-1 0,0-1 0,11-16 0,6-10 0,-1-2 0,38-78 0,-34 54 0,-2-2 0,-4-2 0,-3 0 0,-4-2 0,16-88 0,-35 144-1365,-1 8-5461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15.0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24575,'0'0'0,"1"3"0,2 11 0,3 20 0,6 28 0,3 25 0,-1 21 0,-1 13 0,-4 5 0,-2-1 0,-3-9 0,-2-12 0,0-12 0,-1-22-8191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15.6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24575,'3'7'0,"52"182"0,1 1 0,-41-147 0,2 0 0,28 49 0,-40-83 0,0 0 0,1 0 0,1 0 0,-1-1 0,1 1 0,11 8 0,-14-14 0,0 0 0,0 0 0,0 0 0,1-1 0,-1 1 0,1-1 0,-1 0 0,1-1 0,0 1 0,0-1 0,0 0 0,0 0 0,0 0 0,0-1 0,7 0 0,1-1 0,0-2 0,0 1 0,0-2 0,0 1 0,0-2 0,-1 0 0,0 0 0,0-1 0,0-1 0,16-11 0,8-9 0,57-55 0,-40 29 0,80-106 0,-132 157 0,0 0 0,1 0 0,-1 0 0,1 0 0,-1 0 0,1 1 0,-1-1 0,1 0 0,0 1 0,0-1 0,0 1 0,0 0 0,0 0 0,0 0 0,1 0 0,-1 0 0,0 0 0,0 0 0,1 1 0,2-1 0,-2 2 0,-1-1 0,1 1 0,-1 0 0,1 1 0,-1-1 0,1 0 0,-1 1 0,0-1 0,1 1 0,-1 0 0,0-1 0,0 1 0,0 0 0,-1 0 0,1 1 0,0-1 0,1 4 0,16 23 0,-1 1 0,17 40 0,-25-46 0,2-1 0,0 0 0,2-1 0,0 0 0,29 32 0,-41-51 0,1 0 0,0 0 0,0-1 0,0 1 0,1-1 0,-1 0 0,1 0 0,-1 0 0,1 0 0,-1 0 0,1-1 0,0 0 0,0 0 0,0 0 0,0 0 0,0 0 0,0-1 0,0 0 0,0 0 0,0 0 0,0 0 0,0-1 0,0 1 0,0-1 0,0 0 0,0 0 0,-1-1 0,1 1 0,0-1 0,0 0 0,-1 0 0,0 0 0,1 0 0,3-4 0,4-3 0,1-1 0,-2-1 0,0 0 0,0-1 0,-1 0 0,0 0 0,-1-1 0,6-13 0,5-16-195,-1-1 0,-3 0 0,-2-1 0,-2-1 0,-1 0 0,5-66 0,-9 38-6631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15.9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24575,'13'1'0,"-1"0"0,1 1 0,-1 0 0,0 1 0,0 0 0,0 1 0,-1 0 0,1 1 0,-1 0 0,0 1 0,0 1 0,-1-1 0,1 1 0,-2 1 0,1 0 0,-1 1 0,0-1 0,-1 2 0,0-1 0,0 1 0,-1 0 0,-1 1 0,1 0 0,-2 0 0,0 0 0,0 1 0,-1-1 0,0 1 0,2 15 0,-3-5 0,0 0 0,-2 0 0,-1 0 0,-1 1 0,0-1 0,-6 23 0,-4 10 0,-23 63 0,32-111 0,0-1 0,0 0 0,0 1 0,0 0 0,1-1 0,0 10 0,1-14 0,0 0 0,0 0 0,0 0 0,1 0 0,-1 0 0,1 0 0,-1 0 0,1 0 0,0-1 0,0 1 0,0 0 0,0 0 0,0-1 0,0 1 0,0-1 0,0 1 0,1-1 0,-1 1 0,1-1 0,-1 0 0,1 0 0,-1 0 0,3 2 0,6 2 0,0-1 0,1 1 0,-1-2 0,1 0 0,-1 0 0,1-1 0,16 2 0,82 0 0,-76-4 0,387-18-1365,-287 8-5461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17.8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 1580 24575,'-36'-179'0,"18"32"0,3-271 0,63-145 0,-41 512-455,2 0 0,24-75 0,-16 82-6371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0.1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60 587 24575,'0'-9'0,"2"0"0,-1 0 0,1 0 0,1 0 0,0 1 0,0-1 0,1 1 0,5-11 0,2-6 0,74-148 0,-49 105 0,53-141 0,-84 188 0,-5 21 0,0 0 0,0 0 0,0 0 0,-1 0 0,1 0 0,0 0 0,0 1 0,0-1 0,0 0 0,0 0 0,0 0 0,0 0 0,0 0 0,0 0 0,0 0 0,0 0 0,0 0 0,-1 0 0,1 0 0,0 0 0,0 0 0,0 0 0,0 0 0,0 0 0,0 1 0,0-1 0,0 0 0,-1 0 0,1 0 0,0 0 0,0 0 0,0 0 0,0-1 0,0 1 0,0 0 0,0 0 0,0 0 0,0 0 0,-1 0 0,1 0 0,0 0 0,0 0 0,0 0 0,0 0 0,0 0 0,0 0 0,0 0 0,0 0 0,0 0 0,0 0 0,0 0 0,-1-1 0,1 1 0,0 0 0,0 0 0,0 0 0,0 0 0,0 0 0,0 0 0,0 0 0,0 0 0,0 0 0,0-1 0,0 1 0,0 0 0,0 0 0,0 0 0,0 0 0,0 0 0,-24 33 0,-23 43 0,3 3 0,3 1 0,5 2 0,2 1 0,-42 171 0,74-248 0,1 0 0,0 0 0,0 0 0,0 0 0,1 0 0,0 0 0,1 0 0,0 9 0,0-14 0,0 1 0,-1 0 0,1-1 0,0 1 0,0-1 0,0 1 0,0-1 0,0 1 0,1-1 0,-1 1 0,0-1 0,1 0 0,-1 0 0,1 0 0,-1 0 0,1 0 0,-1 0 0,1 0 0,0 0 0,0-1 0,-1 1 0,1-1 0,0 1 0,0-1 0,0 0 0,-1 1 0,1-1 0,0 0 0,0 0 0,2-1 0,16 0 0,0 0 0,0-1 0,0-2 0,37-10 0,80-36 0,-54 18 0,-75 29 0,-1 1 0,1 0 0,-1 0 0,1 0 0,0 1 0,0 0 0,14 1 0,-18 0 0,0 1 0,0 0 0,0 0 0,-1 0 0,1 0 0,0 1 0,-1-1 0,1 1 0,-1 0 0,0 0 0,1 0 0,-1 1 0,0-1 0,0 1 0,-1-1 0,1 1 0,3 5 0,2 4 15,0 0 0,-1 0 0,-1 1 0,0-1 0,-1 2 0,0-1 0,3 18 0,1 9-758,3 49 1,-8-47-6084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0.3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24575,'6'1'0,"0"0"0,0-1 0,0 0 0,0 0 0,0 0 0,8-2 0,20 0 0,-17 3 0,1 1 0,-1 1 0,0 0 0,0 1 0,0 1 0,0 0 0,-1 2 0,0 0 0,27 15 0,-33-15 0,0 1 0,0-1 0,0 1 0,-1 1 0,0 0 0,-1 0 0,0 1 0,-1 0 0,0 0 0,0 1 0,-1 0 0,0 0 0,-1 0 0,6 18 0,-2 8 0,-8-30 0,1 1 0,0 0 0,0 0 0,0-1 0,1 1 0,0-1 0,1 0 0,0 0 0,0 0 0,0 0 0,1-1 0,0 0 0,0 0 0,7 6 0,0-3-170,1-2-1,0 1 0,0-2 1,1 0-1,0 0 0,0-1 1,18 3-1,44 10-6655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41.4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683 2959 24575,'22'0'0,"292"2"35,730-21-914,-851 4 820,-1-8 0,-1-9 0,255-76 0,-345 74 59,-2-4 0,-1-5 0,-3-3 0,138-91 0,-164 90 0,-2-4 0,-2-2 0,-3-3 0,-3-3 0,-2-2 0,62-87 0,-90 107 0,-2-2 0,-1-1 0,-3-1 0,-2-2 0,-1 0 0,17-64 0,-29 75 0,0 0 0,-3 0 0,0-1 0,-3 0 0,-1 1 0,-2-1 0,-1 0 0,-2 1 0,-12-53 0,1 39 0,-2 0 0,-2 1 0,-2 1 0,-2 1 0,-2 1 0,-2 1 0,-2 1 0,-2 2 0,-55-58 0,23 36 0,-2 3 0,-3 3 0,-3 3 0,-137-83 0,124 92-49,-2 3 1,-2 4-1,-2 4 1,-1 4-1,-1 4 0,-1 4 1,-1 3-1,-1 6 1,-1 3-1,0 4 0,0 5 1,0 4-1,0 4 1,1 4-1,0 4 0,-122 35 1,95-11 48,2 4 0,3 6 0,1 5 0,3 5 0,-157 107 0,155-83 0,4 5 0,3 5 0,5 5 0,-157 189 0,202-212 25,3 2 0,3 3 0,-45 94 0,77-134 79,3 1 0,1 0 0,2 2-1,2-1 1,2 2 0,2 0 0,1 0-1,-1 85 1,9-102-104,1-1 0,2 1 0,0 0 0,2-1 0,0 0 0,2-1 0,1 1 0,1-2 0,1 1 0,1-1 0,17 24 0,-9-19 0,2-1 0,1-1 0,1-1 0,1-1 0,1-1 0,1-1 0,56 34 0,-14-18-48,1-2 1,3-4-1,0-3 0,153 39 1,-52-32 13,199 17 1,283-20 103,-2-44-602,-456 5-236,-63 3-5016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42.3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1965 217 24575,'-20'-19'0,"-1"0"0,-1 2 0,0 0 0,-2 1 0,0 1 0,0 2 0,-1 0 0,-1 2 0,0 1 0,-28-8 0,17 10 0,0 1 0,0 1 0,0 3 0,-1 0 0,1 3 0,-70 7 0,40 5 0,0 2 0,1 3 0,1 3 0,0 2 0,2 4 0,1 2 0,-110 69 0,112-58 0,1 3 0,2 3 0,3 2 0,1 3 0,3 2 0,2 2 0,2 2 0,-48 77 0,65-86 0,3 2 0,1 1 0,3 0 0,2 2 0,2 0 0,2 1 0,3 1 0,3 0 0,1 1 0,3 0 0,1 76 0,8-79-5,1 0-1,3 0 0,2-1 1,3 0-1,1-1 1,3 0-1,2-1 0,29 55 1,-16-47-42,2-2 0,2-1 0,3-2 0,2-1 0,2-3 1,54 48-1,-24-33 22,3-4 1,2-3-1,3-4 1,1-3 0,3-3-1,2-5 1,2-3-1,1-4 1,105 25 0,-98-36 24,1-4 0,1-4 0,0-5 0,1-4 0,-1-4 0,1-5 0,175-26 0,-203 14 0,-1-2 0,0-3 0,-1-3 0,107-53 0,-125 49 0,-2-1 0,-1-3 0,-2-2 0,-1-2 0,-1-2 0,55-61 0,-70 63 0,0-1 0,-3-1 0,-1-2 0,-2 0 0,-1-2 0,-2 0 0,-2-1 0,-2-1 0,-2-1 0,-2 0 0,11-76 0,-17 63 0,-2 0 0,-2-1 0,-3 1 0,-3-1 0,-2 1 0,-3 0 0,-2 1 0,-35-105 0,16 83 0,-4 1 0,-3 2 0,-3 2 0,-3 1 0,-4 3 0,-82-96 0,59 88 0,-3 3 0,-3 3 0,-3 3 0,-161-104 0,174 132-2,-2 2 1,-2 3-1,0 3 1,-3 4-1,-106-28 0,134 46 6,0 2-1,-1 2 0,0 2 0,-55 3 0,66 3 11,0 1 0,0 2 0,1 2 0,0 1-1,0 1 1,-38 17 0,35-9-489,-46 28 0,-17 20-6247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16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 24575,'2'16'0,"8"70"0,5-1 0,45 152 0,-55-223 0,0 0 0,2-1 0,-1 1 0,2-1 0,0-1 0,14 18 0,-18-25 0,0 0 0,1-1 0,0 0 0,0 0 0,0 0 0,0 0 0,1-1 0,-1 0 0,1 0 0,0 0 0,0-1 0,0 0 0,0 0 0,0 0 0,0-1 0,1 0 0,8 0 0,-3-1 0,0-1 0,0 0 0,0-1 0,-1-1 0,1 1 0,-1-2 0,1 0 0,-1 0 0,19-11 0,-14 6 0,0-1 0,-1-1 0,0 0 0,-1-1 0,21-22 0,-35 33 0,1 1 0,-1-1 0,1 0 0,0 1 0,-1-1 0,1 0 0,0 1 0,-1-1 0,1 0 0,0 1 0,0-1 0,0 1 0,-1-1 0,1 1 0,0 0 0,0-1 0,0 1 0,0 0 0,0 0 0,0 0 0,0 0 0,-1-1 0,1 1 0,0 0 0,0 0 0,0 1 0,0-1 0,0 0 0,0 0 0,0 0 0,0 1 0,0-1 0,0 0 0,-1 1 0,1-1 0,0 1 0,0-1 0,0 1 0,-1-1 0,1 1 0,0 0 0,-1-1 0,1 1 0,0 1 0,4 4 0,-1 0 0,0 1 0,0 0 0,4 13 0,-1-5 0,8 17 0,2-1 0,1-1 0,1 0 0,41 48 0,-53-70 0,0 0 0,1-1 0,0-1 0,0 1 0,0-1 0,1 0 0,0-1 0,0 0 0,0 0 0,1-1 0,-1 0 0,1-1 0,0 0 0,0-1 0,0 0 0,0 0 0,1-1 0,-1-1 0,0 1 0,1-2 0,11-1 0,-6-1 0,-1-2 0,0 0 0,0 0 0,0-2 0,-1 0 0,0 0 0,0-1 0,-1-1 0,0 0 0,-1-1 0,0 0 0,0-1 0,-1-1 0,17-21 0,-1-3 0,-1-2 0,-2-1 0,36-78 0,-35 61-227,-3 0-1,-2-2 1,-3-1-1,-2 0 1,7-69-1,-19 95-6598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16.8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 24575,'16'-2'0,"-7"-1"0,48-8 0,0 2 0,88-2 0,-113 11 0,-1 1 0,0 1 0,0 2 0,0 1 0,-1 1 0,42 15 0,-61-17 0,0 1 0,0 0 0,-1 1 0,0-1 0,0 2 0,0 0 0,-1 0 0,9 9 0,-13-11 0,-1 0 0,0 0 0,0 1 0,0-1 0,0 1 0,-1 0 0,0 0 0,0 1 0,-1-1 0,1 1 0,-2-1 0,1 1 0,-1 0 0,2 13 0,-4 0 0,-1-1 0,0 1 0,-2-1 0,0 0 0,-1 0 0,-1 0 0,-15 34 0,0 1 0,19-48 0,0 1 0,0 0 0,1 0 0,0 0 0,0 0 0,1 1 0,0-1 0,0 0 0,1 0 0,0 0 0,0 0 0,3 11 0,4 2 0,0 1 0,18 32 0,2 5 0,-26-55-4,-1 0-1,0 0 1,0 0-1,0 1 1,-1-1 0,1 0-1,-1 1 1,1-1-1,-1 0 1,0 1-1,-1-1 1,1 0-1,0 1 1,-1-1-1,0 0 1,0 0 0,-2 6-1,1-5 21,-1 1-1,0-1 1,0 1-1,-1-1 1,1 0-1,-1 0 1,0 0-1,0 0 1,0-1-1,-5 3 1,-11 6-215,0-1 1,-1-1-1,0 0 1,-24 6-1,30-11-264,-85 28-6363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43.1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2969 706 24575,'-1'-5'0,"0"0"0,-1 0 0,1 1 0,-1-1 0,0 0 0,-1 1 0,1-1 0,-1 1 0,-6-7 0,1-1 0,-12-15 0,-1 0 0,-1 2 0,-2 0 0,0 2 0,-2 0 0,0 2 0,-1 1 0,-1 1 0,-1 1 0,-44-19 0,9 9 0,-2 3 0,0 2 0,-2 4 0,-73-12 0,27 13 0,0 5 0,0 5 0,-211 12 0,221 5 0,1 5 0,1 5 0,1 4 0,-143 51 0,179-49 0,1 3 0,1 3 0,2 3 0,1 2 0,2 3 0,1 2 0,-65 62 0,89-70 0,1 1 0,2 1 0,1 2 0,1 0 0,3 2 0,1 1 0,2 2 0,2 0 0,1 0 0,3 2 0,-21 84 0,28-79 3,2-1-1,3 1 1,1 0-1,3 0 1,2 1 0,10 63-1,0-52-11,2-1 0,2-1 0,3 0 0,44 90 0,-23-71-77,4-3 1,3-1-1,4-2 0,2-2 0,4-3 1,2-2-1,92 77 0,-77-83 95,2-4 0,2-3 0,3-3 0,1-4 0,3-3 0,112 38 0,-56-34-431,1-6 1,2-6-1,182 19 1,-216-41 267,0-4 1,0-5-1,1-5 1,214-32 0,-266 22 127,0-1 1,-1-4-1,-1-2 1,-1-2-1,0-3 1,-2-3-1,-1-1 1,-2-3-1,0-2 1,76-67 0,-85 60 21,-1-2 1,-3-2 0,-1-2 0,-2-1 0,-3-1 0,-2-2 0,-1-1 0,-4-2 0,-1 0-1,-3-1 1,-2-2 0,-3 0 0,-2 0 0,-2-2 0,-3 1 0,-3-1 0,-2-1-1,-3 1 1,-2 0 0,-3-1 0,-2 1 0,-26-109 0,9 91-3,-4 0-1,-2 1 1,-4 2 0,-3 1 0,-3 2 0,-3 2 0,-71-89-1,41 71 7,-3 2-1,-5 4 1,-2 4-1,-160-114 1,170 141 0,-2 4 0,-2 2 0,-2 4 0,-1 4 0,-2 2 0,-1 5 0,-162-34 0,-78 22-781,17 27-3122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48.6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0 514 24575,'21'-9'0,"0"0"0,1 2 0,0 0 0,24-4 0,95-9 0,-86 13 0,519-54 0,-53 6 0,-473 49 0,94-15 0,-141 21 0,-1-1 0,1 1 0,-1 0 0,1 0 0,-1 0 0,1-1 0,-1 1 0,0 0 0,1 0 0,-1-1 0,0 1 0,1 0 0,-1-1 0,0 1 0,1 0 0,-1-1 0,0 1 0,1 0 0,-1-1 0,0 1 0,0-1 0,0 1 0,1-1 0,-1 1 0,0-1 0,0 1 0,0 0 0,0-1 0,0 1 0,0-1 0,0 1 0,0-1 0,0 1 0,0-1 0,0 1 0,0-1 0,0 1 0,-1-1 0,1 1 0,0-1 0,-10-18 0,0 6 0,0 1 0,-1 0 0,-1 1 0,0 0 0,0 1 0,-27-16 0,-87-42 0,77 43 0,-1 3 0,-1 1 0,-56-13 0,189 69 0,116 32 0,73 29 0,-258-92 0,-1 1 0,-1 1 0,1 0 0,-1 0 0,0 1 0,16 13 0,-24-17 0,0 0 0,-1 0 0,1 0 0,-1 0 0,1 1 0,-1-1 0,0 1 0,-1 0 0,1 0 0,0-1 0,-1 1 0,0 0 0,0 0 0,0 0 0,-1 1 0,1-1 0,-1 0 0,0 0 0,0 0 0,-1 0 0,1 0 0,-1 0 0,0 0 0,-2 7 0,-7 16-136,-1-1-1,-1 0 0,-1 0 1,-2-2-1,0 1 1,-20 21-1,27-34-272,-48 63-6417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49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1 636 24575,'8'-8'0,"11"-2"0,1 0 0,0 2 0,0 0 0,38-9 0,-32 10 0,556-116 0,14 44 0,-474 65 0,76-10 0,799-82 0,-988 103 0,-15-4 0,-24-7 0,22 10 0,-128-53 0,-3 7 0,-159-37 0,320 112 0,145 93 0,9 8 0,-174-125 0,-1 0 0,1 0 0,-1 1 0,0-1 0,1 1 0,-1-1 0,0 1 0,0-1 0,0 1 0,0 0 0,0-1 0,0 1 0,-1 0 0,1 0 0,0-1 0,-1 1 0,1 0 0,-1 0 0,0 0 0,0 0 0,0 3 0,-1-1 0,0 0 0,0 0 0,0 0 0,-1 0 0,0 0 0,1 0 0,-2-1 0,1 1 0,-5 6 0,-21 23-455,-2 0 0,-53 44 0,-9 4-6371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18.3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2465 24575,'0'-2'0,"0"1"0,4-11 0,7-20 0,10-29 0,10-28 0,5-30 0,0-31 0,-4-34 0,-7-32 0,-7-24 0,-6-12-875,-4-8 875,-4 8 0,-4 19 0,-2 28 0,-1 49-7316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0.9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1 880 24575,'13'-18'0,"189"-205"0,-125 145 0,70-94 0,-27-6 0,-104 150 0,-2 0 0,0-1 0,-2 0 0,15-55 0,-28 72 0,-6 15 0,-15 20 0,-33 57 0,-89 171 0,118-201 0,18-35 0,-243 476 0,247-472 0,4-19 0,0 1 0,0-1 0,0 0 0,0 1 0,0-1 0,0 0 0,0 0 0,1 1 0,-1-1 0,0 0 0,0 1 0,0-1 0,1 0 0,-1 0 0,0 1 0,0-1 0,1 0 0,-1 0 0,0 0 0,0 1 0,1-1 0,-1 0 0,0 0 0,1 0 0,-1 0 0,0 0 0,1 0 0,-1 0 0,1 1 0,2-2 0,1 1 0,0 0 0,-1-1 0,1 0 0,0 0 0,-1 0 0,7-3 0,48-22 0,0-3 0,-2-3 0,62-45 0,-50 31 0,95-48 0,-153 89 0,-1 1 0,1 0 0,0 0 0,1 1 0,-1 1 0,0-1 0,1 2 0,14-1 0,-20 2 0,0 0 0,0 0 0,0 1 0,0 0 0,-1 0 0,1 1 0,0-1 0,-1 1 0,1 0 0,-1 0 0,0 0 0,0 1 0,0 0 0,0-1 0,0 1 0,0 1 0,-1-1 0,1 0 0,-1 1 0,4 6 0,2 3 13,-1 2 0,0-1 0,-2 1 0,1 0 0,-2 0 0,0 1 0,3 18 0,14 116-1055,-21-133 615,3 26-6399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21.2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1 159 24575,'30'-16'0,"21"-10"0,1 4 0,1 1 0,1 3 0,1 2 0,0 3 0,100-12 0,-149 24 0,0 1 0,-1 0 0,1 0 0,0 0 0,0 1 0,0-1 0,-1 1 0,1 1 0,-1-1 0,1 1 0,10 5 0,-13-5 0,0 0 0,0 1 0,-1 0 0,1 0 0,0-1 0,-1 1 0,0 1 0,1-1 0,-1 0 0,-1 1 0,1-1 0,0 1 0,-1-1 0,0 1 0,0 0 0,0-1 0,0 1 0,0 6 0,6 64 0,-3 131 0,-5-188 0,1-1 0,-2 1 0,0-1 0,-1 0 0,-1 1 0,0-2 0,-1 1 0,-1 0 0,-1-1 0,0 0 0,0-1 0,-2 1 0,0-2 0,0 1 0,-1-1 0,-1-1 0,0 1 0,-1-2 0,0 0 0,-1 0 0,0-1 0,-26 14 0,18-13-341,0-1 0,-1-1-1,-29 9 1,1-5-6485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19.5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1780 50 24575,'-33'-10'0,"-18"-3"0,0 3 0,-1 3 0,0 1 0,0 3 0,-104 7 0,70 5 0,1 3 0,-157 46 0,164-32 0,1 4 0,1 3 0,2 3 0,-79 52 0,45-16 0,-187 163 0,251-192-1365,29-26-5461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17.3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1850 24575,'-5'-18'0,"0"-15"0,2 0 0,1 0 0,1-1 0,5-37 0,24-138 0,-20 162 0,72-376 0,33-262 0,-110 654 0,4-85 0,-7 103 0,-1-1 0,0 1 0,-1-1 0,0 1 0,-1 0 0,-5-14 0,8 26-34,0 1 0,0 0 0,0-1 0,0 1 0,0 0-1,0-1 1,0 1 0,0 0 0,0-1 0,0 1 0,0 0 0,0-1 0,-1 1-1,1 0 1,0-1 0,0 1 0,0 0 0,-1 0 0,1-1 0,0 1-1,0 0 1,-1 0 0,1-1 0,0 1 0,-1 0 0,1 0 0,0 0 0,0 0-1,-1-1 1,1 1 0,0 0 0,-1 0 0,1 0 0,0 0 0,-1 0 0,1 0-1,-1 0 1,1 0 0,-1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19.3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1243 24575,'8'-27'0,"11"-11"0,1 1 0,2 1 0,51-63 0,-46 63 0,5-7 0,255-364 0,-245 339 0,-4-2 0,-2-2 0,-4-1 0,29-94 0,-60 161 0,2-3 0,0 0 0,-1 0 0,0-1 0,0-10 0,-2 20 0,0 0 0,0 0 0,0-1 0,0 1 0,0 0 0,1 0 0,-1 0 0,0-1 0,0 1 0,0 0 0,0 0 0,-1 0 0,1-1 0,0 1 0,0 0 0,0 0 0,0 0 0,0-1 0,0 1 0,0 0 0,0 0 0,0 0 0,0-1 0,-1 1 0,1 0 0,0 0 0,0 0 0,0 0 0,0-1 0,0 1 0,-1 0 0,1 0 0,0 0 0,0 0 0,0 0 0,-1 0 0,1 0 0,0 0 0,0 0 0,0 0 0,-1-1 0,1 1 0,0 0 0,0 0 0,0 0 0,-1 0 0,1 0 0,0 0 0,0 0 0,-1 1 0,1-1 0,0 0 0,0 0 0,0 0 0,-1 0 0,1 0 0,0 0 0,0 0 0,0 0 0,0 0 0,-1 1 0,1-1 0,0 0 0,0 0 0,0 0 0,0 0 0,0 1 0,-1-1 0,1 0 0,-17 18 0,-19 31 0,3 2 0,-30 58 0,-50 121 0,102-207 0,-180 422 0,142-308 0,-42 188 0,88-314 0,2-6 0,0 0 0,0 0 0,0 0 0,0 0 0,1 0 0,0 0 0,0 8 0,1-12 0,-1 0 0,1 0 0,-1 0 0,1 0 0,0 0 0,-1 0 0,1 0 0,0 0 0,0 0 0,0 0 0,0 0 0,0 0 0,0 0 0,0-1 0,0 1 0,0 0 0,0-1 0,0 1 0,0-1 0,1 1 0,-1-1 0,0 0 0,0 0 0,0 1 0,1-1 0,-1 0 0,0 0 0,0 0 0,1 0 0,-1 0 0,0 0 0,0-1 0,1 1 0,1-1 0,21-2 0,0-2 0,0 0 0,34-14 0,72-34 0,-94 38 0,53-25 0,-30 13 0,112-36 0,-162 60 0,0 1 0,0 0 0,1 0 0,-1 1 0,1 1 0,-1 0 0,1 0 0,-1 0 0,0 1 0,1 1 0,13 3 0,-16-2 0,-1 0 0,0-1 0,-1 2 0,1-1 0,0 1 0,-1 0 0,0 0 0,0 0 0,0 1 0,-1-1 0,1 1 0,-1 1 0,0-1 0,-1 0 0,1 1 0,-1 0 0,3 7 0,3 10-455,0 1 0,9 49 0,-11-39-6371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0:19.5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24575,'0'0'0,"1"2"0,1 6 0,3 19 0,5 29 0,1 31 0,2 24 0,-1 13 0,-2 1 0,-1-21-8191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19.9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20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0 24575,'0'0'0,"0"0"0,-1 1 0,-1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21.0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09.0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24575,'8'8'0,"-1"1"0,0 0 0,9 15 0,44 67 0,152 216 0,-158-237 0,3-3 0,82 76 0,-64-78 0,3-4 0,146 89 0,-104-84 0,181 73 0,-27-41 0,347 78 0,-527-153 0,423 86 0,-508-107 0,21 1 0,-30-3 0,1 0 0,-1 0 0,1 0 0,-1 0 0,1 0 0,-1-1 0,1 1 0,-1 0 0,1 0 0,-1 0 0,1-1 0,-1 1 0,0 0 0,1 0 0,-1-1 0,1 1 0,-1 0 0,0-1 0,1 1 0,-1 0 0,0-1 0,1 1 0,-1-1 0,0 1 0,0-1 0,0 1 0,1 0 0,-1-1 0,0 1 0,0-1 0,0 1 0,0-1 0,0 1 0,0-1 0,0 1 0,0-1 0,0 1 0,0-1 0,0 1 0,0-1 0,0 1 0,0-1 0,0 1 0,0-1 0,-1 1 0,1-1 0,0 1 0,-1-1 0,-2-6 0,-1-1 0,1 1 0,-2 0 0,1 1 0,-1-1 0,0 1 0,0 0 0,-8-7 0,-54-44 0,55 48 0,-48-36 0,-2 2 0,-2 4 0,-2 2 0,-1 3 0,-1 3 0,-113-34 0,175 63 0,-25-4 0,30 7 0,1-1 0,-1 0 0,0 0 0,1 0 0,-1 1 0,0-1 0,1 0 0,-1 1 0,0-1 0,1 1 0,-1-1 0,1 0 0,-1 1 0,1-1 0,-1 1 0,1 0 0,-1-1 0,1 1 0,-1-1 0,1 1 0,0 0 0,-1-1 0,1 1 0,0 0 0,0-1 0,-1 1 0,1 0 0,0 0 0,0-1 0,0 1 0,0 0 0,0-1 0,0 1 0,0 0 0,0 0 0,0-1 0,0 1 0,1 1 0,2 13 0,1-1 0,0 0 0,1 1 0,0-1 0,1-1 0,1 1 0,0-1 0,14 18 0,-14-19 0,38 56 0,3-2 0,76 81 0,129 107 0,-189-191 0,-62-62 0,-1 0 0,0 0 0,0 1 0,0-1 0,0 1 0,0-1 0,-1 1 0,1-1 0,0 1 0,-1-1 0,1 1 0,-1 0 0,1-1 0,-1 1 0,0 0 0,0 0 0,0-1 0,0 1 0,0 0 0,0-1 0,0 1 0,0 0 0,-1-1 0,1 1 0,-1 0 0,1-1 0,-1 1 0,0 0 0,0-1 0,1 1 0,-1-1 0,0 0 0,0 1 0,-1-1 0,1 0 0,-1 2 0,-7 6 0,0 0 0,-1 0 0,-19 13 0,18-14 0,-45 32-682,-99 52-1,115-71-6143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09.9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158 1124 24575,'-1'2'0,"1"-1"0,-1 1 0,0-1 0,1 1 0,-1 0 0,1 0 0,-1-1 0,1 1 0,0 0 0,0 0 0,0 0 0,0-1 0,0 1 0,0 2 0,5 37 0,-2-21 0,43 338 0,16 170 0,-55-416 0,-5 1 0,-21 191 0,18-300 0,0 9 0,-1 1 0,-1-1 0,-7 23 0,9-36 0,1 1 0,0-1 0,0 1 0,-1-1 0,1 0 0,0 1 0,-1-1 0,1 0 0,-1 1 0,1-1 0,-1 0 0,1 1 0,0-1 0,-1 0 0,1 0 0,-1 0 0,1 1 0,-1-1 0,1 0 0,-1 0 0,1 0 0,-1 0 0,1 0 0,-1 0 0,1 0 0,-1 0 0,1 0 0,-1 0 0,1 0 0,-1 0 0,1-1 0,-1 1 0,1 0 0,-1 0 0,1 0 0,-1-1 0,1 1 0,-1 0 0,1-1 0,0 1 0,-1 0 0,1-1 0,-1 1 0,1 0 0,0-1 0,0 1 0,-1-1 0,1 1 0,-1-1 0,-21-25 0,5 1 0,2 0 0,1-1 0,1 0 0,1-1 0,-14-46 0,-27-154 0,31 78 0,7 0 0,5-240 0,57-302 0,-37 586 0,3-47 0,52-239 0,-61 375 0,0 1 0,2-1 0,0 1 0,0 0 0,2 1 0,0-1 0,11-14 0,-14 22 0,1 0 0,1 0 0,-1 0 0,1 1 0,0 0 0,1 1 0,0 0 0,-1 0 0,1 0 0,1 1 0,-1 0 0,1 1 0,17-5 0,-2 3 0,0 2 0,0 1 0,0 1 0,0 1 0,0 0 0,0 2 0,-1 1 0,1 1 0,37 12 0,-13-1 0,0 2 0,-2 3 0,71 39 0,-76-35 0,-1 3 0,-1 0 0,37 35 0,-61-49 0,-1 1 0,-1 0 0,0 0 0,-1 2 0,-1-1 0,0 2 0,-1-1 0,-1 1 0,-1 1 0,10 26 0,-16-33 0,0 1 0,0-1 0,-2 1 0,1 0 0,-1 0 0,-1-1 0,0 1 0,-1 0 0,0-1 0,0 1 0,-2-1 0,1 0 0,-1 0 0,-1 0 0,0-1 0,-10 17 0,-7 6 0,-1-1 0,-1-1 0,-44 44 0,-2-7 29,-86 64-1,-88 48-375,133-101-728,83-58-5751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10.5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770 1 24575,'-9'0'0,"-2"2"0,0 1 0,0 0 0,0 1 0,0 0 0,1 1 0,0 0 0,-17 10 0,-63 55 0,88-69 0,-46 42 0,3 2 0,1 2 0,2 2 0,2 2 0,-43 72 0,41-50 0,2 2 0,4 2 0,-41 127 0,56-135 0,-14 89 0,29-120 0,2 1 0,1 0 0,5 73 0,-2-104 0,1 0 0,1 0 0,-1-1 0,1 1 0,0 0 0,5 9 0,-6-15 0,-1 0 0,1-1 0,0 1 0,1-1 0,-1 1 0,0-1 0,0 1 0,1-1 0,-1 0 0,0 0 0,1 1 0,0-1 0,-1 0 0,1 0 0,-1 0 0,1-1 0,0 1 0,0 0 0,0-1 0,-1 1 0,1-1 0,0 0 0,0 1 0,0-1 0,0 0 0,0 0 0,0 0 0,-1 0 0,1-1 0,4 0 0,2-1 0,1-1 0,-1 0 0,0-1 0,0 1 0,0-2 0,-1 1 0,1-1 0,-1 0 0,0-1 0,11-10 0,5-8 0,31-42 0,-11 4 0,-2-2 0,-3-1 0,-2-3 0,32-89 0,83-295 0,-150 447 0,15-51 0,-12 36 0,1 0 0,1 0 0,1 1 0,1 0 0,11-20 0,-18 38 0,-1 0 0,1 0 0,-1 0 0,1 0 0,0 0 0,0 0 0,-1 0 0,1 0 0,0 0 0,0 0 0,0 0 0,0 0 0,0 1 0,0-1 0,0 0 0,0 1 0,0-1 0,1 1 0,-1-1 0,0 1 0,0-1 0,1 1 0,-1 0 0,0 0 0,0 0 0,1 0 0,-1 0 0,0 0 0,0 0 0,1 0 0,-1 0 0,0 0 0,0 1 0,1-1 0,-1 0 0,0 1 0,2 0 0,1 2 0,1 1 0,-1-1 0,0 1 0,0 0 0,0 0 0,0 0 0,5 9 0,17 25 0,-3 1 0,23 50 0,31 93 0,-46-109 0,118 252 120,-115-263-615,3 0 0,86 107 0,-57-95-6331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10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1 273 24575,'9'-12'0,"-1"7"0,0 0 0,0 0 0,1 0 0,-1 1 0,1 0 0,0 1 0,0 0 0,0 0 0,0 1 0,1 0 0,-1 1 0,0 0 0,11 0 0,0 1 0,0 1 0,1 1 0,-1 0 0,0 2 0,22 6 0,-15-1 0,0 1 0,-1 1 0,-1 1 0,0 1 0,-1 1 0,0 2 0,-1 0 0,26 25 0,-23-16 0,0 1 0,-2 1 0,-1 1 0,-2 1 0,0 1 0,18 39 0,-22-36 0,-1 2 0,-2 0 0,-2 1 0,-1 1 0,11 69 0,-18-76 0,-2 1 0,0-1 0,-3 1 0,0-1 0,-2 0 0,-1 1 0,-12 43 0,10-54 0,-1-1 0,0 1 0,-1-2 0,-16 27 0,20-39 0,0 0 0,-1 0 0,1-1 0,-1 1 0,-1-1 0,-10 9 0,13-12 0,0 0 0,0 0 0,-1-1 0,1 1 0,0-1 0,-1 1 0,1-1 0,-1 0 0,1-1 0,-1 1 0,0-1 0,1 1 0,-1-1 0,-6-1 0,6 1 0,0-1 0,0-1 0,0 1 0,-1 0 0,1-1 0,1 0 0,-1 0 0,0 0 0,0-1 0,1 1 0,-1-1 0,1 0 0,0 0 0,0 0 0,0 0 0,0 0 0,0-1 0,1 0 0,0 1 0,0-1 0,-3-6 0,-2-5 0,1-1 0,1 0 0,0 0 0,-4-23 0,2-9 0,3-1 0,1 1 0,3-1 0,1 1 0,13-75 0,5 15 0,47-145 0,-42 179 60,33-72 0,-38 107-431,1 1-1,2 0 1,35-45 0,-8 24-6455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12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864 1485 24575,'-59'-80'0,"51"72"0,0 0 0,0 0 0,-1 1 0,0 0 0,0 0 0,0 1 0,-1 1 0,0-1 0,-1 2 0,1-1 0,-1 1 0,-19-4 0,15 6 0,0 0 0,-1 1 0,1 0 0,-1 1 0,1 1 0,-1 1 0,1 0 0,-22 6 0,3 3 0,0 1 0,1 2 0,1 1 0,0 2 0,1 1 0,1 1 0,-37 31 0,35-24 0,1 1 0,-35 41 0,57-57 0,0-1 0,1 2 0,0-1 0,1 1 0,0 0 0,1 1 0,0-1 0,1 1 0,1 0 0,-6 22 0,10-31 0,-1 0 0,1-1 0,0 1 0,0-1 0,0 1 0,0-1 0,0 1 0,1 0 0,-1-1 0,1 1 0,0-1 0,1 0 0,-1 1 0,3 4 0,-3-7 0,0 1 0,1-1 0,-1 1 0,1-1 0,0 0 0,-1 1 0,1-1 0,0 0 0,0 0 0,0 0 0,-1 0 0,1-1 0,0 1 0,0-1 0,0 1 0,0-1 0,1 1 0,-1-1 0,0 0 0,0 0 0,0 0 0,0 0 0,0-1 0,0 1 0,0 0 0,2-1 0,11-3 0,-1-1 0,0 0 0,0 0 0,-1-2 0,1 1 0,-1-2 0,-1 0 0,1 0 0,16-16 0,8-9 0,49-58 0,-39 32 0,-35 41 0,1 2 0,0 0 0,2 0 0,-1 1 0,30-22 0,-41 35 0,1 0 0,-1 0 0,1 0 0,-1 0 0,1 1 0,0 0 0,-1 0 0,1 0 0,0 0 0,0 1 0,0-1 0,0 1 0,0 0 0,0 0 0,0 0 0,-1 1 0,8 1 0,-5 0 0,1 0 0,-1 1 0,1 0 0,-1 0 0,0 1 0,0 0 0,0 0 0,-1 0 0,7 7 0,7 9 0,-1 1 0,0 1 0,26 44 0,-41-61 0,111 206 0,-29-50 0,-82-154 0,2 1 0,-1-2 0,1 1 0,0 0 0,1-1 0,-1 0 0,7 5 0,-9-9 0,-1 0 0,1-1 0,0 1 0,0-1 0,-1 1 0,1-1 0,0 0 0,0 0 0,0-1 0,0 1 0,0-1 0,0 1 0,0-1 0,0 0 0,0 0 0,0 0 0,0-1 0,0 1 0,0-1 0,0 1 0,0-1 0,3-1 0,3-2 0,0 0 0,0-1 0,-1 0 0,0 0 0,0 0 0,0-1 0,8-9 0,5-5 0,23-31 0,1-10 0,-2-2 0,-3-2 0,-3-1 0,37-93 0,-17 11 0,40-162 0,2-144 0,-88 378 0,-4 0 0,-4-1 0,-2 0 0,-11-78 0,8 135 0,-6-36 0,8 51 0,-1 1 0,0 0 0,-1 0 0,1 0 0,-1 0 0,0 0 0,0 1 0,0-1 0,-5-6 0,7 10 0,-1-1 0,1 1 0,-1-1 0,0 1 0,1-1 0,-1 1 0,0 0 0,0-1 0,1 1 0,-1 0 0,0-1 0,0 1 0,1 0 0,-1 0 0,0 0 0,0 0 0,1 0 0,-1 0 0,0 0 0,0 0 0,0 0 0,1 0 0,-1 1 0,0-1 0,0 0 0,1 0 0,-1 1 0,0-1 0,1 0 0,-1 1 0,0 0 0,-25 19 0,25-19 0,-20 20 0,0 1 0,2 1 0,0 1 0,-18 32 0,-56 116 0,38-46-178,4 1 1,7 2-1,5 3 0,6 1 0,-20 170 0,40-190 178,6 0 0,4 1 0,22 198 0,-7-224 0,3-1 0,5-1 0,3 0 0,4-2 0,50 107 0,-61-157 0,35 54 0,-44-78 0,1 1 0,0-2 0,1 1 0,0-1 0,0 0 0,1 0 0,0-1 0,12 7 0,-16-12 0,0 0 0,0-1 0,0 1 0,0-1 0,1 0 0,-1-1 0,1 1 0,-1-1 0,1-1 0,-1 1 0,1-1 0,0 0 0,-1-1 0,1 1 0,-1-1 0,1-1 0,-1 1 0,1-1 0,-1 0 0,0 0 0,0-1 0,0 0 0,8-5 0,5-4 0,-2-2 0,1 1 0,-2-2 0,0 0 0,28-35 0,0-7 2,-3-1 0,66-126 0,43-146-85,-21 10-225,-14-5 0,72-340 0,-128 346 191,-55 277 119,-1 0-1,-2-1 1,-2 1-1,-2-1 1,-12-64 0,13 99-83,2 1 210,-1 1 0,-1 0 0,1-1 0,-1 1 0,0 0-1,-1 0 1,1 0 0,-1 0 0,0 1 0,0-1-1,-1 1 1,-7-9 0,10 13-108,0 1 0,1 0 0,-1-1 0,0 1 0,0-1 0,0 1 0,1 0 0,-1 0-1,0-1 1,0 1 0,0 0 0,0 0 0,0 0 0,0 0 0,1 0 0,-1 0 0,0 0 0,0 0 0,0 1 0,0-1 0,0 0-1,1 0 1,-1 1 0,-1 0 0,-20 15 37,4 2-58,0 1 0,2 0 0,0 1 0,-13 23 0,-48 94 0,76-135 0,-55 112 0,6 3 0,4 1 0,-47 196 0,60-164 0,6 2 0,-10 248 0,35-300 0,3 0 0,17 106 0,-12-162 0,2-1 0,2 0 0,2 0 0,2-1 0,1-1 0,3 0 0,25 43 0,-32-65 0,1-1 0,1-1 0,1 0 0,1-1 0,0 0 0,1-1 0,0-1 0,27 18 0,-29-23 0,0-1 0,1-1 0,0 0 0,0-1 0,0-1 0,1 0 0,0-1 0,0-1 0,0 0 0,0-1 0,32-1 0,-17-4 0,-1-1 0,0-2 0,0 0 0,0-2 0,-1-2 0,0-1 0,-1 0 0,-1-3 0,1 0 0,39-28 0,-9 0 0,-2-3 0,-1-2 0,67-75 0,-63 56 0,-3-3 0,54-87 0,-79 105 0,-2-2 0,-2-1 0,-2-1 0,18-62 0,-35 89 0,0-1 0,4-38 0,-11 60 0,0-1 0,0 1 0,-1 0 0,0-1 0,-1 1 0,0 0 0,0 0 0,0-1 0,-1 1 0,0 0 0,0 0 0,-1 0 0,0 1 0,-6-11 0,7 14 0,0 1 0,0-1 0,-1 1 0,1 0 0,0 0 0,-1 0 0,1 0 0,-1 1 0,0-1 0,0 1 0,0-1 0,1 1 0,-1 0 0,0 0 0,-1 0 0,1 1 0,0-1 0,0 1 0,0-1 0,0 1 0,0 0 0,-1 1 0,1-1 0,0 0 0,0 1 0,0 0 0,0-1 0,0 1 0,-4 2 0,-4 2 0,0 0 0,1 0 0,0 1 0,0 0 0,1 1 0,-1 0 0,-8 9 0,-3 6 0,1 1 0,1 0 0,1 2 0,1 0 0,1 1 0,2 0 0,0 2 0,-12 34 0,9-12 0,1 1 0,3 1 0,-12 99 0,20-105 0,3 1 0,1 0 0,3-1 0,11 68 0,-9-90 0,1-1 0,1 1 0,1-1 0,1-1 0,2 1 0,0-1 0,1-1 0,1 0 0,1-1 0,21 27 0,-26-38 0,0-1 0,1 1 0,0-1 0,1-1 0,-1 0 0,1 0 0,1-1 0,-1 0 0,1-1 0,0 0 0,0-1 0,1 0 0,-1-1 0,15 3 0,-11-4 0,-1-1 0,0-1 0,0 0 0,0-1 0,0-1 0,0 0 0,0 0 0,0-2 0,-1 0 0,1 0 0,-1-1 0,13-7 0,4-5 0,0 0 0,-1-2 0,0-2 0,-2 0 0,45-46 0,106-147 0,-55 43-497,114-212-1,57-209 314,-133 178 28,-143 356 147,-3-1 1,-2-1-1,-3 0 0,-2-1 1,-1-74-1,-7 120 181,0 0 0,-1 0 0,-1-1 0,0 1 0,-1 1 0,-8-23 0,11 36-167,0 0 0,-1 0 0,1 0 0,-1 0 0,1 0 0,-1 1 0,1-1 1,-1 0-1,0 0 0,1 0 0,-1 1 0,0-1 0,0 0 0,1 1 0,-1-1 0,0 1 0,0-1 0,0 1 0,0-1 1,0 1-1,0 0 0,0-1 0,0 1 0,0 0 0,0 0 0,0-1 0,0 1 0,0 0 0,0 0 0,0 0 1,0 1-1,0-1 0,0 0 0,0 0 0,0 0 0,0 1 0,-1 0 0,-5 1-8,1 1 1,-1 1-1,1-1 0,-9 7 0,13-8 7,-36 25-4,1 3 0,2 1 0,1 1 0,-30 38 0,5 2 0,-56 89 0,60-71 0,4 1 0,4 3 0,4 2 0,-57 192 0,77-201 0,3 2 0,5 0 0,4 0 0,3 2 0,4-1 0,9 92 0,-1-135 0,2 1 0,3-1 0,1-1 0,2 0 0,2 0 0,3-1 0,37 74 0,-42-98 0,0 0 0,2-1 0,0-1 0,1 0 0,1-1 0,1 0 0,0-1 0,1-1 0,1-1 0,1-1 0,0-1 0,0 0 0,2-1 0,-1-2 0,1 0 0,1-1 0,24 6 0,-25-10 12,0-2 0,0 0 0,0-1 0,0-1 0,0-1 0,1-1 0,-1-1 0,0-1 0,43-12 0,-35 6-224,0-2 0,-1-1 0,0-1-1,-1-2 1,-1-1 0,35-26 0,16-20-6614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2.6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 24575,'0'0'0,"0"0"0,1 0 0,8 0 0,20 0 0,28 0 0,31-2 0,24-6 0,-6-3-8191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1.8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0 242 24575,'20'-1'0,"0"-1"0,37-8 0,-7 0 0,1665-206-1365,-1691 214-5461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2.2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24575,'0'0'0,"0"0"0,12 24 0,6 20 0,-3 2 0,-1-1 0,11 69 0,10 147 0,-35-256 0,21 273 0,-13 0 0,-11 0 0,-41 277 0,43-537-66,1-14-96,-1 1-1,1 0 1,-1 0 0,0-1-1,0 1 1,0 0-1,-3 6 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3.7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114 698 24575,'15'26'0,"9"24"0,-2 1 0,-2 0 0,25 107 0,9 168 0,-27 114 0,-29-338 0,-4 0 0,-26 132 0,31-225 0,0-2 0,-1 0 0,1 0 0,-1-1 0,0 1 0,-5 9 0,7-16 0,-1 1 0,1 0 0,-1 0 0,1 0 0,-1 0 0,0 0 0,1-1 0,-1 1 0,0 0 0,0 0 0,0-1 0,0 1 0,0-1 0,1 1 0,-1-1 0,0 1 0,0-1 0,0 0 0,0 1 0,0-1 0,-1 0 0,1 0 0,0 0 0,0 0 0,0 0 0,0 0 0,0 0 0,0 0 0,0 0 0,0 0 0,0 0 0,0-1 0,0 1 0,0 0 0,0-1 0,0 1 0,0-1 0,0 1 0,0-1 0,0 0 0,-1-1 0,-6-4 0,0 0 0,1 0 0,-1-1 0,2-1 0,-1 1 0,1-1 0,0 0 0,0 0 0,-5-12 0,-6-14 0,-14-38 0,8 5 0,2-1 0,3-1 0,4 0 0,2-1 0,-4-130 0,15 94 0,5 0 0,5 0 0,28-131 0,-16 138 0,5 1 0,59-142 0,-59 178 0,4 1 0,2 2 0,2 1 0,74-92 0,-92 130 0,1 1 0,1 1 0,1 0 0,1 2 0,0 0 0,1 1 0,0 1 0,25-11 0,-37 20 0,1 1 0,-1 0 0,1 1 0,0 0 0,1 1 0,-1 0 0,0 0 0,1 1 0,-1 1 0,0 0 0,1 0 0,-1 1 0,1 0 0,-1 1 0,0 0 0,0 1 0,0 0 0,0 0 0,0 1 0,0 0 0,-1 1 0,11 7 0,-3 0 0,0 1 0,-2 1 0,1 0 0,-2 1 0,0 0 0,-1 1 0,0 1 0,11 21 0,1 6 0,-3 1 0,23 61 0,-8 5-94,-5 2 0,-4 0 0,19 175-1,-4 356-91,-40-470 186,-2-49 0,32 239 0,-30-349-92,-2-7 25,0 0 0,0-1 0,1 1 0,0-1 0,0 1 0,1-1 0,-1 0 0,2 1 0,-1-2 0,1 1 0,9 12 0,0-10-6665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3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0 173 24575,'0'0'0,"0"0"0,1 0 0,5-3 0,16-3 0,31-9 0,36-6 0,35-4 0,29-3 0,18 1 0,3 1 0,-28 4-8191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4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 1 24575,'5'35'0,"-2"1"0,-1 0 0,-3 47 0,0-18 0,-46 903 0,40-878 0,4-48 0,-4 109 0,7-131 0,1 0 0,2-1 0,-1 1 0,2 0 0,8 23 0,-11-38 0,1 0 0,0-1 0,0 1 0,0-1 0,1 0 0,-1 0 0,1 0 0,0 0 0,0 0 0,1 0 0,-1-1 0,1 0 0,0 1 0,0-1 0,0-1 0,0 1 0,8 3 0,-6-4 0,0 0 0,1 0 0,-1-1 0,1 0 0,-1 0 0,1 0 0,-1-1 0,1 0 0,0 0 0,-1-1 0,1 0 0,10-3 0,47-18-1365,-5-6-5461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4.4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58 24575,'0'0'0,"0"0"0,0 0 0,6 1 0,17 3 0,29 4 0,37-1 0,33-3 0,25-8 0,16-12 0,5-14 0,-25-1-8191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4.7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257 1 24575,'-10'21'0,"-24"70"0,-42 182 0,8 103 0,4 175 0,60-457 0,4-1 0,4 1 0,30 175 0,-21-216-1365,-2-22-5461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5.8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1331 24575,'-7'-16'0,"7"14"0,1 0 0,-1 0 0,1 0 0,0 0 0,0 0 0,-1 0 0,2 0 0,-1 0 0,0 0 0,0 0 0,0 0 0,1 1 0,-1-1 0,1 0 0,0 1 0,-1 0 0,1-1 0,2 0 0,41-26 0,-37 23 0,59-29 0,1 2 0,108-34 0,154-27 0,-180 53 0,94-33 0,-195 55 0,0-2 0,81-46 0,-116 58 0,-1-1 0,0-1 0,-1 0 0,0-1 0,0 0 0,-1-1 0,17-24 0,-25 32 0,0 0 0,-1 1 0,0-1 0,0 0 0,0 0 0,0 0 0,-1-1 0,1 1 0,-1 0 0,0-1 0,0 1 0,-1 0 0,1-1 0,-1 1 0,0-1 0,0 1 0,-1-1 0,1 1 0,-1-1 0,0 1 0,0 0 0,-1-1 0,1 1 0,-1 0 0,0 0 0,0 0 0,0 0 0,-1 0 0,1 1 0,-1-1 0,0 1 0,-4-5 0,3 4 0,0 1 0,0 0 0,0 0 0,-1 0 0,1 0 0,-1 1 0,0-1 0,0 1 0,0 0 0,0 1 0,0-1 0,0 1 0,0 0 0,0 0 0,0 1 0,-1 0 0,1 0 0,0 0 0,0 0 0,-1 1 0,1 0 0,0 0 0,0 0 0,0 0 0,0 1 0,0 0 0,-9 5 0,2 0 0,-1 1 0,1 0 0,0 0 0,0 1 0,1 1 0,0 0 0,1 1 0,-18 23 0,10-5 0,0 0 0,3 2 0,0 0 0,2 0 0,1 1 0,2 1 0,1 0 0,1 1 0,2-1 0,-2 41 0,5-22 0,2 1 0,2-1 0,3 1 0,2-1 0,25 101 0,-23-125 0,1 0 0,1 0 0,1-1 0,2 0 0,1-1 0,0 0 0,2-1 0,27 32 0,-35-49 0,-1 0 0,1 0 0,1 0 0,-1-1 0,1 0 0,1-1 0,-1 0 0,1 0 0,0-1 0,0 0 0,1-1 0,-1 0 0,1-1 0,0 0 0,0-1 0,0 0 0,1 0 0,-1-1 0,0-1 0,0 0 0,1-1 0,-1 0 0,0 0 0,20-6 0,-7-1 0,-1-1 0,0-1 0,0-2 0,-1 0 0,-1-1 0,0-1 0,0-1 0,-2 0 0,34-35 0,-12 5 0,-1-2 0,63-100 0,9-53 0,-95 163 0,-1-1 0,-2 0 0,14-66 0,-25 93 0,0 11 0,1 22 0,-3-21 0,13 107 0,1 114 0,-13 115 0,-2-285 0,-1-31 0,0-16 0,0-1 0,1 1 0,0-1 0,0 1 0,1-1 0,-1 1 0,2 5 0,-1-10 0,-1 1 0,0-1 0,0 0 0,0 0 0,1 1 0,-1-1 0,0 0 0,0 0 0,1 0 0,-1 0 0,0 1 0,0-1 0,1 0 0,-1 0 0,0 0 0,1 0 0,-1 0 0,0 0 0,1 0 0,-1 0 0,0 0 0,0 0 0,1 0 0,-1 0 0,0 0 0,1 0 0,-1 0 0,0 0 0,1 0 0,-1 0 0,0 0 0,0 0 0,1 0 0,-1-1 0,0 1 0,1 0 0,-1 0 0,0 0 0,0 0 0,0-1 0,1 1 0,-1 0 0,0 0 0,0-1 0,0 1 0,1-1 0,10-9 0,0 0 0,-1-1 0,-1-1 0,0 0 0,11-18 0,-5 8 0,307-523 0,-208 339 0,-104 187 0,0-1 0,2 0 0,0 1 0,21-24 0,-30 39 0,-1 1 0,1 0 0,0 0 0,0 1 0,0-1 0,0 0 0,1 1 0,-1 0 0,1 0 0,-1 0 0,1 0 0,0 0 0,-1 1 0,1 0 0,0 0 0,0 0 0,0 0 0,0 0 0,0 1 0,0 0 0,0 0 0,1 0 0,-1 0 0,0 1 0,5 1 0,-1 1 0,0 0 0,0 1 0,0 1 0,0-1 0,0 1 0,-1 1 0,0-1 0,0 1 0,-1 0 0,7 9 0,9 11 0,24 40 0,-38-55 0,179 329 0,-65-105 0,-118-227 0,1-1 0,-1 0 0,1 0 0,1 0 0,-1 0 0,10 7 0,-13-12 0,-1-1 0,1 1 0,0-1 0,1 0 0,-1 0 0,0 0 0,0 0 0,0 0 0,1-1 0,-1 1 0,0-1 0,1 1 0,-1-1 0,0 0 0,1 0 0,-1 0 0,0 0 0,1 0 0,-1-1 0,1 1 0,-1-1 0,0 1 0,0-1 0,1 0 0,-1 0 0,0 0 0,3-2 0,4-3 0,1-1 0,-1 0 0,0 0 0,0-1 0,-1 0 0,0-1 0,-1 0 0,0 0 0,0-1 0,5-10 0,8-17 0,23-57 0,-17 23 0,-3 0 0,-3-2 0,-3 0 0,10-101 0,-18 66 0,-5 0 0,-12-152 0,-15 61 0,17 167 0,-2 1 0,0-1 0,-2 1 0,-16-31 0,26 60 0,0 1 0,-1 0 0,1 0 0,-1 0 0,1 0 0,-1 1 0,0-1 0,1 0 0,-1 0 0,0 0 0,0 0 0,0 1 0,0-1 0,0 0 0,0 1 0,-1-2 0,2 2 0,-1 0 0,0 0 0,1 0 0,-1 0 0,0 0 0,1 0 0,-1 0 0,1 0 0,-1 0 0,0 1 0,1-1 0,-1 0 0,1 0 0,-1 0 0,1 1 0,-1-1 0,0 0 0,1 1 0,-1-1 0,1 0 0,0 1 0,-1 0 0,-4 4 0,2 0 0,-1 0 0,0 0 0,1 0 0,-3 8 0,-22 47 0,2 1 0,-26 99 0,-17 141 0,44-158 0,-9 206 0,31-258 0,4 0 0,5 0 0,24 129 0,-21-174 0,3 0 0,32 82 0,-38-112 0,1-1 0,1 0 0,1-1 0,0 0 0,0 0 0,2 0 0,-1-2 0,2 1 0,0-1 0,0-1 0,19 13 0,-25-20-85,1 0 0,0 0-1,0-1 1,0 0 0,1-1-1,-1 1 1,1-1 0,-1-1-1,1 1 1,0-1 0,0-1-1,-1 1 1,1-1 0,0-1-1,8-1 1,38-11-6741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6.2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0 384 24575,'14'-11'0,"21"-13"0,1 2 0,66-29 0,85-24 0,-161 66 0,102-37 0,2 7 0,1 5 0,2 6 0,156-13 0,-271 39 0,0 1 0,1 0 0,-1 2 0,32 4 0,-45-4 0,1 0 0,-1 1 0,0-1 0,0 1 0,-1 1 0,1-1 0,0 0 0,-1 1 0,1 0 0,-1 0 0,0 1 0,0-1 0,0 1 0,0 0 0,-1 0 0,0 0 0,1 0 0,-2 0 0,1 1 0,0 0 0,1 4 0,3 9 0,-2 0 0,0 0 0,0 0 0,-2 1 0,-1 0 0,1 30 0,-11 118 0,7-151 0,-41 321 117,-1 12-1599,43-340-5344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7.2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24575,'0'0'0,"0"0"0,6 7 0,166 201 0,251 404 0,-416-602 0,5 15 0,-12-24 0,0 1 0,0-1 0,0 0 0,0 0 0,0 0 0,-1 0 0,1 1 0,0-1 0,-1 0 0,1 0 0,-1 0 0,1 0 0,-1 0 0,1 0 0,-1 0 0,0 0 0,1 0 0,-1 0 0,0 0 0,0-1 0,0 1 0,-1 1 0,-4 3 0,-56 49 0,-56 64 0,100-96 0,1 0 0,0 1 0,1 0 0,2 2 0,1 0 0,-19 48 0,21-40 0,2 0 0,2 1 0,1 0 0,1 0 0,2 1 0,1-1 0,2 1 0,2 0 0,1-1 0,1 1 0,2-1 0,1-1 0,16 43 0,-23-74 0,18 32 0,-18-33 0,1-1 0,-1 1 0,1-1 0,-1 1 0,0-1 0,1 1 0,-1-1 0,1 0 0,-1 1 0,1-1 0,0 1 0,-1-1 0,1 0 0,-1 0 0,1 1 0,-1-1 0,1 0 0,0 0 0,-1 0 0,1 0 0,0 0 0,-1 0 0,1 0 0,0 0 0,-1 0 0,1 0 0,-1 0 0,1 0 0,0 0 0,-1-1 0,1 1 0,-1 0 0,1 0 0,0-1 0,-1 1 0,1 0 0,-1-1 0,1 1 0,-1 0 0,1-1 0,-1 1 0,1-1 0,-1 1 0,0-1 0,1 1 0,-1-1 0,0 1 0,1-1 0,-1 0 0,0 1 0,0-1 0,1 1 0,-1-2 0,5-7 0,-1 0 0,0-1 0,-1 0 0,0 0 0,0 0 0,-1 0 0,-1-1 0,1 1 0,-1-20 0,-9-100 0,7 121 0,-18-119 0,-39-136 0,34 165 0,20 84 0,1-1 0,1 1 0,0-1 0,1 0 0,1-22 0,0 32 0,1-1 0,0 1 0,1 0 0,0 0 0,0 0 0,0 0 0,1 0 0,-1 0 0,1 1 0,1-1 0,-1 1 0,1 0 0,0 0 0,0 0 0,0 0 0,6-4 0,4-2 0,1 1 0,1 0 0,0 1 0,0 0 0,0 1 0,1 1 0,0 1 0,1 0 0,-1 2 0,1 0 0,0 0 0,25 0 0,-18 2 0,1 2 0,-1 1 0,1 0 0,-1 2 0,0 1 0,0 1 0,0 1 0,33 13 0,-35-8 0,0 1 0,0 1 0,-1 0 0,-1 2 0,0 0 0,-1 2 0,-1 0 0,-1 1 0,0 1 0,-1 1 0,-1 0 0,-1 1 0,-1 1 0,-1 0 0,-1 1 0,13 36 0,-12-27 0,-3 0 0,0 1 0,-3 0 0,0 1 0,-2-1 0,-2 1 0,-1 0 0,-1 0 0,-2 0 0,-2 0 0,-1 0 0,-9 36 0,7-48 0,7-29 0,11-38 0,5 5 0,3 0 0,1 1 0,2 2 0,2 0 0,1 2 0,1 0 0,52-48 0,-76 79 0,1 1 0,-1 0 0,1 1 0,-1-1 0,1 1 0,0-1 0,0 1 0,0 0 0,0 1 0,0-1 0,8-1 0,-9 3 0,-1 0 0,1 0 0,-1 0 0,0 0 0,1 0 0,-1 1 0,0-1 0,1 1 0,-1 0 0,0 0 0,0 0 0,0 0 0,0 0 0,1 0 0,-2 0 0,1 1 0,0-1 0,0 1 0,0 0 0,-1-1 0,1 1 0,-1 0 0,3 4 0,5 6 0,-2 1 0,0 1 0,0-1 0,-2 1 0,1 1 0,-2-1 0,4 15 0,14 110 0,-19-116 0,6 72-90,11 65 297,-17-143-392,1 0 0,1-1-1,1 0 1,0 0 0,1 0 0,1 0-1,9 14 1,19 17-6641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7.8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1 208 24575,'100'-8'0,"223"-33"3,201-20-1075,513 21-512,-435 24 1241,-229 0 317,281-9-464,-1 40 629,-609-10 354,-35-3-108,0 0-1,0-1 1,0-1 0,12 0 0,-40 0-1345,-14-2-5315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8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1 154 24575,'0'0'0,"1"0"0,9-2 0,23-2 0,42-3 0,49-4 0,50-3 0,42-2 0,36-7 0,23-3-813,12-1 813,-44 4-7378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48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24575,'1'1'0,"-1"0"0,1-1 0,-1 1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1:51.7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 24575,'0'0'0,"0"0"0,3 0 0,7 0 0,15 0 0,18-1 0,22-4 0,-1-1-8191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26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0,1 2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27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1 24575,'0'0'0,"0"0"0,-2 16 0,-20 180 0,8 1 0,9 0 0,22 201 0,-9-326 0,3 0 0,25 85 0,-27-127 0,1 0 0,1-1 0,2 0 0,1-1 0,1 0 0,2-1 0,30 39 0,-43-62 0,-1 0 0,0 0 0,1 0 0,0-1 0,0 1 0,0-1 0,1 0 0,-1 0 0,1-1 0,-1 1 0,1-1 0,0 0 0,0 0 0,0-1 0,7 2 0,-7-3 0,0 0 0,0 0 0,0 0 0,0-1 0,0 0 0,0 0 0,-1-1 0,1 1 0,0-1 0,-1 0 0,1 0 0,-1 0 0,0-1 0,1 0 0,-1 1 0,4-5 0,9-9 0,-1 1 0,0-2 0,-1 0 0,-1-1 0,0-1 0,-2 0 0,0 0 0,-1-2 0,15-38 0,-8 9 0,-2-1 0,-2-1 0,7-58 0,-14 67 0,-1 0 0,-2-1 0,-3 0 0,-5-64 0,19 209 0,48 175 0,-41-209 0,3-1 0,2-1 0,61 102 0,-72-141 0,0-1 0,2-1 0,1-1 0,0-1 0,2-1 0,0 0 0,1-1 0,2-2 0,0 0 0,0-2 0,40 20 0,-50-30 0,-1-1 0,1 0 0,0-1 0,1 0 0,-1-2 0,1 1 0,-1-2 0,1 0 0,-1-1 0,1 0 0,0-1 0,-1-1 0,21-4 0,-18 1 0,-1-1 0,1 0 0,-1-1 0,0-1 0,0 0 0,-1-1 0,0-1 0,-1 0 0,0-1 0,22-23 0,-9 3 0,0-1 0,-2-2 0,-2 0 0,-1-2 0,-1 0 0,-3-2 0,0 0 0,20-70 0,-17 30 0,-2-1 0,-5 0 0,8-129 0,-18 117 0,-3 0 0,-5 1 0,-4-1 0,-3 1 0,-5 0 0,-3 1 0,-32-89 0,47 167-112,2 5-96,0 0-1,-1 0 0,1 0 0,-1 0 0,-5-7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27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24575,'0'0'0,"2"8"0,30 103 0,25 167 0,-7 119 0,-8 113 0,0 6 0,-38-471-273,2 0 0,2 0 0,1-1 0,20 55 0,-25-90-6553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38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2452 24575,'7'-5'0,"0"-1"0,0 1 0,0 0 0,1 1 0,8-5 0,10-5 0,183-104 0,269-108 0,243-55 0,-560 221 0,1420-526-396,11 28 248,-763 300 105,-77 25 540,-696 216-412,-30 10-84,0-2 0,0 0 1,48-25-1,-71 26-1366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39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1 571 24575,'0'0'0,"0"0"0,0 0 0,1 3 0,36 98 0,89 229 0,-82-227 0,66 110 0,-85-172 0,56 71 0,-69-97 0,1-2 0,0 1 0,1-2 0,0 0 0,1-1 0,0 0 0,33 17 0,-45-27 0,0 0 0,0 0 0,0 0 0,0 0 0,0 0 0,0 0 0,0-1 0,0 0 0,0 1 0,0-1 0,0-1 0,0 1 0,0 0 0,0-1 0,0 1 0,0-1 0,0 0 0,4-1 0,-3-1 0,0 1 0,0-1 0,0 0 0,0 0 0,0 0 0,-1 0 0,1-1 0,-1 1 0,0-1 0,4-6 0,3-8 0,0 0 0,-2 0 0,0-1 0,7-26 0,1-15 0,-2-1 0,11-109 0,-9-130 0,-12 184 0,-4 62 0,-1 33 0,1 0 0,4-25 0,6 62 0,-4-8 0,108 185 0,24 36 0,-116-199 0,0 0 0,2-2 0,2 0 0,0-2 0,33 25 0,-48-42 0,0-2 0,0 1 0,1-2 0,0 1 0,0-1 0,1-1 0,-1-1 0,26 7 0,-30-10 0,-1 0 0,0-1 0,1 1 0,-1-1 0,0-1 0,1 1 0,-1-1 0,0-1 0,1 1 0,-1-1 0,0-1 0,0 1 0,0-1 0,-1 0 0,1-1 0,-1 0 0,11-8 0,-4 1 0,-1-1 0,0 0 0,-1-1 0,-1-1 0,0 1 0,0-2 0,-2 1 0,0-1 0,0-1 0,7-23 0,0-5 0,-3 0 0,12-77 0,-16 44 0,-2 0 0,-4-1 0,-4 0 0,-3 1 0,-3-1 0,-3 2 0,-4-1 0,-49-144 0,53 192-1365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40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561 102 24575,'-6'-3'0,"-1"1"0,0 0 0,0 0 0,0 0 0,0 1 0,0 0 0,0 1 0,-1-1 0,1 1 0,0 1 0,0-1 0,0 1 0,-12 3 0,5 0 0,-1 1 0,1 0 0,0 0 0,0 2 0,-18 11 0,7-1 0,0 1 0,2 1 0,0 2 0,2 0 0,-32 40 0,25-25 0,3 1 0,1 1 0,-23 50 0,38-67 0,0 1 0,1-1 0,1 2 0,1-1 0,1 1 0,1 0 0,1 0 0,1 1 0,1 31 0,2-42 0,0 0 0,1 0 0,1 0 0,0-1 0,0 1 0,1-1 0,1 1 0,0-1 0,1-1 0,0 1 0,1-1 0,0 0 0,0 0 0,2-1 0,-1 0 0,1-1 0,0 1 0,12 7 0,-9-8 0,1-1 0,-1 0 0,1-1 0,1 0 0,-1-1 0,1-1 0,0 0 0,0-1 0,28 4 0,-21-5 0,0-2 0,0-1 0,0 0 0,0-2 0,1 0 0,25-7 0,-7-1 0,-1-3 0,0-1 0,-1-2 0,0-2 0,-2-1 0,55-38 0,-54 31 0,-2-2 0,-1-1 0,-1-2 0,-2-1 0,37-48 0,-53 60 0,0-1 0,-2-1 0,0 0 0,-2 0 0,0-1 0,-2-1 0,0 0 0,-2 0 0,-1 0 0,7-50 0,-12 62 0,-1 0 0,0 0 0,-1 0 0,-1 0 0,0 0 0,0 0 0,-1 0 0,0 1 0,-1-1 0,-1 1 0,0 0 0,-11-19 0,7 17 0,-1 0 0,0 0 0,-1 2 0,0-1 0,-1 1 0,0 1 0,-1 0 0,-27-16 0,19 15 0,0 0 0,-1 2 0,0 0 0,-1 2 0,0 0 0,0 2 0,0 0 0,0 1 0,-1 2 0,0 1 0,0 0 0,1 2 0,-28 4 0,34-3 0,1 2 0,0 0 0,0 1 0,0 0 0,1 1 0,-21 12 0,32-16 0,0 0 0,0 0 0,1 1 0,0-1 0,-1 1 0,1 0 0,0 0 0,0 0 0,0 0 0,1 1 0,-1-1 0,1 1 0,0-1 0,0 1 0,0 0 0,0 0 0,1 0 0,0 0 0,-1 0 0,1 0 0,1 0 0,-1 1 0,1-1 0,-1 0 0,1 0 0,1 1 0,-1-1 0,0 0 0,1 0 0,1 5 0,2 1 0,0 1 0,1-1 0,0-1 0,0 1 0,1-1 0,0 1 0,1-2 0,0 1 0,0-1 0,1 0 0,14 11 0,5 2 0,1-1 0,43 23 0,-19-16 0,2-2 0,79 25 0,119 22 0,80 28 0,-299-87-273,-1 1 0,-1 1 0,0 2 0,29 21 0,-51-31-6553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42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 24575,'0'0'0,"0"-1"0,1 0 0,-1 1 0,1-1 0,-1 0 0,1 1 0,-1-1 0,1 0 0,0 1 0,-1-1 0,1 1 0,-1-1 0,1 1 0,0 0 0,0-1 0,-1 1 0,1 0 0,0-1 0,0 1 0,-1 0 0,1 0 0,0 0 0,0-1 0,0 1 0,-1 0 0,1 0 0,0 0 0,0 0 0,0 1 0,0-1 0,-1 0 0,2 0 0,4 0 0,82 2 0,-1 3 0,140 26 0,-170-22 0,791 145 26,395 55-907,-248-121 880,4-32 4,625 50-26,-1259-68-80,375 27 1060,-711-63-936,-17 0-21,0-2 0,0 1 1,0-1-1,18-3 0,-38 1-1365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43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1 138 24575,'15'27'0,"-13"-21"0,27 64 0,27 100 0,7 82 0,-36-139 0,-9-38 0,-2-3 0,3-1 0,47 115 0,-64-181 0,0-1 0,0 0 0,0 0 0,0 0 0,1 0 0,-1 0 0,4 3 0,-5-6 0,-1-1 0,1 1 0,0 0 0,0-1 0,0 1 0,0-1 0,0 1 0,-1-1 0,1 1 0,0-1 0,0 0 0,0 0 0,0 1 0,0-1 0,0 0 0,0 0 0,0 0 0,0 0 0,0 0 0,0 0 0,0 0 0,0 0 0,0-1 0,0 1 0,0 0 0,0-1 0,0 1 0,0 0 0,0-1 0,0 1 0,-1-1 0,1 0 0,1 0 0,6-5 0,0-1 0,0 0 0,-1-1 0,0 1 0,-1-1 0,1 0 0,5-12 0,35-68 0,-45 85 0,29-69 0,-3-2 0,-4-2 0,-2 0 0,-4-1 0,-4 0 0,7-99 0,6 199 0,13 18 0,-2 3 0,-2 1 0,37 60 0,-45-62 0,2-1 0,2-1 0,2-1 0,58 53 0,-86-87 0,1-1 0,1 0 0,-1 0 0,1-1 0,0 0 0,0 0 0,0 0 0,1-1 0,-1-1 0,1 1 0,12 1 0,-14-4 0,0 0 0,0 0 0,0 0 0,0-1 0,0 0 0,-1 0 0,1-1 0,0 0 0,0 0 0,-1-1 0,1 1 0,-1-2 0,0 1 0,0 0 0,6-6 0,4-4 0,0-1 0,-1-1 0,0 0 0,-1-1 0,-1 0 0,-1-1 0,0-1 0,10-22 0,4-11 0,32-97 0,-40 96 0,-2-1 0,-2-1 0,-3-1 0,-3 1 0,-1-2 0,-3 1 0,-3 0 0,-6-69 0,4 122-61,-7-34-1243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44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 0 24575,'4'27'0,"24"208"0,-10 0 0,-11 1 0,-24 259 0,16-489 0,1-3 0,0 1 0,0-1 0,0 1 0,-1-1 0,0 1 0,0-1 0,-2 7 0,2-9 0,0-1 0,1 1 0,-1 0 0,0-1 0,1 1 0,-1-1 0,0 1 0,0-1 0,0 1 0,1-1 0,-1 0 0,0 1 0,0-1 0,0 0 0,0 0 0,0 1 0,0-1 0,0 0 0,0 0 0,0 0 0,1 0 0,-1 0 0,0-1 0,0 1 0,0 0 0,0 0 0,0 0 0,0-1 0,0 1 0,0-1 0,1 1 0,-1 0 0,0-1 0,0 0 0,-1 0 0,-5-3 0,0-1 0,-1 1 0,1-1 0,1-1 0,-1 1 0,1-1 0,0 0 0,0-1 0,1 1 0,0-1 0,0 0 0,1-1 0,-1 1 0,2-1 0,-1 0 0,1 0 0,0 0 0,1 0 0,0 0 0,0-1 0,0 1 0,1-14 0,0 2 0,1 0 0,1 1 0,1-1 0,0 1 0,2-1 0,0 1 0,2 0 0,13-34 0,1 11 0,2 2 0,2 0 0,2 1 0,1 2 0,59-63 0,183-150 0,-227 212 0,-10 11 0,147-125 0,-187 157 0,1 0 0,-1-1 0,-14 6 0,-13 5 0,-472 286 0,506-300 0,0-1 0,0 1 0,0-1 0,0 1 0,0 0 0,0-1 0,0 1 0,1 0 0,-1 0 0,0 0 0,1-1 0,-1 1 0,0 0 0,1 0 0,-1 0 0,1 0 0,-1 0 0,1 0 0,0 0 0,-1 1 0,1-1 0,0 0 0,0 0 0,0 0 0,0 0 0,0 0 0,0 0 0,0 0 0,0 0 0,0 1 0,0-1 0,1 0 0,-1 0 0,0 0 0,1 0 0,-1 0 0,1 0 0,-1 0 0,1 0 0,1 1 0,3 4 0,1 0 0,0 0 0,0-1 0,13 9 0,-5-3 0,396 261 0,-317-215 0,10 6-455,2-4 0,176 70 0,-228-110-6371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45.5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24575,'12'5'0,"477"217"-31,273 118 105,21-50-626,211-28 428,14-53 136,-479-103-2,-128-21-10,164 33 0,1-24 0,-553-93 1,223 25 316,-175-22-170,114-9-1,-171 5-146,0 0 0,0-1 0,0 0 0,0 0 0,-1 0 0,1-1 0,0 1 0,-1-1 0,1 0 0,3-2 0,5-3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46.7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80 24575,'12'13'0,"-1"1"0,0 1 0,-2 0 0,10 18 0,36 78 0,-43-85 0,87 207 0,6 12 0,-103-240 0,12 24 0,19 29 0,-28-51 0,-1-1 0,1 1 0,0-1 0,1 0 0,0 0 0,0 0 0,0-1 0,0 0 0,14 8 0,-17-12 0,0 0 0,0 0 0,0 0 0,0-1 0,0 1 0,1-1 0,-1 1 0,0-1 0,0 0 0,1-1 0,-1 1 0,0 0 0,0-1 0,1 0 0,-1 0 0,0 0 0,0 0 0,0 0 0,0 0 0,0-1 0,0 0 0,-1 0 0,1 1 0,-1-1 0,6-5 0,2-3 0,-1 1 0,0-2 0,0 1 0,13-23 0,-5 4 0,-2-1 0,0-1 0,-2-1 0,10-38 0,25-135 0,-24 93 0,-21 112 0,-1 1 0,0 0 0,0 0 0,1 1 0,-1-1 0,0 0 0,0 1 0,0-1 0,0 1 0,-1-1 0,4 5 0,19 19 0,-1 2 0,-1 1 0,20 33 0,49 99 0,-48-82 0,-36-66 0,23 42 0,2-2 0,40 49 0,-62-88 0,1 0 0,0-1 0,1 0 0,1-1 0,0 0 0,0-1 0,1-1 0,0 0 0,1-1 0,0 0 0,0-2 0,24 9 0,-32-14 0,1 1 0,-1-1 0,1 0 0,-1-1 0,1 0 0,0 0 0,-1 0 0,1-1 0,-1 0 0,1-1 0,-1 0 0,1 0 0,-1 0 0,0-1 0,0 0 0,0-1 0,0 1 0,-1-1 0,0 0 0,1-1 0,-2 0 0,1 0 0,0 0 0,-1-1 0,8-10 0,2-4 0,-1-2 0,-1 0 0,-1 0 0,0-1 0,-2 0 0,10-36 0,-4 4 0,-2-1 0,-3 1 0,-3-2 0,-2 1 0,-1-83 0,-9 58 0,-3 0 0,-3 0 0,-26-96 0,37 192-1365,1 1-5461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47.2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24575,'0'6'0,"1"0"0,1 0 0,-1 0 0,1 0 0,0 0 0,4 8 0,3 12 0,61 217 0,62 197 0,-131-437 0,52 137 0,-47-126 0,1-1 0,1 0 0,0 0 0,0 0 0,2-1 0,-1-1 0,21 20 0,-27-29 0,0 1 0,0-1 0,0 0 0,0 0 0,1 0 0,-1-1 0,1 1 0,-1-1 0,1 0 0,0 1 0,0-2 0,-1 1 0,1 0 0,0-1 0,0 0 0,7 0 0,-5-1 0,0 0 0,0-1 0,0 1 0,-1-1 0,1-1 0,-1 1 0,1-1 0,-1 0 0,9-6 0,4-6 0,-1-1 0,0 0 0,-2-1 0,21-27 0,12-24 0,77-141 0,18-89 0,-86 176 0,38-78-1365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48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0,6 0 0,464 34 0,191 11 0,-242-23 0,-413-22 120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49.2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24575,'0'0'0,"0"0"0,7-1 0,27 3 0,-1 1 0,0 2 0,0 1 0,60 20 0,-57-16 0,90 26 0,179 47 0,-212-63 0,126 12 0,-29-19 0,0-10 0,277-29 0,-465 26 120,-6 0-1605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49.7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389 0 24575,'120'105'0,"-55"-50"0,290 246 0,128 113 0,-463-396 0,-7-8 0,0 1 0,0 1 0,-2 0 0,1 1 0,-1 0 0,-1 0 0,16 29 0,-26-41 0,1 1 0,-1-1 0,0 1 0,1-1 0,-1 0 0,0 1 0,0-1 0,0 1 0,0-1 0,0 1 0,-1-1 0,1 0 0,0 1 0,-1-1 0,1 0 0,-1 1 0,1-1 0,-1 0 0,0 1 0,0 1 0,-24 25 0,21-23 0,-43 40 0,-3-1 0,-54 37 0,-122 71 0,-668 364 0,790-463-1365,21-14-5461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50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 24575,'0'0'0,"0"0"0,1-1 0,-1 1 0,0 0 0,0-1 0,0 1 0,1 0 0,-1 0 0,0-1 0,0 1 0,1 0 0,-1 0 0,0-1 0,1 1 0,-1 0 0,0 0 0,1 0 0,-1 0 0,0-1 0,1 1 0,-1 0 0,0 0 0,1 0 0,-1 0 0,0 0 0,1 0 0,-1 0 0,1 0 0,0 0 0,79 5 0,100 19 0,80 29 0,13 3 0,-208-44 0,20 3 0,141 7 0,-217-22 120,-6 0-321,-5-1-1083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50.9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24575,'12'18'0,"-5"-10"0,43 58 0,4-3 0,119 110 0,153 80 0,-296-233 0,-16-12 0,0 1 0,-1 1 0,0 0 0,0 1 0,10 13 0,-21-21 0,0 0 0,0 0 0,-1 1 0,1-1 0,-1 0 0,0 1 0,0-1 0,0 1 0,0 0 0,-1-1 0,1 1 0,-1 0 0,0-1 0,0 1 0,0 0 0,-1-1 0,1 1 0,-1-1 0,0 1 0,0-1 0,0 1 0,-3 4 0,-4 9 0,0 0 0,-1 0 0,-13 16 0,19-27 0,-45 62 40,-2-3 0,-81 81 0,-135 99-1525,163-160-5341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51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3 24575,'-3'-2'0,"1"2"0,10 0 0,28 0 0,0 3 0,68 12 0,71 29 0,-152-38 0,19 5 0,103 32 0,-127-36 0,-1 0 0,0 1 0,0 0 0,-1 2 0,28 21 0,-38-26 0,0 1 0,0 0 0,-1 0 0,0 0 0,0 1 0,-1 0 0,0 0 0,0 0 0,0 0 0,3 14 0,-3-8 0,0 1 0,-2-1 0,0 1 0,0 0 0,-1 23 0,-4 3 0,-2 0 0,-1-1 0,-15 52 0,2-26 28,-3-1 1,-43 90-1,-78 114-711,104-199-84,21-36-6059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5:53.6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4478 1109 24575,'-10'-11'0,"-77"-87"0,-351-368 0,374 407 0,-3 4 0,-1 3 0,-3 2 0,-3 4 0,-1 3 0,-152-63 0,154 79 0,-1 3 0,-2 4 0,0 2 0,0 4 0,-1 4 0,-1 3 0,-146 5 0,106 13 0,0 5 0,0 5 0,-205 66 0,153-26 0,-298 151 0,327-135 0,-192 140 0,248-152 0,2 3 0,3 5 0,-82 96 0,123-121 0,2 1 0,2 2 0,2 1 0,3 2 0,1 0 0,4 3 0,2 0 0,2 1 0,3 1 0,2 1 0,4 0 0,1 1 0,-3 106 0,13-77-7,5 1 1,3-1-1,4 0 0,28 108 0,-9-89 28,4-2 1,5-2-1,54 103 0,-19-70-134,6-3 0,5-4 0,7-4 0,4-4 0,139 136-1,-131-157 114,4-5 0,5-4 0,3-6 0,4-4 0,3-6 0,258 118 0,-278-153 0,1-5 0,2-4 0,2-4 0,0-6 0,1-4 0,1-5 0,1-5 0,0-4 0,189-18 0,-180-4 0,-1-5 0,-1-5 0,-2-6 0,-1-4 0,-2-6 0,-2-4 0,-2-5 1,-2-5-1,151-107-1,-147 82 1,-4-4 0,-3-5 0,-5-5 0,-4-4 0,-4-3 0,-5-5 0,-5-4 0,75-135 0,-115 174 0,-4-3 0,-3-1 0,-3-1 0,33-133 0,-53 158 0,-1 0 0,-4 0 0,-1-1 0,-3 0 0,-3-1 0,-1 1 0,-3 1 0,-15-68 0,2 53 0,-3 0 0,-3 1 0,-3 2 0,-3 1 0,-2 1 0,-3 1 0,-56-73 0,15 37 0,-3 4 0,-5 3 0,-127-106 0,79 89-27,-272-166 0,-176-34 709,553 294-682,17 8 0,0 0 0,0 1 0,0 1 0,-1 0 0,0 0 0,0 1 0,0 0 0,-23-2 0,34 7-124,-1 0 0,0 1 0,0-1 0,1 0 0,-1 1 0,1-1-1,0 0 1,0 1 0,0-1 0,0 3 0,4 4-6702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00.5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1151 24575,'0'0'0,"0"0"0,0 0 0,3 0 0,0-2 0,-1 1 0,1 0 0,-1 0 0,1-1 0,-1 0 0,1 1 0,2-4 0,8-4 0,96-58 0,-3-4 0,165-144 0,-218 165 0,-3-1 0,-2-3 0,-2-2 0,-3-2 0,-2-2 0,44-87 0,-80 138 0,58-125 0,-52 108 0,-2 0 0,0-1 0,5-34 0,-13 60 0,-1 1 0,0 0 0,0-1 0,1 1 0,-1 0 0,0-1 0,0 1 0,0 0 0,0-1 0,0 1 0,0-1 0,0 1 0,0 0 0,0-1 0,0 1 0,0 0 0,0-1 0,0 1 0,0-1 0,0 1 0,0 0 0,0-1 0,0 1 0,0 0 0,0-1 0,-1 1 0,1 0 0,0-1 0,0 1 0,0 0 0,-1-1 0,1 1 0,0 0 0,0 0 0,-1-1 0,1 1 0,0 0 0,-1 0 0,1 0 0,0-1 0,-1 1 0,1 0 0,0 0 0,-1 0 0,1 0 0,0 0 0,-1 0 0,1-1 0,0 1 0,-1 0 0,1 0 0,-1 0 0,1 0 0,0 0 0,-1 1 0,1-1 0,0 0 0,-1 0 0,1 0 0,0 0 0,-1 0 0,0 1 0,-22 14 0,-42 46 0,3 2 0,3 2 0,-93 135 0,91-110 0,3 3 0,-74 165 0,103-188 0,3 1 0,2 2 0,4 0 0,-18 129 0,36-190 0,0 12 0,6-20 0,7-11 0,477-488 0,-477 563 0,-11-24 0,-2 0 0,-2-1 0,-2 1 0,-1-1 0,-18 56 0,-86 205 0,-31 12 0,140-312 0,0 1 0,-1 0 0,1 1 0,1-1 0,-1 1 0,-1 8 0,3-13 0,0 0 0,0 0 0,0 0 0,0 0 0,0 0 0,0 0 0,0 0 0,0 0 0,1 0 0,-1 0 0,0 0 0,1 0 0,-1 0 0,1 0 0,-1 0 0,1 0 0,0 0 0,-1 0 0,1 0 0,0-1 0,-1 1 0,1 0 0,0 0 0,0-1 0,0 1 0,0-1 0,0 1 0,0-1 0,0 1 0,0-1 0,0 1 0,0-1 0,0 0 0,0 0 0,1 1 0,7 0 0,-1-1 0,1 1 0,-1-2 0,1 1 0,-1-1 0,0 0 0,1-1 0,-1 0 0,0 0 0,12-6 0,13-5 0,32-21 0,-61 33 0,53-32-341,-2-2 0,-1-2-1,70-63 1,-101 79-6485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01.5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1032 1 24575,'-6'16'0,"-376"912"0,356-869 0,-95 233 0,103-239 0,2 1 0,2 1 0,-10 88 0,26-78 0,0-23 0,-3-40 0,1-1 0,-1 0 0,1 1 0,-1-1 0,1 0 0,-1 1 0,0-1 0,0 0 0,0 0 0,1 0 0,-1 0 0,0 0 0,0 0 0,-1 0 0,1 0 0,0 0 0,0 0 0,0 0 0,-1-1 0,1 1 0,0-1 0,-1 1 0,1-1 0,-2 1 0,-39 10 0,39-11 0,-7 2 0,-1-1 0,0-1 0,0 0 0,0 0 0,0-1 0,0 0 0,0-1 0,0 0 0,0-1 0,1 0 0,0-1 0,-1 0 0,1-1 0,1 0 0,-1 0 0,1-1 0,0 0 0,0-1 0,0 0 0,1 0 0,-12-15 0,6 6 0,0-1 0,1-1 0,1 0 0,1 0 0,0-2 0,1 1 0,2-1 0,0 0 0,1-1 0,-5-24 0,8 18-1365,4 13-5461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02.3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1527 1 24575,'-67'145'0,"7"2"0,-67 254 0,-32 320 0,119-522 0,29-141 0,-2 0 0,-3 0 0,-3-2 0,-41 87 0,50-124 0,-2 0 0,0-1 0,-1 0 0,0-1 0,-2 0 0,-27 23 0,29-29 0,0-1 0,-1-1 0,0-1 0,-1 0 0,0 0 0,0-2 0,0 0 0,-1 0 0,-30 5 0,23-7 0,1-2 0,-1 0 0,1-1 0,-1-2 0,1 0 0,-1-2 0,1 0 0,0-1 0,0-1 0,0-2 0,0 0 0,1-1 0,1-1 0,-1-1 0,1-1 0,1 0 0,0-2 0,-20-17 0,17 11 0,1 0 0,1-2 0,1 0 0,1-1 0,1-1 0,0 0 0,2-2 0,1 0 0,1 0 0,2-1 0,0-1 0,1 0 0,2 0 0,-5-29 0,11 45-124,0-1 0,1 1 0,1 0 0,0-1 0,0 1 0,1 0-1,0 0 1,1-1 0,1 1 0,5-17 0,9-11-6702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03.2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281 40 24575,'-4'-8'0,"-12"-18"0,15 25 0,0 1 0,1-1 0,-1 1 0,0-1 0,0 1 0,0-1 0,0 1 0,0 0 0,0 0 0,0-1 0,0 1 0,0 0 0,0 0 0,0 0 0,0 0 0,0 0 0,0 0 0,0 0 0,0 0 0,0 0 0,0 0 0,0 1 0,0-1 0,1 0 0,-1 1 0,0-1 0,0 1 0,-2 0 0,-9 7 0,-1 1 0,1 0 0,0 1 0,1 0 0,0 1 0,0 0 0,-13 20 0,-2 5 0,-26 52 0,47-80 0,-3 5 0,1 0 0,1 1 0,0-1 0,0 1 0,-4 21 0,11-35 0,-1 0 0,1 0 0,0 0 0,-1 0 0,1 0 0,0 0 0,-1 0 0,1 0 0,0 0 0,-1-1 0,1 1 0,0 0 0,-1 0 0,1 0 0,0-1 0,-1 1 0,1 0 0,-1-1 0,1 1 0,-1-1 0,1 1 0,-1-1 0,1 1 0,-1-1 0,1 0 0,20-15 0,-6 0 0,-1 0 0,-1 0 0,22-37 0,-28 41 0,-1 0 0,0 0 0,-1 0 0,0-1 0,-1 0 0,0 0 0,2-20 0,-6 33 0,0-1 0,0 0 0,1 1 0,-1-1 0,0 0 0,0 1 0,0-1 0,0 0 0,0 1 0,0-1 0,0 0 0,0 1 0,0-1 0,0 0 0,-1 1 0,1-1 0,0 1 0,0-1 0,0 0 0,-1 1 0,1-1 0,0 1 0,-1-1 0,0-1 0,-12 10 0,4-2 0,9-5 3,0-1 0,0 0 0,0 1 1,1-1-1,-1 0 0,0 1 0,0-1 0,0 0 0,1 1 0,-1-1 0,0 0 0,0 1 0,1-1 0,-1 0 0,0 0 0,0 1 0,1-1 1,-1 0-1,0 0 0,1 0 0,-1 0 0,0 1 0,1-1 0,-1 0 0,0 0 0,1 0 0,-1 0 0,0 0 0,1 0 0,-1 0 0,1 0 0,-1 0 1,0 0-1,1 0 0,-1 0 0,0 0 0,1 0 0,0 0 0,20 3-1488,-13-3-5341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15.7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1123 262 24575,'-2'-27'0,"0"17"0,1 1 0,-2-1 0,1 1 0,-2 0 0,1 0 0,-1 0 0,0 0 0,-1 0 0,0 1 0,-1 0 0,1 0 0,-10-10 0,5 9 0,0 0 0,0 0 0,-1 1 0,0 1 0,0 0 0,-1 0 0,0 1 0,-15-5 0,1 2 0,0 2 0,-1 0 0,1 2 0,-1 1 0,0 1 0,-1 2 0,1 1 0,-36 3 0,29 2 0,-1 1 0,1 2 0,1 1 0,-1 2 0,2 1 0,-1 2 0,2 1 0,0 1 0,-55 40 0,59-37 0,2 2 0,0 1 0,1 1 0,1 2 0,1 0 0,2 1 0,0 1 0,2 0 0,1 2 0,-21 48 0,32-64 0,1 1 0,1 0 0,0 0 0,1 0 0,0 0 0,2 1 0,-1-1 0,2 15 0,0-24 0,0-1 0,1 1 0,-1 0 0,1-1 0,0 1 0,1-1 0,-1 0 0,1 1 0,0-1 0,0 0 0,0 0 0,0 0 0,1 0 0,0 0 0,0-1 0,0 1 0,0-1 0,0 0 0,1 0 0,-1 0 0,1 0 0,0-1 0,0 1 0,0-1 0,0 0 0,0 0 0,1-1 0,7 3 0,2-1 0,1-1 0,-1 0 0,1-1 0,-1-1 0,1 0 0,-1-1 0,1 0 0,-1-1 0,0-1 0,20-6 0,0-2 0,0-2 0,-1-1 0,33-20 0,-22 10 0,-2-2 0,-1-2 0,0-2 0,-3-1 0,0-3 0,-3 0 0,0-3 0,32-45 0,-59 70 0,-9 14 0,-12 26 0,-171 462 0,-272 517 0,367-837 0,87-160 0,8-9 0,15-11 0,-19 9 0,41-24 0,-2-2 0,-1-2 0,42-38 0,105-113 0,-156 149 0,145-155 0,41-39 0,-194 203-1365,-3 5-5461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16.1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1086 0 24575,'-5'11'0,"-48"103"0,-60 187 0,-10 130 0,106-369 0,-3 12 0,-41 103 0,52-156 0,-1-1 0,-1 1 0,0-1 0,-2-1 0,0 0 0,-1-1 0,-1-1 0,0 0 0,-26 20 0,34-31 0,0-1 0,0-1 0,-1 1 0,0-1 0,0-1 0,0 0 0,0 0 0,0 0 0,-1-1 0,1 0 0,-17 1 0,13-3 0,-1 0 0,0-1 0,0 0 0,1-1 0,-1 0 0,1-1 0,-17-6 0,2-3 0,-1-1 0,2-1 0,0-1 0,0-1 0,2-1 0,-25-23 0,30 23-455,1 0 0,-26-32 0,17 11-6371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16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30 150 24575,'-1'-18'-227,"0"-1"-1,-1 1 1,-1 0-1,-1 0 1,-11-31-1,12 39-6598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17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804 0 24575,'-10'7'0,"-33"31"0,1 2 0,2 1 0,2 2 0,2 2 0,2 1 0,-35 63 0,6 6 0,-78 200 0,79-150-199,7 2 0,8 3-1,7 1 1,-30 289 0,61-337 207,5 0 1,5 0 0,6 0 0,5 0 0,6-1 0,5-1 0,55 172 0,-54-226-9,2-1 0,3-2 0,69 115 0,-81-153 0,1-2 0,0 0 0,2-1 0,1 0 0,1-2 0,0-1 0,2 0 0,0-2 0,1-1 0,1-1 0,44 20 0,-43-25 8,0-3 0,1 0 1,0-2-1,49 6 1,-24-9-636,81-4 1,55-16-5429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17.9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285 0 24575,'0'0'0,"1"3"0,5 9 0,4 21 0,6 31 0,3 45 0,-2 42 0,-7 48 0,-11 44 0,-34 73 0,-37 64 0,-53 50 0,-6-47-8191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0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24575,'0'0'0,"12"19"0,15 45 0,-3 2 0,19 84 0,18 144 0,-49-232 0,9 58 0,25 113 0,-34-182 0,3-1 0,32 72 0,-40-106 0,1 1 0,1-2 0,0 1 0,1-1 0,17 19 0,-24-31 0,0 1 0,1-1 0,-1 0 0,1 0 0,0 0 0,-1 0 0,2-1 0,-1 1 0,0-1 0,0 0 0,1 0 0,-1-1 0,1 1 0,-1-1 0,1 0 0,0-1 0,-1 1 0,1-1 0,0 1 0,-1-1 0,1-1 0,0 1 0,0-1 0,-1 0 0,7-1 0,0-3 0,0 0 0,-1 0 0,0-1 0,0 0 0,0-1 0,0 0 0,-1-1 0,0 0 0,-1 0 0,0-1 0,0 0 0,7-11 0,7-13 0,-1 0 0,20-47 0,-16 30 0,-3-1 0,-2 0 0,-3-2 0,-1 0 0,-3-1 0,6-61 0,-19 518 0,0-374 0,16 190 0,-12-190 0,2 1 0,1-1 0,1 0 0,1 0 0,17 32 0,-24-56 0,0-1 0,0 1 0,1-1 0,-1 0 0,1 0 0,0 0 0,1-1 0,-1 1 0,0-1 0,1 0 0,0 0 0,0 0 0,0 0 0,0-1 0,7 4 0,-8-5 0,0-1 0,0 1 0,1 0 0,-1-1 0,0 0 0,1 0 0,-1 0 0,0 0 0,1-1 0,-1 1 0,0-1 0,0 0 0,1 0 0,-1 0 0,0 0 0,0 0 0,0-1 0,0 0 0,0 1 0,-1-1 0,1 0 0,0 0 0,2-3 0,7-7 0,-1 1 0,-1-2 0,0 0 0,0 0 0,-1 0 0,-1-1 0,0-1 0,6-15 0,2-11 0,20-76 0,-17 33 0,-4-1 0,-4 0 0,-3 0 0,-6-146 0,-10 118 0,-4 1 0,-5 0 0,-35-118 0,30 146 0,35 89-1365,4 2-5461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0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1 24575,'-5'22'0,"-38"208"0,10 2 0,-5 393 0,41-406 0,0-183 0,2 1 0,1-1 0,20 67 0,-25-101 0,1 5 0,0 0 0,1-1 0,0 0 0,6 10 0,-9-16 0,1 1 0,-1 0 0,1 0 0,0 0 0,-1 0 0,1-1 0,0 1 0,-1 0 0,1-1 0,0 1 0,0-1 0,0 1 0,0-1 0,-1 1 0,1-1 0,0 1 0,0-1 0,0 0 0,0 1 0,0-1 0,0 0 0,0 0 0,0 0 0,0 0 0,0 0 0,0 0 0,0 0 0,0 0 0,0 0 0,0-1 0,0 1 0,0 0 0,0-1 0,0 1 0,0-1 0,0 1 0,0-1 0,1 0 0,3-3 0,0-1 0,0 1 0,-1-1 0,0 0 0,0 0 0,0-1 0,0 1 0,-1-1 0,0 1 0,3-8 0,20-65 0,-24 71 0,8-24 0,-3 0 0,0-1 0,3-61 0,-9 79 0,-1 0 0,-1 0 0,0 0 0,-1 0 0,-1 0 0,0 1 0,0-1 0,-2 1 0,0 0 0,0 0 0,-13-21 0,16 30 0,1 0 0,-1 0 0,1 0 0,-1 0 0,1 0 0,0 0 0,1 0 0,-1 0 0,1-1 0,0 1 0,0 0 0,0 0 0,0-1 0,1 1 0,0 0 0,0 0 0,0 0 0,0 0 0,1 0 0,1-4 0,6-11 0,0 1 0,23-32 0,-31 48 0,43-58 0,100-107 0,72-41 0,-158 155 0,27-29 0,198-169 0,-274 244-1365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1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24575,'2'2'0,"1"-1"0,-1 0 0,1 1 0,-1 0 0,0 0 0,0-1 0,1 1 0,-1 0 0,-1 1 0,1-1 0,0 0 0,1 3 0,4 4 0,85 93 0,211 211 0,-263-278 0,1-2 0,1-2 0,1-1 0,2-3 0,1-1 0,59 23 0,-100-47-75,1 1-69,2 0 1,-1-1 0,0 0-1,0 0 1,1 0 0,-1-1 0,1 0-1,9 0 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4.2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1327 24575,'9'-5'0,"1"-1"0,-1 0 0,10-10 0,11-7 0,46-30 0,49-33 0,135-122 0,-223 174 0,-2-1 0,-1-2 0,-2-2 0,-2 0 0,-1-2 0,-3-2 0,38-78 0,-46 76 0,-2 0 0,-1-1 0,12-70 0,-23 90 0,-1 0 0,-1 0 0,-1-1 0,-1 1 0,-1-1 0,-2 1 0,-11-49 0,14 74 0,0-1 0,0 1 0,-1-1 0,1 1 0,-1-1 0,1 1 0,-1 0 0,0-1 0,0 1 0,1 0 0,-1-1 0,0 1 0,0 0 0,0 0 0,-3-2 0,3 3 0,0 0 0,0 0 0,0 0 0,0 0 0,0 0 0,-1 0 0,1 0 0,0 0 0,0 0 0,0 1 0,0-1 0,0 1 0,0-1 0,-1 1 0,1-1 0,0 1 0,0-1 0,1 1 0,-1 0 0,0 0 0,0-1 0,0 1 0,-1 1 0,-14 13 0,1 1 0,1 0 0,0 1 0,1 1 0,-15 25 0,-51 105 0,70-129 0,-69 154 0,-90 287 0,-13 201 0,151-545 0,31-102 0,9-15 0,18-19 0,11-13 0,-2-2 0,60-73 0,54-94 0,-128 171 0,53-79 0,108-137 0,-173 235 0,0 0 0,1 1 0,0 0 0,1 1 0,0 1 0,1 0 0,0 0 0,15-6 0,-24 13 0,0 0 0,0 0 0,0 0 0,0 1 0,1 0 0,-1 0 0,0 1 0,1-1 0,-1 1 0,0 0 0,1 0 0,-1 1 0,0 0 0,0 0 0,1 0 0,-1 1 0,0-1 0,0 1 0,0 0 0,0 1 0,-1-1 0,1 1 0,-1 0 0,1 0 0,-1 0 0,0 1 0,7 7 0,-2 1 0,1 1 0,-2 0 0,0 0 0,0 1 0,-1 0 0,-1 0 0,-1 1 0,0 0 0,0 0 0,-2 0 0,3 20 0,1 20 0,-1 99 0,-20 79 0,6-140 0,5 108 0,4-180-227,1 1-1,2-1 1,0 0-1,1 0 1,10 26-1,9 6-6598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4.6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763 1 24575,'-4'11'0,"-29"84"0,5 1 0,-22 136 0,1 203 0,48-412 0,-1 8 0,-1 1 0,-1-1 0,-13 47 0,15-70 0,-1 0 0,0 1 0,-1-1 0,1-1 0,-2 1 0,1 0 0,-1-1 0,0 0 0,-1 0 0,0-1 0,0 1 0,0-1 0,-1-1 0,1 1 0,-1-1 0,-1 0 0,-11 6 0,-1-3 0,1-1 0,-2-1 0,1 0 0,-1-2 0,0 0 0,-40 1 0,19-4 0,1-2 0,-65-10 0,98 10-170,0-1-1,1 1 0,-1-1 1,1-1-1,-1 0 0,1 0 1,-13-7-1,-2-7-6655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4.9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42 24575,'0'0'0,"-4"-25"0,-13 8-1365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5.6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708 1 24575,'0'0'0,"-1"4"0,0 0 0,0 0 0,0 0 0,-1 0 0,1 0 0,-1 0 0,0 0 0,-3 4 0,-5 10 0,-212 427 0,1-3 0,163-310 0,-59 196 0,97-259 0,-17 130 0,33-167 0,2 1 0,1 0 0,2-1 0,1 1 0,1-1 0,11 43 0,-10-58 10,2-1 0,0 0 0,1 0 0,1-1 0,0 0 0,1 0 0,1-1 0,0 0 0,0 0 0,2-2 0,18 18 0,-13-16-175,0 0 0,1-1 0,1-2 0,-1 0 0,2 0 0,0-2 0,0 0 0,30 8 0,24 0-6661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6.1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223 0 24575,'-1'35'0,"-7"72"-31,-25 116-1,-38 105 228,-32 213-1694,97-473-5328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6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1 994 24575,'0'-25'0,"-1"13"0,1 1 0,1 0 0,-1 0 0,2 0 0,4-19 0,6-6 0,2 0 0,1 1 0,2 0 0,1 1 0,2 2 0,1 0 0,27-32 0,3 6 0,1 1 0,93-75 0,-65 69-341,3 3 0,2 4-1,170-83 1,-224 125-6485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6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24575,'30'17'0,"36"26"0,-16-10 0,90 58 17,107 66-1399,-212-138-5444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7.1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638 1 24575,'-1'22'0,"-103"867"0,101-862 0,-3 18 0,-16 93 0,19-124 0,0 0 0,-2-1 0,1 1 0,-2-1 0,0 0 0,-1-1 0,-10 17 0,13-25 0,1 0 0,-1 0 0,0 0 0,1 0 0,-2-1 0,1 1 0,0-1 0,-1 0 0,1-1 0,-1 1 0,0-1 0,0 0 0,-10 3 0,7-4 0,0 1 0,-1-1 0,1-1 0,-1 1 0,1-2 0,0 1 0,-1-1 0,-8-2 0,-8-3 0,1-2 0,0 0 0,0-2 0,-39-21 0,48 22-227,-1 0-1,1 0 1,1-2-1,-1 0 1,-24-24-1,17 7-6598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7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 24575,'0'-2'-68,"0"1"0,1-1 1,-1 1-1,0-1 0,1 0 0,-1 1 0,0-1 0,0 0 0,-1 1 0,1-1 0,-1-2 1,1 3-484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7.9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563 53 24575,'-2'-4'0,"1"0"0,0 1 0,0-1 0,0 0 0,0 0 0,1 0 0,-1-7 0,0 4 0,1 7 0,0 0 0,0-1 0,0 1 0,0 0 0,0 0 0,0 0 0,0-1 0,0 1 0,0 0 0,0 0 0,0 0 0,0-1 0,0 1 0,0 0 0,0 0 0,0-1 0,0 1 0,0 0 0,0 0 0,0 0 0,0-1 0,0 1 0,0 0 0,0 0 0,0 0 0,0-1 0,1 1 0,-1 0 0,0 0 0,0 0 0,0 0 0,0 0 0,0-1 0,1 1 0,-1 0 0,0 0 0,0 0 0,0 0 0,1 0 0,-1 0 0,0 0 0,0 0 0,0-1 0,1 1 0,-1 0 0,13 6 0,10 14 0,-4 3 0,-1 1 0,-1 1 0,-1 0 0,-1 1 0,-2 0 0,0 2 0,-2-1 0,12 47 0,-6-6 0,-3 1 0,8 109 0,-18-88 11,-4 1 0,-4 0-1,-3-1 1,-40 178 0,7-114-492,-119 288 1,-38-39 387,158-337-225,-3-2 0,-3-2 0,-96 103 0,67-95-5601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29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24575,'0'0'0,"2"11"0,22 149 0,77 404 0,-80-478 0,5-1 0,2-1 0,5-2 0,60 112 0,-84-178 0,-6-9 0,0-1 0,0 0 0,1-1 0,0 1 0,0-1 0,0 1 0,9 7 0,-11-12 0,-1-1 0,0 1 0,1-1 0,-1 0 0,0 1 0,1-1 0,-1 0 0,1 0 0,-1 0 0,0 0 0,1 0 0,-1 0 0,0-1 0,1 1 0,-1 0 0,0-1 0,1 1 0,-1-1 0,0 1 0,1-1 0,-1 0 0,0 1 0,0-1 0,0 0 0,2-2 0,30-26 0,-31 26 0,20-22 0,-1-1 0,-1 0 0,-2-2 0,0 0 0,23-53 0,-13 14 0,30-109 0,-55 163 0,12-52 0,-1 89 0,4 18 0,-2 0 0,18 76 0,5 93 0,17 64 0,-48-249 0,0 0 0,20 39 0,-25-59 0,0 0 0,0-1 0,1 1 0,-1-1 0,1 0 0,0 1 0,1-2 0,-1 1 0,1 0 0,0-1 0,0 0 0,1 0 0,-1-1 0,1 0 0,-1 1 0,11 2 0,-12-5 0,0 0 0,1-1 0,-1 0 0,0 0 0,1 0 0,-1 0 0,1-1 0,-1 0 0,0 0 0,1 0 0,-1 0 0,0-1 0,0 1 0,0-1 0,0 0 0,0-1 0,-1 1 0,1 0 0,0-1 0,-1 0 0,0 0 0,0 0 0,3-4 0,6-7 0,0 0 0,-1-1 0,-1 0 0,11-22 0,2-10 0,-3-1 0,-2-1 0,-2-1 0,-2 0 0,8-55 0,-4-16 0,1-125 0,-13 119 0,-6 1 0,-22-173 0,16 283-1365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30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12 163 24575,'0'0'0,"-5"7"0,2 23 0,0 0 0,2 1 0,1-1 0,6 40 0,-2-18 0,22 254 0,-18-247 0,3-1 0,2 0 0,25 67 0,-33-111 0,1 0 0,0 0 0,1-1 0,0 0 0,17 24 0,-23-37 0,0 1 0,-1-1 0,1 1 0,0 0 0,0-1 0,0 1 0,0-1 0,-1 0 0,1 1 0,0-1 0,0 0 0,0 0 0,0 1 0,0-1 0,0 0 0,0 0 0,0 0 0,0 0 0,0 0 0,0 0 0,0 0 0,0 0 0,0-1 0,0 1 0,-1 0 0,1-1 0,0 1 0,0 0 0,0-1 0,0 1 0,1-2 0,26-21 0,-25 21 0,22-24 0,0-1 0,-2-1 0,39-61 0,44-104 0,-85 154 0,128-269 0,-124 250 0,-3-2 0,-3-1 0,16-86 0,-34 140-120,0 3 31,0 1 0,0-1 1,0 0-1,-1 1 0,0-1 0,0 0 0,0 1 0,0-1 0,0 0 0,-1 1 0,1-1 0,-1 0 0,-2-5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32.5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1 816 24575,'8'31'0,"-4"-23"0,1-1 0,0 0 0,0-1 0,1 1 0,0-1 0,0 0 0,1-1 0,0 1 0,7 3 0,1 1 0,0-1 0,1-1 0,23 9 0,-31-14 0,0-1 0,0 0 0,1 0 0,-1-1 0,1 0 0,-1-1 0,1 1 0,-1-2 0,15-1 0,-8-1 0,0-1 0,0 0 0,0-1 0,25-12 0,0-6 0,0-1 0,54-45 0,-89 65 0,42-33 0,-2-2 0,-1-2 0,-3-1 0,-1-3 0,44-63 0,-66 80 0,-1 0 0,-1-2 0,-2 0 0,16-48 0,-23 56 0,-2 0 0,0 0 0,-1 0 0,-2-1 0,0 0 0,-1 1 0,-4-32 0,2 43 0,0 1 0,-1 0 0,-5-13 0,6 19 0,0 1 0,-1-1 0,1 1 0,-1-1 0,0 1 0,0 0 0,0 0 0,-1 0 0,1 0 0,-1 0 0,0 1 0,-3-4 0,-14 20 0,5-1 0,1 2 0,0 0 0,1 0 0,0 2 0,2-1 0,0 2 0,-13 26 0,-52 138 0,71-168 0,-37 115 0,5 2 0,-37 249 0,11 278 0,56-565 0,5-78 0,1-11 0,1 0 0,-1 0 0,1 0 0,0-1 0,0 1 0,0 0 0,1 5 0,14-23 0,159-227 0,70-87 0,-241 325 0,4-6 0,1 0 0,1 0 0,0 0 0,17-13 0,-24 21 0,0 0 0,0 0 0,0-1 0,0 1 0,0 1 0,0-1 0,0 0 0,0 0 0,0 1 0,0-1 0,0 1 0,1 0 0,-1 0 0,0-1 0,0 1 0,0 1 0,1-1 0,-1 0 0,0 1 0,0-1 0,0 1 0,0-1 0,0 1 0,0 0 0,0 0 0,0 0 0,0 0 0,0 0 0,0 0 0,0 1 0,-1-1 0,1 1 0,2 2 0,1 3 0,0-1 0,-1 1 0,1 1 0,-2-1 0,1 0 0,-1 1 0,0 0 0,0 0 0,-1 0 0,0 0 0,-1 0 0,1 9 0,1 16 0,-3 53 0,0-84 0,-19 199 0,0-25 0,19-168 20,-1 1 0,2 0 0,-1 0 0,1 0 0,4 17 0,-4-23-94,0 0-1,0 0 1,0 0 0,1 0 0,0-1-1,-1 1 1,1 0 0,0 0 0,0-1-1,0 0 1,0 1 0,1-1 0,-1 0-1,1 0 1,0 0 0,-1 0 0,1-1-1,0 1 1,3 1 0,17 5-6752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32.9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342 0 24575,'-4'23'0,"-49"458"0,48 3 0,8-451 0,-1-11 0,-1 1 0,0-1 0,-2 0 0,-5 36 0,5-53 0,0 1 0,-1-1 0,0 0 0,0 1 0,0-1 0,0 0 0,-1 0 0,0-1 0,0 1 0,0 0 0,-1-1 0,1 0 0,-1 0 0,0 0 0,0 0 0,-1-1 0,1 0 0,-1 1 0,1-2 0,-1 1 0,0 0 0,0-1 0,-8 3 0,4-3-76,0 1 1,0-1-1,0 0 0,0-1 0,0 0 0,0-1 0,-1 0 0,1 0 1,0-1-1,0 0 0,0 0 0,0-1 0,0 0 0,0-1 0,0 0 1,0-1-1,-8-4 0,-2-6-6750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33.3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303 1 24575,'-27'10'0,"-247"112"0,272-122-1365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34.5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594 1 24575,'-4'13'0,"-29"57"0,-71 114 0,52-96 0,-22 43 0,5 2 0,-68 193 0,109-241 0,3 0 0,4 1 0,4 1 0,4 1 0,-3 122 0,15-135 0,4 0 0,19 123 0,-16-167 0,1 0 0,1-1 0,2 0 0,1-1 0,1 0 0,2-1 0,1 0 0,0-1 0,22 27 0,-29-45 0,1-1 0,-1 0 0,1 0 0,1 0 0,-1-1 0,1-1 0,0 0 0,1 0 0,0-1 0,19 7 0,-23-9 0,36 5-1365,-34-5-5461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36.7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1 288 24575,'0'0'0,"0"0"0,1 13 0,95 557 0,-91-550 0,-1-2 0,0-1 0,2 1 0,14 31 0,-18-45 0,-1-1 0,1 0 0,0 1 0,0-1 0,0 0 0,1 0 0,-1-1 0,1 1 0,0 0 0,0-1 0,0 0 0,0 0 0,0 1 0,0-2 0,0 1 0,1 0 0,-1-1 0,1 1 0,-1-1 0,1 0 0,-1 0 0,1-1 0,0 1 0,0-1 0,3 0 0,3-1 0,0-1 0,0 0 0,0 0 0,0-1 0,-1-1 0,1 1 0,-1-2 0,0 1 0,0-1 0,-1-1 0,1 1 0,-1-2 0,8-7 0,7-8 0,0 0 0,35-49 0,-23 22 0,-3-2 0,-2-2 0,-2-1 0,-3-1 0,20-62 0,66-296 0,-107 392 0,5-33 0,-15 77-1365,1-4-5461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37.2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620 0 24575,'0'0'0,"-7"20"0,-23 82 0,4 1 0,5 0 0,-12 158 0,15 318 0,18-560 0,0-5 0,0 0 0,0 0 0,-1 0 0,-1 0 0,-5 20 0,6-32 0,0 0 0,0 1 0,0-1 0,0 1 0,0-1 0,0 0 0,-1 0 0,1 0 0,-1 0 0,0 0 0,1 0 0,-1 0 0,0 0 0,0-1 0,0 1 0,0-1 0,-1 1 0,1-1 0,0 0 0,-1 0 0,1 0 0,0 0 0,-1 0 0,1-1 0,-1 1 0,0-1 0,1 0 0,-1 1 0,1-1 0,-1 0 0,1-1 0,-1 1 0,0 0 0,1-1 0,-4 0 0,-14-5 0,0 0 0,0 0 0,1-2 0,0-1 0,0 0 0,1-1 0,-17-13 0,2-1 0,1-1 0,-47-48 0,70 64-114,1 1 1,0-1-1,1-1 0,0 0 0,1 0 1,0 0-1,0-1 0,1 1 0,1-1 1,0 0-1,-3-13 0,-1-23-6712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37.5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116 149 24575,'-4'-22'0,"4"20"0,-1 0 0,1 1 0,-1-1 0,1 0 0,0 0 0,0 1 0,0-1 0,0 0 0,0 0 0,0 1 0,0-1 0,0 0 0,1 0 0,-1 1 0,1-1 0,-1 0 0,1 0 0,0 1 0,0-2 0,1 1 4,-1 0-1,0 1 0,0-1 1,0 0-1,0 0 1,-1 1-1,1-1 1,0 0-1,-1 0 0,1 0 1,-1 0-1,0 0 1,0 0-1,0 0 1,0 0-1,0 0 0,0 0 1,0 0-1,0 0 1,-1 0-1,1 0 0,-1 0 1,0 1-1,1-1 1,-1 0-1,0 0 1,0 0-1,0 1 0,0-1 1,-1 0-1,1 1 1,0 0-1,-1-1 0,-2-2 1,-1 1-139,0 0 0,0 1 0,0-1 0,0 1 0,-1 0 0,1 0 0,-1 0 0,1 1 0,-1 0 0,-9-1 0,-23 0-6691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38.9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607 33 24575,'0'-16'0,"3"-1"0,-2 18 0,0-1 0,0 1 0,0-1 0,0 1 0,0-1 0,0 1 0,0-1 0,0 1 0,0 0 0,0 0 0,0-1 0,-1 1 0,1 0 0,0 0 0,0 0 0,-1 0 0,1 0 0,-1 0 0,1 0 0,0 2 0,10 16 0,-1 0 0,-1 1 0,0 0 0,9 35 0,4 25 5,-3 0 1,15 158-1,-22 172-207,-17-237-128,-29 185 0,21-279 254,-2-1-1,-5-1 1,-2 0 0,-56 123 0,52-149 199,-3-1-1,-2-1 1,-2-2 0,-78 84 0,22-41 183,-116 89 1,184-165-307,18-12 0,0 0 0,0 0 0,0 0 0,0 0 0,1 0 0,-1 1 0,0-1 0,1 1 0,0-1 0,0 1 0,-3 4 0,-1 1-1365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44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3392 288 24575,'-55'-25'0,"0"3"0,-2 3 0,0 1 0,-1 4 0,-1 2 0,0 2 0,-62-1 0,-420 18 0,339 10 0,0 9 0,1 9 0,3 8 0,1 9 0,-358 146 0,495-171 0,1 2 0,1 2 0,2 3 0,-83 65 0,105-70 0,2 2 0,0 0 0,2 3 0,2 0 0,1 1 0,2 2 0,-35 68 0,35-48 0,2 2 0,3 1 0,2 0 0,3 1 0,3 1 0,2 0 0,-1 90 0,30 444 0,-16-557 0,114 988 0,-35-564 0,40 265 0,-60 6 0,-61-304 0,2 94 0,28-2 0,57 181 0,-29-260 0,5 2 0,-36-299 0,47 144 0,-60-247 0,1 0 0,1-1 0,3-1 0,1-1 0,38 53 0,-39-67 0,0-1 0,2-1 0,1-1 0,0-1 0,2-1 0,0-1 0,2-2 0,40 23 0,-9-12 0,1-3 0,1-3 0,121 29 0,-74-30 0,164 12 0,-160-29 0,1-4 0,-1-6 0,0-4 0,0-5 0,-1-5 0,-1-5 0,-1-5 0,-2-4 0,-1-5 0,119-60 0,-28-2 0,-5-7 0,-5-9 0,-5-8 0,244-218 0,-301 226 0,-6-7 0,121-160 0,-155 168 0,-5-4 0,125-254 0,-160 270 0,-5-2 0,-5-1 0,-4-2 0,-5-1 0,-5-1 0,9-157 0,-22 70 0,-9-1 0,-48-345 0,-135-499 0,-43 9 0,-194-560 0,219 819 0,144 536 0,49 199 0,-2 1 0,-1 0 0,-3 1 0,0 1 0,-3 0 0,-1 1 0,-1 1 0,-2 2 0,-1 0 0,-37-37 0,-123-108 0,153 151 0,-2 1 0,-1 1 0,-1 3 0,-44-22 0,74 41 0,1 0 0,-1 0 0,0 1 0,0-1 0,1 1 0,-1 0 0,0 0 0,0 1 0,0-1 0,0 1 0,0 0 0,-1 1 0,1-1 0,0 1 0,1 0 0,-8 2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51.5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223 28 24575,'0'0'0,"-3"-1"0,-7 0 0,-12-2 0,-11-1 0,-12-2 0,-12 0 0,5 0-8191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51.9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1 206 24575,'9'23'0,"116"286"0,85 202 0,-201-490 0,57 118 0,-56-120 0,2 0 0,0 0 0,1-2 0,27 30 0,-37-44 0,1 1 0,0-1 0,-1 0 0,2 0 0,-1 0 0,0-1 0,0 1 0,1-1 0,-1 0 0,1 0 0,0-1 0,-1 1 0,1-1 0,0 0 0,0-1 0,7 1 0,-6-1 0,1-1 0,-1 0 0,0 0 0,0-1 0,1 1 0,-1-2 0,0 1 0,-1 0 0,1-1 0,0 0 0,6-5 0,5-6 0,0 0 0,0-1 0,-2-1 0,0 0 0,-1-1 0,15-22 0,11-24 0,-2-1 0,40-97 0,44-148 0,-80 195 0,-35 97-58,35-96-596,95-181 1,-93 221-6173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52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0 265 24575,'0'0'0,"0"-1"0,1 0 0,-1 0 0,7-5 0,19-7 0,34-10 0,37-9 0,28-4 0,20 0 0,9 3 0,0 4 0,-13 5 0,-19 6 0,-31 6-8191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52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1 24575,'0'0'0,"-1"0"0,1 1 0,-4 8 0,-6 15 0,-5 20 0,-1 20 0,0 20 0,2 14 0,2 9 0,4 6 0,3 0 0,3 2 0,4-2 0,3-4 0,1-21-8191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55.9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0 100 24575,'0'0'0,"16"3"0,271 38-219,1-13 0,503-16 0,-435-35 98,645-127 0,-970 144-1094,-16 2-4862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53.3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2 147 24575,'-2'211'0,"22"483"0,-19-679 0,0-4 0,0 1 0,1-1 0,5 20 0,-7-30 0,0 1 0,1-1 0,-1 1 0,1-1 0,-1 0 0,1 1 0,0-1 0,-1 0 0,1 1 0,0-1 0,0 0 0,0 0 0,0 0 0,0 1 0,0-1 0,0 0 0,1-1 0,-1 1 0,0 0 0,1 0 0,-1 0 0,0-1 0,1 1 0,-1-1 0,1 1 0,-1-1 0,1 0 0,-1 1 0,1-1 0,-1 0 0,1 0 0,-1 0 0,1 0 0,2-1 0,4-1 0,-1 0 0,1-1 0,-1 0 0,0-1 0,0 1 0,0-1 0,0-1 0,7-5 0,50-48 0,-45 39 0,79-78 0,-5-4 0,95-133 0,-188 234 0,1-1 0,-1 1 0,0-1 0,1 1 0,-1 0 0,0-1 0,1 1 0,-1-1 0,1 1 0,-1 0 0,0-1 0,1 1 0,-1 0 0,1-1 0,-1 1 0,1 0 0,0 0 0,-1 0 0,1 0 0,-1-1 0,1 1 0,-1 0 0,1 0 0,-1 0 0,1 0 0,0 0 0,-1 0 0,1 0 0,-1 0 0,1 1 0,-1-1 0,1 0 0,0 0 0,-1 0 0,1 1 0,-1-1 0,1 0 0,-1 0 0,1 1 0,0 0 0,17 19 0,-15-15 0,27 40 0,-3 2 0,37 82 0,8 16 0,-69-139 0,0-1 0,0 0 0,1 1 0,0-2 0,0 1 0,0 0 0,0-1 0,1 0 0,0 0 0,6 4 0,-9-7 0,1 0 0,-1 0 0,1 0 0,-1 0 0,1 0 0,-1-1 0,1 1 0,0-1 0,-1 0 0,1 0 0,0 0 0,-1 0 0,1-1 0,0 1 0,-1 0 0,1-1 0,-1 0 0,1 0 0,-1 0 0,1 0 0,-1 0 0,1 0 0,-1-1 0,0 1 0,0-1 0,2-1 0,7-6 0,-1 0 0,0-1 0,0 0 0,-1 0 0,0-1 0,8-15 0,40-78 0,-48 87 0,83-185 0,123-394 0,-204 556-1365,-9 34-5461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53.8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819 50 24575,'-28'-18'0,"15"12"0,-1 1 0,1 0 0,-1 1 0,0 0 0,-1 2 0,1-1 0,0 2 0,-1 0 0,1 1 0,-1 0 0,1 1 0,-1 0 0,1 1 0,0 1 0,-26 9 0,24-7 0,0 1 0,1 0 0,0 1 0,0 1 0,1 0 0,0 1 0,1 1 0,0 0 0,0 1 0,1 0 0,0 1 0,1 0 0,-16 24 0,23-30 0,1 1 0,0 0 0,0 0 0,0 0 0,1 0 0,0 0 0,1 0 0,0 1 0,0-1 0,0 0 0,1 1 0,0-1 0,1 1 0,-1-1 0,2 1 0,-1-1 0,1 0 0,0 0 0,0 0 0,1 0 0,0 0 0,0 0 0,5 7 0,9 14 0,2 0 0,1-2 0,42 45 0,-53-61 0,31 31 0,35 42 0,-66-73 0,-1 1 0,-1 1 0,0-1 0,0 1 0,9 25 0,-15-33 0,1 0 0,-1 1 0,0-1 0,0 1 0,-1-1 0,1 1 0,-1-1 0,0 1 0,0 0 0,0-1 0,-1 1 0,0-1 0,1 1 0,-2-1 0,1 1 0,0-1 0,-1 0 0,-2 5 0,0-4 0,0 0 0,0 0 0,0 0 0,0 0 0,-1-1 0,0 0 0,0 0 0,0 0 0,0-1 0,-1 1 0,-9 3 0,-6 1 0,0 0 0,-1-2 0,0 0 0,0-2 0,0 0 0,-28 0 0,7-2-227,-1-1-1,0-3 1,1-2-1,-1-1 1,-65-17-1,56 5-6598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56.2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0 146 24575,'0'0'0,"0"0"0,4 0 0,12-3 0,32-2 0,40-5 0,42-3 0,33-3 0,21 0 0,10-1 0,0 1 0,-8 1 0,-11 1 0,-13 2 0,-34 3-8191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54.7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24575,'0'0'0,"0"13"0,9 433 0,-1-337 0,4-1 0,28 114 0,-36-207 0,-2-4 0,1 1 0,0-1 0,0 0 0,1 0 0,10 18 0,-13-27 0,1 0 0,-1-1 0,0 1 0,1 0 0,-1-1 0,1 1 0,0-1 0,0 1 0,-1-1 0,1 0 0,0 0 0,0 0 0,0 0 0,0 0 0,0 0 0,0 0 0,0-1 0,1 1 0,-1-1 0,0 0 0,0 1 0,0-1 0,1 0 0,-1 0 0,0 0 0,0-1 0,0 1 0,1-1 0,-1 1 0,0-1 0,0 0 0,0 1 0,0-1 0,0 0 0,0 0 0,2-2 0,14-7 0,-1-2 0,0 0 0,-1 0 0,0-2 0,-1 0 0,25-29 0,70-105 0,-101 134 0,3-2 0,-1 0 0,-1-1 0,13-28 0,-2 88 0,96 286 0,-113-318 0,1-1 0,0 1 0,0-1 0,1 0 0,1 0 0,-1-1 0,9 9 0,-12-15 0,0-1 0,-1 1 0,1-1 0,0 0 0,0 0 0,0 0 0,1 0 0,-1-1 0,0 1 0,1-1 0,-1 0 0,1 0 0,-1 0 0,1 0 0,-1 0 0,1-1 0,0 0 0,-1 0 0,1 0 0,0 0 0,-1 0 0,1-1 0,0 0 0,-1 0 0,7-2 0,0-1 0,1-1 0,-2 0 0,1-1 0,0 0 0,-1 0 0,0-1 0,-1 0 0,0-1 0,10-11 0,5-9 0,31-49 0,1-13 0,81-184 0,12-112 0,-137 360-55,-8 19-109,1 0 0,-2 0 1,1 0-1,-1 0 0,0-1 0,-1 1 1,2-12-1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55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1 869 24575,'0'-1'0,"0"0"0,1 0 0,-1-1 0,1 1 0,-1 0 0,1 0 0,-1 1 0,1-1 0,-1 0 0,1 0 0,0 0 0,0 0 0,-1 0 0,1 1 0,0-1 0,0 0 0,0 1 0,0-1 0,1 0 0,7-7 0,51-57 0,96-135 0,-114 143 0,111-170 0,-129 186 0,-2-2 0,-1 0 0,24-77 0,-39 84 0,-6 36 0,1-1 0,-1 1 0,-1-1 0,1 1 0,0-1 0,0 1 0,0-1 0,0 1 0,0 0 0,0-1 0,0 1 0,-1-1 0,1 1 0,0-1 0,0 1 0,-1 0 0,1-1 0,0 1 0,-1 0 0,1-1 0,0 1 0,-1 0 0,1-1 0,0 1 0,-1 0 0,0 0 0,0-1 0,0 1 0,0 0 0,0 0 0,0 1 0,0-1 0,0 0 0,0 0 0,0 0 0,0 1 0,0-1 0,0 0 0,0 1 0,0-1 0,0 1 0,-1 0 0,-14 10 0,1 0 0,1 0 0,0 1 0,0 1 0,2 1 0,-15 17 0,-64 98 0,45-52 0,4 2 0,2 2 0,5 2 0,3 1 0,3 1 0,-24 131 0,52-216 0,1 1 0,0 0 0,-1 0 0,1-1 0,0 1 0,0 0 0,0 0 0,0 0 0,0-1 0,0 1 0,0 0 0,0 0 0,0 0 0,0-1 0,0 1 0,1 0 0,-1 0 0,0-1 0,1 1 0,-1 0 0,0 0 0,1-1 0,-1 1 0,1-1 0,-1 1 0,1 0 0,-1-1 0,1 1 0,-1-1 0,1 1 0,0-1 0,-1 1 0,1-1 0,0 1 0,-1-1 0,1 0 0,0 1 0,0-1 0,-1 0 0,1 0 0,0 0 0,0 0 0,1 1 0,4-1 0,-1-1 0,1 1 0,0-1 0,0 0 0,6-2 0,-4 1 0,83-22 0,131-55 0,-73 24 0,-139 51 0,0 1 0,0 0 0,1 0 0,-1 1 0,1 1 0,14-1 0,-22 2 0,1 0 0,-1 1 0,0-1 0,1 1 0,-1 0 0,0 0 0,0 0 0,1 0 0,-1 1 0,0-1 0,0 1 0,-1 0 0,1 0 0,0 0 0,0 0 0,-1 1 0,0-1 0,1 0 0,-1 1 0,0 0 0,0 0 0,0-1 0,2 6 0,5 14 19,0 1 0,-1 1 1,-1 0-1,-2 0 0,0 0 0,2 42 0,-4-35-394,1-1 0,2 1 1,14 45-1,-3-37-6451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56.6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1 297 24575,'0'0'0,"5"0"0,1332-38-616,-949 5 308,541-117 0,-910 146 322,58-13-601,79-28 0,-133 35-5212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07.9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 24575,'0'-9'0,"1"3"0,3 16 0,26 86 0,-4 0 0,15 123 0,-27-137 0,13 76 0,23 123 0,-34-210 0,49 129 0,-63-195 0,2 6 0,0 1 0,1-1 0,1 0 0,0-1 0,0 1 0,1-1 0,14 16 0,-20-25 0,0-1 0,0 0 0,0 0 0,0 0 0,0 0 0,0 1 0,0-1 0,0-1 0,0 1 0,1 0 0,-1 0 0,0 0 0,0 0 0,0-1 0,0 1 0,0-1 0,0 1 0,0-1 0,0 1 0,0-1 0,0 1 0,-1-1 0,1 0 0,0 1 0,0-1 0,0 0 0,-1 0 0,1 0 0,0 0 0,0-1 0,1 0 0,13-13 0,-1-1 0,0-1 0,-1 0 0,-1-1 0,-1 0 0,10-23 0,45-120 0,-65 161 0,33-106 0,-4-1 0,-5-1 0,-5-1 0,9-141 0,-13 344 0,4 46 0,-3-10 0,6-1 0,42 135 0,-50-219 0,2-2 0,2 0 0,39 64 0,-40-79 0,1-1 0,2-1 0,0-1 0,2-1 0,50 42 0,-69-63 0,0 1 0,1-1 0,-1 0 0,0 0 0,1-1 0,0 1 0,0-1 0,0 0 0,8 2 0,13-3-1365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08.7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1737 24575,'18'-35'0,"42"-95"0,-6-2 0,38-144 0,53-287 0,-110 414 0,4-23 31,27-107-1427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09.6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818 131 24575,'-3'-1'0,"0"-1"0,0 1 0,0-1 0,0 0 0,0 0 0,1 0 0,-1 0 0,1 0 0,-3-4 0,-5-2 0,-9-6 0,0 1 0,-1 0 0,0 2 0,-1 1 0,-39-14 0,47 20 0,0 0 0,0 2 0,-1 0 0,1 0 0,-1 1 0,1 1 0,-1 0 0,1 1 0,-1 0 0,1 1 0,-19 5 0,13-1 0,0 1 0,1 0 0,-1 2 0,2 0 0,-1 1 0,1 0 0,1 2 0,-30 25 0,25-17 0,2 1 0,1 1 0,0 1 0,2 0 0,-25 45 0,21-25 0,1 0 0,3 1 0,1 1 0,2 1 0,3 0 0,1 0 0,-4 68 0,11-77 0,1 1 0,2 0 0,2 0 0,1 0 0,17 67 0,-16-90 0,0 0 0,1 0 0,1 0 0,0-1 0,1-1 0,0 1 0,12 14 0,-12-20 0,-1 0 0,1 0 0,0-1 0,1 0 0,-1-1 0,1 0 0,1 0 0,-1 0 0,1-2 0,0 1 0,15 4 0,-6-4 0,1-2 0,-1 0 0,1-1 0,-1 0 0,1-2 0,0 0 0,-1-2 0,1 0 0,0-1 0,-1-1 0,0-1 0,36-13 0,-23 5 0,0-2 0,0-1 0,-2-2 0,0 0 0,-1-3 0,38-33 0,-39 28 0,-2-1 0,-1-1 0,-1-1 0,-2-2 0,0 0 0,-3-1 0,0-1 0,-3-1 0,0 0 0,-2-1 0,9-39 0,-17 52 0,-2 0 0,0-1 0,-2 1 0,-1-1 0,0 1 0,-2-1 0,0 1 0,-7-36 0,3 41 0,0-1 0,-1 1 0,0 1 0,-1-1 0,-1 1 0,-1 0 0,0 1 0,-1 0 0,-1 1 0,0 0 0,-23-23 0,17 23 0,-1 0 0,0 1 0,-1 1 0,0 0 0,-1 2 0,0 0 0,0 1 0,-1 2 0,-1 0 0,1 1 0,-1 1 0,0 0 0,0 2 0,-44 0 0,50 3 0,1 1 0,-1 0 0,1 2 0,0 0 0,-1 0 0,1 2 0,1 0 0,-1 0 0,-24 14 0,28-12 0,1-1 0,0 2 0,1-1 0,0 1 0,0 1 0,1 0 0,0 0 0,1 0 0,-1 1 0,2 0 0,0 1 0,0 0 0,-7 18 0,7-12 0,0 1 0,2-1 0,0 1 0,1 0 0,0 0 0,2 0 0,0 1 0,1-1 0,1 0 0,1 0 0,0 0 0,2 0 0,0 0 0,0 0 0,2-1 0,0 0 0,1 0 0,12 19 0,2 0 0,2-1 0,1-1 0,2-1 0,1-1 0,2-1 0,61 49 0,72 43 0,-102-80 0,-1 2 0,-3 3 0,54 58 0,-92-84 17,0 2 0,-1 0 1,-2 2-1,-1-1 0,0 2 0,11 34 0,-5-3-760,23 118 1,-39-151-6084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10.6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1132 24575,'0'0'0,"6"-6"0,3-3 0,353-374 0,-327 339 0,-2-1 0,-2-1 0,-2-2 0,-2-1 0,-3-1 0,-1-1 0,22-76 0,-39 102 0,-1 1 0,-1-1 0,2-37 0,-6 53 0,0-1 0,0 0 0,-1 1 0,0-1 0,-1 1 0,0-1 0,-1 1 0,1 0 0,-2 0 0,0 0 0,0 0 0,-5-8 0,8 16 0,0 0 0,1 1 0,-1-1 0,0 0 0,1 1 0,-1-1 0,0 1 0,0-1 0,0 1 0,1 0 0,-1-1 0,0 1 0,0 0 0,0-1 0,0 1 0,0 0 0,0 0 0,0 0 0,0 0 0,1 0 0,-1 0 0,0 0 0,0 0 0,0 0 0,0 1 0,0-1 0,0 0 0,0 0 0,0 1 0,1-1 0,-1 1 0,0-1 0,0 1 0,0-1 0,1 1 0,-1-1 0,0 1 0,0 0 0,-30 29 0,28-27 0,-20 25 0,1 2 0,1 0 0,1 1 0,-26 59 0,-45 143 0,51-100 0,5 1 0,-28 219 0,43-152 0,7 228 0,13-388 0,-1-21 0,1 0 0,1 0 0,1 0 0,6 28 0,-8-47 0,0 0 0,0-1 0,0 1 0,1 0 0,-1-1 0,0 1 0,0-1 0,1 1 0,-1-1 0,0 1 0,1-1 0,-1 1 0,0-1 0,1 1 0,-1-1 0,1 1 0,-1-1 0,1 1 0,-1-1 0,1 0 0,-1 1 0,1-1 0,-1 0 0,1 0 0,-1 1 0,1-1 0,0 0 0,-1 0 0,1 0 0,0 0 0,-1 0 0,1 1 0,-1-1 0,1 0 0,0-1 0,-1 1 0,1 0 0,-1 0 0,1 0 0,0 0 0,-1 0 0,1-1 0,-1 1 0,1 0 0,0 0 0,-1-1 0,1 1 0,-1 0 0,1-1 0,-1 1 0,1-1 0,-1 0 0,29-26 0,-28 26 0,34-41 0,-3-2 0,43-72 0,42-107 0,-97 183 0,28-60 0,-18 36 0,2 1 0,48-68 0,-75 124 0,0 0 0,0 1 0,1 0 0,-1 0 0,1 0 0,1 1 0,9-7 0,-15 11 0,1 0 0,0 0 0,0 1 0,0-1 0,0 0 0,-1 1 0,1-1 0,0 1 0,0 0 0,0-1 0,0 1 0,0 0 0,0 0 0,0 0 0,0 1 0,0-1 0,0 0 0,0 1 0,0-1 0,0 1 0,0 0 0,0-1 0,0 1 0,-1 0 0,1 0 0,0 0 0,-1 1 0,1-1 0,-1 0 0,1 1 0,-1-1 0,1 1 0,-1-1 0,2 4 0,3 4 0,0 0 0,-1 1 0,0-1 0,-1 1 0,0 0 0,-1 0 0,0 1 0,3 18 0,0 10 0,-1 41 0,-5 36 0,-16 127 0,1-61 0,14-164 0,0 0 0,2 0 0,0 0 0,0 1 0,8 26 0,-8-39 0,1 0 0,0 0 0,1 0 0,0 0 0,0 0 0,0-1 0,0 1 0,1-1 0,0 0 0,0 0 0,0 0 0,1-1 0,0 1 0,0-1 0,0 0 0,0-1 0,0 1 0,1-1 0,6 3 0,43 11-1365,1-9-5461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11.0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824 0 24575,'-13'30'0,"-6"34"0,-19 115 0,6 71 0,30-233 0,-28 411 0,9-91 0,-8-127 0,24-186 0,-1 1 0,-2-1 0,0-1 0,-1 0 0,-2 0 0,-17 29 0,22-44 0,1 0 0,-1-1 0,-1 0 0,1 0 0,-1 0 0,0-1 0,-1 0 0,1-1 0,-1 0 0,0 0 0,-1 0 0,1-1 0,-15 5 0,10-6 0,0 0 0,0 0 0,0-1 0,0-1 0,0 0 0,0-1 0,-1 0 0,1-1 0,-15-3 0,10 0 0,1 0 0,-1-1 0,1 0 0,1-2 0,-1 0 0,1-1 0,0 0 0,1-1 0,0-1 0,0-1 0,1 0 0,0-1 0,1 0 0,-19-23 0,3-12-1365,8 4-5461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6:11.2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24575,'0'0'0,"0"-1"0,0 0 0,0 0 0,0 0 0,0 0 0,0-3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7:02.2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0 267 24575,'28'-12'0,"295"-64"0,7 23 0,-314 51 0,846-95 0,-588 71 0,-270 27 0,1 0 0,-1 1 0,0 0 0,0 0 0,0 0 0,0 0 0,0 0 0,0 1 0,-1 0 0,7 6 0,11 7 0,8 1 0,1-1 0,0-1 0,1-2 0,0-1 0,1-1 0,63 12 0,204 13 0,303-19 0,5-35 0,-530 15 0,797-44 0,-2-48 0,-857 93 120,-11 1-321,-10 2-1083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39.77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4263 834 24575,'-28'-55'0,"-3"1"0,-1 1 0,-3 3 0,-3 0 0,-1 3 0,-2 1 0,-3 2 0,-1 2 0,-2 2 0,-2 2 0,-1 2 0,-2 2 0,-1 3 0,-2 2 0,-86-33 0,51 33 0,-2 3 0,0 5 0,-1 3 0,-1 4 0,-1 5 0,-144 4 0,112 11 0,-1 5 0,2 7 0,0 5 0,-163 51 0,144-25 0,2 6 0,3 6 0,2 6 0,4 6 0,3 6 0,3 6 0,5 5 0,-201 189 0,264-218 0,2 1 0,4 4 0,2 1 0,-63 109 0,92-134 0,2 0 0,2 2 0,1 0 0,3 1 0,2 1 0,1 0 0,3 0 0,2 1 0,-2 74 0,11-55 0,3 1 0,3-2 0,3 1 0,3-1 0,3-1 0,2 0 0,3-2 0,3 0 0,42 75 0,-12-42 0,3-2 0,4-3 0,4-3 0,146 148 0,-123-151-97,4-3 0,3-5 0,3-4 0,4-5 0,2-4 0,186 81-1,-163-93 81,2-5-1,3-7 0,1-4 0,1-7 1,225 18-1,-214-39 36,-1-6-1,1-7 1,-1-6 0,0-6-1,178-46 1,-191 28-25,-2-5 0,-2-6 0,-3-6 0,-1-5-1,203-130 1,-252 137-3,-2-3 0,-3-3 0,-2-3 0,-2-3 0,82-104 1,-115 123 3,-1-1 1,-3-2-1,-1-1 1,-3-1-1,-1-1 1,-3-1-1,-3-1 1,-1-1 0,-3 0-1,9-67 1,-17 64-13,-3 0 0,-2-1 0,-2 1 0,-3-1 0,-15-71 0,4 57-42,-4 1 1,-2 0-1,-52-110 1,22 81 1,-4 2 1,-4 2-1,-5 3 0,-3 3 1,-111-113-1,75 100 167,-6 5 0,-3 4-1,-4 5 1,-4 6 0,-3 5 0,-4 5 0,-3 6-1,-2 5 1,-3 7 0,-2 5 0,-3 6-1,-263-44 1,385 83-1,12 3-106,-1 0 0,1 0 0,0 0 0,-1 1 0,-7 0 0,14 0 0,0 0 0,0 0-1,0 0 1,1 0 0,-1 0-1,0 0 1,0 0 0,1 0-1,-1 0 1,0 0 0,0 0-1,1 0 1,-1 0-1,0 0 1,0 0 0,0 0-1,1 0 1,-1 0 0,0 0-1,0 0 1,1 0 0,-1 0-1,0 1 1,0-1 0,0 0-1,1 0 1,-1 0 0,0 0-1,0 1 1,0-1 0,0 0-1,0 0 1,1 0 0,-1 0-1,0 1 1,0-1 0,0 0-1,0 0 1,0 1 0,0-1-1,0 0 1,0 0 0,0 1-1,-3 11-526,1-8-388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04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0 24575,'-40'1662'0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8:53.9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24575,'0'0'0,"0"0"0,0-1 0,0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8:54.8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1953 376 24575,'1'-4'0,"0"0"0,0-1 0,-1 1 0,1 0 0,-1 0 0,0-1 0,0 1 0,-1-5 0,1-8 0,0 11 0,1-19 0,-1 0 0,-1 0 0,-7-36 0,7 53 0,-1 1 0,0-1 0,-1 1 0,0 0 0,0 0 0,0 0 0,-1 1 0,0-1 0,0 1 0,0 0 0,-1 0 0,0 0 0,0 0 0,-1 1 0,0 0 0,-8-6 0,-4 2 0,0 1 0,0 0 0,-1 1 0,0 1 0,0 1 0,0 0 0,-1 2 0,0 0 0,-34 0 0,-20 2-19,1 3-1,-1 3 0,1 3 1,0 4-1,-77 22 0,46-4-147,0 5 0,-179 88 0,209-84 167,2 2 0,1 4 0,-72 60 0,115-82 0,2 1 0,0 0 0,2 2 0,1 1 0,1 1 0,1 1 0,1 1 0,2 1 0,-27 63 0,38-75-6,2-1 0,0 1-1,1 0 1,1 0-1,1 0 1,0 0 0,2 0-1,0 1 1,5 30-1,-1-26 31,2 0 0,1-1 0,0 1 0,2-1 0,0-1 0,23 39 0,-2-17 50,2-1-1,2-1 1,1-2-1,2-1 1,2-2 0,56 42-1,-4-13-73,3-3 0,122 61 0,214 79 0,-307-148 0,-93-42 0,1 0 0,0 1 0,0 2 0,-1 1 0,-1 1 0,42 35 0,-68-50 0,0-1 0,0 1 0,0 0 0,-1 0 0,1 0 0,-1 1 0,0-1 0,0 0 0,0 1 0,0 0 0,0-1 0,-1 1 0,0 0 0,1 0 0,-2 0 0,1 0 0,0 0 0,-1 5 0,0-4 0,-1 0 0,0 0 0,-1 0 0,1 0 0,-1 0 0,0-1 0,0 1 0,0-1 0,-1 1 0,0-1 0,0 0 0,0 0 0,0 0 0,-7 6 0,-12 10 0,0-1 0,-2-1 0,0-1 0,-1 0 0,-1-2 0,-46 19 0,3-6 0,-112 28 0,104-37 0,0-4 0,-2-3 0,-86 2 0,105-13 0,-1-2 0,1-3 0,0-3 0,-97-23 0,113 17-1365,14 2-5461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8:55.2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846 3 24575,'-32'-2'0,"14"4"0,1 0 0,-1 2 0,1 0 0,0 1 0,0 1 0,0 1 0,1 0 0,-19 12 0,-6 6 0,-69 54 0,65-41 0,2 3 0,1 0 0,2 3 0,3 2 0,1 1 0,2 1 0,-31 61 0,41-62 0,2 1 0,1 0 0,3 2 0,2 0 0,3 1 0,1 1 0,3-1 0,-3 67 0,10-90 0,3 0 0,0-1 0,1 1 0,2-1 0,1 0 0,1 0 0,1 0 0,2-1 0,16 38 0,-16-48 0,0-1 0,0 1 0,2-1 0,-1-1 0,2 0 0,0-1 0,1 0 0,0 0 0,1-2 0,0 0 0,1 0 0,0-1 0,1-1 0,0-1 0,24 10 0,-15-9 18,0-2-1,1-1 0,0 0 1,0-2-1,34 1 1,-17-4-508,0-2 0,61-10 0,23-12-6336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8:56.0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438 449 24575,'-1'-1'0,"-1"0"0,1 1 0,-1-1 0,1 1 0,-1-1 0,1 1 0,-1 0 0,1-1 0,-1 1 0,1 0 0,-1 0 0,0 0 0,1 0 0,-1 0 0,1 1 0,-4 0 0,-27 7 0,29-7 0,-14 5 0,0 1 0,0 1 0,1 0 0,0 1 0,0 1 0,1 1 0,1 0 0,-1 1 0,2 0 0,0 1 0,-15 19 0,6-4 0,1 2 0,1 0 0,2 1 0,-27 60 0,35-65 0,1 0 0,1 0 0,1 1 0,1-1 0,1 2 0,2-1 0,1 0 0,1 43 0,2-56 0,1-1 0,0 0 0,1 0 0,1 0 0,0 0 0,0 0 0,2-1 0,8 17 0,-8-20 0,0 0 0,0-1 0,1 0 0,0 0 0,0-1 0,1 0 0,0 0 0,0-1 0,0 0 0,1 0 0,0-1 0,10 4 0,-7-3 0,0-2 0,0 1 0,1-2 0,-1 0 0,1 0 0,0-1 0,0-1 0,0 0 0,0-1 0,0 0 0,23-4 0,-18 1 0,-1-1 0,0-2 0,0 1 0,0-2 0,-1 0 0,0-1 0,29-19 0,-21 8 0,0 0 0,-1-1 0,-1-1 0,-1-2 0,-1 0 0,-1-1 0,-1 0 0,-1-2 0,24-49 0,-32 56 0,-1 0 0,-1-1 0,0 0 0,-2 0 0,0-1 0,-2 0 0,0 1 0,0-43 0,-4 46 0,-1 1 0,-1 0 0,0 0 0,-1 0 0,0 0 0,-2 1 0,1-1 0,-2 2 0,0-1 0,-1 0 0,-1 2 0,-10-15 0,0 4 0,-1 2 0,-42-38 0,60 59 0,0-1 0,1 0 0,-1 0 0,1 0 0,-1 0 0,1 0 0,0 0 0,0 0 0,-1-1 0,1 1 0,1 0 0,-1 0 0,0-1 0,1 1 0,-1-1 0,1 1 0,0-1 0,0 1 0,0-1 0,0 1 0,0-1 0,0 1 0,1 0 0,-1-1 0,1 1 0,-1-1 0,1 1 0,0 0 0,0 0 0,0-1 0,1 1 0,1-3 0,4-6 0,1-1 0,1 1 0,0 1 0,16-15 0,-10 11 0,1 0 0,0 2 0,0 0 0,1 0 0,1 2 0,0 0 0,1 1 0,-1 1 0,2 1 0,-1 1 0,1 0 0,0 2 0,0 0 0,34-2 0,-31 6 0,0 0 0,-1 2 0,1 0 0,-1 2 0,0 0 0,0 2 0,0 0 0,-1 2 0,0 0 0,0 1 0,-1 1 0,0 1 0,22 17 0,-7-1 0,-2 2 0,-1 0 0,-1 3 0,-1 1 0,-2 0 0,-2 3 0,-1 0 0,20 39 0,-4 3 0,-4 1 0,-3 2 0,24 88 0,-38-100 0,20 115 0,-37-162 0,-1 1 0,0-1 0,-2 0 0,0 1 0,-2-1 0,0 0 0,-1 0 0,-2 0 0,-10 33 0,10-45 0,0-1 0,-1 1 0,0-1 0,0 0 0,-1 0 0,0 0 0,-1-1 0,0-1 0,0 1 0,0-1 0,-1 0 0,0-1 0,-1 0 0,1-1 0,-1 0 0,0 0 0,-1-1 0,1 0 0,-1-1 0,0 0 0,1-1 0,-21 2 0,22-3 0,0 0 0,0-1 0,0 0 0,0 0 0,1-1 0,-1 0 0,0-1 0,0 0 0,1 0 0,-1-1 0,1 0 0,0 0 0,0-1 0,0 0 0,0-1 0,1 0 0,0 0 0,0 0 0,0-1 0,0 0 0,1 0 0,0-1 0,0 0 0,1 0 0,0 0 0,0 0 0,1-1 0,-7-14 0,5 2 0,1-1 0,1 1 0,1-1 0,0 1 0,1-1 0,2 0 0,0 0 0,1 0 0,1 0 0,10-39 0,3-3 0,4 1 0,33-75 0,-2 25 0,5 3 0,100-149 0,-57 117 0,138-149 0,-160 209-1365,-55 60-5461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8:56.5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720 952 24575,'6'-7'0,"1"-1"0,-1 1 0,1 0 0,1 1 0,-1 0 0,1 0 0,9-6 0,7-4 0,-10 5 0,182-145 0,-172 133 0,-1 0 0,-1-2 0,-2 0 0,0-1 0,27-49 0,-33 47 0,-1 0 0,-1-1 0,-1-1 0,10-48 0,-18 63 0,0 0 0,-2 0 0,1-1 0,-2 1 0,0-1 0,-1 1 0,0 0 0,-1 0 0,-1-1 0,-1 2 0,-6-20 0,7 27 0,0 0 0,0 1 0,-1-1 0,0 1 0,-1 0 0,1 0 0,-1 0 0,0 1 0,0 0 0,-1 0 0,0 0 0,0 1 0,-7-5 0,3 4 0,0 0 0,-1 0 0,1 1 0,-1 1 0,0 0 0,0 0 0,-22-2 0,6 4 0,0 1 0,-1 1 0,1 1 0,0 2 0,0 0 0,-36 12 0,18-1 0,1 2 0,1 2 0,0 2 0,2 2 0,0 1 0,2 2 0,1 2 0,1 2 0,2 1 0,0 2 0,3 1 0,-31 41 0,26-27 0,2 2 0,3 2 0,1 1 0,3 1 0,3 1 0,2 2 0,2 0 0,-25 119 0,39-132 0,2 0 0,2 1 0,2-1 0,2 0 0,2 1 0,2-1 0,2 0 0,2 0 0,1-1 0,3 0 0,1-1 0,2-1 0,2 0 0,2-1 0,2-1 0,1-1 0,1-1 0,3-1 0,46 48 0,-53-63 0,0-2 0,2 0 0,1-1 0,0-2 0,1 0 0,29 14 0,-33-21 0,1-1 0,0 0 0,0-2 0,0 0 0,1-1 0,0-1 0,0-1 0,31-1 0,-17-3 13,-1-2 1,0-2-1,0-1 0,0-2 0,-1-2 1,0 0-1,0-3 0,36-18 0,2-7-507,-2-2-1,92-71 0,-20 0-6331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8:58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1060 0 24575,'-22'8'0,"0"3"0,0 1 0,1 1 0,1 1 0,0 0 0,-24 25 0,-86 98 0,56-45-42,4 2 0,5 4-1,3 2 1,-68 153 0,60-89-120,7 2 0,-51 220 0,78-237 162,8 0 0,-15 214 0,40-286 0,2 1 0,4 0 0,4 0 0,3-1 0,3 0 0,36 116 0,-38-160-89,2-1 0,1 0 0,2-1-1,1-1 1,2 0 0,0-1 0,2-1 0,1-1-1,1-1 1,2-2 0,0 0 0,1-1-1,56 36 1,70 29-6156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8:59.9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1156 294 24575,'-17'-18'0,"10"10"0,1 1 0,-30-34 0,-2 1 0,-74-59 0,99 89 0,-1 1 0,1 0 0,-2 1 0,1 1 0,-1 0 0,0 1 0,-1 0 0,1 2 0,-1-1 0,0 2 0,0 0 0,0 1 0,-32 0 0,23 5 0,0 1 0,0 0 0,0 2 0,1 1 0,-1 1 0,2 1 0,-1 1 0,2 1 0,-1 2 0,1 0 0,1 1 0,-27 23 0,16-9 0,1 1 0,1 1 0,1 2 0,2 1 0,2 1 0,-35 61 0,38-54 0,2 1 0,2 1 0,2 1 0,1 0 0,-13 71 0,23-87 0,2 0 0,0-1 0,2 1 0,1 0 0,1 0 0,1 0 0,2-1 0,1 1 0,1-1 0,14 40 0,-17-58 0,1 0 0,-1-1 0,2 1 0,-1-1 0,1 0 0,1 0 0,-1-1 0,1 1 0,0-1 0,1-1 0,0 1 0,0-1 0,0 0 0,1-1 0,0 0 0,0 0 0,0 0 0,1-1 0,-1-1 0,1 1 0,0-1 0,0-1 0,0 0 0,1 0 0,-1 0 0,0-1 0,1-1 0,-1 0 0,0 0 0,14-2 0,6-4 0,0-1 0,-1 0 0,1-3 0,-2 0 0,1-2 0,-1 0 0,-1-2 0,43-30 0,-11 1 0,-1-3 0,73-76 0,-65 53 0,-2-3 0,-3-3 0,-4-2 0,-4-3 0,-2-1 0,52-123 0,-95 185 0,-7 19 0,0 0 0,0 0 0,0 0 0,0 0 0,0 1 0,0-1 0,0 0 0,0 0 0,0 0 0,0 0 0,0 0 0,0 0 0,0 0 0,0 0 0,0 0 0,0 0 0,-1 0 0,1 0 0,0 0 0,0 0 0,0 0 0,0 0 0,0 0 0,0 0 0,0 0 0,0 0 0,0 0 0,0 0 0,0 0 0,0 0 0,-1 0 0,1 0 0,0 0 0,0 0 0,0 0 0,0 0 0,0 0 0,0 0 0,0 0 0,0 0 0,0 0 0,0 0 0,0 0 0,0 0 0,0 0 0,-1 0 0,1 0 0,0-1 0,-21 36 0,-42 86 0,-67 183 0,-21 142 0,3 45-605,34 10 407,106-459 194,2 2 0,0 64 0,6-97 13,1 0 0,-1-1 0,2 1 1,0 0-1,0-1 0,0 0 0,1 1 0,1-1 0,0 0 0,0-1 0,1 1 0,1-1 0,-1 0 1,1 0-1,13 14 0,-15-19 22,0-1 0,0 0 0,0 0 0,1 0 0,-1 0 1,1-1-1,0 1 0,0-1 0,0 0 0,0-1 0,0 0 0,0 1 1,0-1-1,0-1 0,1 1 0,-1-1 0,0 0 0,1 0 0,-1-1 0,0 1 1,0-1-1,8-2 0,3-2-38,0-1 1,-1-1-1,1 0 0,-1-1 1,-1 0-1,15-11 0,19-16 7,-2-3 0,-2-1 0,66-76 0,98-153 0,214-403 0,-327 511 0,-77 130 0,2-7 0,2 2 0,2 0 0,44-50 0,-66 83 0,0 0 0,0 0 0,0 0 0,1 0 0,-1 0 0,1 1 0,-1-1 0,1 1 0,0 0 0,-1-1 0,1 1 0,4-1 0,-7 2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00.5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881 224 24575,'-7'-23'0,"-1"1"0,-1 0 0,-1 0 0,-14-20 0,19 35 0,0 0 0,0 1 0,0-1 0,-1 1 0,1 1 0,-2-1 0,1 1 0,0 0 0,-1 0 0,0 1 0,0 0 0,-1 0 0,1 1 0,-1 0 0,-10-3 0,-2 2 0,1 2 0,-1 0 0,0 1 0,0 1 0,0 1 0,1 0 0,-1 2 0,1 0 0,-22 7 0,-15 6 0,-96 43 0,4 12 0,126-59 0,0 2 0,1 0 0,0 1 0,-26 25 0,47-40 0,0 0 0,0 1 0,-1-1 0,1 0 0,0 0 0,0 1 0,-1-1 0,1 0 0,0 1 0,0-1 0,0 0 0,-1 1 0,1-1 0,0 0 0,0 1 0,0-1 0,0 0 0,0 1 0,0-1 0,0 0 0,0 1 0,0-1 0,0 0 0,0 1 0,0-1 0,0 1 0,0-1 0,0 0 0,0 1 0,0-1 0,0 0 0,1 1 0,-1-1 0,0 0 0,0 1 0,0-1 0,1 0 0,-1 0 0,0 1 0,0-1 0,1 0 0,-1 0 0,0 1 0,0-1 0,1 0 0,-1 0 0,0 0 0,1 0 0,-1 1 0,0-1 0,1 0 0,-1 0 0,1 0 0,-1 0 0,0 0 0,1 0 0,-1 0 0,0 0 0,1 0 0,-1 0 0,0 0 0,1 0 0,0 0 0,29 2 0,28-7 0,1-2 0,-2-2 0,83-25 0,-24 5 0,-107 27 0,0 0 0,0 1 0,0-1 0,0 2 0,0-1 0,16 3 0,-22-2 0,0 1 0,1 0 0,-1 0 0,0 0 0,0 0 0,0 1 0,0-1 0,0 1 0,0 0 0,-1 0 0,1 0 0,0 0 0,-1 0 0,0 1 0,1-1 0,-1 1 0,0 0 0,0-1 0,-1 1 0,1 0 0,2 6 0,2 5 0,-1 1 0,-1 0 0,0 0 0,-1 0 0,0 1 0,0 27 0,-8 97 0,4-128 0,-13 114 0,-5-1 0,-6-1 0,-5-1 0,-6-2 0,-4-1 0,-6-2 0,-5-2 0,-97 160 0,119-227-341,-2-1 0,-2-2-1,-54 58 1,70-88-6485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01.1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242 137 24575,'-2'4'0,"0"1"0,1-1 0,-1 1 0,1 0 0,0-1 0,0 1 0,0 0 0,0 5 0,-3 13 0,-221 1384 0,224-1387 0,6-36 0,2-7 0,35-86 0,4 1 0,69-118 0,147-190 0,20 37 0,-197 278 0,155-141 0,-228 233-1365,-7 4-5461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01.4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24575,'211'173'0,"366"265"0,-535-411-341,1-3 0,2-2-1,49 19 1,-50-27-6485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03.0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666 0 24575,'60'75'0,"16"23"0,-28-24 0,-3 2 0,-3 2 0,-5 1 0,-2 3 0,-4 0 0,-4 2 0,-3 1 0,-5 1 0,-2 1 0,-5 0 0,-4 1 0,-5 163 0,-13-105 0,-6-1 0,-7 0 0,-6-2 0,-7-1 0,-5-2 0,-6-2 0,-115 232 0,104-264 0,-5-3 0,-130 165 0,90-147 0,-188 171 0,282-284 0,5-3 0,0-1 0,0 0 0,-1 0 0,1-1 0,-1 1 0,0-1 0,-8 4 0,13-7 0,0 0 0,0 0 0,0 0 0,0 0 0,0 0 0,0 0 0,0 0 0,0 0 0,0 0 0,0 0 0,0 0 0,0 0 0,0 0 0,0 0 0,-25 18-1365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06.5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1221 1 24575,'0'67'0,"-5"131"0,-9 0 0,-8-1 0,-9 0 0,-65 218 0,18-173 0,64-208 0,-2-1 0,-1 0 0,-1-1 0,-41 54 0,53-79 0,0 0 0,0 0 0,-1-1 0,0 0 0,0 0 0,0-1 0,-1 0 0,0 0 0,0-1 0,0 0 0,-1 0 0,1-1 0,-19 4 0,15-5 0,-1 0 0,1-1 0,-1-1 0,0 0 0,0-1 0,1 0 0,-1-1 0,1-1 0,-20-6 0,-3-3 0,1-2 0,1-1 0,1-2 0,0-1 0,1-2 0,-49-40 0,33 19 0,1-2 0,3-2 0,-43-56 0,74 85-119,-35-48 372,43 59-403,1-1 0,0 0 0,0 0 0,0 0 0,1 0 0,0 0 1,0 0-1,1-1 0,-2-7 0,3 3-6676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07.7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122 140 24575,'0'0'0,"0"0"0,0 0 0,41 59 0,-38-55 0,-1-1 0,1 0 0,0 0 0,1 0 0,-1 0 0,0 0 0,1 0 0,-1-1 0,1 0 0,0 0 0,0 0 0,0 0 0,0 0 0,0-1 0,7 2 0,-8-3 0,0 0 0,0 0 0,1-1 0,-1 1 0,0-1 0,0 1 0,0-1 0,0 0 0,0 0 0,0 0 0,0-1 0,0 1 0,-1-1 0,1 1 0,0-1 0,-1 0 0,1 0 0,-1 0 0,0 0 0,0-1 0,0 1 0,2-4 0,0 1 0,-1 0 0,0 0 0,0 0 0,0 0 0,0-1 0,-1 1 0,0-1 0,-1 0 0,1 0 0,-1 0 0,0 1 0,0-1 0,-1 0 0,0 0 0,0 0 0,0 0 0,-1 0 0,0 0 0,0 0 0,0 0 0,-1 0 0,0 1 0,0-1 0,0 1 0,-1-1 0,0 1 0,0 0 0,0 0 0,-1 0 0,0 0 0,0 1 0,0-1 0,0 1 0,0 0 0,-7-4 0,11 8 0,-1 1 0,0-1 0,0 0 0,1 1 0,-1-1 0,1 0 0,-1 1 0,0-1 0,1 1 0,-1-1 0,1 1 0,-1-1 0,1 1 0,-1 0 0,1-1 0,-1 1 0,1-1 0,0 1 0,-1 0 0,1 0 0,0-1 0,0 1 0,-1 1 0,-7 18 0,6-12 0,0 1 0,1 0 0,0 0 0,0 0 0,1 0 0,0 0 0,1 0 0,0 0 0,0 0 0,1 0 0,0 0 0,0-1 0,1 1 0,6 12 0,-6-15 0,0 0 0,0 0 0,1 0 0,0-1 0,0 1 0,0-1 0,0 0 0,1 0 0,0 0 0,0-1 0,0 1 0,1-1 0,0-1 0,-1 1 0,1-1 0,0 0 0,1 0 0,-1-1 0,13 4 0,-16-6 0,0 1 0,0-1 0,0 0 0,0 0 0,-1 0 0,1 0 0,0 0 0,0-1 0,0 1 0,-1-1 0,1 0 0,0 0 0,-1 0 0,1 0 0,0-1 0,-1 1 0,0 0 0,1-1 0,-1 0 0,0 0 0,0 1 0,0-1 0,0-1 0,0 1 0,0 0 0,-1 0 0,1-1 0,-1 1 0,1-1 0,-1 1 0,0-1 0,0 1 0,0-1 0,0 0 0,-1 0 0,1 1 0,0-5 0,0 0 0,0-1 0,0 1 0,-1-1 0,0 0 0,0 1 0,-1-1 0,0 0 0,0 1 0,-1-1 0,0 1 0,0 0 0,-1 0 0,-3-8 0,1 7 0,-1 1 0,0-1 0,0 1 0,-1 0 0,0 1 0,0-1 0,0 1 0,-1 1 0,0 0 0,0 0 0,0 0 0,-1 1 0,1 0 0,-1 1 0,-10-3 0,5 2 0,-1 0 0,1 2 0,-1 0 0,1 0 0,-1 1 0,0 1 0,1 0 0,-1 2 0,-16 2 0,23-2 0,1 1 0,0 0 0,-1 0 0,1 0 0,0 1 0,1 0 0,-1 0 0,1 1 0,0 0 0,0 0 0,0 1 0,1-1 0,-1 1 0,2 1 0,-6 7 0,5-8 0,2 0 0,-1 0 0,1 1 0,-1-1 0,2 1 0,-1 0 0,1 0 0,0 0 0,1 0 0,-1 0 0,1 0 0,1 1 0,-1-1 0,1 0 0,1 0 0,1 13 0,-1-19 0,-1-1 0,1 1 0,-1-1 0,1 0 0,-1 1 0,1-1 0,-1 0 0,1 0 0,-1 1 0,1-1 0,0 0 0,-1 0 0,1 0 0,-1 0 0,1 1 0,0-1 0,-1 0 0,1 0 0,-1 0 0,1-1 0,0 1 0,-1 0 0,1 0 0,-1 0 0,1 0 0,0 0 0,-1-1 0,1 1 0,-1 0 0,1-1 0,-1 1 0,1 0 0,-1-1 0,1 1 0,0-1 0,21-12 0,-19 10-136,0 1-1,0-1 1,-1 1-1,1-1 1,-1 0-1,0 0 1,1 0-1,-1 0 0,1-5 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13.0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24575,'-1'5'0,"1"0"0,-1 0 0,1 0 0,0 1 0,1-1 0,1 8 0,1 10 0,7 171 0,42 425 0,-52-616 0,5 29 0,1 0 0,19 56 0,-23-81 0,1 0 0,0 0 0,0 0 0,0-1 0,1 1 0,0-1 0,0 0 0,1 0 0,0 0 0,0-1 0,0 1 0,1-1 0,0 0 0,0-1 0,0 0 0,0 0 0,1 0 0,8 3 0,-14-7 0,-1 0 0,1 0 0,0 0 0,0 0 0,0 0 0,0 0 0,0 0 0,0 0 0,0-1 0,0 1 0,-1 0 0,1-1 0,0 1 0,0-1 0,0 1 0,-1-1 0,1 1 0,0-1 0,0 0 0,-1 1 0,1-1 0,-1 0 0,1 1 0,0-1 0,-1 0 0,0 0 0,1 0 0,14-27 0,-13 25 0,8-21 0,-1 1 0,-1-2 0,-1 1 0,-1-1 0,3-32 0,-9 56 0,0 1 0,0 0 0,0 0 0,0-1 0,0 1 0,1 0 0,-1 0 0,0-1 0,0 1 0,0 0 0,0 0 0,0-1 0,0 1 0,1 0 0,-1 0 0,0 0 0,0-1 0,0 1 0,1 0 0,-1 0 0,0 0 0,0 0 0,1 0 0,-1 0 0,0-1 0,0 1 0,1 0 0,-1 0 0,0 0 0,0 0 0,1 0 0,-1 0 0,0 0 0,0 0 0,1 0 0,-1 0 0,0 0 0,1 0 0,14 5 0,13 12 0,21 21 0,-2 3 0,81 90 0,18 17 0,-138-141 0,1 1 0,0-1 0,0-1 0,1 0 0,0 0 0,0-1 0,17 7 0,-23-11 0,1 0 0,0 0 0,0 0 0,0 0 0,0-1 0,0 0 0,-1 0 0,1 0 0,0 0 0,0-1 0,0 0 0,0 0 0,0 0 0,-1-1 0,1 0 0,-1 1 0,1-2 0,-1 1 0,8-6 0,-1 0 0,-1-1 0,-1-1 0,1 0 0,-2 0 0,1-1 0,-1 0 0,-1 0 0,0-1 0,-1 0 0,0 0 0,7-21 0,1-11 0,17-91 0,-17 52 0,-4-1 0,-1-142 0,-11 167 0,-2 1 0,-3-1 0,-3 2 0,-29-100 0,36 147 0,-13-28 0,14 37-1365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13.4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24575,'0'0'0,"0"0"0,2 18 0,97 755-1365,-93-731-5461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14.9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0 103 24575,'0'0'0,"0"0"0,7 214 0,40 249 0,-42-429 0,20 122 0,-20-131 0,2 0 0,1 0 0,0-1 0,13 24 0,-20-45 0,1 0 0,-1 0 0,1 1 0,0-1 0,0-1 0,0 1 0,1 0 0,-1 0 0,1-1 0,4 4 0,-6-5 0,1-1 0,-1 0 0,0 0 0,0 1 0,1-1 0,-1 0 0,0 0 0,1 0 0,-1 0 0,0-1 0,1 1 0,-1 0 0,0 0 0,0-1 0,1 1 0,-1-1 0,0 1 0,0-1 0,0 0 0,0 1 0,0-1 0,0 0 0,0 0 0,0 0 0,0 0 0,0 0 0,0 0 0,0 0 0,0 0 0,0-1 0,17-21 0,-1-1 0,0 0 0,-2-1 0,-1 0 0,-2-1 0,15-41 0,42-173 0,-45 126 0,-23 113 0,-1 0 0,0 0 0,1 0 0,-1 0 0,1 0 0,-1 0 0,1 0 0,0 0 0,-1 0 0,1 0 0,0 0 0,0 0 0,0 1 0,0-1 0,0 0 0,0 0 0,0 1 0,0-1 0,0 1 0,0-1 0,0 1 0,0-1 0,0 1 0,0 0 0,0-1 0,0 1 0,1 0 0,-1 0 0,0 0 0,0 0 0,0 0 0,0 0 0,1 0 0,-1 1 0,0-1 0,0 0 0,0 0 0,2 2 0,6 0 0,-1 0 0,1 1 0,15 8 0,0 3 0,0 1 0,0 1 0,-2 1 0,28 26 0,77 90 0,6 6 0,-125-131 0,1-1 0,0 0 0,0-1 0,1 1 0,-1-2 0,1 1 0,1-1 0,-1-1 0,1 0 0,15 4 0,-18-7 0,0 0 0,0-1 0,0 1 0,0-1 0,0-1 0,1 0 0,-1 0 0,0 0 0,0-1 0,-1 0 0,1-1 0,0 0 0,-1 0 0,1 0 0,7-7 0,5-3 0,-2-1 0,0 0 0,0-2 0,-1 0 0,-1-1 0,-1-1 0,-1 0 0,0-1 0,-1-1 0,11-23 0,1-7 0,-2-1 0,-3-1 0,16-59 0,-20 50 0,16-121 0,-28 147 0,-3-1 0,0 1 0,-3 0 0,0 0 0,-9-35 0,3 43-1365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15.4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28 24575,'0'-1'0,"1"-1"0,-1 1 0,0 0 0,1-1 0,-1 1 0,1 0 0,0 0 0,-1-1 0,1 1 0,0 0 0,0 0 0,0 0 0,0 0 0,0 0 0,0 0 0,0 0 0,0 0 0,0 0 0,0 0 0,1 1 0,-1-1 0,0 0 0,0 1 0,1-1 0,-1 1 0,0-1 0,1 1 0,-1 0 0,1 0 0,-1-1 0,1 1 0,-1 0 0,3 1 0,5-2 0,0 1 0,1 0 0,16 4 0,-14-2 0,0 1 0,-1 0 0,1 1 0,-1 0 0,1 0 0,-2 2 0,1-1 0,0 1 0,-1 1 0,0 0 0,-1 0 0,1 1 0,-2 1 0,1-1 0,-1 1 0,13 19 0,-12-14 0,-1 1 0,-1 0 0,0 0 0,-1 1 0,0 0 0,-2 0 0,0 0 0,0 1 0,-2-1 0,0 1 0,-1 29 0,-3 2 0,-2-1 0,-2 1 0,-3-1 0,-22 73 0,1-31 0,-59 117 0,89-205 0,0-1 0,0 0 0,0 0 0,0 1 0,0-1 0,0 0 0,-1 0 0,1 1 0,0-1 0,0 0 0,0 1 0,0-1 0,0 0 0,0 1 0,0-1 0,0 0 0,0 0 0,0 1 0,1-1 0,-1 0 0,0 1 0,0-1 0,0 0 0,0 0 0,0 1 0,0-1 0,1 0 0,-1 0 0,0 1 0,0-1 0,0 0 0,1 0 0,-1 0 0,0 1 0,0-1 0,1 0 0,-1 0 0,0 0 0,0 0 0,1 1 0,-1-1 0,0 0 0,1 0 0,-1 0 0,0 0 0,1 0 0,-1 0 0,0 0 0,0 0 0,1 0 0,-1 0 0,1 0 0,21-1 0,-18 0 0,44-6 0,0-2 0,-1-2 0,64-25 0,133-66 0,-228 95 0,122-56-1365,-85 38-5461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16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24575,'5'5'0,"-1"0"0,0 0 0,0 0 0,0 1 0,-1-1 0,0 1 0,0 0 0,0 0 0,2 9 0,4 6 0,86 226 0,-60-147 0,72 143 0,-97-223 0,1-1 0,2 0 0,0-1 0,0-1 0,2 0 0,0-1 0,1 0 0,22 16 0,-31-26 0,1-1 0,0 0 0,0-1 0,1 0 0,-1 0 0,1 0 0,0-1 0,0-1 0,0 1 0,0-2 0,0 1 0,0-1 0,1 0 0,-1-1 0,0 0 0,1-1 0,-1 0 0,0 0 0,0-1 0,0 0 0,0-1 0,9-3 0,-1-2 0,-1-1 0,-1 0 0,1-1 0,-2 0 0,0-2 0,0 1 0,-1-2 0,0 0 0,-1 0 0,0-1 0,-1-1 0,14-26 0,-2 1 0,-2-2 0,-2-1 0,23-77 0,-38 107 0,1-2 0,0-1 0,-2 1 0,3-19 0,-6 46 0,1 0 0,0-1 0,1 1 0,6 21 0,1 7 0,5 45 0,20 89 0,-28-151 0,1 0 0,0 0 0,2-1 0,1 0 0,16 25 0,-23-41 0,1-1 0,0 1 0,1-1 0,-1 1 0,1-1 0,0 0 0,1-1 0,-1 1 0,1-1 0,0 0 0,9 4 0,-11-7 0,-1 1 0,1-1 0,0 0 0,0 0 0,0-1 0,0 1 0,0-1 0,0 0 0,0 0 0,1 0 0,-1 0 0,0-1 0,0 0 0,0 0 0,-1 0 0,1 0 0,0 0 0,0-1 0,-1 0 0,1 0 0,3-2 0,5-5 0,0 0 0,-1-1 0,-1 0 0,1-1 0,-2 0 0,0 0 0,0-1 0,-1 0 0,0-1 0,-1 0 0,6-14 0,4-14 0,-3 1 0,15-63 0,-14 35 0,12-125 0,-25 147 0,-1 1 0,-3-1 0,-12-80 0,14 122-118,-1 1-7,1 1 1,0-1-1,-1 1 0,1-1 0,-1 1 1,0-1-1,0 1 0,0-1 1,-2-3-1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17.3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12 182 24575,'0'-1'0,"-1"0"0,1 0 0,0 0 0,0 0 0,0 0 0,-1 0 0,1-1 0,0 1 0,1 0 0,-1 0 0,0 0 0,0 0 0,0-1 0,1 1 0,-1 0 0,0 0 0,1 0 0,0-2 0,4-5 0,0 1 0,1 0 0,-1 0 0,1 0 0,0 1 0,1 0 0,0 0 0,0 0 0,15-8 0,2 0 0,49-19 0,-53 25 0,0 1 0,0 1 0,0 1 0,1 1 0,0 1 0,0 0 0,38 2 0,-51 1 0,0 0 0,0 1 0,0 0 0,-1 1 0,1-1 0,0 1 0,-1 1 0,0 0 0,1 0 0,-1 0 0,0 1 0,-1 0 0,1 0 0,-1 1 0,1 0 0,-1 0 0,-1 0 0,1 1 0,-1 0 0,0 0 0,0 0 0,-1 1 0,0-1 0,4 9 0,-1 2 0,-2 0 0,0 0 0,-1 1 0,0-1 0,-1 1 0,-1 0 0,-1 0 0,-1 0 0,0 0 0,-4 21 0,0-12 0,-1 0 0,-1 0 0,-1-1 0,-2 0 0,0 0 0,-14 25 0,11-27 0,-2-1 0,-1 0 0,0 0 0,-1-2 0,-2 0 0,0-1 0,-1-1 0,-1-1 0,-41 30 0,55-45 0,1-1 0,-1 1 0,0-1 0,0 0 0,-10 2 0,13-3 0,23-6 0,1 2 0,0 0 0,1 1 0,-1 1 0,0 1 0,0 1 0,0 1 0,0 1 0,0 1 0,0 0 0,0 2 0,-1 0 0,24 11 0,-18-4 0,1 1 0,-2 2 0,0 0 0,0 1 0,-2 2 0,0 0 0,-1 2 0,34 42 0,-46-52 0,-1 1 0,-1 0 0,0 1 0,-1 0 0,0 0 0,-1 1 0,0 0 0,6 25 0,-10-30 0,-1 0 0,0 1 0,0-1 0,-1 0 0,0 0 0,-1 1 0,0-1 0,0 0 0,-1 0 0,-1 0 0,1 0 0,-1 0 0,-1 0 0,1-1 0,-7 10 0,-4 4 0,-1-1 0,0-1 0,-2-1 0,0 0 0,-2-1 0,0-1 0,0-1 0,-26 16 0,5-6 0,-2-2 0,-1-1 0,-64 23 0,69-33-195,-1-1 0,0-2 0,-1-2 0,0-2 0,0-1 0,-81-2 0,12-10-6631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20.1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860 2875 24575,'-32'-20'0,"-16"-6"0,1-1 0,1-3 0,2-1 0,1-2 0,-74-76 0,77 62 0,3-2 0,2-2 0,2-1 0,2-1 0,3-2 0,2-1 0,-34-109 0,31 62 0,5-2 0,5-1 0,-11-180 0,29 217 0,3 1 0,2-1 0,4 1 0,21-88 0,91-262 0,-49 190 0,-61 192 0,-5 13 0,1 0 0,2 1 0,0 0 0,1 1 0,1 0 0,13-21 0,-22 42 0,-1 0 0,0 0 0,0 0 0,1-1 0,-1 1 0,0 0 0,1 0 0,-1-1 0,0 1 0,0 0 0,0 0 0,1-1 0,-1 1 0,0 0 0,0-1 0,0 1 0,1 0 0,-1-1 0,0 1 0,0 0 0,0-1 0,0 1 0,0 0 0,0-1 0,0 1 0,0-1 0,0 1 0,0 0 0,0-1 0,0 1 0,0 0 0,0-1 0,0 1 0,-1 0 0,1-1 0,0 1 0,0 0 0,0-1 0,0 1 0,-1 0 0,1-1 0,0 1 0,0 0 0,-1 0 0,1-1 0,0 1 0,0 0 0,-1 0 0,1 0 0,0-1 0,-1 1 0,1 0 0,0 0 0,-1 0 0,1 0 0,0 0 0,-1 0 0,1 0 0,0 0 0,-1 0 0,1 0 0,-1 0 0,-28 2 0,23-1 0,-357 58 0,399-91 0,4 4 0,1 3 0,1 1 0,1 2 0,66-24 0,-74 34 0,1 1 0,0 2 0,1 1 0,-1 2 0,1 2 0,52 0 0,-82 4 0,-1 0 0,0 0 0,0 1 0,0 0 0,1 0 0,-1 1 0,0-1 0,-1 1 0,1 1 0,0-1 0,0 1 0,-1 0 0,0 0 0,1 1 0,-1-1 0,-1 1 0,1 0 0,0 1 0,-1-1 0,0 1 0,0 0 0,0 0 0,-1 0 0,0 0 0,0 1 0,0-1 0,0 1 0,-1 0 0,0 0 0,0 0 0,-1 0 0,0 0 0,1 10 0,0 5 17,0 0 0,-2-1 1,-1 1-1,-1 0 0,0-1 0,-7 28 0,-4 0-760,-27 68 1,21-70-6084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21.0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828 238 24575,'-2'-1'0,"1"-1"0,-1 1 0,1 0 0,-1-1 0,1 1 0,-1 0 0,0 0 0,1 0 0,-1 0 0,0 0 0,0 0 0,0 0 0,0 1 0,-3-2 0,-1 0 0,-21-6 0,1 0 0,-1 2 0,-1 1 0,1 1 0,-1 2 0,1 0 0,-1 2 0,0 1 0,1 1 0,-1 2 0,1 0 0,-47 15 0,49-12 0,1 2 0,0 0 0,0 1 0,1 2 0,1 0 0,0 2 0,0 0 0,1 2 0,1 0 0,1 1 0,0 1 0,1 0 0,-28 40 0,37-43 0,1-1 0,1 1 0,0 1 0,0 0 0,2-1 0,0 2 0,1-1 0,1 1 0,0-1 0,1 1 0,1 0 0,1 17 0,0-26 0,0-1 0,1 1 0,1-1 0,-1 0 0,1 1 0,0-1 0,0 0 0,1 0 0,0 0 0,1 0 0,-1-1 0,1 1 0,0-1 0,1 0 0,-1 0 0,1-1 0,1 1 0,-1-1 0,1 0 0,0 0 0,0-1 0,0 0 0,0 0 0,1 0 0,0-1 0,0 0 0,0 0 0,0-1 0,7 2 0,-2-2 0,0-1 0,1 0 0,-1 0 0,0-1 0,0-1 0,0 0 0,0-1 0,0 0 0,0 0 0,-1-2 0,1 1 0,-1-2 0,1 1 0,11-8 0,9-6 0,-2-1 0,0-1 0,41-36 0,-13 2 0,-3-2 0,-2-3 0,-3-2 0,-3-2 0,-2-1 0,-4-3 0,-2-2 0,47-116 0,-85 184 0,-1 0 0,0 0 0,0 0 0,1 0 0,-1 1 0,0-1 0,1 0 0,-1 0 0,1 0 0,-1 1 0,1-1 0,0 0 0,-1 1 0,1-1 0,0 0 0,-1 1 0,1-1 0,1 0 0,-1 1 0,0 1 0,0-1 0,-1 1 0,1-1 0,0 0 0,0 1 0,0 0 0,-1-1 0,1 1 0,0-1 0,-1 1 0,1 0 0,-1 0 0,1-1 0,0 1 0,-1 0 0,0 0 0,1 0 0,-1-1 0,1 2 0,4 8 0,0 1 0,-1-1 0,0 1 0,-1 0 0,0-1 0,-1 2 0,2 12 0,2 85 0,-6-104 0,-5 150 0,-40 249 0,0-22 0,44-376 0,2 35 0,-1-40 0,0 0 0,0 0 0,0 0 0,1 0 0,-1-1 0,0 1 0,0 0 0,1 0 0,-1-1 0,0 1 0,1 0 0,-1 0 0,1-1 0,-1 1 0,1 0 0,-1-1 0,1 1 0,-1-1 0,1 1 0,0-1 0,-1 1 0,1-1 0,0 1 0,0-1 0,-1 1 0,1-1 0,0 0 0,0 0 0,-1 1 0,1-1 0,0 0 0,0 0 0,0 0 0,0 0 0,-1 0 0,1 0 0,0 0 0,0 0 0,0 0 0,-1 0 0,1-1 0,1 1 0,5-3 0,0 0 0,-1 0 0,1 0 0,-1-1 0,0 0 0,0 0 0,0-1 0,9-10 0,42-49 0,-45 48 0,43-57 40,-3-2 0,66-126 0,49-179-1525,-145 321-5341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21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0 24575,'-18'570'0,"1"21"0,17-576-1365,1-5-5461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22.5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639 2385 24575,'-9'-3'0,"-7"-3"0,-139-61 0,137 58 0,0-2 0,1 0 0,0-1 0,1-1 0,1-1 0,-19-20 0,12 7 0,2-1 0,2-1 0,0 0 0,2-1 0,1-1 0,1-1 0,2 0 0,1-1 0,2 0 0,-7-44 0,2-18 0,5-1 0,2-136 0,50-336 0,48 6 0,-83 517 0,-3 15 0,-4 18 0,1 0 0,0 0 0,6-16 0,-40 67 0,-219 288 0,295-410 0,-43 81 0,112-183 0,-89 150 0,1 2 0,2 0 0,35-33 0,-54 59 0,-1 0 0,1 1 0,0 0 0,0 1 0,1 0 0,-1 0 0,1 0 0,14-4 0,-17 8 0,-1-1 0,1 1 0,0 1 0,0-1 0,-1 1 0,1 0 0,0 0 0,0 0 0,-1 1 0,1 0 0,0 0 0,-1 1 0,1-1 0,-1 1 0,0 0 0,6 3 0,10 8-273,-2 0 0,1 1 0,-1 1 0,21 22 0,-5-4-6553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23.3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708 59 24575,'-4'-4'0,"-1"1"0,1 0 0,-1 1 0,1-1 0,-1 1 0,0 0 0,-5-2 0,-7-3 0,5 2 0,0 0 0,-1 1 0,0 0 0,0 1 0,0 0 0,0 1 0,-1 0 0,1 1 0,0 1 0,-23 2 0,18 1 0,0 0 0,1 1 0,0 1 0,0 1 0,0 1 0,1 0 0,-25 15 0,12-4 0,0 2 0,1 1 0,1 1 0,-46 49 0,56-53 0,1 2 0,1 0 0,1 1 0,1 1 0,0 0 0,2 0 0,-13 38 0,20-50 0,2 0 0,-1 0 0,2 0 0,-1 0 0,1 0 0,1 0 0,0 0 0,0 0 0,4 19 0,-3-23 0,0-1 0,1-1 0,0 1 0,-1 0 0,2 0 0,-1-1 0,1 1 0,-1-1 0,1 0 0,0 1 0,1-2 0,-1 1 0,1 0 0,0-1 0,0 1 0,0-1 0,0 0 0,0 0 0,1-1 0,-1 1 0,6 1 0,1 0 0,0-2 0,-1 1 0,1-1 0,0-1 0,0 0 0,0 0 0,1-1 0,-1-1 0,0 0 0,0 0 0,-1-1 0,1-1 0,0 0 0,12-4 0,4-4 0,0-1 0,0-1 0,-2-1 0,30-20 0,1-9 0,-2-2 0,-2-2 0,-2-2 0,-3-3 0,58-78 0,-105 130 0,0 0 0,0 0 0,0 0 0,0 0 0,0 0 0,0 0 0,0 0 0,0 0 0,1-1 0,-1 1 0,0 0 0,0 0 0,0 0 0,0 0 0,0 0 0,0 0 0,0 0 0,1 0 0,-1 0 0,0 0 0,0 0 0,0 0 0,0 0 0,0 0 0,0 0 0,1 1 0,-1-1 0,0 0 0,0 0 0,0 0 0,0 0 0,0 0 0,0 0 0,0 0 0,0 0 0,1 0 0,-1 0 0,0 0 0,0 1 0,0-1 0,0 0 0,0 0 0,0 0 0,0 0 0,0 0 0,0 0 0,0 0 0,0 0 0,0 1 0,0-1 0,0 0 0,0 0 0,0 0 0,0 0 0,0 0 0,0 0 0,0 1 0,0-1 0,0 0 0,0 0 0,0 0 0,0 0 0,0 0 0,0 1 0,2 17 0,-1 21 0,-9 50 0,-26 113 0,-36 86 0,32-148 0,-34 265 0,71-396 0,0-3 0,0 0 0,1 0 0,0 0 0,0 0 0,1 0 0,0 6 0,-1-11 0,1 0 0,-1-1 0,0 1 0,0 0 0,1-1 0,-1 1 0,0 0 0,1-1 0,-1 1 0,1-1 0,-1 1 0,1-1 0,-1 1 0,1-1 0,-1 1 0,1-1 0,-1 0 0,1 1 0,0-1 0,-1 1 0,1-1 0,0 0 0,1 1 0,0-1 0,-1 0 0,1 0 0,0-1 0,-1 1 0,1 0 0,-1 0 0,1-1 0,-1 1 0,1-1 0,-1 1 0,1-1 0,-1 0 0,2-1 0,20-11 0,-1-2 0,-1-1 0,0 0 0,-1-2 0,22-25 0,83-106 0,-121 144 0,166-238-1365,-126 175-5461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23.7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 0 24575,'21'27'0,"-12"-12"0,-1 0 0,-1 0 0,0 1 0,-2 0 0,1 1 0,-2-1 0,0 1 0,-1 0 0,-1 0 0,0 0 0,-2 0 0,-1 29 0,-4 7 0,-2 0 0,-25 92 0,-89 201 0,115-332 0,1-4 0,1 0 0,1 1 0,-4 12 0,7-21 0,-1 0 0,1-1 0,-1 1 0,1 0 0,0 0 0,0 0 0,0 0 0,0 0 0,1-1 0,-1 1 0,0 0 0,1 0 0,-1 0 0,1-1 0,-1 1 0,1 0 0,0-1 0,0 1 0,0 0 0,0-1 0,0 1 0,0-1 0,0 1 0,1-1 0,1 2 0,0-1 0,1 0 0,-1-1 0,1 1 0,0-1 0,0 0 0,-1 1 0,1-2 0,0 1 0,0 0 0,0-1 0,6 0 0,49-4 0,1-6 0,-1-3 0,-1-2 0,110-45 0,159-96 0,-240 109-1365,-17 8-5461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24.9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1470 2617 24575,'-23'3'0,"0"-1"0,0-1 0,0-1 0,-1-1 0,-43-7 0,51 6 0,-26-5 0,1-2 0,1-1 0,-1-3 0,2-1 0,0-2 0,1-1 0,-56-35 0,31 11 0,2-2 0,2-3 0,-72-72 0,98 85 0,1-1 0,2-2 0,2-1 0,1-1 0,-25-49 0,38 60 0,2-1 0,1 0 0,1 0 0,1-2 0,1 1 0,2-1 0,1 1 0,2-2 0,0-30 0,5 6 0,3-1 0,3 2 0,1-1 0,3 1 0,3 1 0,2 0 0,2 1 0,29-57 0,25-31 0,143-205 0,-136 232 0,75-120 0,-152 229 0,23-49 0,-25 50 0,1 0 0,-1 0 0,0 0 0,0-1 0,-1 1 0,1 0 0,-1-1 0,1 1 0,-1-1 0,0 1 0,0-1 0,-1 1 0,1 0 0,-2-4 0,1 5 0,0 1 0,0-1 0,0 1 0,0-1 0,0 1 0,-1 0 0,1 0 0,0 0 0,-1-1 0,1 1 0,-1 0 0,0 1 0,1-1 0,-1 0 0,0 0 0,1 1 0,-1-1 0,0 1 0,0-1 0,1 1 0,-1 0 0,0 0 0,0 0 0,-3 0 0,-47 5 0,21 2 0,0 2 0,1 0 0,0 2 0,1 2 0,0 0 0,-29 20 0,-13 12 0,-70 59 0,-301 298 0,435-397 0,11-16 0,15-22 0,34-45 0,4 3 0,3 2 0,3 3 0,3 2 0,3 4 0,3 2 0,87-56 0,-129 97 0,2 2 0,0 0 0,0 3 0,2 1 0,0 1 0,56-14 0,-77 25 0,0 1 0,0 0 0,0 1 0,0 1 0,0 0 0,1 1 0,-1 0 0,0 1 0,16 5 0,-19-4 0,0 1 0,0 0 0,-1 1 0,0 0 0,0 0 0,0 1 0,0 0 0,-1 1 0,0 0 0,0 0 0,-1 0 0,13 18 0,-1 4-204,-2 1 1,0 1-1,23 64 0,-34-79-346,6 15-6276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25.8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671 96 24575,'-2'-4'0,"1"0"0,-1 0 0,0 1 0,0-1 0,-1 1 0,1-1 0,-1 1 0,1 0 0,-1 0 0,0 0 0,-5-3 0,-39-25 0,40 27 0,0 1 0,-1 0 0,0 1 0,1 0 0,-1 0 0,0 0 0,0 1 0,0 0 0,0 1 0,0 0 0,0 0 0,-9 2 0,3 0 0,1 1 0,-1 1 0,1 0 0,0 1 0,1 0 0,-19 11 0,0 3 0,2 1 0,1 1 0,0 2 0,-39 42 0,45-42 0,1 2 0,1 0 0,2 1 0,0 1 0,2 0 0,1 1 0,-20 52 0,29-64 0,2 1 0,0 0 0,0 0 0,2 0 0,0 0 0,1 32 0,2-36 0,1 0 0,0-1 0,1 1 0,0-1 0,1 0 0,0 0 0,1 0 0,0 0 0,1-1 0,8 13 0,-11-19 0,2 1 0,-1 0 0,0-1 0,1 0 0,0 0 0,0 0 0,1-1 0,-1 0 0,1 0 0,0 0 0,0 0 0,0-1 0,1 0 0,-1-1 0,1 1 0,-1-1 0,12 2 0,-8-3 0,0-1 0,0 0 0,0 0 0,0-1 0,0 0 0,0 0 0,0-1 0,0-1 0,0 0 0,-1 0 0,16-8 0,8-6 0,0-3 0,-1 0 0,-1-2 0,-1-2 0,-2 0 0,42-46 0,-7-2 0,76-115 0,-113 146 0,-96 168 0,25-29 0,4 1 0,-32 124 0,56-156 0,2 1 0,4 0 0,2 1 0,1 103 0,8-164 0,1 0 0,-1 1 0,1-1 0,1 1 0,-1-1 0,1 0 0,1 0 0,4 11 0,-6-17 0,0 0 0,1 0 0,-1 0 0,1 1 0,0-2 0,0 1 0,0 0 0,0 0 0,0 0 0,0-1 0,0 1 0,0-1 0,1 0 0,-1 0 0,0 1 0,1-2 0,-1 1 0,1 0 0,-1 0 0,1-1 0,0 1 0,-1-1 0,1 0 0,0 0 0,-1 0 0,1 0 0,0 0 0,-1-1 0,4 0 0,7-2 0,0-1 0,0 0 0,-1 0 0,1-2 0,-1 1 0,0-2 0,0 0 0,13-10 0,11-10 0,37-38 0,0-10 0,-3-3 0,-3-3 0,-4-2 0,89-158 0,-131 202-682,18-45-1,-33 69-6143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26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10 148 24575,'0'0'0,"14"-8"0,28-16 0,2 3 0,0 2 0,1 1 0,1 3 0,0 1 0,82-12 0,-116 24 0,0 1 0,0 1 0,0 0 0,0 1 0,0 0 0,0 1 0,0 0 0,12 4 0,-19-4 0,0 0 0,0 0 0,0 0 0,-1 1 0,1 0 0,-1 0 0,0 0 0,0 0 0,0 1 0,0-1 0,0 1 0,-1 0 0,1 1 0,-1-1 0,0 0 0,-1 1 0,1-1 0,-1 1 0,0 0 0,3 9 0,-2 2 0,0 0 0,-1 0 0,-1 0 0,-1 0 0,0 0 0,-1 0 0,-1 0 0,0 0 0,-1 0 0,-8 25 0,-9 19 0,-36 73 0,54-129 0,-30 68 0,-3-2 0,-3-1 0,-69 94 0,179-173 0,-50 6 0,0 2 0,0 0 0,1 1 0,35 3 0,-52-2 0,0 1 0,0 0 0,-1 1 0,1-1 0,0 1 0,-1 0 0,1 1 0,-1-1 0,0 1 0,0 0 0,0 0 0,0 1 0,0-1 0,-1 1 0,0 0 0,1 0 0,-2 1 0,1-1 0,0 1 0,-1 0 0,0 0 0,5 11 0,-5-6 0,1 0 0,-2 0 0,0 1 0,0-1 0,-1 1 0,0-1 0,-1 1 0,0 0 0,-1-1 0,0 1 0,-1-1 0,0 1 0,0-1 0,-1 0 0,0 0 0,-9 18 0,5-13 0,-1-1 0,0-1 0,0 1 0,-1-1 0,-1-1 0,0 1 0,-1-2 0,0 0 0,-1 0 0,-23 16 0,18-17 13,0-1 1,0-1-1,-1-1 0,0 0 0,0-1 0,-1-1 0,0-1 1,-35 4-1,17-6-384,0-1 0,1-2 0,-60-9 0,-13-10-6455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28.8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24575,'2'38'0,"-3"-15"0,19 307 0,-7-239 0,35 145 0,-43-225 0,-1-2 0,0 0 0,1 0 0,0-1 0,0 1 0,7 10 0,-9-18 0,-1 0 0,1 1 0,0-1 0,0 0 0,0 0 0,0 0 0,0 0 0,0 0 0,1 0 0,-1 0 0,0 0 0,0 0 0,1-1 0,-1 1 0,0 0 0,1-1 0,-1 1 0,1-1 0,-1 0 0,1 1 0,-1-1 0,1 0 0,-1 0 0,1 0 0,-1 0 0,1 0 0,-1 0 0,1-1 0,-1 1 0,1 0 0,-1-1 0,0 1 0,1-1 0,-1 1 0,1-1 0,-1 0 0,0 0 0,2-1 0,9-6 0,-2 0 0,1-1 0,-1 0 0,-1-1 0,1 0 0,-2 0 0,1-1 0,11-21 0,-3 2 0,-2-1 0,16-42 0,-22 43 0,-1 0 0,5-38 0,31 148 0,-43-80 0,0 1 0,-1 0 0,1-1 0,-1 1 0,1 0 0,0-1 0,0 1 0,-1-1 0,1 1 0,0-1 0,0 0 0,0 1 0,-1-1 0,1 0 0,0 1 0,0-1 0,0 0 0,0 0 0,0 0 0,0 0 0,0 0 0,-1 0 0,1 0 0,0 0 0,0 0 0,0 0 0,0 0 0,0-1 0,0 1 0,-1 0 0,1-1 0,0 1 0,0 0 0,0-1 0,-1 1 0,1-1 0,0 1 0,0-1 0,0-1 0,30-27 0,-11 2 0,0 0 0,-2-2 0,-2 0 0,0 0 0,-2-2 0,-1 0 0,-2 0 0,-1-1 0,-1-1 0,5-38 0,-13 60-1365,-1 5-5461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29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257 1 24575,'-2'0'0,"1"1"0,-1 0 0,0 0 0,0 0 0,0 0 0,1 0 0,-1 0 0,1 1 0,-1-1 0,-2 3 0,-1 0 0,-11 11 0,0 1 0,2 1 0,-1 0 0,2 1 0,0 0 0,1 1 0,1 0 0,-10 25 0,2 2 0,2 0 0,-17 79 0,23-75 0,-6 74 0,16-96 0,0-1 0,2 0 0,1 0 0,7 39 0,-8-60 0,0 0 0,1 0 0,0-1 0,0 1 0,0 0 0,1-1 0,-1 1 0,1-1 0,1 0 0,-1 0 0,1 0 0,0 0 0,0-1 0,5 5 0,-5-7 0,-1 1 0,1-1 0,0-1 0,0 1 0,0 0 0,0-1 0,0 0 0,0 0 0,0 0 0,0 0 0,1-1 0,-1 0 0,0 1 0,0-2 0,1 1 0,-1 0 0,0-1 0,0 0 0,0 0 0,8-3 0,6-3 0,-1 0 0,0-2 0,0 0 0,0-1 0,-1-1 0,-1 0 0,0-1 0,0-1 0,18-21 0,-7 5 0,-1-1 0,-2-2 0,33-58 0,-40 60 0,-2 0 0,0-1 0,16-60 0,-27 79 0,0 1 0,-1-1 0,0 0 0,-1 1 0,0-1 0,-1 0 0,0 0 0,-1 0 0,-1 1 0,0-1 0,0 0 0,-1 1 0,0-1 0,-8-15 0,9 23 0,-1 0 0,0 0 0,0 0 0,-1 0 0,1 0 0,-1 1 0,0-1 0,0 1 0,0 0 0,0 0 0,-1 0 0,1 1 0,-1 0 0,1 0 0,-1 0 0,0 0 0,0 1 0,0 0 0,0 0 0,0 0 0,0 0 0,-10 1 0,10 0 0,-1 0 0,0 0 0,1 1 0,-1 0 0,0 0 0,1 1 0,0-1 0,-1 1 0,1 0 0,0 0 0,0 1 0,0 0 0,0 0 0,0 0 0,1 0 0,-1 1 0,1 0 0,0 0 0,0 0 0,-5 7 0,7-8 0,1-1 0,0 1 0,0 0 0,0 0 0,0-1 0,0 1 0,0 0 0,1 0 0,-1 0 0,1 0 0,0 0 0,0 0 0,0 0 0,0 0 0,1 0 0,-1 0 0,1 0 0,0 0 0,0-1 0,0 1 0,0 0 0,0 0 0,0-1 0,1 1 0,-1-1 0,1 1 0,0-1 0,3 4 0,5 5 0,0-1 0,0 0 0,1-1 0,19 13 0,45 25 0,95 43 0,15 9 0,-121-60-1365,-6-3-5461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30.4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0 230 24575,'0'0'0,"0"0"0,0 0 0,2 9 0,35 298 0,1 2 0,-37-301 0,0 1 0,1-1 0,0 0 0,1 0 0,6 13 0,-9-20 0,1 0 0,-1 0 0,1 0 0,0 0 0,0 0 0,0 0 0,-1 0 0,1 0 0,0 0 0,0 0 0,0-1 0,1 1 0,-1 0 0,0-1 0,0 1 0,0-1 0,0 1 0,1-1 0,-1 1 0,0-1 0,0 0 0,1 0 0,-1 1 0,0-1 0,0 0 0,1 0 0,-1 0 0,0-1 0,1 1 0,-1 0 0,0 0 0,0-1 0,1 1 0,-1-1 0,0 1 0,0-1 0,0 1 0,0-1 0,0 0 0,0 1 0,0-1 0,0 0 0,0 0 0,1-1 0,8-7 0,0 0 0,-1-1 0,0 1 0,-1-2 0,0 1 0,0-1 0,8-18 0,37-88 0,-47 103 0,28-81 0,-30 84 0,-1-1 0,-1 1 0,0-1 0,-1 1 0,0-1 0,-1-16 0,1 87 0,-2-33 0,1-1 0,6 41 0,-6-64 0,0 0 0,0-1 0,0 1 0,1 0 0,-1 0 0,1-1 0,0 1 0,-1 0 0,1-1 0,0 1 0,0-1 0,0 1 0,0-1 0,0 1 0,0-1 0,0 0 0,0 0 0,1 1 0,-1-1 0,0 0 0,1 0 0,-1 0 0,1 0 0,0-1 0,-1 1 0,1 0 0,-1-1 0,1 1 0,0-1 0,0 1 0,-1-1 0,1 0 0,0 0 0,0 1 0,-1-1 0,1-1 0,0 1 0,0 0 0,-1 0 0,4-1 0,2-2 0,1 1 0,-1-1 0,0 0 0,0-1 0,0 0 0,0 0 0,-1 0 0,7-7 0,11-10 0,-2-1 0,-1-1 0,-1-1 0,-1-1 0,-1 0 0,21-41 0,-9 7 0,45-125 0,-61 144-341,-2 0 0,-1-1-1,6-54 1,-16 83-6485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31.0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338 1 24575,'-17'7'0,"4"1"0,1 1 0,0 0 0,0 1 0,1 0 0,0 1 0,1 0 0,-16 22 0,-52 95 0,76-125 0,-22 42 0,2 2 0,1 0 0,-15 54 0,28-72 0,1 0 0,1 0 0,2 1 0,1 0 0,1 0 0,3 50 0,0-71 0,0 0 0,0-1 0,1 1 0,0-1 0,1 0 0,0 0 0,0 1 0,6 8 0,-7-13 0,0-1 0,0 0 0,1 0 0,-1 0 0,1 0 0,0-1 0,0 1 0,0-1 0,0 0 0,0 0 0,1 0 0,-1 0 0,0 0 0,1-1 0,0 1 0,-1-1 0,1 0 0,0 0 0,-1 0 0,8 0 0,0-1 0,1-1 0,0 0 0,0 0 0,0-1 0,-1-1 0,1 0 0,-1 0 0,0-1 0,0-1 0,0 0 0,0 0 0,-1-1 0,0 0 0,12-10 0,-5 2 0,0 0 0,-1-1 0,-1-1 0,0-1 0,-1 0 0,22-36 0,-22 29 0,-1-1 0,-2 0 0,0 0 0,-2-2 0,-1 1 0,-1-1 0,-1 0 0,-2 0 0,0-1 0,-2 1 0,-1-1 0,-3-32 0,1 53 0,0 1 0,0-1 0,-1 0 0,0 1 0,0-1 0,-1 1 0,0 0 0,0-1 0,0 1 0,-1 1 0,0-1 0,0 0 0,0 1 0,-1 0 0,0 0 0,0 0 0,-7-4 0,8 6 0,0 1 0,0-1 0,-1 1 0,1 0 0,-1 1 0,0-1 0,1 1 0,-1 0 0,0 0 0,0 0 0,0 1 0,0-1 0,0 1 0,0 0 0,0 1 0,0-1 0,1 1 0,-1 0 0,0 0 0,0 1 0,1 0 0,-1-1 0,1 1 0,-7 4 0,6-3 0,0 0 0,0 0 0,0 1 0,1 0 0,-1 0 0,1 0 0,0 0 0,0 0 0,0 1 0,1 0 0,-1 0 0,1 0 0,1 0 0,-1 0 0,-3 11 0,4-7 0,0 0 0,0 0 0,1 0 0,0 0 0,1 1 0,0-1 0,0 0 0,1 0 0,2 13 0,2-3 0,0 1 0,1-1 0,1 0 0,1-1 0,1 0 0,0 0 0,2 0 0,19 26 0,-15-28-91,1 0 0,0-1 0,1-1 0,1-1 0,0 0 0,1-1 0,0-1 0,1-1 0,0 0 0,0-2 0,1 0 0,0-2 0,1 0 0,24 3 0,1 0-6735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32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0 344 24575,'0'0'0,"0"34"0,7 175 0,-4-186 0,0-1 0,1 0 0,1 0 0,1 0 0,1-1 0,1 1 0,14 25 0,-20-43 0,1 0 0,-1 1 0,1-1 0,1 0 0,-1 0 0,0-1 0,1 1 0,0-1 0,0 1 0,0-1 0,0 0 0,0-1 0,1 1 0,-1-1 0,1 0 0,0 0 0,-1 0 0,1-1 0,0 1 0,0-1 0,6 0 0,-3-1 0,0 0 0,0-1 0,0 0 0,0 0 0,0-1 0,0 0 0,0 0 0,0-1 0,-1 0 0,1 0 0,-1-1 0,11-7 0,4-4 0,-2-1 0,0-1 0,0 0 0,-2-2 0,0 0 0,-2-1 0,22-32 0,-22 26 0,-1 0 0,-1-1 0,-1 0 0,-1-1 0,-2 0 0,9-38 0,-18 60 0,1 2 0,-1 0 0,0 0 0,-1 0 0,1 0 0,0 0 0,-1 0 0,0 0 0,0 0 0,0 0 0,-1 0 0,0 0 0,-1-8 0,1 12 0,1 0 0,-1 1 0,1-1 0,-1 0 0,1 0 0,-1 0 0,1 1 0,-1-1 0,1 0 0,-1 0 0,1 1 0,0-1 0,-1 1 0,1-1 0,0 0 0,-1 1 0,1-1 0,0 1 0,-1-1 0,1 0 0,0 1 0,0-1 0,-1 1 0,1-1 0,0 1 0,0-1 0,0 1 0,0 0 0,-9 19 0,7-11 0,0 0 0,0 1 0,1-1 0,0 1 0,1 0 0,0-1 0,1 1 0,0-1 0,0 1 0,1-1 0,0 1 0,5 13 0,-6-20 0,1 1 0,-1-1 0,1 1 0,-1-1 0,1 0 0,0 0 0,0 0 0,0 0 0,1 0 0,-1 0 0,1-1 0,-1 1 0,1-1 0,0 1 0,0-1 0,0 0 0,0 0 0,0-1 0,1 1 0,-1-1 0,0 1 0,1-1 0,0 0 0,-1 0 0,1-1 0,-1 1 0,1-1 0,0 0 0,-1 0 0,1 0 0,0 0 0,-1 0 0,1-1 0,-1 0 0,7-1 0,3-3 0,0-1 0,0 0 0,-1 0 0,0-2 0,0 1 0,0-1 0,-1-1 0,19-19 0,1-4 0,40-54 0,-34 36 0,32-60 0,-54 83 0,-1 0 0,-2-1 0,-1-1 0,10-38 0,-16 38-1365,-6 23-5461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32.8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278 1 24575,'-4'1'0,"1"0"0,-1 0 0,1 1 0,-1 0 0,1-1 0,0 1 0,0 0 0,0 1 0,-5 4 0,0-1 0,-11 9 0,1 1 0,0 1 0,2 1 0,0 0 0,1 1 0,1 1 0,0 0 0,2 0 0,-13 29 0,13-22 0,1 1 0,2 1 0,0-1 0,2 1 0,1 1 0,2-1 0,-2 34 0,6-50 0,0 1 0,0-1 0,2 0 0,-1 1 0,2-1 0,4 15 0,-6-23 0,1-1 0,-1 0 0,1 1 0,0-1 0,1 0 0,-1 0 0,1-1 0,0 1 0,0-1 0,0 1 0,0-1 0,0 0 0,1 0 0,0 0 0,-1 0 0,1-1 0,0 1 0,0-1 0,1 0 0,-1-1 0,6 3 0,1-2 0,-1 0 0,1-1 0,0-1 0,0 1 0,0-2 0,0 1 0,0-2 0,0 1 0,0-2 0,-1 1 0,1-1 0,-1-1 0,16-7 0,-6 1 0,-1 0 0,-1-1 0,0 0 0,0-2 0,-2 0 0,18-18 0,-19 16 0,-2-1 0,0-1 0,0 0 0,-2-1 0,0 0 0,-1 0 0,-1-1 0,11-32 0,-16 39 0,0 1 0,-1-1 0,-1 0 0,0 0 0,-1 0 0,0 0 0,0 0 0,-1 0 0,-1 0 0,0 0 0,-1 0 0,0 0 0,-1 1 0,0-1 0,-1 0 0,-7-15 0,7 21 0,0 1 0,0-1 0,0 0 0,-1 1 0,0 0 0,0 0 0,0 1 0,-1-1 0,0 1 0,1 0 0,-1 0 0,-1 1 0,1 0 0,0 0 0,-1 1 0,0-1 0,1 1 0,-1 1 0,0-1 0,0 1 0,0 1 0,0-1 0,-11 1 0,12 0 0,0 1 0,-1 0 0,1 0 0,0 0 0,0 0 0,0 1 0,0 0 0,0 0 0,0 1 0,1 0 0,-1 0 0,1 0 0,0 1 0,0-1 0,0 1 0,0 1 0,0-1 0,1 0 0,0 1 0,0 0 0,0 0 0,1 0 0,0 1 0,0-1 0,0 1 0,-3 9 0,3-3 0,0 1 0,1-1 0,1 1 0,0 0 0,1 0 0,0-1 0,1 1 0,0 0 0,1-1 0,1 1 0,0-1 0,0 0 0,10 22 0,-1-7 0,2-1 0,0 0 0,1-1 0,36 44 0,-31-45 20,2-1 0,0 0 0,1-2 0,2 0 0,39 26 0,-48-38-155,0 0 0,1-1 0,0 0 0,1-1 0,-1-1 0,1-1 0,1-1 0,-1 0 0,0-1 0,31 0 0,-1-3-6691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42.82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24575,'0'0'0,"0"0"0,0 0 0,0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58.18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1578 5498 24575,'16'0'0,"465"31"0,-2 39 0,-282-39 0,1680 204 0,-1183-209 0,-1-47 0,-544 14 0,120 0 0,-1 12 0,0 12 0,397 76 0,-441-46 0,-2 9 0,-4 11 0,218 97 0,-253-81 0,140 59 0,-230-106 0,150 36 0,-89-42 0,1-6 0,225 5 0,317-35 0,-414-1 0,1015-90 0,-535-29 0,-566 81 0,346-127 0,-379 104 0,256-148 0,-302 143 0,-3-5 0,174-155 0,-167 115 0,-6-4 0,-5-6 0,160-242 0,-120 125 0,162-355 0,-256 474 0,-4-3 0,37-143 0,-74 209 0,-2-2 0,-4 0 0,-2 0 0,-3-1 0,-2 1 0,-11-103 0,-4 89 0,-3 1 0,-4 0 0,-3 1 0,-3 2 0,-4 0 0,-3 2 0,-82-136 0,47 107 0,-4 2 0,-5 3 0,-4 4 0,-137-124 0,85 105-183,-5 5-1,-5 7 1,-4 6 0,-247-119-1,93 80-275,-469-141 1,415 175 324,-482-71 1,-378 50-457,-10 99-4,4 50 315,1188-28 278,-470 15-337,-1374 24-408,3-134 702,1826 89 44,-724-74 0,-1 36 0,505 41 0,-305 39 0,430-18 0,2 6 0,0 6 0,-251 92 0,260-69-5,3 5 0,-160 101 0,215-112 42,2 2-1,2 4 1,2 3-1,-116 129 1,148-143 238,2 1-1,2 2 0,3 1 1,1 1-1,2 2 1,3 0-1,2 2 1,-18 69-1,24-59 4,3 0 0,2 1-1,3 0 1,3 0-1,3 0 1,15 125-1,6-67-236,5-2 0,82 226 0,129 215-60,-192-460 27,500 1191-8,-491-1149 0,188 459 0,-184-477 0,6-3 0,135 195 0,-111-202 0,5-3 0,5-4 0,168 142 0,-210-205-273,2-2 0,1-3 0,3-3 0,70 32 0,-13-17-6553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59.11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63 24575,'21'6'0,"47"2"0,0-3 0,93-4 0,139-25 0,-230 18 0,422-43-1365,-444 45-5461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59.39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0 246 24575,'23'-12'0,"514"-139"0,-388 112 0,-15 7-1365,-83 20-5461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00.50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885 295 24575,'0'2'0,"0"0"0,0-5 0,1-11 0,0 0 0,-1 0 0,-1 0 0,-1 0 0,0 0 0,0 0 0,-2 1 0,1-1 0,-2 1 0,0 0 0,-11-21 0,11 26 0,0 0 0,0 1 0,0 0 0,-1-1 0,0 2 0,-1-1 0,1 1 0,-1 0 0,-1 1 0,1-1 0,-1 1 0,0 1 0,0-1 0,0 2 0,-1-1 0,1 1 0,-1 0 0,-16-3 0,6 4 0,0 1 0,0 1 0,0 0 0,-1 2 0,1 0 0,0 1 0,1 1 0,-1 1 0,1 0 0,0 1 0,0 1 0,0 1 0,1 1 0,-30 20 0,17-8 0,1 1 0,0 1 0,2 2 0,1 1 0,1 0 0,-40 58 0,41-48 0,2 1 0,2 1 0,1 1 0,-19 56 0,30-69 0,0 0 0,2 1 0,1 0 0,1 0 0,1 0 0,2 0 0,1 1 0,3 26 0,-2-43 0,0-1 0,1 1 0,1-1 0,0 0 0,0 1 0,1-2 0,1 1 0,-1 0 0,2-1 0,7 11 0,-10-15 0,1-1 0,0 0 0,0 0 0,1 0 0,-1 0 0,1 0 0,0-1 0,0 0 0,0 0 0,0-1 0,1 1 0,-1-1 0,1 0 0,-1-1 0,1 1 0,0-1 0,0 0 0,-1-1 0,1 1 0,6-1 0,4-1 0,1-1 0,-1-1 0,0 0 0,-1-2 0,1 1 0,-1-2 0,0 0 0,0-1 0,-1 0 0,21-14 0,0-3 0,-2-2 0,57-54 0,-50 41 0,-1-3 0,-3-1 0,-1-2 0,-2-1 0,-2-2 0,44-91 0,-67 107 0,-8 33 0,-2 11 0,-21 172 0,-72 275 0,-59 6 0,77-247 0,77-217 0,-1 1 0,0 0 0,1-1 0,-1 1 0,1 0 0,-1-1 0,1 1 0,0 0 0,-1 0 0,1-1 0,0 1 0,0 0 0,1 0 0,-1-1 0,0 1 0,0 0 0,1 1 0,1-2 0,-1 0 0,0-1 0,0 1 0,1-1 0,-1 1 0,0-1 0,1 0 0,-1 1 0,0-1 0,1 0 0,-1 0 0,1 0 0,-1 0 0,0 0 0,1 0 0,-1-1 0,0 1 0,1 0 0,-1-1 0,0 1 0,1-1 0,-1 1 0,2-2 0,22-7 0,0-2 0,0 0 0,-2-2 0,44-29 0,83-76 0,-138 107 0,71-58-455,-4-4 0,99-118 0,-169 179-6371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00.80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189 0 24575,'0'15'0,"-3"102"40,-6-1 0,-31 153 0,-81 223-1525,106-439-5341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02.38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3626 434 24564,'34'46'0,"-3"2"0,-3 2 0,-3 2 0,-2 2 0,-4 1 0,-2 2 0,-3 1 0,-3 2 0,-2 1 0,-4 1 0,-3 1 0,-3 1 0,-3 1 0,-2 1 0,-4 1 0,-2 0 0,-4 1 0,-2 0 0,-3 0 0,-3 1 0,-3 0 0,-3-1 0,-2 1 0,-3-1 0,-3 0 0,-2-1 0,-2 0 0,-3-1 0,-2 0 0,-3-2 0,-2 0 0,-2-2 0,-2 0 0,-1-2 0,-3-1 0,-2-2 0,-1-1 0,-1-2 0,-3-2 0,0-1 0,-2-2 0,-1-2 0,-1-2 0,-1-2 0,-1-2 0,0-3 0,-2-2 0,1-2 0,-1-2 0,-1-3 0,1-2 0,0-3 0,-1-2 0,1-3 0,0-3 0,1-2 0,0-3 0,1-2 0,0-3 0,2-3 0,0-3 0,2-2 0,1-3 0,1-2 0,1-4 0,2-1 0,2-4 0,1-2 0,3-3 0,1-2 0,2-3 0,2-2 0,2-3 0,3-2 0,2-3 0,2-1 0,3-3 0,2-2 0,3-3 0,2-1 0,3-2 0,3-2 0,3-2 0,2-2 0,3-1 0,3-2 0,3-1 0,3-2 0,3-1 0,3-1 0,3-1 0,3-1 0,2-1 0,4-1 0,3-1 0,2 0 0,4-1 0,2 0 0,3 0 0,3-1 0,3 1 0,3-1 0,2 0 0,3 1 0,2 0 0,3 1 0,3 0 0,2 1 0,2 1 0,3 0 0,2 1 0,1 2 0,3 0 0,2 2 0,2 2 0,1 0 0,3 2 0,0 2 0,2 2 0,2 1 0,1 2 0,1 2 0,1 2 0,1 2 0,1 3 0,0 1 0,1 3 0,1 2 0,0 2 0,0 3 0,1 2 0,-1 3 0,1 3 0,-1 1 0,0 4 0,-1 2 0,0 3 0,-1 2 0,-1 3 0,0 3 0,-1 3 0,-2 2 0,-1 3 0,-1 2 0,-1 4 0,-3 2 0,0 2 0,-3 3 0,-1 3 0,-2 2 0,-2 3 0,-2 3 0,-3 1 0,-1 3 0,-3 3 0,-2 2 0,-3 2 0,-2 2 0,-3 2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06.90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2308 848 24575,'-3'-1'0,"-1"0"0,1-1 0,0 1 0,1-1 0,-1 1 0,0-1 0,0 0 0,1 0 0,-4-3 0,-6-5 0,-47-27 0,-2 2 0,-111-47 0,126 65 0,0 2 0,-1 2 0,-1 2 0,-90-9 0,71 18 0,0 2 0,-1 3 0,1 3 0,1 3 0,-1 3 0,2 3 0,0 3 0,0 2 0,2 4 0,1 2 0,1 2 0,2 4 0,-74 50 0,76-42 0,2 1 0,2 4 0,2 1 0,2 3 0,2 1 0,3 3 0,2 2 0,2 1 0,2 2 0,4 2 0,2 1 0,-47 128 0,66-151 0,3 1 0,1 1 0,2 0 0,1 0 0,2 0 0,3 1 0,0-1 0,3 1 0,1-1 0,3 0 0,1 0 0,1 0 0,3-1 0,1 0 0,1-1 0,3 0 0,1-2 0,1 0 0,3 0 0,30 40 0,-6-19 0,3-1 0,2-3 0,2-3 0,2-1 0,3-3 0,68 43 0,-15-21 0,3-5 0,189 77 0,-218-107 0,0-3 0,2-4 0,164 26 0,-197-45 0,-1-3 0,1-3 0,-1-1 0,1-3 0,-1-2 0,0-2 0,101-29 0,-102 19 3,0-3-1,-2-1 0,0-3 1,-2-2-1,85-62 0,-77 44-11,-1-3 0,-3-2 0,90-111 1,-70 60-127,-4-2 1,-4-4-1,-5-2 1,-5-2 0,38-119-1,-56 135 137,-5-1 0,-5-1 0,-3-1 0,-5-2 0,6-111 0,-22 154-6,-2 0 0,-3 0 0,-2 0 1,-16-68-1,11 81-13,-2 1-1,-2 0 1,-1 1 0,-3 1 0,-1 1 0,-27-40-1,14 33 15,-3 1 0,-1 1 0,-3 3 0,-1 1-1,-2 2 1,-1 2 0,-2 1 0,-2 3 0,-55-28-1,17 16 6,-2 5-1,-1 3 0,-2 4 0,-152-32 1,149 46-403,0 4 1,-117-1-1,51 16-5607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08.28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32 0 24575,'0'0'0,"0"0"0,0 0 0,0 13 0,-30 1105-1365,29-1068-5461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08.64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1 587 24575,'0'0'0,"6"-7"0,607-555 0,-602 552-1365,-2 2-5461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08.92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24575,'5'1'0,"0"1"0,0 0 0,0 0 0,0 0 0,0 1 0,0 0 0,-1 0 0,8 6 0,8 5 0,423 277 0,-340-220-1365,-56-41-5461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09.25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24575,'0'0'0,"0"0"0,4 11 0,7 58 0,2 78 0,-7-63 0,25 235-1365,-24-263-5461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0.24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1 368 24575,'0'-1'0,"1"0"0,0-1 0,-1 1 0,1 0 0,0 0 0,0-1 0,0 1 0,0 0 0,0 0 0,0 0 0,0 0 0,0 0 0,0 1 0,0-1 0,1 0 0,-1 0 0,0 1 0,0-1 0,2 0 0,4-3 0,56-30 0,134-53 0,78-5 0,-168 58-273,2 6 0,0 4 0,2 5 0,122-5 0,-177 22-6553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0.52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47 0 24575,'0'0'0,"-1"5"0,-24 202 0,9 0 0,11 218 0,8-337-341,4 0 0,4 0-1,25 99 1,-15-113-6485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3.26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4138 243 24575,'-9'-11'0,"-1"0"0,0 1 0,0 1 0,-1-1 0,0 2 0,-18-11 0,-6-1 0,-39-16 0,18 14 0,0 2 0,-1 3 0,-1 2 0,0 3 0,-1 3 0,-1 2 0,-64 0 0,8 9 0,0 4 0,-196 36 0,108 2-112,3 9-1,1 9 1,4 9-1,-272 138 0,308-125 97,3 8 0,4 6 0,5 7 0,4 6 0,5 6 0,-169 186 0,258-247 49,2 2 0,3 2-1,2 2 1,3 2 0,-50 109 0,76-140-7,1 1 0,2 0 0,1 1 0,2 0 1,2 0-1,1 1 0,1 0 0,2 0 0,2 0 0,1 0 0,2 0 0,1-1 1,17 63-1,-7-55-14,2 0 0,2-1 0,2-1 1,2-1-1,1-1 0,2-1 0,2-1 1,1-1-1,35 34 0,-3-12-14,2-2 0,2-3 0,3-3 0,79 45 0,-49-40-79,2-4 0,3-4 0,2-5 0,1-5 0,2-4-1,1-5 1,202 26 0,-188-43 72,1-5 0,0-5-1,0-6 1,0-5 0,-1-6-1,229-60 1,-200 30 9,-2-7 0,-3-6 0,-3-6 0,-3-7 0,138-94 0,-171 93 0,-3-5 0,-4-4 0,-3-5 0,-4-3 0,-5-5 0,119-163 0,-162 193 0,-3-1 0,-4-2 0,-2-2 0,32-90 0,-54 119 0,-2 0 0,-1 0 0,-3-1 0,-1 0 0,-2 0 0,-2-1 0,-2 1 0,-2-1 0,-8-58 0,-1 48 83,-2 1 0,-2 1-1,-2 0 1,-3 1 0,-46-88 0,31 79-43,-3 2 0,-2 1-1,-2 3 1,-59-59 0,35 48-38,-4 3 1,-2 4-1,-2 2 0,-3 4 0,-1 3 1,-3 3-1,-105-41 0,182 85-2,-134-52 0,112 45 0,0 1 0,0 1 0,-40-4 0,63 9-68,-1 1 0,1 0-1,-1 0 1,0 0 0,1 0 0,-1 0-1,1 1 1,-1-1 0,0 1 0,1-1-1,-1 1 1,1 0 0,-1 0 0,1 0-1,0 0 1,0 1 0,-1-1 0,1 1-1,-2 1 1,-9 14-6758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4.67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2256 868 24575,'-19'-14'0,"-32"-18"0,-1 3 0,-97-39 0,-124-24 0,190 70 0,-2 3 0,-1 4 0,0 3 0,0 4 0,-135 6 0,160 5 0,1 3 0,0 3 0,0 2 0,1 3 0,0 3 0,2 2 0,0 2 0,-94 52 0,118-54 0,2 2 0,0 2 0,2 1 0,0 1 0,2 1 0,1 1 0,1 2 0,1 1 0,2 0 0,1 2 0,1 0 0,2 1 0,1 1 0,2 1 0,1 1 0,2-1 0,1 2 0,2 0 0,-4 44 0,6-24 0,3 1 0,2 0 0,3 0 0,16 114 0,-3-99 0,3-1 0,3-1 0,45 104 0,-23-83 0,4-3 0,4-2 0,4-2 0,4-3 0,3-2 0,80 81 0,-74-93 0,3-2 0,2-4 0,3-3 0,3-3 0,129 69 0,-155-98 0,1-3 0,1-2 0,0-3 0,2-2 0,0-2 0,1-3 0,0-2 0,0-3 0,1-2 0,80-4 0,-71-8-45,0-3 0,-1-2 0,-1-4 0,0-2 0,-1-3 0,-1-3 0,82-44 0,-40 10-46,-2-4 1,-4-5 0,118-102 0,-98 64 90,155-176 0,-201 194 0,-4-3 0,107-181 0,-150 221 0,-1-1 0,-3 0 0,-2-2 0,-2 0-1,-3-1 1,14-86 0,-25 100 0,-1-1 0,-2 1 0,-1-1 0,-3 1 0,-1-1 0,-2 1 0,-2 0 0,-1 1-1,-26-69 1,13 57 1,-2 1 0,-2 1-1,-2 2 1,-57-73-1,38 64-2,-2 2 1,-2 2-1,-64-49 0,27 35 14,-3 3-1,-3 4 1,-2 5-1,-175-72 1,163 84-168,-2 4 0,-1 6 1,-1 4-1,-2 6 1,-1 4-1,0 5 0,-144 3 1,105 18-6122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5.78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909 349 24575,'0'-29'0,"0"12"0,0-10 0,0 0 0,-2 0 0,-9-49 0,9 69 0,0 0 0,0-1 0,-1 1 0,0 0 0,0 0 0,-1 1 0,0-1 0,0 1 0,0-1 0,-1 1 0,0 1 0,0-1 0,-1 1 0,0 0 0,0 0 0,0 0 0,0 1 0,-10-5 0,4 4 0,-1 0 0,1 1 0,-1 1 0,0 0 0,1 0 0,-1 2 0,-1-1 0,1 2 0,0 0 0,0 0 0,0 1 0,0 1 0,-23 6 0,9-1 0,1 1 0,0 2 0,0 0 0,1 2 0,-37 23 0,31-14 0,1 2 0,1 1 0,1 1 0,1 1 0,2 2 0,0 1 0,2 0 0,-30 52 0,31-44 0,3 1 0,1 0 0,1 1 0,3 1 0,1 1 0,2 0 0,-8 59 0,17-80 0,0 0 0,1 0 0,1 0 0,1 1 0,7 37 0,-7-52 0,1 0 0,-1 0 0,1 0 0,0 0 0,1 0 0,-1 0 0,1-1 0,1 1 0,-1-1 0,1 0 0,-1 0 0,1 0 0,1 0 0,-1-1 0,1 0 0,0 0 0,0 0 0,0 0 0,0-1 0,1 0 0,-1 0 0,13 4 0,-6-4 0,0-1 0,0-1 0,1 0 0,-1 0 0,0-1 0,1-1 0,-1 0 0,0-1 0,1 0 0,-1-1 0,0 0 0,-1-1 0,20-9 0,5-4 0,-1-1 0,-1-2 0,32-25 0,-15 6 0,-3-1 0,66-72 0,72-104 0,-37 40 0,-148 174 0,0 0 0,1 1 0,-1-1 0,1 1 0,-1-1 0,1 1 0,0-1 0,-1 1 0,1 0 0,0 0 0,0 0 0,0 0 0,0 0 0,0 0 0,0 1 0,0-1 0,4 0 0,-5 2 0,1-1 0,-1 1 0,1 0 0,-1-1 0,0 1 0,1 0 0,-1 0 0,0 0 0,1 0 0,-1 0 0,0 0 0,0 1 0,0-1 0,0 0 0,0 1 0,0-1 0,0 0 0,-1 1 0,1-1 0,0 1 0,-1-1 0,1 1 0,-1 0 0,0-1 0,1 3 0,4 17 0,-1 0 0,0 0 0,-2 1 0,-1-1 0,0 1 0,-5 39 0,-27 135 0,28-183 0,-155 557 0,27-124 0,130-440 0,-4 10 0,1 1 0,1-1 0,1 1 0,0 0 0,1-1 0,1 18 0,0-32 0,0 0 0,0-1 0,0 1 0,1 0 0,-1-1 0,1 1 0,-1 0 0,1-1 0,-1 1 0,1-1 0,0 1 0,0-1 0,0 1 0,0-1 0,0 1 0,0-1 0,0 0 0,0 0 0,1 0 0,-1 1 0,0-1 0,1 0 0,-1-1 0,1 1 0,-1 0 0,1 0 0,-1-1 0,1 1 0,0-1 0,-1 1 0,1-1 0,0 0 0,-1 1 0,1-1 0,0 0 0,-1 0 0,3 0 0,4-2 0,1 1 0,-1-1 0,-1 0 0,1-1 0,0 0 0,12-6 0,19-12 0,0-2 0,-2-2 0,67-57 0,89-106 0,-37 20-1365,-126 134-5461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6.12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154 1 24575,'0'0'0,"0"0"0,0 0 0,0 3 0,-2 10 0,-2 17 0,-3 26 0,-4 26 0,-2 25 0,-1 17 0,-3 12 0,0 3 0,-2-2 0,1-9 0,0-12 0,5-27-8191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6.95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353 0 24575,'-8'19'0,"6"-12"0,-37 108 0,-36 181 0,1 130 0,61-343 0,-11 66 0,-86 641 0,103-629-1365,8-101-5461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7.25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1090 24575,'2'-14'0,"3"-5"0,0 0 0,1 0 0,2 0 0,0 1 0,20-34 0,64-81 0,-88 127 0,101-125 0,6 4 0,5 5 0,6 6 0,149-111 0,-201 175-1365,-48 37-5461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7.57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0 24575,'16'31'0,"29"33"0,3-2 0,3-2 0,78 71 0,192 145 0,-309-266 0,209 167-1365,-160-131-5461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8.10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101 1 24575,'0'0'0,"15"0"0,13 0 0,30 0 0,66 8 0,-108-6 0,1 0 0,-1 2 0,1 0 0,-1 1 0,-1 0 0,1 2 0,-1 0 0,25 15 0,-34-18 0,-1 0 0,0 0 0,0 1 0,0 0 0,-1-1 0,1 2 0,-1-1 0,0 0 0,-1 1 0,0 0 0,1 0 0,-2 0 0,1 0 0,2 10 0,-2-5 0,-2 0 0,1 0 0,-1 0 0,-1 0 0,0 1 0,0-1 0,-1 0 0,-3 11 0,-5 15 0,-1-1 0,-2 0 0,-2-1 0,-19 34 0,-28 50 0,-100 143 0,-98 98 0,259-360 0,1 0 0,-1 0 0,0 0 0,0 0 0,0 0 0,1 0 0,-1 0 0,0 0 0,0 0 0,0 0 0,1 0 0,-1 0 0,0 0 0,0 0 0,0 0 0,1 0 0,-1 0 0,0 0 0,0 0 0,0 1 0,0-1 0,1 0 0,-1 0 0,0 0 0,0 0 0,0 0 0,0 1 0,0-1 0,1 0 0,-1 0 0,0 0 0,0 0 0,0 1 0,0-1 0,0 0 0,0 0 0,0 0 0,0 1 0,0-1 0,0 0 0,0 0 0,0 1 0,0-1 0,0 0 0,0 0 0,0 0 0,0 1 0,0-1 0,0 0 0,0 0 0,0 0 0,0 1 0,0-1 0,0 0 0,-1 0 0,1 0 0,0 0 0,0 1 0,25-9 0,-21 6 0,392-184 0,-34 12 0,-307 153 0,0 2 0,1 2 0,1 3 0,107-13 0,-123 25-682,42 2-1,-33 4-6143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8.42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0 414 24575,'1'-1'0,"0"-1"0,-1 1 0,1-1 0,0 1 0,0-1 0,0 1 0,0 0 0,0-1 0,0 1 0,0 0 0,1 0 0,-1 0 0,0 0 0,1 0 0,-1 0 0,3-2 0,1 0 0,24-15 0,1 0 0,1 2 0,32-12 0,105-32 0,-151 54 0,854-222-1365,-800 214-5461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8.70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185 0 24575,'0'0'0,"-2"9"0,-30 135 0,-14 156 0,8 150 0,33-372 0,-48 751-1365,45-695-5461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19.39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24575,'0'0'0,"0"0"0,0 0 0,0 2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21.20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762 338 24575,'0'-29'0,"-3"1"0,0 0 0,-1 0 0,-2 0 0,-1 1 0,-14-37 0,18 57 0,0 0 0,0 1 0,-1 0 0,0 0 0,0 0 0,0 0 0,-1 1 0,0-1 0,0 1 0,0 0 0,-1 1 0,1-1 0,-1 1 0,0 0 0,0 1 0,-1 0 0,1 0 0,-1 0 0,0 0 0,0 1 0,1 0 0,-1 1 0,-1-1 0,1 2 0,0-1 0,0 1 0,0 0 0,-14 1 0,2 2 0,-1 0 0,1 1 0,0 1 0,0 1 0,0 1 0,1 0 0,0 2 0,1 0 0,-25 16 0,16-6 0,1 1 0,1 2 0,1 0 0,0 1 0,2 2 0,1 0 0,1 1 0,1 0 0,2 2 0,-16 33 0,17-27 0,1 1 0,2 0 0,1 1 0,2 1 0,2-1 0,1 1 0,1 1 0,2 52 0,3-71 0,1 0 0,1-1 0,1 1 0,0-1 0,2 1 0,0-1 0,1 0 0,0-1 0,11 20 0,-12-28 0,1 0 0,0-1 0,0 0 0,0 0 0,1 0 0,1 0 0,-1-1 0,1-1 0,0 1 0,1-1 0,0-1 0,-1 1 0,2-1 0,-1-1 0,1 0 0,-1 0 0,21 4 0,-9-5 0,1 0 0,-1-2 0,0 0 0,1-2 0,-1 0 0,0-2 0,1 0 0,-1-1 0,-1-1 0,1-1 0,-1-1 0,0-1 0,0 0 0,21-14 0,-3 0 0,-1-1 0,-2-2 0,0-2 0,-1-1 0,-2-1 0,28-34 0,-27 25 0,-3-1 0,33-53 0,-49 67 0,-1 0 0,0-1 0,-2 0 0,-1 0 0,9-39 0,-16 42 0,-3 22 0,0 1 0,-1 0 0,1 0 0,0 0 0,0 0 0,0 0 0,0 0 0,0 0 0,0 0 0,0 0 0,0 0 0,-1-1 0,1 1 0,0 0 0,0 0 0,0 0 0,0 0 0,0 0 0,0 0 0,0 0 0,-1 0 0,1 0 0,0 0 0,0 0 0,0 0 0,0 0 0,0 0 0,0 0 0,-1 0 0,1 0 0,0 0 0,0 0 0,0 1 0,0-1 0,0 0 0,0 0 0,-1 0 0,1 0 0,0 0 0,0 0 0,0 0 0,0 0 0,0 0 0,0 0 0,0 1 0,0-1 0,0 0 0,0 0 0,0 0 0,0 0 0,-1 0 0,1 0 0,0 0 0,0 1 0,0-1 0,0 0 0,0 0 0,0 0 0,0 0 0,0 0 0,0 0 0,0 1 0,0-1 0,0 0 0,1 0 0,-1 0 0,-21 43 0,-46 132 0,-72 294 0,3 194 0,130-632 0,-30 222 0,36-252 0,-1-1 0,1 1 0,0 0 0,0 0 0,0 0 0,0 0 0,0-1 0,0 1 0,0 0 0,0 0 0,0 0 0,0 0 0,0 0 0,0-1 0,1 1 0,-1 0 0,0 0 0,1 0 0,-1-1 0,1 1 0,-1 0 0,0-1 0,1 1 0,0 0 0,-1-1 0,1 1 0,-1-1 0,1 1 0,0 0 0,-1-1 0,1 0 0,0 1 0,0-1 0,-1 1 0,1-1 0,0 0 0,0 0 0,0 1 0,-1-1 0,1 0 0,0 0 0,0 0 0,0 0 0,0 0 0,0 0 0,-1 0 0,1 0 0,0 0 0,0 0 0,0-1 0,1 0 0,6-1 0,0-1 0,-1 0 0,1-1 0,8-6 0,-13 9 0,39-26 0,-2-2 0,69-62 0,62-81 0,165-223-1365,-311 363-5461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21.64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251 1 24575,'0'0'0,"0"0"0,-2 16 0,-159 1128 0,119-872 0,38-246-75,-29 213 280,27-175-953,4 110 1,6-119-6079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22.08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130 0 24575,'-2'45'0,"2"-31"0,-10 205 0,-40 227 0,19-204 0,30-232-26,-29 283 175,24-2-1637,11-222-5338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22.47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5 1080 24575,'-2'-24'0,"1"19"0,0 1 0,1 0 0,0 0 0,0-1 0,0 1 0,0-1 0,2-7 0,4-6 0,0 1 0,1 0 0,0 0 0,1 1 0,1 0 0,13-17 0,75-88 0,9 8 0,5 4 0,5 6 0,4 5 0,235-147 0,-325 226-115,-4 2-302,0 2 1,54-23-1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22.77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24575,'16'17'0,"-1"2"0,21 34 0,-7-11 0,438 671 0,-432-655-1365,-5-11-5461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23.55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148 405 24575,'6'-16'0,"1"-1"0,0 2 0,1-1 0,1 1 0,0 1 0,1-1 0,0 2 0,1-1 0,1 2 0,0-1 0,25-18 0,-2 5 0,1 1 0,1 1 0,58-26 0,-57 33 0,1 1 0,0 2 0,54-12 0,-69 21 0,1 0 0,-1 2 0,1 1 0,0 1 0,0 2 0,46 5 0,-65-5 0,-1 0 0,1 1 0,-1-1 0,1 1 0,-1 0 0,0 0 0,0 1 0,0 0 0,0 0 0,0 0 0,-1 0 0,1 1 0,-1-1 0,0 1 0,0 1 0,0-1 0,-1 0 0,6 9 0,-5-5 0,0 0 0,-1 1 0,0 0 0,0-1 0,-1 1 0,0 0 0,-1 0 0,0 0 0,0 0 0,-2 19 0,-3 8 0,-1 1 0,-1-1 0,-3 1 0,-1-2 0,-1 0 0,-17 35 0,-13 20 0,-55 84 0,67-123 0,-2-1 0,-2-2 0,-65 73 0,93-116 0,1 0 0,5-7 0,27-22 0,-8 11 0,1 1 0,0 1 0,1 1 0,0 2 0,0 0 0,1 1 0,0 1 0,0 1 0,31-3 0,-26 6 0,1 1 0,-1 1 0,0 1 0,1 2 0,-1 1 0,0 1 0,45 15 0,-52-13 0,0 1 0,0 1 0,-1 1 0,-1 1 0,1 1 0,-2 1 0,0 0 0,0 1 0,28 31 0,-34-32 0,-1 2 0,-1-1 0,0 1 0,-1 1 0,0 0 0,-2 0 0,0 0 0,0 1 0,-2 0 0,0 0 0,-1 1 0,-1-1 0,2 25 0,-5-14 0,0 1 0,-2 0 0,-1-1 0,-2 1 0,0-1 0,-2 0 0,-1 0 0,-1-1 0,-2 0 0,-26 48 0,19-43 0,-2-1 0,0-1 0,-3-1 0,0-1 0,-2-1 0,-1-1 0,-1-1 0,-35 25 0,32-31 0,-1-1 0,0-1 0,-1-2 0,-1-1 0,-1-2 0,1-1 0,-2-2 0,0-1 0,0-2 0,0-1 0,-61 0 0,22-6 0,-1-4 0,1-2 0,1-4 0,-115-32 0,133 27-682,-53-25-1,45 13-6143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41.38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 24575,'0'0'0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44.38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667 0 24575,'0'0'0,"-17"1"0,1 1 0,0 0 0,0 1 0,0 1 0,0 0 0,1 1 0,-23 11 0,1 2 0,-60 40 0,67-38 0,0 2 0,2 2 0,0 0 0,2 2 0,1 1 0,1 0 0,1 2 0,2 1 0,1 1 0,1 0 0,2 2 0,1 0 0,2 1 0,1 0 0,1 1 0,2 0 0,2 1 0,1 0 0,2 1 0,-1 59 0,6-49 0,3-1 0,2 0 0,1 0 0,3 0 0,1-1 0,3 0 0,1-1 0,3 0 0,1-2 0,2 0 0,2-1 0,2-1 0,1-1 0,2-1 0,2-2 0,1 0 0,2-2 0,1-2 0,2-1 0,1-1 0,1-3 0,1 0 0,59 29 0,-11-15 0,2-3 0,2-5 0,185 44 0,290 16 0,-522-87 0,-13-1 0,1-2 0,0 0 0,0-2 0,31-3 0,-59 1 0,0 1 0,0-1 0,0 1 0,0-1 0,0 0 0,0 0 0,0 0 0,0-1 0,0 1 0,-1-1 0,1 1 0,-1-1 0,1 0 0,-1 0 0,0 0 0,1 0 0,-1-1 0,2-2 0,-2 1 0,1 0 0,-1-1 0,-1 1 0,1 0 0,0-1 0,-1 1 0,0-1 0,0 0 0,-1 1 0,1-10 0,-2-4 0,0 1 0,-1-1 0,-1 1 0,-1 0 0,-7-22 0,0 5 0,-1 0 0,-1 1 0,-2 0 0,-2 1 0,0 1 0,-2 1 0,-38-46 0,119 167 0,2-10 0,58 80 0,-116-152 0,-1 1 0,1 0 0,-2 0 0,1 0 0,-1 1 0,-1-1 0,0 1 0,-1 0 0,0 0 0,0 0 0,-1 1 0,-1-1 0,0 0 0,0 0 0,-1 0 0,0 1 0,-1-1 0,-1 0 0,0-1 0,-5 15 0,-7 10 0,-2-1 0,-1-1 0,-1 0 0,-36 46 0,-106 109 0,12-34-1365,99-106-5461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44.96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116 1 24575,'0'0'0,"0"13"0,-15 505 0,-50-5 0,63-501 0,-1 2 0,0 0 0,-8 22 0,7-34 0,0-9 0,-1-11 0,3-2 0,1 1 0,0-1 0,1 0 0,2 1 0,0-1 0,0 1 0,9-29 0,5-5 0,30-69 0,-17 56 0,2 3 0,3 0 0,3 3 0,2 1 0,79-91 0,-101 134-1365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45.20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24575,'16'20'0,"100"133"0,130 156 0,-223-286-682,47 39-1,-28-31-6143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45.48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28 0 24575,'0'0'0,"-2"16"0,-15 164 0,9 0 0,24 315 0,-8-422-1365,-1-14-5461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53.83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0 24575,'0'0'0,"9"26"0,170 629 0,-173-639 0,2-13 0,12-23 0,-17 15 0,18-23 0,-1-1 0,18-37 0,-38 66 0,1 0 0,-1-1 0,1 1 0,-1 0 0,1 0 0,-1 0 0,1-1 0,-1 1 0,1 0 0,-1 0 0,1 0 0,-1 0 0,1 0 0,-1 0 0,1 0 0,-1 0 0,1 0 0,-1 0 0,1 0 0,-1 0 0,0 1 0,1-1 0,-1 0 0,1 0 0,-1 0 0,1 1 0,-1-1 0,1 0 0,-1 0 0,0 1 0,1-1 0,-1 0 0,0 1 0,1-1 0,-1 1 0,20 16 0,-17-15 0,9 9 0,0 0 0,1-2 0,0 1 0,15 7 0,-22-14 0,0 0 0,1-1 0,-1 0 0,0 0 0,1 0 0,-1-1 0,1 0 0,-1 0 0,1-1 0,-1 1 0,1-2 0,13-1 0,-5-1 0,0-2 0,-1 0 0,1 0 0,-1-2 0,0 1 0,0-2 0,-1 0 0,0-1 0,-1 0 0,1-1 0,-2 0 0,17-18 0,-3 0 0,-2-1 0,-1 0 0,-1-2 0,19-39 0,-28 49-195,-1-2 0,-1 0 0,0 0 0,-2 0 0,-1-1 0,6-35 0,-12 47-6631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54.41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1 139 24575,'0'40'0,"6"249"0,-1-231 0,2-1 0,28 110 0,-33-158 0,-1-4 0,1-1 0,-1 1 0,1-1 0,-1 1 0,2-1 0,-1 0 0,4 6 0,0-49 0,-3-2 0,1-1 0,2 1 0,2 0 0,2 1 0,2 0 0,1 1 0,2 0 0,21-39 0,-11 32 0,2 1 0,1 2 0,3 0 0,1 2 0,2 2 0,40-37 0,-45 50 0,-37 33 0,-50 43 0,14-14 0,-4 0 0,1 2 0,3 3 0,-61 69 0,103-107 0,0 0 0,0 0 0,0 1 0,0-1 0,1 1 0,-1-1 0,1 1 0,0 0 0,0-1 0,0 1 0,1 0 0,-1 0 0,1 0 0,0 0 0,0-1 0,1 1 0,-1 0 0,1 0 0,-1 0 0,1-1 0,0 1 0,1 0 0,-1-1 0,1 1 0,-1-1 0,1 1 0,3 3 0,5 7 0,0 0 0,1 0 0,1-1 0,20 18 0,-4-7-455,0-2 0,38 23 0,-4-8-6371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42.41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24575,'2'4'-1365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44.88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0 675 24575,'0'0'0,"0"0"0,23-1 0,1364-191 0,30-100 0,-1329 273 0,207-50 0,-210 45 0,115-48 0,-190 67 120,-17 7-1605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45.99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1 115 24450,'2229'-115'0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0:58.12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138 54 24575,'0'0'0,"-1"-1"0,-1 0 0,1-1 0,-6-1 0,-1-2 0,-7-2 0,-1-1 0,-6 0 0,1 0 0,-3 2 0,4 2-8191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1:31.74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24288,'0'10138'0,"10139"-10138"0,-10139-10138 0,-10139 10138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07.3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9 24575,'-10'-8'-1365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26.38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24575,'0'0'0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27.38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1079 1 24575,'0'0'0,"0"0"0,0 12 0,-8 56 0,-2 0 0,-23 76 0,-52 127 0,-69 121 0,119-318 0,-4-1 0,-2-2 0,-58 73 0,86-128 0,0 0 0,0-1 0,-2-1 0,0 0 0,0-1 0,-1-1 0,-21 13 0,30-21 0,-1 0 0,0 0 0,0-1 0,-1 0 0,1-1 0,-1 1 0,0-2 0,1 1 0,-1-1 0,0 0 0,0-1 0,0 0 0,1-1 0,-1 1 0,0-2 0,0 1 0,1-1 0,-15-5 0,9 0 0,0 0 0,1-1 0,0 0 0,0-1 0,0-1 0,1 0 0,1 0 0,0-1 0,0-1 0,1 0 0,0 0 0,1-1 0,1 0 0,0-1 0,-9-21 0,3 3 0,2 0 0,1-1 0,1 0 0,2-1 0,-7-67 0,12 64 0,2-1 0,6-66 0,-2 83 0,1 0 0,0 0 0,1 0 0,2 1 0,0 0 0,13-26 0,-17 41 0,-1 0 0,1 0 0,0 0 0,0 0 0,1 1 0,0-1 0,-1 1 0,1 0 0,1 0 0,-1 0 0,1 1 0,-1 0 0,1 0 0,0 0 0,0 0 0,0 1 0,1-1 0,-1 1 0,0 1 0,1-1 0,-1 1 0,1 0 0,0 0 0,-1 1 0,1 0 0,0 0 0,0 0 0,-1 0 0,1 1 0,0 0 0,-1 0 0,1 1 0,-1-1 0,1 1 0,4 3 0,13 6 0,0 0 0,-2 2 0,1 0 0,-2 2 0,1 0 0,33 34 0,96 119 0,-148-165 0,197 255 0,-3-4 0,-132-177 0,89 80 0,-95-105-1365,-9-9-5461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27.63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24575,'0'0'0,"0"0"0,1 28 0,8 48 0,1 0 0,2 244 29,-10-173-726,34 234 0,-15-276-6129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28.38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1124 0 24575,'-5'22'0,"-89"349"0,-69 264 0,155-605 0,-15 53 0,-35 86 0,48-146 0,0-1 0,-1 0 0,-1-1 0,-1 0 0,-1-1 0,-1-1 0,-1 0 0,-29 27 0,35-38 0,0 0 0,0-1 0,0-1 0,-1 0 0,0 0 0,0-1 0,0 0 0,-1-1 0,0 0 0,0-1 0,0 0 0,0-1 0,0-1 0,0 0 0,0 0 0,-14-2 0,11-1 0,-1 0 0,1-1 0,0-1 0,0 0 0,0-2 0,0 1 0,1-2 0,0 0 0,0 0 0,1-1 0,0-1 0,-14-12 0,6 3 0,2 0 0,0-1 0,1-1 0,1-1 0,1-1 0,1 0 0,1-1 0,1 0 0,1-1 0,1-1 0,1 0 0,-11-43 0,17 50 0,0 0 0,2 0 0,0-1 0,1 1 0,0-1 0,2 1 0,0-1 0,1 1 0,1 0 0,1-1 0,1 2 0,0-1 0,1 0 0,1 1 0,0 0 0,2 1 0,0-1 0,0 2 0,14-17 0,-14 20 0,1 1 0,0 0 0,0 1 0,1 0 0,1 1 0,0 0 0,0 1 0,1 0 0,0 1 0,0 0 0,0 1 0,17-4 0,-17 6 0,0 1 0,1 1 0,0 0 0,-1 1 0,1 1 0,0 0 0,0 0 0,-1 2 0,1 0 0,-1 0 0,1 1 0,-1 1 0,16 6 0,4 5 0,0 1 0,-1 2 0,-1 1 0,-1 1 0,0 2 0,-2 1 0,28 28 0,164 199 0,14 58 89,54 66-1543,-211-284-5372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28.78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62 37 24575,'18'-23'0,"-16"21"0,0 1 0,0 0 0,0-1 0,0 1 0,0 0 0,1 0 0,-1 0 0,0 0 0,1 1 0,-1-1 0,1 1 0,-1-1 0,1 1 0,-1 0 0,1 0 0,-1 0 0,1 0 0,-1 0 0,1 1 0,3 0 0,-2 1 0,0 0 0,-1 0 0,1 0 0,-1 0 0,1 1 0,-1-1 0,0 1 0,0 0 0,0 0 0,0 0 0,3 5 0,2 3 0,-1 1 0,0 0 0,-1 0 0,-1 1 0,0-1 0,6 24 0,-6-6 0,-2 0 0,0 0 0,-2 0 0,-1 0 0,-2 0 0,-1 0 0,-1-1 0,-2 1 0,0-1 0,-12 31 0,-5 4 0,-3 0 0,-3-2 0,-47 77 0,37-79 0,34-48 0,12-8 0,25-7 0,-24 1 0,534-147-151,-391 102-1063,17-5-5612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29.56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1301 0 24575,'-1'20'0,"-1"-1"0,-1 1 0,-10 34 0,3-12 0,-15 64 0,-5-2 0,-4-1 0,-77 158 0,70-182 0,-3-1 0,-3-3 0,-4-2 0,-109 120 0,132-164 0,-1 0 0,-1-2 0,-2-1 0,0-2 0,-69 39 0,87-57 0,0 0 0,0 0 0,0-1 0,-1-1 0,1-1 0,-1 0 0,0-1 0,-20 1 0,24-3 0,1-1 0,-1 0 0,0-1 0,1 0 0,0-1 0,-1 0 0,1 0 0,0-1 0,0 0 0,1-1 0,-1 0 0,-16-12 0,13 6 0,1 0 0,0 0 0,0-1 0,1 0 0,0-1 0,2 0 0,-1-1 0,-8-17 0,7 9 0,1-1 0,1 0 0,1 0 0,1-1 0,-4-24 0,5 11 0,2-1 0,2 1 0,1-1 0,2 0 0,1 1 0,2-1 0,10-40 0,-11 64 0,-2 7 0,0 1 0,0-1 0,1 1 0,-1-1 0,2 1 0,-1-1 0,1 1 0,0 0 0,0 0 0,1 1 0,5-8 0,-8 12 0,0 1 0,1-1 0,-1 0 0,1 1 0,-1-1 0,1 1 0,0 0 0,-1-1 0,1 1 0,-1 0 0,1 0 0,0 0 0,-1 0 0,1 0 0,-1 0 0,1 1 0,0-1 0,-1 0 0,1 1 0,-1-1 0,2 2 0,33 16 0,-17-4 0,-1 1 0,0 0 0,-1 1 0,0 1 0,-2 1 0,0 0 0,19 31 0,76 149 0,22 103 0,-80-173 0,85 151 0,-119-249 24,1-1 0,2-1 0,1-1 0,41 41 0,-47-53-189,2-1 0,0 0 0,0-1 0,1-1 0,1-1 0,0-1 0,0 0 0,24 6 0,26 3-6661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30.16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380 325 24575,'1'-15'0,"0"0"0,1-1 0,0 1 0,2 0 0,0 0 0,0 0 0,1 0 0,1 1 0,0 0 0,2 0 0,-1 1 0,15-20 0,-15 23 0,1 1 0,0 0 0,0 0 0,1 1 0,0 0 0,0 1 0,1 0 0,0 0 0,0 1 0,1 0 0,-1 1 0,1 0 0,0 1 0,1 0 0,-1 1 0,21-3 0,-28 5 0,0 0 0,1 1 0,-1 0 0,1 0 0,-1 0 0,1 1 0,-1-1 0,0 1 0,1 0 0,-1 0 0,0 1 0,0-1 0,0 1 0,0 0 0,0 0 0,0 0 0,0 1 0,-1-1 0,1 1 0,-1 0 0,0 0 0,0 0 0,6 7 0,-6-3 0,1-1 0,-1 1 0,0 0 0,0 0 0,-1 0 0,0 1 0,0-1 0,-1 0 0,0 1 0,0-1 0,-1 1 0,1-1 0,-3 12 0,-1 7 0,-2 0 0,-1 0 0,-1-1 0,-1 0 0,-1 0 0,-1-1 0,-2 0 0,-25 40 0,0-9 0,-2-2 0,-62 65 0,35-49 0,-2-3 0,-4-3 0,-123 85 0,178-138 0,19-11 0,34-16 0,-2 7 0,1 1 0,0 2 0,1 1 0,0 2 0,-1 1 0,1 2 0,0 2 0,48 6 0,-50-2 0,-1 1 0,0 2 0,0 1 0,-1 1 0,0 2 0,0 1 0,-2 2 0,57 36 0,-72-40 0,-1 0 0,0 0 0,-1 2 0,0-1 0,-1 2 0,-1 0 0,0 0 0,-1 1 0,0 0 0,13 29 0,-20-35 0,0 0 0,0-1 0,0 1 0,-1 0 0,-1 1 0,0-1 0,0 0 0,-1 0 0,0 0 0,0 1 0,-1-1 0,0 0 0,-1 0 0,0 0 0,0 0 0,-1 0 0,0-1 0,-1 1 0,0-1 0,0 1 0,-1-1 0,-8 11 0,5-9 0,0 0 0,-1-1 0,-1 1 0,1-2 0,-2 1 0,1-2 0,-1 1 0,0-1 0,-16 7 0,8-6 0,0-1 0,-1 0 0,0-2 0,0 0 0,-28 3 0,6-5 0,0-2 0,0-1 0,0-2 0,0-3 0,-51-11 0,18-2-455,1-4 0,-78-34 0,76 23-6371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35.57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 5 24575,'0'0'0,"0"-1"0,-1 0 0,1 0 0,0 0 0,0 1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49.32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10 256 24575,'-7'-20'0,"5"17"0,7 16 0,17 38 0,17 39 0,70 120 0,-94-186 0,0-1 0,2 0 0,1-1 0,0-1 0,2-1 0,0-1 0,1 0 0,1-2 0,41 26 0,-58-39 0,1-1 0,1 0 0,-1 0 0,0 0 0,1-1 0,-1 0 0,1 0 0,-1-1 0,1 0 0,0 0 0,0 0 0,0-1 0,-1 0 0,1 0 0,0-1 0,0 0 0,0 0 0,-1 0 0,1-1 0,0 0 0,-1 0 0,0-1 0,1 0 0,-1 0 0,0-1 0,-1 1 0,1-1 0,7-6 0,0-4 0,0-1 0,0 0 0,-2 0 0,0-1 0,0 0 0,-2-1 0,0 0 0,11-32 0,-3-1 0,-2 0 0,8-53 0,7-105 0,-28 170 0,-1 0 0,-1 0 0,-10-58 0,8 84-1365,0 5-5461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49.578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24575,'0'3'0,"0"0"0,1 0 0,-1 1 0,0-1 0,1 0 0,0 0 0,0 0 0,1 3 0,3 14 0,12 114 60,-1 148-1,-20 135-1509,4-414 1416,-2 74-6792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52.22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1184 370 24575,'-13'-11'0,"6"7"0,-34-30 0,6 5 0,0 2 0,-77-45 0,99 65 0,-1 1 0,0 1 0,-1 0 0,1 0 0,-1 1 0,0 1 0,0 1 0,0 0 0,0 1 0,0 0 0,0 2 0,-29 3 0,19 1 0,1 2 0,0 0 0,1 2 0,-1 1 0,2 0 0,-1 2 0,2 0 0,-1 2 0,2 0 0,0 2 0,1 0 0,-24 26 0,3 1 0,2 2 0,2 2 0,3 1 0,-34 63 0,35-51 0,3 1 0,2 2 0,4 0 0,2 1 0,3 2 0,2 0 0,4 1 0,3 0 0,-2 84 0,11-96 0,2 0 0,3 1 0,2-2 0,2 1 0,3-1 0,2-1 0,3 0 0,1-1 0,3-1 0,2 0 0,53 82 0,-57-104 0,2-2 0,1 0 0,1-2 0,1 0 0,1-1 0,1-2 0,1-1 0,1-1 0,1-1 0,0-1 0,1-2 0,1-1 0,1-1 0,0-2 0,1-1 0,0-2 0,1-1 0,50 5 0,-32-8 0,0-3 0,0-1 0,0-3 0,-1-2 0,1-2 0,-1-3 0,89-27 0,-102 24 0,0-3 0,-1-1 0,-1-1 0,-1-2 0,-1-2 0,0-1 0,-2-1 0,0-2 0,-2-1 0,47-53 0,-46 39 0,-2-2 0,-2-1 0,-2 0 0,-1-2 0,-3-1 0,-2-1 0,-1-1 0,-3 0 0,-2-1 0,7-57 0,-9 26 0,-3-1 0,-4 1 0,-3-2 0,-4 1 0,-21-127 0,14 151 0,-2 1 0,-4 0 0,-1 1 0,-3 1 0,-2 1 0,-3 1 0,-53-84 0,54 102 0,-1 0 0,-2 2 0,-1 1 0,-1 1 0,-2 2 0,-1 1 0,-1 1 0,-1 2 0,-1 1 0,-1 2 0,-52-22 0,55 30 0,0 1 0,-1 2 0,0 1 0,0 2 0,-1 1 0,0 2 0,0 1 0,0 2 0,0 2 0,0 0 0,-53 11 0,48-3 0,0 1 0,0 3 0,1 1 0,1 2 0,1 1 0,0 2 0,1 2 0,1 1 0,-49 40 0,-63 77-1365,20 2-5461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48.40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287 0 24575,'-5'8'0,"-39"69"0,4 2 0,2 1 0,5 1 0,3 3 0,4 0 0,-17 94 0,33-130 0,3-1 0,1 1 0,3 1 0,1-1 0,7 53 0,-2-75 0,1 1 0,1-1 0,1 0 0,2-1 0,1 1 0,0-1 0,2-1 0,1 0 0,1-1 0,28 39 0,-10-26 0,1-1 0,1-2 0,2-1 0,1-2 0,1-1 0,2-2 0,50 27 0,-20-18 0,2-3 0,2-3 0,115 31 0,-110-41 0,1-3 0,121 10 0,-158-24 0,-1-3 0,1 0 0,-1-3 0,0-2 0,1-1 0,66-20 0,-98 23 0,0 0 0,-1-1 0,1-1 0,-1 1 0,0-2 0,0 1 0,0-1 0,-1 0 0,0-1 0,14-14 0,-19 17 0,1-1 0,-1-1 0,1 1 0,-2 0 0,1-1 0,0 0 0,-1 0 0,0 1 0,-1-1 0,1 0 0,-1-1 0,0 1 0,-1 0 0,1 0 0,-1 0 0,-1 0 0,1-1 0,-1 1 0,-1-7 0,-2-3 0,0 1 0,-1 0 0,-7-15 0,10 24 0,-2-1 0,1 1 0,-1-1 0,0 1 0,0 0 0,-1 1 0,0-1 0,-9-8 0,38 50 0,18 22 0,4 2 0,38 69 0,-73-110 0,-1 0 0,-1 1 0,-1 0 0,0 1 0,-2-1 0,0 2 0,-1-1 0,2 28 0,-7-34 8,0-1-1,-2 1 1,1 0-1,-2 0 1,0-1-1,-1 0 1,0 1-1,-1-1 1,0-1-1,-2 1 1,1-1-1,-2 0 1,1 0-1,-2-1 1,-13 16-1,-2-2-255,-1 0 1,-1-2-1,-1-1 1,-1-1-1,-38 24 1,39-30-6579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48.96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319 1 24575,'-8'23'0,"-44"143"0,-40 229 0,17 181 0,74-550 0,1-18 0,0-1 0,-1 1 0,1-1 0,-1 1 0,-1-1 0,0 1 0,0-1 0,-4 10 0,6-16 0,0 0 0,-1-1 0,1 1 0,-1 0 0,1-1 0,0 1 0,-1-1 0,1 1 0,-1-1 0,1 1 0,-1-1 0,0 1 0,1-1 0,-1 0 0,1 1 0,-1-1 0,0 0 0,1 1 0,-1-1 0,0 0 0,0 0 0,1 0 0,-1 0 0,0 0 0,1 1 0,-1-1 0,0 0 0,0-1 0,-1 1 0,0-1 0,1 1 0,-1-1 0,1 0 0,-1 0 0,1 0 0,-1 0 0,1 0 0,-1 0 0,1 0 0,-2-2 0,-1-2 0,0 0 0,0 0 0,1 0 0,0 0 0,-6-12 0,6 5 0,0-1 0,1 1 0,0-1 0,1 1 0,0-1 0,1 0 0,0 0 0,1 1 0,1-1 0,0 0 0,1 1 0,6-21 0,3-1 0,2 1 0,0 0 0,25-39 0,-6 22 0,2 1 0,2 1 0,2 2 0,2 2 0,80-67 0,-23 34 0,187-112 0,-280 186-195,0 0 0,0 1 0,-1-1 0,2 1 0,-1 0 0,9-2 0,-17 12-6631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49.14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24575,'0'0'0,"2"9"0,10 29 24,2 0 0,2-2 0,1 0 0,27 42 0,-30-57-210,1-1 1,0 0-1,2-1 0,0-1 1,1-1-1,1 0 1,38 25-1,-7-12-6640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49.65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282 108 24575,'2'-3'0,"-1"-1"0,1 0 0,0 0 0,0 0 0,0 1 0,1-1 0,-1 1 0,1 0 0,0 0 0,0 0 0,0 0 0,0 0 0,6-3 0,2-1 0,0 0 0,1 0 0,0 1 0,0 1 0,1 0 0,-1 0 0,1 1 0,0 1 0,0 0 0,0 1 0,15 0 0,-13 1 0,1 0 0,0 2 0,-1 0 0,1 0 0,-1 2 0,1 0 0,-1 0 0,0 2 0,17 6 0,-27-8 0,0-1 0,0 1 0,0-1 0,-1 1 0,1 0 0,-1 1 0,0-1 0,0 1 0,0 0 0,0 0 0,-1 0 0,1 1 0,-1-1 0,0 1 0,-1 0 0,4 7 0,-4-5 0,0 0 0,0 0 0,-1 0 0,0 0 0,-1 0 0,1 0 0,-2 0 0,1 0 0,-1 0 0,0 0 0,-2 9 0,-5 9 0,-1 1 0,-1-2 0,-1 1 0,-1-2 0,-24 36 0,-2-5 0,-63 69 0,52-66 0,48-56 0,1-1 0,0 1 0,0-1 0,0 1 0,-1-1 0,1 1 0,0-1 0,0 1 0,0-1 0,0 1 0,0-1 0,0 1 0,0-1 0,0 1 0,1-1 0,-1 1 0,0-1 0,0 1 0,0-1 0,0 1 0,1-1 0,-1 1 0,0-1 0,0 1 0,1-1 0,-1 0 0,0 1 0,1-1 0,-1 1 0,1-1 0,-1 0 0,0 0 0,1 1 0,0-1 0,19 15 0,-15-12 0,96 57 0,-61-39 0,69 51 0,-107-71 0,0 1 0,0-1 0,0 0 0,0 1 0,-1 0 0,1-1 0,0 1 0,-1 0 0,1 0 0,-1 0 0,0 0 0,1 0 0,-1 0 0,0 0 0,0 0 0,-1 0 0,1 1 0,0-1 0,-1 0 0,1 1 0,-1-1 0,0 0 0,0 1 0,0-1 0,0 1 0,0-1 0,0 0 0,-1 1 0,1-1 0,-1 0 0,1 1 0,-1-1 0,0 0 0,0 0 0,0 0 0,0 1 0,-1-1 0,1 0 0,0-1 0,-1 1 0,-2 2 0,-4 4 0,-1 0 0,0-1 0,0 0 0,0-1 0,-1 0 0,0-1 0,-19 8 0,-9 1 24,0-2-1,0-2 1,-1-2-1,-62 6 1,-158-5-1507,119-11-5343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50.70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23 0 24575,'0'0'0,"-1"5"0,-6 24 0,1 1 0,2-1 0,1 1 0,2 0 0,2 32 0,2-9 0,22 102 0,-17-117 0,16 39 0,-20-65 0,0-1 0,2 1 0,-1-1 0,1-1 0,1 1 0,0-1 0,13 15 0,-18-23 0,0-1 0,-1 1 0,1-1 0,0 1 0,0-1 0,0 0 0,0 0 0,0 0 0,1 0 0,-1 0 0,0 0 0,0 0 0,1-1 0,-1 1 0,0-1 0,1 0 0,-1 1 0,0-1 0,1 0 0,2-1 0,0 0 0,-1 0 0,1 0 0,0-1 0,-1 0 0,1 0 0,-1 0 0,0 0 0,0-1 0,6-4 0,2-4 0,0 0 0,0 0 0,-1-1 0,17-26 0,-19 27 0,-1-1 0,-1 0 0,0 0 0,0-1 0,-2 0 0,1 0 0,4-21 0,-8 38 0,0-1 0,-1 1 0,1 0 0,0-1 0,1 1 0,-1-1 0,6 6 0,0 1 0,-3-3 0,0 0 0,1 0 0,0 0 0,0-1 0,1 0 0,0 0 0,0-1 0,12 8 0,-15-11 0,0-1 0,0 1 0,0-1 0,0 1 0,1-1 0,-1-1 0,0 1 0,1-1 0,-1 1 0,1-1 0,-1 0 0,0-1 0,1 1 0,-1-1 0,0 0 0,1 0 0,-1 0 0,0-1 0,6-2 0,5-4 0,-1 0 0,0-1 0,-1-1 0,0 0 0,0 0 0,-1-2 0,-1 1 0,0-1 0,0-1 0,15-25 0,-11 15 0,-2-1 0,0-1 0,-2 0 0,-1-1 0,12-44 0,-19 58-341,-1-1 0,0 1-1,0-23 1,-2 20-6485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51.236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82 1 24575,'0'0'0,"-4"84"0,-28 153 0,13-121 0,9-57 0,4-26 0,1-1 0,0 40 0,28-106 0,10-25 0,3 2 0,2 2 0,68-77 0,-86 110 0,1 0 0,2 2 0,0 0 0,1 2 0,0 1 0,2 0 0,0 2 0,1 1 0,0 1 0,37-11 0,-60 23 0,38-9 0,-41 10 0,0 0 0,-1 0 0,1 0 0,-1-1 0,1 1 0,-1 0 0,1 0 0,0 0 0,-1 0 0,1 0 0,-1 0 0,1 0 0,0 0 0,-1 0 0,1 0 0,-1 1 0,1-1 0,0 0 0,-1 0 0,1 1 0,-1-1 0,1 0 0,-1 0 0,1 1 0,-1-1 0,1 1 0,-1-1 0,0 0 0,1 1 0,-1-1 0,1 1 0,-1-1 0,0 1 0,0-1 0,1 1 0,-1-1 0,0 1 0,0 0 0,1-1 0,-1 1 0,0-1 0,0 1 0,0-1 0,0 1 0,0 0 0,0-1 0,0 1 0,0-1 0,0 1 0,0 0 0,0-1 0,-1 1 0,1-1 0,0 1 0,0-1 0,0 1 0,-1 0 0,1 0 0,-11 18 0,0-1 0,0 0 0,-2-1 0,0 0 0,-1-1 0,-26 23 0,14-12 0,-25 32 0,46-53 8,1 1-1,0 0 1,1 0-1,-1 0 1,1 0-1,1 0 1,-1 0-1,1 1 1,0-1-1,1 1 1,0 0-1,0 0 1,1-1-1,0 1 1,1 8-1,0-5-156,1 1 1,1-1-1,0 0 1,0 1-1,1-1 1,0-1-1,1 1 1,1-1-1,7 12 1,16 19-6678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46.38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168 1 24575,'-29'62'0,"3"2"0,2 0 0,4 2 0,-19 99 0,26-78 0,3 1 0,3 178 0,10-218 0,1-1 0,3 1 0,1-1 0,19 56 0,-16-70 0,2 0 0,1-1 0,1 0 0,2-2 0,1 0 0,33 41 0,-16-30 0,3-2 0,1-1 0,1-2 0,2-2 0,2-1 0,0-3 0,3-1 0,59 26 0,-48-28 0,1-4 0,2-2 0,0-2 0,0-3 0,2-3 0,107 8 0,-169-21 0,15 2 0,0-2 0,0 0 0,0 0 0,25-6 0,-37 6 0,0-1 0,-1 0 0,1 0 0,-1-1 0,1 1 0,-1-1 0,0 1 0,1-1 0,-1 0 0,0-1 0,0 1 0,-1 0 0,1-1 0,0 0 0,-1 1 0,1-1 0,-1 0 0,0 0 0,0 0 0,0-1 0,-1 1 0,1 0 0,-1-1 0,1 1 0,0-7 0,0-3 0,-1 0 0,0 0 0,-1 1 0,-1-1 0,0 0 0,0 0 0,-1 1 0,-1-1 0,-8-23 0,0 8 0,0 0 0,-2 1 0,-19-29 0,17 36 0,8 10 0,11 13 0,4 5 0,26 27 0,-1 2 0,44 63 0,-67-86 0,-2 1 0,0 0 0,-1 0 0,-1 1 0,0 0 0,-1 0 0,-1 1 0,0-1 0,-1 1 0,-1 0 0,0 23 0,-3-10 0,-2 0 0,-1 0 0,-2 0 0,-1-1 0,-1 0 0,-1 0 0,-1-1 0,-2 0 0,-21 36 0,2-10 0,-3-3 0,-2 0 0,-66 70 0,78-96-1365,8-10-5461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47.07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0 24575,'13'35'0,"-1"10"0,-3 0 0,7 84 0,-9 97 0,-6-161 0,1 21 0,2 53 0,-23 218 0,12-325 0,5-26 0,5-22 0,8-29 0,2 1 0,2 0 0,36-71 0,80-118 0,-3 35 0,-99 159 0,2 1 0,64-62 0,-83 91 0,-8 13 0,-5-2 0,1 1 0,-1 0 0,0-1 0,0 0 0,0 1 0,-1-1 0,1 1 0,0-1 0,-3 2 0,-122 157 0,66-89 0,-65 104 0,122-171 0,0 0 0,0 0 0,0 0 0,1 1 0,0-1 0,0 1 0,0-1 0,1 1 0,-2 9 0,3-10 0,1-1 0,-1 1 0,1-1 0,0 1 0,0-1 0,0 1 0,1-1 0,-1 0 0,1 0 0,0 0 0,0 0 0,1 0 0,2 4 0,58 76 0,130 134 0,-122-147-1365,-41-44-5461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47.51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 2 24575,'4'-1'0,"0"1"0,0 0 0,0 0 0,0 0 0,0 1 0,0 0 0,0-1 0,0 1 0,0 1 0,0-1 0,0 0 0,0 1 0,-1 0 0,1 0 0,-1 0 0,1 0 0,-1 1 0,0-1 0,0 1 0,0 0 0,0 0 0,0 0 0,4 7 0,0 0 0,0 1 0,0 0 0,-1 0 0,0 1 0,-1-1 0,4 17 0,-4-9 0,-1 0 0,-1 0 0,-1 1 0,-1 0 0,0-1 0,-2 1 0,0 0 0,-1-1 0,-1 1 0,-11 35 0,7-30 0,-2-1 0,-1 0 0,0 0 0,-2-1 0,-1 0 0,-1-1 0,-30 37 0,38-53 0,-4 10 0,11-16 0,0 1 0,0 0 0,0-1 0,0 1 0,0-1 0,0 1 0,0-1 0,0 0 0,0 1 0,1-1 0,-1 0 0,0 0 0,0 0 0,0 0 0,0 0 0,1 0 0,-1 0 0,0 0 0,2-1 0,36-1 0,1-2 0,-1-2 0,0-1 0,49-17 0,149-63 0,-122 37-682,110-65-1,-192 96-6143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52.30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 42 24575,'0'0'0,"-1"8"0,-1 302 0,6-252 0,3 1 0,2-1 0,22 72 0,-29-123 0,0 0 0,1-1 0,-1 1 0,1 0 0,1-1 0,4 8 0,-7-12 0,1-1 0,-1 0 0,0 1 0,0-1 0,0 0 0,1 0 0,-1 0 0,1 0 0,-1 0 0,1-1 0,-1 1 0,1 0 0,0-1 0,-1 1 0,1-1 0,0 1 0,-1-1 0,1 0 0,0 0 0,-1 0 0,1 0 0,0 0 0,0 0 0,-1 0 0,1 0 0,0-1 0,-1 1 0,1-1 0,-1 1 0,1-1 0,2-1 0,6-4 0,0 1 0,-1-2 0,0 1 0,0-1 0,-1-1 0,0 1 0,0-2 0,0 1 0,-1-1 0,-1 0 0,7-11 0,-1 0 0,-1-1 0,-1 0 0,-1 0 0,9-32 0,-12 39 0,1 22 0,5 10 0,-8-15 0,-1 1 0,1-1 0,-1 0 0,1-1 0,0 1 0,0-1 0,0 1 0,1-1 0,-1 0 0,1-1 0,-1 1 0,1-1 0,-1 0 0,1 0 0,0 0 0,8 0 0,-6-2 0,1 0 0,-1 0 0,0 0 0,1-1 0,-1 0 0,0-1 0,0 1 0,0-1 0,11-7 0,0-2 0,0-1 0,0-1 0,-2 0 0,1-1 0,-2-1 0,17-22 0,-4-2-195,-1 0 0,-2-2 0,-2-1 0,-2-2 0,-2 1 0,14-50 0,-20 51-6631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4:59:52.81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52 24575,'4'30'0,"14"163"0,29 180 0,-47-372 0,0 0 0,0-1 0,0 1 0,0 0 0,0 0 0,0 0 0,1 0 0,-1-1 0,0 1 0,0 0 0,1 0 0,-1-1 0,1 1 0,-1 0 0,1 0 0,-1-1 0,1 1 0,-1-1 0,1 1 0,0 0 0,-1-1 0,1 1 0,0-1 0,-1 1 0,1-1 0,0 0 0,1 1 0,0-1 0,-1 0 0,0 0 0,1-1 0,-1 1 0,0-1 0,0 1 0,1-1 0,-1 1 0,0-1 0,0 0 0,0 1 0,0-1 0,0 0 0,0 0 0,2-2 0,6-7 0,0 0 0,13-21 0,-19 27 0,41-70 0,57-129 0,23-39 0,-118 232 0,0 0 0,1 0 0,0 1 0,1 0 0,0 1 0,0-1 0,10-7 0,-18 16 0,0 1 0,0-1 0,0 0 0,0 0 0,0 1 0,0-1 0,0 0 0,0 0 0,0 1 0,0-1 0,0 0 0,0 1 0,0-1 0,0 0 0,0 0 0,0 1 0,0-1 0,0 0 0,0 1 0,1-1 0,-1 0 0,0 0 0,0 1 0,0-1 0,0 0 0,1 0 0,-1 0 0,0 1 0,0-1 0,0 0 0,1 0 0,-1 0 0,0 1 0,0-1 0,1 0 0,-1 0 0,0 0 0,0 0 0,1 0 0,-1 0 0,0 0 0,1 0 0,-1 0 0,0 0 0,0 0 0,1 0 0,-1 0 0,0 0 0,1 0 0,-1 0 0,0 0 0,0 0 0,1 0 0,-1 0 0,0 0 0,1 0 0,-1 0 0,0-1 0,0 1 0,0 0 0,1 0 0,-1-1 0,-7 26 0,-8 7 0,-37 57 0,27-47 0,24-40 0,0 0 0,0 1 0,0-1 0,0 1 0,0-1 0,1 1 0,-1-1 0,1 1 0,0-1 0,0 1 0,0 0 0,0-1 0,0 1 0,1-1 0,-1 1 0,1-1 0,-1 1 0,1-1 0,0 1 0,0-1 0,0 0 0,0 1 0,1-1 0,-1 0 0,1 0 0,-1 0 0,3 3 0,6 5 0,0 1 0,0-1 0,20 14 0,-24-20 0,118 79-1365,-62-46-5461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50.60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44 24575,'1'5'0,"1"-1"0,-1 1 0,0-1 0,0 1 0,0 0 0,-1 6 0,3 13 0,15 58 0,4-1 0,3-1 0,57 121 0,-54-151 0,-27-49 0,-1-1 0,0 0 0,1 0 0,-1 0 0,1 0 0,-1 0 0,0 1 0,1-1 0,-1 0 0,1 0 0,-1 0 0,1 0 0,-1 0 0,1 0 0,-1 0 0,0-1 0,1 1 0,-1 0 0,1 0 0,-1 0 0,1 0 0,-1 0 0,0-1 0,1 1 0,-1 0 0,1 0 0,-1-1 0,0 1 0,1 0 0,-1-1 0,0 1 0,0 0 0,1-1 0,-1 1 0,0 0 0,0-1 0,1 1 0,-1-1 0,0 1 0,0 0 0,0-1 0,0 1 0,1-1 0,11-23 0,-12 24 0,19-44 30,-2 0 0,-3-2 0,17-81 0,6-146-1515,-33 237-5341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50.97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2 24575,'20'-1'0,"-11"0"0,-1 1 0,0 0 0,1 1 0,-1 0 0,0 0 0,0 1 0,1 0 0,-1 0 0,-1 1 0,1 0 0,0 0 0,-1 1 0,1 0 0,-1 0 0,0 1 0,0-1 0,-1 2 0,0-1 0,1 1 0,-2 0 0,1 0 0,-1 1 0,0-1 0,0 1 0,-1 1 0,0-1 0,0 0 0,-1 1 0,0 0 0,0 0 0,2 13 0,0 2 0,-1 1 0,-2 0 0,0 0 0,-2 0 0,0 0 0,-2 0 0,-1-1 0,-9 42 0,-2-11 0,-3-1 0,-39 84 0,56-136 0,-1 1 0,0-1 0,0 1 0,1-1 0,-1 1 0,1-1 0,-1 1 0,1-1 0,0 1 0,-1 0 0,1-1 0,0 1 0,0-1 0,0 1 0,0 0 0,1-1 0,-1 1 0,0-1 0,1 1 0,-1 0 0,2 1 0,-1-2 0,0 1 0,0-1 0,0 0 0,0 0 0,1-1 0,-1 1 0,0 0 0,0 0 0,1-1 0,-1 1 0,1-1 0,-1 1 0,1-1 0,-1 1 0,1-1 0,-1 0 0,1 0 0,1 0 0,8 0 0,1 0 0,-1-2 0,0 1 0,0-1 0,11-4 0,16-7-195,-2-1 0,1-2 0,-2-2 0,0-1 0,-2-2 0,56-44 0,-19 8-6631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51.41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634 190 24575,'-9'1'0,"0"1"0,0 0 0,1 0 0,-1 1 0,1 0 0,0 1 0,-1 0 0,-14 10 0,11-8 0,-22 16 0,1 0 0,2 2 0,0 2 0,1 0 0,1 2 0,2 1 0,1 2 0,1 0 0,2 2 0,-27 50 0,19-25 0,2 2 0,4 1 0,2 1 0,2 1 0,-19 104 0,31-110 0,2 1 0,3 0 0,3 0 0,1 0 0,4 0 0,12 69 0,-8-87 0,1 0 0,2 0 0,2-1 0,1-1 0,2 0 0,2-1 0,2-1 0,0-1 0,39 50 0,-46-70 0,0-1 0,1 0 0,0-1 0,1 0 0,0-1 0,1-1 0,0 0 0,31 14 0,-32-19 0,0 0 0,1-1 0,-1-1 0,1-1 0,0 0 0,-1-1 0,1 0 0,1-2 0,-1 0 0,30-4 0,-19 0-1,-1-2 0,0-1 0,-1 0-1,0-2 1,0-2 0,45-25 0,-35 15 6,-1-3 0,-1-1 0,58-57 0,-38 24-132,-3-2 0,-2-3 0,-3-1 0,44-86 0,-37 51 82,-4-2 0,60-188-1,-88 220 48,-2-1 0,-4 0 0,-3-2 0,-3 1 0,-2-100-1,-7 141-1,-1 1 0,-2-1 0,-1 1 0,-1-1 0,-1 2 0,-13-32 0,14 46 0,0 0 0,-1 0 0,-1 1 0,0-1 0,-1 2 0,-1-1 0,1 1 0,-2 1 0,0 0 0,0 0 0,-1 1 0,0 0 0,-18-10 0,12 11 66,0 0 0,-1 2 0,0 0-1,0 0 1,-1 2 0,0 1 0,-34-4-1,10 5-446,0 2 0,-62 7 0,-32 11-6445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53.07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59 355 24575,'-59'-78'0,"82"127"0,104 172 0,-106-190 0,1-1 0,1-1 0,2-2 0,52 47 0,-71-69 0,0 0 0,0-1 0,0 0 0,1 0 0,-1-1 0,1 0 0,0 0 0,0 0 0,0-1 0,0 0 0,0 0 0,1-1 0,9 1 0,-12-2 0,1-1 0,0 1 0,-1-1 0,1-1 0,-1 1 0,1-1 0,-1 0 0,1 0 0,-1 0 0,0-1 0,0 0 0,0 0 0,-1 0 0,1-1 0,-1 1 0,0-1 0,8-9 0,4-6 0,-1-2 0,-1 0 0,0-1 0,-2 0 0,0-1 0,-2-1 0,11-31 0,-3-4 0,18-115 0,-28 135-227,-3 0-1,-1 0 1,-2-1-1,-2 1 1,-4-40-1,1 63-6598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53.51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16 24575,'5'-3'0,"1"1"0,0 0 0,0 0 0,0 0 0,0 1 0,0-1 0,1 2 0,-1-1 0,0 1 0,0 0 0,11 1 0,-4 0 0,0 1 0,0 1 0,0 0 0,19 7 0,-27-8 0,0 0 0,0 0 0,-1 1 0,1 0 0,0-1 0,-1 2 0,0-1 0,0 0 0,0 1 0,0 0 0,0 0 0,-1 0 0,0 0 0,0 0 0,0 1 0,0-1 0,-1 1 0,1 0 0,-1 0 0,0 0 0,-1 0 0,1 0 0,-1 0 0,0 1 0,-1-1 0,1 0 0,-1 1 0,0 8 0,-3 11 0,-1-1 0,-1-1 0,-1 1 0,-1-1 0,-12 25 0,4-6 0,14-39 0,0 1 0,0 0 0,0-1 0,1 1 0,-1 0 0,1 0 0,0 0 0,0 0 0,0-1 0,0 1 0,1 0 0,-1 0 0,1-1 0,0 1 0,1 0 0,-1-1 0,0 1 0,1-1 0,0 1 0,0-1 0,0 0 0,0 0 0,1 0 0,-1 0 0,1 0 0,-1 0 0,7 4 0,6 4 0,1-1 0,0 0 0,0-2 0,29 12 0,1 2 0,-40-20 0,-1 1 0,0 0 0,1 1 0,-2 0 0,1-1 0,0 1 0,-1 1 0,0-1 0,0 1 0,0-1 0,3 7 0,-5-8 0,0 1 0,-1 0 0,1 0 0,-1 0 0,0 0 0,0 0 0,0 0 0,-1 0 0,0 0 0,1 0 0,-1 0 0,-1 0 0,1 0 0,-1 0 0,1 0 0,-1 0 0,-2 6 0,-4 7 0,0 0 0,-1-1 0,-1-1 0,-1 1 0,0-2 0,0 1 0,-2-1 0,-25 24 0,8-12 0,-1 0 0,-1-3 0,-37 23 0,-5-8-1365,9-9-5461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54.050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842 1 24575,'-5'0'0,"0"1"0,-1 0 0,1 0 0,0 1 0,-1-1 0,1 1 0,0 0 0,-5 3 0,-9 4 0,-31 13 0,1 3 0,2 1 0,1 3 0,0 1 0,3 3 0,-61 57 0,61-46 0,1 1 0,3 2 0,2 2 0,1 1 0,-46 90 0,63-101-8,2 1-1,2 1 0,2 0 0,1 1 1,2 1-1,2-1 0,2 2 0,2-1 1,2 0-1,2 1 0,1-1 0,2 0 1,3 1-1,1-1 0,2-1 0,2 0 1,2 0-1,27 62 0,-16-54-72,1-2-1,2 0 1,2-2-1,3-1 1,1-2 0,2 0-1,2-3 1,2-1-1,1-2 1,2-2 0,91 59-1,-95-72 67,0-1 0,1-3 0,0-1 0,2-2 0,0-1 0,0-2 0,1-3 0,1-1 0,0-1 0,0-3 0,0-2 0,0-1 0,0-3 0,0-1 0,76-16 0,-79 9 15,0-2 0,-1-2 0,0-2 0,-1-1 0,-1-2 0,65-44 0,-59 31 0,-2-2 0,-1-1 0,-2-3 0,66-82 0,-64 64 0,-3-1 0,-1-2 0,-4-1 0,-2-2 0,-3-1 0,-3-2 0,-2 0 0,23-123 0,-38 143 0,-1-1 0,-3 0 0,-1 0 0,-3 0 0,-1 0 0,-3 0 0,-16-73 0,13 91 0,-1-1 0,-1 2 0,-1-1 0,-2 1 0,0 1 0,-2 0 0,-1 1 0,-1 1 0,-1 1 0,0 0 0,-2 1 0,-44-37 0,29 34 0,0 1 0,-2 2 0,-1 2 0,0 1 0,-1 2 0,-1 2 0,-1 1 0,0 2 0,-60-9 0,24 10 0,0 3 0,-1 4 0,0 3 0,-102 12 0,82 2-567,-184 50-1,129-15-5105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55.13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8 217 24575,'-7'-13'0,"6"11"0,6 15 0,198 513 0,-191-494 0,1-1 0,2-1 0,1 0 0,2-1 0,35 45 0,-46-66 0,1 0 0,-1-1 0,2 1 0,-1-2 0,1 1 0,0-1 0,0-1 0,1 0 0,13 6 0,-15-9 0,1 1 0,-1-1 0,0-1 0,1 0 0,-1 0 0,1-1 0,-1 1 0,1-2 0,0 0 0,-1 0 0,0 0 0,1-1 0,10-3 0,-2-2 0,0-1 0,-1 0 0,0-1 0,-1 0 0,0-1 0,0-1 0,-1-1 0,0 0 0,-1 0 0,-1-2 0,16-20 0,4-9 0,-2-3 0,37-73 0,-37 59 0,-2-2 0,27-87 0,-55 149 0,0-1 0,0 1 0,0-1 0,0 1 0,0 0 0,0-1 0,0 1 0,0-1 0,0 1 0,0 0 0,0-1 0,1 1 0,-1-1 0,0 1 0,0 0 0,1-1 0,-1 1 0,0 0 0,0-1 0,1 1 0,-1 0 0,0 0 0,1-1 0,-1 1 0,0 0 0,1 0 0,-1-1 0,1 1 0,-1 0 0,0 0 0,1 0 0,-1 0 0,1 0 0,-1 0 0,0-1 0,1 1 0,-1 0 0,1 0 0,-1 0 0,1 0 0,-1 1 0,0-1 0,1 0 0,-1 0 0,1 0 0,-1 0 0,0 0 0,1 0 0,-1 1 0,1-1 0,-1 0 0,0 0 0,1 1 0,-1-1 0,0 0 0,1 0 0,-1 1 0,0-1 0,0 0 0,1 1 0,-1 0 0,20 27 0,-17-23 0,17 29 0,-2 1 0,-2 1 0,13 38 0,28 116 0,-48-155 0,-7-28 0,1 5 0,0-1 0,1-1 0,0 1 0,7 11 0,-10-20 0,0 0 0,0 0 0,0 0 0,1 0 0,-1 0 0,0-1 0,1 1 0,0 0 0,-1-1 0,1 1 0,0-1 0,0 0 0,0 0 0,0 1 0,0-1 0,0 0 0,0-1 0,1 1 0,-1 0 0,0-1 0,0 1 0,1-1 0,-1 0 0,0 0 0,0 1 0,5-2 0,-1 0 0,0-1 0,1 0 0,-1 0 0,0 0 0,0-1 0,-1 0 0,1 0 0,-1-1 0,1 1 0,-1-1 0,0-1 0,6-5 0,5-8 0,0 0 0,14-21 0,0-6 0,-2-2 0,-1-1 0,-3-1 0,-2-2 0,18-60 0,-21 48 0,-3-2 0,-3 0 0,9-128 0,-21 178-119,0 5-59,-1 1 0,1-1 0,-2 0 0,0 1 0,0-1 0,-2-9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55.90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14 502 24575,'-1'0'0,"1"-1"0,0 0 0,0 0 0,-1 0 0,1 0 0,0 0 0,-1 0 0,1 0 0,-1 0 0,1 1 0,-1-1 0,0 0 0,1 0 0,-1 1 0,-1-2 0,-3-7 0,6 9 0,0-1 0,0 0 0,-1 1 0,1-1 0,0 0 0,0 1 0,0 0 0,0-1 0,0 1 0,0-1 0,0 1 0,0 0 0,1 0 0,-1 0 0,0-1 0,1 1 0,54-7 0,109 1 0,-89 5 0,767-40 0,1-28 0,-143 10 0,-630 53 0,167-6 0,-238 12 0,0 0 0,0 0 0,1 1 0,-1-1 0,0 0 0,0 0 0,0 0 0,0 0 0,0 0 0,0 0 0,1 0 0,-1 0 0,0 0 0,0 0 0,0 0 0,0 0 0,0 0 0,0 0 0,1-1 0,-1 1 0,0 0 0,0 0 0,0 0 0,0 0 0,0 0 0,0 0 0,0 0 0,0 0 0,1 0 0,-1 0 0,0 0 0,0-1 0,0 1 0,0 0 0,0 0 0,0 0 0,0 0 0,0 0 0,0 0 0,0 0 0,0-1 0,0 1 0,0 0 0,0 0 0,0 0 0,0 0 0,0 0 0,0 0 0,0-1 0,0 1 0,0 0 0,0 0 0,0 0 0,0 0 0,0 0 0,0 0 0,0-1 0,-8-8 0,-15-10 0,-19-7 0,-2 1 0,-70-28 0,-101-28 0,159 62 0,30 9 0,-49-14 0,78 25 0,0 1 0,0-1 0,0 1 0,0-1 0,0 1 0,-1 0 0,5 4 0,10 7 0,110 62 0,-73-45 0,-2 1 0,-2 2 0,64 56 0,-107-82 0,1 0 0,-1 1 0,0 0 0,-1 0 0,0 1 0,0-1 0,-1 1 0,0 1 0,6 16 0,-9-20 0,-1-1 0,0 1 0,0 0 0,0 0 0,-1 0 0,0 0 0,0 0 0,-1 0 0,1-1 0,-1 1 0,0 0 0,-1 0 0,0-1 0,1 1 0,-2-1 0,1 1 0,-1-1 0,-5 9 0,-5 3 13,0-1 1,-1 0-1,0 0 0,-2-2 0,0 0 0,0-1 0,-1 0 1,-23 12-1,-21 9-755,-71 28 0,30-19-6084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56.67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0 125 24575,'12'30'0,"33"92"0,88 205 0,-133-327 0,5 10 0,0 0 0,0 0 0,1-1 0,9 11 0,-14-18 0,1-1 0,-1 1 0,1 0 0,0-1 0,-1 1 0,1-1 0,0 0 0,0 1 0,0-1 0,0 0 0,0 0 0,0 0 0,0-1 0,1 1 0,-1 0 0,0-1 0,0 1 0,0-1 0,1 0 0,-1 0 0,0 0 0,1 0 0,-1 0 0,0 0 0,0-1 0,5-1 0,0-1 0,0-1 0,0 0 0,0-1 0,0 1 0,-1-1 0,1-1 0,-1 1 0,-1-1 0,1 0 0,-1-1 0,0 1 0,7-12 0,4-10 0,24-54 0,-25 45 0,15-50 0,-26 72 0,-1 0 0,0 0 0,-1 0 0,-1 0 0,0 0 0,-2-26 0,1 41 0,0 0 0,0 0 0,0 0 0,0 0 0,0 0 0,0 0 0,0 0 0,-1 0 0,1 0 0,0 0 0,0 0 0,0 0 0,0 0 0,0 0 0,0 0 0,0 0 0,0 0 0,0 0 0,0 0 0,0 0 0,-1 0 0,1 0 0,0 0 0,0 0 0,0 0 0,0 0 0,0 0 0,0 0 0,0 0 0,0 0 0,0 0 0,0 0 0,0 0 0,0 0 0,0 0 0,0 0 0,0-1 0,0 1 0,0 0 0,0 0 0,-1 0 0,1 0 0,0 0 0,0 0 0,0 0 0,0 0 0,0 0 0,0 0 0,0 0 0,0-1 0,0 1 0,0 0 0,0 0 0,0 0 0,1 0 0,-1 0 0,0 0 0,-4 11 0,-1 18 0,4-1 0,1 0 0,6 39 0,-4-55 0,0 0 0,1 0 0,0 0 0,1-1 0,0 1 0,1-1 0,0 0 0,8 12 0,-12-21 0,1 1 0,0-1 0,-1 0 0,1 0 0,0 0 0,0 0 0,1 0 0,-1-1 0,0 1 0,0 0 0,1-1 0,-1 0 0,1 0 0,-1 0 0,1 0 0,0 0 0,-1 0 0,1-1 0,0 1 0,0-1 0,0 0 0,-1 1 0,1-1 0,0-1 0,0 1 0,-1 0 0,1-1 0,0 1 0,0-1 0,-1 0 0,1 0 0,3-2 0,4-2 0,0 0 0,0-1 0,-1-1 0,1 0 0,-2 0 0,15-15 0,1-4 0,-1-2 0,-2-1 0,-1 0 0,-1-2 0,-2 0 0,-1-1 0,-1-1 0,-2 0 0,-1-1 0,-2 0 0,12-66 0,-22 98-90,0-1-52,1 0 1,0-1-1,-1 1 0,0-1 1,0 1-1,0 0 0,0-1 1,-2-5-1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57.04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9 205 24575,'-6'61'0,"4"-24"0,1 0 0,3 0 0,9 62 0,-8-83 0,0 0 0,2-1 0,-1 0 0,2 0 0,0 0 0,0 0 0,2-1 0,0 0 0,0-1 0,1 1 0,12 11 0,-18-21 0,1 0 0,0 0 0,0-1 0,0 1 0,1-1 0,-1 0 0,1 0 0,-1-1 0,1 1 0,0-1 0,0 0 0,1 0 0,-1-1 0,0 0 0,0 1 0,1-2 0,-1 1 0,1-1 0,-1 0 0,0 0 0,1 0 0,-1-1 0,1 0 0,-1 0 0,0 0 0,0 0 0,0-1 0,1 0 0,-2 0 0,1-1 0,0 1 0,0-1 0,-1 0 0,1 0 0,3-4 0,15-13 0,0-1 0,-2-1 0,0-1 0,-2 0 0,28-44 0,68-139 0,-105 188-87,15-30-232,-2-1-1,-1-2 0,18-68 1,-39 112-6507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00.49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42 205 24575,'0'0'0,"0"0"0,-3 13 0,-12 78 0,3 0 0,1 160 0,12-210 0,2 1 0,1-1 0,3 0 0,1 0 0,2-1 0,2 0 0,2-1 0,26 55 0,-33-81 0,0-1 0,0 0 0,2 0 0,-1-1 0,2 0 0,16 15 0,-23-22 0,1-1 0,0 0 0,0-1 0,0 1 0,0-1 0,1 1 0,-1-1 0,1 0 0,-1-1 0,1 1 0,0-1 0,0 0 0,0 0 0,-1-1 0,1 1 0,0-1 0,0 0 0,0 0 0,0-1 0,0 1 0,-1-1 0,9-3 0,-2-1 0,0 0 0,0 0 0,-1-1 0,0-1 0,0 0 0,-1 0 0,0-1 0,0 0 0,-1-1 0,10-12 0,11-17 0,29-50 0,-52 78 0,49-84 0,-4-3 0,48-130 0,42-217 0,-135 420 0,-1 7 0,-1-1 0,2-25 0,-6 40-1365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01.542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521 1 24575,'0'0'0,"1"0"0,-1 0 0,1 0 0,-1 1 0,1-1 0,0 0 0,-1 0 0,1 1 0,-1-1 0,0 0 0,1 1 0,-1-1 0,1 1 0,-1-1 0,1 0 0,-1 1 0,0-1 0,1 1 0,-1-1 0,0 1 0,0-1 0,1 1 0,-1 0 0,5 31 0,-2-1 0,0 1 0,-3 0 0,0 0 0,-6 37 0,2-30 0,-7 115 0,-49 230 0,50-341 0,-20 53 0,25-85 0,1 0 0,-2 1 0,1-2 0,-2 1 0,1-1 0,-1 0 0,-1 0 0,0 0 0,-12 11 0,16-19 0,1 0 0,0 0 0,0 0 0,-1 0 0,1-1 0,-1 1 0,1-1 0,-1 0 0,0 0 0,1 0 0,-1-1 0,0 1 0,0-1 0,1 0 0,-1 0 0,0 0 0,0-1 0,0 1 0,1-1 0,-1 0 0,0 0 0,1 0 0,-1 0 0,1-1 0,-1 0 0,1 1 0,-4-4 0,-9-5 0,1 0 0,1-2 0,-1 1 0,-12-16 0,26 26 0,-23-22-273,1-1 0,1-1 0,1-2 0,-30-49 0,40 53-6553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01.76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10 76 24575,'0'-1'0,"0"-1"0,-1-3 0,0-5 0,-1-1 0,0-2 0,1 1 0,0 3 0,0 2 0,1 3 0,0 2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02.55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1924 576 24575,'-57'-237'0,"48"209"0,-1 0 0,-2 1 0,0 1 0,-2 0 0,-1 1 0,-23-29 0,30 43 0,-2 1 0,1 1 0,-1 0 0,0 0 0,-1 1 0,0 0 0,0 1 0,-1 0 0,-21-9 0,15 9 0,0 2 0,-1 0 0,1 0 0,-1 2 0,0 0 0,-23 1 0,-2 3 0,-1 2 0,1 2 0,0 2 0,1 2 0,-50 16 0,29-4 0,2 2 0,1 3 0,1 2 0,1 3 0,2 3 0,1 2 0,2 3 0,2 1 0,1 3 0,3 3 0,1 1 0,2 2 0,3 2 0,2 2 0,2 2 0,3 1 0,-31 68 0,26-31-124,4 0 1,5 3-1,-31 157 0,37-107-387,-9 266-1,34-301 442,27 220 0,-13-246-23,4-2 0,3 0 0,40 100 0,-38-129 44,2 0 0,2-2 0,2-1 0,3-1 0,54 66 0,-55-82 60,1-1 1,1-1 0,2-2-1,0-1 1,3-2 0,0-1-1,69 33 1,-73-43-28,1-2-1,1-2 1,0-1 0,0-1 0,1-3-1,63 6 1,-54-11 27,1-2 0,-1-2-1,0-2 1,86-19 0,-53 1-140,-1-4 1,-1-3-1,-2-4 0,0-3 0,130-85 1,-82 37 66,-5-6 0,179-172 1,-206 168 70,-4-4 0,-4-4 0,89-144 1,-132 180 112,-3-2 0,-4-1 1,-2-2-1,33-113 0,-50 133-45,-3-2-1,-2 1 0,-2-2 1,-3 1-1,-2 0 1,-2-1-1,-10-71 1,-1 58-86,-4 1 1,-2 0 0,-3 2 0,-3 0-1,-48-94 1,24 71 167,-4 2 0,-3 2 0,-75-86 0,91 125-62,-1 3 1,-52-45 0,65 65-193,-1 1 1,-1 1-1,0 2 0,-1 0 1,-32-11-1,-27-4-6419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02.74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24575,'0'0'0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11.0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3:27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1 256 24575,'1317'-43'-905,"-957"25"-227,1276-67 847,99-5 124,-654 71-1081,-360 27 4781,-688-6-3353,-33-2-186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20.8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4858 2430 24545,'-1'95'0,"-5"0"0,-3 0 0,-5 0 0,-2-1 0,-5-1 0,-3-1 0,-3-1 0,-5 0 0,-2-3 0,-5 0 0,-2-2 0,-4-2 0,-4-2 0,-2-2 0,-3-1 0,-4-3 0,-3-3 0,-2-1 0,-3-3 0,-3-3 0,-2-3 0,-3-3 0,-2-2 0,-2-3 0,-2-4 0,-3-3 0,-1-3 0,-2-3 0,-1-4 0,-2-3 0,-1-4 0,-1-3 0,-1-4 0,-2-4 0,1-3 0,-2-4 0,0-3 0,0-5 0,0-3 0,-1-4 0,1-3 0,0-5 0,1-3 0,0-4 0,1-3 0,0-4 0,2-4 0,1-3 0,1-4 0,2-3 0,1-4 0,2-3 0,2-3 0,1-3 0,3-4 0,2-3 0,2-2 0,3-3 0,2-3 0,3-3 0,3-3 0,2-1 0,4-3 0,2-3 0,4-1 0,2-2 0,5-2 0,2-2 0,4-2 0,3 0 0,4-3 0,3 0 0,4-1 0,3-1 0,5-1 0,3-1 0,3 0 0,5 0 0,3 0 0,4-1 0,3 1 0,5 0 0,3 1 0,3 0 0,5 1 0,3 0 0,4 2 0,3 1 0,4 1 0,3 2 0,4 1 0,2 2 0,5 2 0,2 1 0,4 3 0,2 2 0,4 2 0,2 3 0,3 2 0,3 3 0,2 3 0,3 2 0,2 4 0,2 2 0,3 4 0,1 2 0,2 4 0,2 4 0,1 3 0,2 3 0,1 3 0,1 5 0,2 3 0,0 3 0,1 5 0,0 2 0,1 5 0,0 3 0,1 5 0,-1 2 0,0 5 0,0 3 0,0 5 0,-2 2 0,1 5 0,-2 3 0,-1 3 0,-1 5 0,-1 3 0,-2 3 0,-1 3 0,-2 4 0,-1 4 0,-3 2 0,-2 4 0,-2 2 0,-2 4 0,-3 2 0,-2 3 0,-3 3 0,-3 2 0,-2 3 0,-3 2 0,-4 2 0,-3 3 0,-2 1 0,-4 2 0,-4 2 0,-2 1 0,-5 2 0,-2 1 0,-5 1 0,-3 2 0,-3 0 0,-5 1 0,-2 0 0,-5 1 0,-3 0 0,-5 1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6:57.4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24575,'0'0'0,"0"0"0,1 4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01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95 24102,'3874'0'0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07.0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0 611 24468,'3869'-610'0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05.9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1 162 24575,'36'-7'0,"915"-36"34,6 34-643,-826 8 364,642-17 245,-7-58 0,-728 69-682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14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48 838 24575,'23'1'0,"-12"-2"0,28-1 0,-1-2 0,0-1 0,0-2 0,0-2 0,-1-1 0,0-2 0,-1-1 0,35-19 0,-35 13 0,-1-1 0,0-1 0,-2-2 0,0-1 0,-2-2 0,-1-1 0,42-48 0,-57 56 0,-1 0 0,-1-1 0,-1 0 0,-1-1 0,0 0 0,-2-1 0,0 0 0,9-41 0,-16 51 0,0 0 0,0 0 0,-2 0 0,1 0 0,-2 0 0,0 0 0,0 0 0,-4-15 0,3 18 0,-1 1 0,0 0 0,-1 0 0,1 0 0,-2 0 0,1 0 0,-1 1 0,0 0 0,-1 0 0,1 0 0,-1 1 0,-10-9 0,8 9 0,1 0 0,-1 1 0,-1 0 0,1 0 0,-1 1 0,0 0 0,0 0 0,0 1 0,0 0 0,-1 1 0,-16-2 0,11 3 0,1 0 0,-1 2 0,1 0 0,-1 0 0,1 1 0,0 1 0,-18 6 0,4 1 0,1 1 0,0 1 0,1 2 0,0 1 0,2 0 0,-1 2 0,-26 24 0,21-12 0,2 0 0,1 1 0,1 2 0,1 1 0,2 1 0,2 0 0,1 2 0,1 1 0,-17 51 0,22-50 0,3 0 0,1 0 0,2 1 0,1 0 0,2 1 0,2-1 0,2 1 0,1-1 0,10 69 0,-5-83 0,1 0 0,1 0 0,1-1 0,1 0 0,1 0 0,1-1 0,1 0 0,1-1 0,1-1 0,1 0 0,1-1 0,1 0 0,0-2 0,2 0 0,0-1 0,1 0 0,0-2 0,1-1 0,1 0 0,0-1 0,1-2 0,29 11 0,-4-6 0,1-1 0,1-3 0,0-2 0,0-2 0,1-2 0,61-1 0,-24-6 0,0-5 0,152-28 0,-176 20-455,-2-1 0,94-38 0,-126 40-6371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15.3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24575,'7'29'0,"82"449"120,-42 7-1605,-41-398-5341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16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69 24575,'1227'-50'0,"-1194"47"0,82-11 0,-113 13-1365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16.7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75 24575,'64'0'-73,"517"-9"276,-401-1-951,216-42 1,-378 49-6079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17.4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917 98 24575,'-14'-18'0,"6"10"0,0 0 0,0 1 0,-1 0 0,0 1 0,0 0 0,-1 0 0,0 1 0,0 1 0,0-1 0,0 1 0,-1 1 0,0 0 0,0 1 0,1 0 0,-1 0 0,-19 1 0,3 0 0,0 2 0,0 2 0,0 0 0,1 1 0,-48 15 0,40-7 0,0 1 0,1 2 0,1 1 0,0 2 0,1 0 0,1 3 0,1 0 0,-37 36 0,47-40 0,1 2 0,1 1 0,1 0 0,0 1 0,2 0 0,0 1 0,2 1 0,0 0 0,1 1 0,2 0 0,0 1 0,-7 37 0,14-46 0,0 0 0,1 1 0,1-1 0,0 0 0,1 1 0,1-1 0,1 0 0,7 27 0,-2-21 0,0 1 0,2-2 0,0 1 0,2-2 0,17 27 0,10 2 0,2-1 0,2-2 0,78 64 0,156 107 0,-71-58 0,-188-145 0,0 1 0,-1 1 0,-1 1 0,18 22 0,-30-34 0,-1 1 0,1-1 0,-1 1 0,0 0 0,0 0 0,-1 0 0,0 0 0,0 0 0,0 0 0,-1 1 0,0-1 0,0 0 0,0 1 0,-1-1 0,0 1 0,0-1 0,-1 1 0,0-1 0,-3 13 0,-1-7 0,0 0 0,0 0 0,-1-1 0,-1 0 0,0 0 0,-1 0 0,0-1 0,0 0 0,-15 13 0,-3 0 0,-2 0 0,-38 23 0,17-15-136,0-3-1,-3-2 1,0-2-1,-1-2 1,-1-3-1,-1-2 1,0-3-1,-1-2 0,-78 7 1,78-17-6690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17.7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191 0 24575,'-2'0'0,"-1"0"0,1 1 0,0-1 0,0 0 0,-1 1 0,1-1 0,0 1 0,0 0 0,0-1 0,0 1 0,0 0 0,0 0 0,0 1 0,0-1 0,0 0 0,0 1 0,-1 1 0,-29 32 0,28-31 0,-10 15 0,1 0 0,1 1 0,0 0 0,1 1 0,2 0 0,0 1 0,1-1 0,1 2 0,1-1 0,1 1 0,1 0 0,1 0 0,1 29 0,2-33 0,1-1 0,0 1 0,2 0 0,0-1 0,1 0 0,1 1 0,1-1 0,0-1 0,1 1 0,1-1 0,1-1 0,0 0 0,2 0 0,-1 0 0,2-1 0,24 24 0,-17-23-227,0 0-1,1-2 1,1 0-1,0-2 1,40 18-1,21 3-6598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18.4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262 167 24575,'-3'0'0,"0"1"0,1 0 0,-1 0 0,0 1 0,0-1 0,1 0 0,-1 1 0,1 0 0,-1-1 0,1 1 0,0 0 0,-3 4 0,-26 30 0,22-23 0,-17 19 0,3 2 0,1 0 0,1 2 0,-17 40 0,27-52 0,2 0 0,1 1 0,0 0 0,2 1 0,1-1 0,1 1 0,0 42 0,4-60 0,0 1 0,1 0 0,0-1 0,0 1 0,1-1 0,0 0 0,1 0 0,0 0 0,0 0 0,1 0 0,0 0 0,0-1 0,0 0 0,1 1 0,7 6 0,-7-9 0,1 0 0,-1-1 0,1 1 0,0-1 0,0-1 0,0 1 0,0-1 0,1 0 0,0-1 0,-1 1 0,1-1 0,0-1 0,0 1 0,0-1 0,0 0 0,0-1 0,0 0 0,12-1 0,-1-1 0,-1-1 0,0-1 0,0 0 0,0-1 0,-1-1 0,0-1 0,0 0 0,0-2 0,-1 1 0,0-2 0,-1 0 0,0 0 0,-1-2 0,18-18 0,-12 10 0,-2 0 0,0-1 0,-1-1 0,-1 0 0,-2-2 0,0 1 0,-1-2 0,15-44 0,-23 55 0,-1-1 0,0 1 0,0-1 0,-2 0 0,0 0 0,0 0 0,-2 0 0,0 0 0,0 0 0,-8-28 0,6 33 0,0 0 0,-1 0 0,0 0 0,-1 0 0,0 1 0,0 0 0,-1 0 0,0 0 0,-1 1 0,0 0 0,0 0 0,-1 1 0,0 0 0,0 0 0,-1 1 0,-10-7 0,16 12 0,-6-7 0,21-3 0,4 2 0,1 1 0,0 0 0,0 1 0,0 1 0,1 1 0,0 0 0,0 2 0,1 0 0,24-1 0,-12 3 0,1 1 0,0 1 0,0 2 0,52 12 0,-54-6 0,0 1 0,0 2 0,-1 0 0,-1 2 0,0 2 0,-1 0 0,0 2 0,-2 0 0,0 2 0,-1 1 0,-1 1 0,-1 1 0,-1 1 0,-1 0 0,-1 2 0,-2 0 0,0 1 0,-2 1 0,-1 0 0,11 32 0,-18-40 0,-2 1 0,0-1 0,-1 2 0,-1-1 0,1 33 0,-4-41 0,0-1 0,-1 0 0,0 0 0,-1 1 0,0-1 0,-1 0 0,-1-1 0,0 1 0,0-1 0,-1 1 0,-7 9 0,12-20 0,0-1 0,0 0 0,0 1 0,0-1 0,0 0 0,0 1 0,0-1 0,0 0 0,-1 0 0,1 1 0,0-1 0,0 0 0,0 0 0,-1 1 0,1-1 0,0 0 0,0 0 0,-1 0 0,1 1 0,0-1 0,0 0 0,-1 0 0,1 0 0,0 0 0,0 0 0,-1 1 0,1-1 0,0 0 0,-1 0 0,1 0 0,0 0 0,-1 0 0,1 0 0,0 0 0,-1 0 0,1 0 0,-2-16 0,6-10 0,0 1 0,2 1 0,1-1 0,18-43 0,52-95 0,-70 149 0,47-86-455,4 2 0,110-141 0,-107 165-6371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18.9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240 650 24575,'16'-12'0,"-8"3"0,61-49 0,70-80 0,-112 108 0,-1-1 0,-2-2 0,-1 0 0,-2-1 0,19-42 0,-34 65 0,-2-1 0,1 0 0,-2 0 0,0 0 0,0-1 0,1-17 0,-3 26 0,-1 1 0,0 0 0,0-1 0,-1 1 0,1-1 0,0 1 0,-1 0 0,0-1 0,0 1 0,0 0 0,0 0 0,-1-1 0,1 1 0,-1 0 0,0 0 0,0 1 0,0-1 0,0 0 0,0 1 0,0-1 0,-1 1 0,1 0 0,-1-1 0,0 1 0,0 1 0,0-1 0,0 0 0,-4-1 0,-1 0 0,0 1 0,0 0 0,-1 1 0,1 0 0,0 0 0,-1 1 0,1 0 0,-1 0 0,1 1 0,0 0 0,-1 1 0,1-1 0,-12 6 0,1-1 0,0 2 0,0 1 0,0 0 0,-25 18 0,18-8 0,1 1 0,1 2 0,1 0 0,0 1 0,2 2 0,1 0 0,1 1 0,1 1 0,-15 32 0,11-14 0,1 1 0,2 0 0,3 2 0,2 0 0,-10 57 0,18-71 0,1 0 0,2 0 0,2 0 0,1 1 0,1-1 0,10 53 0,-8-71 0,1-1 0,0 0 0,1 0 0,1 0 0,0 0 0,1-1 0,0 0 0,1-1 0,1 0 0,0 0 0,1 0 0,1-1 0,0-1 0,0 0 0,1 0 0,19 13 0,-4-9 0,-1 0 0,2-2 0,0-1 0,0-1 0,1-2 0,41 9 0,-11-8 0,0-2 0,79 1 0,-67-9-341,0-4 0,0-3-1,76-17 1,-1-11-6485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19.3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675 1 24575,'0'0'0,"-15"10"0,-11 12 0,0 2 0,1 1 0,2 1 0,-25 35 0,-71 123 0,58-79 0,6 2 0,4 2 0,5 3 0,5 1 0,4 2 0,6 2 0,5 0 0,-12 134 0,33-189 0,3 1 0,3 0 0,2 0 0,3 0 0,3-1 0,3 0 0,2 0 0,3-2 0,2 0 0,3-1 0,3-1 0,2-1 0,55 84 0,-64-115-170,1-1-1,1-1 0,1-1 1,1 0-1,1-2 0,1 0 1,40 25-1,37 9-6655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0.0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746 67 24575,'-26'-17'0,"13"10"0,0-1 0,0 2 0,-1 0 0,0 1 0,0 0 0,-21-4 0,25 7 0,0 1 0,0 0 0,0 1 0,0 0 0,0 1 0,0 0 0,0 1 0,0 0 0,0 0 0,-15 6 0,0 4 0,0 0 0,1 2 0,1 0 0,0 1 0,1 2 0,1 0 0,1 2 0,-27 30 0,11-8 0,3 2 0,2 1 0,-35 64 0,10 8 0,50-103 0,2-1 0,0 1 0,0 1 0,1-1 0,1 0 0,0 1 0,1 16 0,0-28 0,2 0 0,-1 0 0,0 0 0,0 0 0,1 0 0,-1 0 0,1 0 0,-1-1 0,1 1 0,0 0 0,0 0 0,0 0 0,0-1 0,0 1 0,0-1 0,0 1 0,0 0 0,1-1 0,-1 0 0,1 1 0,-1-1 0,1 0 0,0 0 0,-1 0 0,1 0 0,0 0 0,0 0 0,-1-1 0,1 1 0,0 0 0,0-1 0,0 0 0,3 1 0,3 0 0,0-1 0,0 0 0,0-1 0,0 0 0,-1 0 0,1 0 0,11-4 0,12-6 0,-1-1 0,0-2 0,0-1 0,-2-1 0,53-38 0,117-119 0,-193 168 0,44-41 0,-2-3 0,47-64 0,-91 128 0,-3 9 0,-1 1 0,-1 0 0,-10 42 0,-28 76 0,38-134 0,-167 459 0,20-63 0,144-387 0,-8 20 0,1 1 0,-7 52 0,18-81 0,-1-1 0,2 0 0,-1 1 0,1-1 0,0 1 0,1-1 0,1 1 0,-1-1 0,1 0 0,1 0 0,-1 0 0,2 0 0,-1 0 0,1 0 0,9 13 0,-9-17 0,0-1 0,1 1 0,-1-1 0,1 1 0,0-1 0,0-1 0,0 1 0,1-1 0,-1 0 0,1 0 0,0 0 0,0-1 0,0 0 0,0 0 0,0-1 0,1 0 0,-1 0 0,0 0 0,0-1 0,1 0 0,-1 0 0,1 0 0,-1-1 0,12-3 0,0 0 0,0-1 0,0-1 0,-1-1 0,0 0 0,-1-2 0,1 0 0,21-16 0,4-7 0,-2-2 0,-2-1 0,-1-3 0,51-65 0,-28 21 0,71-128 0,-65 79-1365,-59 113-5461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0.3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0 24575,'0'0'0,"2"15"0,9 123 40,-6 1 0,-16 187 0,-71 273-1525,70-536-5341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0.7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306 1 24575,'-2'15'0,"-16"103"0,-5-1 0,-40 119 0,-108 214 0,154-414-1365,6-13-5461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1.1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24575,'10'25'0,"-2"0"0,0 0 0,-2 1 0,-1 0 0,-1 1 0,2 44 0,-4-44 0,6 422 120,-42-1-1605,26-368-5341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1.3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0 924 24575,'5'-24'0,"5"-8"0,1-1 0,1 2 0,2-1 0,1 2 0,2 0 0,0 1 0,36-44 0,14-7 0,89-83 0,46-25 0,-151 146 0,2 1 0,65-36 0,-96 65-1365,-8 5-5461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1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24575,'19'16'0,"-11"-8"0,200 193 0,-157-146 0,86 122 0,-114-142 0,-2 1 0,-1 1 0,-2 1 0,25 78 0,-35-87 0,-2-1 0,-1 2 0,-1-1 0,-1 0 0,-2 1 0,0-1 0,-9 58 0,7-80-170,0 0-1,0 0 0,-1 0 1,0 0-1,-1-1 0,0 1 1,-5 9-1,0-4-6655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2.2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555 1 24575,'0'8'0,"27"493"0,-36-1 0,5-449 0,-2-1 0,-2 0 0,-2-1 0,-33 94 0,35-123 0,-1-2 0,0 1 0,-2-1 0,0-1 0,-1 0 0,-18 20 0,20-26 0,-1-1 0,0-1 0,-1 0 0,1 0 0,-2-1 0,1 0 0,-1-2 0,0 1 0,-27 8 0,31-12-52,0-1-1,-1 0 1,1 0-1,-1-1 1,0 0-1,1-1 1,-1 0-1,0 0 1,1-1-1,-1 0 1,1-1-1,-1 0 1,1-1-1,0 0 1,0 0-1,0-1 1,0 0-1,0 0 1,1-1-1,0-1 0,0 1 1,0-1-1,1 0 1,0-1-1,-8-9 1,-12-21-6774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2.5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0 0,0 0 0,0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3.2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268 0 24575,'0'0'0,"8"11"0,27 41 0,-2 1 0,-2 1 0,-3 2 0,-3 1 0,21 66 0,-6 13 0,27 158 0,-38-131 0,-8 1 0,-6 0 0,-8 1 0,-21 252 0,1-302 0,-6 0 0,-53 181 0,42-206 0,-3-2 0,-4-1 0,-82 138 0,-55 25 0,37-58 0,133-186-1365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4.8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0 107 24575,'0'0'0,"2"-1"0,7 0 0,12-3 0,20-1 0,20-3 0,17-2 0,12-2 0,6-1 0,-1 0 0,-3 0 0,-5 2 0,-9 2 0,-16 2-8191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5.0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0 132 24575,'0'0'0,"4"-1"0,11 0 0,18-3 0,20-3 0,19-3 0,13-5 0,9-4 0,2-3 0,1-5 0,-17 2-8191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5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422 64 24575,'0'-3'0,"-1"0"0,0 0 0,0 0 0,0 0 0,0 1 0,0-1 0,-1 0 0,1 0 0,-1 1 0,0-1 0,0 1 0,0 0 0,0 0 0,0-1 0,0 1 0,-1 1 0,1-1 0,-3-2 0,0 2 0,0-1 0,-1 1 0,1 1 0,0-1 0,-1 0 0,1 1 0,-1 0 0,1 1 0,-8-1 0,-2 1 0,-1 1 0,0 1 0,1 0 0,0 1 0,-1 0 0,-15 7 0,13-3 0,0 1 0,1 0 0,0 1 0,-26 19 0,34-21 0,0 0 0,0 1 0,1 0 0,0 1 0,0 0 0,1 0 0,0 0 0,-11 21 0,17-29 0,0 1 0,0 0 0,0 0 0,1 0 0,-1 1 0,0-1 0,1 0 0,-1 0 0,1 0 0,0 0 0,0 1 0,0-1 0,0 0 0,0 0 0,0 0 0,1 1 0,-1-1 0,1 0 0,-1 0 0,3 4 0,-2-4 0,1 1 0,0-1 0,0 0 0,0 0 0,0 0 0,0 0 0,0-1 0,1 1 0,-1 0 0,1-1 0,-1 0 0,1 1 0,-1-1 0,4 0 0,7 3 0,0-1 0,-1-1 0,2 0 0,-1-1 0,24 0 0,-8-3 0,0-1 0,1-2 0,-1 0 0,40-15 0,-48 13 0,-1 0 0,1-2 0,-2-1 0,1 0 0,-1-2 0,29-22 0,-39 24 0,4-3 0,-10 15 0,-5 10 0,-66 226 0,-13 51 0,67-228 0,4 0 0,-7 110 0,17-159 0,-1-7 0,1 1 0,0-1 0,0 0 0,0 1 0,3 8 0,-3-14 0,0 1 0,0 0 0,1 0 0,-1-1 0,0 1 0,1 0 0,-1-1 0,1 1 0,-1 0 0,1-1 0,-1 1 0,1-1 0,-1 1 0,1-1 0,0 1 0,-1-1 0,1 1 0,0-1 0,-1 0 0,1 1 0,0-1 0,0 0 0,-1 0 0,1 0 0,0 1 0,0-1 0,-1 0 0,1 0 0,0 0 0,0 0 0,0 0 0,-1 0 0,1 0 0,0-1 0,0 1 0,-1 0 0,1 0 0,0-1 0,0 1 0,-1 0 0,1-1 0,0 1 0,-1 0 0,2-2 0,12-5 0,1-2 0,-1 0 0,0 0 0,-1-1 0,-1-1 0,1 0 0,-1-1 0,11-15 0,-4 3 0,-2 0 0,0-1 0,22-45 0,-28 43-1365,-2 6-5461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6.0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0 24575,'0'0'0,"0"3"0,0 6 0,0 15 0,0 19 0,0 19 0,-1 16 0,-2 9 0,-1 4 0,0-1 0,-1-6 0,0-9 0,1-10 0,0-15-8191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6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0 24575,'9'108'0,"-11"209"0,-40 102 0,39-398 0,-8 60 0,11-81 0,0 0 0,0 0 0,0 0 0,0 1 0,0-1 0,0 0 0,0 0 0,0 0 0,0 0 0,0 0 0,0 0 0,0 0 0,0 0 0,0 1 0,0-1 0,0 0 0,0 0 0,0 0 0,0 0 0,0 0 0,0 0 0,-1 0 0,1 0 0,0 0 0,0 0 0,0 1 0,0-1 0,0 0 0,0 0 0,0 0 0,0 0 0,-1 0 0,1 0 0,0 0 0,0 0 0,0 0 0,0 0 0,0 0 0,0 0 0,0 0 0,-1 0 0,1 0 0,0 0 0,0 0 0,0 0 0,0 0 0,0 0 0,0 0 0,0 0 0,-1 0 0,1-1 0,0 1 0,0 0 0,0 0 0,0 0 0,0 0 0,0 0 0,0 0 0,0 0 0,-9-10 0,-6-14 0,13 18 0,0 0 0,1-1 0,-1 1 0,1-1 0,0 0 0,1 1 0,0-1 0,0 0 0,0 1 0,1-1 0,0 0 0,0 1 0,1-1 0,-1 1 0,1 0 0,6-13 0,4-5 0,1 1 0,28-41 0,-2 13 0,1 2 0,3 1 0,2 3 0,1 1 0,3 3 0,1 1 0,2 3 0,64-34 0,-89 57-1365,-8 5-5461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6.8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24575,'0'0'0,"0"1"0,0 0 0,2 9 0,1 12 0,4 13 0,4 13 0,6 10 0,6 8 0,7 4 0,6 2 0,3-3 0,2-6 0,-3-10 0,-7-14-8191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7.0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2 0,0 2 0,4 9 0,2 13 0,4 16 0,2 18 0,0 17 0,-2 10 0,-1 3 0,-2-5 0,-2-13 0,-1-13 0,-2-17-8191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7.3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0 265 24575,'0'0'0,"4"-2"0,7-4 0,11-7 0,13-6 0,16-8 0,13-6 0,10-2 0,5-2 0,0 2 0,-4 3 0,-15 6-8191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7.5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 1 24575,'-1'21'0,"-1"0"0,-9 42 0,1-10 0,4-13-66,-50 380 261,47-314-942,9 210 0,3-278-6079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8.2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410 317 24575,'10'-22'0,"2"-2"0,-2-1 0,-1 1 0,10-43 0,-17 59 0,-1 0 0,0 0 0,-1 0 0,0 0 0,0 1 0,-1-1 0,-2-12 0,2 16 0,0 0 0,0 0 0,-1 0 0,0 0 0,0 0 0,0 1 0,0-1 0,0 0 0,-1 1 0,1 0 0,-1 0 0,0-1 0,0 2 0,-7-6 0,4 4 0,0 1 0,0 1 0,0-1 0,0 1 0,-1 0 0,1 0 0,-1 1 0,1 0 0,-1 0 0,1 1 0,-1-1 0,0 1 0,1 1 0,-1-1 0,1 1 0,-1 0 0,1 1 0,-1 0 0,1 0 0,-7 3 0,-6 3 0,1 0 0,0 1 0,0 1 0,1 1 0,-21 17 0,16-11 0,1 2 0,-31 37 0,43-46 0,1 1 0,1 0 0,-1 0 0,2 1 0,0 0 0,0 0 0,-7 23 0,12-32 0,0-1 0,1 1 0,-1 0 0,1-1 0,-1 1 0,1 0 0,0 0 0,0-1 0,0 1 0,1 0 0,-1-1 0,0 1 0,1 0 0,0-1 0,0 1 0,0 0 0,0-1 0,0 1 0,2 2 0,-1-3 0,0 0 0,0 0 0,0 0 0,0-1 0,1 1 0,-1-1 0,1 1 0,-1-1 0,1 0 0,-1 0 0,1 0 0,-1 0 0,1 0 0,0-1 0,5 1 0,5 0 0,-1-1 0,1-1 0,0 0 0,0-1 0,0 0 0,21-7 0,9-6 0,-1-2 0,-1-1 0,-1-2 0,0-2 0,-2-2 0,65-52 0,-103 76 0,1-1 0,0 1 0,-1-1 0,1 1 0,0 0 0,-1-1 0,1 1 0,0 0 0,-1 0 0,1 0 0,0 0 0,0-1 0,-1 1 0,1 0 0,0 0 0,0 0 0,-1 0 0,1 1 0,0-1 0,0 0 0,-1 0 0,1 0 0,0 1 0,-1-1 0,1 0 0,0 1 0,-1-1 0,1 0 0,0 1 0,-1-1 0,1 1 0,-1-1 0,1 1 0,-1-1 0,1 1 0,-1 0 0,1-1 0,-1 1 0,0-1 0,1 1 0,-1 0 0,0-1 0,1 1 0,-1 0 0,0 1 0,15 39 0,-14-37 0,14 56 0,-4 0 0,-1 1 0,1 103 0,-19 188 0,7-327 0,-4 81 0,5-106 0,0 1 0,0-1 0,0 0 0,0 0 0,0 0 0,0 1 0,0-1 0,0 0 0,0 0 0,0 1 0,0-1 0,0 0 0,0 0 0,0 0 0,0 1 0,0-1 0,0 0 0,0 0 0,0 0 0,0 1 0,0-1 0,1 0 0,-1 0 0,0 0 0,0 1 0,0-1 0,0 0 0,0 0 0,1 0 0,-1 0 0,0 0 0,0 1 0,0-1 0,1 0 0,-1 0 0,0 0 0,0 0 0,0 0 0,1 0 0,-1 0 0,0 0 0,0 0 0,0 0 0,1 0 0,-1 0 0,0 0 0,0 0 0,1 0 0,-1 0 0,0 0 0,15-9 0,12-19 0,11-21 40,-2 0 0,51-94 0,39-119-1525,-109 224-5341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8.6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 24575,'0'0'0,"0"3"0,0 6 0,1 12 0,0 12 0,1 13 0,1 15 0,1 15 0,0 12 0,-2 7 0,-1-1 0,-3-6 0,-3-9 0,0-11 0,-3-11 0,0-14-8191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8.9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205 0 24575,'-1'104'0,"-5"-1"0,-5 0 0,-4 0 0,-5-1 0,-63 190 0,26-155-1365,46-115-5461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9.1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0 549 24575,'0'0'0,"24"-9"0,-11 3 0,61-27 0,-1-2 0,132-89 0,-105 51 0,113-106 0,-140 110-1365,-51 48-5461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9.4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24575,'0'0'0,"0"1"0,0 0 0,4 6 0,7 9 0,9 10 0,8 8 0,7 5 0,4 5 0,4 1 0,2-2 0,-1-3 0,-4-6 0,-8-8 0,-10-10-8191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29.7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 24575,'27'-1'0,"-16"1"0,0 0 0,0 0 0,1 1 0,19 4 0,-17-2 0,-1 1 0,1 1 0,-1 0 0,1 1 0,-2 1 0,1 0 0,-1 0 0,0 1 0,0 1 0,-1 0 0,14 14 0,-19-16 0,0 1 0,0 0 0,0 0 0,-1 0 0,0 1 0,-1-1 0,0 1 0,0 0 0,-1 0 0,0 1 0,-1-1 0,0 1 0,0-1 0,-1 1 0,0 0 0,-1 0 0,-1 16 0,-4 4 0,-2 0 0,-1 0 0,-1 0 0,-1-1 0,-2 0 0,0-1 0,-3-1 0,-19 31 0,33-58 0,1 1 0,0-1 0,0 0 0,-1 1 0,1-1 0,0 0 0,0 1 0,0-1 0,0 0 0,0 1 0,-1-1 0,1 0 0,0 1 0,0-1 0,0 0 0,0 1 0,0-1 0,0 1 0,0-1 0,0 0 0,0 1 0,0-1 0,1 0 0,-1 1 0,0-1 0,0 0 0,0 1 0,0-1 0,0 0 0,1 1 0,-1-1 0,0 0 0,0 1 0,1-1 0,15 5 0,25-6 0,-37 1 0,46-8-227,0-1-1,-1-3 1,0-2-1,-1-2 1,52-25-1,-33 11-6598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0.0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1 182 24575,'0'0'0,"2"-1"0,5-3 0,12-4 0,14-5 0,17-3 0,15-4 0,7 0 0,4-1 0,-4 2 0,-7 3 0,-8 1 0,-10 0 0,-13 2-8191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0.3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24575,'0'0'0,"0"1"0,1 6 0,0 15 0,2 27 0,1 31 0,1 27 0,1 21 0,-2 6 0,0-5 0,-2-9 0,0-12 0,-1-9 0,2-9 0,3-13 0,2-14 0,1-19-8191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0.9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798 31 24575,'-13'-12'0,"4"8"0,0 1 0,-1 0 0,0 0 0,1 1 0,-1 0 0,0 1 0,0 0 0,-16 1 0,-1 1 0,1 2 0,-31 7 0,15 0 0,1 3 0,0 1 0,1 2 0,0 1 0,2 3 0,0 0 0,1 3 0,1 1 0,2 2 0,0 1 0,-57 61 0,83-79 0,1 0 0,-1 1 0,2-1 0,-1 1 0,2 1 0,-8 15 0,12-23 0,0 0 0,0-1 0,0 1 0,1 0 0,-1 0 0,1 0 0,-1-1 0,1 1 0,0 0 0,0 0 0,1 0 0,-1 0 0,0 0 0,1-1 0,0 1 0,0 0 0,0 0 0,0-1 0,0 1 0,0-1 0,1 1 0,-1-1 0,1 1 0,0-1 0,-1 0 0,1 0 0,0 0 0,0 0 0,1 0 0,-1 0 0,3 2 0,4 0 0,0 1 0,0-1 0,0 0 0,1-1 0,-1 0 0,1-1 0,0 0 0,-1 0 0,1-1 0,0-1 0,0 1 0,0-2 0,12 0 0,6-3 0,-1 0 0,1-2 0,40-14 0,-19 2 0,-2-3 0,0-1 0,-2-2 0,73-52 0,-67 37 0,-1-2 0,-3-1 0,62-72 0,-104 108 0,3-1 0,-11 25 0,3-18 0,-119 425 0,-32-10 0,139-385 0,-16 46 0,25-68 0,2-1 0,-1 0 0,1 1 0,0-1 0,0 1 0,1 0 0,1 14 0,0-21 0,-1-1 0,0 1 0,0 0 0,0-1 0,1 1 0,-1 0 0,0-1 0,1 1 0,-1 0 0,0-1 0,1 1 0,-1-1 0,1 1 0,-1 0 0,1-1 0,-1 1 0,1-1 0,-1 0 0,1 1 0,0-1 0,-1 1 0,1-1 0,0 0 0,-1 0 0,1 1 0,0-1 0,-1 0 0,1 0 0,0 0 0,0 0 0,-1 0 0,1 0 0,0 0 0,0 0 0,-1 0 0,1 0 0,0 0 0,-1 0 0,2-1 0,31-11 0,-8-1 17,-1-2 0,0-1 1,0-1-1,-2-1 0,0-1 0,26-29 0,-5-1-760,61-92 1,-64 80-6084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1.2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204 1 24575,'0'0'0,"-1"4"0,-2 11 0,-4 23 0,-6 28 0,-4 22 0,-5 17 0,-3 6 0,-2 3 0,-1-5 0,2-12 0,6-12 0,6-21-8191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1.5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0 24575,'1'1'0,"0"-1"0,0 1 0,-1 0 0,1 0 0,0 0 0,0 0 0,-1 0 0,1 0 0,-1 0 0,1 0 0,-1 0 0,1 0 0,-1 0 0,1 0 0,-1 0 0,0 0 0,0 0 0,1 0 0,-1 1 0,0-1 0,0 1 0,1 4 0,9 49 17,-2 0-1,-3 0 0,-2 1 1,-3-1-1,-2 1 0,-9 55 0,-77 328-1316,84-419 1121,-8 30-6647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1.8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0 643 24575,'3'-2'0,"1"1"0,-1-1 0,0 1 0,0-1 0,0 0 0,0 0 0,0-1 0,-1 1 0,5-5 0,4-3 0,235-172 0,244-188 0,-437 326-1365,-40 31-5461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2.0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24575,'0'0'0,"1"0"0,0 0 0,6 4 0,7 8 0,8 10 0,6 7 0,4 5 0,2 3 0,5 2 0,4-1 0,2-3 0,1-4 0,-1-6 0,-2-5 0,-10-7 0,-9-5-8191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2.5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256 0 24575,'68'7'0,"-22"-1"0,51 1 0,92 10 0,-187-17 0,1 0 0,0 1 0,-1-1 0,1 1 0,-1 0 0,1 0 0,-1 0 0,1 0 0,-1 0 0,0 0 0,0 1 0,1-1 0,-1 1 0,0 0 0,2 2 0,-3-3 0,0 1 0,0 0 0,-1-1 0,1 1 0,0 0 0,-1 0 0,0 0 0,1-1 0,-1 1 0,0 0 0,0 0 0,0 0 0,0 0 0,0-1 0,0 1 0,-1 0 0,1 0 0,-1 0 0,1-1 0,-1 1 0,0 0 0,1-1 0,-3 3 0,-6 14 0,-1 0 0,-1-1 0,-1 0 0,-14 15 0,-62 62 0,55-60 0,20-20 0,-46 48 0,-3-2 0,-70 52 0,126-108 0,2 0 0,16-2 0,-4-1 0,45 3 0,74 16 0,-112-17 0,-1 1 0,-1 0 0,1 1 0,0 0 0,-1 1 0,0 1 0,-1 0 0,1 1 0,-2 0 0,19 15 0,-27-19 0,0 0 0,0-1 0,0 1 0,0 0 0,-1 1 0,1-1 0,-1 0 0,0 1 0,-1-1 0,1 1 0,-1 0 0,0 0 0,0-1 0,0 1 0,-1 0 0,1 0 0,-1 0 0,0 0 0,-1 0 0,1-1 0,-1 1 0,0 0 0,0 0 0,-1-1 0,1 1 0,-1 0 0,0-1 0,-3 5 0,-2 5 0,-1-1 0,0 0 0,-2-1 0,1 0 0,-1 0 0,-1-1 0,-21 17 0,16-16 13,-1 0 0,0-1 0,-1-1 0,0-1 0,-1-1 0,0 0 0,-1-1 0,-23 4 0,3-3-384,0-1 1,0-3-1,-46 0 1,-33-5-6456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3.9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0 928 24575,'21'-4'0,"-12"2"0,346-71 0,-300 58 0,-1-3 0,-1-2 0,-1-3 0,68-39 0,-71 32 0,-2-3 0,-1-1 0,62-61 0,-86 73 0,-1-1 0,0-1 0,-2-1 0,-1-1 0,-1 0 0,-2-2 0,25-57 0,-36 75 0,-1-1 0,0 1 0,-1-1 0,0 0 0,0 0 0,-1 0 0,-1-1 0,-1-15 0,1 21 0,-1 0 0,-1 0 0,1 0 0,-1 1 0,0-1 0,0 1 0,0-1 0,-1 1 0,0 0 0,0 0 0,0 0 0,-1 0 0,1 1 0,-1 0 0,-1-1 0,1 1 0,-8-5 0,0 2 0,0 0 0,0 1 0,0 1 0,-1 0 0,0 0 0,0 2 0,0 0 0,-1 0 0,1 1 0,-1 1 0,1 0 0,-1 0 0,1 2 0,-22 2 0,5 2 0,0 0 0,0 2 0,1 1 0,0 2 0,-43 20 0,42-14 0,0 1 0,1 2 0,1 1 0,1 1 0,1 1 0,1 2 0,1 0 0,1 2 0,1 0 0,1 2 0,1 0 0,2 1 0,1 1 0,1 1 0,2 0 0,1 1 0,-14 55 0,17-48 0,2 0 0,1 0 0,2 0 0,2 1 0,2 0 0,1-1 0,2 1 0,2 0 0,2-1 0,1 0 0,2 0 0,1-1 0,3 0 0,1-1 0,19 38 0,-8-33 8,1-2 0,2 0 0,1-2 0,2-1 0,2-1 0,2-2 0,0-1 0,3-2 0,0-2 0,2-1 0,1-2 0,1-2 0,1-2 0,72 27 0,-67-32-42,1-3 1,1-1-1,0-3 1,0-1-1,96 2 1,-103-11-128,1-2 1,0-2-1,-1-2 1,0-2-1,0-1 1,-1-3-1,45-18 1,17-17-6666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4.6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389 445 24575,'0'-6'0,"1"0"0,0 0 0,1 0 0,-1 0 0,1 0 0,0 0 0,0 1 0,1-1 0,3-5 0,34-49 0,-34 52 0,17-24 0,2 2 0,1 1 0,1 1 0,2 1 0,1 1 0,1 2 0,0 1 0,2 2 0,68-33 0,-94 51 0,0 0 0,0 0 0,1 1 0,-1 0 0,0 0 0,1 1 0,0 0 0,-1 0 0,1 1 0,8 0 0,-13 1 0,1 0 0,0-1 0,-1 2 0,1-1 0,-1 0 0,0 1 0,1-1 0,-1 1 0,0 0 0,0 0 0,0 1 0,0-1 0,0 0 0,-1 1 0,1 0 0,-1 0 0,1 0 0,-1 0 0,0 0 0,0 0 0,-1 0 0,3 6 0,2 6 0,-1 0 0,-1 1 0,-1 0 0,0-1 0,0 1 0,-2 0 0,0 0 0,-1 0 0,-1 0 0,-3 19 0,-2 10 0,-3-2 0,-22 65 0,7-40 0,-3-1 0,-3-2 0,-48 79 0,22-58 0,-113 135 0,2-42 0,-212 176 0,367-342 0,12-8 0,27-9 0,-10 0 0,575-139 0,-39 8 0,-365 100-1365,-117 26-5461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5.1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24575,'0'0'0,"0"0"0,2 1 0,7 0 0,16 4 0,26 4 0,26 3 0,21 3 0,12 1 0,6-1 0,-1-1 0,-4 0 0,-9-3 0,-13-2 0,-13-1 0,-14-1 0,-17-1-8191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5.3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91 24575,'0'0'0,"0"0"0,0 0 0,0 0 0,-1 0 0,-1 0 0,1 0 0,-1 0 0,10 0 0,18 0 0,26 0 0,23 0 0,22-2 0,15-3 0,13-5 0,7-7 0,4-11 0,-22 0-8191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5.9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733 31 24575,'-39'-11'0,"23"6"0,0 1 0,0 0 0,-20-1 0,13 4 0,1 0 0,-1 2 0,0 1 0,0 1 0,1 0 0,0 2 0,-1 1 0,2 0 0,-1 2 0,1 0 0,0 2 0,1 0 0,0 1 0,1 1 0,-25 20 0,23-14 0,1 0 0,0 2 0,2 0 0,0 1 0,1 1 0,2 0 0,0 2 0,1-1 0,2 2 0,0 0 0,1 0 0,-10 41 0,12-25 0,2 1 0,1 0 0,3 0 0,1 0 0,3 0 0,1 0 0,1 1 0,3-2 0,2 1 0,12 41 0,6 1 0,4-1 0,3-2 0,78 137 0,-19-72 0,152 183 0,-232-313 0,0-1 0,-1 1 0,-1 1 0,0 0 0,11 30 0,-18-40 0,-1-1 0,0 1 0,-1 1 0,0-1 0,0 0 0,-1 0 0,1 0 0,-2 0 0,1 1 0,-1-1 0,0 0 0,0 0 0,-1 0 0,0 0 0,0 0 0,-1 0 0,0-1 0,-5 10 0,-2-1 0,-1-1 0,0 0 0,-1 0 0,0-2 0,-1 1 0,0-2 0,-1 0 0,-1 0 0,0-1 0,-21 10 0,-6 1 0,-1-2 0,-77 23 0,77-30-682,-85 12-1,62-18-6143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6.1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259 1 24575,'-2'2'0,"0"0"0,-1 0 0,1 0 0,1 0 0,-1 1 0,0-1 0,1 0 0,-1 1 0,1 0 0,-2 2 0,-5 9 0,-26 45 0,2 1 0,3 1 0,3 1 0,2 2 0,3 1 0,3 0 0,3 1 0,3 1 0,-5 86 0,16-123 15,1-1 0,1 0 0,2 0 0,1 0 0,1 0 0,2-1 0,10 30 0,-9-39-150,0-1 0,0 0 0,2 0 0,0-1 0,1 0 0,1-1 0,1 0 0,0-1 0,1 0 0,30 24 0,26 10-6691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6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28 240 24575,'-3'5'0,"0"0"0,1 0 0,-1 1 0,1-1 0,0 1 0,1-1 0,0 1 0,-1 0 0,2-1 0,-1 1 0,0 9 0,0 0 0,-2 24 0,1 0 0,2 1 0,9 66 0,-7-86 0,2 1 0,1-1 0,0 0 0,2-1 0,0 1 0,1-1 0,1 0 0,21 32 0,-26-46 0,0 1 0,1-1 0,-1-1 0,1 1 0,0-1 0,0 1 0,0-1 0,0-1 0,1 1 0,0-1 0,0 0 0,-1 0 0,12 3 0,-12-5 0,0 0 0,0-1 0,0 1 0,0-1 0,0 0 0,0 0 0,0-1 0,0 1 0,0-1 0,-1 0 0,1 0 0,0-1 0,0 0 0,-1 1 0,1-2 0,0 1 0,-1 0 0,6-5 0,0-1 0,-1-1 0,1 0 0,-2 0 0,1-1 0,-1 0 0,-1 0 0,1-1 0,-2 0 0,0 0 0,0-1 0,-1 1 0,0-1 0,3-17 0,0 0 0,-2 0 0,-1-1 0,-2 1 0,0-52 0,-4 45 0,-1 1 0,-3-1 0,-10-43 0,10 57 0,-2 0 0,-1 0 0,0 1 0,-2 0 0,0 0 0,-16-21 0,26 42 0,0-1 0,-1 1 0,1 0 0,-1-1 0,1 1 0,0-1 0,-1 1 0,1-1 0,0 1 0,0-1 0,-1 1 0,1-1 0,0 1 0,0-1 0,0 1 0,-1-1 0,1 1 0,0-1 0,0 0 0,0 1 0,0-1 0,0 1 0,0-1 0,0 1 0,1-1 0,-1 1 0,0-1 0,0 0 0,0 1 0,0-1 0,1 1 0,-1-1 0,0 1 0,0-1 0,1 1 0,-1 0 0,1-1 0,-1 1 0,0-1 0,1 1 0,-1 0 0,1-1 0,-1 1 0,1 0 0,-1-1 0,1 1 0,-1 0 0,1 0 0,-1-1 0,1 1 0,-1 0 0,1 0 0,-1 0 0,1 0 0,-1 0 0,1 0 0,0 0 0,40 0 0,-37 0 0,30 4 0,0 1 0,0 2 0,-1 1 0,0 1 0,-1 2 0,0 2 0,0 1 0,-1 1 0,-1 1 0,-1 2 0,0 1 0,-2 1 0,28 27 0,-23-17 0,-1 2 0,-1 0 0,-2 2 0,-2 2 0,-1 0 0,-2 1 0,-2 2 0,-1 0 0,26 74 0,-38-90 0,-2 0 0,0 1 0,-2 0 0,4 44 0,-8-59 0,0-1 0,0 1 0,-1-1 0,0 1 0,0-1 0,-1 1 0,0-1 0,-1 0 0,1 0 0,-2 0 0,1 0 0,-1-1 0,0 1 0,-1-1 0,1 0 0,-1 0 0,-7 6 0,11-11 0,0-1 0,-1 1 0,1-1 0,0 0 0,-1 1 0,1-1 0,-1 0 0,1 0 0,-1 0 0,0 0 0,1 0 0,-1 0 0,0-1 0,0 1 0,0-1 0,1 1 0,-1-1 0,0 0 0,0 1 0,0-1 0,0 0 0,0 0 0,0 0 0,0-1 0,1 1 0,-1 0 0,0-1 0,0 1 0,0-1 0,0 1 0,1-1 0,-1 0 0,0 0 0,1 0 0,-1 0 0,-1-2 0,-1-1 0,0 0 0,1-1 0,0 1 0,0-1 0,0 0 0,0 0 0,1 0 0,0 0 0,0 0 0,0-1 0,0 1 0,0-6 0,-2-20 0,0 0 0,2 0 0,2 0 0,1 0 0,5-35 0,36-154 0,28-17 120,-53 192-491,2 1-1,2 2 1,30-48 0,-18 43-6455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7.2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128 432 24575,'2'0'0,"1"1"0,-1-1 0,1 0 0,0 0 0,-1 0 0,1 0 0,0-1 0,-1 1 0,5-2 0,3 1 0,12-3 0,1-1 0,-1-1 0,0-1 0,0-1 0,-1 0 0,0-2 0,-1 0 0,20-15 0,-23 14 0,0-1 0,-1-1 0,0 0 0,-1-1 0,-1-1 0,-1 0 0,0-1 0,0-1 0,12-22 0,-22 33 0,0 0 0,0 0 0,-1-1 0,1 1 0,-1 0 0,-1-1 0,1 1 0,-1-1 0,-1 0 0,1 1 0,-1-1 0,0 0 0,0 0 0,-2-7 0,1 10 0,0 0 0,-1 0 0,1 1 0,-1-1 0,0 0 0,0 1 0,0 0 0,0-1 0,-1 1 0,0 0 0,1 0 0,-1 0 0,0 1 0,0-1 0,0 1 0,-1-1 0,1 1 0,-1 0 0,1 0 0,-1 1 0,1-1 0,-1 1 0,0 0 0,-8-2 0,-2 1 0,-1 0 0,1 0 0,-1 2 0,1 0 0,-1 0 0,0 2 0,1 0 0,-1 0 0,1 1 0,0 1 0,0 0 0,0 1 0,0 1 0,1 0 0,-22 14 0,17-8 0,1 0 0,0 0 0,1 2 0,1 0 0,0 1 0,1 0 0,0 1 0,1 1 0,1 0 0,-15 29 0,18-27 0,0 1 0,1 0 0,1 1 0,1 0 0,1 0 0,1 1 0,1-1 0,0 1 0,2-1 0,1 1 0,3 32 0,1-28 0,1 0 0,1-1 0,1 0 0,1 0 0,2-1 0,0 0 0,1 0 0,27 39 0,-17-34 0,1 0 0,1-2 0,1-1 0,2-1 0,0-1 0,2-2 0,0 0 0,1-2 0,2-1 0,0-1 0,0-2 0,2-1 0,0-2 0,45 13 0,-34-17-682,53 6-1,31-5-6143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7.5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537 1 24575,'0'0'0,"-4"5"0,-50 78 0,4 1 0,-43 103 0,-58 191 0,108-254 24,6 1 0,5 2 0,5 2 0,-12 164 0,34-215-189,3 1 0,4 0 0,3 0 0,4-1 0,3 0 0,3-1 0,4 0 0,36 95 0,-3-52-6661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8.3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596 46 24575,'-20'-24'0,"16"21"0,0 1 0,0-1 0,0 1 0,-1 0 0,1 0 0,-1 0 0,1 1 0,-1 0 0,0-1 0,0 2 0,1-1 0,-1 1 0,0-1 0,0 1 0,0 0 0,0 1 0,1 0 0,-1-1 0,-6 3 0,-4 1 0,0 1 0,1 0 0,-1 1 0,-25 15 0,7 1 0,0 1 0,2 2 0,0 1 0,2 1 0,1 2 0,2 1 0,0 1 0,2 1 0,2 1 0,0 1 0,-27 62 0,44-85 0,1 0 0,0 0 0,1 0 0,0 0 0,1 0 0,0 1 0,1-1 0,1 1 0,0 16 0,0-24 0,1 0 0,0 0 0,0 0 0,0-1 0,0 1 0,0 0 0,1-1 0,0 1 0,0-1 0,0 1 0,0-1 0,0 0 0,1 0 0,-1 0 0,1 0 0,0 0 0,0-1 0,0 1 0,0-1 0,0 0 0,1 0 0,-1 0 0,1 0 0,-1 0 0,1-1 0,0 0 0,-1 0 0,1 0 0,0 0 0,0 0 0,4-1 0,8 2 0,0-2 0,0 0 0,-1-1 0,1-1 0,0 0 0,-1-1 0,0-1 0,0 0 0,22-10 0,-1-2 0,0-1 0,55-37 0,-23 6 0,-3-4 0,-1-2 0,-3-4 0,-3-1 0,-2-4 0,81-119 0,-120 162 0,-17 20 0,0 0 0,0-1 0,0 1 0,0 0 0,0 0 0,1 0 0,-1 0 0,0 0 0,0 0 0,0-1 0,0 1 0,0 0 0,0 0 0,1 0 0,-1 0 0,0 0 0,0 0 0,0 0 0,0 0 0,1 0 0,-1 0 0,0 0 0,0 0 0,0 0 0,1 0 0,-1 0 0,0 0 0,0 0 0,0 0 0,0 0 0,1 0 0,-1 0 0,0 0 0,0 0 0,0 0 0,0 0 0,1 0 0,-1 0 0,0 0 0,0 0 0,0 0 0,0 1 0,0-1 0,1 0 0,-1 0 0,0 0 0,0 0 0,0 0 0,0 1 0,-1 38 0,-1-22 0,-23 157 0,-62 226 0,57-277 0,-6 20 0,-33 153 0,57-231 0,3 1 0,-1 99 0,10-156 0,0 4 0,0 0 0,4 24 0,-4-36 0,0 1 0,0-1 0,0 0 0,1 1 0,-1-1 0,0 0 0,1 1 0,-1-1 0,1 0 0,-1 0 0,1 0 0,-1 1 0,1-1 0,0 0 0,0 0 0,-1 0 0,1 0 0,0 0 0,0 0 0,0 0 0,0 0 0,0-1 0,0 1 0,1 0 0,-1-1 0,0 1 0,0 0 0,0-1 0,1 1 0,-1-1 0,0 0 0,1 0 0,-1 1 0,0-1 0,1 0 0,1 0 0,4-2 0,-1 0 0,-1 0 0,1 0 0,0-1 0,0 0 0,-1 0 0,0-1 0,0 1 0,7-7 0,43-45 0,-37 37 0,271-328 51,-158 183-1467,-112 139-5410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8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85 0 24575,'11'0'0,"0"1"0,0-1 0,-1 2 0,1 0 0,0 0 0,-1 1 0,1 0 0,-1 0 0,0 1 0,0 1 0,18 11 0,-22-12 0,-1 0 0,0 1 0,0 0 0,0 0 0,0 0 0,-1 0 0,0 1 0,0 0 0,0 0 0,-1 0 0,0 0 0,0 1 0,-1-1 0,0 1 0,0-1 0,0 1 0,-1 0 0,0 0 0,1 13 0,-3-3 0,0 1 0,-1-1 0,-1 1 0,-1-1 0,0 0 0,-1 0 0,-1 0 0,0-1 0,-14 24 0,-7 9 0,-56 73 0,75-111 0,-11 16 0,0-1 0,-2-2 0,-47 45 0,138-101 0,138-71-1365,-133 65-5461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9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0 24575,'-2'1'0,"1"-1"0,0 1 0,0 0 0,0-1 0,0 1 0,0 0 0,0 0 0,0-1 0,1 1 0,-1 0 0,0 0 0,0 0 0,1 0 0,-1 0 0,0 0 0,1 1 0,-1 0 0,-15 31 0,11-20 0,-75 179-682,-109 401-1,182-563-6143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9.4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0 24575,'-2'19'0,"-10"339"0,24 3 0,-7-251 0,10 241-1365,-13-297-5461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9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0 736 24575,'11'-26'0,"-6"12"0,12-17 0,1 2 0,2 0 0,0 0 0,42-41 0,109-92 0,-164 155 0,104-90-682,191-129-1,-276 210-6143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39.9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24575,'1'1'0,"2"5"0,3 5 0,7 12 0,10 16 0,8 12 0,8 10 0,4 5 0,2 0 0,-1-2 0,-2-6 0,-3-5 0,-5-8 0,-5-6 0,-7-10-8191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0.2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595 0 24575,'0'12'0,"-19"590"0,10-514 0,-4-1 0,-3-1 0,-4 0 0,-57 152 0,66-213 0,-1 0 0,-1-1 0,-1 0 0,-1-1 0,0-1 0,-22 23 0,29-37 0,0 0 0,0-1 0,-1 0 0,0 0 0,-1-1 0,0 0 0,-16 7 0,20-10 0,-1-1 0,0 0 0,0 0 0,-1-1 0,1 0 0,0 0 0,0 0 0,0-1 0,-1 0 0,1-1 0,0 0 0,-13-2 0,12 0-105,1 0 0,0 0 0,0 0 0,0-1 0,0 0 0,1 0 0,-1-1 0,1 0 0,0 0 0,1 0 0,-1-1 0,-7-10 0,-25-36-6721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0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4 24575,'0'0'0,"-2"-3"0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0.8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159 0 24575,'4'9'0,"15"48"0,-2 0 0,9 63 0,10 125 0,-35-232 0,50 748-109,-61-1-1057,8-710 1166,-14 248 0,8-220 0,-31 134 0,30-179-8,-2-1-1,-1 1 1,-1-2 0,-2 0 0,-1 0 0,-1-1 0,-1-2-1,-2 1 1,-1-2 0,-29 29 0,14-23-6818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1.1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46 24575,'0'0'0,"2"0"0,5 0 0,12-1 0,14-1 0,16 0 0,14-1 0,12-2 0,5-1 0,-1-1 0,-6 1 0,-8 0 0,-9 2 0,-15 0-8191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1.3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 24575,'0'0'0,"1"0"0,1 0 0,14 1 0,19 2 0,19 1 0,15 1 0,10 0 0,5-3 0,2-5 0,-1-6 0,-4-7 0,-16 1-8191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2.0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713 230 24575,'0'-28'0,"-6"-38"0,5 57 0,0 0 0,-1 0 0,-1 1 0,1-1 0,-1 0 0,-1 1 0,0 0 0,-6-11 0,7 15 0,-1 0 0,0 0 0,0 0 0,0 1 0,0 0 0,-1-1 0,1 1 0,-1 1 0,0-1 0,0 1 0,0 0 0,0 0 0,0 0 0,0 1 0,-1 0 0,1 0 0,0 0 0,-1 0 0,1 1 0,-1 0 0,-10 1 0,-2 1 0,0 1 0,0 1 0,1 0 0,-1 1 0,-21 10 0,6 0 0,1 1 0,1 2 0,0 0 0,1 3 0,2 0 0,-43 41 0,51-42 0,1 0 0,1 1 0,1 0 0,1 2 0,1 0 0,1 1 0,1 0 0,2 1 0,-12 33 0,20-50 0,1 0 0,0 0 0,1 1 0,0-1 0,0 1 0,0-1 0,1 1 0,1-1 0,0 1 0,0 0 0,0-1 0,1 0 0,3 9 0,-3-13 0,-1 0 0,1 0 0,0-1 0,1 1 0,-1-1 0,0 0 0,1 0 0,0 0 0,0 0 0,0 0 0,0 0 0,0-1 0,1 0 0,-1 1 0,1-1 0,0-1 0,-1 1 0,1 0 0,0-1 0,0 0 0,0 0 0,0 0 0,0 0 0,0-1 0,0 1 0,0-1 0,0 0 0,8-1 0,4-1 0,1-1 0,-1-1 0,0 0 0,0-1 0,-1 0 0,1-2 0,-1 0 0,0 0 0,-1-2 0,16-10 0,10-11 0,-1-2 0,37-37 0,-30 23 0,-2-1 0,49-70 0,-100 130 0,0-1 0,-8 21 0,3-4 0,-71 158 0,9 4 0,8 3 0,9 2 0,8 3 0,-23 212 0,67-376 0,2-14 0,0 1 0,1 0 0,1 0 0,1 0 0,1 0 0,5 26 0,-6-46 0,0-1 0,0 1 0,1 0 0,-1-1 0,1 1 0,-1-1 0,1 0 0,0 1 0,-1-1 0,1 1 0,0-1 0,0 0 0,0 0 0,0 0 0,0 1 0,0-1 0,1 0 0,-1 0 0,0 0 0,0-1 0,1 1 0,-1 0 0,1 0 0,-1-1 0,1 1 0,-1-1 0,1 1 0,-1-1 0,1 0 0,-1 1 0,1-1 0,-1 0 0,1 0 0,-1 0 0,1 0 0,0 0 0,-1-1 0,3 0 0,4-1 0,-1 0 0,1-1 0,0 0 0,-1-1 0,1 0 0,7-5 0,26-20 0,-1-1 0,-2-1 0,38-41 0,96-118 0,-153 168 0,48-58 14,54-59-1393,-102 120-5447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2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6 24575,'1'-1'0,"-1"1"0,1-1 0,0 1 0,-1-1 0,1 1 0,0 0 0,0-1 0,-1 1 0,1 0 0,0-1 0,0 1 0,0 0 0,0 0 0,-1 0 0,1 0 0,0 0 0,0 0 0,0 0 0,0 0 0,-1 0 0,1 0 0,0 1 0,0-1 0,1 1 0,25 4 0,-16-2 0,-1 0 0,1 0 0,-1 1 0,0 0 0,0 1 0,0 1 0,-1-1 0,15 12 0,-20-13 0,0 0 0,0 0 0,0 0 0,-1 0 0,1 0 0,-1 1 0,0 0 0,0-1 0,-1 1 0,0 0 0,1 0 0,-2 0 0,1 1 0,-1-1 0,1 0 0,-1 1 0,-1-1 0,1 1 0,-1 7 0,-2 7 0,-1 0 0,-1 0 0,0 0 0,-2-1 0,0 0 0,-11 24 0,-62 110 0,63-125 0,-48 80 0,65-103 0,8-5 0,15-6 0,11-8-195,-2-2 0,1-1 0,-2-2 0,0-1 0,-1-1 0,33-32 0,9-9-6631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2.9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1 24575,'0'15'0,"2"360"0,-5 425 0,-1-747 0,2-51 0,-3-8 0,-3-8 0,3 0 0,1 0 0,1-1 0,0 1 0,0-1 0,2 0 0,0 0 0,0 0 0,1 1 0,1-1 0,1 0 0,0 0 0,1 1 0,0-1 0,2 1 0,5-15 0,8-14 0,1 0 0,2 1 0,40-58 0,-3 15-227,4 3-1,3 2 1,3 3-1,4 3 1,109-87-1,-165 150-6598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3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24575,'0'0'0,"1"1"0,1 0 0,7 6 0,10 9 0,11 8 0,10 11 0,7 10 0,6 10 0,2 7 0,-1 3 0,-2 1 0,-5 0 0,-3-4 0,-7-6 0,-9-12-8191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3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0 24575,'0'19'0,"-35"727"0,34-739-69,-9 127-1227,10-111-5530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3.7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0 228 24575,'1'-2'0,"0"1"0,0-1 0,1 0 0,-1 1 0,0-1 0,1 1 0,-1-1 0,1 1 0,-1 0 0,1-1 0,-1 1 0,1 0 0,0 0 0,0 0 0,0 1 0,0-1 0,2-1 0,2-1 0,36-17 0,1 2 0,1 2 0,60-14 0,144-19 0,-41 9 0,-155 26-1365,-11 0-5461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4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24575,'0'8'0,"24"1022"0,-25-1015-82,-3 206-1201,7-166-5543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4.8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534 617 24575,'12'-30'0,"-9"21"0,19-46 0,-4 14 0,-3-1 0,-1 0 0,13-67 0,-25 98 0,0 0 0,-1 0 0,-1 0 0,0 0 0,0 1 0,-1-1 0,0 0 0,-1 0 0,0 0 0,-1 1 0,0-1 0,-1 1 0,0 0 0,0 0 0,-1 0 0,-1 1 0,0-1 0,0 1 0,-13-14 0,13 17 0,-1-1 0,0 1 0,-1 0 0,1 1 0,-1 0 0,0 0 0,0 0 0,-1 1 0,0 1 0,1-1 0,-1 1 0,0 1 0,-1 0 0,1 0 0,0 1 0,0 0 0,-1 0 0,1 1 0,-1 0 0,1 1 0,0 0 0,-1 1 0,1 0 0,0 0 0,-11 5 0,1 0 0,0 1 0,0 2 0,1 0 0,0 1 0,1 0 0,0 1 0,1 1 0,0 1 0,1 1 0,-19 22 0,14-12 0,1 1 0,1 1 0,2 0 0,-16 36 0,25-49 0,2 0 0,-1 0 0,2 0 0,0 1 0,1 0 0,0-1 0,2 1 0,-1 0 0,2 1 0,0-1 0,2 17 0,-1-25 0,0 0 0,1 0 0,0 0 0,0 0 0,1-1 0,0 1 0,0-1 0,0 1 0,1-1 0,0 0 0,0 0 0,0-1 0,1 1 0,0-1 0,0 0 0,0 0 0,1-1 0,0 1 0,0-1 0,0-1 0,0 1 0,0-1 0,1 0 0,-1 0 0,1-1 0,0 0 0,0 0 0,0 0 0,0-1 0,14 0 0,-3 0 0,0-1 0,0-1 0,0-1 0,0-1 0,0 0 0,0-1 0,-1-1 0,0-1 0,0 0 0,0-1 0,20-13 0,1-4 0,-2-2 0,-1-2 0,-1-1 0,-1-1 0,-2-2 0,-1-1 0,-2-2 0,43-67 0,-64 89 0,-5 10 0,-2 11 0,-1 1 0,-43 363 0,-28-1 0,50-268 0,17-79 0,-10 61 0,14-75 0,0-1 0,1 1 0,0-1 0,1 1 0,0-1 0,3 16 0,-3-22 0,0 0 0,0 0 0,1-1 0,-1 1 0,0 0 0,1-1 0,0 1 0,0-1 0,0 0 0,0 1 0,0-1 0,0 0 0,0 0 0,1-1 0,-1 1 0,1 0 0,-1-1 0,1 1 0,0-1 0,-1 0 0,1 0 0,0 0 0,0 0 0,0-1 0,0 1 0,0-1 0,0 1 0,0-1 0,0 0 0,5-1 0,4 0 0,0 0 0,0-1 0,0-1 0,0 0 0,0 0 0,13-7 0,6-4 0,0-2 0,-1-1 0,-1-1 0,-1-2 0,32-28 0,-20 12 0,-2-2 0,56-72 0,-77 87-682,17-33-1,-16 24-6143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5.1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24575,'11'14'0,"69"71"0,-61-67 0,-1 0 0,0 2 0,-1 0 0,-2 0 0,0 2 0,-1 0 0,15 30 0,-23-34 0,0 1 0,-1 0 0,-1 0 0,-1 0 0,0 0 0,-2 1 0,0-1 0,-1 1 0,-1-1 0,-1 1 0,-4 20 0,0-13 0,-1 1 0,-2-1 0,0 0 0,-2-1 0,-1 0 0,-1-1 0,-16 24 0,29-48 0,-1-1 0,1 0 0,0 1 0,-1-1 0,1 1 0,0-1 0,-1 1 0,1-1 0,0 1 0,-1-1 0,1 1 0,0-1 0,0 1 0,0-1 0,0 1 0,0-1 0,-1 1 0,1-1 0,0 1 0,0-1 0,0 1 0,0 0 0,1-1 0,-1 1 0,0-1 0,0 1 0,0-1 0,0 1 0,0-1 0,1 1 0,-1-1 0,0 1 0,0-1 0,1 1 0,-1-1 0,0 0 0,1 1 0,-1-1 0,1 1 0,-1-1 0,1 0 0,-1 1 0,0-1 0,1 0 0,-1 0 0,1 1 0,-1-1 0,1 0 0,-1 0 0,1 0 0,-1 0 0,1 1 0,0-1 0,-1 0 0,2 0 0,36 0 0,-35 0 0,30-5-170,1-1-1,-2-1 0,1-2 1,-1-1-1,0-2 0,-1-1 1,54-32-1,1-6-6655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5.6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227 1 24575,'-2'1'0,"1"1"0,0 0 0,0 0 0,0 0 0,0 0 0,0 0 0,0 0 0,1 1 0,-1-1 0,0 2 0,-2 7 0,-55 182 0,9 2 0,8 2 0,-21 284 0,61-470 0,-1 15 0,7-22 0,5-11 0,53-69 0,95-145 0,-111 150 0,108-167 0,109-156 0,-245 370-1365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5.8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24575,'0'0'0,"16"3"0,20 8 17,0 2 0,-1 1 1,0 1-1,-1 2 0,-1 2 0,49 35 0,-45-26-265,-2 2 1,-1 2-1,-1 1 1,-2 1-1,28 40 1,-39-46-6579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6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 20 24575,'11'-8'0,"6"-3"0,-15 11 0,0 0 0,0 0 0,0 0 0,0 0 0,0 0 0,-1 1 0,1-1 0,0 0 0,0 1 0,0 0 0,0-1 0,-1 1 0,1 0 0,0 0 0,-1 0 0,1 0 0,-1 0 0,1 0 0,2 3 0,-2-1 0,1 1 0,-1-1 0,1 1 0,-1 0 0,0 0 0,0 0 0,-1 0 0,3 6 0,-1 4 0,0 0 0,-1 0 0,-1 0 0,0 21 0,-2-4 0,-3 0 0,0 0 0,-2-1 0,-1 0 0,-1 0 0,-17 38 0,1-13 0,-2-2 0,-46 69 0,71-121 0,1 0 0,-1 0 0,1 0 0,-1 0 0,0 0 0,1 0 0,0 0 0,-1 0 0,1 0 0,0 0 0,-1 0 0,1 0 0,0 1 0,0-1 0,0 0 0,0 0 0,0 0 0,0 0 0,0 0 0,0 0 0,1 1 0,-1-1 0,0 0 0,1 0 0,0 2 0,0-2 0,1 1 0,-1 0 0,1-1 0,0 0 0,-1 1 0,1-1 0,0 0 0,0 0 0,0 0 0,0 0 0,0 0 0,4 1 0,8 2 0,1-1 0,1 0 0,17 1 0,-22-3 0,64 3-273,0-4 0,1-2 0,-1-4 0,74-16 0,-71 9-6553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6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24575,'0'0'0,"2"2"0,5 3 0,14 6 0,16 5 0,15 1 0,10 0 0,5-2 0,1-3 0,-1-4 0,-6-10 0,-14-4-8191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6.7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0 24575,'0'0'0,"0"0"0,0 0 0,0 0 0,-1 4 0,-1 13 0,-3 23 0,-1 29 0,-1 22 0,0 20 0,0 13 0,0 2 0,1 1 0,2-6 0,1-11 0,1-25-8191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7.4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594 114 24575,'0'-3'0,"-1"-1"0,1 0 0,-1 0 0,0 0 0,0 1 0,-4-8 0,2 5 0,-1 1 0,0-1 0,0 1 0,-1 0 0,0 0 0,1 0 0,-2 1 0,1 0 0,0 0 0,-1 0 0,0 1 0,0 0 0,0 0 0,0 0 0,0 0 0,-1 1 0,1 0 0,-1 1 0,-10-2 0,-1 1 0,1 0 0,-1 2 0,1 0 0,-1 0 0,0 2 0,-23 5 0,17-2 0,0 2 0,0 1 0,1 1 0,0 1 0,0 0 0,2 2 0,-1 1 0,1 1 0,1 0 0,0 2 0,-28 29 0,44-41 0,1-1 0,0 1 0,0 0 0,0 0 0,1 0 0,-1 0 0,-1 6 0,3-9 0,1 0 0,0 0 0,0 0 0,-1 1 0,1-1 0,0 0 0,0 0 0,0 0 0,0 0 0,0 1 0,1-1 0,-1 0 0,0 0 0,0 0 0,1 0 0,-1 0 0,1 0 0,-1 0 0,1 0 0,-1 0 0,1 0 0,0 0 0,-1 0 0,1 0 0,0 0 0,0 0 0,0 0 0,0-1 0,0 1 0,0 0 0,0-1 0,0 1 0,0-1 0,2 1 0,6 3 0,0-1 0,1 0 0,-1-1 0,1 0 0,0 0 0,0-1 0,0 0 0,0-1 0,19-2 0,7-2 0,48-11 0,-28 0 0,0-3 0,102-47 0,-155 63 0,-1 1 0,1 0 0,-1 0 0,1 0 0,0 0 0,0 0 0,-1 0 0,1 1 0,0-1 0,0 1 0,0 0 0,-1 0 0,1 0 0,0 0 0,0 1 0,0-1 0,0 1 0,4 1 0,-4 0 0,-1-1 0,0 1 0,1 1 0,-1-1 0,0 0 0,0 0 0,0 1 0,0-1 0,0 1 0,-1 0 0,1 0 0,-1-1 0,0 1 0,0 0 0,0 0 0,0 0 0,1 3 0,3 20 0,0 1 0,-1-1 0,-2 0 0,-1 50 0,-19 107 0,1-74 0,-5-1 0,-4-2 0,-49 126 0,66-212 0,6-13 0,6-13 0,23-44-273,3 0 0,1 2 0,3 2 0,60-67 0,-64 82-6553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7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24575,'2'1'0,"1"0"0,-1 1 0,1-1 0,-1 0 0,0 1 0,0-1 0,0 1 0,0 0 0,2 2 0,4 2 0,6 4 0,3 1 0,0 2 0,-2 0 0,1 0 0,20 24 0,-33-33 0,0 0 0,0 0 0,0 0 0,-1 1 0,1-1 0,-1 1 0,0 0 0,-1-1 0,1 1 0,-1 0 0,0 0 0,0 0 0,0 0 0,-1 0 0,1 0 0,-1 0 0,-1 1 0,1-1 0,-1 0 0,0 0 0,0 0 0,0 0 0,-4 7 0,-8 15 0,-2 0 0,-1-1 0,0-1 0,-30 33 0,45-57 0,1-1 0,-1 1 0,1 0 0,-1-1 0,1 1 0,-1 0 0,1 0 0,-1-1 0,1 1 0,0 0 0,-1 0 0,1 0 0,0 0 0,0-1 0,0 1 0,-1 0 0,1 0 0,0 1 0,1-1 0,-1-1 0,0 0 0,0 1 0,1-1 0,-1 1 0,0-1 0,1 1 0,-1-1 0,0 0 0,1 1 0,-1-1 0,1 0 0,-1 1 0,0-1 0,1 0 0,-1 0 0,1 0 0,-1 1 0,1-1 0,-1 0 0,1 0 0,0 0 0,38 1 0,-33-2 0,58-7-341,0-2 0,-2-3-1,79-28 1,-42 8-6485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8.2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113 1 24575,'-1'27'0,"-6"108"0,-51 267 0,11-114 0,50-302 0,1 0 0,1 1 0,0 0 0,9-16 0,-2 4 0,1-3 14,1 1-1,2 0 0,1 1 0,1 1 1,1 1-1,1 0 0,1 2 1,39-33-1,-29 30-225,1 2 0,1 2 0,1 1-1,1 1 1,0 2 0,53-17 0,-69 28-6614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8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24575,'0'0'0,"0"0"0,1 0 0,0 0 0,11 6 0,12 7 0,11 9 0,7 7 0,4 5 0,2 2 0,0 1 0,-3-1 0,-4 0 0,-4-3 0,-10-7-8191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8.9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61 24575,'104'-36'0,"-68"27"0,55-5 0,-75 13 0,0 0 0,0 1 0,1 1 0,-1 0 0,31 7 0,-44-7 0,0-1 0,0 1 0,0 0 0,0 0 0,0 0 0,0 0 0,0 1 0,-1-1 0,1 1 0,-1 0 0,1 0 0,-1-1 0,1 2 0,-1-1 0,0 0 0,0 0 0,0 1 0,0-1 0,-1 1 0,1-1 0,-1 1 0,1 0 0,-1 0 0,0-1 0,0 1 0,0 0 0,-1 0 0,1 0 0,-1 0 0,1 0 0,-1 0 0,0 1 0,0-1 0,0 0 0,-1 0 0,1 0 0,-1 0 0,0 0 0,0 0 0,-1 4 0,-8 17 0,-2 1 0,0-2 0,-2 0 0,0 0 0,-2-1 0,-24 27 0,-40 60 0,75-100 0,0 1 0,1 0 0,0 0 0,0 0 0,1 0 0,1 1 0,-1-1 0,2 1 0,-1-1 0,2 1 0,-1 0 0,2 0 0,-1-1 0,1 1 0,1 0 0,0-1 0,0 1 0,1-1 0,5 12 0,9 16 0,1 0 0,1-2 0,40 56 0,-32-52 0,-25-37 0,0 0 0,-1 0 0,1-1 0,-1 1 0,1 0 0,-1 0 0,0 0 0,0 1 0,0-1 0,-1 0 0,1 0 0,-1 0 0,0 1 0,0-1 0,0 0 0,0 0 0,0 1 0,-2 5 0,0-5 0,0 1 0,0-1 0,0 0 0,-1 0 0,0 0 0,0 0 0,0 0 0,0-1 0,-1 1 0,1-1 0,-1 0 0,-5 4 0,-6 3-273,-2 0 0,0 0 0,0-2 0,-20 8 0,-19 4-6553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49.9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0 679 24575,'2'1'0,"0"0"0,0 1 0,0-1 0,1 0 0,-1 0 0,0 0 0,0 0 0,0 0 0,1-1 0,-1 1 0,4 0 0,6 1 0,28 7 0,0-2 0,1-2 0,-1-2 0,1-1 0,-1-2 0,69-10 0,-36-1 0,-1-3 0,130-45 0,-132 34 0,0-4 0,-2-3 0,-1-3 0,-2-2 0,-1-4 0,-3-2 0,86-77 0,-72 41 0,-67 69 0,-1-1 0,1 1 0,-2-1 0,0-1 0,0 1 0,5-15 0,-10 23 0,0 0 0,0 0 0,0 0 0,0 0 0,-1 0 0,1 0 0,-1 0 0,0 0 0,0 0 0,0 0 0,0 0 0,0 0 0,-1 0 0,1 0 0,-1 0 0,0 0 0,0 0 0,0 0 0,-2-4 0,1 5 0,0 0 0,-1-1 0,1 1 0,0 0 0,-1 0 0,1 1 0,-1-1 0,1 0 0,-1 1 0,0 0 0,1 0 0,-1-1 0,0 2 0,0-1 0,0 0 0,-3 0 0,-8 0 0,0 0 0,0 1 0,1 0 0,-1 1 0,0 1 0,1 0 0,-19 5 0,-4 5 0,0 1 0,2 2 0,-1 1 0,2 1 0,0 2 0,2 2 0,-40 32 0,40-27 0,0 2 0,2 2 0,1 0 0,2 2 0,1 1 0,-33 56 0,48-70 0,0 0 0,1 1 0,2 0 0,0 0 0,0 1 0,2 0 0,1 0 0,1 1 0,-1 24 0,4-30 0,0-1 0,1 0 0,1 0 0,1 0 0,0-1 0,1 1 0,1-1 0,0 1 0,0-1 0,2-1 0,0 1 0,0-1 0,18 23 0,-7-16 0,0-1 0,1 0 0,1-2 0,1 0 0,0-2 0,2 0 0,-1-1 0,2-1 0,-1-1 0,28 8 0,5 0 0,1-2 0,1-3 0,83 11 0,-79-19-195,1-3 0,-1-3 0,0-2 0,1-3 0,-1-2 0,95-23 0,-62 4-6631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0.4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0 102 24575,'6'-2'0,"0"1"0,0-1 0,-1 0 0,1 0 0,-1-1 0,0 0 0,0 0 0,6-5 0,12-5 0,-10 6 0,15-8 0,30-11 0,-51 23 0,0 0 0,1 1 0,-1 0 0,0 0 0,1 1 0,0 0 0,-1 0 0,1 1 0,-1 0 0,9 1 0,-13 0 0,0 0 0,0 0 0,0 0 0,0 0 0,-1 1 0,1-1 0,0 1 0,-1 0 0,1 0 0,-1-1 0,0 2 0,1-1 0,-1 0 0,0 0 0,0 1 0,0-1 0,-1 1 0,1-1 0,-1 1 0,1 0 0,-1 0 0,0 0 0,0 0 0,0 0 0,-1 0 0,1 0 0,0 4 0,1 7 0,-1 0 0,-1 0 0,0 1 0,-4 24 0,-7 19 0,-2-1 0,-4 0 0,-35 84 0,17-47 0,30-80 0,0 0 0,2 0 0,-1 1 0,2-1 0,0 1 0,1 0 0,0 15 0,2-20 0,0 0 0,0 0 0,1 0 0,1 0 0,0 0 0,0 0 0,1-1 0,0 0 0,0 0 0,1 0 0,7 10 0,7 5 0,0-1 0,2-1 0,0 0 0,48 35 0,109 63 0,-139-95 0,43 24 0,-31-19 0,57 43 0,-107-71 0,1-1 0,-1 0 0,1 0 0,-1 1 0,1-1 0,-1 0 0,0 1 0,0 0 0,0-1 0,0 1 0,0 0 0,0-1 0,0 1 0,0 0 0,0 0 0,-1 0 0,1 3 0,-1-4 0,0 1 0,0-1 0,-1 0 0,1 1 0,0-1 0,-1 1 0,1-1 0,-1 0 0,1 1 0,-1-1 0,0 0 0,0 1 0,0-1 0,1 0 0,-1 0 0,0 0 0,0 0 0,-2 1 0,-5 4 0,1-1 0,-1 0 0,-1-1 0,1 0 0,-1 0 0,-10 3 0,-27 7-124,0-3 0,-1-1 0,0-2 0,0-2 0,-1-3 0,0-1-1,1-3 1,-1-1 0,1-3 0,-85-19 0,56 0-6702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0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24575,'0'0'0,"0"0"0,2 0 0,7 3 0,18 3 0,27 7 0,27 7 0,19 3 0,12 1 0,4-3 0,0-6 0,-19-6-8191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0.8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 24575,'0'0'0,"0"0"0,0 0 0,0-1 0,0 0 0,0 0 0,9-1 0,22 1 0,34 1 0,38 3 0,35 0 0,27-1 0,18-5 0,9-6 0,-29-2-8191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1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688 1 24575,'-14'0'0,"1"2"0,0 0 0,0 0 0,-13 5 0,-5 1 0,-10 2 0,0 2 0,1 2 0,0 1 0,2 3 0,-46 26 0,56-27 0,1 2 0,0 0 0,1 2 0,2 1 0,0 1 0,1 0 0,-26 37 0,41-48 0,0 0 0,0 1 0,1 0 0,1 1 0,0-1 0,1 1 0,1 0 0,0 1 0,1-1 0,0 1 0,0 19 0,2-17 0,2 1 0,0-1 0,2 1 0,-1-1 0,2 0 0,0 0 0,1 0 0,1-1 0,10 20 0,5 3 0,2 0 0,1-2 0,2 0 0,2-2 0,1-1 0,1-2 0,2 0 0,1-3 0,41 29 0,48 26 0,178 92 0,-281-165 0,-13-8 0,3 1 0,-1 1 0,1 0 0,-1 1 0,0 0 0,0 0 0,8 9 0,-15-14 0,1 1 0,-1-1 0,0 1 0,0 0 0,0 0 0,-1 0 0,1-1 0,0 1 0,-1 0 0,1 0 0,-1 0 0,0 0 0,1 0 0,-1 0 0,0 0 0,0 0 0,-1 0 0,1 0 0,0 0 0,-1 0 0,1 0 0,-1 0 0,1 0 0,-1 0 0,0-1 0,0 1 0,0 0 0,0 0 0,0-1 0,0 1 0,0-1 0,-1 1 0,1-1 0,0 1 0,-4 1 0,-10 12 20,-1-2 0,0 0 0,-1 0-1,-1-2 1,-27 14 0,-98 35-1504,68-34-5342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1.6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442 1 24575,'-13'7'0,"1"1"0,1 1 0,-1 0 0,1 0 0,1 1 0,0 1 0,-15 20 0,13-17 0,-31 39 0,2 2 0,3 2 0,-49 98 0,66-111 0,1 2 0,3 0 0,2 1 0,1 0 0,-12 88 0,24-115 0,1-1 0,1 1 0,0-1 0,1 0 0,1 1 0,1-1 0,11 37 0,-10-45 0,0 0 0,1-1 0,0 1 0,1-1 0,0 0 0,1 0 0,0-1 0,0 0 0,1 0 0,0-1 0,1 0 0,0-1 0,0 1 0,15 8 0,-8-8-136,1 0-1,1-1 1,0 0-1,0-2 1,0 0-1,0-1 1,1-1-1,-1-1 0,26 1 1,64-4-6690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2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138 511 24575,'-3'0'0,"0"0"0,0 0 0,0 0 0,1 0 0,-1 1 0,0-1 0,0 1 0,1 0 0,-1 0 0,0 0 0,1 0 0,-1 0 0,1 1 0,-1-1 0,1 1 0,0-1 0,0 1 0,0 0 0,0 0 0,0 0 0,-3 4 0,-2 2 0,1 1 0,-1 0 0,2 0 0,-7 13 0,4-3 0,0 0 0,2 1 0,1-1 0,0 1 0,1 0 0,1 1 0,1-1 0,1 0 0,2 35 0,0-39 0,1 0 0,1 1 0,0-1 0,1 0 0,1 0 0,0-1 0,1 0 0,1 0 0,0 0 0,1 0 0,0-1 0,17 19 0,-22-28 0,1-1 0,1 1 0,-1-1 0,1 0 0,0-1 0,-1 1 0,2-1 0,-1 0 0,0 0 0,1 0 0,-1-1 0,1 0 0,0 0 0,-1 0 0,1-1 0,0 0 0,0 0 0,0 0 0,0-1 0,0 0 0,0 0 0,8-2 0,-6 0 0,0 0 0,0 0 0,0-1 0,-1 0 0,1-1 0,-1 0 0,0 0 0,0 0 0,0-1 0,-1 0 0,0-1 0,1 1 0,-2-1 0,1 0 0,9-14 0,-5 4 0,-1-1 0,0-1 0,-2 1 0,0-2 0,0 1 0,-2-1 0,0 1 0,-1-2 0,-1 1 0,-1 0 0,-1-35 0,-3-13 0,-22-132 0,18 165 0,2 16 0,1-1 0,0 0 0,2 0 0,1-37 0,0 50 0,1 1 0,0 0 0,1 0 0,-1 0 0,1 0 0,0 0 0,0 0 0,0 0 0,1 1 0,0-1 0,0 1 0,0 0 0,0 0 0,1 0 0,-1 0 0,1 0 0,0 1 0,0 0 0,1 0 0,-1 0 0,1 0 0,7-3 0,0 1 0,0 1 0,0 1 0,0 0 0,0 0 0,0 1 0,0 1 0,1 0 0,-1 1 0,0 0 0,1 1 0,-1 0 0,0 1 0,0 1 0,17 5 0,-5 0 0,0 0 0,-1 2 0,0 1 0,-1 1 0,0 1 0,23 18 0,-17-9 0,-1 2 0,-1 1 0,-1 1 0,-1 1 0,-1 1 0,20 33 0,-28-37 0,-2 0 0,0 1 0,-1 0 0,-1 1 0,-2 0 0,-1 1 0,-1 0 0,6 40 0,-12-51 0,0 0 0,-1-1 0,-1 1 0,-1 0 0,0 0 0,-1-1 0,0 1 0,-1-1 0,-1 0 0,-1 0 0,0 0 0,-1-1 0,0 0 0,-1-1 0,-1 1 0,0-1 0,-17 18 0,25-31 0,1 1 0,-1 0 0,1-1 0,-1 1 0,1-1 0,-1 1 0,0-1 0,1 0 0,-1 1 0,0-1 0,1 0 0,-1 1 0,0-1 0,0 0 0,1 0 0,-1 1 0,0-1 0,0 0 0,-1 0 0,2-1 0,-1 1 0,1 0 0,-1-1 0,1 1 0,-1-1 0,1 0 0,-1 1 0,1-1 0,0 1 0,-1-1 0,1 0 0,0 1 0,-1-1 0,1 1 0,0-1 0,0 0 0,0 1 0,0-1 0,0 0 0,-1 0 0,1 1 0,0-1 0,1 0 0,-1 1 0,0-2 0,1-14 0,1 0 0,1 0 0,0 0 0,1 0 0,10-24 0,-10 28 0,59-160 0,7 3 0,157-269 0,-170 345-1365,-8 21-5461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2.7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319 581 24575,'4'0'0,"-1"0"0,1-1 0,-1 0 0,1 1 0,-1-1 0,0 0 0,0-1 0,5-1 0,2-1 0,18-6 0,-1 0 0,-1-2 0,0-1 0,0-1 0,-1-1 0,44-37 0,-52 37 0,0 0 0,-1-2 0,-1 1 0,0-2 0,-2 0 0,0-1 0,-1-1 0,-1 1 0,13-32 0,-20 41 0,-1 0 0,0 0 0,-1 0 0,0 0 0,0-1 0,-1 1 0,0 0 0,-2-19 0,0 23 0,1 1 0,-1 0 0,-1 0 0,1 0 0,-1 0 0,0 0 0,0 0 0,0 1 0,-1-1 0,1 1 0,-1-1 0,0 1 0,-1 0 0,1 0 0,-1 0 0,1 1 0,-1-1 0,0 1 0,-6-4 0,0 2 0,0 0 0,0 1 0,0 0 0,0 1 0,0 0 0,-1 1 0,0 0 0,1 1 0,-1 0 0,0 0 0,0 1 0,1 0 0,-21 4 0,6 1 0,-1 0 0,1 2 0,0 1 0,-40 18 0,39-12 0,1 1 0,0 0 0,1 2 0,1 1 0,1 1 0,0 1 0,2 1 0,0 1 0,1 0 0,2 2 0,0 0 0,1 0 0,2 2 0,0 0 0,2 1 0,1 0 0,1 0 0,-8 40 0,12-41 0,2 0 0,0 0 0,2 1 0,1-1 0,1 1 0,1 0 0,1-1 0,2 0 0,7 28 0,-5-33 0,1 0 0,0 0 0,2-1 0,1 0 0,0-1 0,1 0 0,1 0 0,1-1 0,1-1 0,0 0 0,28 24 0,-25-26 0,1-1 0,1-1 0,0 0 0,1-1 0,0-2 0,1 0 0,0-1 0,0-1 0,1-1 0,0 0 0,0-2 0,1-1 0,-1-1 0,1 0 0,0-2 0,0-1 0,0-1 0,0 0 0,-1-2 0,1-1 0,-1-1 0,1 0 0,21-10 0,-14 2-682,54-32-1,15-23-6143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357 1 24575,'-4'3'0,"0"1"0,0-1 0,0 1 0,0 1 0,1-1 0,0 0 0,0 1 0,0-1 0,-3 8 0,-4 5 0,-24 40 0,3 2 0,3 1 0,-40 122 0,-26 206 0,73-269 0,5 1 0,5 1 0,5 124 0,9-180 0,2-1 0,3 1 0,3-1 0,3-1 0,3 0 0,2-1 0,35 78 0,-43-116-114,1 0 1,1-1-1,0-1 0,2 0 0,1-1 1,0 0-1,1-2 0,2 0 0,0-1 1,1 0-1,35 23 0,26 1-6712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3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570 398 24575,'-14'-77'0,"10"44"0,-1 1 0,-2 0 0,-2 0 0,-1 1 0,-1 0 0,-15-29 0,23 55 0,0 0 0,0 0 0,0 1 0,-1-1 0,1 1 0,-1 0 0,0 0 0,0 0 0,-1 1 0,1-1 0,-1 1 0,0 0 0,1 1 0,-1-1 0,-1 1 0,1 0 0,0 0 0,0 0 0,-8-1 0,5 2 0,0 1 0,-1 0 0,1 0 0,0 1 0,-1 0 0,1 1 0,0-1 0,0 2 0,0-1 0,0 1 0,1 0 0,-11 6 0,-2 3 0,0 0 0,1 1 0,1 1 0,1 1 0,0 1 0,0 0 0,2 1 0,-27 38 0,30-37 0,1 0 0,0 1 0,1 1 0,1 0 0,1 0 0,1 0 0,0 1 0,2 1 0,-5 34 0,10-48 0,-1 0 0,1-1 0,0 1 0,1 0 0,0-1 0,0 1 0,1 0 0,0-1 0,0 0 0,1 1 0,0-1 0,6 12 0,-5-14 0,0 0 0,0 0 0,0 0 0,1 0 0,-1-1 0,1 0 0,0 0 0,0 0 0,1-1 0,-1 1 0,1-1 0,-1 0 0,1-1 0,0 0 0,12 3 0,-1-1 0,1-2 0,-1 0 0,1-1 0,0-1 0,-1 0 0,1-2 0,0 0 0,-1-1 0,1 0 0,-1-2 0,0 0 0,0-1 0,-1 0 0,0-1 0,0-1 0,17-12 0,-6 3 0,-2-1 0,0-1 0,-2-1 0,0-1 0,-1-1 0,-1-1 0,-1-1 0,24-38 0,-37 53 0,-2-1 0,1 0 0,-1 0 0,4-14 0,-45 82 0,-111 287 0,26 11 0,116-339 0,-65 213 0,56-171 0,-15 116 0,28-157 0,0 0 0,1 0 0,1 0 0,1 0 0,6 32 0,-7-45 0,1 0 0,0-1 0,-1 1 0,1-1 0,1 1 0,-1-1 0,1 0 0,-1 0 0,1 0 0,1 0 0,4 4 0,-5-6 0,0 0 0,0 0 0,-1 0 0,1-1 0,1 1 0,-1-1 0,0 0 0,0 0 0,0 0 0,1 0 0,-1-1 0,0 1 0,1-1 0,-1 0 0,0 0 0,1 0 0,-1-1 0,5 0 0,3-2 0,0 0 0,0-1 0,0 0 0,-1-1 0,0 0 0,0 0 0,0-1 0,-1 0 0,1-1 0,7-8 0,13-12 0,37-45 0,28-49-1365,-58 70-5461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4.1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 58 24575,'0'0'0,"0"0"0,-1-1 0,1 1 0,0 0 0,0-1 0,0 1 0,0 0 0,0-1 0,0 1 0,0 0 0,0-1 0,0 1 0,0 0 0,0-1 0,0 1 0,0 0 0,0-1 0,0 1 0,0 0 0,1-1 0,-1 1 0,0 0 0,0-1 0,0 1 0,0 0 0,1-1 0,-1 1 0,0 0 0,0 0 0,0-1 0,1 1 0,0 0 0,15-11 0,17-4 0,-20 10 0,0 1 0,-1 0 0,1 2 0,1-1 0,-1 1 0,0 1 0,22 1 0,-32 0 0,1 0 0,-1 0 0,1 1 0,-1 0 0,0-1 0,1 1 0,-1 0 0,0 1 0,0-1 0,0 1 0,0-1 0,0 1 0,0 0 0,0 0 0,0 0 0,-1 0 0,1 1 0,-1-1 0,0 1 0,0-1 0,1 1 0,-2 0 0,1 0 0,0 0 0,-1 0 0,1 0 0,-1 0 0,0 1 0,0-1 0,0 0 0,0 0 0,-1 1 0,1-1 0,-1 5 0,0 4 0,0 0 0,-1-1 0,0 1 0,-1 0 0,0 0 0,-1-1 0,0 0 0,-9 20 0,-4 4 0,-29 44 0,27-51 0,2 1 0,-18 44 0,32-67 0,1 0 0,0 0 0,0 1 0,0-1 0,1 0 0,0 1 0,0-1 0,0 1 0,1-1 0,0 0 0,0 0 0,1 1 0,0-1 0,0 0 0,0 0 0,1 0 0,-1-1 0,6 9 0,7 8 0,0-1 0,2 0 0,21 20 0,-23-24 0,37 35 0,-32-33 0,-1 1 0,-1 1 0,0 0 0,19 31 0,-35-47 0,1-1 0,-1 1 0,0 0 0,0 0 0,-1 0 0,1 0 0,-1 0 0,0 0 0,-1 0 0,1 0 0,-1 1 0,0-1 0,0 0 0,-1 0 0,-1 10 0,0-8 0,-1 0 0,0 0 0,0 0 0,0-1 0,-1 0 0,0 1 0,0-1 0,0-1 0,-1 1 0,-7 6 0,-5 3 0,-1-1 0,0-1 0,-2 0 0,1-1 0,-1-1 0,-26 10 0,15-9 40,0 0 0,-40 8 0,57-17-226,1 0 1,-1-1-1,0-1 0,-1-1 1,1 1-1,0-2 1,-25-4-1,-1-7-6640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4.4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474 1 24575,'0'15'0,"-6"29"0,-2 1 0,-20 66 0,-40 85 0,56-165 0,-159 373 0,72-178 0,75-170-682,-26 98-1,42-120-6143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5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 24575,'4'4'0,"-1"-1"0,0 1 0,0 0 0,0 0 0,0 0 0,0 0 0,-1 1 0,0-1 0,0 1 0,0-1 0,0 1 0,0 5 0,3 4 0,17 48 0,-2 0 0,-4 1 0,10 76 0,-14-41 0,-1 141 0,-11-218 0,-3 76 0,2-86 0,-1-1 0,0 0 0,0 0 0,-1 0 0,0 0 0,-1 0 0,-5 9 0,9-18 0,0-1 0,0 1 0,0-1 0,-1 1 0,1-1 0,0 1 0,0-1 0,-1 1 0,1-1 0,0 0 0,-1 1 0,1-1 0,0 1 0,-1-1 0,1 0 0,-1 0 0,1 1 0,0-1 0,-1 0 0,1 0 0,-1 1 0,1-1 0,-1 0 0,1 0 0,-1 0 0,1 0 0,-1 0 0,1 0 0,-1 0 0,-8-11 0,0-27 0,10 14 0,0 0 0,2 0 0,0-1 0,2 2 0,15-47 0,56-114 0,-40 110 0,2 3 0,68-95 0,-79 129 0,2 1 0,2 2 0,1 0 0,2 2 0,64-47 0,-96 78 0,-1-1 0,1 1 0,0 0 0,-1 0 0,1 0 0,0 0 0,0 0 0,0 0 0,0 1 0,0-1 0,3 0 0,-5 1 0,1 1 0,-1-1 0,0 0 0,1 0 0,-1 0 0,0 0 0,0 1 0,1-1 0,-1 0 0,0 0 0,0 0 0,0 1 0,1-1 0,-1 0 0,0 1 0,0-1 0,0 0 0,0 0 0,0 1 0,1-1 0,-1 0 0,0 1 0,0-1 0,0 0 0,0 0 0,0 1 0,0-1 0,0 0 0,0 1 0,0-1 0,0 0 0,0 1 0,0-1 0,-1 0 0,1 1 0,0-1 0,0 0 0,0 0 0,0 1 0,-1-1 0,-1 6 0,-1 0 0,0 0 0,0 0 0,0-1 0,-1 1 0,-5 6 0,-27 27 0,-2-2 0,-58 45 0,-96 57 0,166-121 0,24-17 0,-1 1 0,1 0 0,-1-1 0,1 1 0,0 0 0,0 0 0,0 1 0,0-1 0,0 0 0,0 1 0,1-1 0,-1 1 0,1 0 0,-1-1 0,1 1 0,0 0 0,-1 3 0,2-1 0,0-1 0,1 0 0,-1 0 0,1 0 0,0 0 0,0 1 0,0-1 0,0-1 0,1 1 0,-1 0 0,1 0 0,4 5 0,17 31 0,2-2 0,35 41 0,70 70 0,-82-96 0,364 446-1365,-373-444-5461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5.4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383 1 24575,'2'27'0,"4"187"0,-31 325 0,19-476 0,-3 0 0,-27 104 0,30-148 0,0 0 0,-1-1 0,-1 0 0,-1 0 0,0-1 0,-1 0 0,-1 0 0,-1-1 0,0-1 0,-1 0 0,-1 0 0,-27 22 0,37-34-59,-1 0 0,1 0-1,0 0 1,-1 0-1,0-1 1,1 0 0,-1 0-1,0 0 1,0 0 0,0-1-1,0 0 1,0 0 0,-1 0-1,1-1 1,0 0-1,0 0 1,0 0 0,-1-1-1,1 1 1,0-1 0,0 0-1,-9-4 1,-20-13-6767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5.6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0,0 0 0,0 0 0,0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5.9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169 1 24575,'7'12'0,"17"44"0,-2 1 0,-3 1 0,19 91 0,-30-116 0,42 211-232,-10 2 0,-11 2-1,-4 392 1,-27-543 215,-4 0 0,-4-1 0,-37 154 0,34-200 111,-3-2-1,-1 0 1,-3-1-1,-2-1 1,-1 0 0,-3-2-1,-2-1 1,-49 60-1,74-100-60,-4 6 0,-1-1-1,0 0 1,-16 12-1,23-19-32,0 0 0,0 0 0,0 0 0,0 0-1,-1 0 1,1-1 0,0 1 0,0 0 0,0-1-1,-1 1 1,1-1 0,0 0 0,-1 1 0,1-1-1,-1 0 1,1 0 0,0 0 0,-1 0 0,1 0-1,0 0 1,-1 0 0,1 0 0,-1 0 0,1-1-1,0 1 1,-1-1 0,1 1 0,0-1 0,0 1-1,-1-1 1,1 0 0,0 0 0,0 1-1,0-1 1,0 0 0,0 0 0,0 0 0,0 0-1,-1-3 1,-1-1-195,0-1 0,1 0 0,0 0 0,0 0 0,0 0 0,0-7 0,-6-51-6631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6.1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24575,'16'0'0,"434"18"-1365,-396-12-5461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6.4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24575,'0'0'0,"0"0"0,0 0 0,0 0 0,2 2 0,1-1 0,14 6 0,21 4 0,26 1 0,22-4 0,17-3 0,7-6 0,3-5 0,-4-6 0,-7-4 0,-20 1-8191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7.0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734 37 24575,'-12'-18'0,"8"15"0,0 1 0,-1 0 0,1 0 0,0 0 0,-1 1 0,1-1 0,-1 1 0,0 0 0,1 0 0,-1 0 0,0 1 0,0 0 0,0 0 0,1 0 0,-1 1 0,0-1 0,-5 2 0,-5 2 0,0 0 0,0 1 0,1 0 0,-17 9 0,-3 5 0,2 1 0,1 1 0,0 1 0,1 2 0,2 2 0,1 0 0,-29 36 0,11-6 0,3 1 0,-66 120 0,105-172 0,-17 32 0,-18 49 0,34-77 0,1 0 0,0 1 0,1-1 0,0 1 0,0 0 0,1 0 0,0 0 0,1-1 0,0 1 0,0 0 0,3 10 0,-3-17 0,1-1 0,-1 0 0,1 0 0,0 1 0,-1-1 0,1 0 0,0 0 0,1 0 0,-1 0 0,0 0 0,0 0 0,1 0 0,-1 0 0,1-1 0,0 1 0,-1-1 0,1 1 0,0-1 0,0 1 0,0-1 0,0 0 0,0 0 0,0 0 0,1 0 0,-1 0 0,0-1 0,0 1 0,1-1 0,-1 1 0,0-1 0,1 0 0,-1 0 0,5 0 0,2-1 0,0-1 0,-1 0 0,1-1 0,0 1 0,-1-2 0,1 1 0,14-9 0,19-14 0,-1-2 0,-2-1 0,0-2 0,48-52 0,122-159 0,-174 197 0,47-79 0,-417 903 0,221-451 0,31 9 0,81-325 0,0-6 0,1 0 0,0 1 0,0-1 0,0 0 0,1 0 0,0 1 0,0-1 0,1 0 0,2 12 0,-3-17 0,1 0 0,-1 0 0,0 0 0,1 0 0,-1 0 0,1-1 0,0 1 0,-1 0 0,1 0 0,-1-1 0,1 1 0,0 0 0,0-1 0,-1 1 0,1-1 0,0 1 0,0-1 0,0 1 0,0-1 0,0 1 0,0-1 0,0 0 0,0 0 0,1 1 0,27-5 0,-9-4 17,-1 0 0,0-1 0,0-1 0,31-21 0,68-60-742,-93 71 0,47-39-6101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7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231 9 24575,'116'-8'0,"-89"10"0,0 0 0,0 2 0,35 10 0,-52-11 0,-1 0 0,1 0 0,-1 1 0,0 0 0,-1 0 0,1 1 0,-1 0 0,0 1 0,0 0 0,0 0 0,-1 1 0,12 13 0,-16-15 0,0 1 0,0-1 0,-1 1 0,0 0 0,0 1 0,0-1 0,0 0 0,-1 0 0,0 1 0,-1-1 0,1 0 0,-1 1 0,-1-1 0,1 1 0,-1-1 0,0 0 0,0 1 0,-1-1 0,0 0 0,-3 7 0,-6 14 0,0-1 0,-2 0 0,-18 25 0,30-49 0,-51 75 0,-9 15 0,59-90 0,1 1 0,0-1 0,0 1 0,0-1 0,0 1 0,0 0 0,1 0 0,-1-1 0,1 1 0,0 0 0,0 0 0,0-1 0,0 1 0,0 0 0,0 0 0,1 0 0,0-1 0,-1 1 0,1 0 0,0-1 0,0 1 0,0-1 0,1 1 0,-1-1 0,1 1 0,-1-1 0,1 0 0,0 0 0,0 0 0,0 0 0,3 2 0,7 6 0,0 0 0,1-1 0,1-1 0,20 10 0,-15-8 0,9 5 0,-1 1 0,-1 1 0,38 33 0,-57-44 0,-1 0 0,1 0 0,-1 1 0,-1 0 0,1 1 0,-1-1 0,0 1 0,-1 0 0,0 0 0,0 1 0,-1-1 0,0 1 0,0-1 0,-1 1 0,0 0 0,-1 0 0,1 11 0,-3-5 0,-1 0 0,0 1 0,-1-1 0,0 0 0,-1 0 0,-1-1 0,0 1 0,-2-1 0,1 0 0,-1-1 0,-1 1 0,-1-1 0,0-1 0,0 0 0,-16 16 0,2-5 0,-1-1 0,0-2 0,-2 0 0,0-2 0,-1-1 0,-42 21 0,45-27 0,0-1 0,0-1 0,0-2 0,-1 0 0,-29 4 0,43-9 0,0-1 0,0 0 0,0-1 0,1 0 0,-1-1 0,0 0 0,0-1 0,0 0 0,1-1 0,-1 0 0,1 0 0,0-1 0,0-1 0,-17-9 0,17 6-273,1 1 0,0-1 0,0 0 0,-14-19 0,-22-39-6553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8.0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233 1 24575,'-4'18'0,"-74"295"0,-64 543 0,141-843 0,-4 30 0,2 1 0,4 49 0,-1-93 0,0 0 0,0 1 0,0-1 0,0 0 0,0 0 0,0 0 0,0 0 0,0 0 0,0 0 0,0 0 0,0 0 0,0 1 0,0-1 0,0 0 0,0 0 0,0 0 0,0 0 0,0 0 0,0 0 0,0 0 0,0 0 0,1 0 0,-1 1 0,0-1 0,0 0 0,0 0 0,0 0 0,0 0 0,0 0 0,0 0 0,0 0 0,0 0 0,1 0 0,-1 0 0,0 0 0,0 0 0,0 0 0,0 0 0,0 0 0,0 0 0,0 0 0,1 0 0,-1 0 0,0 0 0,0 0 0,0 0 0,0 0 0,0 0 0,0 0 0,0 0 0,1 0 0,-1 0 0,0 0 0,0 0 0,0 0 0,0-1 0,0 1 0,0 0 0,0 0 0,0 0 0,0 0 0,0 0 0,0 0 0,1 0 0,-1 0 0,0 0 0,0-1 0,0 1 0,10-12 0,9-20 0,91-175 0,95-158 0,-173 317 0,2 2 0,2 1 0,1 2 0,3 1 0,58-47 0,-68 65-227,1 2-1,0 0 1,2 2-1,0 2 1,72-29-1,-88 42-6598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8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24575,'9'18'0,"-3"-9"0,202 398 120,-157-294-863,60 201 1,-97-264-6084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8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179 0 24575,'0'0'0,"0"0"0,0 2 0,0 7 0,-1 17 0,-4 29 0,-7 31 0,-6 28 0,-6 17 0,-4 9 0,0-5 0,3-13 0,6-22 0,7-28 0,6-25-8191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8.7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0 178 24575,'0'0'0,"1"-1"0,0 0 0,5-3 0,10-4 0,19-7 0,25-3 0,25-2 0,20 2 0,11 2 0,3 3 0,-6 3 0,-8-1 0,-12 0 0,-16-5 0,-20 0-8191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9.0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 0 24575,'-21'538'0,"-28"-10"0,35-388 0,7-77 0,3 0 0,3 1 0,11 112 0,-9-168-151,1 0-1,-1 0 0,1 0 0,1 0 1,-1-1-1,1 1 0,0-1 1,6 10-1,9 4-6674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2:59.6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422 768 24575,'82'-541'0,"-80"528"0,0 0 0,-1 1 0,-1-1 0,0 0 0,-1 0 0,0 1 0,-1-1 0,-4-18 0,4 26 0,0-1 0,-1 1 0,1 0 0,-1 0 0,0 0 0,0 1 0,-1-1 0,0 1 0,1 0 0,-1-1 0,0 2 0,-1-1 0,1 0 0,-1 1 0,0 0 0,0 0 0,0 0 0,0 1 0,0 0 0,0 0 0,-7-2 0,4 2 0,-1 0 0,1 1 0,0 0 0,-1 0 0,1 1 0,-1 0 0,1 0 0,-1 1 0,1 0 0,-17 4 0,12 0 0,0-1 0,1 2 0,-1 0 0,1 0 0,0 1 0,-13 11 0,4-2 0,1 1 0,1 1 0,1 1 0,1 1 0,0 0 0,-22 38 0,32-47 0,1 1 0,0 0 0,1 1 0,0-1 0,1 1 0,0 0 0,1 0 0,-2 17 0,5-25 0,-1 0 0,1 1 0,0-1 0,1 0 0,-1 1 0,1-1 0,0 0 0,0 0 0,1 0 0,-1 0 0,1 0 0,0 0 0,1 0 0,-1 0 0,1-1 0,0 1 0,0-1 0,0 0 0,1 0 0,-1 0 0,1 0 0,0-1 0,7 5 0,-1-2 0,0-1 0,1 0 0,0 0 0,0-1 0,0-1 0,1 0 0,-1 0 0,1-1 0,-1-1 0,1 0 0,0-1 0,0 0 0,-1 0 0,16-4 0,-6 1 0,-1-1 0,0-1 0,0 0 0,0-2 0,-1-1 0,0 0 0,24-14 0,-36 17 0,8-2 0,-14 7 0,0 1 0,-1-1 0,1 1 0,0-1 0,-1 1 0,1-1 0,-1 1 0,1 0 0,-1-1 0,1 1 0,-1 0 0,0-1 0,1 1 0,-1 0 0,0 0 0,0-1 0,1 1 0,-1 0 0,0 0 0,0-1 0,0 1 0,0 0 0,0 0 0,0 0 0,0 0 0,1 25 0,-1-1 0,-1 0 0,-1 0 0,-1 0 0,-9 33 0,6-27 0,-204 770 0,63-281 0,148-515 0,6-10 0,10-15 0,214-311-612,-204 289-141,28-42-6073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3:00.0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229 6 24575,'0'0'0,"1"-1"0,-1 1 0,1 0 0,-1-1 0,1 1 0,-1-1 0,1 1 0,-1 0 0,1-1 0,0 1 0,-1 0 0,1 0 0,-1-1 0,1 1 0,0 0 0,-1 0 0,1 0 0,0 0 0,-1 0 0,1 0 0,0 0 0,-1 0 0,1 0 0,0 0 0,-1 0 0,1 0 0,-1 0 0,1 1 0,0-1 0,-1 0 0,1 0 0,-1 1 0,2 0 0,25 8 0,-18-5 0,-1 1 0,1 0 0,-1 0 0,0 1 0,0 0 0,0 1 0,-1 0 0,0 0 0,0 0 0,-1 1 0,0 0 0,0 0 0,-1 1 0,0 0 0,-1 0 0,0 0 0,6 19 0,-6-14 0,-1 0 0,-1 0 0,0 0 0,-1 1 0,-1-1 0,0 0 0,0 1 0,-2-1 0,0 1 0,0-1 0,-9 26 0,-6 1 0,-1-1 0,-45 73 0,62-111 0,0 0 0,0 0 0,0 1 0,0-1 0,0 0 0,0 1 0,1-1 0,0 1 0,-1-1 0,1 1 0,0-1 0,0 1 0,0-1 0,0 1 0,1-1 0,-1 0 0,1 1 0,-1-1 0,1 1 0,0-1 0,0 0 0,0 0 0,0 1 0,1-1 0,-1 0 0,3 3 0,4 5 0,1-1 0,0 0 0,0-1 0,12 9 0,-5-4 0,-14-11 0,14 11 0,-1 0 0,-1 0 0,-1 1 0,21 28 0,-31-37 0,0 0 0,0 0 0,-1 0 0,1 0 0,-1 1 0,-1-1 0,1 1 0,-1-1 0,0 1 0,0-1 0,-1 1 0,1 0 0,-1-1 0,0 1 0,-1 0 0,0-1 0,0 1 0,0 0 0,0-1 0,-1 1 0,-3 6 0,-2 3 0,-2 0 0,0 0 0,-1 0 0,0-1 0,-1-1 0,-1 0 0,0-1 0,-1 0 0,0 0 0,0-2 0,-22 14 0,3-5 0,0-1 0,0-2 0,-2-1 0,-49 15 0,20-15-1365,12-7-5461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3:00.7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189 1 24575,'0'0'0,"2"194"0,1-32 0,-28 271 0,-84 66 0,49-253 0,64-256 0,0 0 0,0 0 0,9-13 0,7-17 0,57-117 0,7 3 0,108-150 0,-121 206 0,4 2 0,4 5 0,170-153 0,-244 240 0,13-12 0,0 0 0,1 1 0,1 2 0,0-1 0,1 2 0,40-17 0,-60 29 0,-1-1 0,0 1 0,1 0 0,-1 0 0,1 0 0,-1-1 0,1 1 0,-1 0 0,1 0 0,-1 0 0,1 0 0,-1 0 0,0 0 0,1 0 0,-1 0 0,1 0 0,-1 0 0,1 0 0,-1 0 0,1 0 0,-1 1 0,1-1 0,-1 0 0,0 0 0,1 0 0,0 1 0,-4 10 0,-22 20 0,22-28 0,-147 150 0,5-5 0,133-135 0,0 2 0,1-1 0,1 2 0,1-1 0,0 1 0,1 1 0,1-1 0,0 2 0,-7 27 0,9-20 0,1 0 0,1 1 0,1-1 0,1 1 0,2 0 0,3 28 0,6 5 0,3 1 0,2-2 0,3 0 0,50 109 0,65 85-1365,-97-196-5461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3:01.0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143 1 24575,'2'0'0,"0"1"0,0-1 0,1 1 0,-1 0 0,0 0 0,0 0 0,0 0 0,0 0 0,0 0 0,0 1 0,0-1 0,-1 0 0,1 1 0,0 0 0,-1-1 0,1 1 0,-1 0 0,0 0 0,0 0 0,2 3 0,2 4 0,-1-1 0,0 1 0,4 15 0,-3-5 0,-2 1 0,0 0 0,-2-1 0,0 1 0,-1 0 0,-1 0 0,-1-1 0,-1 1 0,0-1 0,-1 1 0,-12 29 0,-5 8 0,-2-2 0,-46 78 0,44-93 0,19-32 0,0 1 0,0 1 0,0-1 0,1 1 0,1 0 0,0 0 0,0 0 0,-4 19 0,8-27 0,0 0 0,0 0 0,1 0 0,-1 0 0,0 0 0,1 0 0,-1 0 0,1 0 0,0 0 0,0 0 0,-1-1 0,1 1 0,0 0 0,1-1 0,-1 1 0,0 0 0,0-1 0,1 0 0,-1 1 0,1-1 0,-1 0 0,1 1 0,0-1 0,-1 0 0,1 0 0,0 0 0,0-1 0,-1 1 0,1 0 0,0-1 0,3 1 0,6 2 0,0-1 0,0 0 0,0-1 0,16 0 0,9-3-341,0-2 0,0-1-1,56-15 1,16-10-6485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3:01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6 150 24575,'0'0'0,"-1"-1"0,0 0 0,0 0 0,0 1 0,1-1 0,-1-2 0,4-3 0,13-4 0,19-3 0,19-2 0,19-1 0,11 0 0,6 1 0,-3 0 0,-6-4 0,-18 1-8191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3:01.5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1 24575,'-3'17'0,"-27"180"0,-36 267 0,53-329 0,6 195 0,7-313-106,1 4 186,0 1 0,5 22-1,-5-39-167,0-1 0,0 0 0,0 1 0,1-1 0,-1 0 0,1 0-1,0 0 1,0 0 0,0 0 0,1-1 0,0 1 0,-1-1 0,1 1-1,0-1 1,0 0 0,5 3 0,14 4-6738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3:02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618 151 24575,'0'-13'0,"0"1"0,-1 0 0,-1 0 0,-6-23 0,7 31 0,0 1 0,0-1 0,-1 1 0,1 0 0,-1-1 0,0 1 0,0 0 0,0 0 0,0 0 0,0 0 0,-1 1 0,1-1 0,-1 0 0,0 1 0,0 0 0,0 0 0,0 0 0,0 0 0,0 0 0,-6-2 0,-1 2 0,0 0 0,-1 1 0,1 0 0,-1 1 0,1 0 0,0 0 0,-1 1 0,1 1 0,0 0 0,-17 5 0,-5 3 0,0 2 0,-30 16 0,14-4 0,-60 41 0,84-48 0,0 1 0,1 1 0,1 0 0,-20 26 0,41-45 0,1 0 0,0 0 0,-1 1 0,1-1 0,-1 0 0,1 0 0,0 1 0,-1-1 0,1 1 0,0-1 0,-1 0 0,1 1 0,0-1 0,0 1 0,-1-1 0,1 1 0,0-1 0,0 0 0,0 1 0,0-1 0,0 1 0,0-1 0,0 1 0,0-1 0,0 1 0,0-1 0,0 1 0,0-1 0,0 1 0,0-1 0,0 1 0,0-1 0,0 1 0,0-1 0,1 1 0,-1-1 0,0 0 0,0 1 0,1-1 0,-1 1 0,0-1 0,1 0 0,-1 1 0,0-1 0,1 0 0,-1 1 0,0-1 0,1 0 0,-1 1 0,1-1 0,0 0 0,29 4 0,13-7 0,0-3 0,0-1 0,-1-2 0,82-29 0,29-6 0,-147 42 0,-1 1 0,0 0 0,0 0 0,0 1 0,0 0 0,1 0 0,-1 0 0,0 0 0,0 1 0,1 0 0,-1 0 0,0 0 0,8 3 0,-10-1 0,1-1 0,-1 0 0,0 1 0,0-1 0,0 1 0,0 0 0,0 0 0,0 1 0,-1-1 0,1 0 0,-1 1 0,0-1 0,0 1 0,0 0 0,-1 0 0,0 0 0,1 0 0,0 4 0,3 17 0,-1 0 0,-1 0 0,-1 1 0,-1-1 0,-1 1 0,-5 33 0,-32 154 0,37-211 0,-26 118 0,-5 0 0,-5-3 0,-6 0 0,-57 110 0,96-215 0,9-11 0,17-14 0,13-15 0,-1-1 0,-2-1 0,35-42 0,82-112 0,-85 96-1365,-12 12-5461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3:02.5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409 1 24575,'4'1'0,"-1"1"0,1 0 0,-1 0 0,0 0 0,0 0 0,0 0 0,0 1 0,3 2 0,7 6 0,4 2 0,1-1 0,0 1 0,-1 1 0,-1 0 0,19 22 0,-31-31 0,0 1 0,0 0 0,0 0 0,-1 0 0,0 1 0,0 0 0,0-1 0,-1 1 0,0 0 0,0 0 0,-1 0 0,0 0 0,0 0 0,-1 0 0,0 1 0,0-1 0,-2 9 0,0 1 0,-2 0 0,0-1 0,-1 1 0,-14 30 0,-38 60 0,14-30 0,39-68 0,0-1 0,1 1 0,0-1 0,0 1 0,1 0 0,0 0 0,1 0 0,0 1 0,1-1 0,-1 0 0,2 0 0,-1 0 0,1 0 0,1 1 0,4 14 0,4 4 0,1 0 0,1-1 0,24 39 0,-17-34 0,21 53 0,-36-74 0,0 0 0,-1 0 0,0 0 0,0 1 0,-2-1 0,1 1 0,-1-1 0,-1 1 0,0 0 0,-1-1 0,0 1 0,-1-1 0,0 1 0,0-1 0,-2 0 0,1 0 0,-1 0 0,-1 0 0,0-1 0,-1 1 0,0-1 0,0-1 0,-1 1 0,0-1 0,0 0 0,-11 9 0,2-5 12,0 1 0,-1-2 0,-1 0 0,0-1 0,-1-1 0,1-1 0,-2 0 0,1-2 0,-37 10 0,32-12-198,-1 0 1,-1-2-1,1 0 0,0-2 1,-1 0-1,1-2 1,-43-7-1,4-7-6640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3:03.0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341 0 24575,'0'0'0,"0"6"0,-24 205 0,-8-1 0,-10-1 0,-9-3 0,-99 258 0,117-382 0,26-71 0,5-17 0,6-24 0,10-19 0,1 0 0,3 1 0,41-81 0,-15 52 0,69-96 0,-66 111 0,2 2 0,114-106 0,-126 134 0,1 2 0,2 1 0,1 2 0,0 2 0,87-37 0,-116 57-455,0 1 0,24-5 0,-21 7-6371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3:03.1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0,0 1 0,0 0 0,1 10 0,3 17 0,4 20 0,7 19 0,7 14 0,8 13 0,6 6 0,4-1 0,1-6 0,-3-12 0,-6-21-8191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3:03.6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802 42 24575,'21'-14'0,"-13"9"0,0 1 0,1 0 0,0 1 0,-1 0 0,1 1 0,0 0 0,0 0 0,13-1 0,-20 3 0,0 0 0,0 0 0,-1 0 0,1 1 0,0-1 0,0 0 0,0 1 0,0-1 0,-1 1 0,1-1 0,0 1 0,-1 0 0,1 0 0,0 0 0,-1 0 0,1 0 0,-1 0 0,1 0 0,1 2 0,-2 0 0,0-1 0,0 0 0,0 1 0,0-1 0,-1 1 0,1-1 0,-1 1 0,1-1 0,-1 1 0,0-1 0,0 1 0,0-1 0,0 1 0,0-1 0,-1 1 0,1-1 0,-1 1 0,-1 3 0,-4 11 0,0-1 0,0-1 0,-2 1 0,0-1 0,-18 26 0,-61 67 0,72-90 0,-174 178 0,90-97 0,94-94 0,0 0 0,1 0 0,0 0 0,0 0 0,0 1 0,1-1 0,-5 12 0,7-14 0,0 0 0,0 0 0,1 0 0,-1 1 0,1-1 0,0 0 0,0 1 0,0-1 0,0 0 0,1 1 0,-1-1 0,1 0 0,0 0 0,0 0 0,0 0 0,0 1 0,2 2 0,14 22 0,1 0 0,1-1 0,2-1 0,29 30 0,20 25 0,-47-52 0,-1 1 0,-1 1 0,-2 0 0,-1 2 0,-2 0 0,-1 1 0,11 40 0,-23-66 0,-2-1 0,1 1 0,-1 0 0,0 0 0,-1 0 0,-1 12 0,1-18 0,0 1 0,-1-1 0,1 0 0,-1 1 0,0-1 0,0 0 0,1 1 0,-2-1 0,1 0 0,0 0 0,0 0 0,-1 0 0,1 0 0,-1 0 0,0 0 0,1-1 0,-1 1 0,0 0 0,0-1 0,0 1 0,0-1 0,0 0 0,0 0 0,-1 0 0,-1 1 0,-4 0 0,0 0 0,1 0 0,-1-1 0,0 0 0,1-1 0,-1 0 0,0 0 0,-11-2 0,-72-16 0,83 16 0,-383-124-1365,167 43-5461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16.8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1186 3430 24575,'0'0'0,"13"1"0,163 16 0,1-7 0,303-21 0,-299-9 0,-1-7 0,281-81 0,-347 72 0,-1-5 0,-2-5 0,-3-5 0,202-128 0,-270 151 0,-1-2 0,-2-1 0,-2-2 0,0-1 0,-2-2 0,40-57 0,-50 58 0,-1-1 0,-2-1 0,-2-1 0,-1-1 0,-2-1 0,-2 0 0,14-70 0,-18 54 0,-2-1 0,-3-1 0,-2 1 0,-2-1 0,-4 1 0,-19-105 0,6 89 0,-3 1 0,-3 1 0,-3 1 0,-62-118 0,35 96 0,-4 3 0,-126-153 0,93 142 0,-179-155 0,186 187 0,-2 3 0,-4 4 0,-2 5 0,-193-89 0,222 119 0,-1 4 0,0 2 0,-2 3 0,0 3 0,-1 3 0,0 2 0,0 4 0,-1 2 0,-80 8 0,72 4 0,0 3 0,0 3 0,1 4 0,2 3 0,-137 61 0,128-42 0,1 4 0,2 3 0,3 3 0,-114 100 0,112-79 0,3 4 0,3 3 0,4 3 0,3 3 0,4 3 0,4 2 0,4 3 0,5 2 0,-53 145 0,73-155 0,3 1 0,4 1 0,4 0 0,3 2 0,5-1 0,3 130 0,10-137 0,3 1 0,3-1 0,4-1 0,3-1 0,4 0 0,3-1 0,43 89 0,-45-119 0,1-2 0,3-1 0,2-1 0,2-2 0,1 0 0,3-3 0,1 0 0,1-3 0,2-1 0,2-2 0,1-1 0,2-3 0,0-1 0,2-3 0,1-1 0,1-2 0,1-3 0,0-2 0,67 15 0,-35-18 0,1-3 0,1-3 0,0-4 0,0-4 0,-1-3 0,110-19 0,-31-7 0,-2-7 0,191-70 0,-265 72 0,-81 33 0,0 0 0,0 1 0,0-1 0,0 1 0,0 0 0,0 0 0,0 1 0,4 0 0,9 0 0,-14 0-62,0-1 0,0 1 0,0 0 0,0 1 0,0-1 0,0 1 0,0-1 0,-1 1 0,1 0 0,0 0 0,-1 0 0,0 0-1,1 0 1,-1 0 0,0 1 0,0-1 0,-1 1 0,1 0 0,0-1 0,-1 1 0,2 5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4:18.7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4347 1132 24575,'-7'-17'0,"-25"-50"0,-3 0 0,-3 3 0,-3 1 0,-3 1 0,-2 3 0,-3 2 0,-2 2 0,-2 2 0,-3 3 0,-115-80 0,90 78 0,-1 3 0,-3 3 0,-1 5 0,-3 3 0,0 5 0,-3 3 0,0 4 0,-107-15 0,73 25 0,0 6 0,0 5 0,-1 6 0,1 5 0,-235 43 0,200-14 0,1 7 0,3 7 0,1 7 0,-153 79 0,229-96 0,2 5 0,1 2 0,3 4 0,-78 69 0,112-84 0,2 2 0,2 2 0,2 1 0,1 2 0,2 1 0,2 1 0,2 2 0,-29 67 0,33-54 0,3 1 0,3 0 0,2 2 0,3-1 0,2 2 0,3 0 0,3-1 0,3 2 0,3-1 0,13 92 0,3-55 0,4-2 0,4 0 0,5-1 0,4-2 0,84 162 0,-41-114 0,7-4 0,6-3 0,5-4 0,6-4 0,6-6 0,5-4 0,151 123 0,-142-149 0,3-5 0,5-6 0,2-6 0,4-5 0,3-7 0,2-5 0,221 57 0,-283-94 0,1-4 0,1-4 0,0-3 0,1-4 0,-1-3 0,1-4 0,0-3 0,147-28 0,-126 8 0,0-5 0,-2-4 0,-2-4 0,-1-5 0,106-62 0,-119 53 0,-1-3 0,-4-4 0,-1-4 0,-4-3 0,110-121 0,-147 140 0,-1-1 0,-3-1 0,-2-2 0,-2-1 0,42-103 0,-53 105 0,-3 0 0,-3-2 0,-1 0 0,-3 0 0,-2-1 0,1-100 0,-12 64 0,-4 0 0,-4 1 0,-4 1 0,-50-160 0,11 94 0,-130-254 0,81 214 0,-167-233 0,185 310 0,-5 3 0,-209-198 0,283 294 0,-48-38 0,59 49 0,-1 0 0,0 1 0,0 0 0,-1 0 0,1 0 0,-1 1 0,-13-3 0,1 5-89,12 8 283,8-4-311,0 0-1,1 0 0,-1 1 0,1-1 1,-1 0-1,1 0 0,0 0 1,2 5-1,-1-3-293,2 7-6415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22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0 448 24575,'0'0'0,"222"-15"0,-108 5 0,1962-79 0,-734 21 120,-1072 37-615,-2-11 0,509-150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24.4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1385 44 24575,'-35'-2'0,"-1"-1"0,-57-14 0,53 9 0,-64-5 0,92 13 0,0 0 0,1 2 0,-1-1 0,0 1 0,1 1 0,-1 0 0,1 1 0,-12 5 0,-10 6 0,-41 27 0,22-8 0,2 2 0,1 3 0,3 1 0,0 3 0,3 2 0,2 1 0,-41 61 0,20-17 0,5 3 0,4 3 0,-50 124 0,66-130 0,5 3 0,-36 165 0,55-183 0,4 0 0,2 1 0,4-1 0,7 84 0,14 13 0,42 177 0,64 165 0,-80-341 0,154 667 0,-45 11 0,-27 340 0,-48 7 0,-57-849 0,2 258 0,-9-159 0,-10-376 0,2 1 0,32 135 0,-29-174 0,2 0 0,1 0 0,2-1 0,1-1 0,2 0 0,0-1 0,44 55 0,-21-41 0,1-2 0,2-2 0,2-2 0,2-1 0,74 44 0,-62-47 0,2-3 0,1-2 0,1-3 0,99 27 0,-94-37 0,2-2 0,131 9 0,-151-22 0,1-2 0,-1-3 0,-1-1 0,93-21 0,-123 21 0,-1-2 0,1 0 0,-1-1 0,0-1 0,-1-1 0,0 0 0,0-1 0,16-14 0,-26 19 0,-1-1 0,0 0 0,0 0 0,-1-1 0,1 0 0,-1 0 0,-1 0 0,1 0 0,-1-1 0,-1 0 0,0 1 0,0-2 0,0 1 0,-1 0 0,0 0 0,0-1 0,-1 1 0,0-1 0,-1 1 0,-1-14 0,-2-4 0,-1 1 0,-2-1 0,0 1 0,-2 1 0,-1-1 0,0 1 0,-2 1 0,-1 0 0,-19-29 0,7 17 0,-2 0 0,-1 1 0,-2 2 0,-60-52 0,80 76 0,3 2 0,-1 0 0,0 1 0,0 0 0,-1 0 0,0 0 0,-14-6 0,36 37 0,39 44 0,95 96 0,-97-115 0,-3 2 0,-3 2 0,54 85 0,-90-124 0,-1 1 0,-1 1 0,0-1 0,-1 1 0,-1 0 0,-1 1 0,-1-1 0,0 1 0,-2 0 0,0-1 0,-1 1 0,0 0 0,-2 0 0,0-1 0,-1 1 0,-1-1 0,-1 0 0,-1 0 0,0 0 0,-1 0 0,-1-1 0,-1-1 0,0 1 0,-1-1 0,-1-1 0,0 0 0,-1-1 0,-1 0 0,-26 23 0,-29 15 87,41-33-813,-27 26 0,21-13-6100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25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1551 1 24575,'0'0'0,"-3"5"0,-308 582 0,49 27 0,79-178 0,99-250 0,-38 89 0,121-275 0,1 0 0,-1 1 0,1-1 0,-1 0 0,1 1 0,-1-1 0,0 0 0,1 1 0,-1-1 0,1 0 0,-1 0 0,0 0 0,1 0 0,-1 0 0,0 0 0,1 0 0,-1 0 0,0 0 0,1 0 0,-1 0 0,0 0 0,1 0 0,-1 0 0,1-1 0,-1 1 0,0 0 0,1 0 0,-1-1 0,-21-8 0,-20-18 0,2-1 0,0-3 0,2 0 0,2-3 0,1-1 0,-47-61 0,47 51 0,2-1 0,-47-90 0,65 105 0,1 0 0,1-2 0,2 1 0,1-2 0,-9-61 0,18 91 0,0 0 0,1 0 0,0 0 0,0 0 0,0 1 0,0-1 0,0 0 0,1 0 0,0 0 0,0 0 0,0 1 0,0-1 0,3-5 0,-2 7 0,-1 0 0,1 0 0,0 0 0,0 1 0,0-1 0,0 1 0,0-1 0,0 1 0,1 0 0,-1 0 0,0 0 0,1 0 0,-1 0 0,1 0 0,-1 1 0,1-1 0,-1 1 0,1 0 0,-1 0 0,1 0 0,3 0 0,10 1 0,-1 1 0,1 0 0,-1 1 0,1 1 0,-1 0 0,-1 1 0,1 0 0,-1 2 0,0 0 0,17 10 0,10 10 0,-2 0 0,37 36 0,316 322 0,-118-107 0,-143-153 0,217 158 0,-307-259-1365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27.0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1 24575,'0'3'0,"0"0"0,0 0 0,0 1 0,0-1 0,0 0 0,-1 0 0,1 0 0,-3 6 0,0 6 0,-36 855 0,36-623 0,-1-135 0,0-17 0,5 0 0,12 103 0,-12-194-78,-1 0-14,0 0 0,1 1 0,0-1 0,0 0 0,0 0 0,0 0 0,1 0 0,-1 0 0,1 0 1,0 0-1,0 0 0,0-1 0,4 5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27.8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1180 1 24575,'11'56'0,"-1"-12"0,150 1199 0,-156-1201 0,0-14 0,-2 1 0,-1 0 0,-4 40 0,3-67 0,-1-1 0,1 0 0,-1 0 0,1 1 0,-1-1 0,0 0 0,1 0 0,-1 0 0,0 1 0,0-1 0,0 0 0,0 0 0,0-1 0,0 1 0,0 0 0,-1 0 0,1 0 0,0-1 0,0 1 0,-1 0 0,1-1 0,0 1 0,0-1 0,-1 0 0,1 1 0,-3-1 0,-43 4 0,35-4 0,-93 1 0,0-5 0,0-5 0,-122-25 0,-306-91 0,510 119 0,-160-41-1365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28.8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36 402 24575,'14'-115'0,"-13"98"0,-1-52 0,0 65 0,0 0 0,-1 0 0,1 0 0,-1 0 0,0 0 0,0 0 0,-1 0 0,1 0 0,-1 0 0,0 1 0,0-1 0,0 1 0,-4-5 0,5 7 0,0 1 0,0 0 0,0-1 0,0 1 0,0-1 0,0 1 0,0 0 0,0 0 0,-1 0 0,1 0 0,0 0 0,0 0 0,0 0 0,0 0 0,0 0 0,-1 0 0,1 1 0,-2 0 0,-4 5 0,7-5 0,1 0 0,-1-1 0,0 1 0,0-1 0,0 1 0,1-1 0,-1 1 0,0-1 0,1 1 0,-1-1 0,0 1 0,1-1 0,-1 1 0,0-1 0,1 1 0,-1-1 0,1 0 0,-1 1 0,1-1 0,-1 0 0,2 1 0,3 2 0,0 0 0,0-1 0,1 0 0,-1 0 0,1 0 0,-1 0 0,1-1 0,0 0 0,0 0 0,-1-1 0,1 1 0,0-1 0,0-1 0,0 1 0,0-1 0,-1 0 0,1 0 0,0-1 0,-1 1 0,7-4 0,-9 4 0,0-1 0,0 1 0,-1-1 0,1 0 0,0 0 0,-1 0 0,1 0 0,-1 0 0,1 0 0,-1-1 0,0 1 0,0-1 0,0 0 0,-1 1 0,1-1 0,0 0 0,-1 0 0,0 0 0,0 0 0,0-1 0,0 1 0,0 0 0,-1 0 0,1 0 0,-1-1 0,0 1 0,0 0 0,0 0 0,-1-1 0,1 1 0,-1 0 0,1 0 0,-1-1 0,0 1 0,-1 0 0,-1-4 0,2 4 0,-1 0 0,0 0 0,0 0 0,0 0 0,0 0 0,0 0 0,0 1 0,-1-1 0,1 1 0,-1 0 0,0-1 0,0 1 0,0 0 0,0 1 0,0-1 0,0 1 0,0-1 0,-5 0 0,7 1 0,0 1 0,0 0 0,0 0 0,0 0 0,-1-1 0,1 1 0,0 0 0,0 1 0,0-1 0,-1 0 0,1 0 0,0 0 0,0 1 0,0-1 0,0 1 0,0-1 0,-1 1 0,1-1 0,0 1 0,0 0 0,-1 0 0,1 1 0,0-1 0,0 1 0,0 0 0,0 0 0,0-1 0,0 1 0,1 0 0,-1 0 0,0 0 0,1 0 0,0 0 0,-1 0 0,1 0 0,0 0 0,0 0 0,0 0 0,1 2 0,-1 2 0,2 0 0,-1-1 0,1 1 0,0 0 0,0-1 0,0 0 0,1 0 0,-1 1 0,1-1 0,1-1 0,-1 1 0,1 0 0,0-1 0,0 0 0,0 0 0,0 0 0,1 0 0,-1-1 0,1 0 0,0 0 0,0 0 0,1-1 0,-1 1 0,0-1 0,10 2 0,-10-2 0,0 0 0,0-1 0,0 0 0,0 0 0,0 0 0,0-1 0,0 1 0,1-1 0,-1 0 0,0-1 0,0 1 0,0-1 0,0 0 0,0-1 0,0 1 0,0-1 0,0 0 0,-1 0 0,1 0 0,-1-1 0,1 1 0,-1-1 0,0-1 0,0 1 0,0 0 0,0-1 0,-1 0 0,7-8 0,-9 9 0,1 0 0,-1 0 0,0-1 0,0 1 0,0-1 0,0 1 0,0-1 0,-1 1 0,0-1 0,1 1 0,-1-1 0,-1 1 0,1-1 0,0 0 0,-1 1 0,0-1 0,0 1 0,0 0 0,0-1 0,-1 1 0,1 0 0,-1 0 0,0 0 0,0 0 0,0 0 0,0 0 0,-4-4 0,4 4 0,-1 1 0,1-1 0,-1 1 0,0 0 0,1 0 0,-1-1 0,0 2 0,-1-1 0,1 0 0,0 1 0,0-1 0,-1 1 0,1 0 0,-1 0 0,1 1 0,-1-1 0,1 1 0,-1-1 0,1 1 0,-1 0 0,1 0 0,-1 1 0,1-1 0,-1 1 0,1 0 0,-1 0 0,-4 2 0,1 0 0,1 1 0,-1 1 0,1-1 0,1 1 0,-1 0 0,1 0 0,-1 1 0,2-1 0,-1 1 0,1 0 0,-5 8 0,7-10 0,-1 0 0,1 0 0,0 1 0,0-1 0,0 1 0,1 0 0,0 0 0,0-1 0,0 1 0,0 0 0,1 0 0,-1 0 0,1 0 0,1 0 0,-1 0 0,1 0 0,2 9 0,-3-13 4,1-1-1,-1 1 1,1 0-1,-1 0 0,1 0 1,0 0-1,-1 0 1,1-1-1,0 1 0,0 0 1,-1 0-1,1-1 1,0 1-1,0-1 1,0 1-1,0-1 0,0 1 1,0-1-1,0 1 1,0-1-1,0 0 1,0 0-1,0 1 0,0-1 1,0 0-1,0 0 1,0 0-1,0 0 0,0 0 1,0 0-1,0-1 1,0 1-1,0 0 1,1-1-1,3 0-215,-1 0 0,0-1 0,0 0-1,0 1 1,0-2 0,6-3 0,-1-1-6614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30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 24575,'20'-2'0,"954"-30"0,-793 40-1365,-152-5-5461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31.0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1 223 24575,'0'0'0,"5"-2"0,14-6 0,24-9 0,26-6 0,25-5 0,17 0 0,10 1 0,3 3 0,-3 3 0,-8 5 0,-9 4 0,-10 3 0,-19 2-8191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31.5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1325 197 24575,'0'-4'0,"-1"1"0,0-1 0,0 0 0,0 1 0,0-1 0,0 1 0,-1-1 0,1 1 0,-1-1 0,0 1 0,0 0 0,-1 0 0,1 0 0,-1 0 0,-3-3 0,-3-3 0,0 1 0,-1 0 0,-15-9 0,-1 3 0,0 0 0,-2 2 0,1 1 0,-1 1 0,-1 1 0,1 2 0,-1 1 0,-48-4 0,25 7 0,0 2 0,-1 2 0,1 3 0,-55 10 0,58-5 0,0 3 0,1 2 0,0 1 0,1 3 0,-59 31 0,85-38 0,0 1 0,1 1 0,0 1 0,2 0 0,-1 2 0,2 0 0,0 1 0,1 0 0,1 1 0,0 1 0,2 1 0,0 0 0,-14 30 0,21-35 0,1 0 0,0 0 0,1 1 0,1 0 0,0 0 0,1 0 0,1 0 0,1 0 0,1 21 0,2-15 0,1 0 0,0 0 0,2 0 0,1 0 0,17 40 0,1-16 0,2-1 0,1-1 0,3-1 0,70 75 0,316 262 0,-266-252 0,-127-108 0,-1 1 0,-1 1 0,33 42 0,-50-58 0,-1 1 0,1 0 0,-1-1 0,-1 1 0,0 1 0,0-1 0,0 1 0,-1-1 0,0 1 0,0 0 0,-1-1 0,0 1 0,0 0 0,-1 0 0,0 0 0,0 0 0,-1 0 0,0 0 0,0 0 0,-3 7 0,-1-2 0,-1-1 0,0 0 0,-1-1 0,0 0 0,-1 0 0,0 0 0,0-1 0,-1 0 0,-1-1 0,1 0 0,-2 0 0,1-1 0,-1 0 0,-18 9 0,-6 1 0,0-1 0,-1-1 0,-63 17 0,25-15-273,-1-3 0,0-3 0,0-3 0,-153-4 0,156-8-6553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34.0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221 849 24575,'0'0'0,"-1"-1"0,1 1 0,-1 0 0,1 0 0,0 0 0,-1-1 0,1 1 0,0 0 0,-1 0 0,1 0 0,-1 0 0,1 0 0,0 0 0,-1 0 0,1 0 0,-1 0 0,1 0 0,0 0 0,-1 0 0,1 0 0,-1 0 0,1 0 0,0 0 0,-1 1 0,1-1 0,-1 0 0,1 0 0,0 0 0,-1 1 0,1-1 0,0 0 0,-1 0 0,1 1 0,0-1 0,0 0 0,-1 1 0,1-1 0,0 0 0,-1 1 0,-17 13 0,2 3 0,-1 2 0,2 0 0,1 1 0,0 0 0,-14 31 0,11-16 0,2 1 0,-19 64 0,29-80 0,1 0 0,0 0 0,2 0 0,0 0 0,1 0 0,1 0 0,1 0 0,1 0 0,5 25 0,-5-35 0,1-1 0,0 0 0,0 0 0,1 0 0,0-1 0,0 1 0,1-1 0,0 0 0,1 0 0,0 0 0,0-1 0,1 0 0,-1 0 0,2-1 0,-1 0 0,1 0 0,0-1 0,0 1 0,0-2 0,1 1 0,12 4 0,-5-5 0,0 0 0,1-1 0,-1 0 0,1-1 0,-1-1 0,1-1 0,0 0 0,-1-1 0,1-1 0,-1-1 0,1 0 0,-1-1 0,0 0 0,0-2 0,-1 0 0,1-1 0,-1 0 0,15-11 0,-15 9 0,0 0 0,0-2 0,-1 0 0,-1 0 0,0-1 0,0-1 0,-2 0 0,1-1 0,-2 0 0,1 0 0,-2-1 0,0-1 0,-1 0 0,-1 0 0,0 0 0,8-35 0,-13 44 0,-1 0 0,0 0 0,0 0 0,-1-1 0,1 1 0,-2 0 0,1-1 0,-1 1 0,0 0 0,-1 0 0,0 0 0,0 0 0,0 0 0,-1 0 0,0 0 0,0 1 0,-1-1 0,1 1 0,-2 0 0,1 0 0,-1 0 0,1 1 0,-2 0 0,1 0 0,0 0 0,-1 0 0,0 1 0,0 0 0,-1 0 0,1 1 0,-1 0 0,1 0 0,-1 0 0,0 1 0,-10-2 0,-1 1 0,0 0 0,0 2 0,-1 0 0,1 1 0,0 1 0,0 0 0,-1 2 0,1 0 0,0 1 0,1 1 0,-1 0 0,1 1 0,0 1 0,0 1 0,1 1 0,0 0 0,-17 13 0,28-18 0,1-1 0,0 1 0,0 0 0,0 0 0,0 1 0,0-1 0,1 1 0,0 0 0,0-1 0,0 2 0,1-1 0,-3 7 0,4-9 0,1-1 0,-1 1 0,1-1 0,0 1 0,0-1 0,0 1 0,0 0 0,1-1 0,-1 1 0,1-1 0,-1 1 0,1-1 0,0 1 0,0-1 0,0 0 0,0 1 0,0-1 0,1 0 0,-1 0 0,1 0 0,-1 0 0,1 0 0,0 0 0,0 0 0,0-1 0,0 1 0,0-1 0,0 1 0,3 1 0,3 1 0,0 0 0,0 0 0,0-1 0,1 0 0,-1 0 0,1-1 0,-1 0 0,14 1 0,-2-2 0,1 0 0,38-4 0,-12-4 0,-1-2 0,0-2 0,-1-2 0,0-3 0,-1-1 0,-1-1 0,64-40 0,-33 13 0,-2-5 0,-3-2 0,79-75 0,-83 64 0,-4-3 0,68-93 0,-96 113 0,-2-2 0,-2-1 0,-3-2 0,36-92 0,-53 116 0,-1 0 0,6-35 0,-13 52 0,0 1 0,0-1 0,-1 1 0,0-1 0,0 0 0,-1 1 0,-1-1 0,0 1 0,0 0 0,-4-11 0,6 19 0,0 1 0,0-1 0,0 0 0,0 1 0,0-1 0,-1 0 0,1 1 0,0-1 0,0 1 0,-1-1 0,1 0 0,0 1 0,-1-1 0,1 1 0,0-1 0,-1 1 0,1-1 0,-1 1 0,1-1 0,-1 1 0,1-1 0,-1 1 0,1 0 0,-1-1 0,0 1 0,1 0 0,-1 0 0,1-1 0,-1 1 0,0 0 0,1 0 0,-1 0 0,0 0 0,1 0 0,-1 0 0,0 0 0,1 0 0,-1 0 0,0 0 0,1 0 0,-1 0 0,0 0 0,1 1 0,-1-1 0,-1 1 0,-1 2 0,0 0 0,-1 0 0,1 0 0,0 1 0,0-1 0,-3 8 0,-17 25 0,2 2 0,-31 76 0,-19 94 0,2 40 0,-81 508-844,36 18-382,72-477 1068,20-133 61,-79 436-678,100-597 779,-14 60-22,-31 87 0,40-135 51,0 0-1,-1 0 0,-1-1 0,0 0 0,0-1 0,-2 0 0,0 0 0,0-1 0,-1 0 0,0-1 1,-15 12-1,19-19 107,0 0 0,1 0 0,-1 0 1,0-1-1,-1 0 0,1 0 0,0-1 0,-1 0 1,0 0-1,1-1 0,-1 0 0,0 0 0,-14-1 1,11-2-58,-1 1 0,1-2 1,0 1-1,0-2 0,0 1 1,0-2-1,1 1 1,-17-11-1,7 2-76,0-1 0,2 0 1,-1-2-1,2 0 0,0-1 0,1-1 1,1-1-1,-19-29 0,20 23-6,1-1 0,1 0 0,1-1 0,2 0 0,0-1 0,2 0 0,1-1 0,2 1 0,0-1 0,2 0 0,1 0 0,1 0 0,2 1 0,5-34 0,5-2 0,3 1 0,2 0 0,3 1 0,3 1 0,39-74 0,-3 23-78,133-189-1,118-75-274,392-302-232,-628 611 578,29-27 2,220-205-47,-28-23 15,-283 308-39,5-5 255,-1-1 1,0-1-1,-2-1 1,-1 0-1,0 0 0,13-36 1,-24 42-162,-2 16-18,-1 1 0,0-1-1,0 0 1,1 0 0,-1 1 0,1-1 0,-1 0 0,0 1 0,1-1 0,-1 0 0,1 1 0,-1-1 0,1 1 0,-1-1 0,1 1 0,-1-1 0,1 1 0,-1-1 0,1 1 0,0 0-1,-1-1 1,1 1 0,0 0 0,-1 0 0,-26 42 0,2 0 0,-23 55 0,-33 103 0,-121 433 0,131-392 0,-15 13 0,72-222 0,-1 1 0,-2-2 0,-1 0 0,-2-2 0,-31 39 0,47-64 0,0 0 0,-1 0 0,0-1 0,0 1 0,0-1 0,0 0 0,-1 0 0,0-1 0,0 0 0,0 0 0,-8 3 0,11-5 0,0-1 0,-1 1 0,1-1 0,-1 0 0,1 0 0,-1 0 0,1 0 0,-1-1 0,1 1 0,-1-1 0,1 0 0,-1 0 0,1 0 0,0-1 0,0 1 0,0-1 0,0 1 0,0-1 0,0 0 0,0-1 0,0 1 0,-4-5 0,-8-9 0,2 0 0,0-1 0,1 0 0,0-1 0,2 0 0,-16-36 0,-39-127 0,64 176 0,-19-55 0,3-2 0,3 0 0,-6-66 0,18 107 0,0-1 0,2 1 0,1 0 0,0-1 0,2 1 0,0 0 0,1 0 0,1 0 0,2 0 0,0 1 0,0 0 0,21-36 0,-11 32 0,1 1 0,1 1 0,1 0 0,1 2 0,0 0 0,2 1 0,0 1 0,1 2 0,34-18 0,-7 6 0,3 4 0,0 1 0,94-25 0,-108 37 0,1 2 0,0 2 0,0 2 0,1 1 0,0 2 0,64 6 0,-85-2 0,-1 2 0,0 0 0,0 2 0,-1 0 0,1 1 0,27 14 0,-34-14 0,0 2 0,0-1 0,0 2 0,-1 0 0,-1 0 0,1 1 0,-2 0 0,0 1 0,13 19 0,-8-5 0,-1 0 0,-1 1 0,-2 1 0,0 0 0,-2 0 0,-2 1 0,0 0 0,4 53 0,-4 13 0,-8 132 0,-26 125 0,26-348 0,1-6 0,1-14 0,4-31 0,15-59 0,5 0 0,5 2 0,4 1 0,90-187 0,-113 268 0,40-75 0,-44 86 0,0 0 0,1 0 0,0 1 0,1 0 0,18-16 0,-26 25 0,0 0 0,0 0 0,1 0 0,-1 0 0,0 0 0,1 1 0,-1-1 0,1 0 0,-1 1 0,1-1 0,-1 1 0,1 0 0,-1-1 0,1 1 0,-1 0 0,1 0 0,0 0 0,-1 0 0,1 0 0,-1 0 0,1 1 0,2 0 0,-1 0 0,0 1 0,0 0 0,0-1 0,-1 1 0,1 0 0,0 0 0,-1 0 0,0 1 0,0-1 0,4 5 0,3 7 0,-1 0 0,0 1 0,9 23 0,-15-33 0,24 68 0,28 127 0,-52-191 0,0-4 0,0 6 0,1 0 0,0 0 0,1-1 0,5 12 0,-8-20 0,1 1 0,-1 0 0,1-1 0,0 0 0,0 1 0,0-1 0,0 0 0,0 0 0,0 0 0,1 0 0,-1 0 0,1-1 0,-1 1 0,1-1 0,-1 0 0,1 0 0,0 0 0,0 0 0,0 0 0,3 0 0,2 0 0,-1-1 0,1 0 0,0 0 0,-1-1 0,1 0 0,-1 0 0,1-1 0,-1 0 0,0 0 0,0-1 0,14-7 0,5-4 0,41-31 0,-62 41 0,74-58 0,131-135 0,-90 79 0,-117 115 0,0 1 0,0-1 0,0 0 0,1 1 0,-1 0 0,6-3 0,-9 5 0,1 0 0,0-1 0,0 1 0,-1 0 0,1 0 0,0 0 0,-1 0 0,1 0 0,0 0 0,0 0 0,-1 0 0,1 0 0,0 0 0,0 0 0,-1 1 0,1-1 0,0 0 0,-1 1 0,1-1 0,0 0 0,-1 1 0,1-1 0,0 0 0,-1 1 0,1-1 0,-1 1 0,1 0 0,-1-1 0,1 1 0,-1-1 0,0 1 0,1 0 0,-1-1 0,1 1 0,-1 0 0,0-1 0,0 1 0,0 0 0,1-1 0,-1 1 0,0 0 0,0 1 0,2 7 0,0-1 0,-1 1 0,0 0 0,0 0 0,-1 1 0,0-1 0,-2 10 0,-14 68 0,10-58 0,-81 314 0,3-18 0,79-303 0,-9 58 0,14-73 0,-1-1 0,1 1 0,0-1 0,1 1 0,0-1 0,0 1 0,0-1 0,1 0 0,3 11 0,-4-15 0,0 0 0,0 0 0,1 0 0,-1 0 0,0 0 0,1-1 0,-1 1 0,1 0 0,-1-1 0,1 1 0,0-1 0,0 0 0,0 1 0,0-1 0,0 0 0,0 0 0,0 0 0,0 0 0,0-1 0,0 1 0,0-1 0,1 1 0,-1-1 0,0 0 0,1 0 0,-1 0 0,0 0 0,3 0 0,4-1 0,-1-1 0,0 0 0,0 0 0,-1-1 0,1 0 0,13-7 0,4-5 0,-1-1 0,-1-1 0,0-1 0,-1 0 0,-1-2 0,28-35 0,0-7 0,48-79 0,-49 64 0,-3-3 0,-3-1 0,55-158 0,-92 228 0,-2-1 0,1 1 0,-1-1 0,-1 0 0,0 1 0,-1-1 0,0 0 0,-2-18 0,1 28 0,0 1 0,0-1 0,-1 1 0,1-1 0,0 0 0,-1 1 0,0-1 0,1 1 0,-1 0 0,0-1 0,0 1 0,0-1 0,0 1 0,0 0 0,0 0 0,0 0 0,0 0 0,0-1 0,0 1 0,-1 1 0,1-1 0,-1 0 0,1 0 0,0 0 0,-1 1 0,1-1 0,-1 1 0,1-1 0,-1 1 0,0 0 0,1-1 0,-1 1 0,1 0 0,-1 0 0,0 0 0,1 0 0,-1 1 0,-1-1 0,-5 2 0,1 0 0,0 0 0,0 0 0,0 1 0,0 0 0,0 1 0,-7 4 0,-11 10 0,0 1 0,1 1 0,0 1 0,2 1 0,-38 50 0,21-19 0,-58 107 0,86-140 0,4-8 0,0 1 0,0 0 0,1 0 0,1 0 0,0 1 0,1 0 0,0 0 0,-2 16 0,6-29 0,0 0 0,0 0 0,0 0 0,0 0 0,0 0 0,0 0 0,0 0 0,0 1 0,1-1 0,-1 0 0,0 0 0,1 0 0,-1 0 0,1 0 0,-1 0 0,1 0 0,-1 0 0,1-1 0,-1 1 0,1 0 0,0 0 0,0 0 0,-1-1 0,1 1 0,0 0 0,0-1 0,0 1 0,0-1 0,0 1 0,0-1 0,0 1 0,0-1 0,0 1 0,0-1 0,0 0 0,0 0 0,0 0 0,0 0 0,0 0 0,0 0 0,1 0 0,-1 0 0,0 0 0,0 0 0,0 0 0,0-1 0,2 0 0,5-1 0,0 0 0,1-1 0,-1 0 0,13-8 0,2-3 0,39-31 0,-41 29 0,0 1 0,30-17 0,-43 29 0,1-1 0,0 1 0,0 1 0,1 0 0,-1 0 0,0 0 0,1 2 0,-1-1 0,1 1 0,-1 0 0,17 3 0,10 3 0,59 19 0,-65-16 0,22 5 0,-1-1 0,2-3 0,0-3 0,105 3 0,-132-11 0,1-1 0,-1-1 0,1-2 0,-1 0 0,-1-2 0,1-1 0,-1-1 0,-1-1 0,1-1 0,-2-1 0,44-30 0,-45 26 0,-2 0 0,0-2 0,-1-1 0,-1 0 0,-1-1 0,0-1 0,-2-1 0,0 0 0,-2-1 0,0 0 0,-2-1 0,-1-1 0,0 0 0,5-26 0,-11 17 0,-7 21 0,3 12 0,-1 1 0,1 0 0,0 0 0,-1 0 0,1 0 0,-1 0 0,1 0 0,0 0 0,-1 0 0,1 0 0,-1 0 0,1 0 0,0 0 0,-1 0 0,1 0 0,-1 0 0,1 0 0,0 0 0,-1 1 0,1-1 0,-1 0 0,1 0 0,0 0 0,-1 1 0,1-1 0,0 0 0,0 0 0,-1 1 0,1-1 0,0 0 0,-1 1 0,1-1 0,-7 7 0,1 0 0,0 0 0,1 0 0,0 1 0,0-1 0,-7 17 0,-20 55 0,28-68 0,-17 56 0,3 1 0,2 0 0,4 1 0,-4 76 0,11-33 0,16 202 0,-10-293 0,1 4 0,0 0 0,2-1 0,0 1 0,2-1 0,12 33 0,-1-30-1365,1-10-5461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34.7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24575,'0'0'0,"20"1"0,13 3 0,1 1 0,-1 2 0,0 1 0,-1 1 0,0 2 0,-1 2 0,0 0 0,54 34 0,-32-12 0,-1 2 0,-1 2 0,79 81 0,-38-17 0,130 192 0,-84-103 0,-83-125-1365,-8-17-5461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35.0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1288 1 24575,'-3'2'0,"-1"0"0,1 0 0,-1 0 0,1 1 0,0-1 0,0 1 0,-3 3 0,-13 12 0,-69 59-38,4 4-1,4 3 1,-110 149-1,-173 313-595,-3 4 549,360-542-8,-8 11-471,-27 29 1,33-41-5535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35.6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974 0 24575,'0'0'0,"-4"4"0,-47 39 0,2 3 0,2 2 0,-59 78 0,-100 175 0,123-165-47,7 4-1,6 3 1,-87 257 0,125-295-19,4 1 0,5 1 0,5 1 0,5 1 0,4 0 0,7 138 0,6-185 59,3 0 0,2 0-1,3-1 1,2-1-1,4 0 1,38 91-1,-40-117 63,1-2-1,1 0 0,1-1 0,2-1 0,1 0 0,2-2 0,0-1 0,2-1 0,1-1 0,1-1 0,1-2 0,45 28 0,-38-31-30,1-2 0,0 0 0,1-3 0,79 19 0,-87-27-210,1-1 1,-1-2-1,1-1 0,-1-1 1,1-2-1,0-1 1,37-7-1,-39 3-6640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36.4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60 773 24575,'0'1'0,"0"0"0,1-1 0,-1 1 0,1-1 0,-1 1 0,0-1 0,1 1 0,-1-1 0,1 1 0,-1-1 0,1 0 0,0 1 0,-1-1 0,1 1 0,-1-1 0,1 0 0,0 0 0,-1 1 0,1-1 0,0 0 0,-1 0 0,1 0 0,0 0 0,0 0 0,20 3 0,-20-3 0,20 1 0,0-1 0,0-1 0,0-1 0,1 0 0,-2-2 0,37-11 0,-10-1 0,79-39 0,-80 31 0,-1-2 0,-1-2 0,-1-3 0,71-64 0,-82 63 0,-2 0 0,-1-2 0,-1-1 0,-3-1 0,0-1 0,19-42 0,-38 68 0,-1-1 0,0 1 0,-1-1 0,0 0 0,-1 0 0,0 0 0,-1-1 0,0-12 0,-2 22 0,0-1 0,0 1 0,0 0 0,-1-1 0,1 1 0,-1 0 0,0 0 0,0 0 0,-1-1 0,1 1 0,0 0 0,-1 1 0,0-1 0,0 0 0,0 0 0,0 1 0,0-1 0,0 1 0,-1-1 0,1 1 0,-1 0 0,0 0 0,1 0 0,-1 1 0,0-1 0,0 1 0,0-1 0,0 1 0,0 0 0,-1 0 0,1 0 0,0 1 0,0-1 0,-6 1 0,-9-2 0,1 2 0,-1 0 0,0 1 0,1 0 0,-1 2 0,1 0 0,0 1 0,0 1 0,0 0 0,0 2 0,-28 14 0,8-1 0,1 2 0,1 1 0,-61 53 0,45-27 0,2 2 0,3 3 0,2 1 0,2 2 0,3 2 0,3 1 0,2 2 0,-39 99 0,60-127 0,1 1 0,2 1 0,2-1 0,1 2 0,1-1 0,3 1 0,0-1 0,4 51 0,1-68 0,0 0 0,1 0 0,1 0 0,1 0 0,1-1 0,0 0 0,1 0 0,1 0 0,1-1 0,1 0 0,0-1 0,1 0 0,0-1 0,1 0 0,1 0 0,1-2 0,25 21 0,-17-19 0,1-1 0,1 0 0,0-2 0,1-1 0,1-1 0,-1-1 0,1-2 0,1 0 0,-1-2 0,1-1 0,53 2 0,-29-6 0,-1-2 0,0-2 0,0-3 0,-1-1 0,77-24 0,-81 17-682,46-23-1,-39 12-6143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37.1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630 1 24575,'0'0'0,"0"0"0,-11 8 0,-6 7 0,1 0 0,1 1 0,0 1 0,-20 31 0,-44 83 0,62-102 0,-45 89 0,5 2 0,-78 241 0,-22 271 0,152-611 0,3-15 0,0 0 0,1 1 0,-1-1 0,1 1 0,1-1 0,-1 1 0,1-1 0,2 13 0,1 10-1365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38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930 0 24575,'0'16'0,"-6"109"0,-37 217 0,-56 119 0,84-396 0,-5 29 0,-5-1 0,-52 130 0,70-207 0,-1 0 0,0 0 0,-2 0 0,0-1 0,-1 0 0,0-1 0,-1 0 0,0-1 0,-20 15 0,23-21 0,-1 0 0,0-1 0,0-1 0,-1 1 0,0-2 0,0 1 0,0-2 0,0 1 0,0-2 0,-1 1 0,0-1 0,1-1 0,-1 0 0,0-1 0,-14-1 0,8-2 10,0 1 0,0-2 0,0-1 0,0 0 0,1-1 0,0-1 0,1 0 0,-1-1 0,1-1 0,1-1 0,-27-21 0,33 24-84,0 0-1,1-1 1,0 0 0,1-1 0,-1 0-1,2 0 1,-1-1 0,1 0 0,1 0-1,-1 0 1,2-1 0,0 1 0,0-1-1,1 0 1,0 0 0,1-1 0,0 1-1,1 0 1,0-20 0,4-2-6752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7:41.3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370 570 24575,'14'29'0,"57"101"0,90 234 0,-129-272 0,-4 2 0,-4 1 0,19 155 0,-21 157 0,-24 2 0,1 73 0,10-270 0,-3 274 0,-10-416 0,-4 1 0,-2-1 0,-4-1 0,-41 127 0,25-119 0,-4-1 0,-3-2 0,-3-1 0,-3-3 0,-4-1 0,-2-2 0,-3-3 0,-117 112 0,159-167 0,-57 46 0,61-50 0,0-1 0,-1 0 0,1-1 0,-1 1 0,0-1 0,0-1 0,0 1 0,0-1 0,-8 1 0,14-3 0,0-1 0,0 1 0,0-1 0,0 0 0,0 1 0,0-1 0,0 0 0,0 0 0,0 0 0,0 1 0,0-1 0,1 0 0,-1 0 0,0 0 0,1 0 0,-1 0 0,1 0 0,-1 0 0,1-1 0,-1 1 0,1 0 0,0-1 0,-9-28 0,7 20 0,0 0 0,1 0 0,0 0 0,1-1 0,0 1 0,0 0 0,1 0 0,1-1 0,-1 1 0,2 0 0,0 0 0,0 1 0,0-1 0,1 0 0,1 1 0,8-14 0,8-6 0,0 0 0,2 1 0,38-35 0,-11 12 0,5-11 0,-2-3 0,-4-2 0,-2-2 0,-3-2 0,-4-1 0,-3-3 0,-2-1 0,-5-1 0,-2-2 0,-5 0 0,26-157 0,-10-183 0,-26-4 0,-4 70 0,3 136 0,-1-322 0,-19 464 0,-3 1 0,-4 0 0,-2 0 0,-4 2 0,-3 0 0,-45-92 0,-13 1 0,-149-220 0,120 221 0,110 177 0,3 26 0,1 1 0,2 0 0,19 69 0,-10-45 0,93 424 0,43 214 0,-38 10 0,-96-544-142,-7 1 0,-8 1-1,-8-1 1,-7 0-1,-7-2 1,-8 0 0,-7-1-1,-82 232 1,-92 140 1423,208-537-1281,-9 24 0,-2 0 0,-31 48 0,116-157 0,-3 4 0,28-48 0,-5-4 0,-6-4 0,-6-4 0,117-279 0,-157 308 0,-5-3 0,35-188 0,-47 151 0,4-241 0,-32 134 0,-10 0 0,-61-311 0,40 375 0,-111-338 0,94 385 0,-7 2 0,-141-242 0,48 154 0,150 254-1365,3-3-5461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46.90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2111 0 24575,'0'0'0,"-4"6"0,-281 515-21,205-364-146,-2 0-338,-251 474 14,-34-21 544,129-286-148,201-281 88,-2-1 1,-1-2 0,-2-2-1,-2-2 1,-50 32-1,79-59 55,-1 0 1,1-1-1,-1-1 0,-1 0 0,1-1 1,-1-1-1,0 0 0,-22 2 0,32-6-11,-1 0 0,0-1-1,0 0 1,1-1 0,-1 0-1,0 0 1,1 0 0,-1-1 0,1 0-1,0-1 1,-1 0 0,1 0-1,0 0 1,1-1 0,-1 0-1,1 0 1,-1-1 0,1 1-1,1-2 1,-1 1 0,-5-7 0,-1-3-35,2-2 0,-1 1 0,2-1 0,0-1 0,1 1 0,1-2 1,1 1-1,1-1 0,0 0 0,1 0 0,-2-26 0,2-12-2,2 1-1,8-94 0,-1 90 1,3 1 0,2 1 0,3 0 0,3 0 0,1 1 0,4 1 0,1 1 0,31-52 0,-46 96 0,0-1 0,0 1 0,1 1 0,0-1 0,17-14 0,-23 23 0,1-1 0,0 1 0,1 0 0,-1 0 0,0 0 0,1 0 0,-1 1 0,1-1 0,-1 1 0,1 0 0,0 0 0,-1 0 0,1 0 0,0 1 0,0 0 0,0 0 0,-1 0 0,1 0 0,0 0 0,0 1 0,0-1 0,-1 1 0,1 0 0,4 2 0,5 3 0,0 1 0,0 0 0,0 1 0,-1 1 0,0 0 0,0 0 0,-1 2 0,12 14 0,77 100 0,-95-117 0,231 364 0,29 39 0,-228-361 0,3-1 0,2-3 0,2-1 0,2-2 0,88 62 0,-110-89 40,0-1 0,45 19 0,-58-29-205,0-1 0,1 0 0,0-1 0,0-1 0,0 0 0,0 0 0,0-1 0,20-1 0,9-5-6661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47.17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40 0 24575,'0'0'0,"0"5"0,-7 100 0,-25 466 0,42-2 0,1-461-1365,2-20-5461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47.42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79 1 24575,'0'0'0,"0"0"0,0 0 0,0 2 0,0 10 0,0 19 0,0 28 0,-2 30 0,-1 28 0,-3 24 0,-3 19 0,-3 13 0,-3 5 0,-1 1 0,1-31-8191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48.07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2203 1 24575,'-5'18'0,"0"-5"0,-55 142 0,-92 168 0,136-292 0,-581 1012-1669,423-791 1492,-396 442 0,399-520 177,128-135 0,-2-1 0,-53 33 0,86-63 1,0 0 0,-1-1 0,1-1 0,-1 0 0,-1 0 0,-17 4 0,27-9 17,0-1 1,0 1-1,0-1 0,0 1 1,-1-1-1,1 0 1,0-1-1,0 1 0,0-1 1,0 1-1,0-1 1,1-1-1,-1 1 0,0 0 1,0-1-1,1 0 0,-1 0 1,1 0-1,-1 0 1,1 0-1,0-1 0,0 0 1,0 1-1,0-1 0,0 0 1,-2-5-1,-2-2 41,2 0 0,-1 0 0,1-1 0,1 0 0,0 0 0,0 0-1,-3-20 1,1-7 348,-2-46-1,6-19-321,4 1 1,21-143 0,69-198-107,-35 256 21,-47 159 0,2 1 0,0 0 0,2 1 0,23-34 0,-35 57 0,0-1 0,1 2 0,-1-1 0,0 0 0,1 0 0,0 1 0,-1-1 0,1 1 0,0 0 0,0 0 0,1 0 0,-1 0 0,0 1 0,0-1 0,1 1 0,-1 0 0,1 0 0,-1 0 0,1 1 0,0-1 0,-1 1 0,6-1 0,-3 2 0,-1 1 0,0-1 0,0 1 0,1 0 0,-1 0 0,0 0 0,-1 1 0,1-1 0,0 1 0,-1 1 0,1-1 0,-1 1 0,0-1 0,5 7 0,10 12 0,-1 0 0,-2 2 0,0 0 0,23 47 0,38 113 0,101 415 0,-4-9 0,-129-479-1365,-4-23-5461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48.39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167 0 24575,'-40'833'-286,"-47"-9"-58,73-700 335,7-69 9,-2 20 0,0 144 0,9-211-114,0 1-1,1-1 1,0 0-1,0 0 1,1 0-1,0 0 1,0 0 0,1 0-1,0 0 1,6 10-1,9 3-6178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48.78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287 5 24575,'1'-1'0,"0"1"0,0-1 0,0 1 0,1-1 0,-1 1 0,0-1 0,0 1 0,0 0 0,1-1 0,-1 1 0,0 0 0,0 0 0,1 0 0,-1 0 0,0 0 0,0 0 0,0 1 0,1-1 0,-1 0 0,0 1 0,0-1 0,0 0 0,0 1 0,1 0 0,-1-1 0,0 1 0,0 0 0,1 1 0,30 24 0,-23-14 0,-1 1 0,0-1 0,0 2 0,-1-1 0,-1 1 0,-1-1 0,1 2 0,-2-1 0,0 0 0,-1 1 0,-1 0 0,0 0 0,0 21 0,-2 6 0,-2-1 0,-1 1 0,-15 66 0,-2-28 0,-4 0 0,-3-2 0,-4-1 0,-3-1 0,-3-2 0,-3-2 0,-98 132 0,117-181 0,16-19 0,1 0 0,0 0 0,0 1 0,1-1 0,0 1 0,-1 0 0,-1 5 0,5-10 0,0 1 0,0-1 0,0 0 0,0 0 0,0 1 0,0-1 0,0 0 0,0 0 0,0 1 0,0-1 0,0 0 0,0 0 0,0 1 0,0-1 0,0 0 0,1 0 0,-1 0 0,0 1 0,0-1 0,0 0 0,0 0 0,1 0 0,-1 0 0,0 1 0,0-1 0,0 0 0,1 0 0,-1 0 0,0 0 0,0 0 0,1 0 0,-1 0 0,0 1 0,0-1 0,1 0 0,-1 0 0,0 0 0,1 0 0,12 2 0,1 0 0,0-1 0,0-1 0,-1 0 0,1-1 0,0 0 0,0-1 0,18-5 0,-9 3 0,93-19 52,136-47 1,109-57-1099,-318 111 622,-8 4-6402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49.51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1987 1 24575,'-8'14'0,"-284"609"-34,222-458-155,-339 731-1022,-78-39 1308,426-762-108,-5-4 0,-141 152 0,193-228 2,-2-1 0,1 0-1,-2-1 1,0-1 0,-33 18 0,46-28 17,-1 0 1,1 0 0,0 0-1,-1-1 1,1 0 0,-1 0-1,1 0 1,-1 0 0,1 0 0,-1-1-1,0 0 1,1 0 0,-1-1-1,0 1 1,1-1 0,-1 0-1,1 0 1,-1 0 0,1-1-1,-1 0 1,1 0 0,0 0 0,0 0-1,0 0 1,0-1 0,0 0-1,1 0 1,-1 0 0,1 0-1,0 0 1,-4-5 0,-4-9 115,0-1 0,1-1 1,1 1-1,1-2 0,1 1 1,0-1-1,2 0 0,-5-25 0,-6-39-116,4-1 0,4 0 0,4-139 0,11 84-10,38-200 1,-34 275 1,2 2 0,3 0 0,3 0 0,32-71 0,-36 113 0,-14 21 0,-1 0 0,0 0 0,1-1 0,-1 1 0,1 0 0,-1 0 0,1 0 0,-1-1 0,1 1 0,0 0 0,-1 0 0,1 0 0,-1 0 0,1 0 0,-1 0 0,1 0 0,-1 0 0,1 0 0,-1 0 0,1 1 0,-1-1 0,1 0 0,-1 0 0,1 0 0,0 1 0,3 2 0,-1 0 0,0 1 0,1 0 0,-1-1 0,-1 1 0,1 0 0,3 7 0,-4-8 0,25 44 0,-2 2 0,25 68 0,26 110 0,-65-193 0,67 230 0,17 52 0,24-11 0,-98-262 40,1-1 0,36 49 0,-42-70-288,0-1 1,2 0-1,0-1 1,1 0-1,33 22 1,2-6-6579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49.81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24575,'17'956'0,"-6"-471"0,-3-301-1365,-2-120-5461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0.36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17 206 24575,'-1'-3'0,"0"1"0,0-1 0,1 1 0,0-1 0,-1 1 0,1-1 0,0 1 0,0-1 0,0 0 0,1 1 0,-1-1 0,1 1 0,1-5 0,14-32 0,-9 29 0,0 1 0,1-1 0,0 1 0,0 0 0,1 1 0,1 0 0,-1 1 0,1 0 0,0 0 0,1 1 0,0 0 0,0 1 0,0 0 0,0 1 0,1 0 0,-1 1 0,1 0 0,0 1 0,0 0 0,23 0 0,-25 2 0,0-1 0,-1 2 0,1 0 0,0 0 0,0 0 0,-1 1 0,1 1 0,-1 0 0,0 0 0,0 1 0,0 0 0,0 0 0,0 1 0,-1 0 0,0 1 0,0 0 0,-1 0 0,1 0 0,-1 1 0,-1 0 0,1 1 0,-1 0 0,-1-1 0,1 2 0,-1-1 0,5 12 0,-4 0 0,0 0 0,-1 1 0,-1 0 0,-1 0 0,0 0 0,-2 0 0,-1 1 0,0-1 0,-2 0 0,-4 25 0,-4 6 0,-2-1 0,-37 98 0,-27 22 0,63-146 0,-1 0 0,-2-1 0,0-1 0,-32 34 0,48-57 0,0 0 0,0 0 0,0 1 0,0-1 0,0 0 0,0 0 0,0 0 0,0 0 0,0 0 0,0 1 0,0-1 0,0 0 0,0 0 0,0 0 0,0 0 0,0 0 0,0 1 0,0-1 0,0 0 0,0 0 0,0 0 0,0 0 0,0 0 0,0 0 0,0 1 0,0-1 0,1 0 0,-1 0 0,0 0 0,0 0 0,0 0 0,0 0 0,0 0 0,0 0 0,0 0 0,1 1 0,-1-1 0,0 0 0,0 0 0,0 0 0,0 0 0,0 0 0,0 0 0,1 0 0,-1 0 0,0 0 0,0 0 0,0 0 0,0 0 0,0 0 0,1 0 0,-1 0 0,0 0 0,0 0 0,0 0 0,0 0 0,20 2 0,44-1 0,-11 0 0,-15 1 0,1 2 0,-1 2 0,0 2 0,-1 1 0,1 2 0,-2 1 0,0 2 0,0 2 0,32 20 0,-48-25 0,-1 2 0,-1 0 0,0 1 0,-1 1 0,-1 0 0,0 2 0,-1 0 0,0 0 0,-2 1 0,0 1 0,-1 0 0,-1 1 0,-1 0 0,-1 1 0,0 0 0,9 40 0,-13-41 0,-2 1 0,-1-1 0,0 1 0,-1 0 0,-2-1 0,0 1 0,-1 0 0,-1-1 0,-1 1 0,-11 34 0,5-28 0,-1-1 0,-2-1 0,0 0 0,-2 0 0,0-2 0,-2 0 0,-23 26 0,3-12 0,-2-1 0,0-2 0,-3-1 0,-1-3 0,-1-1 0,-1-2 0,-1-2 0,-56 20 0,48-24-273,-2-2 0,0-3 0,-1-3 0,-94 11 0,59-18-6553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1.71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 5 24575,'-1'-1'0,"1"0"0,0 0 0,0 0 0,-1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2.65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211 0 24575,'2'22'0,"28"701"0,-30-642 0,-39 1312-1783,-47 0 129,-32 799 1279,121-261 375,62-1 0,-37-1178 0,-16-431-66,37 886-886,44-3 237,97 314 746,-36-321-191,-76-503-521,104 806 4088,-170-1417-8650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8.97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24575,'0'0'0,"2"6"0,27 121 60,23 244 0,-34 132-1545,-18-440-5341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9.22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0 935 24575,'1'-10'0,"1"-1"0,1 1 0,-1 0 0,1 0 0,1 0 0,0 0 0,0 1 0,1-1 0,10-14 0,-6 8 0,50-79 0,3 2 0,116-132 0,180-143 0,-333 345-1365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9.47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24575,'0'0'0,"5"13"0,14 43-111,69 191 356,-63-185-995,63 110 1,-70-143-6077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9.93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0 263 24575,'2'-7'0,"0"1"0,0-1 0,0 0 0,1 1 0,0-1 0,0 1 0,0 0 0,1 0 0,0 0 0,1 1 0,-1-1 0,7-5 0,-8 7 0,13-14 0,1 1 0,0 0 0,2 1 0,0 1 0,0 1 0,35-19 0,-42 27 0,1 0 0,0 0 0,0 1 0,0 0 0,0 2 0,1-1 0,0 2 0,-1 0 0,1 0 0,0 1 0,0 1 0,27 2 0,-36-1 0,1 1 0,0-1 0,-1 1 0,1-1 0,-1 2 0,1-1 0,-1 1 0,0-1 0,0 1 0,0 1 0,0-1 0,-1 1 0,1 0 0,-1 0 0,0 0 0,0 1 0,0-1 0,-1 1 0,4 7 0,-3-4 0,0 1 0,-1-1 0,0 1 0,-1 0 0,0 0 0,0 0 0,-1 0 0,0 0 0,-1 0 0,0 0 0,-2 17 0,-4 13 0,-2 0 0,-1 0 0,-2-1 0,-2-1 0,-31 65 0,15-46 0,-3-1 0,-72 94 0,91-132 0,-1 0 0,-29 26 0,61-43 0,16-5 0,104-27 49,152-55-1,128-71-935,-346 130 312,-41 16-6251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01.06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650 668 24575,'1'-34'0,"3"-1"0,14-61 0,-5 32 0,-6 29 0,-2-1 0,-1 0 0,-1 0 0,-4-51 0,0 77 0,0 1 0,0 0 0,-1 0 0,0 0 0,-1 0 0,0 1 0,0-1 0,-1 1 0,0-1 0,0 1 0,-1 0 0,0 1 0,-1-1 0,1 1 0,-1 0 0,-1 1 0,1-1 0,-1 1 0,-1 0 0,1 1 0,-1 0 0,-15-8 0,12 8 0,-1 0 0,0 1 0,-1 1 0,1 0 0,0 0 0,-1 1 0,0 1 0,1 0 0,-1 1 0,0 0 0,0 1 0,1 1 0,-1 0 0,1 0 0,-1 1 0,1 1 0,0 0 0,0 0 0,-16 10 0,9-3 0,0 1 0,1 0 0,0 2 0,1 0 0,0 1 0,1 0 0,1 1 0,0 1 0,2 1 0,-17 25 0,12-10 0,0 0 0,2 1 0,2 1 0,1 0 0,1 1 0,-9 53 0,17-68 0,1 1 0,1-1 0,0 1 0,2 0 0,1-1 0,0 1 0,2-1 0,0 1 0,2-1 0,0 0 0,1 0 0,15 31 0,-17-43 0,1 0 0,1 0 0,0 0 0,0-1 0,1 0 0,0 0 0,0-1 0,1 0 0,-1 0 0,2-1 0,-1 0 0,1 0 0,0-1 0,0 0 0,0 0 0,12 3 0,-8-5 0,0 1 0,0-2 0,0 0 0,0 0 0,0-1 0,0-1 0,0 0 0,0-1 0,0-1 0,0 0 0,0 0 0,17-7 0,-3-1 0,0-1 0,-1-1 0,-1-1 0,0-1 0,-1-2 0,0 0 0,-1-2 0,34-34 0,-29 24 0,-2-2 0,-1-1 0,-1 0 0,-2-2 0,33-64 0,-53 93 0,2-2 0,-1 0 0,0-1 0,-1 1 0,1-1 0,-1 1 0,0-1 0,-1 0 0,0 0 0,1-13 0,-11 38 0,-75 204 0,10 4 0,-62 325 0,110-421 0,-16 233 0,42-355 0,-1 4 0,0 0 0,2 0 0,-1 1 0,5 18 0,-5-29 0,0-1 0,1 1 0,-1-1 0,1 1 0,-1 0 0,1-1 0,0 1 0,-1-1 0,1 0 0,0 1 0,0-1 0,0 0 0,0 1 0,0-1 0,0 0 0,1 0 0,-1 0 0,0 0 0,1 0 0,-1 0 0,0 0 0,1 0 0,-1-1 0,1 1 0,0-1 0,-1 1 0,1-1 0,-1 1 0,1-1 0,0 0 0,-1 0 0,1 0 0,0 0 0,-1 0 0,1 0 0,-1 0 0,1 0 0,0-1 0,-1 1 0,4-2 0,7-2 0,-1-1 0,1-1 0,-1 0 0,0-1 0,0 0 0,-1 0 0,0-1 0,16-16 0,70-85 0,-84 94 0,278-400-568,-253 358-229,15-23-6029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01.42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216 1 24575,'-32'218'0,"12"-102"0,-22 185 0,-35 211 0,41-349-1365,27-128-5461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01.8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228 0 24575,'-2'19'0,"2"-8"0,-58 550-7,-25-2 75,3-21-1494,76-507-5400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02.11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1039 24575,'3'-39'0,"4"10"0,1 0 0,2 1 0,0 0 0,2 1 0,1 0 0,18-27 0,9-8 0,62-72 0,-27 47 0,3 2 0,4 4 0,4 4 0,157-110 0,-216 170-682,45-24-1,-57 35-6143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02.40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24575,'12'33'0,"30"110"46,41 254 1,-26-102-1505,-42-231-5368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03.04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674 235 24575,'-2'-4'0,"-1"0"0,1 0 0,0 0 0,1-1 0,-1 1 0,1-1 0,0 1 0,0-1 0,0 1 0,0-1 0,1 0 0,0 1 0,0-1 0,0 0 0,1 1 0,-1-1 0,1 1 0,0-1 0,1 1 0,-1-1 0,1 1 0,-1-1 0,2 1 0,-1 0 0,0 0 0,1 0 0,3-4 0,0-1 0,2 1 0,-1 0 0,1 0 0,0 1 0,1-1 0,-1 2 0,1-1 0,1 1 0,-1 1 0,14-6 0,-10 6 0,1 0 0,-1 1 0,1 1 0,0 0 0,0 1 0,0 0 0,0 2 0,0-1 0,15 3 0,-23-2 0,-1 1 0,1-1 0,-1 1 0,0 1 0,0-1 0,0 1 0,0 0 0,0 0 0,0 1 0,0-1 0,0 1 0,-1 0 0,0 0 0,1 1 0,-1-1 0,0 1 0,-1 0 0,1 0 0,-1 0 0,0 0 0,0 1 0,0 0 0,0-1 0,-1 1 0,0 0 0,3 9 0,-2 0 0,0 1 0,-2 0 0,1 0 0,-2 0 0,0 0 0,-1 0 0,0 0 0,-7 26 0,-2 0 0,-29 75 0,14-57 0,-1-1 0,-4-1 0,-1-1 0,-3-2 0,-3-1 0,-51 56 0,83-103 0,3-3 0,0 0 0,-1-1 0,1 1 0,-1-1 0,0 0 0,0 0 0,-3 2 0,11-5 0,0 0 0,0 0 0,0 0 0,0 1 0,0-1 0,0 1 0,0 0 0,0 1 0,0-1 0,5 2 0,57 13 0,-63-14 0,18 6 0,0 1 0,-1 0 0,0 2 0,0 0 0,-1 1 0,0 2 0,-1 0 0,-1 0 0,0 2 0,-1 0 0,0 2 0,-2-1 0,1 2 0,-2 0 0,-1 1 0,21 38 0,-25-40 0,0 1 0,-2 0 0,0 1 0,-1 0 0,0 0 0,-2 0 0,0 1 0,-2-1 0,0 1 0,-1 0 0,-1 0 0,0-1 0,-2 1 0,0 0 0,-2-1 0,0 1 0,-1-1 0,-1 0 0,-16 35 0,11-33 0,-1-2 0,0 1 0,-1-2 0,-1 0 0,-1 0 0,-1-1 0,0-1 0,-1-1 0,-38 26 0,30-26 0,-1 0 0,0-2 0,-1-1 0,-1-1 0,0-1 0,-1-1 0,-33 5 0,22-8 0,-1-1 0,1-2 0,-1-2 0,1-2 0,-1-2 0,1-1 0,0-2 0,0-2 0,1-1 0,0-2 0,-62-27 0,-7-20-1365,15-4-5461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8.20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655 94 24575,'-1'-2'0,"0"0"0,-1 0 0,1 0 0,-1 1 0,0-1 0,1 0 0,-1 1 0,0-1 0,-3-1 0,0-1 0,-5-5 0,0 1 0,-1 0 0,0 0 0,0 1 0,-20-9 0,23 13 0,1 0 0,-1 1 0,0 0 0,0 0 0,0 1 0,0 0 0,0 0 0,0 1 0,0 0 0,-15 2 0,0 3 0,-1 1 0,1 0 0,0 2 0,1 1 0,-1 0 0,2 2 0,-1 1 0,2 0 0,-39 31 0,42-29 0,0 1 0,1 1 0,0 1 0,1 0 0,1 1 0,1 0 0,0 1 0,2 1 0,0 0 0,-15 38 0,23-47 0,0 0 0,0 1 0,1 0 0,0 0 0,1-1 0,0 1 0,1 0 0,0 0 0,1 0 0,1 0 0,0 0 0,0-1 0,1 1 0,7 18 0,-6-22 0,-1-1 0,1 0 0,1 0 0,-1-1 0,1 1 0,0-1 0,1 0 0,0-1 0,-1 1 0,2-1 0,-1 0 0,1 0 0,-1-1 0,1 0 0,1 0 0,-1-1 0,0 1 0,1-2 0,0 1 0,-1-1 0,1 0 0,12 1 0,-7-2 0,0 0 0,0-1 0,0-1 0,0 0 0,0 0 0,0-1 0,0-1 0,-1 0 0,23-9 0,-17 4 0,0-1 0,-1-1 0,0 0 0,0-1 0,29-27 0,-23 15 0,0-1 0,-1-1 0,-2-1 0,0-1 0,-2 0 0,-1-2 0,20-45 0,-33 64 0,1 1 0,-1 0 0,0-1 0,-1 1 0,0-1 0,0 0 0,-1 0 0,1-16 0,-3 26 0,0 0 0,0 0 0,0 0 0,0 0 0,0 0 0,0 0 0,0 0 0,-1 0 0,1 0 0,0 0 0,0 0 0,0 0 0,0 0 0,0 0 0,0 0 0,0 1 0,0-1 0,0 0 0,0 0 0,0 0 0,0 0 0,0 0 0,-1 0 0,1 0 0,0 0 0,0 0 0,0 0 0,0 0 0,0 0 0,0 0 0,0 0 0,0 0 0,0 0 0,0-1 0,0 1 0,0 0 0,-1 0 0,1 0 0,0 0 0,0 0 0,0 0 0,0 0 0,0 0 0,0 0 0,0 0 0,0 0 0,0 0 0,0 0 0,0 0 0,0 0 0,0 0 0,0 0 0,0-1 0,0 1 0,0 0 0,0 0 0,0 0 0,0 0 0,0 0 0,0 0 0,0 0 0,0 0 0,0 0 0,0 0 0,0 0 0,0-1 0,0 1 0,-6 8 0,5-8 0,-18 30 0,1 1 0,2 0 0,-18 46 0,21-45 0,-216 606 0,57 20 0,131-449 0,41-207 0,-1 0 0,1 1 0,0-1 0,-1 0 0,1 0 0,0 0 0,0 0 0,1 0 0,-1 0 0,0 0 0,1 0 0,-1 0 0,2 3 0,-1-4 0,-1-1 0,1 1 0,0-1 0,0 1 0,0-1 0,0 1 0,0-1 0,0 0 0,0 1 0,0-1 0,0 0 0,-1 0 0,1 0 0,0 0 0,0 0 0,0 0 0,0 0 0,0 0 0,0 0 0,0 0 0,0 0 0,0-1 0,0 1 0,0 0 0,0-1 0,0 1 0,0-1 0,0 1 0,1-2 0,13-5 0,-1-1 0,1-1 0,-1 0 0,-1-1 0,0 0 0,16-18 0,70-81 0,-83 90 0,310-414-883,-305 402 401,-2 4-6344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8.55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286 1 24575,'0'0'0,"0"0"0,-3 20 0,-191 820 0,117-526 0,66-265-1365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03.82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0 466 24575,'0'0'0,"15"-3"0,507-61 0,-344 49 0,268-57 0,-407 63 0,40-17 0,-64 20 0,-1-1 0,0 0 0,0-1 0,0 0 0,18-16 0,-30 23 0,0-1 0,0 0 0,0 1 0,0-1 0,0 0 0,0 0 0,-1 0 0,1-1 0,-1 1 0,0 0 0,1-1 0,-1 1 0,0-1 0,-1 1 0,1-1 0,0 1 0,-1-1 0,1 1 0,-1-1 0,0-3 0,0 2 0,-1 1 0,0 0 0,0-1 0,0 1 0,0 0 0,-1 0 0,1 0 0,-1 0 0,0 0 0,0 0 0,0 1 0,0-1 0,-5-4 0,-5-3 0,-1-1 0,0 2 0,-1 0 0,0 1 0,-20-10 0,14 9 0,0 0 0,0 1 0,-1 1 0,0 1 0,-1 1 0,-42-5 0,64 10 0,0 0 0,0 0 0,-1 0 0,1 0 0,0 0 0,0 0 0,0 0 0,0 0 0,-1 0 0,1 0 0,0 0 0,0 0 0,0 0 0,-1 0 0,1 0 0,0 0 0,0 0 0,0 0 0,0 0 0,-1 0 0,1 0 0,0 0 0,0 1 0,0-1 0,0 0 0,-1 0 0,1 0 0,0 0 0,0 0 0,0 0 0,0 0 0,0 1 0,0-1 0,-1 0 0,1 0 0,0 0 0,0 0 0,0 1 0,0-1 0,0 0 0,0 0 0,0 0 0,0 0 0,0 1 0,0-1 0,0 0 0,0 0 0,0 0 0,0 1 0,0-1 0,0 0 0,0 0 0,0 0 0,0 1 0,10 11 0,17 11 0,127 76 0,-91-62 0,69 55 0,-127-88 0,0 0 0,0 0 0,0 0 0,0 1 0,-1 0 0,0 0 0,0 0 0,-1 0 0,1 0 0,-1 1 0,0 0 0,0 0 0,-1-1 0,0 2 0,0-1 0,0 0 0,-1 0 0,0 0 0,0 1 0,-1-1 0,1 1 0,-1-1 0,-1 0 0,0 8 0,-3 7-682,-13 41-1,-13 23-6143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04.56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10 472 24575,'-5'2'0,"0"1"0,14 2 0,17 3 0,0-1 0,1-2 0,0 0 0,0-2 0,46 0 0,-56-3 0,124 1 0,0-7 0,-1-6 0,0-6 0,205-53 0,-323 66 0,-9 2 0,0 0 0,0-1 0,-1 0 0,14-7 0,-23 10 0,-1 0 0,0 0 0,0 0 0,0-1 0,0 1 0,0-1 0,0 1 0,0-1 0,0 0 0,-1 0 0,1 0 0,-1 0 0,1 0 0,-1 0 0,0 0 0,0 0 0,0-1 0,0 1 0,0 0 0,0-1 0,-1 1 0,1-1 0,-1 1 0,1-1 0,-1 1 0,0-1 0,0-3 0,-2-4 0,-1 0 0,1 1 0,-2-1 0,1 1 0,-1-1 0,0 1 0,-1 0 0,0 1 0,-13-17 0,-3 0 0,-40-40 0,55 60 0,-64-59 0,60 55 0,-1 1 0,1 1 0,-1 0 0,-1 1 0,-14-7 0,26 13 0,0 1 0,-1-1 0,1 0 0,0 0 0,0 0 0,0 0 0,0 0 0,-1 1 0,1-1 0,0 0 0,0 0 0,0 0 0,0 1 0,0-1 0,0 0 0,-1 0 0,1 0 0,0 1 0,0-1 0,0 0 0,0 0 0,0 1 0,0-1 0,0 0 0,0 0 0,0 1 0,0-1 0,0 0 0,0 0 0,0 1 0,0-1 0,1 0 0,-1 0 0,0 0 0,0 1 0,0-1 0,0 0 0,0 0 0,0 0 0,1 1 0,-1-1 0,8 22 0,1-1 0,2 0 0,0-1 0,1 0 0,21 27 0,-7-10 0,19 28 0,-15-23 0,-1 1 0,41 85 0,-64-114 0,0 1 0,-1-1 0,-1 1 0,0 1 0,-1-1 0,-1 0 0,0 1 0,-1-1 0,-1 1 0,0 0 0,-1-1 0,-1 1 0,-6 27 0,0-20-195,-1-1 0,0 0 0,-2-1 0,0 0 0,-2-1 0,-19 26 0,-31 32-6631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15.54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1434 1 24575,'-6'20'0,"-84"271"-55,-148 324-1,122-371-128,-10-5-1,-247 349 0,367-581 185,-117 152 0,102-135 0,-1-1 0,0-1 0,-2-1 0,-30 20 0,50-38 13,1 0 0,-2-1 0,1 1 0,0-1-1,0 0 1,-1 0 0,1-1 0,-1 1 0,1-1 0,-1 0 0,0 0 0,0-1 0,1 1-1,-1-1 1,0 0 0,-9-2 0,10 1 11,0-1-1,0 1 1,0-1-1,0 0 0,0-1 1,0 1-1,1-1 1,-1 0-1,1 1 1,0-2-1,-1 1 1,1 0-1,1 0 1,-1-1-1,0 0 1,1 0-1,0 1 1,-3-7-1,-5-14-23,0 0 0,2-1 0,0 0 0,2 0 0,0-1 0,-1-26 0,1-17 0,4-74 0,4 68 0,20-123 0,-17 166 0,3 0 0,0 1 0,2 1 0,1-1 0,1 2 0,25-43 0,-33 66 0,0-1 0,0 1 0,1 0 0,0 0 0,1 0 0,-1 1 0,1-1 0,0 1 0,0 1 0,12-8 0,-13 10 0,0 0 0,0 1 0,0-1 0,0 1 0,0 0 0,0 0 0,0 0 0,0 1 0,0 0 0,0 0 0,1 0 0,-1 0 0,0 1 0,0 0 0,0 0 0,0 1 0,5 1 0,7 5 0,-2 0 0,1 0 0,-1 2 0,0 0 0,-1 0 0,0 1 0,-1 1 0,0 1 0,-1 0 0,17 23 0,6 12 0,51 95 0,97 273 0,-63-127 0,-102-251 60,39 62 0,-47-86-272,0 0 0,1 0 0,0-1-1,1-1 1,1 0 0,26 19 0,5-5-6614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15.85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109 66 24575,'28'-20'0,"-17"13"0,1 0 0,0 1 0,0 0 0,1 1 0,18-6 0,-28 10 0,0 0 0,0 1 0,0-1 0,1 1 0,-1-1 0,0 1 0,0 0 0,1 0 0,-1 1 0,0-1 0,0 1 0,0-1 0,1 1 0,-1 0 0,0 0 0,0 0 0,0 1 0,0-1 0,-1 1 0,1 0 0,0 0 0,-1 0 0,1 0 0,-1 0 0,1 0 0,-1 1 0,0-1 0,0 1 0,1 2 0,2 3 0,-1 0 0,-1 1 0,0-1 0,0 1 0,-1 0 0,0 0 0,0 0 0,-1 0 0,0 0 0,0 0 0,-2 10 0,-1 14 0,-11 55 0,-3-17 0,-3-2 0,-2 0 0,-48 101 0,-118 187 0,186-356 0,-1 2 0,1 0 0,-1 0 0,0 0 0,1 1 0,0-1 0,0 0 0,-2 6 0,3-8 0,0 0 0,1 0 0,-1 0 0,0 0 0,0 0 0,1 0 0,-1 0 0,0-1 0,1 1 0,-1 0 0,1 0 0,-1 0 0,1-1 0,-1 1 0,1 0 0,0-1 0,-1 1 0,1 0 0,0-1 0,-1 1 0,1-1 0,0 1 0,0-1 0,0 1 0,-1-1 0,1 0 0,0 1 0,0-1 0,0 0 0,0 0 0,0 0 0,0 0 0,0 0 0,1 0 0,17 3 13,-1-2-1,1 0 0,-1-1 1,1-1-1,29-5 0,96-26-640,-106 23-183,67-17-6015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16.10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228 0 24575,'0'0'0,"0"1"0,-1 3 0,-1 13 0,-6 23 0,-8 31 0,-10 31 0,-7 22 0,-5 12 0,-1 4 0,3-2 0,7-26-8191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16.84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1260 0 24575,'-1'14'0,"0"0"0,-1 0 0,-1-1 0,0 1 0,-5 13 0,0 0 0,-57 178 0,-9-3 0,-109 209 0,129-304 0,-123 182 0,146-247 0,0-2 0,-3-1 0,-1-2 0,-2-2 0,-2-1 0,-80 56 0,104-81 0,0-1 0,-1 0 0,1-1 0,-2 0 0,1-1 0,0-1 0,-21 3 0,31-7 0,0 0 0,0 0 0,0-1 0,0 0 0,0 0 0,0-1 0,0 0 0,0 0 0,0 0 0,0-1 0,0 1 0,1-1 0,-1-1 0,1 1 0,-1-1 0,1 0 0,0 0 0,0-1 0,0 1 0,1-1 0,-1 0 0,1-1 0,-8-8 0,3-1 0,1-1 0,0 0 0,1 0 0,1 0 0,0-1 0,1 0 0,1 0 0,0 0 0,1-1 0,-1-16 0,1-17 0,2 0 0,5-53 0,-3 74 0,1 0 0,2 0 0,0 0 0,2 1 0,2 0 0,19-49 0,-27 76 0,0 0 0,0-1 0,1 1 0,-1 0 0,1 0 0,-1 0 0,1 0 0,0 0 0,-1 0 0,1 0 0,0 0 0,0 0 0,0 0 0,-1 1 0,1-1 0,0 0 0,0 0 0,0 1 0,0-1 0,0 1 0,1-1 0,-1 1 0,0-1 0,0 1 0,0 0 0,0-1 0,0 1 0,1 0 0,-1 0 0,0 0 0,0 0 0,0 0 0,1 0 0,-1 0 0,0 0 0,0 1 0,0-1 0,0 0 0,1 1 0,-1-1 0,0 1 0,0-1 0,0 1 0,0 0 0,0-1 0,0 1 0,0 0 0,1 1 0,4 4 0,0 0 0,0 0 0,-1 1 0,0 0 0,7 13 0,12 23 0,-3 2 0,-1 1 0,26 94 0,19 153 0,-62-278 0,17 96-94,16 79 307,-26-151-708,1-1 1,28 64-1,-11-46-6331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17.23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0 120 24575,'2'-5'0,"0"1"0,0-1 0,1 1 0,0-1 0,0 1 0,0 0 0,0 0 0,0 0 0,1 0 0,0 0 0,-1 1 0,9-5 0,1-1 0,0 1 0,0 1 0,15-7 0,-17 10 0,0 0 0,0 0 0,0 1 0,0 0 0,1 1 0,-1 1 0,1-1 0,0 2 0,-1 0 0,1 0 0,-1 1 0,1 0 0,-1 1 0,13 4 0,-16-3 0,0 0 0,1 0 0,-1 1 0,0 0 0,-1 1 0,1 0 0,-1 0 0,0 1 0,0-1 0,-1 2 0,1-1 0,-1 1 0,-1 0 0,1 0 0,-1 0 0,-1 1 0,1-1 0,-1 1 0,3 9 0,-1 1 0,-1 1 0,-1-1 0,0 1 0,-2 0 0,0 0 0,-1 1 0,0-1 0,-2 0 0,0 0 0,-2 0 0,-7 30 0,-2-1 0,-3-1 0,-1 0 0,-31 58 0,7-27 0,-3-2 0,-3-2 0,-98 119 0,144-193 0,-1 1 0,0 0 0,1-1 0,-1 1 0,1 0 0,-1 0 0,1-1 0,-1 1 0,1 0 0,-1 0 0,1 0 0,0-1 0,0 1 0,-1 0 0,1 0 0,0 0 0,0 0 0,0 0 0,0 1 0,0-1 0,1-1 0,-1 1 0,0-1 0,1 1 0,-1 0 0,0-1 0,1 0 0,-1 1 0,1-1 0,-1 1 0,1-1 0,-1 0 0,1 1 0,-1-1 0,1 0 0,-1 1 0,1-1 0,0 0 0,-1 0 0,1 0 0,0 1 0,41 1 0,-4-6 24,0-2 0,1-2 0,-2-1 0,63-24 0,136-72-1509,-131 51-5341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17.60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5 24575,'3'-1'0,"0"0"0,1 0 0,-1 1 0,0-1 0,0 1 0,0 0 0,1 0 0,2 0 0,6 0 0,4 0 0,1 1 0,-1 0 0,0 2 0,1-1 0,-1 2 0,0 0 0,-1 1 0,1 1 0,-1 0 0,0 1 0,0 1 0,-1 0 0,0 1 0,-1 0 0,0 1 0,0 1 0,-1 0 0,0 1 0,-1 0 0,-1 1 0,0 0 0,0 0 0,-1 1 0,-1 0 0,-1 1 0,0 0 0,0 0 0,-2 1 0,0-1 0,6 31 0,-9-18 0,-1 1 0,-1 0 0,-1-1 0,-1 1 0,-2-1 0,-1 0 0,-1 0 0,-2 0 0,-16 41 0,-7 3 0,-2-1 0,-54 81 0,45-86 0,37-53 0,12-8 0,24-7 0,-27 1 0,72-12 53,145-47 0,67-46-1127,-257 94 677,65-26-6429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18.33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1744 1 24575,'-4'6'0,"-293"469"0,266-420 0,-276 512-706,-26 47 559,116-264-204,172-286 288,-3-3 1,-2-1-1,-70 63 1,107-110 59,-2-1 0,0 0 1,0-1-1,-22 11 1,34-20 27,0 0 0,0 0 0,-1-1 0,1 1 0,-1-1 0,1 0 0,-1 0 0,0-1 1,1 1-1,-1-1 0,0 1 0,0-1 0,1 0 0,-1-1 0,0 1 0,1-1 0,-1 1 0,0-1 0,1 0 0,-1-1 1,1 1-1,-1 0 0,1-1 0,0 0 0,-1 0 0,1 0 0,-5-5 0,2 1-9,1 0 1,0-1-1,0 0 1,0 0-1,1 0 0,0-1 1,0 0-1,-4-14 0,0-7-20,-7-39-1,3-9 182,4 0 0,4-149 0,11 104-129,27-137 0,5 71-48,-30 158 0,1-1 0,1 1 0,29-55 0,-38 81 0,0 1 0,0-1 0,0 1 0,1 0 0,-1 0 0,1 0 0,0 0 0,5-4 0,-6 6 0,-1 0 0,0 1 0,0-1 0,1 1 0,-1-1 0,1 1 0,-1 0 0,0-1 0,1 1 0,-1 0 0,1 0 0,-1 0 0,0 0 0,1 0 0,-1 1 0,1-1 0,-1 0 0,1 1 0,-1-1 0,0 0 0,1 1 0,-1 0 0,0-1 0,0 1 0,1 0 0,-1 0 0,2 1 0,4 5 0,1-1 0,-1 1 0,-1 0 0,0 0 0,0 1 0,0 0 0,5 9 0,30 66 0,-34-67 0,29 72 0,35 126 0,6 96 0,5 16 0,-66-272 30,2-1 0,2-1 0,43 77 0,-51-108-165,1-1 0,0 0 0,1-1 0,2-1 0,0 0 0,0-1 0,2-1 0,0 0 0,1-1 0,38 22 0,-7-14-6691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18.87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2 136 24575,'-1'-1'0,"1"0"0,0 0 0,0 0 0,0 0 0,0 0 0,0 0 0,0 0 0,0 1 0,0-1 0,0 0 0,0 0 0,0 0 0,1 0 0,-1 0 0,0 0 0,1 0 0,-1 0 0,1 0 0,-1 1 0,2-3 0,10-16 0,-5 11 0,1 0 0,0 1 0,0 0 0,0 1 0,1 0 0,0 0 0,0 1 0,1 0 0,-1 0 0,1 1 0,18-5 0,-6 4 0,0 0 0,0 1 0,0 1 0,36 0 0,-36 4 0,-1 0 0,0 2 0,0 0 0,0 1 0,0 1 0,-1 1 0,0 1 0,0 1 0,0 0 0,24 16 0,-31-16 0,0 1 0,0 0 0,-1 1 0,0 0 0,-1 1 0,0 1 0,-1 0 0,0 0 0,-1 1 0,-1 0 0,0 1 0,0-1 0,-1 1 0,8 27 0,-9-16 0,-1 0 0,-1 0 0,-2 0 0,0 1 0,-2-1 0,-1 1 0,0-1 0,-2 0 0,-1 0 0,-1 0 0,-15 43 0,-8 9 0,-4 0 0,-52 91 0,26-61 0,-5-2 0,-94 121 0,148-216 0,6-5 0,9-6 0,9-2 0,486-108-208,-373 80-949,-73 18-5669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19.40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36 24575,'1'-1'0,"-1"0"0,0 1 0,1-1 0,-1 0 0,0 0 0,1 0 0,-1 1 0,1-1 0,0 0 0,-1 0 0,1 1 0,0-1 0,-1 0 0,1 1 0,0-1 0,-1 1 0,1-1 0,0 1 0,0-1 0,0 1 0,0 0 0,-1-1 0,2 1 0,25-8 0,-24 7 0,16-3 0,-1 1 0,1 1 0,0 0 0,0 1 0,36 4 0,-46-2 0,0 0 0,0 0 0,-1 1 0,1 0 0,0 1 0,-1 0 0,0 0 0,1 1 0,-1 0 0,-1 1 0,1-1 0,-1 1 0,1 1 0,10 10 0,-14-11 0,-1 1 0,0-1 0,0 1 0,0-1 0,-1 1 0,0 0 0,0 0 0,0 0 0,-1 0 0,1 1 0,-1-1 0,-1 0 0,0 0 0,0 1 0,0-1 0,0 0 0,-1 1 0,0-1 0,0 0 0,-3 8 0,-4 12 0,-1-1 0,-2 1 0,-17 31 0,-112 166 0,55-96 0,76-114 0,2 0 0,0 0 0,0 1 0,-6 20 0,11-27 0,1-1 0,-1 1 0,1-1 0,1 1 0,-1 0 0,1-1 0,1 1 0,-1 0 0,1-1 0,0 1 0,0 0 0,4 8 0,1 0 0,0 0 0,2-1 0,0 0 0,1 0 0,0 0 0,1-1 0,12 13 0,89 80 0,-89-87 0,75 63 0,-50-44 0,-1 1 0,44 52 0,-88-89 0,0 0 0,0-1 0,-1 1 0,1 0 0,-1 0 0,1 1 0,-1-1 0,0 0 0,0 0 0,0 1 0,0-1 0,-1 0 0,1 1 0,0-1 0,-1 1 0,0-1 0,1 1 0,-1 3 0,-1-4 0,0-1 0,1 1 0,-1-1 0,0 1 0,0-1 0,0 0 0,0 1 0,0-1 0,0 0 0,0 1 0,0-1 0,0 0 0,-1 0 0,1 0 0,0 0 0,-1 0 0,1-1 0,-1 1 0,1 0 0,-4 0 0,-5 2 0,0-1 0,0 0 0,0 0 0,-1-1 0,1 0 0,0-1 0,-16-2 0,-6-3-341,0-1 0,0-1-1,-53-21 1,-7-9-6485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0.32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1 315 24575,'170'27'0,"134"20"0,1-27 0,-295-20 0,-2 0 0,0 0 0,0 0 0,0-1 0,1 0 0,14-4 0,-22 4 0,1 1 0,-1-1 0,0 0 0,1 0 0,-1 1 0,0-1 0,1 0 0,-1 0 0,0 0 0,0-1 0,0 1 0,0 0 0,0 0 0,0 0 0,0-1 0,0 1 0,-1 0 0,1-1 0,0 1 0,-1-1 0,1 1 0,-1-1 0,0 1 0,1-1 0,-1 1 0,0-1 0,0 0 0,0 1 0,0-1 0,0 1 0,0-1 0,-1 1 0,1-1 0,0 1 0,-1-1 0,0-2 0,-5-12 0,0 0 0,-1 0 0,-1 1 0,0 0 0,-1 0 0,-1 1 0,-18-21 0,-9-5 0,-42-37 0,62 61 0,8 6 0,-1 1 0,0 0 0,-1 0 0,0 1 0,0 1 0,-1 0 0,-22-10 0,47 49 0,45 58 0,-33-53 0,36 72 0,-55-95 0,-1-1 0,0 1 0,-1 0 0,0 0 0,-1 0 0,-1 0 0,0 0 0,-1 1 0,-2 25 0,-1-18 17,-2 1 1,-1-1-1,-1 0 0,-1-1 0,-18 42 0,0-14-751,-39 58 0,-5-6-6092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1.28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648 264 24575,'-9'-22'0,"-4"0"0,0 1 0,-1 0 0,-1 1 0,0 1 0,-25-23 0,30 31 0,-2 1 0,0 0 0,0 1 0,-1 0 0,0 1 0,0 1 0,-1 0 0,0 0 0,-28-8 0,35 14 0,1 0 0,0 0 0,0 1 0,-1-1 0,1 1 0,0 1 0,-1-1 0,1 1 0,0 0 0,0 1 0,0-1 0,-9 5 0,5-2 0,1 1 0,0 0 0,0 0 0,0 1 0,1 1 0,-15 13 0,5 0 0,1 1 0,0 0 0,2 1 0,-25 47 0,24-37 0,1 1 0,1 1 0,2 0 0,1 1 0,2 0 0,1 0 0,2 1 0,2 0 0,1 0 0,2 1 0,4 50 0,-1-76 0,-1 0 0,2 0 0,-1 0 0,2-1 0,-1 1 0,2-1 0,-1 0 0,7 11 0,-8-17 0,0 1 0,0-1 0,1 0 0,-1 0 0,1 0 0,0-1 0,0 1 0,0-1 0,1 0 0,-1 0 0,1-1 0,0 1 0,-1-1 0,1 0 0,0 0 0,0-1 0,1 1 0,8 0 0,-2-1 0,0-1 0,0-1 0,0 0 0,0 0 0,0-1 0,0-1 0,0 0 0,-1-1 0,1 0 0,-1-1 0,0 0 0,0 0 0,-1-1 0,0-1 0,15-11 0,4-6 0,-1-1 0,-1-1 0,41-50 0,-47 51 0,-2 0 0,0 0 0,-2-2 0,-1 0 0,22-50 0,-59 103 0,-23 47 0,2 3 0,-35 89 0,-47 168 0,1 50 0,32 13 0,89-384 0,0-2 0,0 0 0,1 0 0,0 15 0,1-23 0,0-1 0,0 1 0,0-1 0,1 1 0,-1-1 0,0 1 0,1 0 0,-1-1 0,1 1 0,-1-1 0,1 0 0,0 1 0,-1-1 0,1 1 0,0-1 0,0 0 0,0 0 0,0 1 0,0-1 0,0 0 0,0 0 0,1 0 0,-1 0 0,0 0 0,1-1 0,-1 1 0,0 0 0,3 0 0,2 0 0,0 0 0,0 0 0,1-1 0,-1 0 0,0 0 0,0 0 0,0-1 0,11-3 0,51-17 0,-42 12 0,67-24-682,164-83-1,-210 90-6143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1.67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392 1 24575,'0'0'0,"1"0"0,1 0 0,-1 1 0,1-1 0,-1 1 0,1-1 0,-1 1 0,0 0 0,1 0 0,-1-1 0,0 1 0,1 0 0,-1 0 0,0 0 0,0 1 0,0-1 0,0 0 0,0 0 0,2 3 0,12 27 0,-13-20 0,0 0 0,0 1 0,-1-1 0,-1 0 0,0 0 0,0 0 0,-1 0 0,0 1 0,-6 17 0,-2 4 0,-1-2 0,-15 33 0,-5-2 0,-3 0 0,-2-3 0,-3-1 0,-3-1 0,-1-3 0,-3-1 0,-63 56 0,95-94 0,13-15 0,0 0 0,0 1 0,-1-1 0,1 0 0,0 0 0,0 0 0,0 0 0,0 1 0,0-1 0,0 0 0,0 0 0,0 0 0,0 1 0,0-1 0,0 0 0,0 0 0,0 0 0,0 1 0,0-1 0,0 0 0,0 0 0,0 0 0,0 1 0,0-1 0,0 0 0,0 0 0,0 0 0,1 0 0,-1 1 0,0-1 0,0 0 0,0 0 0,0 0 0,0 0 0,0 1 0,1-1 0,-1 0 0,0 0 0,0 0 0,31 0 0,-15-1 0,67-6 40,-2-4 0,89-23 0,154-64-1525,-231 64-5341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2.16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588 1 24575,'-2'6'0,"-149"401"0,-184 454 0,318-821 0,9-19 0,-1-1 0,-1 1 0,-20 29 0,30-50 0,0 0 0,0 1 0,-1-1 0,1 0 0,0 1 0,0-1 0,0 0 0,-1 1 0,1-1 0,0 0 0,0 0 0,-1 1 0,1-1 0,0 0 0,0 0 0,-1 0 0,1 1 0,0-1 0,-1 0 0,1 0 0,0 0 0,-1 0 0,1 0 0,0 0 0,-1 1 0,1-1 0,0 0 0,-1 0 0,1 0 0,-1 0 0,1 0 0,0-1 0,-1 1 0,1 0 0,0 0 0,-1 0 0,1 0 0,0 0 0,-1 0 0,-7-16 0,3-26 0,6 12 0,2-1 0,1 1 0,1-1 0,2 2 0,1-1 0,23-55 0,0 16 0,65-107 0,-58 117 0,3 3 0,3 0 0,1 3 0,3 2 0,3 2 0,1 3 0,2 1 0,2 3 0,2 3 0,2 2 0,1 3 0,73-30 0,-74 42-1365,-43 19-5461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2.41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24575,'0'0'0,"0"2"0,1 2 0,2 6 0,2 7 0,3 7 0,4 8 0,6 6 0,5 6 0,5 6 0,6 7 0,2 2 0,1 1 0,0 0 0,0-1 0,-1-3 0,-6-11 0,-8-14-8191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2.61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148 25 24575,'0'-3'0,"0"0"0,-1-3 0,1 0 0,0 0 0,0 8 0,-3 21 0,-6 32 0,-5 22 0,-6 13 0,-5 4 0,-2-5 0,1-6 0,4-18-8191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3.59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1 477 24575,'12'-4'0,"1"0"0,19-11 0,2 0 0,315-118 0,68-27 0,-394 151 0,-3 1 0,0-1 0,-1 0 0,22-15 0,-40 24 0,0-1 0,0 1 0,0 0 0,0-1 0,0 0 0,0 1 0,0-1 0,-1 1 0,1-1 0,0 0 0,0 0 0,-1 1 0,1-1 0,0 0 0,-1 0 0,1 0 0,-1 0 0,1 0 0,-1 0 0,0 0 0,1 0 0,-1 0 0,0 0 0,1 0 0,-1 0 0,0 0 0,0 0 0,0 0 0,0 0 0,0 0 0,0 0 0,-1 0 0,1 0 0,0 0 0,0 0 0,-1 0 0,1 0 0,-1 0 0,1 0 0,0 0 0,-1 0 0,0 0 0,1 0 0,-1 0 0,0 1 0,1-1 0,-1 0 0,0 1 0,0-1 0,0 0 0,-1 0 0,-5-4 0,1 1 0,-1 1 0,0-1 0,0 1 0,-13-4 0,3 3 0,1 0 0,-1 1 0,-33-2 0,44 5 0,-1 0 0,0 0 0,0 1 0,0 0 0,0 0 0,1 0 0,-1 1 0,1 0 0,-1 0 0,1 1 0,-1-1 0,-8 7 0,13-7 0,0 0 0,-1 0 0,1 0 0,1 0 0,-1 1 0,0-1 0,1 1 0,-1-1 0,1 1 0,-1-1 0,1 1 0,0 0 0,0 0 0,1-1 0,-1 1 0,0 0 0,1 0 0,0 0 0,0 0 0,0 0 0,0 0 0,0 0 0,0 0 0,1 0 0,0 0 0,0 3 0,3 6 0,0 0 0,1 0 0,0 0 0,13 20 0,10 9 0,2 0 0,2-2 0,41 39 0,-35-38 0,-1 2 0,40 57 0,-72-91-49,0 0 1,-1 0-1,1 1 0,-2-1 0,1 1 1,-1 0-1,-1 0 0,1 0 0,-1 1 1,-1-1-1,0 0 0,0 1 0,-1-1 1,0 1-1,-1-1 0,0 0 0,-1 1 1,1-1-1,-2 0 0,1 0 0,-1 0 1,-1 0-1,1 0 0,-2-1 0,1 0 0,-1 0 1,-11 14-1,2-6-6777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4.12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644 45 24575,'-24'-19'0,"16"15"0,0 0 0,-1 0 0,0 1 0,1 0 0,-1 1 0,0 0 0,0 0 0,0 1 0,0 0 0,0 1 0,-1 0 0,1 0 0,0 1 0,0 1 0,0-1 0,0 1 0,0 0 0,1 1 0,-13 6 0,-3 1 0,1 1 0,1 1 0,0 1 0,0 1 0,-33 29 0,29-20 0,1 1 0,1 2 0,1 0 0,1 2 0,2 0 0,1 1 0,1 1 0,2 1 0,0 0 0,3 1 0,-15 48 0,25-67 0,0 0 0,0 1 0,2-1 0,-1 1 0,2-1 0,0 14 0,1-22 0,-1 0 0,1 0 0,0 0 0,0-1 0,1 1 0,-1-1 0,1 1 0,0-1 0,0 1 0,1-1 0,-1 0 0,1 0 0,0 0 0,0-1 0,0 1 0,0-1 0,1 1 0,0-1 0,6 5 0,-1-4 0,0 0 0,-1-1 0,1 0 0,1 0 0,-1-1 0,0 0 0,1 0 0,-1-1 0,1-1 0,-1 1 0,1-2 0,-1 1 0,1-1 0,-1-1 0,0 1 0,12-5 0,6-2 0,1-1 0,-2-2 0,1-1 0,28-17 0,-22 10 0,-1-2 0,0-2 0,-2 0 0,0-2 0,-2-2 0,-1 0 0,-1-2 0,37-53 0,-53 69 0,-13 26 0,-1 3 0,-285 908 0,227-763 0,-36 104 0,97-262 0,0 1 0,-1 0 0,1 0 0,0 0 0,1 0 0,-1 0 0,1 0 0,0 8 0,0-11 0,1 0 0,-1 0 0,1 0 0,-1 0 0,1 0 0,0 0 0,-1 0 0,1 0 0,0 0 0,0 0 0,0-1 0,-1 1 0,1 0 0,0 0 0,0-1 0,0 1 0,0-1 0,0 1 0,1-1 0,-1 1 0,0-1 0,0 0 0,0 1 0,0-1 0,0 0 0,0 0 0,1 0 0,-1 0 0,0 0 0,0 0 0,0 0 0,0 0 0,1-1 0,0 1 0,16-3 0,-1 0 0,0 0 0,0-2 0,0 0 0,23-11 0,86-47 0,-83 40 0,148-75-1365,-104 55-5461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4.51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249 1 24575,'0'0'0,"0"0"0,3 0 0,-1 1 0,0-1 0,0 1 0,0 0 0,0 0 0,0 0 0,0 0 0,0 0 0,0 0 0,0 1 0,-1-1 0,1 1 0,0-1 0,-1 1 0,1 0 0,-1-1 0,2 3 0,20 34 0,-17-25 0,-2 1 0,0 0 0,0 0 0,-1 0 0,-1 0 0,0 1 0,-1-1 0,0 0 0,-2 1 0,1-1 0,-2 1 0,0-1 0,-1 0 0,0 0 0,-7 19 0,-6 10 0,-2 1 0,-1-2 0,-37 58 0,-65 79 0,46-73 0,75-105 0,-1 0 0,0 0 0,0 0 0,1 0 0,-1 0 0,1 0 0,-1 0 0,1 0 0,-1 0 0,1 0 0,-1 1 0,1-1 0,0 0 0,0 0 0,0 0 0,0 1 0,0-1 0,0 0 0,0 0 0,0 1 0,0 1 0,1-2 0,0-1 0,-1 1 0,1 0 0,0 0 0,0-1 0,0 1 0,-1 0 0,1-1 0,0 1 0,0-1 0,0 1 0,0-1 0,0 1 0,0-1 0,0 0 0,0 1 0,0-1 0,0 0 0,2 0 0,7 1 0,1-1 0,-1-1 0,0 1 0,11-3 0,51-12-273,-1-3 0,0-3 0,-2-3 0,102-51 0,-81 30-6553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5.00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374 0 24575,'-5'13'0,"-253"957"0,243-893 0,0 0 0,-3-1 0,-42 115 0,58-203 0,5-16 0,10-29 0,2 0 0,38-87 0,66-100 0,-75 166 0,86-117 0,-106 164 0,1 1 0,2 2 0,0 0 0,2 2 0,1 1 0,42-27 0,-55 42-455,1 1 0,22-8 0,-17 9-6371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5.22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24575,'0'0'0,"0"0"0,1 1 0,1 0 0,5 6 0,7 6 0,7 8 0,5 9 0,6 9 0,3 11 0,2 7 0,-1 2 0,-2-2 0,-4-5 0,-7-11-8191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5.61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248 1 24575,'30'1'0,"-22"0"0,0 1 0,0-1 0,0 1 0,0 1 0,0 0 0,-1 0 0,0 0 0,1 1 0,-1 0 0,0 0 0,-1 0 0,1 1 0,-1 1 0,0-1 0,0 1 0,-1 0 0,1 0 0,-1 0 0,-1 1 0,1-1 0,-1 1 0,0 1 0,-1-1 0,1 0 0,-2 1 0,4 10 0,-2-1 0,-1 0 0,-1 0 0,0 1 0,-2-1 0,0 1 0,0-1 0,-2 0 0,0 0 0,-1 1 0,-1-1 0,-8 24 0,-2-3 0,-3-2 0,0 0 0,-2 0 0,-39 52 0,-111 119 0,64-82 0,101-121 0,0 2 0,0-1 0,0 0 0,1 1 0,0 0 0,-3 6 0,6-11 0,-1 1 0,1-1 0,0 1 0,-1-1 0,1 1 0,0-1 0,0 1 0,0 0 0,0-1 0,0 1 0,1-1 0,-1 1 0,0 0 0,1-1 0,-1 1 0,1-1 0,-1 1 0,1-1 0,0 1 0,0-1 0,0 0 0,0 1 0,0-1 0,0 0 0,0 0 0,0 0 0,0 0 0,0 0 0,2 1 0,4 3 0,0 0 0,1-1 0,0 0 0,0-1 0,0 0 0,0 0 0,0 0 0,13 1 0,73 7 0,-81-11 0,104 3-455,-1-5 0,161-24 0,-204 16-6371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6.30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0 376 24575,'0'-1'0,"0"0"0,1-1 0,-1 1 0,0 0 0,0 0 0,1 0 0,-1 0 0,0 0 0,1 0 0,-1 0 0,1-1 0,0 1 0,-1 0 0,1 1 0,0-1 0,-1 0 0,1 0 0,0 0 0,0 0 0,0 1 0,1-2 0,29-13 0,-29 14 0,31-10 0,1 0 0,1 3 0,68-9 0,113 3 0,520 42 0,-593-18 0,-140-10 0,1 0 0,0 1 0,0-1 0,0-1 0,0 1 0,0 0 0,0-1 0,5-1 0,-9 1 0,1 1 0,-1 0 0,1 0 0,-1-1 0,1 1 0,-1-1 0,1 1 0,-1 0 0,1-1 0,-1 1 0,0-1 0,1 1 0,-1-1 0,0 1 0,1-1 0,-1 1 0,0-1 0,0 0 0,1 1 0,-1-1 0,0 0 0,-5-21 0,-5 4 0,0 1 0,-1 0 0,-1 1 0,-21-24 0,-63-55 0,75 75 0,-23-21 0,28 28 0,24 25 0,8 7 0,-1 0 0,-1 0 0,-1 1 0,-1 1 0,-1 0 0,0 1 0,-2 0 0,-1 1 0,0 0 0,-2 0 0,0 0 0,-2 1 0,0 0 0,-2 0 0,-1 0 0,-1 0 0,0 0 0,-8 40 0,1-29 17,-2 0 0,-1-1 1,-2 0-1,-1-1 0,-2 0 0,-29 48 0,9-28-512,-1-1 0,-79 85 0,48-69-6331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6.82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492 106 24575,'-1'-5'0,"1"1"0,0-1 0,-1 1 0,0-1 0,0 0 0,0 1 0,-1 0 0,0-1 0,0 1 0,0 0 0,0 0 0,0 0 0,-1 0 0,0 0 0,0 1 0,0-1 0,0 1 0,0 0 0,-1 0 0,1 0 0,-1 0 0,0 1 0,0-1 0,0 1 0,0 0 0,0 0 0,-1 0 0,1 1 0,-1 0 0,1 0 0,-1 0 0,1 0 0,-1 1 0,1-1 0,-1 1 0,0 0 0,-6 2 0,-7 1 0,0 1 0,1 2 0,0-1 0,0 2 0,1 0 0,-1 1 0,2 1 0,-25 17 0,17-9 0,1 1 0,0 1 0,2 1 0,-32 39 0,44-50 0,1 1 0,0 1 0,1-1 0,0 1 0,1 1 0,-5 13 0,9-22 0,0-1 0,0 1 0,1 0 0,-1 0 0,1-1 0,-1 1 0,1 0 0,0 0 0,0 0 0,0-1 0,0 1 0,1 0 0,-1 0 0,1 0 0,0-1 0,0 1 0,0 0 0,0-1 0,0 1 0,0-1 0,1 1 0,-1-1 0,1 0 0,0 0 0,0 1 0,0-1 0,0 0 0,0-1 0,0 1 0,0 0 0,0 0 0,4 1 0,3 1 0,0-1 0,1 0 0,-1 0 0,1-1 0,-1 0 0,1-1 0,-1 0 0,1-1 0,0 0 0,0 0 0,-1-1 0,12-2 0,10-2 0,0-2 0,42-16 0,-35 9 0,45-23 0,-67 28 0,-1 0 0,0 0 0,0-1 0,-1-1 0,18-17 0,-28 26 0,-6 10 0,-8 22 0,5-15 0,-206 500 0,6-19 0,198-474 0,-18 59 0,23-73 0,0-1 0,1 1 0,1 0 0,-1 0 0,1 0 0,0-1 0,1 1 0,2 11 0,-2-17 0,0 1 0,0 0 0,0-1 0,0 1 0,0-1 0,1 1 0,-1-1 0,1 0 0,0 0 0,0 1 0,-1-1 0,1-1 0,1 1 0,-1 0 0,0 0 0,0-1 0,1 1 0,-1-1 0,1 0 0,-1 1 0,1-1 0,-1-1 0,1 1 0,0 0 0,0-1 0,-1 1 0,1-1 0,0 0 0,4 0 0,5 0 0,0 0 0,-1-2 0,1 1 0,-1-1 0,22-7 0,-7-1-341,0-1 0,-1-1-1,35-23 1,4-6-6485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7.19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155 4 24575,'4'1'0,"-1"-1"0,0 1 0,1-1 0,-1 0 0,0 0 0,1 0 0,-1 0 0,1-1 0,3-1 0,11 0 0,-12 2 0,0 0 0,0 0 0,0 1 0,-1 0 0,1 0 0,0 0 0,0 1 0,-1-1 0,1 1 0,-1 1 0,1-1 0,-1 1 0,0 0 0,0 0 0,0 1 0,0-1 0,-1 1 0,0 0 0,1 1 0,-1-1 0,-1 1 0,1-1 0,-1 1 0,0 0 0,0 0 0,0 1 0,0-1 0,-1 1 0,2 6 0,-1 0 0,0 1 0,0 0 0,-1-1 0,-1 1 0,0 0 0,-1 0 0,0 0 0,-1 0 0,-1 0 0,0 0 0,0-1 0,-8 21 0,-1-6 0,-1 0 0,-1-1 0,-2-1 0,-1 0 0,0-1 0,-34 36 0,-131 118 0,177-175 0,0 1 0,1-1 0,-1 1 0,1 0 0,-1 0 0,-3 8 0,6-11 0,1 0 0,0-1 0,-1 1 0,1 0 0,0 0 0,0-1 0,0 1 0,0 0 0,0 0 0,0-1 0,0 1 0,0 0 0,0 0 0,0-1 0,0 1 0,0 0 0,0 0 0,1-1 0,-1 1 0,1 1 0,0-1 0,0 0 0,0 0 0,0 0 0,0 0 0,0 0 0,0 0 0,1 0 0,-1-1 0,0 1 0,1 0 0,-1-1 0,0 1 0,1-1 0,2 1 0,8 1 0,1 0 0,-1-1 0,0-1 0,1 0 0,-1 0 0,1-2 0,-1 1 0,0-1 0,14-5 0,15-5 0,54-23 0,6-13-1365,-6-2-5461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7.58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261 1 24575,'-6'26'0,"-57"224"0,-127 596 0,188-823 0,2-24 0,0 1 0,0 0 0,0 0 0,1 0 0,-1 0 0,0 0 0,0 0 0,0 0 0,0 0 0,0 0 0,0 0 0,0 0 0,0 0 0,0 0 0,0 0 0,0 0 0,1 0 0,-1 0 0,0 0 0,0 0 0,0 0 0,0 0 0,0 0 0,0 0 0,0 0 0,0 0 0,0 0 0,1 0 0,-1 0 0,0 0 0,0 0 0,0 0 0,0 0 0,0 0 0,0 0 0,0 0 0,0 0 0,0 0 0,0 0 0,1 0 0,-1 0 0,0 0 0,0 0 0,0 0 0,0 0 0,0 1 0,0-1 0,0 0 0,0 0 0,0 0 0,0 0 0,0 0 0,0 0 0,0 0 0,0 0 0,0 0 0,0 0 0,0 1 0,0-1 0,0 0 0,0 0 0,0 0 0,0 0 0,0 0 0,0 0 0,0 0 0,19-34 0,-17 31 0,49-97 0,189-348 0,-192 370 0,4 3 0,2 2 0,102-104 0,-144 164-117,-8 8 13,0 0 0,1 0 0,0 1 0,0-1 0,0 1 0,0 0 0,0 1 0,1-1 0,0 1 0,0 0 0,8-3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8.35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241 43 24575,'14'-7'0,"0"0"0,1 2 0,-1-1 0,1 2 0,0 0 0,0 1 0,1 0 0,-1 1 0,0 1 0,1 0 0,-1 2 0,23 2 0,-36-3 0,1 1 0,-1 0 0,1 0 0,-1 0 0,1 0 0,-1 0 0,0 1 0,0-1 0,1 1 0,-1-1 0,0 1 0,0 0 0,0 0 0,-1 0 0,1 0 0,0 0 0,-1 0 0,1 0 0,-1 1 0,0-1 0,0 0 0,0 1 0,0-1 0,0 1 0,-1 0 0,1-1 0,-1 1 0,1 4 0,0 6 0,-1 0 0,0 0 0,-1 0 0,-4 19 0,-5 14 0,-2-1 0,-1 0 0,-3-1 0,-1 0 0,-3-2 0,-37 63 0,56-104 0,1 0 0,-1 0 0,1 0 0,-1 0 0,1 0 0,0 0 0,0 0 0,-1 0 0,1 0 0,0 1 0,0-1 0,0 0 0,0 0 0,0 0 0,0 0 0,1 1 0,-1-1 0,0 0 0,0 0 0,1 0 0,-1 0 0,1 0 0,-1 0 0,1 0 0,0 0 0,0 2 0,27 23 0,-17-17 0,3 3 0,13 11 0,-1 2 0,0 0 0,-2 2 0,23 31 0,-42-50 0,0-1 0,-1 1 0,1 0 0,-2 0 0,1 0 0,-1 1 0,0-1 0,-1 1 0,0 0 0,0 0 0,-1 0 0,0 0 0,0 0 0,-1 0 0,-1 0 0,1-1 0,-1 1 0,-1 0 0,0 0 0,0 0 0,0-1 0,-5 9 0,2-7 0,-1 0 0,0 0 0,-1-1 0,0 0 0,0 0 0,-1-1 0,0 0 0,0 0 0,-1-1 0,0 0 0,-1 0 0,1-1 0,-1-1 0,-1 1 0,-13 4 0,-6 2 0,-2-2 0,0-1 0,0-2 0,-34 4 0,26-6-455,0-2 0,-56-3 0,23-6-6371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8.67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24575,'19'11'0,"295"180"120,-255-148-491,-1 2-1,-3 3 1,51 57 0,-78-73-6455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29.5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282 0 24575,'0'0'0,"-1"5"0,-64 758 72,35-1-830,26-610 217,-21 1684-2836,40 0 1629,1 36 1405,-46-20-2227,-38 0 2679,46-1290-795,-46 3473 517,68-3991 214,17 865 725,-1-663 844,79 402 0,-72-543-3837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33.8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1410 108 24575,'-1'-24'0,"-2"-59"0,-9 98 0,-371 569 0,135-202 0,152-235 0,-205 291 0,292-426 0,-17 21 0,-38 40 0,55-65 0,1 0 0,-1-1 0,0 0 0,0-1 0,-1 1 0,0-2 0,0 0 0,0 0 0,-20 6 0,26-10 0,0 0 0,-1 0 0,1-1 0,0 1 0,-1-1 0,1 0 0,0 0 0,-1-1 0,1 1 0,0-1 0,-1 0 0,1 0 0,0-1 0,0 1 0,0-1 0,0 0 0,0 0 0,0 0 0,1 0 0,-1-1 0,1 0 0,-1 1 0,1-1 0,0-1 0,0 1 0,0 0 0,1-1 0,-1 1 0,1-1 0,0 0 0,0 0 0,-2-4 0,-2-6 0,1 0 0,0 0 0,1-1 0,0 1 0,2-1 0,-1 0 0,2 0 0,0-18 0,2-3 0,2 0 0,1 0 0,3 0 0,18-64 0,-17 76 0,1 0 0,1 0 0,1 2 0,1-1 0,1 1 0,1 1 0,30-36 0,-38 50 0,1 1 0,-1 0 0,1 0 0,0 1 0,0 0 0,1 0 0,-1 0 0,1 1 0,0 1 0,0-1 0,1 1 0,-1 1 0,1-1 0,-1 1 0,1 1 0,15-2 0,-12 4 0,0 0 0,0 0 0,-1 1 0,1 1 0,0 0 0,-1 0 0,0 1 0,0 0 0,0 1 0,0 1 0,19 12 0,-4 1 0,0 1 0,-1 2 0,-1 0 0,-2 1 0,0 2 0,-1 0 0,-1 1 0,-2 1 0,25 47 0,-1 18 0,55 169 0,-68-177 0,-20-58-455,2-1 0,23 43 0,-6-25-6371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34.31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1 180 24575,'5'-36'0,"-2"30"0,0 0 0,1 0 0,0 1 0,0-1 0,0 1 0,1-1 0,0 1 0,0 1 0,0-1 0,0 1 0,1 0 0,0 0 0,8-4 0,4-2 0,1 2 0,-1 0 0,27-6 0,-15 5 0,1 2 0,-1 2 0,1 0 0,0 3 0,54 0 0,-81 2 0,0 1 0,0-1 0,0 1 0,-1-1 0,1 1 0,0 0 0,0 0 0,0 1 0,-1-1 0,1 1 0,0 0 0,-1 0 0,0 0 0,1 0 0,-1 1 0,0-1 0,0 1 0,-1 0 0,1 0 0,0 0 0,-1 0 0,0 0 0,0 1 0,0-1 0,0 1 0,0-1 0,-1 1 0,1 0 0,-1 0 0,0 0 0,0-1 0,-1 1 0,1 0 0,-1 0 0,0 0 0,0 8 0,-1 4 0,0 1 0,-1 0 0,-1-1 0,0 1 0,-2-1 0,-11 29 0,-51 91 0,33-73 0,34-62 0,-1 0 0,1 1 0,0-1 0,-1 0 0,1 1 0,0-1 0,0 1 0,0-1 0,0 0 0,0 1 0,0-1 0,0 0 0,0 1 0,0-1 0,1 0 0,-1 1 0,1-1 0,-1 0 0,1 1 0,-1-1 0,1 0 0,0 0 0,0 0 0,-1 0 0,1 1 0,0-1 0,0 0 0,0-1 0,1 2 0,39 27 0,-31-23 0,37 21 0,-28-17 0,0 1 0,-1 0 0,0 2 0,18 16 0,-32-25 0,0 1 0,0-1 0,0 1 0,-1-1 0,1 1 0,-1 0 0,0 1 0,0-1 0,-1 0 0,0 1 0,0-1 0,0 1 0,-1 0 0,0 0 0,0 0 0,0 0 0,-1-1 0,1 1 0,-2 12 0,-3-1 0,0 1 0,-1-1 0,0 0 0,-2 0 0,0 0 0,0-1 0,-2 0 0,0-1 0,-19 25 0,1-6 0,-1-1 0,-62 55 0,71-72-455,0-1 0,-22 12 0,16-13-6371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34.57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336 0 24575,'0'0'0,"0"1"0,-1 5 0,-3 16 0,-6 27 0,-6 31 0,-6 28 0,-6 18 0,-6 9 0,-4-1 0,-1-4 0,-1-9 0,1-11 0,3-10 0,8-24-8191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35.22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875 0 24575,'4'25'0,"-3"4"0,-1 0 0,-1 0 0,-1 0 0,-8 33 0,-33 117 0,37-154 0,-35 117 0,-6-2 0,-85 176 0,77-207 0,-5-2 0,-4-4 0,-93 116 0,156-218 0,-15 20 0,0-1 0,-1-1 0,-1-1 0,-27 22 0,43-39 0,0 1 0,0-1 0,0 1 0,0-1 0,0 1 0,0-1 0,0 0 0,-1 0 0,1 0 0,0-1 0,-1 1 0,1 0 0,0-1 0,-1 0 0,1 1 0,-1-1 0,1 0 0,0 0 0,-1 0 0,1-1 0,-1 1 0,1-1 0,0 1 0,-1-1 0,1 0 0,0 1 0,-1-1 0,1-1 0,0 1 0,0 0 0,0 0 0,0-1 0,0 1 0,0-1 0,1 0 0,-1 1 0,0-1 0,-2-4 0,-2-4 0,1 0 0,-1 0 0,2-1 0,-1 1 0,1-1 0,1 0 0,-2-13 0,-5-31 0,3 0 0,3-1 0,2 0 0,2 0 0,3 0 0,2 1 0,3-1 0,18-67 0,-24 113 0,0 1 0,1 0 0,1 0 0,-1 0 0,1 0 0,1 0 0,0 1 0,6-10 0,-9 16 0,0 0 0,0 1 0,0-1 0,0 0 0,0 1 0,0-1 0,0 1 0,1 0 0,-1 0 0,1 0 0,-1 0 0,0 0 0,1 0 0,0 0 0,-1 1 0,1 0 0,-1-1 0,1 1 0,0 0 0,-1 0 0,1 0 0,-1 1 0,1-1 0,0 1 0,-1-1 0,1 1 0,-1 0 0,0 0 0,1 0 0,-1 0 0,1 0 0,-1 1 0,0-1 0,2 3 0,8 4 0,-1 1 0,0 1 0,0 0 0,-1 0 0,0 1 0,-1 0 0,-1 1 0,0 0 0,0 1 0,-1-1 0,8 20 0,6 21 0,23 83 0,-41-125 0,78 347 66,-54-219-782,71 215 1,-63-265-6111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35.70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44 21 24575,'1'-1'0,"1"0"0,0 0 0,-1 0 0,1 0 0,0 0 0,-1 0 0,1 0 0,0 1 0,0-1 0,0 1 0,2-1 0,-2 0 0,6-1 0,0 0 0,0 0 0,1 1 0,-1 0 0,0 0 0,0 1 0,1 0 0,11 2 0,-16-1 0,0-1 0,-1 1 0,1 1 0,-1-1 0,0 1 0,1-1 0,-1 1 0,0 0 0,0 0 0,0 0 0,0 0 0,0 1 0,-1-1 0,1 1 0,-1 0 0,1 0 0,-1 0 0,0 0 0,0 0 0,0 0 0,2 7 0,1 6 0,0 0 0,-1 1 0,-1-1 0,-1 1 0,0-1 0,-1 1 0,-1 0 0,0-1 0,-5 27 0,-2-1 0,-1-1 0,-24 68 0,12-55 0,-3-1 0,-37 65 0,57-112 0,-4 11 0,8-17 0,-1 1 0,1-1 0,-1 1 0,1-1 0,0 1 0,-1-1 0,1 1 0,0-1 0,-1 0 0,1 1 0,0-1 0,0 0 0,-1 1 0,1-1 0,0 0 0,0 0 0,-1 0 0,1 0 0,0 0 0,0 0 0,0 0 0,-1 0 0,1 0 0,1-1 0,19 3 0,0 0 0,-1 1 0,1 1 0,-1 0 0,0 2 0,0 1 0,-1 0 0,0 1 0,0 1 0,21 14 0,-8-2 0,0 2 0,-1 1 0,-1 1 0,40 44 0,-65-64 0,1 1 0,-1-1 0,-1 1 0,1 0 0,-1 0 0,0 1 0,-1-1 0,1 1 0,-1 0 0,0 0 0,-1 0 0,0 0 0,0 0 0,0 1 0,-1-1 0,0 0 0,-1 1 0,0-1 0,0 1 0,0-1 0,-1 1 0,-3 11 0,0-3 0,-2-1 0,0 1 0,0-1 0,-1-1 0,-1 0 0,-1 0 0,0 0 0,-1-1 0,0 0 0,-1-1 0,0 0 0,-1-1 0,0 0 0,-1-1 0,-25 15 0,16-12 0,-1 0 0,0-2 0,-1-1 0,0-1 0,0-1 0,-1-2 0,0 0 0,-1-1 0,-37 2 0,55-7-114,1 0 1,-1 0-1,0 0 0,1-1 0,-1 0 1,0 0-1,1-1 0,0 0 0,-1-1 1,1 1-1,-10-6 0,-13-15-6712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36.05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23 24575,'3'0'0,"1"0"0,-1 0 0,1 0 0,-1-1 0,1 1 0,-1-1 0,0 0 0,5-1 0,8-3 0,10 1 0,1 0 0,-1 1 0,1 2 0,40 2 0,-57 0 0,-1 0 0,0 1 0,1 1 0,-1-1 0,0 1 0,0 1 0,-1-1 0,1 2 0,-1-1 0,0 1 0,0 0 0,0 1 0,-1 0 0,1 0 0,-1 1 0,8 10 0,-4-2 0,-1 1 0,-1 0 0,0 1 0,-1 0 0,-1 0 0,0 0 0,-2 1 0,0 0 0,-1 1 0,0-1 0,-2 1 0,0-1 0,-1 1 0,-4 36 0,0-21 0,-1-1 0,-2 1 0,-1-1 0,-2-1 0,-1 0 0,-2 0 0,-23 45 0,14-40 0,-37 45 0,16-22 0,41-59 0,1 0 0,-1 0 0,0 0 0,0 0 0,0 0 0,1 0 0,-1 0 0,1 1 0,-1-1 0,1 0 0,-1 1 0,1-1 0,0 0 0,0 1 0,0-1 0,0 0 0,0 1 0,0-1 0,0 0 0,0 3 0,1-3 0,-1-1 0,1 1 0,0 0 0,-1 0 0,1-1 0,0 1 0,0-1 0,0 1 0,-1-1 0,1 1 0,0-1 0,0 1 0,0-1 0,0 0 0,0 1 0,0-1 0,0 0 0,0 0 0,0 0 0,0 0 0,1 0 0,9 0 0,1-1 0,-1 0 0,20-5 0,-28 6 0,137-38-682,213-84-1,-303 102-6143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36.69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971 1 24575,'0'0'0,"12"30"0,-6-4 0,-1 0 0,-1 1 0,-1 0 0,-1 48 0,-5-20 0,-13 78 0,1-63 3,-4-1 0,-2 0-1,-3-2 1,-3-1 0,-38 67 0,-199 293-631,75-164 475,125-181 168,-81 77 1,136-149-16,1-1 0,0 0 0,0 0 0,-1 0 0,0-1 0,-1-1 0,-17 11 0,25-17-1,1 1 0,0-1 0,-1 1 1,1-1-1,-1 0 0,1 0 0,-1 0 0,1 0 1,0 0-1,-1 0 0,1 0 0,-1 0 0,1 0 1,-1 0-1,1-1 0,0 1 0,-1-1 1,1 1-1,-1-1 0,1 0 0,0 1 0,0-1 1,0 0-1,-1 0 0,1 0 0,0 0 1,0 0-1,0 0 0,0 0 0,0 0 0,0 0 1,1 0-1,-1-1 0,0 1 0,1 0 0,-1-1 1,1 1-1,-1-2 0,-2-6 32,0 0-1,0-1 1,1 1-1,-1-16 1,1-19 102,1 0-1,2 0 1,2 0-1,17-81 1,-5 60-150,3 1-1,42-99 1,-13 65 17,-40 85 0,1 1 0,0 0 0,1 1 0,0-1 0,13-11 0,-20 21 0,0 1 0,-1-1 0,1 1 0,0 0 0,0 0 0,0 0 0,0 0 0,0 0 0,0 0 0,0 0 0,0 0 0,0 1 0,0-1 0,0 1 0,1 0 0,-1 0 0,0 0 0,0 0 0,0 0 0,1 0 0,-1 0 0,0 1 0,0-1 0,0 1 0,0 0 0,0-1 0,0 1 0,0 0 0,0 0 0,0 0 0,0 1 0,0-1 0,-1 0 0,1 1 0,2 2 0,5 4 0,-2 1 0,1 0 0,-1 0 0,-1 1 0,9 16 0,6 16-19,-1 1-1,-3 2 0,14 50 1,25 145 219,-2-5-410,-40-189-215,1 0-1,42 83 0,-24-72-6400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37.19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268 64 24575,'1'-2'0,"-1"0"0,1 0 0,-1 0 0,1 0 0,0 1 0,0-1 0,-1 0 0,1 1 0,0-1 0,1 0 0,-1 1 0,0 0 0,0-1 0,1 1 0,-1 0 0,1-1 0,-1 1 0,4-2 0,31-16 0,-32 16 0,1 1 0,0 1 0,0-1 0,0 1 0,0 0 0,0 0 0,0 0 0,0 1 0,0-1 0,1 1 0,-1 1 0,0-1 0,0 1 0,9 2 0,-10-2 0,0 1 0,-1 0 0,1-1 0,-1 2 0,0-1 0,0 0 0,0 1 0,0-1 0,0 1 0,0 0 0,-1 0 0,1 0 0,-1 0 0,0 0 0,0 1 0,0-1 0,0 1 0,-1-1 0,1 1 0,0 5 0,2 7 0,0 0 0,-2 1 0,0 0 0,-1-1 0,-1 1 0,0 0 0,-2 0 0,0-1 0,0 1 0,-7 20 0,-4 10 0,-3-1 0,-25 55 0,19-53 0,-2-1 0,-2-1 0,-46 61 0,72-106 0,0-1 0,-1 0 0,1 1 0,0-1 0,-1 1 0,1-1 0,0 0 0,-1 1 0,1-1 0,0 1 0,0-1 0,0 1 0,-1-1 0,1 1 0,0-1 0,0 1 0,0-1 0,0 1 0,0-1 0,0 1 0,0-1 0,0 1 0,0-1 0,0 1 0,0-1 0,0 1 0,0-1 0,1 1 0,-1-1 0,0 1 0,0-1 0,0 1 0,1 0 0,19 7 0,40-6 0,-46-3 0,27 1 0,-16-1 0,1 1 0,-1 1 0,37 6 0,-57-6 0,0 0 0,0 0 0,0 0 0,0 1 0,0 0 0,0 0 0,0 0 0,-1 1 0,1-1 0,-1 1 0,0 0 0,0 1 0,0-1 0,0 1 0,-1-1 0,1 1 0,-1 0 0,0 0 0,0 1 0,0-1 0,-1 1 0,4 8 0,-3-4 0,-1 1 0,0 0 0,0 1 0,-2-1 0,1 0 0,-1 0 0,0 0 0,-1 1 0,-2 11 0,-4 10 0,-17 49 0,9-40 0,-2 0 0,-1-1 0,-2-1 0,-2-1 0,-1-1 0,-34 40 0,34-49 0,-2-1 0,-1 0 0,-1-2 0,-1-1 0,-1-1 0,-1-2 0,-57 31 0,86-52-19,-58 26 160,54-25-264,1 0-1,-1 0 0,1 0 0,-1 0 0,1-1 0,-1 1 0,1-1 0,-1 0 0,1-1 0,-1 1 0,-6-3 0,-14-7-6702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37.67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220 7 24575,'30'-3'0,"-15"1"0,0 1 0,1 0 0,-1 1 0,1 1 0,-1 1 0,30 6 0,-39-6 0,0 0 0,1 0 0,-1 1 0,0 0 0,0 0 0,0 0 0,-1 1 0,1 0 0,-1 0 0,0 0 0,0 1 0,-1 0 0,1 0 0,-1 0 0,0 0 0,0 1 0,-1 0 0,5 10 0,-3-4 0,-1 1 0,-1-1 0,0 1 0,-1 0 0,0 0 0,-1 1 0,0-1 0,-1 0 0,-1 0 0,0 0 0,-1 0 0,0 0 0,-1 0 0,0 0 0,-6 13 0,-5 10 0,-1-1 0,-2 0 0,-40 61 0,34-59 0,-2-1 0,-1-1 0,-3-1 0,-58 55 0,104-89 0,0 0 0,0 2 0,31 6 0,-38-5 0,-1 1 0,1 0 0,-1 0 0,0 1 0,0 0 0,0 1 0,-1 0 0,0 0 0,0 1 0,-1 0 0,1 0 0,-2 1 0,1 0 0,-1 0 0,0 0 0,-1 1 0,1 0 0,-2 0 0,5 13 0,1 6 0,-1 0 0,-2 1 0,-1-1 0,-1 1 0,1 45 0,-4-29 0,-1 0 0,-3-1 0,-2 1 0,-1-1 0,-12 45 0,12-70 0,0 0 0,-1 0 0,-1 0 0,-1-1 0,0 0 0,-2-1 0,0 0 0,-1 0 0,0-1 0,-1 0 0,-1-1 0,-1-1 0,-26 23 0,30-31-72,0 1 1,-1-2-1,0 1 0,-1-2 0,1 1 0,-1-2 0,1 1 0,-1-2 1,0 1-1,-1-2 0,1 0 0,0 0 0,0-1 0,0 0 0,-1-1 1,1-1-1,0 0 0,-18-5 0,-35-13-6754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38.84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6 498 24575,'-1'-5'0,"0"1"0,0-1 0,0 1 0,1-1 0,-1 1 0,1-1 0,0 1 0,0-1 0,1 1 0,1-8 0,-1 10 0,0-1 0,0 1 0,1-1 0,-1 1 0,1-1 0,0 1 0,-1 0 0,1 0 0,0 0 0,1 0 0,-1 0 0,0 0 0,0 0 0,1 1 0,-1-1 0,1 1 0,5-2 0,20-7 0,1 0 0,1 3 0,-1 0 0,59-4 0,35-8 0,-83 7 0,-1-1 0,55-26 0,3-2 0,-94 40 0,0 0 0,0 0 0,0 0 0,0 0 0,0 1 0,0-1 0,0 1 0,0 0 0,0 0 0,1 0 0,-1 0 0,0 1 0,0-1 0,0 1 0,0-1 0,0 1 0,0 0 0,5 3 0,-30-35 0,-1 1 0,-1 1 0,-2 1 0,-1 1 0,-1 1 0,-47-33 0,72 55 0,10 3 0,14 3 0,1 2 0,-1 0 0,-1 2 0,1 0 0,-1 1 0,0 1 0,0 1 0,29 19 0,-42-24 0,-1 0 0,0 1 0,0-1 0,0 2 0,-1-1 0,1 0 0,-1 1 0,-1 0 0,1 1 0,-1-1 0,0 0 0,-1 1 0,1 0 0,-1 0 0,-1 0 0,1 1 0,-1-1 0,0 0 0,-1 1 0,0-1 0,0 1 0,-1 0 0,0-1 0,-1 16 0,-2-8 8,-1-1 0,0 0 0,-1 0 0,-1-1 0,0 1 0,0-1 0,-1 0 0,-1-1 0,0 0 0,-1 0 0,-1-1 0,1 0 0,-2 0 0,-18 14 0,0-2-305,-1-1 0,-1-2 0,-1-1 0,-52 22 0,-25 4-6529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2.86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657 413 24575,'7'-24'0,"-4"11"0,0 0 0,-2 0 0,1 0 0,-2 0 0,1 0 0,-2 0 0,0 0 0,0 0 0,-2 0 0,1 1 0,-1-1 0,-8-17 0,5 14 0,-1 0 0,-1 0 0,0 1 0,-1 0 0,-1 1 0,-1 0 0,0 0 0,-22-21 0,27 30 0,0 0 0,0 0 0,0 1 0,0 0 0,-1 0 0,1 1 0,-1-1 0,0 1 0,0 1 0,0 0 0,-1 0 0,1 0 0,0 1 0,-1 0 0,1 0 0,-1 1 0,1-1 0,-1 2 0,-13 1 0,9 1 0,1 1 0,-1 0 0,1 0 0,0 1 0,0 0 0,0 1 0,1 0 0,-1 1 0,2 0 0,-1 1 0,-13 13 0,7-4 0,0 1 0,1 1 0,1 0 0,-12 21 0,19-27 0,0 0 0,1 0 0,0 1 0,1 0 0,1 0 0,0 0 0,-3 25 0,7-38 0,0-1 0,0 1 0,0-1 0,0 1 0,0-1 0,0 1 0,0-1 0,0 1 0,0-1 0,0 1 0,0-1 0,0 1 0,0-1 0,1 1 0,-1-1 0,0 1 0,0-1 0,1 1 0,-1-1 0,0 0 0,1 1 0,-1-1 0,0 1 0,1-1 0,-1 0 0,1 1 0,-1-1 0,1 0 0,-1 0 0,1 1 0,-1-1 0,0 0 0,1 0 0,-1 0 0,1 0 0,-1 0 0,1 1 0,0-1 0,-1 0 0,1 0 0,-1 0 0,1 0 0,-1-1 0,1 1 0,-1 0 0,1 0 0,28-8 0,-28 8 0,32-14 0,-2-1 0,1-1 0,-2-2 0,31-24 0,105-96 0,-118 89 0,-44 49 0,-3 9 0,-3 16 0,-7 20 0,-2 0 0,-2-1 0,-29 68 0,-71 121 0,-44 42 0,-32 65 0,182-326 0,1-4 0,1 1 0,0 0 0,-5 18 0,9-28 0,1 1 0,-1-1 0,1 0 0,-1 0 0,1 1 0,0-1 0,0 0 0,0 1 0,0-1 0,-1 0 0,2 1 0,-1-1 0,0 0 0,0 0 0,0 1 0,1-1 0,-1 0 0,0 1 0,1-1 0,-1 0 0,1 0 0,0 0 0,-1 0 0,1 0 0,0 1 0,0-1 0,0 0 0,0-1 0,0 1 0,0 0 0,0 0 0,0 0 0,0-1 0,0 1 0,0 0 0,0-1 0,0 1 0,1-1 0,1 1 0,6 1 0,0-1 0,1-1 0,-1 1 0,0-2 0,0 1 0,0-1 0,0 0 0,10-3 0,73-25 0,-74 22 0,81-32-682,182-102-1,-212 102-6143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3.36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307 2 24575,'0'0'0,"28"-1"0,-27 1 0,0 0 0,0 1 0,0-1 0,0 0 0,0 1 0,0-1 0,0 1 0,0 0 0,0-1 0,0 1 0,0 0 0,0-1 0,0 1 0,0 0 0,0 0 0,-1 0 0,1 0 0,0-1 0,-1 1 0,1 0 0,0 0 0,-1 1 0,0-1 0,1 0 0,0 2 0,-1 0 0,0 0 0,0 0 0,0 0 0,0 0 0,0 0 0,0 0 0,-1 0 0,0 0 0,-1 5 0,-3 5 0,-1 0 0,0-1 0,-10 15 0,-10 11 0,-36 40 0,9-13 0,50-61 0,1-1 0,-1 1 0,1 0 0,0 0 0,0 0 0,0 0 0,1 0 0,-1 0 0,1 0 0,0 0 0,0 1 0,0-1 0,1 0 0,-1 1 0,1-1 0,0 1 0,1-1 0,-1 0 0,1 1 0,0-1 0,0 0 0,0 1 0,0-1 0,1 0 0,0 0 0,0 0 0,2 4 0,7 8 0,1 0 0,1 0 0,0-1 0,29 24 0,5 6 0,-42-38 0,1-1 0,-1 1 0,0 0 0,-1 0 0,1 0 0,-1 0 0,-1 1 0,1 0 0,-2 0 0,1 0 0,-1 0 0,2 9 0,-4-9 0,1-1 0,-1 1 0,-1-1 0,0 1 0,0-1 0,0 0 0,-1 1 0,0-1 0,0 0 0,-1 0 0,0 0 0,0 0 0,-8 11 0,3-6 0,-1-1 0,0 0 0,0 0 0,-2-1 0,1 0 0,-1-1 0,0 0 0,-1-1 0,-16 9 0,19-12 0,0 0 0,0 0 0,-1-2 0,0 1 0,0-1 0,0 0 0,0-1 0,0 0 0,-1-1 0,1 0 0,0-1 0,-1 0 0,-14-1 0,21 0-170,0 0-1,0 0 0,1-1 1,-1 1-1,0-1 0,1 0 1,-5-3-1,-17-16-6655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3.9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530 1 24575,'0'0'0,"-1"5"0,-8 64 0,-3-1 0,-2 0 0,-43 116 0,-104 179 0,149-340 0,-76 139 0,76-143 0,-1 0 0,-1 0 0,-1-1 0,-1-1 0,-30 27 0,43-42 0,0 0 0,0 0 0,0 0 0,0-1 0,0 1 0,0-1 0,0 1 0,0-1 0,-6 1 0,8-2 0,0 0 0,0 0 0,0 0 0,0 0 0,0 0 0,0 0 0,1 0 0,-1-1 0,0 1 0,0 0 0,0-1 0,0 1 0,1 0 0,-1-1 0,0 1 0,0-1 0,1 1 0,-1-1 0,0 1 0,1-1 0,-1 0 0,0 1 0,1-1 0,-1 0 0,1 0 0,-1 1 0,1-1 0,0 0 0,-1 0 0,1 0 0,0 1 0,-1-1 0,1 0 0,0 0 0,0 0 0,0 0 0,0 0 0,0 0 0,0 1 0,0-1 0,0-2 0,0-6 0,1 0 0,0-1 0,1 1 0,-1 0 0,2 0 0,-1 0 0,1 0 0,1 1 0,5-12 0,49-77 0,-47 81 0,45-65 0,3 3 0,4 3 0,3 2 0,3 3 0,3 4 0,95-68 0,-59 65 0,-95 61 0,2 1 0,-1 1 0,1 0 0,0 2 0,28-7 0,-41 11 0,-1-1 0,0 1 0,0 0 0,1 0 0,-1-1 0,0 1 0,0 0 0,1 0 0,-1 0 0,0 1 0,0-1 0,1 0 0,-1 0 0,0 1 0,0-1 0,1 0 0,-1 1 0,0-1 0,0 1 0,0 0 0,2 1 0,-3-2 0,0 1 0,0 0 0,1 0 0,-1 0 0,0 0 0,0 0 0,0 0 0,0 0 0,0-1 0,0 1 0,0 0 0,-1 0 0,1 0 0,0 0 0,0 0 0,-1 0 0,1-1 0,0 1 0,-1 0 0,1 0 0,-1 0 0,0 0 0,-7 10 0,0-1 0,0 0 0,-11 9 0,16-16 0,-116 104 0,-14 14 0,125-110 0,-1-1 0,2 1 0,-1 1 0,2-1 0,-1 1 0,2 0 0,-1 1 0,2-1 0,0 1 0,0 0 0,1 0 0,1 1 0,0-1 0,0 21 0,2 10 0,2 0 0,2 0 0,10 46 0,0-19 0,31 98 0,-35-139 0,2 0 0,0-1 0,3 0 0,0-2 0,32 45 0,-43-66-68,1 0 0,0-1-1,0 0 1,0 0 0,1 0 0,0 0-1,0-1 1,0 0 0,0-1 0,1 1-1,-1-1 1,1 0 0,0-1 0,0 1-1,0-1 1,0-1 0,0 1-1,1-1 1,11 0 0,23-4-6758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4.20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95 1 24575,'0'0'0,"0"1"0,0 1 0,-1 7 0,-1 8 0,-3 14 0,-2 15 0,-2 18 0,-3 15 0,-1 11 0,-1 11 0,1 12 0,2 11 0,3-15-8191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4.94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1 396 24575,'72'-25'0,"480"-76"0,-190 43 0,-353 56 0,0 1 0,1-1 0,-1 0 0,0-1 0,0 0 0,14-7 0,-21 9 0,-1 0 0,1 0 0,-1 0 0,1 0 0,-1 0 0,0 0 0,0 0 0,0-1 0,0 1 0,0 0 0,0-1 0,0 1 0,0-1 0,0 1 0,0-1 0,-1 1 0,1-1 0,-1 0 0,1 1 0,-1-1 0,0 0 0,0 1 0,1-1 0,-1 0 0,0 0 0,-1 1 0,1-1 0,0 0 0,0 1 0,-1-1 0,1 0 0,-1 1 0,1-1 0,-1 0 0,0 1 0,0-1 0,-1-1 0,-5-9 0,-1 0 0,-1 1 0,1 0 0,-2 0 0,1 1 0,-2 0 0,1 1 0,-1 0 0,-1 1 0,1 0 0,-22-10 0,33 17 0,0 1 0,-1 0 0,1 0 0,0 0 0,0 0 0,-1 0 0,1 0 0,0 0 0,-1 0 0,1-1 0,0 1 0,0 0 0,-1 0 0,1 0 0,0 1 0,-1-1 0,1 0 0,0 0 0,0 0 0,-1 0 0,1 0 0,0 0 0,0 0 0,-1 0 0,1 0 0,0 1 0,0-1 0,-1 0 0,1 0 0,0 0 0,0 1 0,-1-1 0,1 0 0,0 0 0,0 1 0,0-1 0,0 0 0,0 0 0,-1 1 0,1-1 0,0 0 0,0 0 0,0 1 0,0-1 0,0 0 0,0 0 0,0 1 0,0-1 0,0 0 0,0 1 0,0-1 0,0 0 0,0 1 0,0-1 0,0 0 0,0 1 0,4 20 0,7 15 0,3 0 0,1-1 0,29 51 0,-24-52 0,-3 1 0,0 1 0,16 56 0,-27-65-124,0 2 0,-2-1 0,-1 0 0,-2 1 0,-1-1 0,-1 1-1,-1-1 1,-1 1 0,-2-1 0,-14 47 0,10-48-6702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5.48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476 209 24575,'1'-11'0,"0"-1"0,-1 1 0,0-1 0,-1 1 0,0-1 0,-1 1 0,0-1 0,0 1 0,-2 0 0,-6-17 0,8 23 0,-1 1 0,1 0 0,-1-1 0,0 1 0,0 1 0,0-1 0,-1 0 0,1 1 0,-1 0 0,0-1 0,0 2 0,0-1 0,0 0 0,-1 1 0,1 0 0,0 0 0,-1 0 0,0 0 0,0 1 0,1 0 0,-1 0 0,0 0 0,0 0 0,0 1 0,0 0 0,0 0 0,-5 1 0,-5 1 0,0 0 0,1 1 0,-1 1 0,1 1 0,0 0 0,0 0 0,1 2 0,0-1 0,0 2 0,-16 11 0,13-7 0,2-1 0,-1 2 0,2 0 0,-1 1 0,2 0 0,0 1 0,-16 28 0,25-40 0,1 1 0,1-1 0,-1 1 0,0 0 0,1 0 0,0 0 0,0 0 0,0 0 0,-1 7 0,2-9 0,1 0 0,-1-1 0,0 1 0,0-1 0,1 1 0,-1-1 0,1 1 0,-1-1 0,1 0 0,0 1 0,0-1 0,0 0 0,-1 1 0,1-1 0,0 0 0,1 0 0,-1 0 0,0 0 0,0 0 0,0 0 0,1 0 0,-1 0 0,0 0 0,1-1 0,-1 1 0,1-1 0,-1 1 0,3 0 0,6 2 0,1-1 0,0-1 0,-1 1 0,1-2 0,0 1 0,-1-2 0,1 1 0,0-1 0,13-4 0,95-27 0,-119 32 0,25-7 0,-1-1 0,-1-2 0,0 0 0,0-1 0,28-19 0,-51 30 0,0 0 0,0 0 0,0 0 0,0 0 0,1-1 0,-1 1 0,0 0 0,0 0 0,0 0 0,0 0 0,0 0 0,1 0 0,-1 0 0,0 0 0,0 0 0,0 0 0,0 0 0,1 0 0,-1 0 0,0 0 0,0 0 0,0 0 0,0 0 0,1 0 0,-1 0 0,0 0 0,0 0 0,0 0 0,0 0 0,0 0 0,1 0 0,-1 0 0,0 0 0,0 0 0,0 1 0,0-1 0,0 0 0,0 0 0,1 0 0,-1 0 0,0 0 0,0 0 0,0 1 0,0-1 0,0 0 0,0 0 0,0 0 0,0 0 0,0 0 0,0 1 0,0-1 0,0 0 0,0 0 0,1 0 0,-1 0 0,0 1 0,0-1 0,-1 0 0,1 18 0,-7 23 0,-18 49 0,-48 119 0,-56 83 0,49-114 0,54-118 0,-8 14 0,4 2 0,-34 123 0,63-195 0,0 0 0,1-1 0,-1 1 0,1 0 0,-1 0 0,1 0 0,0 0 0,1 0 0,-1-1 0,2 8 0,-1-9 0,0-1 0,0 0 0,0 0 0,0 0 0,0 1 0,0-1 0,0 0 0,0 0 0,0-1 0,0 1 0,0 0 0,1 0 0,-1 0 0,0-1 0,1 1 0,-1-1 0,1 1 0,-1-1 0,0 1 0,1-1 0,-1 0 0,1 0 0,-1 0 0,1 0 0,-1 0 0,1 0 0,-1 0 0,1 0 0,-1-1 0,2 0 0,11-1-227,0-2-1,0 0 1,0 0-1,-1-1 1,14-8-1,27-14-6598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5.88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315 5 24575,'4'-2'0,"0"1"0,0 1 0,0-1 0,0 1 0,0-1 0,0 1 0,1 0 0,-1 0 0,0 1 0,7 1 0,-9-1 0,-1-1 0,0 1 0,1 0 0,-1 0 0,0 0 0,0 0 0,0 0 0,0 0 0,0 0 0,0 0 0,0 0 0,0 0 0,0 0 0,0 1 0,0-1 0,-1 0 0,1 1 0,-1-1 0,1 1 0,-1-1 0,1 0 0,-1 1 0,0-1 0,0 1 0,0-1 0,0 1 0,0-1 0,0 1 0,0-1 0,0 1 0,0-1 0,-2 4 0,-4 18 0,-1 0 0,-1-1 0,-1 0 0,-1 0 0,0-1 0,-2 0 0,-15 20 0,-30 58 0,54-92 0,0 0 0,0 0 0,1 0 0,0 0 0,0 0 0,1 0 0,0 1 0,0-1 0,0 0 0,1 1 0,1-1 0,-1 1 0,1-1 0,0 0 0,1 1 0,-1-1 0,2 0 0,2 7 0,5 7 0,1-1 0,1-1 0,1 0 0,21 25 0,20 29 0,-50-66 0,1 0 0,-1 1 0,-1 0 0,0 0 0,0 0 0,0 0 0,-1 1 0,0-1 0,-1 1 0,0-1 0,0 1 0,-1-1 0,-1 12 0,-1-7 0,0-1 0,-1 0 0,0 0 0,-1 0 0,0 0 0,-1 0 0,0-1 0,-10 16 0,1-7 0,0-1 0,-1 0 0,-1-1 0,0-1 0,-2 0 0,0-1 0,0-1 0,-2-1 0,-21 12 0,31-20-114,1 0 1,0-1-1,-1-1 0,0 0 0,0 0 1,-1-1-1,1 0 0,-1 0 0,1-2 1,-1 1-1,-14-1 0,-6-5-6712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6.49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214 0 24575,'0'0'0,"-4"18"0,-47 261 0,-99 496 0,143-755 0,5-27 0,5-37 0,3 8 0,2 0 0,1 1 0,2 0 0,2 0 0,1 1 0,1 1 0,23-36 0,0 9 0,2 2 0,85-94 0,-97 120 0,1 1 0,2 1 0,67-49 0,-130 101 0,0 1 0,2 1 0,2 2 0,0 1 0,-36 44 0,46-48 0,1 1 0,1 0 0,1 2 0,1 0 0,1 0 0,1 1 0,1 1 0,-9 41 0,11-18 0,2-1 0,2 1 0,5 94 0,34 150 0,-29-262-195,1-1 0,2 0 0,2-1 0,0 0 0,2 0 0,17 29 0,4-8-6631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6.85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200 1 24575,'0'0'0,"17"9"0,-13-6 0,0 0 0,0 0 0,0 1 0,-1 0 0,0-1 0,1 1 0,-2 0 0,1 1 0,0-1 0,-1 0 0,0 1 0,0-1 0,0 1 0,0 0 0,-1 0 0,0 0 0,1 9 0,0 2 0,-1-1 0,0 1 0,-2 0 0,-2 24 0,-3-9 0,-1 0 0,-1 0 0,-1-1 0,-26 56 0,-72 109 0,33-66 0,71-124 0,0 0 0,1 0 0,0 1 0,0-1 0,0 1 0,0 0 0,0 6 0,2-10 0,0 0 0,0-1 0,0 1 0,0-1 0,0 1 0,0-1 0,1 1 0,-1-1 0,1 1 0,-1-1 0,1 1 0,0-1 0,-1 1 0,1-1 0,0 0 0,0 1 0,0-1 0,0 0 0,0 0 0,0 0 0,1 1 0,-1-1 0,0-1 0,0 1 0,1 0 0,-1 0 0,1 0 0,-1-1 0,0 1 0,4 0 0,4 2 0,0-1 0,1 0 0,-1-1 0,0 0 0,1 0 0,-1-1 0,1 0 0,17-3 0,78-20 0,-88 18 0,113-35-682,239-111-1,-333 135-6143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7.48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10 287 24575,'0'0'0,"0"0"0,-1 0 0,1 0 0,-1 0 0,1 0 0,0 0 0,-1 0 0,1 0 0,0 0 0,-1 0 0,1 0 0,0 0 0,-1 1 0,1-1 0,0 0 0,-1 0 0,1 0 0,0 1 0,-1-1 0,1 0 0,0 0 0,-1 1 0,1-1 0,0 0 0,0 0 0,0 1 0,-1-1 0,1 0 0,0 1 0,0-1 0,0 0 0,0 1 0,-1-1 0,1 0 0,0 1 0,0-1 0,0 1 0,0-1 0,0 0 0,0 1 0,0-1 0,0 0 0,0 1 0,0-1 0,0 1 0,0-1 0,1 1 0,10 17 0,-3-11 0,1-1 0,0 0 0,0-1 0,0 1 0,1-2 0,0 0 0,13 5 0,76 15 0,-41-15 0,0-3 0,1-2 0,-1-2 0,86-10 0,-48-3 0,181-47 0,-265 55 0,107-34 0,-108 32 0,-1 1 0,0-1 0,0-1 0,0 0 0,0 0 0,-1-1 0,0 0 0,11-12 0,-18 17 0,0-1 0,0 1 0,-1-1 0,1 1 0,-1-1 0,1 1 0,-1-1 0,0 0 0,0 0 0,0 0 0,-1 0 0,1 0 0,-1 0 0,1 0 0,-1 0 0,0 0 0,0 0 0,0 0 0,-1 0 0,1 0 0,-1 0 0,0 1 0,1-1 0,-1 0 0,-1 0 0,1 0 0,0 1 0,-1-1 0,1 0 0,-1 1 0,0 0 0,0-1 0,0 1 0,-2-3 0,-8-7 0,0 1 0,-1-1 0,0 2 0,-23-14 0,22 14 0,-1 0 0,-1 2 0,1-1 0,-1 2 0,-26-8 0,40 14 0,1 1 0,-1 0 0,1 0 0,-1 0 0,1 0 0,-1 0 0,1 1 0,0-1 0,-1 0 0,1 1 0,-1-1 0,1 0 0,0 1 0,-1 0 0,1-1 0,0 1 0,-1 0 0,1 0 0,0 0 0,0 0 0,0 0 0,0 0 0,0 0 0,0 0 0,0 0 0,0 0 0,0 0 0,1 1 0,-1-1 0,0 0 0,1 1 0,-1-1 0,1 0 0,-1 2 0,-2 8 0,0-1 0,1 0 0,-2 18 0,3-21 0,-3 53 0,3 70 0,-4 51 0,3-160 0,-1-1 0,-1 0 0,0 0 0,-2 0 0,0-1 0,-15 30 0,10-29-1365,2-8-5461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8.00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408 6 24575,'-6'-2'0,"-1"1"0,1 0 0,-1 0 0,0 1 0,1 0 0,-1 0 0,0 0 0,1 1 0,-1 0 0,1 0 0,-9 3 0,9-3 0,-10 3 0,0 0 0,0 2 0,0 0 0,0 0 0,1 2 0,1 0 0,-1 0 0,1 2 0,0 0 0,-23 22 0,28-23 0,0 0 0,1 1 0,0 0 0,0 0 0,1 1 0,1 0 0,0 0 0,0 0 0,1 1 0,0 0 0,1 0 0,1 0 0,0 1 0,0-1 0,0 15 0,3-22 0,0 1 0,0-1 0,0 1 0,1 0 0,0-1 0,0 1 0,0-1 0,1 0 0,-1 1 0,1-1 0,1 0 0,-1 0 0,1 0 0,0-1 0,6 9 0,-4-8 0,1 1 0,0-1 0,0 0 0,0 0 0,1-1 0,-1 0 0,1 0 0,0 0 0,0-1 0,9 2 0,5 2 0,1-2 0,0-1 0,0-1 0,0 0 0,1-2 0,40-3 0,-44 1 0,0-1 0,0-1 0,29-9 0,-47 12 0,-1 0 0,1-1 0,-1 1 0,1 0 0,-1 0 0,1-1 0,-1 1 0,1 0 0,0 0 0,-1 0 0,1 0 0,-1 0 0,1 0 0,-1 0 0,1 0 0,0 0 0,-1 0 0,1 0 0,-1 0 0,1 0 0,-1 0 0,1 1 0,0-1 0,-1 0 0,1 0 0,-1 1 0,1-1 0,-1 0 0,1 1 0,-1-1 0,0 0 0,1 1 0,-1-1 0,1 1 0,-1-1 0,0 1 0,1-1 0,-1 1 0,0-1 0,0 1 0,1 0 0,-2 30 0,-8 20 0,-2 1 0,-29 78 0,-51 97 0,72-180 0,-69 153 0,-25 60 0,81-176 0,-24 98 0,56-181 0,-1 0 0,1 1 0,0-1 0,0 0 0,-1 0 0,1 0 0,0 1 0,0-1 0,0 0 0,0 0 0,0 0 0,1 1 0,-1-1 0,0 0 0,0 0 0,1 0 0,-1 1 0,1 0 0,0-2 0,-1 1 0,1-1 0,0 1 0,-1-1 0,1 1 0,-1-1 0,1 0 0,0 0 0,-1 1 0,1-1 0,0 0 0,0 0 0,-1 0 0,1 1 0,0-1 0,-1 0 0,1 0 0,0 0 0,0 0 0,-1 0 0,1-1 0,1 1 0,5-2 0,0 0 0,0-1 0,0 0 0,11-6 0,-14 7 0,62-36-682,112-87-1,-123 84-6143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8.48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356 1 24575,'2'11'0,"0"0"0,-1 0 0,0 0 0,-1 0 0,-1 0 0,1 0 0,-2 0 0,1 0 0,-2 0 0,1 0 0,-7 15 0,-7 19 0,-30 57 0,-28 31 0,73-130 0,0 0 0,0 0 0,1 0 0,-1 0 0,0 0 0,1 0 0,0 0 0,0 0 0,0 1 0,0-1 0,0 0 0,1 0 0,-1 0 0,1 0 0,0 0 0,0 0 0,0 0 0,0-1 0,0 1 0,1 0 0,2 3 0,5 8 0,1 0 0,22 24 0,2 1 0,-29-31 0,0 1 0,0 0 0,-1 1 0,0-1 0,0 1 0,-1 0 0,0 0 0,-1 0 0,0 0 0,-1 0 0,1 12 0,-3-6 0,1-1 0,-2 1 0,0 0 0,-1-1 0,-1 1 0,-8 23 0,-2-7 0,-1 0 0,-1-1 0,-2-1 0,-1-1 0,-41 49 0,46-61 0,-1-2 0,-23 20 0,34-31 0,-1 0 0,0-1 0,-1 1 0,1-1 0,-1 0 0,1 0 0,-1-1 0,0 0 0,0 0 0,0 0 0,0-1 0,-9 2 0,1-7-1365,2-3-5461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9.27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405 1 24575,'-3'14'0,"-158"630"0,102-457 0,-113 248 0,166-422 0,2-5 0,6-11 0,16-31 0,209-368 0,-150 279 0,110-134 0,-173 239 0,-4 4 0,1 1 0,0 1 0,0 0 0,1 0 0,27-19 0,-38 31 0,-1 0 0,0-1 0,1 1 0,-1 0 0,0-1 0,1 1 0,-1 0 0,1 0 0,-1-1 0,0 1 0,1 0 0,-1 0 0,1 0 0,-1 0 0,1 0 0,-1 0 0,1 0 0,-1 0 0,0 0 0,1 0 0,-1 0 0,1 0 0,-1 0 0,1 0 0,-1 0 0,1 0 0,-1 0 0,0 0 0,1 1 0,-1-1 0,1 0 0,-1 0 0,0 0 0,1 1 0,0 0 0,0 17 0,-13 21 0,-12 14 0,-2 0 0,-44 64 0,64-107 0,1 1 0,0-1 0,1 1 0,0 0 0,0 0 0,-1 12 0,-9 73 0,11-70 0,-13 149 0,8 0 0,18 222 0,4-270-1365,-6-84-5461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3:49.83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476 55 24575,'6'-5'0,"0"1"0,0 0 0,0 0 0,0 0 0,0 1 0,1 0 0,0 0 0,0 1 0,8-3 0,65-10 0,-77 14 0,0 1 0,1-1 0,-1 1 0,0 0 0,1 0 0,-1 0 0,1 0 0,-1 0 0,0 1 0,1-1 0,-1 1 0,0 0 0,0 0 0,1 0 0,-1 1 0,0-1 0,0 1 0,0 0 0,0 0 0,-1 0 0,1 0 0,-1 0 0,1 0 0,-1 1 0,1-1 0,-1 1 0,0 0 0,0 0 0,-1-1 0,1 1 0,0 0 0,-1 1 0,0-1 0,0 0 0,0 0 0,0 0 0,0 1 0,0 3 0,0 7 0,0 0 0,-1 1 0,0-1 0,-1 0 0,-1 0 0,0 1 0,-1-1 0,0-1 0,-9 22 0,-3 4 0,-41 73 0,25-58 0,-2-2 0,-2-1 0,-3-1 0,-1-2 0,-60 55 0,99-103 0,-1 0 0,1 1 0,0-1 0,0 0 0,-1 0 0,1 0 0,0 1 0,0-1 0,0 0 0,-1 0 0,1 1 0,0-1 0,0 0 0,0 0 0,0 1 0,0-1 0,0 0 0,0 0 0,0 1 0,-1-1 0,1 0 0,0 1 0,0-1 0,0 0 0,0 1 0,0-1 0,1 0 0,-1 0 0,0 1 0,0-1 0,0 0 0,0 1 0,0-1 0,0 0 0,0 0 0,0 1 0,1-1 0,-1 0 0,0 0 0,0 0 0,0 1 0,1-1 0,-1 0 0,0 0 0,1 1 0,20 8 0,43 4 0,-48-10 0,8 1 0,0 2 0,-1 0 0,1 2 0,-1 0 0,38 21 0,-48-21 0,0 1 0,0 0 0,-1 0 0,0 2 0,-1-1 0,0 2 0,-1-1 0,0 1 0,-1 1 0,10 16 0,-13-19 0,0 0 0,-1 0 0,-1 0 0,1 1 0,-2 0 0,1 0 0,-2 0 0,1 0 0,-1 0 0,-1 0 0,0 1 0,-1-1 0,0 1 0,-1-1 0,0 0 0,-1 1 0,0-1 0,0 0 0,-1 0 0,-1 0 0,0-1 0,-1 1 0,1-1 0,-2 0 0,0 0 0,0-1 0,-1 0 0,-15 17 0,10-13 0,-1 0 0,0-1 0,-1 0 0,0-1 0,-1-1 0,-1 0 0,1-1 0,-1-1 0,-1 0 0,0-1 0,0-1 0,0-1 0,-21 4 0,10-5 0,1-1 0,-1-1 0,1-1 0,-1-2 0,1-1 0,-1-1 0,1-1 0,-29-9 0,-63-22-1365,9-4-5461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4:00.06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5209 519 24575,'-15'-19'0,"-8"-9"0,-2 1 0,-1 2 0,-2 0 0,-42-29 0,16 19 0,-98-48 0,62 43 0,-2 3 0,-2 4 0,0 4 0,-2 5 0,-1 3 0,-1 5 0,-149-5 0,-44 19 0,0 14 0,-382 63 0,387-24 0,-473 150 0,655-166 0,2 5 0,-114 61 0,150-64 0,2 3 0,1 3 0,2 3 0,-56 55 0,36-20 0,3 3 0,4 4 0,5 3 0,-67 112 0,66-80 0,5 3 0,-94 262 0,139-323 0,2 1 0,3 0 0,4 2 0,2-1 0,3 1 0,3 0 0,3 0 0,3 0 0,3 0 0,3 0 0,3-1 0,3-1 0,42 118 0,-28-107 0,4-1 0,3-2 0,3-1 0,3-2 0,3-2 0,3-2 0,3-2 0,3-3 0,123 111 0,-89-104-138,2-4 0,4-4 0,2-3 0,3-5 0,1-5 0,181 61 0,-168-75 139,2-5 1,0-5 0,2-4-1,0-6 1,1-5-1,151-8 1,-94-15-2,-1-8 0,-1-7 0,-1-8 0,184-65 0,-76 1 0,427-218 0,-128-9 0,-404 213 0,186-161 0,-291 217-26,-3-4 0,-3-3 1,-3-2-1,104-152 0,-137 175 21,-2-1-1,-2-2 1,-2 0-1,-3-1 1,-1-1 0,-3-1-1,-2-1 1,-2 1 0,-2-2-1,1-55 1,-9 48 120,-3 1 0,-2 0 0,-3 0 0,-2 0 0,-3 1 0,-2 0 0,-3 1 0,-3 1 0,-45-93-1,40 102-114,-2 2-1,-1 1 1,-2 2-1,-3 1 1,0 1-1,-3 2 1,-1 1-1,-2 2 1,-2 2-1,0 1 1,-61-34-1,45 36 1,0 2 0,-2 2 0,-1 3 0,0 3 0,-2 3 0,0 2 0,-1 3 0,-119-8 0,172 20 0,3-1 0,0 1 0,0 0 0,1 0 0,-1 1 0,-10 2 0,16-3 0,-1 1 0,1-1 0,-1 1 0,1 0 0,-1-1 0,1 1 0,-1 0 0,1 0 0,0 0 0,-1 0 0,1 1 0,0-1 0,0 0 0,0 0 0,0 1 0,0-1 0,0 1 0,0-1 0,1 1 0,-1-1 0,0 1 0,1-1 0,-1 1 0,1-1 0,0 1 0,-1 3 0,0 6-1365,-1 1-5461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4:06.70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5335 2668 24081,'-2'104'0,"-4"1"0,-4-1 0,-4 0 0,-5-1 0,-3-1 0,-5 0 0,-3-2 0,-4-1 0,-5-2 0,-3-1 0,-3-1 0,-5-3 0,-3-2 0,-3-1 0,-4-3 0,-3-3 0,-4-2 0,-2-3 0,-4-2 0,-2-4 0,-4-2 0,-2-3 0,-2-4 0,-3-3 0,-2-4 0,-3-3 0,-1-4 0,-2-3 0,-2-4 0,-2-4 0,-1-3 0,-1-5 0,-1-4 0,-2-3 0,0-5 0,-1-3 0,0-5 0,0-4 0,-1-4 0,0-4 0,1-4 0,-1-4 0,1-5 0,1-3 0,1-5 0,1-3 0,0-4 0,2-5 0,2-3 0,1-4 0,2-4 0,1-3 0,3-4 0,2-3 0,2-4 0,2-3 0,3-4 0,3-3 0,3-2 0,2-4 0,3-2 0,4-3 0,3-2 0,3-3 0,3-3 0,4-1 0,4-2 0,3-3 0,4-1 0,4-1 0,4-2 0,3-1 0,5-2 0,3 0 0,5-1 0,4-1 0,3 0 0,5-1 0,4 1 0,4-1 0,4 0 0,5 1 0,3 0 0,4 1 0,5 1 0,3 1 0,5 0 0,3 2 0,4 2 0,4 1 0,4 2 0,3 1 0,4 3 0,4 2 0,3 2 0,3 2 0,3 3 0,4 3 0,3 2 0,2 4 0,3 2 0,3 4 0,3 2 0,2 5 0,2 2 0,2 4 0,3 4 0,1 3 0,2 4 0,1 4 0,2 4 0,2 3 0,0 5 0,1 3 0,1 5 0,1 3 0,1 5 0,-1 4 0,1 4 0,0 4 0,-1 4 0,0 4 0,0 5 0,-1 3 0,0 5 0,-2 3 0,-1 5 0,-1 3 0,-1 4 0,-2 4 0,-2 4 0,-2 3 0,-1 4 0,-3 4 0,-2 2 0,-3 5 0,-2 2 0,-2 4 0,-4 2 0,-2 4 0,-4 2 0,-2 3 0,-4 3 0,-3 2 0,-4 2 0,-3 2 0,-3 3 0,-5 1 0,-3 2 0,-3 1 0,-5 2 0,-4 2 0,-3 0 0,-5 1 0,-3 1 0,-5 1 0,-4 0 0,-4 1 0,-4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3.88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1 439 24575,'23'-11'0,"50"-11"0,1 4 0,86-11 0,156-5 0,659 9 0,-975 24 0,0 0 0,0 0 0,-1 0 0,1-1 0,0 1 0,-1 0 0,1 0 0,-1 0 0,1 0 0,-1 0 0,1 0 0,-1 0 0,0 0 0,0 0 0,1 1 0,-3-3 0,-18-18 0,-2 0 0,0 1 0,-34-22 0,-83-45 0,111 71 0,-3-4 0,16 10 0,-1 0 0,0 0 0,0 2 0,-22-8 0,64 24 0,-1 1 0,-1 0 0,1 2 0,-2 1 0,1 0 0,-2 2 0,0 0 0,0 2 0,-1 0 0,25 28 0,-33-31 0,-1 1 0,0 0 0,-1 1 0,-1 0 0,0 0 0,-1 1 0,-1 0 0,0 1 0,-1 0 0,-1 0 0,0 0 0,-2 0 0,0 1 0,-1 0 0,0 34 0,-3-30 11,-2 1 0,-1 0 0,0-1 0,-2 1 0,0-2 0,-2 1-1,0-1 1,-1 0 0,-2 0 0,-14 21 0,6-13-223,-1-1 0,-2-1 0,-1-1-1,-1-2 1,-1 0 0,-29 21 0,6-10-6614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4.75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599 418 24575,'3'-29'0,"-2"13"0,-1 0 0,-1 0 0,0-1 0,-1 1 0,-1 0 0,0 0 0,-1 1 0,-1-1 0,-1 1 0,0 0 0,-1 0 0,0 0 0,-1 1 0,-1 1 0,0-1 0,-1 1 0,-1 1 0,0 0 0,0 0 0,-1 1 0,-1 1 0,1 0 0,-2 0 0,1 2 0,-1-1 0,-1 2 0,0 0 0,-25-8 0,34 13 0,-1 0 0,0 1 0,1 0 0,-1 0 0,0 1 0,0-1 0,0 2 0,1-1 0,-1 1 0,0 0 0,0 0 0,1 1 0,-1 0 0,-11 5 0,9-3 0,1 2 0,-1-1 0,1 1 0,0 0 0,0 1 0,1-1 0,0 2 0,0-1 0,-6 10 0,-4 8 0,2 1 0,1 0 0,1 0 0,2 2 0,-16 54 0,13-28 0,2 0 0,3 2 0,2-1 0,3 1 0,2 0 0,3-1 0,2 1 0,3 0 0,18 82 0,-20-121 0,0-1 0,2 0 0,-1-1 0,2 1 0,0-1 0,10 14 0,-15-25 0,1 0 0,-1-1 0,1 1 0,0-1 0,0 0 0,1 0 0,-1 0 0,0 0 0,1 0 0,0-1 0,0 1 0,0-1 0,0 0 0,0 0 0,0-1 0,0 1 0,1-1 0,-1 0 0,0 0 0,1 0 0,-1-1 0,1 0 0,-1 0 0,1 0 0,-1 0 0,1-1 0,4 0 0,5-3 0,-1-1 0,0 0 0,0-1 0,0-1 0,-1 0 0,1 0 0,-2-1 0,1-1 0,-1 0 0,19-21 0,7-10 0,45-65 0,-40 47 0,-2-2 0,-3-1 0,50-113 0,-127 286 0,-37 178 0,7 148 0,61-349 0,4 0 0,4 1 0,18 163 0,-16-246 0,1 1 0,-1-1 0,1 0 0,0 1 0,7 13 0,-8-20 0,-1 0 0,1 1 0,0-1 0,0 0 0,0 0 0,1 1 0,-1-1 0,0 0 0,0 0 0,1 0 0,-1 0 0,0-1 0,1 1 0,-1 0 0,1-1 0,-1 1 0,1 0 0,0-1 0,-1 0 0,1 1 0,-1-1 0,1 0 0,0 0 0,-1 0 0,1 0 0,-1 0 0,1 0 0,0-1 0,-1 1 0,1 0 0,-1-1 0,3 0 0,10-5 0,-1 1 0,1-2 0,-1 0 0,-1 0 0,0-1 0,0-1 0,11-10 0,74-76 0,-63 58-195,-1-2 0,-2-2 0,-2 0 0,-2-2 0,-2-1 0,37-90 0,-52 106-6631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5.08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144 1 24575,'-7'50'0,"0"-19"0,-39 381 62,-33 172-1489,75-564-5399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5.83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 0 24575,'0'33'0,"1"455"-22,-3 543-1321,1-956-5483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6.15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1 930 24575,'0'-4'0,"1"0"0,0 0 0,0-1 0,1 1 0,-1 0 0,1 0 0,0 0 0,4-6 0,2-5 0,28-56 0,4 2 0,2 2 0,3 1 0,93-101 0,-27 51 0,170-137 0,-260 234 0,-14 13 0,0-1 0,0 1 0,0 0 0,1 1 0,16-9 0,-48 27-1365,-4-1-5461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6.41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24575,'1'26'0,"5"3"0,1-1 0,0 0 0,3-1 0,23 50 0,67 101 0,-77-139 0,136 223-1365,-125-205-5461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56.79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99 1 24575,'2'25'0,"2"120"0,-21 225 0,-49 145 0,53-423 0,4-37-1365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4:09.34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 1 24575,'0'0'0,"0"1"0,-1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4:29.55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24575,'16'27'0,"-8"28"-104,-5-38-1157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12.30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1 423 23939,'7906'-423'0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15.53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2587 484 24575,'-19'-21'0,"-24"-22"0,-2 1 0,-2 3 0,-1 2 0,-2 1 0,-2 3 0,-1 3 0,-113-48 0,125 62 0,-1 3 0,-1 1 0,0 2 0,-1 2 0,0 1 0,0 3 0,0 2 0,0 1 0,-1 3 0,1 1 0,-78 17 0,44 2 0,0 3 0,-99 46 0,-137 91 0,254-127 0,1 2 0,1 3 0,-102 93 0,130-104 0,2 2 0,1 1 0,2 1 0,1 1 0,2 1 0,1 1 0,2 1 0,-16 40 0,1 23 0,4 2 0,-20 127 0,-10 213 0,2 187 0,41 6 0,25-427 0,36 214 0,-18-270 0,7-2 0,57 162 0,-62-233 0,3-1 0,4-2 0,78 128 0,-84-161 0,2-1 0,2-2 0,1-1 0,2-2 0,2-1 0,1-2 0,59 38 0,-31-31 0,2-3 0,1-3 0,2-3 0,1-3 0,2-4 0,110 24 0,-61-26 0,2-5 0,0-6 0,158-4 0,-172-12 0,1-5 0,-1-5 0,169-43 0,-185 30 0,-1-5 0,-2-3 0,-1-4 0,109-65 0,-135 62 0,0-2 0,-3-4 0,-3-2 0,-1-3 0,-3-2 0,-2-3 0,-2-2 0,-4-2 0,45-76 0,-49 64 0,-3-3 0,-4-1 0,-4-1 0,-2-2 0,-5-2 0,-3 0 0,-3-1 0,9-99 0,-3-622 0,-26 670 0,-17-329 0,2 313 0,-35-154 0,31 215 0,-5 2 0,-3 0 0,-4 2 0,-4 2 0,-4 1 0,-3 1 0,-3 3 0,-62-81 0,46 85 0,-3 2 0,-3 3 0,-3 3 0,-3 3 0,-3 4 0,-85-53 0,54 49 0,-1 4 0,-4 5 0,-1 5 0,-154-45 0,161 64 0,-1 4 0,-2 6 0,0 4 0,-208-4 0,292 22 0,16 1 0,12-2 0,-13 14-1365,7-7-5461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16.11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 24575,'0'0'0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17.09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2190 81 24575,'-77'-23'0,"0"4"0,-90-10 0,88 22 0,-1 4 0,0 4 0,0 2 0,0 5 0,1 3 0,0 3 0,1 4 0,1 3 0,1 3 0,-90 42 0,106-37 0,1 2 0,1 3 0,2 2 0,1 3 0,2 2 0,2 2 0,2 3 0,2 1 0,2 3 0,2 1 0,3 3 0,-56 95 0,64-87 0,3 1 0,3 1 0,2 2 0,-23 108 0,30-87 0,5 1 0,3 1 0,3 105 0,12-66 0,5 1 0,6-2 0,6 0 0,5-1 0,51 140 0,-36-146-58,5-2-1,4-2 1,6-3-1,5-2 1,92 122-1,-106-168 24,4-2 0,2-2 0,3-3 0,2-2 0,3-3 0,2-3 0,2-3 0,2-3 0,85 41 0,-67-48 35,1-3 0,2-5 0,1-3 0,1-5 0,1-3 0,1-5 0,172 3 0,-133-18 0,0-6 0,0-6 0,-2-6 0,256-72 0,-250 47 0,-2-5 0,175-93 0,-217 92 0,-3-4 0,-2-4 0,154-135 0,-196 150 0,-2-2 0,-1-2 0,-3-2 0,-2-1 0,51-93 0,-67 102 0,-2-1 0,-2-1 0,-2-1 0,-2 0 0,-2-1 0,-2 0 0,-2-1 0,2-61 0,-9 54 0,-2 0 0,-3 0 0,-2 0 0,-20-79 0,7 63 0,-3 1 0,-58-123 0,20 81 0,-4 2 0,-5 3 0,-132-154 0,68 109 0,-6 7 0,-7 5 0,-5 7 0,-6 7 0,-227-139 0,307 216-8,-3 3 1,-1 4 0,-108-38-1,156 69 14,0 1 0,-1 1 0,0 2 0,-62-3 0,72 9 8,0 1 1,0 1-1,0 2 1,0 0 0,0 1-1,1 1 1,-41 17 0,33-9-464,-47 30 0,-17 22-6260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18.74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4561 2280 24525,'-2'90'0,"-3"-1"0,-4 0 0,-3 0 0,-4-1 0,-3 0 0,-4-2 0,-3 0 0,-3-1 0,-4-2 0,-3-1 0,-3-2 0,-3-1 0,-3-1 0,-4-3 0,-2-1 0,-3-3 0,-3-2 0,-2-2 0,-3-2 0,-3-3 0,-2-3 0,-2-2 0,-2-3 0,-3-3 0,-1-3 0,-2-2 0,-2-4 0,-2-3 0,-1-3 0,-1-4 0,-2-2 0,-1-4 0,0-4 0,-2-2 0,0-5 0,0-2 0,-2-5 0,1-2 0,0-5 0,-1-2 0,1-5 0,0-2 0,0-5 0,1-2 0,0-5 0,2-2 0,0-4 0,1-4 0,2-2 0,1-4 0,2-3 0,1-3 0,1-4 0,3-2 0,1-3 0,3-3 0,2-3 0,2-2 0,2-3 0,3-3 0,3-2 0,2-2 0,3-2 0,3-3 0,3-1 0,2-3 0,4-1 0,3-1 0,3-2 0,4-1 0,2-2 0,4-1 0,4 0 0,2-2 0,5 0 0,2-1 0,5 0 0,2 0 0,5-1 0,2 1 0,5 0 0,2-1 0,5 2 0,2 0 0,5 0 0,2 2 0,4 0 0,4 1 0,2 2 0,4 1 0,3 1 0,3 2 0,4 2 0,2 2 0,3 1 0,3 3 0,3 2 0,2 2 0,3 2 0,3 3 0,2 3 0,2 2 0,2 3 0,3 3 0,1 2 0,3 4 0,1 3 0,1 3 0,2 3 0,1 3 0,2 4 0,1 3 0,0 3 0,2 4 0,0 3 0,1 4 0,0 3 0,0 4 0,1 3 0,-1 4 0,0 3 0,1 4 0,-2 3 0,0 4 0,0 3 0,-2 4 0,0 3 0,-1 3 0,-2 4 0,-1 3 0,-1 3 0,-2 3 0,-2 3 0,-2 4 0,-1 2 0,-3 3 0,-2 3 0,-2 2 0,-2 3 0,-3 3 0,-3 2 0,-2 2 0,-3 2 0,-3 3 0,-2 1 0,-4 2 0,-3 2 0,-3 2 0,-3 1 0,-3 1 0,-4 2 0,-3 1 0,-3 0 0,-4 2 0,-3 0 0,-4 0 0,-3 2 0,-4-1 0,-3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11.16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225 319 24575,'-3'-4'0,"10"0"0,19-5 0,-19 7 0,339-81 0,11 26 0,-279 46 0,993-130 0,-1046 138 0,-18 1 0,1 1 0,-1 0 0,1 0 0,-1 1 0,1 0 0,-1 0 0,1 1 0,-1 0 0,9 2 0,-16-2 0,1-1 0,-1 1 0,0-1 0,0 1 0,1 0 0,-1-1 0,0 1 0,0-1 0,0 1 0,0 0 0,1-1 0,-1 1 0,0-1 0,0 1 0,0 0 0,0-1 0,-1 1 0,1 0 0,0-1 0,0 1 0,0-1 0,0 1 0,-1 0 0,1-1 0,0 1 0,-1-1 0,1 1 0,0-1 0,-1 2 0,-12 19 0,-34 42 0,-2-2 0,-86 82 0,102-110 0,-600 561 0,-29-29 0,616-527 0,-20 18 0,-74 63 0,-232 151 0,350-253 0,22-17 0,0 0 0,-1 0 0,1 0 0,0 0 0,0 0 0,0 0 0,0 1 0,-1-1 0,1 0 0,0 0 0,0 0 0,0 1 0,0-1 0,0 0 0,0 0 0,-1 0 0,1 1 0,0-1 0,0 0 0,0 0 0,0 0 0,0 1 0,0-1 0,0 0 0,0 0 0,0 1 0,0-1 0,0 0 0,0 0 0,0 1 0,0-1 0,0 0 0,0 0 0,1 0 0,-1 1 0,0-1 0,0 0 0,0 0 0,0 0 0,0 1 0,0-1 0,1 0 0,-1 0 0,5 2 0,0-1 0,1 0 0,-1 0 0,0 0 0,0-1 0,8 0 0,-7 0 0,83 1 0,166-20 0,88-39 0,428-128 0,-229 49 0,-506 132-1365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12.64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35 0 24575,'-35'2313'0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20.641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2256 1 24575,'0'0'0,"0"0"0,-1 3 0,0 1 0,0-1 0,0 0 0,0 1 0,-1-1 0,1 0 0,-1 0 0,-3 5 0,-6 10 0,-478 860-21,302-558-422,1 13 344,-151 249 106,167-342-7,142-206 0,-2-2 0,-1-1 0,-1-1 0,-58 40 0,75-60 3,0-1 1,0 0-1,-1-2 1,0 0-1,0 0 1,-1-2-1,0 0 0,0-1 1,0 0-1,0-2 1,-23 1-1,26-3 32,0-1-1,0 0 0,0-1 1,0-1-1,0 0 0,0-1 1,1 0-1,0-1 0,0-1 1,0 0-1,0 0 0,1-2 1,0 1-1,-13-13 0,7 4-34,0-1 0,2-1 0,0-1 0,1 0 0,1-1 0,1-1 0,1 0 0,0-1 0,2 0 0,1 0 0,-12-41 0,8 11 0,2-1 0,2-1 0,3 1 0,0-69 0,7 43 0,4 0 0,3 0 0,3 0 0,4 1 0,3 1 0,4 1 0,3 0 0,3 2 0,4 1 0,2 2 0,4 1 0,3 2 0,2 1 0,77-88 0,-102 135 0,1 0 0,0 1 0,1 1 0,2 1 0,33-21 0,-46 33 0,0 0 0,0 1 0,0 0 0,0 0 0,1 1 0,0 1 0,0-1 0,0 2 0,0-1 0,0 2 0,0-1 0,0 1 0,0 1 0,0-1 0,0 2 0,0-1 0,17 7 0,-3 1 0,-1 1 0,-1 1 0,0 1 0,0 1 0,-1 1 0,-1 1 0,-1 1 0,0 1 0,19 21 0,7 13 0,-3 1 0,43 70 0,-4 12 0,-5 4 0,96 246 0,65 315 0,-173-484 0,117 327 0,-162-497 0,49 82 0,-61-116 0,1 0 0,0 0 0,0-1 0,1 0 0,0 0 0,1-1 0,0 0 0,0-1 0,1 0 0,0-1 0,1 0 0,15 7 0,-19-12 0,0 0 0,1 0 0,-1-1 0,1 0 0,-1 0 0,0-1 0,1-1 0,-1 1 0,1-1 0,-1-1 0,0 1 0,1-1 0,-1-1 0,0 0 0,0 0 0,-1 0 0,1-1 0,-1 0 0,0 0 0,7-6 0,10-7 0,-2-1 0,0-1 0,-1-1 0,28-35 0,-23 22 0,0-1 0,21-38 0,-39 58 0,-1 0 0,0 0 0,-1-1 0,0 0 0,-1 0 0,-1-1 0,0 1 0,2-27 0,-9 16-1365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22.117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103 0 24575,'-103'2631'0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23.494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1 550 24575,'1'-1'0,"-1"1"0,0-1 0,0 1 0,0 0 0,0 0 0,0 0 0,0 0 0,0 0 0,0-1 0,0 1 0,1 0 0,-1 0 0,0 0 0,0 0 0,0 0 0,0 0 0,0-1 0,0 1 0,1 0 0,-1 0 0,0 0 0,0 0 0,0 0 0,0 0 0,0 0 0,1 0 0,-1 0 0,0 0 0,0 0 0,0 0 0,0 0 0,1 0 0,-1 0 0,0 0 0,0 0 0,0 0 0,0 0 0,1 0 0,-1 0 0,0 0 0,0 0 0,0 0 0,0 0 0,0 0 0,1 0 0,-1 0 0,0 0 0,0 0 0,0 1 0,0-1 0,0 0 0,1 0 0,3 3 0,1 1 0,-1-1 0,0 1 0,0 0 0,0 0 0,-1 0 0,1 1 0,-1-1 0,0 1 0,0 0 0,-1 0 0,4 8 0,-4-9 0,24 54 0,-2 1 0,25 91 0,16 131 0,-57-242 0,97 557 0,-26-132 0,27-7 0,-63-314 0,7-1 0,6-3 0,115 207 0,-145-301 0,1-1 0,3-1 0,1-2 0,3 0 0,47 44 0,-78-82 0,0 0 0,-1-1 0,1 1 0,0-1 0,0 0 0,0 0 0,1 0 0,-1-1 0,0 1 0,1-1 0,-1 0 0,1 1 0,-1-2 0,1 1 0,-1 0 0,1-1 0,0 1 0,-1-1 0,1 0 0,0-1 0,-1 1 0,1 0 0,0-1 0,-1 0 0,1 0 0,-1 0 0,1 0 0,-1-1 0,1 1 0,-1-1 0,0 0 0,0 0 0,5-4 0,11-9 0,-1 0 0,0-2 0,-1 0 0,-1-1 0,0 0 0,-2-1 0,14-23 0,8-20 0,30-70 0,-1-21 0,82-291 0,-3-175 0,41-420 0,-47-6 0,-132 1008 0,-3 20 0,-1-1 0,0 1 0,-2-34 0,-4 59-1365,-1 1-5461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24.609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1 24510,'0'3287'0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36.29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2 173 24575,'0'-1'0,"0"1"0,0 0 0,0-1 0,0 1 0,-1 0 0,1-1 0,0 1 0,0 0 0,0-1 0,0 1 0,0-1 0,0 1 0,0 0 0,0-1 0,0 1 0,0 0 0,0-1 0,0 1 0,0 0 0,0-1 0,0 1 0,1 0 0,-1-1 0,0 1 0,0 0 0,0-1 0,0 1 0,1 0 0,-1-1 0,0 1 0,0 0 0,1 0 0,-1-1 0,10-13 0,5 6 0,-1 0 0,1 1 0,0 1 0,1 0 0,0 1 0,30-5 0,-23 5 0,118-26 0,2 6 0,201-9 0,-327 34 0,15-2 0,53 5 0,-78-2 0,0-1 0,0 2 0,1-1 0,-1 1 0,-1 0 0,1 0 0,0 1 0,0 0 0,-1 0 0,0 1 0,1 0 0,-1 0 0,6 6 0,-8-6 0,-1 0 0,-1 0 0,1 0 0,-1 0 0,1 1 0,-1-1 0,0 1 0,-1 0 0,1 0 0,-1-1 0,0 1 0,0 0 0,0 0 0,-1 0 0,0 0 0,0 0 0,0 0 0,-2 9 0,-2 7 0,0 1 0,-2-1 0,-8 21 0,-15 31 0,-2-2 0,-67 109 0,-103 125 0,-74 71 0,-27 39 0,294-403 0,5-8 0,0-1 0,0 1 0,0 0 0,1 1 0,0-1 0,-3 6 0,5-9 0,0 0 0,0 0 0,0 0 0,0-1 0,0 1 0,0 0 0,0 0 0,0 0 0,0 0 0,0 0 0,0 0 0,1 0 0,-1 0 0,0 0 0,1-1 0,-1 1 0,1 0 0,-1 0 0,1 0 0,-1-1 0,1 1 0,-1 0 0,1 0 0,0-1 0,-1 1 0,1-1 0,0 1 0,0 0 0,0-1 0,-1 0 0,1 1 0,0-1 0,0 1 0,0-1 0,0 0 0,0 0 0,1 1 0,17 4 0,1 0 0,-1-1 0,1 0 0,0-2 0,31 0 0,102-11 0,-135 7 0,367-55 0,-280 38 0,-29 11-1365,-48 8-5461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5:38.465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340 205 24575,'6'-10'0,"11"-10"0,2 2 0,0 0 0,1 1 0,0 1 0,2 1 0,-1 1 0,2 1 0,0 0 0,1 2 0,0 1 0,0 1 0,26-6 0,-44 13 0,1 1 0,-1 0 0,0 0 0,0 1 0,1 0 0,-1 0 0,0 0 0,1 1 0,-1-1 0,0 2 0,0-1 0,0 1 0,0 0 0,0 0 0,0 0 0,0 1 0,-1 0 0,1 0 0,-1 1 0,0-1 0,0 1 0,0 0 0,0 1 0,-1-1 0,0 1 0,0 0 0,0 0 0,0 0 0,-1 0 0,0 1 0,4 8 0,0 6 0,-1 0 0,-1-1 0,0 2 0,-2-1 0,0 1 0,-1-1 0,-1 1 0,-2-1 0,-3 36 0,-5 6 0,-34 118 0,0-46 0,-7-2 0,-5-2 0,-6-3 0,-6-2 0,-101 143 0,21-73 0,126-172 0,0-1 0,-2 0 0,0-2 0,-1 0 0,-50 29 0,58-43 0,9-4 0,7-4 0,19-2 0,740-119 0,250-33 0,-989 153 0,33-3 0,-50 6 0,-1 0 0,1 0 0,0 0 0,-1 0 0,1 1 0,-1-1 0,1 1 0,-1-1 0,0 1 0,1 0 0,-1 0 0,0 0 0,1 0 0,-1 1 0,0-1 0,2 2 0,2 3 0,0 0 0,0-1 0,1 0 0,12 8 0,3 5-1365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8:47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4081 952 24575,'-133'-236'0,"52"83"0,54 107 0,-2 1 0,-2 2 0,-1 1 0,-76-74 0,78 89 0,-1 2 0,-2 1 0,0 1 0,-1 2 0,-2 1 0,0 2 0,-46-17 0,21 16 0,0 2 0,0 4 0,-1 2 0,-1 2 0,0 3 0,0 4 0,-90 6 0,42 7 0,1 4 0,0 6 0,-142 45 0,79-7 0,3 7 0,3 7 0,4 8 0,3 7 0,-249 181 0,320-201 0,3 4 0,3 4 0,-123 145 0,154-155 0,4 2 0,2 2 0,3 2 0,3 1 0,-48 128 0,58-113 0,4 2 0,4 1 0,-21 186 0,35-157 0,5 0 0,22 201 0,10-131 0,8-1 0,8-2 0,127 333 0,-115-380 0,5-3 0,6-3 0,6-3 0,141 188 0,-148-235 0,3-3 0,4-3 0,3-3 0,3-4 0,3-3 0,3-4 0,113 63 0,-86-65 0,3-6 0,3-5 0,1-5 0,3-6 0,1-5 0,1-5 0,141 15 0,-166-35 0,0-4 0,0-4 0,0-5 0,0-4 0,0-4 0,-1-5 0,-1-4 0,-1-4 0,157-62 0,-150 38-48,-2-4 0,-3-4 1,-2-5-1,-3-4 0,-3-4 0,85-83 0,-46 24-36,-5-5 0,-7-6 1,103-158-1,-150 192 84,-6-3 0,-4-2 0,-5-4 0,41-119 0,-67 144 0,-4-1 0,-3-1 0,-5-1 0,-4-1 0,-4 0 0,-2-102 0,-13 68 0,-5 1 0,-6 0 0,-5 1 0,-46-149 0,21 127 0,-7 2 0,-6 2 0,-87-149 0,82 180 0,-5 4 0,-117-140 0,121 173 0,-4 3 0,-3 2 0,-135-100 0,156 136 62,-1 1 1,-1 3 0,-2 3-1,-91-33 1,68 35-585,-2 3 0,-145-20-1,-64 14-5744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8:48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1587 5788 24575,'0'0'0,"0"0"0,5-2 0,90-16 0,103-7 0,97 8 0,134 10 0,73-3 0,-373 0 0,240-48 0,-213 17-124,-2-7 0,-2-7 0,-3-6 0,154-88 0,-95 30 87,-6-10 0,205-170 0,-221 145 37,172-184 0,-251 223 0,-6-5 0,144-219 0,-197 258 0,-2-2 0,-5-2 0,-3-2 0,-4-2 0,-4 0 0,26-131 0,-42 137 0,-3 0 0,-4 0 0,-3-1 0,-4 0 0,-4 0 0,-3 1 0,-27-121 0,8 100 0,-6 1 0,-4 2 0,-4 1 0,-5 3 0,-4 1 0,-4 3 0,-110-148 0,76 132 0,-4 3 0,-5 4 0,-5 5 0,-3 4 0,-172-116 0,172 141-19,-2 4-1,-3 5 1,-3 5-1,-2 5 1,-2 5-1,-2 5 1,-1 5-1,-2 6 1,-1 5-1,-1 5 1,0 5-1,-1 6 1,-160 11-1,138 9-133,0 7 0,1 5-1,1 8 1,-153 55 0,137-29-136,3 8 0,3 6 1,-188 120-1,184-88 100,5 6 0,5 8 0,5 5 0,6 7 0,6 5 0,5 7 0,-163 240 0,195-236 69,7 4 0,6 4 0,6 4-1,8 2 1,-74 269 0,110-303 40,4 3-1,7 0 1,5 1 0,6 0 0,5 1 0,6 0-1,7 0 1,25 134 0,-18-182 55,5 0-1,3-2 1,4 0 0,3-2-1,4-1 1,59 97 0,-62-124 6,3-1-1,2-2 1,2-2 0,2-2 0,2-1 0,2-2-1,1-2 1,3-3 0,87 53 0,-84-62 15,2-3 0,0-1 1,2-4-1,0-1 0,80 14 0,-54-19 18,1-4 0,1-3 0,102-6 0,-54-9-107,172-32 0,109-54-657,-45-10-289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8:49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0 129 24575,'1'-1'0,"0"1"0,-1-1 0,1 0 0,0 0 0,0 0 0,0 0 0,0 1 0,0-1 0,0 0 0,0 1 0,0-1 0,0 1 0,0-1 0,0 1 0,0-1 0,0 1 0,0 0 0,2-1 0,2 0 0,56-20 0,0 3 0,92-14 0,132-1 0,-15 21 0,-206 14 0,-1 2 0,78 16 0,-123-17 0,1 2 0,0 0 0,-1 1 0,0 1 0,33 18 0,-44-21 0,1 1 0,-1 0 0,0 1 0,0 0 0,-1 0 0,0 1 0,0-1 0,0 1 0,-1 0 0,0 1 0,0-1 0,-1 1 0,0 0 0,6 17 0,-6-7 0,0 0 0,-1 0 0,-1 1 0,-1-1 0,-1 0 0,0 1 0,-1-1 0,-1 0 0,-6 22 0,-4 15 0,-36 92 0,-3-23 0,-6-2 0,-94 150 0,-173 217 0,57-93 0,243-359 0,-19 29 0,3 1 0,-56 131 0,94-195 0,1 1 0,-1 1 0,1-1 0,0 0 0,0 0 0,0 1 0,0 4 0,1-8 0,0 0 0,0 0 0,0 0 0,0 0 0,1 0 0,-1 0 0,0 0 0,1 0 0,-1 0 0,0 0 0,1 0 0,-1 0 0,1-1 0,0 1 0,-1 0 0,1 0 0,0-1 0,-1 1 0,1 0 0,0-1 0,0 1 0,0 0 0,-1-1 0,1 1 0,0-1 0,0 0 0,0 1 0,0-1 0,0 0 0,0 1 0,0-1 0,1 0 0,16 2 0,-1-1 0,1 0 0,0-2 0,-1 0 0,1-1 0,-1 0 0,24-8 0,-25 7 0,89-22 0,146-55 0,97-61 0,-48 18 0,-188 80-1365,-14 8-5461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8:50.2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209 168 24575,'8'-12'0,"5"-1"0,0 0 0,0 2 0,2-1 0,-1 2 0,1 0 0,1 1 0,32-15 0,-20 13 0,-1 1 0,2 1 0,-1 2 0,34-5 0,-47 10 0,-1 0 0,1 1 0,-1 1 0,1 1 0,-1 0 0,0 0 0,1 2 0,-1 0 0,0 0 0,18 8 0,-23-7 0,-1 0 0,1 1 0,-1 0 0,0 0 0,-1 1 0,1 0 0,-1 0 0,0 1 0,-1 0 0,0 0 0,0 0 0,0 1 0,-1 0 0,0 0 0,-1 1 0,7 14 0,-3 2 0,-2 0 0,0 0 0,-1 0 0,-2 1 0,0-1 0,-2 1 0,-1 0 0,-1 0 0,-1-1 0,-7 33 0,-4 6 0,-3-1 0,-45 114 0,32-112 0,-54 92 0,82-156 0,1 0 0,-1 0 0,1 0 0,0 0 0,-1 0 0,1 0 0,0 1 0,0-1 0,0 0 0,0 0 0,0 0 0,0 0 0,0 1 0,1-1 0,-1 0 0,0 0 0,1 0 0,-1 0 0,1 0 0,-1 0 0,1 0 0,-1 0 0,1 0 0,0 0 0,-1 0 0,1 0 0,0 0 0,0 0 0,0-1 0,-1 1 0,1 0 0,1 0 0,39 25 0,-32-21 0,155 78 0,69 41 0,-211-110 0,0 2 0,-1 0 0,-1 1 0,0 1 0,-1 1 0,-2 1 0,27 37 0,-36-44 0,-1 0 0,0 0 0,-1 0 0,-1 1 0,0 0 0,-1 0 0,0 0 0,-1 1 0,-1 0 0,0-1 0,-1 1 0,-1 0 0,0-1 0,-1 1 0,0 0 0,-1 0 0,-1-1 0,-1 0 0,0 1 0,0-1 0,-2-1 0,1 1 0,-2-1 0,0 0 0,-1 0 0,0-1 0,-12 15 0,-3-1 0,-1 0 0,-1-2 0,-2-1 0,0-1 0,-1-1 0,-1-2 0,-1 0 0,0-2 0,-2-2 0,-38 14 0,6-6 0,-2-3 0,0-3 0,-1-3 0,-86 7 0,93-16-273,0-2 0,0-4 0,0-1 0,-106-20 0,65-2-6553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8:51.0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3718 563 24575,'-130'-69'0,"-4"5"0,-2 6 0,-192-55 0,233 86 0,-1 4 0,-1 5 0,-1 4 0,-195-3 0,219 19 0,0 3 0,1 4 0,0 3 0,0 3 0,2 3 0,0 4 0,-91 39 0,70-16-109,2 4 0,2 4 0,2 4 0,3 3 1,-117 111-1,90-63-184,6 5 1,4 5 0,-88 136-1,112-140 235,6 3 0,5 3 0,-76 195-1,108-222 62,5 1 1,3 1-1,4 1 0,5 1 0,-7 168 0,23-148-169,5 1-1,5 0 0,6-2 1,4 1-1,6-2 1,60 169-1,-51-192 84,4-2 0,4-2-1,4-2 1,3-2 0,4-2 0,3-3-1,4-2 1,92 89 0,-81-100-20,3-3 0,2-4 0,4-3 1,1-3-1,3-4 0,2-4 0,1-4 0,183 57 1,-152-66 101,0-5 0,2-5-1,1-6 1,0-5 0,1-6 0,213-17 0,-192-5-69,-2-7-1,0-6 0,-2-6 0,-2-6 0,-1-6 1,224-114-1,-197 72-28,-4-6 0,-5-7 0,-4-7 0,242-229 0,-279 224 97,-6-3 0,177-253 0,-225 278 7,-5-2 0,-3-2 0,-5-3 0,-4-2 0,33-118 0,-58 153 15,-4 0 0,-2 0 0,-4-1 0,-2 0 1,-4-77-1,-5 86-20,-3 0-1,-3 0 1,-2 1 0,-2 0 0,-3 1 0,-28-66 0,8 45-1,-3 3 1,-3 1 0,-3 2-1,-4 2 1,-2 3-1,-106-107 1,45 67 11,-5 5 0,-235-158 1,167 144 13,-5 7 1,-5 10 0,-3 7 0,-5 10-1,-365-98 1,455 154-27,-183-19 1,230 40-1,0 3 1,1 3 0,-1 3 0,-85 16-1,74-3-219,-109 40 0,-49 37-1972,234-93 2182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8:58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0 129 24575,'0'0'0,"2"-1"0,1-1 0,-1 1 0,0 0 0,1 0 0,-1 0 0,1 0 0,0 0 0,-1 0 0,1 1 0,5-1 0,-1-1 0,164-36 0,3 8 0,0 7 0,270-1 0,-417 24-273,0 1 0,0 2 0,0 0 0,42 12 0,-45-7-6553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8:58.7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0 339 24575,'12'-6'0,"898"-269"0,-899 272 0,-8 2-29,201-48-1307,-181 45-5490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02.9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0 126 24575,'2'2'0,"0"0"0,-1 1 0,1-1 0,-1 0 0,1 1 0,-1-1 0,0 1 0,0-1 0,0 1 0,0 0 0,0 3 0,1 1 0,21 72 0,-3 0 0,-4 1 0,6 99 0,-16-129 0,21 200 0,42 283 0,-66-519 0,31 130 0,-30-131 0,0 0 0,2 0 0,-1-1 0,2 0 0,-1 0 0,2-1 0,-1 1 0,15 14 0,-21-24 0,1-1 0,0 1 0,0 0 0,0-1 0,0 1 0,0-1 0,1 0 0,-1 1 0,0-1 0,1 0 0,-1-1 0,1 1 0,-1 0 0,1-1 0,-1 1 0,1-1 0,-1 0 0,1 0 0,-1 0 0,1 0 0,-1 0 0,1-1 0,-1 1 0,1-1 0,-1 1 0,1-1 0,-1 0 0,1 0 0,-1 0 0,0 0 0,0-1 0,1 1 0,-1 0 0,0-1 0,0 0 0,3-3 0,7-7 0,0-1 0,0-1 0,-1 1 0,12-21 0,-17 25 0,156-276 0,-21-18 0,-105 221 0,21-44 0,262-621 0,-313 731-67,-4 12-95,0-1 0,0 1-1,0-1 1,-1 1 0,0-1-1,0 0 1,1-6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03.4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1204 0 24575,'0'0'0,"-1"0"0,0 1 0,0-1 0,1 0 0,-1 0 0,0 0 0,1 0 0,-1 1 0,0-1 0,1 0 0,-1 1 0,1-1 0,-1 0 0,1 1 0,-1-1 0,0 1 0,1-1 0,-1 1 0,1-1 0,0 1 0,-1-1 0,1 1 0,-1-1 0,1 1 0,-1 0 0,-11 24 0,8-16 0,-30 66 0,5 2 0,2 2 0,-22 109 0,-25 250 0,34-103 0,-10 72 0,45-372 0,-1-1 0,-2 1 0,-1-1 0,-2-1 0,-18 40 0,24-64 0,0 0 0,0 1 0,-1-2 0,0 1 0,0-1 0,-1 1 0,-1-2 0,1 1 0,-1-1 0,0 0 0,-1-1 0,1 0 0,-1 0 0,0-1 0,-1 0 0,0-1 0,1 0 0,-1-1 0,0 1 0,-1-2 0,-14 3 0,2-4 0,0 0 0,-1-1 0,1-2 0,0 0 0,0-1 0,0-2 0,0 0 0,1-2 0,-29-11 0,18 4 0,0-2 0,1-1 0,0-1 0,2-2 0,-36-29 0,54 39-124,1 0 0,0 0 0,1-1 0,0-1 0,0 0 0,1 0-1,1 0 1,0-1 0,1-1 0,-11-26 0,5-10-6702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03.7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0 197 24575,'0'0'0,"0"0"0,0 0 0,0 0 0,0-1 0,0 0 0,0 0 0,2-5 0,2-7 0,3-10 0,0-8 0,-1-5 0,-3 1 0,-1 7 0,-2 7-8191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8:59.7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0 131 24575,'1'-1'0,"-1"0"0,0 1 0,0-1 0,1 1 0,-1-1 0,0 0 0,1 1 0,-1-1 0,0 1 0,1-1 0,-1 1 0,1 0 0,-1-1 0,1 1 0,-1-1 0,1 1 0,0 0 0,-1-1 0,1 1 0,-1 0 0,1 0 0,0-1 0,0 1 0,20-9 0,1 1 0,0 1 0,0 1 0,34-5 0,98-4 0,-106 11 0,1024-39 0,-755 36 0,-187 3-10,131-2-1345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00.7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1 24575,'0'0'0,"10"11"0,19 18 0,3-2 0,0 0 0,1-3 0,38 22 0,152 71 0,388 117 0,-310-130 0,-300-104 0,12 4 0,-1 1 0,0 0 0,0 1 0,0 0 0,19 14 0,-29-18 0,0 0 0,0 0 0,0 0 0,0 0 0,0 0 0,-1 0 0,1 0 0,-1 0 0,1 1 0,-1-1 0,0 1 0,0-1 0,0 1 0,0 0 0,-1-1 0,1 1 0,-1 0 0,0-1 0,1 1 0,-1 0 0,0-1 0,0 1 0,-1 0 0,1 0 0,-1-1 0,1 1 0,-1-1 0,0 1 0,0 0 0,0-1 0,0 1 0,0-1 0,-1 0 0,1 1 0,-3 2 0,-40 54 0,-2-2 0,-83 80 0,99-106 0,-564 543 0,39-39 0,460-438 0,109-85 0,7 1 0,0-2 0,1-1 0,0 0 0,0-2 0,40 10 0,123 16 0,-177-33 0,165 19 0,2-8 0,283-16 0,349-78 0,-280 11-1365,-488 66-5461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08.0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1 338 24575,'6'-16'0,"3"3"0,1-1 0,0 1 0,1 1 0,1 0 0,0 0 0,0 1 0,1 1 0,15-10 0,117-64 0,-143 83 0,47-24 0,2 1 0,62-18 0,-91 35 0,1 1 0,-1 1 0,1 1 0,0 0 0,0 2 0,1 1 0,45 5 0,-61-3 0,0 0 0,0 1 0,-1 0 0,1 0 0,0 1 0,-1 0 0,0 1 0,0-1 0,10 8 0,-13-9 0,-1 2 0,1-1 0,-1 0 0,1 1 0,-1-1 0,0 1 0,-1 0 0,1 0 0,-1 0 0,1 1 0,-1-1 0,-1 0 0,1 1 0,0 0 0,-1-1 0,0 1 0,0 5 0,0 5 0,-1 0 0,0 0 0,-1 0 0,-1 0 0,-1 0 0,0-1 0,-1 1 0,0-1 0,-9 20 0,-7 10 0,-40 66 0,27-57 0,-1-1 0,-3-2 0,-3-2 0,-1-1 0,-82 71 0,115-111 0,5-4 0,0-1 0,-1 1 0,1 0 0,-1-1 0,0 1 0,0-1 0,-5 2 0,24-7 0,0 0 0,0 2 0,0-1 0,0 2 0,0 0 0,29 4 0,-12 2 0,0 0 0,41 14 0,-45-10 0,0 1 0,-1 0 0,-1 3 0,0 0 0,-1 1 0,0 2 0,-2 0 0,0 1 0,0 2 0,-2 0 0,-1 2 0,26 33 0,-43-50 0,1 0 0,-1 1 0,0-1 0,-1 1 0,1-1 0,-1 1 0,-1 0 0,1 0 0,-1-1 0,1 1 0,-2 1 0,1 5 0,-1-8 0,-1 0 0,1 0 0,-1 0 0,0 0 0,0 0 0,-1 0 0,1 0 0,-1 0 0,0 0 0,0-1 0,0 1 0,0-1 0,-1 1 0,1-1 0,-1 0 0,0 0 0,0 0 0,-5 4 0,-6 3 0,-1-1 0,1 0 0,-2-1 0,1-1 0,-1 0 0,0-1 0,-1 0 0,-19 3 0,-13 1 0,-78 5 0,64-11-273,0-3 0,-1-3 0,1-3 0,-101-19 0,90 6-6553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17.2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1988 1 24575,'0'0'0,"0"0"0,-11 8 0,-30 27 0,-71 81 0,-24 53 0,123-153 0,-269 382 0,20 14 0,-69 106 0,162-293 0,140-191 0,-2-2 0,-1-1 0,-2-1 0,-45 31 0,70-55 0,-1 0 0,0 0 0,0-1 0,0 0 0,-1-1 0,1 0 0,-1-1 0,0 0 0,0 0 0,0-1 0,-13 0 0,17-2 0,-1-1 0,1 1 0,-1-1 0,1-1 0,-1 0 0,1 0 0,0 0 0,0-1 0,0 0 0,0 0 0,0-1 0,1 0 0,0 0 0,0 0 0,0-1 0,0 0 0,-8-9 0,0-3 0,1 1 0,0-2 0,2 0 0,0-1 0,0 0 0,2 0 0,1-1 0,-7-22 0,2-2 0,3-1 0,-10-80 0,14 53 0,4-1 0,2 0 0,12-79 0,2 51 0,46-163 0,-45 210 0,39-87 0,-45 121 0,1 1 0,1 0 0,1 0 0,0 2 0,2-1 0,0 2 0,22-22 0,-30 33 0,0 0 0,0 1 0,1 0 0,-1 0 0,1 0 0,0 1 0,0 0 0,0 0 0,0 1 0,0 0 0,1 0 0,11-1 0,-8 3 0,-1 0 0,1 0 0,-1 1 0,1 0 0,-1 1 0,1 0 0,-1 1 0,12 4 0,0 3 0,0 1 0,0 0 0,-1 2 0,0 0 0,-2 2 0,1 0 0,17 19 0,1 7 0,-1 0 0,-3 3 0,-2 0 0,-1 2 0,-3 2 0,38 84 0,-12 2 0,50 188 0,-57-153 0,44 149 0,-66-245 0,4-2 0,46 86 0,-71-150 0,2 5 0,1 1 0,1-2 0,17 23 0,-23-32 0,1 0 0,-1 1 0,0-1 0,1 0 0,0 0 0,-1-1 0,1 1 0,0 0 0,0-1 0,0 0 0,0 0 0,0 0 0,0 0 0,0 0 0,0 0 0,0-1 0,1 0 0,-1 1 0,0-1 0,0 0 0,0-1 0,6 0 0,2-2-170,0-1-1,0-1 0,-1 1 1,1-2-1,-1 1 0,0-2 1,13-10-1,7-6-6655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18.1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292 380 24575,'7'-30'0,"2"11"0,0 0 0,1 0 0,1 1 0,1 1 0,1 0 0,20-21 0,-7 11 0,1 1 0,53-38 0,-64 52 0,1 2 0,-1-1 0,2 2 0,0 0 0,0 2 0,0 0 0,39-10 0,-51 16 0,0 0 0,0 0 0,0 1 0,0 0 0,0 0 0,0 0 0,1 1 0,-1 0 0,0 0 0,0 0 0,-1 1 0,1 0 0,0 0 0,0 0 0,-1 1 0,1 0 0,-1 0 0,0 0 0,0 1 0,0 0 0,-1 0 0,1 0 0,-1 0 0,0 1 0,0-1 0,0 1 0,-1 0 0,0 1 0,5 8 0,-1 3 0,0 0 0,-1 1 0,-1 0 0,0 0 0,-2 1 0,0 0 0,-1-1 0,0 1 0,-2 0 0,-2 27 0,-3-7 0,-1 1 0,-1-1 0,-26 73 0,2-32 0,-3-2 0,-85 139 0,-118 130 0,135-206 0,-217 228 0,308-358 0,15-18 0,20-19 0,5-2 0,2 2 0,0 2 0,1 1 0,2 1 0,44-22 0,-24 19 0,1 3 0,112-31 0,-33 26 0,0 5 0,178-6 0,-304 28-48,260-8-1269,-259 8-5509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34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1151 0 24575,'0'0'0,"0"0"0,6 11 0,2 16 0,-2-1 0,-1 1 0,-1 1 0,-1-1 0,0 30 0,-1-16 0,5 149 0,-8-1 0,-9 1 0,-8-1 0,-8-1 0,-67 249 0,69-353 0,-56 129 0,64-177 0,-2 0 0,-2-2 0,-1 0 0,-2-1 0,-49 55 0,58-75 0,-1 0 0,0-1 0,-1-1 0,0 0 0,-1-1 0,0-1 0,-1-1 0,1 0 0,-1-1 0,-1-1 0,0-1 0,1 0 0,-2-2 0,1 0 0,0-1 0,0-1 0,-1-1 0,1 0 0,-30-6 0,29 4 0,0-2 0,1-1 0,0 0 0,0-1 0,0-2 0,0 1 0,1-2 0,1-1 0,0 0 0,0-1 0,1 0 0,0-2 0,1 0 0,0-1 0,1 0 0,1-1 0,0 0 0,-19-32 0,24 32-227,1-1-1,0 1 1,2-1-1,-1-1 1,-2-19-1,-1-17-6598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34.6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128 258 24575,'0'0'0,"8"-17"0,5-9 0,-2-1 0,0-1 0,-2 0 0,-2-1 0,8-50 0,-14 78 0,-1 0 0,0 0 0,0 0 0,0 0 0,0 1 0,0-1 0,0 0 0,0 0 0,-1 0 0,1 0 0,0 1 0,0-1 0,-1 0 0,1 0 0,0 1 0,-1-1 0,1 0 0,0 0 0,-1 1 0,1-1 0,-1 0 0,0 1 0,1-1 0,-1 1 0,1-1 0,-1 1 0,0-1 0,1 1 0,-1-1 0,0 1 0,0 0 0,1-1 0,-1 1 0,0 0 0,0 0 0,0-1 0,1 1 0,-1 0 0,0 0 0,0 0 0,0 0 0,0 0 0,1 0 0,-1 0 0,0 0 0,0 1 0,0-1 0,1 0 0,-1 0 0,0 1 0,0-1 0,0 1 0,0 0 0,-8 2 0,1 1 0,0-1 0,-13 10 0,5-3 0,1 0 0,1 2 0,-15 14 0,23-21 0,0 2 0,1-1 0,0 0 0,0 1 0,0 0 0,1 0 0,0 1 0,0-1 0,-3 10 0,7-16-2,0-1-1,0 1 0,-1 0 1,1-1-1,0 1 1,0-1-1,0 1 1,0-1-1,0 1 0,0-1 1,0 1-1,0 0 1,0-1-1,0 1 0,0-1 1,0 1-1,0-1 1,1 1-1,-1-1 0,0 1 1,0-1-1,0 1 1,1-1-1,-1 1 0,0-1 1,1 1-1,-1-1 1,0 1-1,1-1 0,0 1 1,17 1 202,21-14-1685,-28 7-5341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36.6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1 236 24575,'0'0'0,"7"-5"0,54-17 0,0 3 0,123-20 0,-102 24 0,679-114-1365,-695 122-5461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36.9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6 480 24575,'0'0'0,"0"0"0,0 0 0,0 0 0,0 0 0,-1 0 0,1 0 0,0 0 0,0 0 0,0 0 0,-1 0 0,1 0 0,0 0 0,0 0 0,0 0 0,0 0 0,-1 0 0,1 0 0,0 0 0,0 0 0,0 0 0,0 0 0,0 0 0,-1-1 0,1 1 0,0 0 0,0 0 0,0 0 0,0 0 0,0 0 0,0 0 0,-1 0 0,1-1 0,0 1 0,0 0 0,0 0 0,0 0 0,0 0 0,0-1 0,0 1 0,0 0 0,0 0 0,0 0 0,0 0 0,0-1 0,0 1 0,0 0 0,0 0 0,0 0 0,0 0 0,0-1 0,0 1 0,0 0 0,0 0 0,0-1 0,10-11 0,19-13 0,23-10 0,1 2 0,103-46 0,123-30 0,223-48-1365,-413 133-5461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37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1892 5 24575,'0'0'0,"0"-1"0,0 1 0,0 0 0,-1 0 0,1-1 0,0 1 0,0 0 0,-1 0 0,1-1 0,0 1 0,0 0 0,-1 0 0,1 0 0,0 0 0,-1 0 0,1-1 0,0 1 0,0 0 0,-1 0 0,1 0 0,0 0 0,-1 0 0,1 0 0,0 0 0,-1 0 0,1 0 0,0 0 0,-1 0 0,1 0 0,0 0 0,-1 0 0,1 0 0,0 1 0,0-1 0,-1 0 0,1 0 0,0 0 0,-1 0 0,1 1 0,0-1 0,0 0 0,-1 0 0,1 1 0,-19 11 0,-6 9 0,1 0 0,1 2 0,-24 28 0,-59 87 0,74-95 0,-368 527 0,66-90 0,-26-28 0,344-434 0,-10 12 0,-51 44 0,70-67 0,-1-1 0,1-1 0,-1 0 0,0 0 0,0 0 0,-1-1 0,1 0 0,-1-1 0,0 0 0,0 0 0,0-1 0,-16 2 0,18-4 0,-1-1 0,1 0 0,0 0 0,0-1 0,-1 0 0,1 0 0,0-1 0,0 1 0,1-1 0,-1-1 0,1 0 0,-1 0 0,1 0 0,0 0 0,1-1 0,-1 0 0,1 0 0,0-1 0,-8-11 0,-1-1 0,1-2 0,1 0 0,0-1 0,-16-43 0,16 28 0,2 0 0,1 0 0,1-1 0,3 0 0,1-1 0,1 1 0,4-57 0,3 49 0,1 1 0,2-1 0,3 1 0,1 1 0,32-82 0,-36 109 0,0 0 0,1 1 0,0 0 0,1 0 0,17-20 0,-22 31 0,0 0 0,0 0 0,0 0 0,0 1 0,1-1 0,0 1 0,-1 1 0,1-1 0,0 0 0,0 1 0,1 0 0,-1 0 0,0 1 0,1-1 0,-1 1 0,1 1 0,-1-1 0,1 1 0,-1-1 0,10 2 0,1 2 0,-2 0 0,1 1 0,0 1 0,-1 0 0,0 1 0,0 0 0,0 1 0,-1 1 0,0 0 0,-1 1 0,0 0 0,18 17 0,-7-3 0,-1 1 0,-2 1 0,0 0 0,32 56 0,-12-2 0,44 124 0,-29-61 0,-50-130-105,0-1 0,1 0 0,0 0 0,0 0 0,1-1 0,1 0 0,-1 0 0,2-1 0,-1 0 0,1 0 0,1-1 0,20 14 0,9-1-6721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38.3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120 111 24575,'29'-20'0,"-5"6"0,1 2 0,0 0 0,1 2 0,0 0 0,1 2 0,0 1 0,0 1 0,0 1 0,1 2 0,30 0 0,-54 3 0,0 0 0,0 0 0,0 0 0,0 1 0,0 0 0,-1 0 0,1 0 0,0 0 0,0 0 0,-1 1 0,1 0 0,-1 0 0,1 0 0,-1 0 0,0 0 0,0 1 0,0-1 0,0 1 0,0 0 0,-1 0 0,1 0 0,-1 0 0,3 6 0,-2-3 0,-1 0 0,0 0 0,0 0 0,-1 1 0,0-1 0,0 0 0,0 1 0,-1-1 0,0 1 0,0-1 0,-1 1 0,0-1 0,-3 12 0,-4 10 0,-1 1 0,-2-2 0,-1 1 0,-1-1 0,-32 48 0,-98 115 0,-174 147 0,320-338 0,0 0 0,-1 0 0,1 1 0,0-1 0,0 1 0,0-1 0,0 1 0,0 0 0,0 0 0,5 1 0,8-1 0,125-15-682,228-55-1,-308 54-6143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38.6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236 0 24575,'0'0'0,"0"0"0,0 1 0,0 1 0,-1 10 0,-3 16 0,-6 24 0,-8 22 0,-6 20 0,-5 15 0,-4 10 0,1-3 0,3-9 0,5-14 0,5-11 0,6-20-8191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39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25 24575,'-2'-18'0,"3"11"0,2 13 0,19 73 0,-4 1 0,13 128 0,-13-76 0,-15-111 0,1 11 0,1 0 0,2 1 0,1-2 0,1 1 0,19 42 0,-25-70 0,-1 1 0,1-1 0,0 1 0,0-1 0,0 0 0,0 0 0,1 0 0,0-1 0,0 1 0,0-1 0,0 0 0,6 4 0,-7-6 0,0 0 0,1 1 0,-1-1 0,0-1 0,1 1 0,-1 0 0,1-1 0,-1 0 0,1 1 0,0-2 0,-1 1 0,1 0 0,-1-1 0,1 1 0,-1-1 0,0 0 0,1 0 0,5-3 0,4-3 0,0-1 0,0 0 0,-1-1 0,0 0 0,-1-1 0,1 0 0,-2-1 0,0 0 0,15-22 0,6-12 0,33-64 0,-31 46 0,-2-1 0,-3-2 0,-3 0 0,-2-2 0,17-95 0,-37 135-1365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39.8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 1 24575,'0'0'0,"0"0"0,0 0 0,0 1 0,-1 5 0,-4 11 0,-6 21 0,-5 22 0,-6 21 0,-3 17 0,-1 9 0,0 2 0,3-2 0,4-6 0,7-9 0,8-9 0,8-10 0,4-18-8191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0.0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1 194 24575,'0'0'0,"0"-1"0,0 0 0,15-7 0,26-9 0,32-6 0,30-5 0,23 1 0,16 2 0,7 5 0,-1 5 0,-6 3 0,-9 3 0,-28 2-8191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0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409 1 24575,'0'0'0,"0"0"0,0 0 0,0 0 0,0 1 0,-5 10 0,-11 24 0,-16 37 0,-16 34 0,-8 28 0,-2 22 0,2 13 0,6 3 0,11-9 0,9-25 0,11-37-8191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1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1654 0 24575,'-36'60'0,"-84"133"0,-272 332 0,100-212 0,245-270 0,-2-2 0,-1-3 0,-2-2 0,-98 51 0,130-77 0,-1-1 0,0-1 0,0-1 0,0-1 0,-1-1 0,-41 5 0,54-9 0,0-1 0,0 0 0,0-1 0,0 1 0,0-2 0,0 1 0,0-2 0,0 1 0,1-1 0,-1 0 0,1-1 0,0 1 0,0-2 0,0 1 0,0-1 0,1-1 0,0 1 0,0-1 0,-8-10 0,3 2 0,2-1 0,0 0 0,0-1 0,2 0 0,0 0 0,0-1 0,2 0 0,0-1 0,1 1 0,-4-31 0,4 12 0,1 0 0,3 0 0,0-1 0,7-49 0,-3 65 0,0 0 0,1 0 0,1 1 0,1 0 0,1 0 0,0 0 0,2 1 0,0 0 0,14-20 0,-18 31 0,1 1 0,0 0 0,0 0 0,0 0 0,1 1 0,0 0 0,1 0 0,0 0 0,-1 1 0,2 0 0,-1 1 0,0 0 0,1 0 0,0 1 0,0 0 0,0 0 0,0 1 0,0 1 0,0-1 0,1 1 0,-1 1 0,16 1 0,-10 0 0,0 1 0,0 1 0,-1 0 0,1 1 0,-1 1 0,1 0 0,-1 1 0,17 9 0,-11-2 0,0 0 0,0 1 0,-1 2 0,27 27 0,-12-5 0,-1 2 0,-3 1 0,-1 1 0,29 59 0,53 140 0,-23-46 0,-81-179-136,1-1-1,1 1 1,1-1-1,0-1 1,1 0-1,0 0 1,1-1-1,1-1 0,27 22 1,9-5-6690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1.6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354 98 24575,'8'-20'0,"-5"14"0,0 1 0,0 0 0,1 0 0,-1 0 0,1 0 0,0 1 0,1 0 0,-1 0 0,1 0 0,0 0 0,0 0 0,0 1 0,0 0 0,1 0 0,-1 1 0,1 0 0,0-1 0,-1 2 0,1-1 0,0 1 0,0 0 0,0 0 0,0 1 0,0-1 0,1 1 0,-1 1 0,0-1 0,0 1 0,0 0 0,0 0 0,0 1 0,-1 0 0,1 0 0,0 0 0,-1 1 0,1 0 0,-1 0 0,0 0 0,0 1 0,0-1 0,-1 1 0,1 0 0,-1 1 0,0-1 0,0 1 0,0 0 0,-1 0 0,1 0 0,3 8 0,-3-1 0,0 0 0,-1-1 0,0 1 0,-1 0 0,0 0 0,-1 0 0,0 1 0,-1-1 0,-1 0 0,0 0 0,-3 17 0,-3 6 0,-2 1 0,-21 53 0,4-27 0,-1-1 0,-4-1 0,-2-2 0,-3-1 0,-2-1 0,-2-3 0,-3-1 0,-2-2 0,-2-2 0,-63 49 0,102-91 0,-2 3 0,-1-1 0,1 0 0,-1-1 0,-1 0 0,0 0 0,-20 7 0,113-35 0,161-74 132,-34 13-1629,-136 56-5329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2.1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 41 24575,'2'-2'0,"-1"0"0,1 0 0,0 0 0,0 0 0,1 1 0,-1-1 0,0 1 0,1-1 0,-1 1 0,0 0 0,4-2 0,-3 2 0,5-2 0,-1 0 0,2 0 0,-1 0 0,0 1 0,0 0 0,1 1 0,-1 0 0,1 0 0,0 1 0,-1 0 0,1 1 0,-1 0 0,1 0 0,-1 0 0,0 1 0,1 1 0,-1-1 0,0 1 0,0 1 0,-1-1 0,1 1 0,9 7 0,-7-4 0,-1 0 0,0 0 0,0 1 0,-1 0 0,0 1 0,0 0 0,-1 0 0,0 1 0,0-1 0,-1 2 0,-1-1 0,0 0 0,0 1 0,-1 0 0,0 0 0,2 13 0,-3 2 0,-1-1 0,-1 1 0,-1 0 0,-2-1 0,0 1 0,-1-1 0,-2 1 0,-1-1 0,-12 33 0,0-7 0,-4 0 0,-1-1 0,-40 62 0,33-64 0,-45 53 0,60-83 0,0-1 0,-1-1 0,-1-1 0,0 0 0,-38 23 0,30-29 0,18-8 0,15-6 0,192-76 0,-68 29 0,-45 16-1365,-5 1-5461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2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24575,'0'0'0,"12"208"0,-2-94 0,-2 31 0,39 343 0,-45-474 0,1-1 0,0 0 0,1 0 0,0-1 0,9 17 0,-12-26 0,0-1 0,0 0 0,1 1 0,-1-1 0,1 0 0,0 0 0,-1 0 0,1 0 0,0 0 0,0 0 0,1 0 0,-1-1 0,0 1 0,1-1 0,-1 0 0,0 1 0,1-1 0,0 0 0,-1-1 0,1 1 0,-1 0 0,1-1 0,0 1 0,0-1 0,-1 0 0,1 0 0,0 0 0,0 0 0,-1-1 0,1 1 0,0-1 0,4-1 0,0 0 0,0-1 0,1-1 0,-1 0 0,-1 0 0,1 0 0,0 0 0,-1-1 0,0 0 0,9-11 0,4-5 0,21-33 0,-38 51 0,46-70 0,-2-3 0,53-124 0,42-175 0,-131 342-102,-2 10-319,-1 1 0,8-46 0,-15 62-6405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3.1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67 195 24575,'9'-15'0,"1"1"0,1 1 0,0-1 0,1 2 0,0 0 0,1 0 0,0 1 0,23-14 0,-22 16 0,0 0 0,0 1 0,1 1 0,0 0 0,0 1 0,1 1 0,27-6 0,-39 9 0,1 1 0,0 1 0,0-1 0,0 1 0,0 0 0,0 0 0,0 0 0,0 1 0,0-1 0,0 1 0,0 1 0,0-1 0,0 1 0,-1-1 0,1 1 0,-1 1 0,1-1 0,-1 1 0,0-1 0,0 1 0,0 0 0,0 1 0,-1-1 0,1 1 0,-1 0 0,0 0 0,0 0 0,0 0 0,3 5 0,-2 2 0,0-1 0,-1 1 0,0-1 0,-1 1 0,0 0 0,-1 0 0,0 0 0,0 0 0,-1 1 0,-1-1 0,0 0 0,0 0 0,-1 0 0,-5 16 0,-3 6 0,-2-1 0,-1 0 0,-23 42 0,2-15 0,-1-1 0,-63 75 0,67-96 0,-2-1 0,-2-1 0,-1-2 0,-48 34 0,78-63 0,-11 7 0,17-11 0,0 0 0,0 0 0,0 0 0,1 0 0,-1 0 0,0 0 0,0 0 0,0 0 0,0 0 0,1 0 0,-1 0 0,0 0 0,0 0 0,0 0 0,0 0 0,0 0 0,1 0 0,-1 0 0,0 1 0,0-1 0,0 0 0,0 0 0,0 0 0,0 0 0,0 0 0,1 0 0,-1 1 0,0-1 0,0 0 0,0 0 0,0 0 0,0 0 0,0 0 0,0 1 0,0-1 0,0 0 0,0 0 0,0 0 0,0 0 0,0 1 0,0-1 0,0 0 0,0 0 0,0 0 0,0 0 0,0 1 0,0-1 0,0 0 0,0 0 0,0 0 0,0 0 0,0 0 0,0 1 0,-1-1 0,1 0 0,0 0 0,0 0 0,0 0 0,0 0 0,0 0 0,27-1 0,0-1 0,0-2 0,-1 0 0,27-10 0,2 2 0,522-123-1215,-566 133 1065,64-16-6676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3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0 144 24575,'0'0'0,"0"0"0,3-1 0,10-4 0,18-6 0,24-4 0,20-5 0,16 0 0,9-1 0,3 3 0,0 4 0,-5 5 0,-8 3 0,-7 3 0,-9 3 0,-17 0-8191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3.7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276 1 24575,'-5'105'0,"-36"196"0,35-266 0,-191 815-1081,188-818 797,-9 37-6542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4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1359 0 24575,'0'0'0,"-2"8"0,-94 268 0,-156 315 0,174-437 0,-7-5 0,-6-3 0,-154 188 0,111-183 0,109-127 0,0-2 0,-1 0 0,-53 32 0,71-49 0,0-1 0,0 0 0,-1 0 0,1 0 0,-1-1 0,0-1 0,-17 4 0,22-6 0,1 0 0,-1 0 0,1 0 0,-1 0 0,0-1 0,1 0 0,-1 1 0,1-1 0,-1 0 0,1-1 0,-1 1 0,1 0 0,0-1 0,0 0 0,0 0 0,0 0 0,0 0 0,0 0 0,0-1 0,1 0 0,-1 1 0,-1-4 0,-3-3 0,1-1 0,1 0 0,-1 0 0,2 0 0,-1 0 0,1-1 0,1 0 0,0 0 0,-2-14 0,0-14 0,0-52 0,4 34 0,2 1 0,3-1 0,2 1 0,2 0 0,3 0 0,23-68 0,-30 112 0,1 0 0,1 0 0,-1 0 0,2 0 0,0 1 0,0 0 0,1 1 0,11-13 0,-14 18 0,0 1 0,1 0 0,-1 0 0,1 0 0,0 0 0,0 1 0,0 0 0,0 0 0,1 1 0,-1 0 0,1 0 0,-1 0 0,1 1 0,0 0 0,0 0 0,-1 1 0,11 0 0,0 2 0,0 0 0,-1 1 0,1 1 0,-1 1 0,0 0 0,0 2 0,-1-1 0,0 2 0,0 0 0,0 0 0,19 16 0,6 9 0,0 1 0,48 56 0,91 132 0,-44-51 0,-113-146-227,1-1-1,2 0 1,0-2-1,1-1 1,37 22-1,-7-11-6598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5.0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142 106 24575,'8'-10'0,"0"1"0,1 0 0,0 1 0,1 0 0,-1 1 0,1-1 0,1 2 0,0 0 0,15-7 0,-18 9 0,1 1 0,0 0 0,0 0 0,0 0 0,0 1 0,0 1 0,0 0 0,1 0 0,-1 1 0,1 0 0,-1 0 0,17 4 0,-23-3 0,1 0 0,0 0 0,-1 0 0,1 1 0,-1 0 0,1 0 0,-1 0 0,0 0 0,0 0 0,0 1 0,0-1 0,0 1 0,-1 0 0,1 0 0,3 5 0,-3-3 0,0 1 0,-1-1 0,1 1 0,-1 0 0,-1 0 0,1 0 0,-1 0 0,0 0 0,1 6 0,-2 8 0,0 0 0,-2 0 0,0 0 0,-1 0 0,-6 20 0,-10 29 0,-3-2 0,-3 0 0,-67 123 0,-134 170 0,209-334 0,12-18 0,0 1 0,-1-1 0,0-1 0,0 1 0,-11 9 0,54-44 14,0 1-1,1 2 1,2 1-1,63-26 1,180-53-472,-181 68-517,-32 9-5851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5.6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53 24575,'27'-11'0,"0"2"0,0 1 0,1 2 0,-1 0 0,58-3 0,-67 7 0,-1 1 0,1 0 0,-1 1 0,1 1 0,27 6 0,-41-6 0,0-1 0,0 2 0,-1-1 0,1 0 0,0 1 0,-1-1 0,1 1 0,-1 0 0,1 1 0,-1-1 0,0 0 0,0 1 0,0 0 0,0 0 0,-1 0 0,1 0 0,-1 0 0,0 0 0,1 0 0,-2 1 0,1 0 0,0-1 0,-1 1 0,1 0 0,-1-1 0,0 1 0,0 0 0,-1 0 0,1 0 0,-1 6 0,0 6 0,-2-1 0,0 1 0,0-1 0,-1 0 0,-1 0 0,-1 0 0,0-1 0,-10 20 0,-2 1 0,-2-2 0,-28 39 0,35-59 0,9-10 0,1-1 0,0 0 0,0 0 0,0 1 0,1-1 0,-1 1 0,0 0 0,-2 5 0,6-6 0,-1-1 0,0 1 0,1 0 0,-1-1 0,1 1 0,-1-1 0,1 0 0,-1 0 0,1 1 0,0-1 0,0 0 0,0-1 0,0 1 0,0 0 0,3 1 0,2 0 0,53 29 0,86 57 0,-115-66 0,-1 1 0,-1 2 0,-2 0 0,32 38 0,-52-55 0,-1 0 0,-1 0 0,1 0 0,-1 0 0,-1 1 0,0 0 0,0 0 0,-1 1 0,0-1 0,2 12 0,-4-16 0,-1 0 0,1-1 0,-1 1 0,0 0 0,-1 0 0,1-1 0,-1 1 0,0-1 0,0 1 0,-1 0 0,1-1 0,-1 0 0,0 1 0,0-1 0,-1 0 0,1 0 0,-1 0 0,0 0 0,0-1 0,0 1 0,0-1 0,-1 0 0,-4 4 0,-2 0 0,0 0 0,-1-1 0,0 0 0,-1-1 0,1 0 0,-1-1 0,0 0 0,0-1 0,-1 0 0,-16 1 0,-3-1 0,0-2 0,-61-4 0,84 2-227,0 0-1,-1-1 1,1 0-1,0-1 1,-17-6-1,-1-6-6598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6.1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1 314 24575,'0'0'0,"3"4"0,41 61 0,-2 3 0,33 75 0,47 154 0,-119-288 0,-2-4 0,1-1 0,0 1 0,0-1 0,0 1 0,5 7 0,-6-11 0,-1 0 0,1-1 0,0 1 0,-1 0 0,1-1 0,0 1 0,0-1 0,-1 1 0,1-1 0,0 1 0,0-1 0,0 0 0,0 1 0,-1-1 0,1 0 0,0 0 0,0 0 0,0 1 0,0-1 0,0 0 0,0 0 0,0 0 0,0 0 0,0-1 0,0 1 0,0 0 0,-1 0 0,1-1 0,0 1 0,0 0 0,0-1 0,0 1 0,-1-1 0,1 1 0,0-1 0,0 1 0,1-2 0,8-7 0,0-1 0,0 0 0,-1-1 0,0 0 0,-1 0 0,-1-1 0,1 0 0,8-22 0,-6 16 0,46-96 0,52-148 0,15-131 0,-121 382 0,2-5 0,-4 16 0,0 0 0,1 0 0,-1 0 0,0-1 0,0 1 0,0 0 0,0 0 0,1 0 0,-1 0 0,0-1 0,0 1 0,0 0 0,1 0 0,-1 0 0,0 0 0,0 0 0,1 0 0,-1 0 0,0 0 0,0 0 0,1 0 0,-1 0 0,0 0 0,0 0 0,1 0 0,-1 0 0,0 0 0,0 0 0,1 0 0,-1 0 0,0 0 0,0 0 0,1 0 0,-1 0 0,0 0 0,0 0 0,0 1 0,1-1 0,-1 0 0,0 0 0,0 0 0,0 0 0,1 1 0,-1-1 0,0 0 0,0 0 0,0 0 0,0 1 0,1-1 0,14 17-1365,4 4-5461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46.8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150 186 24575,'9'-19'0,"0"7"0,1 1 0,0 0 0,0 1 0,1 0 0,1 0 0,0 1 0,0 1 0,17-10 0,-5 6 0,-1 1 0,1 1 0,48-13 0,-59 19 0,-1 2 0,1-1 0,0 2 0,-1 0 0,1 0 0,0 1 0,16 2 0,-24-1 0,-1 0 0,0 0 0,1 0 0,-1 0 0,0 1 0,0 0 0,0 0 0,0 0 0,-1 0 0,1 0 0,0 1 0,-1 0 0,0-1 0,0 1 0,0 1 0,0-1 0,0 0 0,0 1 0,-1-1 0,0 1 0,1 0 0,-1 0 0,-1 0 0,3 8 0,0 3 0,0 1 0,-2 1 0,0-1 0,-1 0 0,-1 0 0,0 1 0,-1-1 0,-1 0 0,0 0 0,-1 0 0,-1 0 0,-9 23 0,3-12 0,-1-1 0,-2 0 0,0 0 0,-2-2 0,-1 0 0,-24 28 0,21-28 0,-2-2 0,-1-1 0,0 0 0,-2-2 0,0 0 0,-32 17 0,121-34 0,-55-2 0,53-1 0,78 9 0,-123-6 0,0 1 0,0 1 0,0 0 0,0 2 0,-1 0 0,0 0 0,0 2 0,0 0 0,16 12 0,-24-13 0,0 1 0,0 0 0,-1 0 0,-1 1 0,1 0 0,-1 0 0,-1 1 0,0 0 0,0 0 0,-1 1 0,0 0 0,-1-1 0,0 1 0,-1 1 0,0-1 0,-1 0 0,0 1 0,0 23 0,-1-20 0,-1 1 0,-1 0 0,-1 0 0,0-1 0,-1 1 0,0-1 0,-2 0 0,0 0 0,0 0 0,-1-1 0,-1 1 0,0-1 0,-16 20 0,5-13 0,0-1 0,-2-1 0,0-1 0,-2-1 0,0-1 0,0-1 0,-2 0 0,1-2 0,-2-1 0,-50 18 0,29-15 0,0-3 0,0-1 0,-1-2 0,-1-3 0,-68 2 0,24-11-1365,15-4-5461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54.8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1 130 24575,'2'-3'0,"0"1"0,0 0 0,0-1 0,1 1 0,-1 0 0,1 0 0,-1 0 0,1 0 0,0 1 0,0-1 0,0 1 0,0 0 0,0-1 0,5 0 0,2-2 0,41-15 0,1 2 0,0 2 0,1 3 0,64-7 0,-24 10 0,150 4 0,-103 17-1365,-85-3-5461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55.0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1 292 24575,'0'0'0,"1"0"0,6-1 0,14-2 0,24-4 0,29-5 0,24-7 0,15-6 0,7-8 0,2-5 0,-5-2 0,-6-1 0,-7 1 0,-22 7-8191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56.2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744 1 24575,'0'0'0,"-1"5"0,-166 804 0,40-204 0,88-401 0,-70 307 0,69-381 0,33-111 0,-1 1 0,-1-1 0,-1-1 0,-15 23 0,23-38 0,-1 1 0,0-1 0,0 1 0,0-1 0,0 0 0,-1 0 0,1 0 0,-1-1 0,0 1 0,0-1 0,0 0 0,0 0 0,-5 2 0,6-4 0,0 1 0,1-1 0,-1 0 0,0 1 0,0-1 0,0 0 0,0-1 0,0 1 0,0 0 0,1-1 0,-1 0 0,0 0 0,0 0 0,1 0 0,-1 0 0,0 0 0,1-1 0,-1 1 0,1-1 0,0 1 0,-4-4 0,-1-3-136,0 0-1,0-1 1,1 0-1,0 0 1,0 0-1,1-1 1,1 0-1,0 0 0,-6-20 1,-13-47-6690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56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19 144 24575,'0'0'0,"0"0"0,0-1 0,0-1 0,0-4 0,-1-1 0,0-6 0,0 0 0,0-3 0,-1-3 0,-1 2 0,0 0 0,1 2 0,-1 4 0,2 4-8191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57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1550 0 24575,'-7'14'0,"-221"438"0,-44-22 0,153-272 0,-8-6 0,-6-5 0,-162 139 0,291-283 0,-21 21 0,-2-2 0,0 0 0,-1-2 0,-2-2 0,-37 19 0,63-34 0,-1-2 0,1 1 0,0 0 0,-1-1 0,0 0 0,1 0 0,-1 0 0,0-1 0,1 0 0,-1 1 0,0-2 0,0 1 0,1 0 0,-1-1 0,0 0 0,1 0 0,-6-2 0,6 1 0,0-1 0,1 1 0,-1-1 0,0 0 0,1 0 0,0 0 0,0 0 0,0-1 0,0 1 0,0-1 0,0 1 0,1-1 0,0 0 0,0 0 0,0-1 0,0 1 0,-1-8 0,-3-11 0,1-1 0,1 1 0,2-1 0,0 1 0,2-1 0,0 0 0,6-38 0,3 4 0,33-108 0,-37 147 0,19-51 0,-22 64 0,1 0 0,0 1 0,0-1 0,0 1 0,1-1 0,0 1 0,0 0 0,8-8 0,-11 14 0,0-1 0,1 0 0,-1 0 0,0 0 0,0 1 0,0-1 0,1 1 0,-1-1 0,0 1 0,0-1 0,0 1 0,0-1 0,0 1 0,0 0 0,0 0 0,0 0 0,0-1 0,0 1 0,1 2 0,-2-2 0,19 20 0,-2 2 0,0 0 0,-2 1 0,0 1 0,21 51 0,-27-56 0,75 178 0,-56-124 0,4 0 0,77 129 0,-102-190-114,2-2 1,0 1-1,0-1 0,1-1 0,0 0 1,1 0-1,0-1 0,0 0 0,1-1 1,0 0-1,19 8 0,14 0-6712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57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0 24575,'3'13'0,"2"14"0,-2 1 0,-1-1 0,-2 35 0,-12 86 0,7-96 0,-11 120-682,-76 331-1,86-481-6143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58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 0 24575,'0'0'0,"0"0"0,0 16 0,-36 390 0,6-108 0,16 66-1365,15-332-5461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59.0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0 275 24575,'2'1'0,"0"0"0,0 1 0,-1-1 0,1 0 0,-1 0 0,1 1 0,-1-1 0,1 1 0,-1-1 0,0 1 0,0 0 0,0-1 0,0 1 0,0 0 0,0 0 0,1 3 0,2 2 0,35 71 0,58 165 0,2 94 0,-99-335 0,0 0 0,1-1 0,-1 1 0,1-1 0,0 1 0,-1 0 0,1-1 0,0 1 0,0-1 0,0 0 0,0 1 0,0-1 0,0 0 0,2 2 0,-2-3 0,0 1 0,-1-1 0,1 0 0,0 1 0,0-1 0,0 0 0,0 1 0,0-1 0,0 0 0,-1 0 0,1 0 0,0 0 0,0 0 0,0 0 0,0 0 0,0 0 0,0 0 0,0-1 0,1 1 0,3-3 0,1 0 0,-1 0 0,0 0 0,0-1 0,0 1 0,8-9 0,10-11 0,-2 0 0,0-2 0,-1 0 0,-2-2 0,28-51 0,-11 5 0,30-86 0,-25 45 0,-5-1 0,28-164 0,-61 257-1365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0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207 0 24575,'0'0'0,"0"0"0,0 0 0,0 0 0,0 2 0,2-1 0,0 9 0,1 16 0,-5 22 0,-6 28 0,-9 28 0,-9 23 0,-5 10 0,-2-2 0,2-11 0,3-19 0,6-20 0,7-25-8191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0.6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98 24575,'0'0'0,"0"0"0,0 1 0,1 0 0,0 0 0,12 3 0,20 0 0,25 0 0,24-5 0,21-4 0,13-4 0,5-5 0,-2-4 0,-8-2 0,-12-4 0,-21 3-8191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0.9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344 1 24575,'0'0'0,"0"0"0,-1 3 0,-2 12 0,-7 28 0,-9 37 0,-6 32 0,-7 27 0,-5 17 0,0 7 0,0-1 0,1-6 0,3-11 0,4-16 0,7-19 0,7-23 0,7-27-8191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1.5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1510 1 24575,'-6'12'0,"-194"399"-325,-333 508-1,457-804 317,-97 109 0,139-185 7,-2-1-1,-1-2 1,-2-1-1,-2-3 1,-1-1 0,-46 26-1,82-54-19,-7 5 104,0-1-1,-1-1 1,0 0-1,-19 5 0,30-10-71,0 0 1,1 0-1,-1-1 0,0 0 0,0 1 0,0-1 0,0 0 1,0 0-1,0-1 0,0 1 0,0 0 0,0-1 0,1 0 1,-1 0-1,0 0 0,0 0 0,1 0 0,-1 0 1,1-1-1,-1 1 0,1-1 0,-1 0 0,1 0 0,0 0 1,0 0-1,0 0 0,0 0 0,-2-5 0,-2-2-9,2-1 0,-1 0-1,2 0 1,-1 0 0,1 0-1,1 0 1,0-1-1,0 0 1,0-13 0,1-16-2,5-45 1,-4 76 0,10-89 0,5 1 0,3 0 0,5 1 0,4 2 0,58-138 0,-78 217 0,-6 9 0,2 0 0,-1 0 0,1 0 0,0 1 0,0-1 0,0 1 0,1 0 0,0 0 0,7-8 0,-9 13 0,-1 0 0,1 1 0,-1-1 0,1 0 0,-1 0 0,1 1 0,-1-1 0,1 1 0,-1 0 0,1-1 0,-1 1 0,0 0 0,1 0 0,-1 0 0,0-1 0,0 1 0,0 1 0,0-1 0,0 0 0,1 1 0,6 7 0,-1-1 0,0 1 0,-1 0 0,0 1 0,0-1 0,-1 1 0,7 21 0,21 79 0,-30-98 0,49 268 0,4 13 0,-52-279 0,0 1 0,1-1 0,0 0 0,1-1 0,1 1 0,0-1 0,1 0 0,18 22 0,-19-27 0,1-1 0,0 1 0,0-2 0,1 1 0,0-1 0,0 0 0,0-1 0,1 0 0,0-1 0,0 0 0,0 0 0,0-1 0,11 2 0,39 3-1365,-4-4-5461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1.9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350 1 24575,'-1'26'0,"-2"1"0,-1-1 0,-10 37 0,4-18 0,-279 1021-888,267-993 411,16-52-6349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2.4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146 38 24575,'24'-12'0,"-11"4"0,-4 5 0,1 0 0,-1 0 0,1 0 0,-1 1 0,1 1 0,0 0 0,-1 0 0,1 0 0,0 2 0,12 0 0,-16 0 0,-1 0 0,1 1 0,-1-1 0,0 1 0,1 0 0,-1 1 0,0-1 0,0 1 0,0 0 0,-1 0 0,1 0 0,-1 1 0,1 0 0,-1 0 0,-1 0 0,1 0 0,0 0 0,-1 1 0,4 7 0,-1 0 0,-1 0 0,-1 0 0,0 0 0,-1 1 0,0-1 0,0 1 0,-2 0 0,0 0 0,0 0 0,-2 21 0,-3 5 0,-1-1 0,-13 50 0,2-33 0,-2 0 0,-2-2 0,-2 0 0,-3-2 0,-2 0 0,-2-2 0,-2-1 0,-3-1 0,-1-2 0,-2-2 0,-57 52 0,82-84 0,20-16 0,4-2 0,48-26 40,1 2 0,75-26 0,135-28-1525,-210 68-5341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2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1 148 24575,'4'15'0,"0"-1"0,0 1 0,-2-1 0,0 1 0,1 23 0,-1-5 0,2 456 0,-8-250 0,3-238 0,1-1 0,0 1 0,0 0 0,0 0 0,0-1 0,-1 1 0,1 0 0,0 0 0,0-1 0,1 1 0,-1 0 0,0 0 0,0-1 0,0 1 0,0 0 0,1-1 0,-1 1 0,0 0 0,1 0 0,-1-1 0,0 1 0,1-1 0,-1 1 0,1 0 0,-1-1 0,1 1 0,-1-1 0,1 1 0,0-1 0,0 1 0,1-1 0,-1-1 0,1 0 0,0 0 0,-1 0 0,1 0 0,-1 0 0,1 0 0,-1 0 0,1 0 0,-1 0 0,0-1 0,0 1 0,2-3 0,26-31 0,-3-1 0,28-48 0,40-88 0,-93 169 0,76-148 0,-6-3 0,69-224 0,-137 367-1365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3.4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2 103 24575,'3'-1'0,"0"1"0,0-1 0,0 0 0,0 0 0,0-1 0,0 1 0,-1-1 0,1 1 0,0-1 0,3-3 0,7-3 0,12-5 0,0 1 0,0 2 0,1 1 0,1 0 0,0 2 0,0 1 0,0 2 0,1 0 0,-1 2 0,1 1 0,42 3 0,-68-2 0,1 0 0,-1 1 0,1-1 0,-1 1 0,1-1 0,-1 1 0,0 0 0,1 0 0,-1 0 0,0 0 0,1 0 0,-1 0 0,0 1 0,0-1 0,0 1 0,0-1 0,0 1 0,-1 0 0,4 3 0,-4-1 0,1-1 0,-1 1 0,0 0 0,0-1 0,0 1 0,-1 0 0,1-1 0,-1 1 0,0 0 0,0 0 0,0 0 0,-2 6 0,-2 14 0,-1 0 0,-1 0 0,-2 0 0,0-1 0,-1 0 0,-2-1 0,0 0 0,-15 21 0,-15 18 0,-67 75 0,64-82 0,-3-3 0,-89 77 0,137-126 0,9-3 0,16-3 0,89-26-227,-3-5-1,0-4 1,-3-6-1,-2-4 1,112-69-1,-138 69-6598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4.2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0 260 24575,'0'0'0,"0"0"0,2-1 0,9-4 0,22-7 0,31-10 0,32-6 0,25-4 0,19-1 0,12 2 0,3 1 0,-6 4 0,-12 4 0,-31 5-8191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4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422 1 24575,'0'0'0,"1"1"0,-1 6 0,0 12 0,-4 27 0,-11 32 0,-12 31 0,-11 26 0,-9 13 0,-2 4 0,-1-3 0,3-6 0,4-10 0,7-11 0,6-15 0,8-15 0,8-23-8191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5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1122 1 24575,'-4'17'0,"-53"143"0,-99 198 0,130-301 0,-428 798 0,443-836 0,-101 145 0,100-148 0,-1-1 0,-1-1 0,0 0 0,-1-1 0,0 0 0,-1-1 0,-28 16 0,40-26 0,0 0 0,0 0 0,-1 0 0,1-1 0,-1 1 0,1-1 0,-1-1 0,1 1 0,-1 0 0,1-1 0,-1 0 0,0 0 0,-6-1 0,8 0 0,0 0 0,-1 0 0,1-1 0,0 1 0,-1-1 0,1 0 0,0 1 0,0-1 0,0-1 0,1 1 0,-1 0 0,0-1 0,1 1 0,0-1 0,-1 0 0,1 0 0,0 0 0,-1-3 0,-3-6 0,1 1 0,0-2 0,0 1 0,2 0 0,-1-1 0,2 0 0,0 0 0,-1-23 0,2-7 0,8-59 0,5 7 0,4 1 0,4 1 0,4 1 0,5 1 0,3 1 0,47-93 0,-74 175 0,4-11 0,0 0 0,2 1 0,22-29 0,-31 44 0,1-1 0,0 1 0,-1 0 0,1 1 0,0-1 0,0 0 0,0 1 0,1 0 0,-1 0 0,1 0 0,-1 0 0,1 0 0,0 1 0,0-1 0,-1 1 0,1 0 0,0 0 0,0 1 0,0-1 0,0 1 0,0 0 0,0 0 0,0 0 0,0 0 0,0 1 0,5 1 0,2 2 0,-1 1 0,0 0 0,0 1 0,-1 0 0,1 1 0,-1-1 0,0 2 0,-1-1 0,0 1 0,10 13 0,10 15 0,29 47 0,-53-77 0,79 137 67,70 167-1,41 74-1564,-154-318-5328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5.3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274 0 24575,'-2'9'0,"-121"404"0,-3 6 0,118-374-341,1 0 0,2 1-1,3 89 1,7-62-6485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5.8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98 24575,'27'-15'0,"-10"3"0,10-2 0,0 1 0,0 1 0,36-9 0,-55 18 0,0 1 0,0 0 0,1 1 0,-1 0 0,0 0 0,1 0 0,-1 1 0,0 1 0,1-1 0,-1 1 0,0 1 0,0 0 0,1 0 0,-1 0 0,-1 1 0,14 6 0,-17-6 0,0 1 0,0-1 0,0 1 0,0-1 0,-1 1 0,1 0 0,-1 0 0,0 1 0,0-1 0,-1 1 0,1-1 0,-1 1 0,0 0 0,0 0 0,-1 0 0,1 0 0,-1 0 0,0 0 0,-1 0 0,1 0 0,-1 10 0,-1 3 0,0-1 0,-2 0 0,0 0 0,0 0 0,-10 25 0,-8 13 0,-2-2 0,-2 0 0,-2-2 0,-3-1 0,-2-1 0,-2-2 0,-56 61 0,84-102 0,-3 5 0,0-1 0,-1-1 0,0 1 0,0-2 0,-1 1 0,0-2 0,-1 1 0,-15 6 0,26-13 0,1-1 0,-1 1 0,0-1 0,0 0 0,1 1 0,-1-1 0,0 0 0,0 0 0,0 1 0,0-1 0,1 0 0,-1 0 0,0 0 0,0 0 0,0 0 0,0 0 0,1 0 0,-1 0 0,0-1 0,0 1 0,0 0 0,0 0 0,1-1 0,-1 1 0,0-1 0,0 1 0,1 0 0,-1-1 0,0 1 0,1-1 0,-1 0 0,0 1 0,1-1 0,-1 0 0,1 1 0,-1-1 0,1 0 0,-1 1 0,1-1 0,0 0 0,-1 0 0,1 0 0,0 1 0,-1-3 0,1 0 0,0 0 0,0 0 0,0 0 0,0 0 0,0 0 0,1 0 0,-1 0 0,1 0 0,0 0 0,0 0 0,3-5 0,1-1 0,0 0 0,1 1 0,0 0 0,1 0 0,-1 0 0,2 1 0,-1 0 0,1 1 0,0-1 0,0 1 0,1 1 0,0 0 0,0 0 0,0 1 0,0 0 0,1 0 0,0 1 0,0 0 0,0 1 0,14-1 0,-10 1 0,0 1 0,1 0 0,-1 1 0,0 1 0,1 0 0,-1 1 0,0 1 0,0 0 0,0 1 0,0 0 0,-1 1 0,0 1 0,0 0 0,13 8 0,-8-1 0,-1 1 0,0 0 0,-1 2 0,-1-1 0,-1 2 0,0 0 0,-1 1 0,12 21 0,-9-12 0,-2 1 0,-2 0 0,0 0 0,-2 1 0,9 37 0,-17-55 0,0 0 0,-1-1 0,0 1 0,-1 0 0,0 0 0,0 0 0,-1 0 0,-1 0 0,0 0 0,0 0 0,-1-1 0,0 1 0,-1-1 0,0 0 0,-10 16 0,7-14 0,-2-1 0,1 0 0,-1 0 0,-1-1 0,0 0 0,0-1 0,-1 0 0,0 0 0,-1-2 0,0 1 0,-22 10 0,19-12-59,0 0 0,-1-1-1,1 0 1,-1-1-1,0-1 1,0 0 0,0-1-1,0-1 1,-1-1 0,1 0-1,0-1 1,0-1 0,0 0-1,0-1 1,0-1-1,0 0 1,1-1 0,0-1-1,0-1 1,0 0 0,1 0-1,-17-13 1,-5-11-6767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6.3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81 24575,'6'10'0,"41"86"0,-3 1 0,41 139 0,-70-191 0,68 208 0,58 164 0,-136-404 0,-2-3 0,1-1 0,0 1 0,0-1 0,12 17 0,-16-26 0,1 1 0,-1 0 0,1 0 0,0-1 0,-1 1 0,1 0 0,0-1 0,-1 1 0,1 0 0,0-1 0,0 1 0,0-1 0,-1 0 0,1 1 0,0-1 0,0 0 0,0 1 0,0-1 0,0 0 0,0 0 0,0 0 0,0 0 0,0 0 0,0 0 0,0 0 0,0 0 0,0 0 0,-1 0 0,1-1 0,0 1 0,0 0 0,0 0 0,0-1 0,0 1 0,0-1 0,-1 1 0,1-1 0,0 1 0,0-1 0,-1 0 0,2 0 0,3-4 0,0 0 0,0-1 0,-1 1 0,6-10 0,-7 11 0,29-49 0,47-103 0,11-68 0,1-25 0,61-266 0,-147 497 0,-3 8 0,1 1 0,-2-1 0,2-19 0,-3 29 2,0 0-1,0 0 1,0 0-1,0 0 1,0 0-1,0 0 1,0 0 0,0 0-1,0 0 1,0 0-1,0 0 1,0 0-1,0 0 1,0 0-1,-1 0 1,1 0-1,0 0 1,0 0-1,0 0 1,0 0 0,0 0-1,0 0 1,0 0-1,0 0 1,0 0-1,0 0 1,0 0-1,0 0 1,0 0-1,0 0 1,0 0-1,0 0 1,0 0 0,0 0-1,0-1 1,0 1-1,0 0 1,0 0-1,0 0 1,0 0-1,0 0 1,0 0-1,0 0 1,0 0 0,0 0-1,-2 4-1437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6.9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122 282 24575,'1'-5'0,"-1"-1"0,1 1 0,0 0 0,1-1 0,-1 1 0,1 0 0,0 0 0,1 0 0,-1 1 0,4-6 0,33-43 0,-22 34 0,0 1 0,1 1 0,1 1 0,37-25 0,-44 33 0,1 1 0,-1 0 0,2 1 0,-1 0 0,1 1 0,0 0 0,0 1 0,0 1 0,23-2 0,-32 4 0,0 1 0,0 0 0,0 0 0,0 1 0,0 0 0,0 0 0,0 0 0,0 0 0,0 1 0,0-1 0,0 1 0,-1 1 0,1-1 0,-1 0 0,1 1 0,-1 0 0,0 0 0,0 1 0,4 4 0,-4-3 0,0 0 0,-1 1 0,1-1 0,-1 1 0,0 0 0,-1 0 0,1 0 0,-1 0 0,0 1 0,-1-1 0,0 1 0,0-1 0,0 1 0,-1 10 0,-1 7 0,-1 0 0,-1 0 0,-2 0 0,0 0 0,-2 0 0,0-1 0,-14 28 0,-6 7 0,-54 84 0,59-105 0,-1-2 0,-2-1 0,-1-1 0,-48 46 0,74-78 0,0-1 0,-1 0 0,1 1 0,0-1 0,-1 0 0,1 1 0,0-1 0,-1 0 0,1 0 0,0 1 0,-1-1 0,1 0 0,0 0 0,-1 0 0,1 1 0,-1-1 0,1 0 0,0 0 0,-1 0 0,1 0 0,-1 0 0,1 0 0,-1 0 0,1 0 0,0 0 0,-1 0 0,0 0 0,0-11 0,10-17 0,-3 21 0,1-1 0,-1 1 0,1 0 0,0 0 0,1 1 0,0 0 0,0 0 0,0 1 0,1 0 0,-1 1 0,1-1 0,0 2 0,1-1 0,-1 1 0,14-2 0,-14 3 0,1 0 0,0 1 0,-1 0 0,1 1 0,0 0 0,0 0 0,-1 1 0,1 0 0,0 1 0,-1 0 0,1 1 0,-1 0 0,0 0 0,0 1 0,14 8 0,-10-3 0,-1 2 0,0 0 0,0 0 0,-1 1 0,-1 0 0,0 1 0,-1 0 0,0 1 0,-1 0 0,0 0 0,-2 0 0,8 21 0,-5-9 0,-1 1 0,-1 0 0,-2 0 0,0 0 0,-2 1 0,0 37 0,-3-49 0,-1-1 0,-1 0 0,0 1 0,-1-1 0,-1 0 0,0 0 0,-1-1 0,0 1 0,-1-1 0,-1 0 0,0-1 0,-1 0 0,-1 0 0,0 0 0,0-1 0,-1-1 0,-1 1 0,0-2 0,0 0 0,-1 0 0,0-1 0,-1 0 0,0-1 0,-1 0 0,1-2 0,-1 1 0,-1-2 0,1 1 0,-1-2 0,0 0 0,0-1 0,0-1 0,0 0 0,-1-1 0,1 0 0,-1-2 0,1 0 0,-24-4 0,10-3-170,1-2-1,-1-1 0,2-1 1,0-1-1,0-1 0,1-2 1,-35-28-1,-13-12-6655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05.1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883 0 24575,'0'0'0,"0"0"0,-1 4 0,-37 308 0,2 389 0,36-672 0,0 13 0,-2 0 0,-13 80 0,12-110 0,0-1 0,0 1 0,-1-1 0,-1 0 0,0 0 0,0 0 0,-1 0 0,-1-1 0,0 0 0,0-1 0,-1 1 0,0-1 0,0-1 0,-18 15 0,12-14 0,0-1 0,-1-1 0,0 1 0,0-2 0,0 0 0,-1-1 0,0-1 0,0-1 0,-1 0 0,1 0 0,0-2 0,-1 0 0,1-1 0,-1-1 0,1 0 0,-1-1 0,-27-8 0,17 3 0,0-1 0,1-1 0,0-1 0,1-2 0,-1 0 0,2-2 0,0-1 0,1-1 0,-36-31 0,9-9-1365,13 3-5461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05.3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05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1 155 24575,'0'0'0,"0"0"0,0 0 0,2-1 0,5-3 0,12-7 0,17-7 0,14-5 0,9-2 0,7 3 0,0 3 0,-3 5 0,-5 5 0,-12 3 0,-15 4-8191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05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1 147 24575,'0'0'0,"0"0"0,0 0 0,2 0 0,5-2 0,14-2 0,18-5 0,18-2 0,15-4 0,11-2 0,6-1 0,5-1 0,-1 1 0,-1 0 0,-17 3-8191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09:06.2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316 0 24575,'-1'12'0,"0"0"0,0-1 0,-5 18 0,0 1 0,-149 633 134,26-127-1633,112-450-5327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9.6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0 130 24575,'0'0'0,"5"-3"0,52-15 0,0 2 0,64-8 0,119-7 0,-238 31 0,405-34 120,-289 31-863,169 16 1,-215-4-6084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09.9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0 428 24575,'0'0'0,"0"0"0,0 0 0,0 0 0,3-2 0,6-3 0,13-9 0,19-9 0,19-11 0,16-9 0,12-6 0,7-1 0,1 0 0,0 4 0,-4 3 0,-3 5 0,-17 8-8191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0.9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1493 5 24575,'0'-2'0,"0"0"0,-2 7 0,-32 108 0,-6-1 0,-61 121 0,-130 200 0,-106 128 0,229-403 0,-177 203 0,267-340 0,-36 37 0,49-53 0,-1-1 0,1 1 0,-1-1 0,0 0 0,0-1 0,0 1 0,0-1 0,-10 3 0,13-5 0,-1-1 0,1 0 0,-1 1 0,1-1 0,-1-1 0,1 1 0,-1 0 0,1-1 0,0 0 0,-1 0 0,1 0 0,0 0 0,-1 0 0,1-1 0,0 1 0,0-1 0,0 0 0,0 0 0,0 0 0,1 0 0,-1 0 0,1-1 0,-1 0 0,-3-4 0,-3-5 0,0 0 0,1 0 0,1-1 0,-10-20 0,1-6 0,1-1 0,2-1 0,2 0 0,-11-84 0,14 39 0,4-126 0,5 182 0,-2 4 0,2 0 0,1 0 0,0 0 0,2 1 0,13-43 0,-17 67 0,1 0 0,0 0 0,0 0 0,0 0 0,0 0 0,1 0 0,-1 0 0,0 0 0,0 0 0,0 1 0,1-1 0,-1 0 0,0 1 0,1-1 0,-1 1 0,0 0 0,1-1 0,-1 1 0,1 0 0,-1 0 0,1 0 0,-1 0 0,1 0 0,-1 0 0,0 0 0,1 0 0,-1 1 0,1-1 0,1 1 0,44 15 0,-24-5 0,0 2 0,-1 0 0,0 2 0,-2 0 0,1 1 0,22 25 0,104 124 0,-118-129 0,264 330-1365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1.6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0 169 24575,'13'-21'0,"-8"16"0,5-8 0,2 0 0,0 1 0,0 0 0,1 1 0,1 1 0,0 0 0,0 1 0,1 0 0,0 1 0,21-8 0,-27 12 0,1 1 0,-1 0 0,0 0 0,1 1 0,0 0 0,0 1 0,-1 0 0,1 0 0,0 1 0,0 1 0,0 0 0,0 0 0,-1 0 0,1 2 0,0-1 0,-1 1 0,0 0 0,0 1 0,11 6 0,-14-6 0,-1 0 0,1 0 0,-1 0 0,-1 1 0,1-1 0,0 1 0,-1 1 0,0-1 0,-1 0 0,1 1 0,4 10 0,-4-6 0,0 1 0,-1 0 0,0 0 0,-1 0 0,0 0 0,1 15 0,-3 0 0,0 1 0,-2 0 0,-1 0 0,-13 50 0,13-67 0,1 4 0,-2 0 0,0 0 0,0 0 0,-2-1 0,1 1 0,-2-1 0,0-1 0,-9 14 0,67-3 0,-35-15 0,-1 0 0,0 1 0,-1 1 0,1 0 0,-2 1 0,0 0 0,0 1 0,-1 1 0,0 0 0,-1 0 0,-1 1 0,0 0 0,12 25 0,-15-26 0,-1 1 0,-1-1 0,0 1 0,-1 0 0,-1 0 0,0 1 0,-1-1 0,0 1 0,-1-1 0,-1 1 0,0 0 0,-1-1 0,-1 1 0,0-1 0,-1 1 0,-7 20 0,6-25 0,0-1 0,-1 0 0,0 0 0,-1 0 0,0-1 0,0 0 0,-1 0 0,0 0 0,0-1 0,-1 0 0,0 0 0,0-1 0,0 0 0,-1-1 0,0 0 0,0 0 0,-1-1 0,1 0 0,-1 0 0,0-1 0,-15 2 0,10-1 0,0-2 0,-1 0 0,1-1 0,-1-1 0,1 0 0,0-1 0,-1 0 0,1-1 0,0-1 0,0-1 0,0 0 0,0-1 0,-27-13 0,37 15-170,1 0-1,-1 0 0,0-1 1,1 1-1,0-1 0,-1 0 1,-4-7-1,-4-8-6655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1.9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137 0 24575,'0'0'0,"0"0"0,0 0 0,0 1 0,-2 5 0,-4 13 0,-6 21 0,-5 20 0,-2 16 0,0 10 0,1 2 0,4-3 0,1-6 0,4-11 0,2-17-8191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2.5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876 1 24575,'0'0'0,"-1"7"0,-17 76 0,-2 0 0,-5-2 0,-44 101 0,44-128 0,-2 0 0,-3-2 0,-2-1 0,-2-2 0,-58 65 0,68-88 0,-2-1 0,-1-1 0,-33 24 0,50-41 0,0 0 0,-1-1 0,0 0 0,0-1 0,0 0 0,0-1 0,-1 0 0,0 0 0,1-2 0,-1 1 0,0-1 0,-24 0 0,30-3 0,0 1 0,1-1 0,-1-1 0,0 1 0,1-1 0,-1 0 0,1 0 0,0 0 0,-1-1 0,1 0 0,1 0 0,-1 0 0,-7-7 0,5 3 0,0 0 0,0-1 0,1 0 0,0-1 0,0 1 0,1-1 0,-5-10 0,-1-8 0,1-1 0,1-1 0,1 0 0,-5-37 0,11 53 0,0 5 0,0 0 0,1-1 0,0 1 0,1 0 0,0-1 0,0 1 0,2-10 0,30 52 0,18 34 53,77 137 0,-31-44-1524,-57-102-5355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3.1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98 24575,'26'-15'0,"-11"8"0,6-5 0,1 1 0,0 1 0,1 1 0,0 1 0,1 1 0,-1 1 0,46-6 0,-60 12 0,0 0 0,0 0 0,-1 0 0,1 1 0,0 1 0,-1-1 0,1 2 0,-1-1 0,1 1 0,14 7 0,-17-6 0,0 0 0,0 0 0,-1 1 0,1-1 0,-1 1 0,0 1 0,-1-1 0,1 1 0,-1-1 0,0 1 0,-1 0 0,1 1 0,-1-1 0,0 1 0,2 8 0,0 2 0,-1 0 0,-1 1 0,0 0 0,-1-1 0,-1 1 0,-1 0 0,-1 0 0,0-1 0,-1 1 0,-1 0 0,0-1 0,-2 0 0,-12 33 0,17-49 0,-1-1 0,1 1 0,0 0 0,0 0 0,0 0 0,0 0 0,0 0 0,0 0 0,0 0 0,0 0 0,0-1 0,0 1 0,0 0 0,0 0 0,1 0 0,-1 0 0,0 0 0,1-1 0,-1 1 0,0 0 0,1 0 0,-1 0 0,1-1 0,0 1 0,-1 0 0,1-1 0,0 1 0,-1 0 0,1-1 0,0 1 0,-1-1 0,1 1 0,0-1 0,0 0 0,1 1 0,39 15 0,-24-11 0,-4 0 0,-1 1 0,1-1 0,-1 2 0,0 0 0,-1 0 0,0 1 0,18 17 0,-23-19 0,-1 0 0,0 0 0,0 1 0,0 0 0,-1 0 0,0 0 0,-1 0 0,1 1 0,-1 0 0,-1-1 0,1 1 0,-1 0 0,-1 0 0,2 12 0,-3-3 0,-1 1 0,0-1 0,-1 0 0,-1 0 0,0 0 0,-2-1 0,0 1 0,0-1 0,-2 0 0,0 0 0,-1-1 0,-14 23 0,12-23 0,0-1 0,-1 0 0,0-1 0,-1 0 0,0 0 0,-2-1 0,1-1 0,-1 0 0,0-1 0,-1-1 0,-1 0 0,-20 8 0,29-14-151,0-1-1,-1 0 0,1 0 0,-1-1 1,1 0-1,-1-1 0,1 1 1,-13-2-1,-12-5-6674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3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24575,'0'0'0,"33"-2"0,-26 2 0,0 1 0,0-1 0,0 1 0,0 1 0,-1-1 0,1 1 0,0 0 0,-1 1 0,1 0 0,-1 0 0,0 0 0,0 1 0,0-1 0,-1 2 0,1-1 0,-1 0 0,0 1 0,0 0 0,0 0 0,-1 1 0,0-1 0,0 1 0,0 0 0,5 11 0,-5-4 0,1-1 0,-1 1 0,-1-1 0,0 1 0,-1 1 0,-1-1 0,0 0 0,0 0 0,-1 0 0,-1 1 0,0-1 0,-5 17 0,2-8 0,-2 0 0,-1-1 0,0 0 0,-2 0 0,0 0 0,-1-1 0,-1 0 0,-1-1 0,-1-1 0,-1 1 0,0-2 0,-23 21 0,26-30 0,9-6 0,10-3 0,-4 0 0,320-68-1169,-316 67 973,37-8-6630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4.0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800 1 24575,'0'0'0,"-3"9"0,-23 78 0,-3 0 0,-52 102 0,68-163 0,-2 0 0,0-1 0,-1-1 0,-2 0 0,0-1 0,-1-1 0,-2-1 0,0-1 0,-1-1 0,-1-1 0,-30 19 0,40-30 0,-1 0 0,0-1 0,0 0 0,0-2 0,-1 1 0,0-2 0,0 0 0,0 0 0,0-2 0,0 0 0,0 0 0,-1-2 0,-19-2 0,26 1 0,0 1 0,0-2 0,0 1 0,0-1 0,1-1 0,-1 1 0,1-2 0,0 1 0,0-1 0,0 0 0,1-1 0,0 1 0,0-2 0,0 1 0,1-1 0,0 0 0,0 0 0,1 0 0,0-1 0,0 0 0,0 0 0,1 0 0,-3-10 0,5 10 0,-1-1 0,1 1 0,1-1 0,-1 0 0,2 0 0,-1 0 0,1 0 0,1 1 0,-1-1 0,1 0 0,1 0 0,0 1 0,0-1 0,1 1 0,0-1 0,0 1 0,1 0 0,0 0 0,6-8 0,-6 9 0,0 1 0,1 0 0,0 0 0,0 0 0,1 1 0,0-1 0,0 1 0,0 1 0,0-1 0,1 1 0,0 0 0,0 1 0,0-1 0,0 1 0,0 1 0,1-1 0,-1 1 0,1 1 0,0-1 0,-1 1 0,16 1 0,-8 1 0,0 2 0,0 0 0,0 0 0,-1 2 0,1 0 0,-1 0 0,0 1 0,-1 1 0,0 1 0,0-1 0,0 2 0,18 15 0,4 7 0,-1 2 0,51 64 0,-13 0 45,-39-51-750,49 53 0,-53-70-6121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4.5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0 102 24575,'0'0'0,"0"0"0,5-3 0,18-11 0,0 1 0,1 1 0,1 1 0,0 1 0,1 1 0,-1 2 0,2 0 0,-1 2 0,1 1 0,28-1 0,-50 4 0,-1 1 0,1 0 0,-1 0 0,1 0 0,-1 1 0,1 0 0,-1 0 0,1 0 0,-1 0 0,0 1 0,0-1 0,1 1 0,-1 0 0,0 0 0,-1 1 0,1-1 0,0 1 0,-1 0 0,5 4 0,-4-2 0,-1 0 0,0 0 0,-1 0 0,1 0 0,-1 1 0,0-1 0,0 1 0,-1-1 0,1 1 0,-1 0 0,-1-1 0,1 1 0,-1 0 0,0 10 0,-1-2 0,0 0 0,0 1 0,-1-1 0,-1 0 0,-1-1 0,0 1 0,0 0 0,-1-1 0,-1 0 0,-1 0 0,1-1 0,-2 0 0,-9 13 0,17-25 0,0 1 0,0-1 0,0 1 0,0-1 0,1 1 0,-1-1 0,0 1 0,0-1 0,1 0 0,-1 1 0,0-1 0,0 1 0,1-1 0,-1 0 0,0 1 0,1-1 0,-1 0 0,1 1 0,-1-1 0,1 0 0,-1 0 0,0 1 0,1-1 0,-1 0 0,1 0 0,-1 0 0,1 0 0,-1 0 0,1 1 0,-1-1 0,1 0 0,-1 0 0,1 0 0,-1 0 0,1 0 0,0-1 0,25 6 0,-25-4 0,51 5 0,44 8 0,-88-12 0,1 0 0,-1 1 0,0 0 0,-1 0 0,1 0 0,0 1 0,-1 0 0,12 10 0,-16-12 0,-1 0 0,0 0 0,0 1 0,0-1 0,0 0 0,0 1 0,0 0 0,-1-1 0,0 1 0,1 0 0,-1 0 0,0 0 0,0 0 0,0 0 0,-1 0 0,1 0 0,-1 0 0,0 1 0,0-1 0,0 0 0,0 0 0,0 0 0,-1 0 0,1 0 0,-1 0 0,0 0 0,0 0 0,0 0 0,0 0 0,0 0 0,-1 0 0,1-1 0,-5 6 0,-1 2 0,0 0 0,-1-1 0,-1 1 0,1-2 0,-2 1 0,1-1 0,-15 9 0,9-8-227,0-1-1,0 0 1,0-1-1,-1-1 1,-22 6-1,4-4-6598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5.1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64 24575,'33'-10'0,"23"-7"0,78-12 0,-111 26 0,0 0 0,1 2 0,-1 0 0,1 2 0,-1 0 0,32 7 0,-52-8 0,-1 1 0,1-1 0,-1 1 0,1 0 0,-1 0 0,1 0 0,-1 0 0,0 0 0,1 0 0,-1 0 0,0 1 0,0 0 0,0-1 0,0 1 0,0 0 0,0 0 0,0 0 0,-1 0 0,1 0 0,-1 0 0,0 0 0,1 1 0,-1-1 0,0 0 0,1 6 0,-1-3 0,-1 0 0,0 0 0,0 0 0,0 0 0,-1 0 0,0 0 0,0 0 0,0 0 0,0-1 0,-1 1 0,0 0 0,-4 6 0,0 4 0,-2-1 0,0 0 0,-1-1 0,0 1 0,-1-2 0,-1 1 0,0-2 0,0 1 0,-1-2 0,-16 12 0,28-22 0,0 1 0,0-1 0,0 0 0,0 1 0,0-1 0,0 0 0,0 1 0,0-1 0,0 0 0,0 1 0,0-1 0,0 0 0,0 1 0,0-1 0,0 0 0,0 1 0,0-1 0,0 0 0,1 1 0,-1-1 0,0 0 0,0 1 0,0-1 0,1 0 0,-1 0 0,0 1 0,0-1 0,1 0 0,-1 0 0,0 1 0,1-1 0,-1 0 0,0 0 0,1 0 0,-1 0 0,0 0 0,1 1 0,-1-1 0,0 0 0,1 0 0,0 0 0,20 11 0,-16-9 0,-3-1 0,99 57 0,-91-52 0,-1 1 0,0 0 0,-1 0 0,0 1 0,0 0 0,0 0 0,-1 1 0,8 13 0,-13-18 0,0 0 0,0 1 0,0-1 0,-1 0 0,0 1 0,0-1 0,0 1 0,0 0 0,-1-1 0,0 1 0,0-1 0,0 1 0,-1 0 0,1-1 0,-1 1 0,0-1 0,0 1 0,-1-1 0,1 0 0,-1 1 0,0-1 0,0 0 0,0 0 0,-1 0 0,0 0 0,1-1 0,-8 8 0,-1 1 0,-1-1 0,-1 0 0,0 0 0,0-2 0,-1 1 0,-22 10 0,6-6-195,-1-2 0,-1 0 0,0-2 0,0-2 0,-1-1 0,-56 5 0,28-8-6631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6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1 200 24575,'3'1'0,"0"0"0,0 0 0,0 0 0,-1 1 0,1-1 0,0 1 0,-1 0 0,1-1 0,-1 1 0,4 4 0,-4-4 0,44 39 0,-2 2 0,-2 2 0,64 87 0,-60-72 0,95 97 0,-132-148 0,1 0 0,1-1 0,-1 0 0,1 0 0,1-1 0,15 6 0,-22-11 0,-1 0 0,1 0 0,0-1 0,0 0 0,0 0 0,0 0 0,0-1 0,0 0 0,0 0 0,0 0 0,0 0 0,0-1 0,0 0 0,0 0 0,0 0 0,-1 0 0,1-1 0,0 0 0,6-4 0,0-1 0,-2 0 0,1-1 0,-1 0 0,0-1 0,0 0 0,-1 0 0,-1-1 0,1 0 0,-2 0 0,9-16 0,4-13 0,23-64 0,-18 35 0,-3 0 0,-2-1 0,-4 0 0,12-132 0,-28 175-1365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6.7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0 113 24575,'0'0'0,"15"-18"0,4 2 0,1 2 0,35-20 0,-46 29 0,0 1 0,0 0 0,1 0 0,-1 1 0,1 0 0,0 1 0,-1 0 0,1 1 0,15-1 0,-23 2 0,1 0 0,-1 0 0,1 1 0,-1-1 0,0 1 0,1-1 0,-1 1 0,1 0 0,-1 0 0,0 0 0,0 0 0,0 0 0,1 0 0,-1 1 0,0-1 0,0 1 0,-1 0 0,1-1 0,2 4 0,-2-1 0,0-1 0,0 0 0,0 1 0,-1 0 0,1-1 0,-1 1 0,0 0 0,0 0 0,-1 0 0,1 0 0,-1 5 0,0 5 0,-1 1 0,-1 0 0,0-1 0,-1 0 0,-6 22 0,-3-1 0,-2-1 0,-1-1 0,-2 0 0,-1 0 0,-42 55 0,60-87 0,-1-1 0,1 0 0,0 1 0,0-1 0,-1 0 0,1 1 0,0-1 0,0 1 0,0-1 0,0 0 0,0 1 0,-1-1 0,1 1 0,0-1 0,0 1 0,0-1 0,0 0 0,0 1 0,0-1 0,0 1 0,0-1 0,1 0 0,-1 1 0,0-1 0,0 1 0,0-1 0,0 1 0,1-1 0,-1 0 0,0 1 0,0-1 0,1 0 0,-1 1 0,0-1 0,0 0 0,1 1 0,-1-1 0,0 0 0,1 0 0,-1 1 0,1-1 0,-1 0 0,0 0 0,1 0 0,-1 0 0,1 1 0,-1-1 0,1 0 0,26 7 0,-19-5 0,65 13 0,-30-7 0,1 2 0,-2 2 0,76 32 0,-116-43 0,0-1 0,0 1 0,-1 0 0,1 0 0,0 0 0,-1 0 0,1 0 0,-1 0 0,1 0 0,-1 0 0,1 1 0,-1-1 0,0 0 0,0 1 0,0 0 0,0-1 0,0 1 0,0-1 0,0 1 0,0 0 0,-1 0 0,1-1 0,0 4 0,-2-3 0,1 1 0,-1-1 0,0 1 0,0-1 0,0 0 0,0 0 0,0 1 0,0-1 0,-1 0 0,1 0 0,-1 0 0,1 0 0,-1 0 0,0-1 0,0 1 0,0 0 0,0-1 0,-2 2 0,-18 12 19,0-2 1,0 0-1,-1-1 0,-1-1 0,-44 13 0,-127 25-1338,188-47 1158,-87 17-6665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7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0 193 24575,'0'0'0,"0"0"0,0 0 0,4-1 0,11-1 0,16-4 0,21-4 0,20-3 0,17-4 0,14-1 0,5-3 0,2 0 0,-5-1 0,-7 0 0,-11 0 0,-20 4-8191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7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155 0 24575,'0'0'0,"0"0"0,-1 1 0,-1 6 0,-5 16 0,-8 25 0,-6 28 0,-4 27 0,1 21 0,2 12 0,4 1 0,5-8 0,7-12 0,5-14 0,5-16 0,2-15 0,1-21-8191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8.4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0 451 24575,'0'0'0,"5"11"0,57 137 0,-39-89 0,3 0 0,60 101 0,-83-155 0,1 0 0,0 1 0,0-1 0,0-1 0,1 1 0,-1-1 0,1 1 0,0-1 0,11 6 0,-14-9 0,0 0 0,1-1 0,-1 1 0,1 0 0,0-1 0,-1 0 0,1 1 0,-1-1 0,1 0 0,-1 0 0,1-1 0,0 1 0,-1 0 0,1-1 0,-1 0 0,1 1 0,-1-1 0,1 0 0,-1 0 0,0-1 0,0 1 0,1 0 0,-1-1 0,0 1 0,0-1 0,2-3 0,10-8 0,-1-1 0,-1 0 0,0-1 0,-1 0 0,0-1 0,11-24 0,45-110 0,-64 141 0,43-107 0,-6-1 0,-5-2 0,23-139 0,-56 240-1365,-1 6-5461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18.9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0 163 24575,'0'-2'0,"1"0"0,-1 0 0,0 0 0,1 0 0,-1 0 0,1 0 0,0 0 0,0 0 0,0 0 0,2-3 0,-2 3 0,5-8 0,0 1 0,1 0 0,0 0 0,0 0 0,1 1 0,0 0 0,1 0 0,0 1 0,0 0 0,0 1 0,1 0 0,0 0 0,0 1 0,1 1 0,15-6 0,-16 7 0,0 0 0,0 0 0,0 1 0,0 0 0,0 1 0,0 1 0,0-1 0,1 1 0,-1 1 0,0 0 0,0 0 0,0 1 0,0 1 0,0-1 0,0 2 0,0-1 0,12 8 0,-17-8 0,0 0 0,-1 0 0,1 1 0,-1 0 0,0 0 0,0 0 0,0 0 0,-1 1 0,1-1 0,-1 1 0,0 0 0,-1 0 0,5 11 0,-4-7 0,-1 0 0,0 1 0,0-1 0,-1 1 0,0 0 0,-1-1 0,-1 17 0,-3 1 0,0 0 0,-2-1 0,-2 1 0,-18 46 0,16-46 0,-2 0 0,0-1 0,-2 0 0,-1 0 0,-24 31 0,81-61 0,15-8 0,-1-3 0,-1-2 0,90-41 0,150-94 0,-289 149 0,66-37-1365,-12 6-5461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20.1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1 170 24575,'0'0'0,"0"0"0,14 24 0,47 100 0,81 236 0,-45-101 0,-81-220 0,30 51 0,-38-76 0,1 0 0,1 0 0,0-1 0,1-1 0,1 0 0,19 16 0,-30-26 0,1-1 0,0 1 0,-1-1 0,1 0 0,0 1 0,0-1 0,0 0 0,0-1 0,0 1 0,0 0 0,0 0 0,0-1 0,1 1 0,-1-1 0,0 0 0,0 0 0,0 0 0,1 0 0,-1 0 0,0 0 0,0 0 0,0-1 0,1 1 0,-1-1 0,0 0 0,0 1 0,0-1 0,0 0 0,0 0 0,0 0 0,0-1 0,-1 1 0,1 0 0,0-1 0,-1 1 0,3-4 0,4-5 0,0-1 0,-1 0 0,0 0 0,-1 0 0,6-15 0,-11 23 0,102-272 0,-20-11 0,-49 166 0,-6 24 0,48-185 0,-76 280-77,1-1-30,-1 0-1,1 0 1,-1 0 0,0 0-1,0 0 1,0 0 0,0 0-1,0 0 1,0 0 0,0 0-1,-1-3 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20.7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 1 24575,'0'0'0,"0"0"0,0 0 0,0 0 0,0 0 0,0 5 0,-8 108 0,-29 136 0,15-113 0,17-103-87,-50 435-1191,54-440-5548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21.2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0 271 24575,'14'-4'0,"-7"4"0,1218-255-1365,-1177 244-5461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21.5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168 1 24575,'0'0'0,"0"0"0,-8 21 0,-30 89 0,6 1 0,4 2 0,6 1 0,4 0 0,6 1 0,3 206 0,12-252-455,4-1 0,28 128 0,-20-141-6371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26.58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1591 256 24575,'-4'0'0,"0"0"0,0-1 0,-1 2 0,1-1 0,0 0 0,0 1 0,0 0 0,-6 2 0,-7 1 0,-35 5 0,1 3 0,0 2 0,1 2 0,0 2 0,1 2 0,1 2 0,2 3 0,-47 32 0,26-7 0,3 3 0,2 3 0,2 3 0,3 2 0,-54 77 0,41-40 0,5 2 0,-102 216 0,106-175 0,7 2 0,6 3 0,6 1 0,7 2 0,6 2 0,7 0 0,-4 232 0,25-324 0,3 0 0,3 0 0,22 107 0,-22-145 0,2 1 0,0-1 0,1-1 0,1 0 0,1 0 0,1-1 0,1 0 0,0-1 0,1 0 0,1-1 0,1 0 0,0-1 0,27 20 0,-22-21 0,1-1 0,0-2 0,1 0 0,0-1 0,0-1 0,1-1 0,1-1 0,26 5 0,-17-7 0,0-1 0,0-2 0,1-1 0,-1-2 0,49-5 0,-24-4 0,0-2 0,-1-3 0,-1-3 0,0-2 0,-1-2 0,83-45 0,-65 23 0,-2-2 0,-2-4 0,-2-3 0,-2-2 0,92-101 0,-76 61 0,-3-3 0,-5-4 0,72-130 0,-99 148 0,-4-3 0,-4-1 0,-4-2 0,-3-2 0,31-156 0,-49 163 0,-2-1 0,-5 0 0,-3 0 0,-4-1 0,-4 1 0,-24-131 0,5 104 0,-63-181 0,58 217 0,-3 1 0,-4 1 0,-50-75 0,69 123 0,-1 1 0,-1 1 0,-1 0 0,-1 2 0,-46-38 0,51 48 0,0 1 0,-1 1 0,0 0 0,-1 1 0,0 1 0,0 1 0,-1 1 0,0 0 0,0 1 0,-25-2 0,16 4 10,0 2 0,0 1 0,1 2 0,-1 0 0,1 2 0,-1 1 0,1 1 0,0 2 0,1 0 0,0 2 0,-42 21 0,31-10-222,0 2 0,1 1 0,1 2-1,2 1 1,1 2 0,-50 56 0,-11 32-6614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27.98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1598 83 24575,'-102'-33'0,"65"19"0,-41-8 0,52 17 0,0 1 0,0 1 0,-1 2 0,1 0 0,-1 2 0,1 1 0,-1 1 0,1 1 0,-29 9 0,18-2 0,2 2 0,0 1 0,1 2 0,0 1 0,-59 42 0,29-11 0,1 3 0,3 3 0,2 2 0,-94 120 0,92-94 0,4 2 0,3 3 0,-62 138 0,87-156 0,3 1 0,4 1 0,2 1 0,4 0 0,-12 146 0,23-121 0,4 0 0,4-1 0,5 1 0,21 98 0,-16-132 0,2 0 0,2-1 0,4-1 0,2-1 0,3-1 0,41 67 0,-47-93 0,1 0 0,2-2 0,1-1 0,1-1 0,1-1 0,2-1 0,1-2 0,1-1 0,1-1 0,1-2 0,53 26 0,-48-31 0,1-1 0,0-3 0,1 0 0,0-3 0,1-1 0,-1-2 0,1-2 0,45-1 0,-36-5 0,-1-2 0,0-3 0,0-1 0,-1-2 0,0-3 0,58-23 0,-46 10 0,-2-2 0,0-2 0,-3-3 0,0-3 0,-3-1 0,0-3 0,-3-3 0,-2-1 0,-1-2 0,69-94 0,-72 78 0,-2-2 0,-4-2 0,-2-1 0,-4-2 0,-2-1 0,-4-2 0,-2 0 0,-4-1 0,-3-1 0,-4-1 0,-2 0 0,-4 0 0,-3-1 0,-4 0 0,-2 1 0,-4-1 0,-4 1 0,-2 1 0,-4 0 0,-35-95 0,24 95 0,-4 1 0,-4 1 0,-60-92 0,66 119 0,-2 3 0,-1 0 0,-3 2 0,-1 2 0,-2 1 0,-44-31 0,59 51-105,0 2 0,-1 1 0,-1 1 0,0 1 0,0 1 0,-2 1 0,1 2 0,-1 1 0,0 0 0,0 3 0,-1 0 0,-49 1 0,-53 8-6721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29.02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1706 44 24575,'-4'-3'0,"0"1"0,1 0 0,-1-1 0,0 1 0,0 1 0,0-1 0,-1 1 0,1-1 0,-5 1 0,-3-3 0,-13-2 0,-1 1 0,0 1 0,0 1 0,0 1 0,-1 2 0,1 1 0,0 0 0,0 2 0,0 1 0,0 1 0,1 2 0,-28 10 0,-7 5 0,2 3 0,0 2 0,-100 67 0,76-38 0,4 3 0,2 4 0,2 3 0,4 3 0,3 3 0,3 3 0,-85 129 0,108-139 0,3 1 0,3 2 0,3 2 0,3 0 0,3 2 0,3 2 0,4 0 0,2 0 0,4 2 0,-4 99 0,16-118 0,3-1 0,3 0 0,1 0 0,4 0 0,1-1 0,3 0 0,3-1 0,2-1 0,34 69 0,-23-66 0,3 0 0,2-3 0,2-1 0,2-1 0,3-3 0,2-1 0,1-2 0,52 39 0,-46-45 0,1-2 0,2-3 0,2-2 0,0-2 0,2-3 0,1-2 0,76 20 0,-86-32 0,0-2 0,1-3 0,-1-2 0,2-2 0,-1-2 0,0-2 0,1-3 0,-1-1 0,85-20 0,-81 9 11,0-2 0,-1-3 0,0-2 0,-2-2 0,-1-2 0,60-42 0,-52 26-49,-2-3-1,-2-1 0,-3-3 1,72-87-1,-63 56-17,-3-2-1,-3-3 1,-5-1 0,-3-3-1,-4-2 1,-4-2-1,36-134 1,-51 137 56,-4 0 0,-3-2 0,5-146 0,-20 185 0,-3 0 0,-1-1 0,-3 1 0,-3 1 0,-1-1 0,-3 1 0,-32-83 0,28 99 0,-2 1 0,-1 0 0,-2 2 0,-1 1 0,-1 0 0,-2 2 0,-1 1 0,-2 1 0,-52-40 0,22 25 0,-1 3 0,-3 3 0,0 2 0,-95-35 0,83 42-159,-2 3 0,0 4 0,-1 3 0,-1 3 1,-1 4-1,0 4 0,-144 4 0,-3 23-6194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35.09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2666 694 24575,'-20'-13'0,"-3"-8"0,2-2 0,-18-25 0,20 25 0,-1 0 0,-37-34 0,33 39 0,0 1 0,-1 1 0,-1 0 0,0 3 0,-1 0 0,0 1 0,-1 2 0,-38-10 0,26 12 0,0 1 0,-1 3 0,0 0 0,1 3 0,-61 6 0,21 5 0,0 5 0,1 3 0,1 3 0,1 4 0,-122 56 0,101-33 0,1 5 0,-161 117 0,132-71 0,-148 149 0,221-194 0,3 1 0,3 3 0,-50 78 0,70-91 0,2 1 0,2 1 0,2 1 0,2 0 0,-19 77 0,23-50 0,2 0 0,4 1 0,4 0 0,2 0 0,4 1 0,4-1 0,2 0 0,20 80 0,-13-91 0,3-1 0,3 0 0,3-2 0,3 0 0,2-2 0,3-1 0,2-1 0,3-2 0,66 80 0,-78-109 0,1-2 0,1 0 0,1-1 0,2-2 0,0-1 0,1-1 0,0-1 0,2-2 0,0-1 0,1-2 0,1-1 0,0-2 0,1-1 0,0-1 0,0-3 0,40 4 0,-16-8 1,0-2 1,0-3-1,-1-3 0,1-2 0,-1-2 1,56-19-1,8-10-55,199-92 0,-162 53-54,-4-6 1,172-125-1,-215 126 65,-3-5-1,-4-4 1,122-140-1,-186 184 44,-1-3 0,-3 0 0,-2-3 0,-2-1 0,29-67 0,-47 84 0,0-1 0,-3 0 0,-1-1 0,-2 0 0,-2-1 0,-2 0 0,-1 0 0,-2 0 0,-4-43 0,-4 25 30,-4 0 0,-2 0 0,-2 1 0,-3 0-1,-3 2 1,-1 0 0,-4 2 0,-1 0 0,-56-82-1,25 56 21,-3 2 0,-3 3-1,-3 3 1,-4 3 0,-88-69-1,85 82-49,-2 2 0,-3 4 0,-2 3 0,-2 3 0,-2 5 0,-97-32 0,120 51 0,-1 3 0,0 2 0,-1 4 0,-1 2 0,0 3 0,0 2 0,0 4 0,0 2 0,-105 18 0,40 10-1365,20 4-5461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36.74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2499 705 24575,'-21'-13'0,"-31"-16"0,-2 2 0,-1 3 0,0 2 0,-2 2 0,0 3 0,-2 3 0,1 2 0,-2 2 0,1 3 0,-1 3 0,0 2 0,0 3 0,-105 16 0,94-3 0,1 3 0,1 3 0,0 3 0,2 3 0,1 3 0,1 3 0,2 2 0,1 4 0,-62 49 0,48-26 0,2 3 0,4 4 0,2 2 0,4 3 0,3 3 0,-63 103 0,81-105 0,3 2 0,3 2 0,4 1 0,3 1 0,4 2 0,-24 124 0,30-82 0,5 0 0,5 0 0,12 230 0,11-221 0,5 0 0,6-2 0,5 0 0,6-2 0,6-2 0,86 184 0,42 30 0,-125-263 0,3-3 0,72 88 0,-93-133 0,2-1 0,1-1 0,0-2 0,2-1 0,1-1 0,1-2 0,1-1 0,1-2 0,1-1 0,0-2 0,1-2 0,1-1 0,0-1 0,1-3 0,0-1 0,0-2 0,44 2 0,-7-6 0,1-3 0,-1-3 0,0-4 0,0-3 0,105-29 0,-91 14 0,0-5 0,-2-3 0,-2-5 0,83-49 0,-99 46 0,-2-3 0,-2-4 0,-2-2 0,84-86 0,-104 89 0,-1-3 0,-2-1 0,-3-2 0,-3-2 0,57-119 0,-60 96 0,-3 0 0,-4-2 0,17-99 0,-22 59 0,7-198 0,-30 36 0,-43-317 0,-7 167 0,-37-3 0,64 347 0,-4 1 0,-71-145 0,71 177 0,-2 1 0,-3 1 0,-3 3 0,-81-88 0,76 97 0,-2 2 0,-2 2 0,-1 2 0,-3 2 0,-62-32 0,39 30 0,-1 3 0,-1 4 0,-105-26 0,40 25 0,-2 5 0,-1 8 0,0 5 0,-147 8 0,237 4-102,-7 0-530,-75 10 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38.73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2870 632 24575,'-63'-22'0,"11"3"0,-1 3 0,-58-10 0,-368-16 0,402 38 0,-46 1 0,1 6 0,-201 29 0,141 1 0,-191 60 0,312-74 0,1 2 0,1 3 0,2 3 0,0 2 0,2 3 0,1 2 0,-58 47 0,76-51 0,1 2 0,2 2 0,1 1 0,2 1 0,1 1 0,2 2 0,2 1 0,1 1 0,3 0 0,-23 61 0,29-53 0,2 2 0,2-1 0,2 1 0,3 1 0,2-1 0,2 1 0,2 0 0,8 55 0,11 34 0,61 231 0,37 0 0,-83-289 0,3-2 0,65 104 0,91 95 0,-165-246 0,2-1 0,1-2 0,2-1 0,1-1 0,62 40 0,-49-43 0,1-1 0,1-3 0,2-2 0,0-2 0,0-3 0,2-2 0,100 13 0,-4-14 0,237-10 0,-302-6 0,0-4 0,0-3 0,-1-4 0,149-46 0,-178 42 0,0-3 0,-2-2 0,-1-2 0,-1-3 0,-1-1 0,-1-3 0,-3-2 0,44-42 0,-51 38 0,-2-1 0,-1-3 0,-3 0 0,-1-2 0,-2-2 0,-3 0 0,-1-2 0,-3-1 0,-1 0 0,-4-2 0,-1 0 0,12-71 0,-16 43 0,-4-1 0,-3-1 0,-3 1 0,-4-1 0,-4 1 0,-3 0 0,-31-127 0,-140-397 0,60 222 0,104 328 0,-98-288 0,98 304 0,-3 1 0,-1 1 0,-2 0 0,-1 2 0,-2 1 0,-45-48 0,42 54 12,-2 2 0,0 1 0,-2 2 0,-1 1 0,0 1 0,-2 2 0,0 2 0,-1 1 0,-40-12 0,19 11-260,-2 2 1,0 3-1,-1 3 1,1 2-1,-74 2 1,103 5-6579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51.46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579 567 24575,'3'0'0,"-1"-1"0,0 1 0,0-1 0,1 1 0,-1-1 0,0 0 0,0 1 0,0-1 0,3-2 0,13-5 0,470-122 0,13 38 0,487-42 0,6 85 0,-924 50 0,-84 5 0,-337 56 0,-6-29 0,310-29 0,-1643 49-501,1678-53 892,12-1-248,23-2-202,-5 1 85,422-30-26,6 26 0,-377 6 0,814 7 0,-904-1 0,-188 30 0,-722 48-455,-15-55-341,193-9 487,717-19 538,12-1 313,-39 6 1,231-35-299,280-43-242,1922-114-951,-2292 186 1740,-131 8-633,-2356 243-2774,2284-242 2946,-166 5 1176,312-23-726,97-26-780,1 4 0,133-15 0,-228 42 0,1043-116-909,10 75 957,-1046 46-66,14-2 754,-63 6-690,-1-1 0,-20 3 0,-2-1-41,-826 88-263,-12-51-245,-177 12 150,993-47 636,17-2 257,90-19-249,771-133-709,14 64-1,144 29 419,-1019 63 698,-556 57-1114,-4-33-977,598-34 1394,-926 17-159,866-21 158,96-6 1608,209-31-1140,1201-104-3183,-1164 128-2732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53.58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135 467 24575,'1'-1'0,"0"0"0,0 1 0,0-1 0,0 1 0,0-1 0,0 1 0,0 0 0,0-1 0,0 1 0,0 0 0,0 0 0,0 0 0,0 0 0,2 0 0,8-1 0,174-21 0,663-32-1113,5 40 984,375-18 169,-1066 20-40,-157 11 205,-11-1 59,-25-1 269,-698-2-507,680 6-94,-950 41-1071,133-3 522,780-36 596,17 1 107,0-3-1,-118-13 1,187 12-38,-1 0 0,1 0 0,-1 0 0,1 0 0,-1 0 0,1 0 0,0 0 0,-1 0 0,1 0 0,-1 0 0,1-1 0,-1 1 0,1 0 0,-1 0 0,1 0 0,0-1 0,-1 1 0,1 0 0,-1 0 0,1-1 0,0 1 0,-1 0 0,1-1 0,0 1-1,0 0 1,-1-2 0,11-4 387,29-4-403,259-31-20,14 23-131,-249 15 30,1060-25-982,5 25 1169,-1109 3-108,-8 0-12,17 0 147,-52 4 755,-249 14-684,-1481 26-3473,464-19 2823,1258-25 2216,57-5-98,0 1-1903,1191-125-218,11 83-56,-1076 41 293,338-4 299,-634 16 1496,-1805-7-4509,1771-2 2870,44 0 23,-240-8 400,362 7 1367,19-2-918,31-6-587,-31 9-216,328-59 10,15 26-207,-340 34 177,1842-45-960,-1829 46 975,152 12 0,-172-12-15,9 3 207,-11-2-163,0-1 0,0 1 0,-1-1 0,1 0-1,-1 1 1,1-1 0,0 1 0,-1-1 0,1 1 0,-1-1 0,1 0 0,-1 1 0,1-1 0,-1 0 0,1 0 0,-1 1 0,1-1 0,-1 0 0,0 0 0,1 0 0,-1 0 0,1 0 0,-1 0 0,1 0 0,-1 0 0,-1 0 0,-45 12 64,-88 9 1,94-16-76,-192 21-15,-1851 104-2187,2008-127 2131,-194-1 47,268-3 94,7 0 146,17-5 484,38-5 420,529-40-1426,7 35-173,-505 14 448,1200 0 13,-1290 2 4,-1 0-25,1 0 0,-1-1-1,0 1 1,1 0 0,-1 0 0,1 0-1,-1 0 1,1 0 0,-1 0 0,1 0-1,-1 0 1,0 0 0,1 0 0,-1 0-1,1 0 1,-1 0 0,1 1 0,-1-1-1,0 0 1,1 0 0,-1 0 0,1 1-1,-1-1 1,0 0 0,1 0 0,-1 1-1,0-1 1,1 0 0,-1 1 0,0-1-1,1 1 1,-7 3-6667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0:56.22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560 556 24575,'8'-3'0,"81"-29"0,104-21 0,94-5 0,-218 45 0,2161-308-943,-2122 308 972,-26 2 332,121-1 0,-200 13-184,-14 4-169,-97 26-5,-1-4-1,-115 12 0,181-32-2,-833 95-611,-9-48 293,526-34 407,169-8-76,-237 9 668,427-21-677,0 0-1,0 0 0,0 0 0,0 0 0,1 0 1,-1 0-1,0 0 0,0 0 0,0 0 0,0 0 1,0 0-1,0 0 0,0 0 0,0 0 0,0 0 0,0 0 1,0-1-1,0 1 0,0 0 0,0 0 0,0 0 1,0 0-1,0 0 0,0 0 0,0 0 0,0 0 1,0 0-1,0 0 0,0 0 0,0 0 0,0-1 0,0 1 1,0 0-1,0 0 0,0 0 0,0 0 0,0 0 1,0 0-1,0 0 0,0 0 0,0 0 0,0 0 1,16-7 17,29-8-34,394-71 12,9 36-735,1308-56 589,-1720 104 166,-24 1 125,0 0-1,0 1 1,0 0-1,19 4 1,-52 0 10,-1 3-161,-629 100-575,-16-46 72,176-30 510,-470 48 0,916-74 50,30-4 93,-1 0 1,1 2-1,-1 0 0,1 1 1,-25 9-1,40-13-139,0 0 0,0 0 1,0 0-1,1 0 0,-1 0 0,0 0 0,0 0 0,0 0 0,0 0 0,0 0 1,0 0-1,0 0 0,0 0 0,0 0 0,0 0 0,0 0 0,0 0 0,0 0 1,0 1-1,0-1 0,0 0 0,0 0 0,0 0 0,0 0 0,0 0 0,0 0 1,0 0-1,0 0 0,0 0 0,0 0 0,0 0 0,0 0 0,0 0 0,0 0 1,0 0-1,0 0 0,0 0 0,0 1 0,0-1 0,0 0 0,0 0 0,0 0 1,0 0-1,0 0 0,0 0 0,0 0 0,0 0 0,11 0-20,444-36 16,-226 15 0,1 1-542,1723-119-585,-1920 139 1645,-33 2-115,-8 1 6,-63 11-70,-887 85-671,-19-82-265,119-5 328,835-11 277,-259 13 982,1016-103-1003,-453 51-765,-104 14 695,863-104-47,4 52 144,-995 74-14,3-1 0,93 9 0,-136-4 254,-10 1 274,-21 4 21,16-6-690,-353 71 162,-16-21-311,-357 17-363,-6-26-121,-309 24 177,962-59 576,-260 35 302,433-38 1630,956-45-2410,7-32-486,-403 25 1030,-562 41-27,87-2 1069,-218 20-631,-490 67-819,-9-37-460,-312-9 825,-18 1-73,842-31 84,3-1 79,-42 8 0,71-9-69,0 0 0,0 0 1,0 0-1,0 0 0,0 0 0,1 0 1,-1 0-1,0 0 0,0 0 1,0 0-1,0 0 0,0 0 1,0 0-1,0 0 0,0 0 1,0 0-1,0 1 0,0-1 0,0 0 1,0 0-1,0 0 0,0 0 1,0 0-1,0 0 0,0 0 1,0 0-1,0 0 0,0 0 0,0 0 1,0 0-1,0 0 0,0 0 1,0 0-1,0 1 0,0-1 1,0 0-1,0 0 0,0 0 1,0 0-1,15 2 140,30 1-212,1131-39-746,-866 20 753,-62 3 42,439-15 0,-663 28-1224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01.40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4772 24575,'38'-121'0,"24"-68"0,170-351 0,26 8 0,-170 354 0,150-313 0,181-361 0,-30 156 0,32 21 0,-304 490 0,-80 123 0,-37 61 0,0 0 0,0 0 0,0 0 0,0 0 0,0 0 0,0 0 0,0 0 0,0 0 0,-1-1 0,1 1 0,0 0 0,-1 0 0,1 0 0,-1 0 0,1 0 0,-1 0 0,1 1 0,-1-1 0,0 0 0,0 0 0,1 0 0,-1 0 0,0 1 0,0-1 0,0 0 0,0 1 0,1-1 0,-1 1 0,0-1 0,0 1 0,0-1 0,-1 1 0,0-1 0,-38-14 0,39 15 0,-25-6 0,0 1 0,-1 1 0,0 1 0,1 2 0,-1 0 0,0 2 0,-27 4 0,-13 5 0,-105 31 0,43-1 0,1 6 0,2 5 0,2 6 0,-124 79 0,236-129 0,16-8 0,24-12 0,196-103 0,445-219 0,-650 326 0,149-63 0,-146 64 0,-1 1 0,1 2 0,0 0 0,1 1 0,41-2 0,-57 6 0,-1 1 0,1-1 0,-1 1 0,0 0 0,1 1 0,-1-1 0,0 1 0,0 1 0,0-1 0,0 1 0,0 0 0,-1 0 0,1 1 0,-1-1 0,0 1 0,0 0 0,0 1 0,-1-1 0,1 1 0,-1 0 0,0 0 0,0 1 0,-1-1 0,0 1 0,4 8 0,1 5 0,-1 1 0,-1 0 0,-1 1 0,-1-1 0,0 1 0,0 34 0,-3 40-455,-5-1 0,-21 132 0,5-91-6371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01.99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0 330 24575,'0'0'0,"4"-2"0,36-10 0,0 1 0,1 2 0,1 3 0,69-4 0,-85 8 0,417-13-3,4 25 16,164-1-132,-301-22-17,-1-13-1,-1-14 1,415-108 0,-688 139 177,-9 3 127,0-2 0,38-16 0,-64 24-162,0 0 0,0 0 0,0 0 0,0 0 0,0 0 0,0 0 0,-1 0 0,1 0 0,0 0 0,0 0 0,0 0 0,0 0 0,0 0 0,0-1 0,0 1 0,0 0 0,0 0 0,0 0 0,0 0 0,0 0 0,0 0 0,0 0 0,0 0 0,0 0 0,0 0 0,0-1 0,0 1 0,0 0 0,0 0 0,0 0 0,0 0 0,0 0 0,0 0 0,0 0 0,0 0 0,0 0 0,0 0 0,0-1 0,-11-3-1496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02.91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24575,'8'22'0,"674"1638"-800,-247-792 800,-294-620 0,243 321 0,199 97-148,53-48 244,-338-334 756,-207-201-852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14.36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2137 24575,'0'-4'0,"1"0"0,-1 0 0,1 1 0,0-1 0,1 0 0,-1 1 0,1-1 0,2-4 0,5-12 0,319-929 0,-240 632 0,49-344 0,-132 634 0,0-2 0,-2 0 0,1-37 0,-16 87 0,-6 23 0,-29 117 0,-29 182 0,-4 174 0,77-494 0,-34 254 0,-50 323 0,87-596 0,-2 24 0,9-28 0,9-15 0,89-111 0,118-184 0,-186 257 0,59-90 0,-96 142 0,1-1 0,0 1 0,-1 0 0,1 0 0,0 0 0,0-1 0,0 1 0,0 0 0,0 0 0,0 0 0,0 0 0,0 0 0,0 0 0,0 1 0,0-1 0,1 0 0,-1 1 0,0-1 0,1 1 0,-1-1 0,0 1 0,1-1 0,-1 1 0,1 0 0,-1 0 0,0 0 0,1 0 0,-1 0 0,1 0 0,-1 0 0,1 0 0,-1 0 0,0 1 0,1-1 0,-1 1 0,0-1 0,1 1 0,-1-1 0,0 1 0,1 0 0,-1 0 0,0-1 0,0 1 0,0 0 0,0 0 0,0 0 0,2 2 0,4 6 0,0 1 0,-1-1 0,0 1 0,8 19 0,-13-26 0,19 43-455,-2 2 0,15 64 0,-17-46-6371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14.55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24575,'0'0'0,"0"0"0,0 1 0,1 4 0,3 12 0,5 26 0,6 31 0,7 31 0,3 26 0,2 20 0,-2 11 0,-5-21-8191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15.18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2348 24575,'2'-3'0,"-1"-1"0,1 1 0,-1-1 0,0 1 0,0-1 0,0 0 0,-1 0 0,1-3 0,3-23 0,39-169-108,149-744-1147,-62-8 558,-121 782 697,-10 149 3,1 20-3,0 0 0,0 0 0,0 0 0,0 0 0,0 0 0,0 0-1,0 1 1,0-1 0,0 0 0,-1 0 0,1 0 0,0 0 0,0 0-1,0 0 1,0 0 0,0 0 0,0 0 0,0 0 0,0 0 0,0 0 0,0 0-1,0 0 1,0 0 0,0 0 0,-1 0 0,1 0 0,0 0 0,0 0-1,0 0 1,0 0 0,0 0 0,0 0 0,0 0 0,0 0 0,0 0-1,0 0 1,0 0 0,0 0 0,0 0 0,0-1 0,0 1 0,-1 0-1,1 0 1,0 0 0,-10 50 267,-16 109 790,-10 96-793,-115 1213-1860,150-1456 1590,-4 267-24,5-275 30,0 6 0,1 0 0,0-1 0,1 1 0,3 8 0,-5-16 0,0-1 0,0 0 0,1 0 0,-1 0 0,0 0 0,1 0 0,-1 0 0,1 0 0,-1 0 0,1-1 0,-1 1 0,1 0 0,0 0 0,0 0 0,-1-1 0,1 1 0,0 0 0,0 0 0,0-1 0,0 1 0,0-1 0,-1 1 0,1-1 0,0 1 0,0-1 0,0 0 0,0 0 0,1 1 0,-1-1 0,0 0 0,0 0 0,0 0 0,0 0 0,0 0 0,0 0 0,0 0 0,0 0 0,0-1 0,0 1 0,0 0 0,0-1 0,0 1 0,0-1 0,1 0 0,6-4 44,0-1 0,-1 0 1,0-1-1,0 1 1,-1-1-1,11-15 1,29-40 451,50-95 1,28-80 64,-119 227-560,213-460 240,-214 458-241,12-22 0,-16 34 0,1-1 0,-1 1 0,0-1 0,1 1 0,-1 0 0,1-1 0,-1 1 0,0 0 0,1-1 0,-1 1 0,1 0 0,-1 0 0,1 0 0,-1-1 0,0 1 0,1 0 0,-1 0 0,1 0 0,-1 0 0,1 0 0,-1 0 0,2 0 0,-1 0 0,0 0 0,-1 1 0,1-1 0,0 1 0,0-1 0,0 1 0,-1-1 0,1 1 0,0 0 0,-1-1 0,1 1 0,0 0 0,-1-1 0,1 1 0,-1 0 0,1 1 0,14 28 0,-2 0 0,-1 1 0,-2 0 0,-1 0 0,6 38 0,-5-24 0,73 408-1365,-65-323-5461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15.47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14 24575,'31'-7'0,"-23"6"0,4-1 0,-1 0 0,1 1 0,0 1 0,-1 0 0,1 0 0,0 1 0,-1 1 0,1 0 0,-1 0 0,1 1 0,-1 1 0,0 0 0,0 1 0,-1 0 0,20 12 0,-16-7 0,-1 0 0,-1 1 0,0 1 0,0-1 0,-1 2 0,-1 0 0,0 0 0,-1 1 0,0 0 0,12 29 0,-8-11 0,-2 1 0,-1 1 0,-1 0 0,-2 0 0,-2 1 0,-1-1 0,-1 69 0,-7-18 0,-4-1 0,-21 94 0,28-174 10,0 0 0,0 0 0,0 0 0,1 0 0,0 0 0,0 0 0,0 0 0,0 0 0,1 0 1,1 5-1,-2-8-61,1 0 0,0 0 0,0 1 0,0-1 0,0 0 0,0 0 0,0 0 0,0 0 1,0 0-1,0 0 0,0 0 0,1-1 0,-1 1 0,0 0 0,1-1 0,-1 1 1,0-1-1,1 1 0,-1-1 0,1 0 0,-1 1 0,1-1 0,-1 0 0,1 0 1,-1 0-1,0 0 0,1 0 0,2-1 0,34-4-6775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15.81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2553 24575,'1'-12'0,"15"-151"0,9-76 0,9-106-586,-6 60-1266,117-1061 535,-127 1226 1317,-9 87 0,-9 33 0,0-1 0,0 1 0,1-1 0,-1 1 0,0-1 0,0 1 0,0-1 0,1 1 0,-1-1 0,0 1 0,1 0 0,-1-1 0,0 1 0,1-1 0,-1 1 0,1 0 0,-1-1 0,1 1 0,-1 0 0,0 0 0,1-1 0,-1 1 0,1 0 0,0-1 0,0 2 0,0-1 0,-1 0 0,1 1 0,0-1 0,-1 1 0,1-1 0,0 1 0,-1-1 0,1 1 0,-1-1 0,1 1 0,-1-1 0,0 1 0,1 0 0,-1-1 0,1 1 0,-1 0 0,0-1 0,1 2 0,10 31 0,14 78 1323,21 220 1,-35-229-1431,37 378-832,-29-272-5098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38.83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24575,'8'0'-1365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40.21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22 24575,'0'-22'0,"0"22"0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40.59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 25 24575,'-3'-25'-1365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42.15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24575,'0'0'0,"0"0"0,0 0 0,0 0 0,0 0 0,0 0 0,0 0 0,0 0 0,0 0 0,0 0 0,0 0 0,0 0 0,0 0 0,0 0 0,0 0 0,0 0 0,0 0 0,0 0 0,0 0 0,0 0 0,0 0 0,0 0 0,0 0 0,0 0 0,0 0 0,0 0 0,0 0 0,0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2:43.55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29 0 24575,'-29'0'-1365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35.18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1086 23808,'4600'-1086'0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17.27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34 1 24575,'-12'238'0,"3"-100"0,7-106 0,-8 347 0,11-301 0,4 0 0,29 141 0,-31-201 0,2-1 0,0 0 0,1 0 0,11 21 0,-15-34 0,0 0 0,0-1 0,0 1 0,1-1 0,-1 0 0,1 0 0,0 0 0,0 0 0,0 0 0,0 0 0,0-1 0,1 0 0,-1 1 0,1-1 0,-1 0 0,1-1 0,0 1 0,0-1 0,0 0 0,0 0 0,0 0 0,0 0 0,0-1 0,5 1 0,0-2 0,1 0 0,-1-1 0,1 0 0,-1-1 0,0 0 0,0 0 0,0-1 0,-1 0 0,1-1 0,-1 0 0,11-8 0,11-10 0,40-40 0,-63 56 0,176-195 0,-175 193 0,-2 1 0,0 1 0,1 0 0,0 0 0,8-6 0,-14 11 0,1 1 0,0 0 0,0 0 0,0 0 0,0 0 0,0 0 0,0 0 0,0 0 0,0 1 0,0-1 0,1 1 0,-1 0 0,0-1 0,0 1 0,0 0 0,1 0 0,-1 0 0,0 1 0,0-1 0,0 0 0,1 1 0,2 1 0,2 1 0,-1 0 0,0 1 0,-1 0 0,1 0 0,-1 0 0,0 1 0,0 0 0,8 9 0,32 51 0,-31-43 0,18 29 0,-16-24 0,1-1 0,1-1 0,28 30 0,-43-51 0,0-1 0,1 0 0,-1 0 0,1 0 0,0 0 0,0-1 0,0 1 0,0-1 0,1 0 0,-1-1 0,0 1 0,1-1 0,-1 1 0,1-1 0,0 0 0,-1-1 0,6 1 0,-5-2 0,1 0 0,-1 0 0,0 0 0,0-1 0,0 1 0,0-1 0,0 0 0,0-1 0,-1 1 0,1-1 0,-1 0 0,1 0 0,-1-1 0,0 1 0,5-7 0,7-7 0,0-2 0,-2 0 0,0-1 0,-2 0 0,0-1 0,14-34 0,42-144 0,-39 97 0,-5-1 0,-5-1 0,-4-1 0,2-162 0,-17 247-455,-1 0 0,-5-28 0,2 30-6371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17.47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126 1 24575,'0'0'0,"0"1"0,-1 3 0,0 14 0,-4 32 0,-2 45 0,-4 46 0,-1 40 0,-1 29 0,-1 10 0,1-4 0,2-16 0,2-28 0,0-33 0,1-34 0,1-35 0,2-30-8191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18.03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288 2517 24575,'-6'-11'0,"1"-1"0,0 1 0,1-1 0,1 0 0,0 0 0,-2-13 0,3 12 0,-14-82 4,4-1-1,1-140 1,31-197-138,103-479-469,-59 502 592,-43 211 11,-20 197 28,-1 0-1,0 0 1,0 1-1,0-1 1,0 0-1,0 0 1,0 0-1,-1 0 1,1 0 0,0 1-1,-1-1 1,0 0-1,0-2 1,-8 5 308,-6 12-321,-15 20-15,2 1 0,-30 48 0,-43 85 0,94-154 0,-186 359 0,222-439 0,2 1 0,3 2 0,73-103 0,-96 153 0,0 0 0,1 1 0,1 0 0,0 1 0,1 0 0,18-11 0,-25 18 0,1 1 0,0 0 0,0 0 0,0 1 0,1 0 0,-1 0 0,1 1 0,-1 0 0,1 0 0,0 1 0,0 1 0,0-1 0,0 1 0,12 2 0,-6 1 14,0 1-1,-1 0 0,1 1 0,-1 0 1,0 1-1,0 1 0,-1 0 0,25 18 1,-7 0-509,0 1 0,31 34 0,-7-1-6331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18.74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5 555 24575,'10'-5'0,"92"-37"0,181-50 0,-192 66 0,1398-327-759,-1457 347 759,172-22 0,-174 26 0,0 1 0,1 2 0,-1 1 0,48 9 0,-66-9 0,-1 1 0,1 1 0,-1 0 0,0 1 0,0 0 0,-1 0 0,1 2 0,-1-1 0,-1 1 0,1 0 0,-1 1 0,0 0 0,-1 1 0,0-1 0,0 2 0,-1-1 0,0 1 0,8 15 0,-3 2 0,0 1 0,-1 1 0,-2-1 0,-1 1 0,-1 1 0,3 38 0,3 49 0,-6 1 0,-8 124 0,-37 236 0,-64 169 162,93-609-162,-1 0 0,-1-1 0,-24 50 0,29-76 0,0 0 0,0 0 0,-1-1 0,-1 0 0,1-1 0,-1 1 0,-1-1 0,0-1 0,0 0 0,-1 0 0,0-1 0,0 0 0,-1-1 0,-18 9 0,-5-2 0,-1-2 0,-66 14 0,-77 0 0,114-18 0,-1028 126-89,1018-123 89,-138 14 0,161-21 0,-1-2 0,-55-6 0,91 3 0,0 0 0,1-1 0,-1-1 0,1 0 0,-1-1 0,1-1 0,1 0 0,-28-16 0,31 14 0,1 0 0,0 0 0,0-1 0,1 0 0,0-1 0,1 0 0,0 0 0,0-1 0,1 0 0,1 0 0,-9-20 0,4 2 0,1-1 0,1 0 0,-9-59 0,2-105 0,14-19-156,30-227 0,55-210-218,-78 616 368,75-486-135,-79 517 34,-1 2 103,0 0 1,0 1-1,0-1 1,0 0-1,0 1 1,0-1-1,0 0 0,0 1 1,0-1-1,0 0 1,1 1-1,-1-1 1,0 1-1,0-1 1,1 0-1,-1 1 1,0-1-1,1 1 0,-1-1 1,1 1-1,-1-1 1,1 1-1,-1-1 1,1 1-1,-1-1 1,1 1-1,-1 0 1,1-1-1,0 1 0,-1 0 1,2-1-1,7 2-6447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19.48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13 691 24575,'-6'91'0,"3"-70"0,1-1 0,1 1 0,1 0 0,0 0 0,2-1 0,5 28 0,-6-45 0,-1-1 0,1 0 0,0 1 0,-1-1 0,1 0 0,0 0 0,0 0 0,0 0 0,1 0 0,-1 0 0,0 0 0,1 0 0,0 0 0,-1-1 0,1 1 0,0 0 0,0-1 0,-1 0 0,4 2 0,-4-3 0,1 1 0,0-1 0,0 1 0,0-1 0,0 0 0,0 0 0,0 0 0,0 0 0,0-1 0,0 1 0,0 0 0,0-1 0,-1 1 0,1-1 0,0 0 0,0 1 0,0-1 0,1-2 0,6-3 0,0 0 0,-1-1 0,0 0 0,0 0 0,-1-1 0,0 0 0,9-14 0,11-21 0,-2-1 0,-2-2 0,-2 0 0,28-90 0,-18 23 0,17-117 0,-43 200 0,3-13 0,-2 0 0,2-78 0,-8 120 0,0 0 0,0 0 0,0 0 0,0 0 0,0 0 0,0 0 0,0 0 0,0 0 0,0 0 0,-1 0 0,1 0 0,0 0 0,-1 0 0,1 0 0,-1 1 0,1-1 0,-1 0 0,1 0 0,-1 0 0,1 0 0,-1 1 0,0-2 0,-1 2 0,1 1 0,0-1 0,0 1 0,-1-1 0,1 0 0,0 1 0,0 0 0,0-1 0,0 1 0,0 0 0,0 0 0,0-1 0,0 1 0,0 0 0,0 0 0,0 0 0,0 0 0,1 0 0,-1 0 0,0 2 0,-18 22 0,3 1 0,0 1 0,-19 42 0,-29 97 0,56-146 0,-37 111 0,5 2 0,7 2 0,5 1 0,6 1 0,-8 240 0,29-343 0,1 0 0,2 0 0,1 0 0,2 0 0,17 64 0,-20-94 0,-1 0 0,0-1 0,1 1 0,0-1 0,0 0 0,0 1 0,5 4 0,-6-7 0,0 0 0,0 0 0,0 0 0,0 0 0,1 0 0,-1 0 0,0-1 0,0 1 0,1 0 0,-1-1 0,0 1 0,1-1 0,-1 0 0,1 1 0,-1-1 0,2 0 0,1-1 0,0 1 0,0-1 0,-1-1 0,1 1 0,0 0 0,-1-1 0,1 0 0,-1 0 0,0 0 0,0 0 0,1 0 0,-2-1 0,1 0 0,0 1 0,4-7 0,23-25 0,-1-2 0,39-64 0,38-91 0,-74 132 0,58-109 0,-90 168 0,4-8 0,0 0 0,1 1 0,1 0 0,-1 0 0,10-10 0,-14 16 0,1 0 0,-1 0 0,0 0 0,1 0 0,-1 0 0,1 0 0,-1 1 0,1-1 0,-1 0 0,1 1 0,0-1 0,-1 1 0,1 0 0,0-1 0,-1 1 0,1 0 0,0 0 0,-1 0 0,1 0 0,0 0 0,0 1 0,-1-1 0,1 1 0,0-1 0,-1 1 0,1-1 0,-1 1 0,1 0 0,-1 0 0,1-1 0,-1 1 0,1 0 0,-1 1 0,0-1 0,1 1 0,7 7 0,0 0 0,-1 0 0,0 1 0,-1 0 0,0 0 0,9 20 0,28 74 0,-35-79 0,28 76 0,39 181 0,-67-259 0,-9-23 0,1 0 0,-1 0 0,0 0 0,0 1 0,1-1 0,-1 0 0,0 0 0,0 0 0,1 0 0,-1 1 0,0-1 0,1 0 0,-1 0 0,0 0 0,1 0 0,-1 0 0,0 0 0,1 0 0,-1 0 0,0 0 0,1 0 0,-1 0 0,0 0 0,1 0 0,-1 0 0,0-1 0,1 1 0,-1 0 0,0 0 0,1 0 0,-1 0 0,0 0 0,0-1 0,1 1 0,2-4 0,1 0 0,-1 0 0,-1 0 0,1 0 0,0 0 0,-1-1 0,2-5 0,22-58 0,-2-2 0,-4 0 0,-3-1 0,15-144 0,-30 197 0,0-6 0,-1 21 0,0 12 0,6 142-100,0 14-533,38 221 1,-32-328-6194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0.06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0 503 24575,'2'0'0,"0"-1"0,0 1 0,-1-1 0,1 1 0,0 0 0,0 0 0,-1 0 0,1 0 0,0 0 0,0 0 0,-1 0 0,3 1 0,13 0 0,470 1-173,664-6-459,-585-29 798,-387 10 17,198-52 0,-362 72-100,-4 0-41,0 0 0,1 0-1,14-8 1,-25 11-41,0 0-1,0-1 1,0 1-1,-1-1 1,1 1 0,0-1-1,-1 1 1,1-1 0,0 0-1,-1 1 1,1-1-1,-1 0 1,1 1 0,-1-1-1,1 0 1,-1 0-1,1 0 1,-1 1 0,0-1-1,0 0 1,1 0 0,-1 0-1,0 0 1,0 0-1,0 1 1,0-1 0,0 0-1,0 0 1,0 0 0,0 0-1,0 0 1,0 0-1,-1 0 1,1 1 0,0-1-1,-1 0 1,1 0 0,0 0-1,-1 1 1,0-2-1,-27-31-3,26 31 4,-33-30-1,-2 1 0,-66-41 0,-93-38 0,180 102 0,8 3 0,0 1 0,-1 0 0,0 0 0,1 1 0,-17-4 0,25 7 0,0 0 0,-1 0 0,1 0 0,0 0 0,0 0 0,0 0 0,-1 0 0,1 0 0,0 0 0,0 0 0,0 0 0,-1 0 0,1 0 0,0 0 0,0 0 0,0 0 0,-1 0 0,1 0 0,0 0 0,0 0 0,0 0 0,-1 0 0,1 1 0,0-1 0,0 0 0,0 0 0,0 0 0,-1 0 0,1 0 0,0 0 0,0 1 0,0-1 0,0 0 0,0 0 0,0 0 0,-1 1 0,1-1 0,0 0 0,0 0 0,0 0 0,0 1 0,0-1 0,0 0 0,0 0 0,0 0 0,0 1 0,0-1 0,0 0 0,0 0 0,0 0 0,0 1 0,0-1 0,0 0 0,0 0 0,1 1 0,6 14 0,27 34 0,3-2 0,50 52 0,-3-5 0,-39-41 0,-1 3 0,-4 1 0,53 97 0,-82-131 0,0 1 0,-2 1 0,-1 0 0,-1 0 0,5 37 0,-10-45 0,-1 1 0,-1-1 0,0 1 0,-1 0 0,-1-1 0,-1 1 0,0-1 0,-1 0 0,-7 17 0,1-10-227,-1 0-1,-1-1 1,-1 0-1,-1-1 1,-31 36-1,-12 6-6598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0.78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317 0 24575,'-22'123'0,"9"-60"0,-52 271 0,-151 938 0,216-1246 0,0-25 0,0-1 0,0 0 0,1 0 0,-1 0 0,0 0 0,0 0 0,0 1 0,1-1 0,-1 0 0,0 0 0,0 0 0,0 0 0,1 0 0,-1 0 0,0 0 0,0 0 0,0 0 0,1 0 0,-1 0 0,0 0 0,0 0 0,0 0 0,1 0 0,-1 0 0,0 0 0,0 0 0,1 0 0,-1 0 0,0 0 0,0-1 0,0 1 0,0 0 0,1 0 0,-1 0 0,0 0 0,0 0 0,0 0 0,0-1 0,1 1 0,-1 0 0,0 0 0,0 0 0,0-1 0,0 1 0,0 0 0,0 0 0,0 0 0,0-1 0,1 1 0,-1 0 0,27-47 0,-22 37 0,69-132 0,76-141 0,-110 216 0,2 2 0,54-62 0,-85 114 0,-1 1 0,2 1 0,-1 0 0,2 0 0,-1 2 0,1-1 0,17-8 0,-26 16 0,1 0 0,0 0 0,-1 0 0,1 0 0,0 1 0,0 0 0,0 0 0,0 0 0,0 1 0,1-1 0,-1 1 0,0 0 0,0 1 0,0 0 0,0-1 0,0 1 0,0 1 0,0-1 0,0 1 0,-1 0 0,1 0 0,0 0 0,-1 1 0,0 0 0,8 5 0,-2 1 0,-1 0 0,1 1 0,-2 0 0,1 1 0,-1 0 0,-1 0 0,0 0 0,-1 1 0,7 18 0,0 4 0,-1 1 0,7 46 0,-6-11 0,-3 1 0,-4-1 0,-3 2 0,-6 82 0,-5-56 0,-5 0 0,-36 139 0,36-190-1365,3-18-5461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1.10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27 24575,'7'-1'0,"0"0"0,0 0 0,0 0 0,12-4 0,11-3 0,-6 4 0,-1 1 0,1 1 0,0 2 0,0 0 0,0 1 0,0 2 0,0 0 0,32 10 0,-47-11 0,0 1 0,0 0 0,0 1 0,0 0 0,0 0 0,-1 1 0,0 0 0,0 1 0,0 0 0,-1 0 0,0 1 0,0-1 0,0 1 0,-1 1 0,0-1 0,0 1 0,-1 1 0,0-1 0,-1 0 0,0 1 0,0 0 0,-1 0 0,4 16 0,-4-3 0,0 0 0,-2 0 0,-1 0 0,-1 0 0,0 0 0,-2 0 0,-1 0 0,-8 31 0,-9 14 0,-38 84 0,-72 110 0,96-196 0,33-62 0,1-1 0,0 1 0,0-1 0,0 1 0,0 0 0,0-1 0,0 1 0,0 5 0,1-7 0,0-1 0,0 1 0,0 0 0,0-1 0,0 1 0,0-1 0,1 1 0,-1 0 0,0-1 0,0 1 0,0-1 0,1 1 0,-1-1 0,0 1 0,1-1 0,-1 1 0,0-1 0,1 1 0,-1-1 0,1 0 0,-1 1 0,1-1 0,-1 1 0,1-1 0,-1 0 0,1 0 0,0 1 0,3-1 0,0 1 0,0-1 0,0 0 0,0 0 0,0 0 0,0-1 0,0 1 0,0-1 0,0 0 0,-1 0 0,8-4 0,31-11 19,-2-3-1,0-1 0,-1-2 1,-2-2-1,49-39 0,159-160-1493,-96 68-5351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1.71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238 208 24575,'202'-48'0,"64"-10"-740,300-25-1,-413 70 605,1 7 0,-1 7 0,236 31 0,-317-20 139,0 2 1,0 4 0,-2 3 0,88 38 0,-124-44 2,0 3 0,-1 0 0,-1 2 0,-1 1 0,-1 2 0,-1 1 0,-1 1 0,-1 1 0,-1 2 0,26 36 1,-32-34-7,-1 1 0,-1 1 0,-2 1 0,-1 1 0,-2 0 0,10 39 0,-10-20 0,-3 2 0,-2-1 0,2 80 0,-13 2 0,-5 0 0,-37 190 0,-86 359 25,22-122-312,65-301-598,-68 325 379,96-520 425,-4-1 1,-3-1-1,-2-2 1,-37 66-1,42-95 81,0 0 0,-3-2 0,0-1 0,-2-1 0,-2-1 0,0-1-1,-2-1 1,-51 36 0,36-35 0,-2-2 0,0-2 0,-2-2 0,0-2 0,-1-3 0,-1-1 0,-54 9 0,12-9 0,0-4 0,-2-4 0,-97-3 0,117-7 0,0-3 0,0-3 0,1-3 0,1-3 0,0-4 0,-109-41 0,140 42 0,2-2 0,0-1 0,1-2 0,1-2 0,1-1 0,1-2 0,1-1 0,2-2 0,1-1 0,2-1 0,0-2 0,-33-54 0,34 41-19,3-1-1,1-2 1,3 0 0,-20-71-1,22 46-51,2-1 0,-8-118 0,18 47-33,7 0 1,34-262-1,12 111-370,103-349-1,148-272-395,-89 383 2830,-207 534-1854,-1 0-1,1 0 1,0 0 0,-1 0-1,1 0 1,0 0-1,0 0 1,1 0-1,-1 0 1,0 0 0,1 1-1,-1-1 1,1 1-1,-1-1 1,1 1 0,0-1-1,2-1 1,-3 3-50,0 0 1,-1 1-1,1-1 0,-1 0 1,1 0-1,0 0 1,-1 1-1,1-1 1,-1 0-1,1 1 0,-1-1 1,1 0-1,-1 1 1,1-1-1,-1 0 1,0 1-1,1-1 0,-1 1 1,1-1-1,-1 1 1,0-1-1,1 2 0,11 25 132,10 52-681,-1 17-6115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2.04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358 0 24575,'-1'29'0,"-7"40"0,0-4 0,-64 1026-827,25-316 424,-28-5 489,15-344-82,-8 62-101,50-227-1078,20-180-4604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2.47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1079 0 24575,'-2'1'0,"0"-1"0,1 0 0,-1 1 0,1-1 0,-1 1 0,1-1 0,-1 1 0,1 0 0,-1 0 0,1 0 0,-1 0 0,1 0 0,0 0 0,-2 1 0,-2 2 0,-41 31 0,2 1 0,-60 65 0,-72 100 0,172-196 0,-214 271 0,-189 315 0,372-539 0,25-42 0,10-10 0,0 0 0,-1 0 0,1 0 0,0 0 0,0 0 0,0 1 0,0-1 0,-1 0 0,1 0 0,0 0 0,0 0 0,0 0 0,0 0 0,-1-1 0,1 1 0,0 0 0,0 0 0,0 0 0,0 0 0,0 0 0,-1 0 0,1 0 0,0 0 0,0 0 0,0 0 0,0 0 0,0 0 0,0-1 0,-1 1 0,1 0 0,0 0 0,0 0 0,0 0 0,0 0 0,0-1 0,0 1 0,0 0 0,0 0 0,0 0 0,0 0 0,0 0 0,0-1 0,0 1 0,0 0 0,0 0 0,0 0 0,0 0 0,0-1 0,0-7 0,0 0 0,1 0 0,0 0 0,0 0 0,4-10 0,25-93 0,54-132 0,69-103 0,-33 115 0,-100 197 0,2 2 0,2 1 0,0 0 0,45-41 0,-58 62 0,0 0 0,0 1 0,1 0 0,1 1 0,-1 0 0,1 1 0,0 1 0,1 0 0,0 0 0,0 2 0,0 0 0,0 0 0,1 1 0,-1 1 0,1 1 0,0 0 0,0 0 0,-1 2 0,1 0 0,0 0 0,15 5 0,-1 2 0,-1 1 0,-1 1 0,0 2 0,0 0 0,-1 2 0,0 1 0,32 26 0,-3 2 0,97 101 0,-102-89-341,-3 1 0,-1 3-1,71 125 1,-62-76-6485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3.21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44 1 24575,'-1'1'0,"0"0"0,0 0 0,0 0 0,0 0 0,0 1 0,0-1 0,1 0 0,-1 0 0,1 1 0,-1-1 0,1 1 0,-1-1 0,1 0 0,0 1 0,0-1 0,0 1 0,0 2 0,-2 6 0,-12 77 0,-3 157 0,23 89 0,11-80 0,-9-184 0,26 107 0,-33-169 0,1 0 0,0 0 0,1 0 0,0-1 0,0 1 0,0 0 0,1-1 0,8 12 0,-10-16 0,0-1 0,-1 1 0,1-1 0,0 0 0,0 1 0,0-1 0,1 0 0,-1 0 0,0 0 0,0-1 0,0 1 0,1 0 0,-1-1 0,0 0 0,1 1 0,-1-1 0,1 0 0,-1 0 0,0 0 0,1-1 0,-1 1 0,0 0 0,1-1 0,-1 0 0,0 1 0,0-1 0,1 0 0,2-2 0,33-21 0,-35 21 0,1 0 0,-1 0 0,1 0 0,0 1 0,0 0 0,0-1 0,0 1 0,1 1 0,-1-1 0,1 0 0,-1 1 0,1 0 0,-1 0 0,1 1 0,-1-1 0,9 1 0,-7 2 0,1-1 0,-1 1 0,1 1 0,-1-1 0,0 1 0,0 0 0,0 1 0,0-1 0,0 1 0,6 6 0,7 8 0,24 26 0,-29-28 0,25 28 0,-20-21 0,1 0 0,2-2 0,0 0 0,1-1 0,39 25 0,-57-42 0,1 0 0,-1 0 0,1 0 0,0-1 0,0 0 0,0-1 0,0 1 0,0-1 0,1 0 0,-1-1 0,0 1 0,0-1 0,1 0 0,11-3 0,-10 1 0,-1 0 0,0-1 0,0 0 0,0 0 0,0 0 0,-1-1 0,1 0 0,-1-1 0,0 1 0,10-11 0,2-6 0,-1 0 0,-1-1 0,-1 0 0,-2-1 0,0-1 0,11-27 0,14-42 0,-4-1 0,28-125 0,12-204 0,-70 390 0,-1 10 0,0 0 0,-2 0 0,0-1 0,-4-28 0,4 51 0,-1 1 0,0 0 0,0 0 0,0 0 0,0 0 0,0-1 0,0 1 0,0 0 0,0 0 0,0 0 0,0 0 0,0-1 0,0 1 0,0 0 0,0 0 0,0 0 0,0 0 0,0-1 0,0 1 0,0 0 0,0 0 0,0 0 0,0 0 0,-1-1 0,1 1 0,0 0 0,0 0 0,0 0 0,0 0 0,0 0 0,0 0 0,0-1 0,-1 1 0,1 0 0,0 0 0,0 0 0,0 0 0,0 0 0,0 0 0,-1 0 0,1 0 0,0 0 0,0 0 0,0 0 0,0 0 0,-1 0 0,1 0 0,0 0 0,0 0 0,0 0 0,0 0 0,-1 0 0,1 0 0,0 0 0,0 0 0,-1 0 0,-6 12 0,-6 23 0,0 7 0,2 0 0,2 2 0,1-1 0,3 1 0,1 0 0,4 54 0,0-92 0,1 0 0,0 0 0,0 0 0,0 0 0,1 0 0,0 0 0,0 0 0,0-1 0,1 1 0,0-1 0,0 1 0,1-1 0,-1 0 0,1-1 0,0 1 0,0-1 0,1 1 0,-1-1 0,1 0 0,0-1 0,0 1 0,0-1 0,1 0 0,-1 0 0,9 2 0,162 66 0,-110-48 0,87 46 0,-131-57 0,-2 0 0,0 2 0,0 0 0,-1 1 0,-1 1 0,-1 1 0,0 1 0,14 19 0,-20-22 0,-1 1 0,0 0 0,-1 1 0,-1 0 0,-1 0 0,0 1 0,-1 0 0,6 35 0,-8-26 0,-2 1 0,0-1 0,-2 1 0,-1-1 0,-7 40 0,-6 1 0,-3-1 0,-3-1 0,-56 123 0,55-143 0,6-16 0,2 1 0,-10 34 0,22-62 0,1-1 0,-1 0 0,0 1 0,1-1 0,-1 0 0,1 1 0,0-1 0,0 0 0,0 1 0,0-1 0,0 0 0,1 1 0,-1-1 0,1 0 0,0 1 0,-1-1 0,1 0 0,1 2 0,0-2 0,-1-1 0,1 0 0,0 0 0,0 0 0,-1 0 0,1 0 0,0-1 0,0 1 0,0 0 0,0-1 0,0 1 0,0-1 0,0 0 0,0 0 0,0 0 0,0 0 0,0 0 0,0 0 0,0-1 0,0 1 0,0 0 0,0-1 0,3-1 0,15-4 0,0 0 0,0-2 0,-1 0 0,27-16 0,82-57 0,-124 79 0,203-148-1206,219-206 0,-224 173-4573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3.83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1 952 24575,'15'-8'0,"1"0"0,-1 2 0,28-8 0,-12 4 0,448-116-93,20 26-1389,-496 99 1464,2924-464-808,-2752 442 1136,-208 25 260,1-3 0,-1 0 0,-37-8 0,-118-26-741,118 19 171,2-3 0,0-3 0,-108-51 0,160 62 0,16 11 0,0 0 0,0-1 0,-1 1 0,1 0 0,0 0 0,1 0 0,-1 0 0,0-1 0,0 1 0,0 0 0,0 0 0,0 0 0,0 0 0,0-1 0,0 1 0,0 0 0,0 0 0,0 0 0,0 0 0,0-1 0,1 1 0,-1 0 0,0 0 0,0 0 0,0 0 0,0 0 0,0 0 0,1 0 0,-1-1 0,0 1 0,0 0 0,0 0 0,0 0 0,1 0 0,-1 0 0,0 0 0,0 0 0,0 0 0,0 0 0,1 0 0,-1 0 0,0 0 0,0 0 0,0 0 0,1 0 0,-1 0 0,41 3 0,15 10 0,0 2 0,0 2 0,-2 3 0,0 2 0,-2 3 0,0 2 0,92 65 0,-126-79 0,-1 1 0,0 2 0,-1-1 0,-1 2 0,0 0 0,-1 1 0,-1 0 0,19 37 0,-24-40 0,-2 1 0,0 1 0,-1-1 0,0 1 0,-2 0 0,0 0 0,-1 0 0,0 0 0,-2 0 0,0 0 0,0 0 0,-5 21 0,-3 2 17,-2-1 0,-1 0 1,-2-1-1,-2-1 0,-2 0 0,-37 62 0,1-18-760,-103 121 1,49-81-6084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4.60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446 1 24575,'-258'892'-1303,"82"-6"959,172-859 344,-3 41 0,6-66 0,1-1 0,0 0 0,1 0 0,-1 1 0,0-1 0,0 0 0,0 0 0,1 0 0,-1 1 0,0-1 0,1 0 0,-1 0 0,1 0 0,1 2 0,-2-3 0,1 1 0,-1-1 0,1 0 0,-1 0 0,1 0 0,-1 1 0,1-1 0,0 0 0,-1 0 0,1 0 0,-1 0 0,1 0 0,-1 0 0,1 0 0,-1 0 0,1 0 0,-1 0 0,1 0 0,-1-1 0,1 1 0,0 0 0,-1 0 0,0 0 0,1-1 0,-1 1 0,1 0 0,-1-1 0,1 1 0,10-9 0,-1 0 0,-1 0 0,1-1 0,12-18 0,206-303-47,-143 198 167,117-138-1,-183 248 215,34-29-1,-46 46-295,-1 1 0,1 0 0,0 0-1,0 1 1,1 0 0,-1 0 0,1 1 0,0 0 0,12-3-1,-17 5-19,1 0 0,0 1 0,0 0 0,-1 0 0,1 0 0,0 0 0,0 0 0,-1 1-1,1 0 1,0-1 0,-1 1 0,1 1 0,0-1 0,-1 1 0,0-1 0,1 1 0,-1 0-1,3 2 1,1 2-9,-1-1 0,0 1 0,-1 0-1,0 1 1,1-1 0,-2 1 0,7 12-1,3 10-8,-1 0 0,-1 0 0,-2 1 0,-1 1 0,6 37 0,14 164 0,-17-62 0,-7 1 0,-26 265 0,33-684 0,-4 33 0,-6 195 0,1-1 0,1 0 0,1 1 0,0-1 0,2 1 0,0 1 0,2-1 0,0 1 0,1 1 0,0 0 0,2 0 0,0 1 0,1 1 0,1 0 0,0 0 0,25-19 0,-4 6 0,1 3 0,1 1 0,2 2 0,0 1 0,1 2 0,1 2 0,83-25 0,-109 39 0,0 1 0,0 0 0,1 1 0,22-1 0,-35 3 0,1 0 0,0 0 0,0 1 0,0-1 0,0 1 0,0 0 0,-1 0 0,1 0 0,0 0 0,-1 1 0,1 0 0,-1-1 0,0 1 0,1 1 0,-1-1 0,0 0 0,0 1 0,0-1 0,-1 1 0,1 0 0,-1 0 0,5 6 0,-4-2 0,0 0 0,0 0 0,-1 0 0,0 0 0,-1 0 0,1 0 0,-1 1 0,-1-1 0,1 12 0,-2 5 0,-7 43 0,-5-2 0,-3 0 0,-34 88 0,-65 122 0,76-185 0,25-56 0,1 0 0,-17 69 0,27-84 0,0 0 0,1 0 0,1 0 0,1 1 0,1-1 0,0 0 0,6 25 0,9 18 0,30 74 0,-30-95 0,-2 0 0,-1 1 0,-3 1 0,11 85 0,-20-106-72,-2 0 1,0 1-1,-1-1 0,-1 0 0,-1 0 0,-1 0 0,0 0 0,-2-1 1,-1 0-1,-1 0 0,0-1 0,-2 0 0,0-1 0,-1 0 0,-1-1 1,-1 0-1,0-1 0,-19 17 0,-44 30-6754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5.28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461 658 24575,'229'-73'0,"-14"5"0,715-203-2383,20 63 2266,-858 193 229,0 3 0,117 1-1,-191 11-111,0 1 0,0 1 0,0 0 0,0 2 0,0 0 0,32 11 0,-43-12 0,0 1 0,-1 0 0,1 0 0,-1 0 0,0 1 0,0-1 0,0 2 0,-1-1 0,1 0 0,-2 1 0,1 0 0,0 0 0,-1 1 0,0-1 0,-1 1 0,1 0 0,-1 0 0,3 12 0,-1 2 0,0 0 0,-2 0 0,0 1 0,-1-1 0,-2 23 0,-12 119 0,-97 468 723,21-158-644,47-154-79,2 592 0,41-840 4,-10 288 83,3-317-77,-1 0 0,-3-1 0,-1 0 0,-1 0 0,-3-1 0,-28 58-1,13-45-76,-2-2 0,-3-2 0,-1-1 0,-55 57 0,6-20-244,-114 89-1,41-54-78,-4-7-1,-6-8 1,-4-6 0,-336 138-1,125-106 397,319-115 57,-1-2 0,0-4 1,-1-2-1,-71-1 0,111-7-55,0-1 0,0-2 0,1 0 0,-1-1 0,1-2 0,0 0 0,0-2 0,1-1 0,-44-22 0,48 19-9,1 0 0,0-2-1,1 0 1,0-1 0,1 0-1,1-2 1,1 0 0,0 0-1,1-1 1,1-1 0,-14-29-1,6 5 2,2-1 0,3 0 0,-18-77 0,15 25-165,-9-136 0,20-159-1158,68-501 943,47-3-366,-52 456 131,-21 154 807,1-47 856,-28 224-282,5 130 3651,12 23-5408,13 12-5511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5.61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320 0 24575,'-5'17'0,"1"1"0,0-1 0,-1 29 0,1-7 0,-35 524-347,34 8-678,4-234 1080,-21 267-55,-106 640 0,98-1052-26,-42 436-141,71-601-19,1 0 1,1 0-1,1 0 0,2-1 1,6 28-1,8-8-5381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6.03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970 228 24575,'-2'1'0,"1"0"0,-1-1 0,0 1 0,0 0 0,1 0 0,-1 1 0,0-1 0,1 0 0,-1 0 0,1 1 0,-3 2 0,-11 11 0,-147 130-137,7 6 0,7 7 0,-220 306 0,353-444 137,-13 19 0,-26 48 0,52-78 0,12-16 0,32-40 0,63-90 0,-82 105 0,418-623-1143,-348 510 1319,-85 132-150,21-32 76,1 0-1,2 3 1,53-57 0,-78 93-102,0-1 0,0 1 0,1 1 0,-1-1 0,1 1 0,0 1 0,1-1 0,-1 1 0,1 1 0,0-1 0,0 2 0,0-1 0,12-1 0,-13 4 0,0 0 0,1 0 0,-1 1 0,0 0 0,0 1 0,0 0 0,0 0 0,0 0 0,0 1 0,-1 0 0,1 1 0,-1 0 0,0 0 0,0 0 0,8 8 0,10 8 103,-1 2 1,-1 0 0,-1 2 0,-2 0-1,25 37 1,79 146 374,-120-200-496,98 187-664,130 347-1,-176-379-6143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6.84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11 0 24575,'-11'366'0,"16"-175"0,48 323 0,-52-500 0,-1-11 0,1 1 0,-1 0 0,1-1 0,-1 1 0,1-1 0,0 1 0,0-1 0,0 0 0,1 1 0,2 3 0,-1-12 0,-3 5 0,0-1 0,0 1 0,0-1 0,0 1 0,0-1 0,1 1 0,-1-1 0,0 1 0,0-1 0,0 1 0,0 0 0,1-1 0,-1 1 0,0-1 0,0 1 0,1 0 0,-1-1 0,0 1 0,1-1 0,-1 1 0,0 0 0,1 0 0,-1-1 0,1 1 0,-1 0 0,0 0 0,1-1 0,-1 1 0,1 0 0,-1 0 0,1 0 0,-1 0 0,1 0 0,-1-1 0,1 1 0,-1 0 0,1 0 0,-1 0 0,1 1 0,-1-1 0,1 0 0,-1 0 0,1 0 0,-1 0 0,0 0 0,1 0 0,-1 1 0,1-1 0,-1 0 0,1 1 0,4 5 0,-1 0 0,0 0 0,0 1 0,-1 0 0,0 0 0,0 0 0,4 14 0,1 2 0,15 42 0,44 114 0,-54-151 0,1-1 0,1 0 0,1-1 0,24 28 0,-33-44 0,1-2 0,0 1 0,1-1 0,0 0 0,0-1 0,1 0 0,0 0 0,0-1 0,22 9 0,-25-12 0,0-1 0,1 0 0,0 0 0,-1-1 0,1 0 0,0-1 0,0 1 0,0-1 0,-1-1 0,1 0 0,0 0 0,0 0 0,-1-1 0,1 0 0,-1-1 0,9-3 0,-2-1 0,-1 0 0,1-1 0,-2-1 0,1 0 0,-1 0 0,19-21 0,-9 6 0,-1-1 0,25-40 0,-7 0-94,-2-3 1,-4-1-1,44-130 0,36-231-281,-88 314 375,-6-1 0,8-198 0,-29 273 0,-2 28-16,-1 18 1,-2 21 171,5-13-22,0 1 0,1 0 0,1 0 0,2 25 0,-2-35-135,1 1-1,0-1 0,-1 0 0,1 0 1,0 0-1,1 0 0,-1 1 0,0-1 1,1-1-1,0 1 0,0 0 1,0 0-1,0-1 0,0 1 0,0-1 1,0 0-1,1 1 0,0-1 0,-1 0 1,1 0-1,0-1 0,0 1 0,0-1 1,0 1-1,4 0 0,19 4 2,-1-2 0,1-1 0,1-1 0,-1-1 0,35-3 0,-13 1 0,-4 0 0,162 4 0,-176-1 0,-1 2 0,1 1 0,-1 1 0,53 19 0,-72-21 0,0 0 0,0 1 0,0 1 0,-1-1 0,0 2 0,0-1 0,0 1 0,-1 0 0,0 1 0,-1 0 0,1 0 0,-2 1 0,1 0 0,5 11 0,-6-8 0,0 0 0,-2 0 0,1 1 0,-2-1 0,1 1 0,-2 0 0,0 0 0,0 1 0,-2-1 0,1 0 0,-3 19 0,-2-2 0,0 0 0,-2 0 0,-20 55 0,-44 82 0,65-158 0,1 0 0,1 0 0,-1 0 0,1 0 0,-2 16 0,4-21 0,1 0 0,0 0 0,1 0 0,-1 0 0,1 0 0,-1 0 0,1 0 0,0 0 0,1 0 0,-1 0 0,1-1 0,-1 1 0,1 0 0,0-1 0,1 1 0,2 3 0,10 11 0,1-1 0,1 0 0,30 24 0,66 39 0,-35-25 0,-56-40 0,-2 1 0,0 1 0,0 0 0,-2 2 0,20 24 0,-35-39 0,0 1 0,0 0 0,0 0 0,0 0 0,-1 0 0,1 0 0,-1 0 0,-1 1 0,1-1 0,-1 0 0,0 1 0,0 0 0,-1-1 0,1 1 0,-1 0 0,0-1 0,-1 1 0,0-1 0,1 1 0,-2 0 0,1-1 0,-1 0 0,0 1 0,0-1 0,0 0 0,-1 0 0,1 0 0,-1 0 0,-1 0 0,-4 6 0,-4 1 11,1 1 0,-2-1-1,0-1 1,0 0 0,-1-1-1,0-1 1,-1 0 0,-18 8 0,-4 0-499,-1-2 1,-50 12 0,-38 3-6339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7.87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1 343 24575,'8'-11'0,"25"-16"0,2 2 0,0 0 0,1 3 0,50-23 0,-68 35 0,190-91 0,-159 81 0,1 3 0,73-17 0,-118 32 0,0 1 0,0 0 0,1 1 0,-1-1 0,1 1 0,-1 0 0,10 1 0,-13 0 0,-1-1 0,1 1 0,-1 0 0,0-1 0,1 1 0,-1 0 0,0 0 0,1 0 0,-1 0 0,0 0 0,0 0 0,0 0 0,0 1 0,0-1 0,0 0 0,0 1 0,0-1 0,0 0 0,0 1 0,-1-1 0,1 1 0,-1-1 0,1 1 0,-1-1 0,0 1 0,0 0 0,1-1 0,-1 1 0,0-1 0,0 1 0,-1 1 0,-1 21 0,0-1 0,-2 0 0,-1 0 0,-1 0 0,-12 29 0,14-38 0,-176 431 0,30-83 0,146-352 0,-2 5 0,1-1 0,1 1 0,-4 23 0,7-35 0,1 0 0,-1-1 0,1 1 0,0 0 0,0 0 0,0-1 0,1 1 0,-1 0 0,1 0 0,-1-1 0,1 1 0,0 0 0,0-1 0,0 1 0,0 0 0,0-1 0,1 0 0,-1 1 0,1-1 0,0 0 0,-1 0 0,1 0 0,0 0 0,0 0 0,5 3 0,-3-3 0,1 0 0,0 0 0,-1 0 0,1-1 0,0 0 0,0 0 0,0 0 0,0 0 0,0-1 0,0 0 0,8-1 0,6-1 0,35-8 0,7-7 30,-1-2 0,-1-3 0,87-46 0,158-109-1515,-201 113-5341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8.08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24575,'0'0'0,"0"1"0,3 9 0,7 28 0,9 48 0,9 50 0,5 38 0,5 24 0,8 2 0,-5-32-8191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8.68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1 419 24575,'132'-67'0,"243"-115"0,-268 136 0,173-50 0,-256 89 0,0 1 0,1 1 0,-1 1 0,1 1 0,28 1 0,-50 2 0,1 0 0,-1 0 0,0 0 0,0 0 0,1 1 0,-1 0 0,0 0 0,0 0 0,0 0 0,0 0 0,0 0 0,0 1 0,0 0 0,0-1 0,0 1 0,-1 0 0,1 0 0,-1 1 0,1-1 0,-1 0 0,0 1 0,0-1 0,0 1 0,0 0 0,2 5 0,-2-1 0,0 1 0,-1-1 0,0 1 0,0-1 0,-1 1 0,1-1 0,-2 1 0,1-1 0,-1 1 0,-4 13 0,-5 24 0,-3-1 0,-35 82 0,-55 81 0,94-189 0,-335 569 0,323-552 0,21-35 0,0 1 0,0-1 0,0 0 0,0 0 0,0 1 0,-1-1 0,1 0 0,0 1 0,0-1 0,0 0 0,0 0 0,0 1 0,0-1 0,0 0 0,0 1 0,0-1 0,0 0 0,0 1 0,0-1 0,1 0 0,-1 0 0,0 1 0,0-1 0,0 0 0,0 0 0,0 1 0,1-1 0,-1 0 0,0 0 0,0 1 0,0-1 0,1 0 0,-1 0 0,0 0 0,0 1 0,1-1 0,-1 0 0,0 0 0,0 0 0,1 0 0,-1 0 0,0 0 0,1 1 0,-1-1 0,0 0 0,0 0 0,1 0 0,-1 0 0,0 0 0,1 0 0,-1 0 0,0 0 0,0 0 0,1 0 0,-1-1 0,0 1 0,1 0 0,-1 0 0,0 0 0,0 0 0,1 0 0,-1 0 0,0-1 0,1 1 0,17-6 0,0 0 0,-1-1 0,0-1 0,0-1 0,20-13 0,-3 2 0,753-468-256,-605 371-853,-49 32-5717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9.04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70 24575,'0'0'0,"12"-3"0,229-48 0,-188 44 0,0 1 0,85 4 0,-130 2 0,0 1 0,0 0 0,0 0 0,0 0 0,-1 1 0,1 0 0,10 5 0,-16-6 0,1 1 0,-1-1 0,1 1 0,-1 0 0,0 0 0,0 0 0,0 0 0,0 0 0,0 0 0,0 0 0,0 1 0,-1-1 0,1 1 0,-1-1 0,0 1 0,0 0 0,0 0 0,0-1 0,0 1 0,0 0 0,-1 0 0,1 5 0,-1 4 0,0 0 0,-1 0 0,0 0 0,0 0 0,-2 0 0,0-1 0,-5 17 0,-38 79 0,39-92 0,-110 205 0,116-219 0,-1 4 0,0-1 0,-1 1 0,2 0 0,-1 1 0,-2 8 0,4-13 0,0 0 0,0 0 0,0 0 0,0 0 0,0 1 0,0-1 0,1 0 0,-1 0 0,0 0 0,0 0 0,1 0 0,-1 0 0,1 0 0,-1 0 0,1 0 0,-1 0 0,1 0 0,0 0 0,-1 0 0,1 0 0,0 0 0,0 0 0,0-1 0,0 1 0,-1 0 0,1-1 0,0 1 0,0-1 0,0 1 0,1-1 0,-1 1 0,0-1 0,2 1 0,4 1 0,1-1 0,0 0 0,0 0 0,0-1 0,0 0 0,0 0 0,0-1 0,15-3 0,74-22 0,-80 21 0,380-153-1365,-186 60-5461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29.70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1 505 24575,'12'-13'0,"51"-33"0,2 3 0,121-59 0,-175 97 0,144-74 0,2 7 0,209-65 0,-358 134 0,10-2 0,-18 5 0,1 0 0,-1 0 0,0 0 0,1 0 0,-1 0 0,0 0 0,1 1 0,-1-1 0,0 0 0,1 0 0,-1 0 0,0 0 0,0 1 0,1-1 0,-1 0 0,0 0 0,0 1 0,1-1 0,-1 0 0,0 0 0,0 1 0,1-1 0,-1 0 0,0 1 0,0-1 0,0 0 0,0 1 0,0-1 0,0 0 0,0 1 0,1-1 0,-1 0 0,0 1 0,0-1 0,0 0 0,0 1 0,0-1 0,0 0 0,-1 1 0,1-1 0,0 0 0,0 1 0,0 0 0,-8 38 0,-2 0 0,-1-1 0,-2 0 0,-29 58 0,26-58 0,-30 61 0,17-39 0,-23 71 0,49-123 0,0 0 0,1 0 0,0 1 0,1-1 0,0 0 0,0 1 0,1-1 0,0 1 0,0-1 0,3 13 0,-2-17 0,1 0 0,-1 0 0,1-1 0,0 1 0,0 0 0,0-1 0,0 0 0,1 1 0,-1-1 0,1 0 0,0 0 0,0 0 0,0-1 0,0 1 0,0-1 0,1 0 0,-1 0 0,1 0 0,-1 0 0,1 0 0,0-1 0,0 0 0,0 1 0,4-1 0,12 3 0,0 0 0,1-2 0,-1-1 0,0 0 0,1-1 0,36-6 0,122-34 0,-83 11 30,-1-4 0,-2-4 0,123-69 0,-112 46-525,-2-5 0,139-117 0,-208 155-6331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30.11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0 258 24575,'2'0'0,"0"0"0,0-1 0,-1 1 0,1-1 0,0 1 0,-1-1 0,1 1 0,-1-1 0,1 0 0,-1 0 0,4-2 0,10-6 0,112-43 0,2 4 0,2 7 0,2 5 0,155-20 0,-279 54 0,36-2 0,-44 4 0,0 0 0,-1 0 0,1 0 0,0 0 0,0 0 0,-1 0 0,1 0 0,0 0 0,-1 1 0,1-1 0,0 0 0,0 1 0,-1-1 0,1 0 0,-1 1 0,1-1 0,0 1 0,-1-1 0,1 1 0,-1-1 0,1 1 0,-1-1 0,1 1 0,-1-1 0,1 1 0,-1 0 0,0-1 0,1 1 0,-1 0 0,0-1 0,0 1 0,1 0 0,-1 0 0,0-1 0,0 1 0,0 0 0,0 0 0,0-1 0,0 1 0,0 0 0,0 0 0,0-1 0,0 1 0,-1 0 0,1 0 0,0-1 0,0 1 0,-1 0 0,-8 19 0,0-1 0,-2-1 0,0 1 0,-1-2 0,-1 0 0,-24 25 0,6-5 0,-13 15 0,9-12 0,-29 44 0,56-73 0,1 1 0,0 0 0,1 1 0,0-1 0,1 1 0,0 0 0,1 1 0,-4 25 0,7-30 0,1 1 0,1-1 0,0 0 0,0 0 0,1 0 0,0 0 0,1 0 0,0 0 0,0 0 0,0-1 0,1 1 0,1-1 0,0 0 0,0 0 0,0-1 0,1 0 0,0 0 0,11 11 0,10 6 0,0-1 0,1-2 0,45 27 0,106 46 0,2 2 0,-177-95 0,-1 1 0,1 1 0,-1-1 0,0 1 0,1-1 0,-1 1 0,-1 0 0,1 0 0,0 0 0,0 0 0,-1 1 0,0-1 0,0 1 0,0 0 0,3 7 0,-5-8 0,0 0 0,0 0 0,0 0 0,0 1 0,-1-1 0,0 0 0,1 0 0,-1 0 0,0 0 0,0 0 0,-1 0 0,1 0 0,0-1 0,-1 1 0,0 0 0,0-1 0,0 1 0,0-1 0,0 0 0,0 1 0,-5 2 0,-12 12 0,0-2 0,-1 0 0,0-1 0,-1-1 0,-31 13 0,-121 43 0,148-60 0,-332 104-1365,192-68-5461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31.70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1284 1 24575,'0'0'0,"5"2"0,52 31 0,-1 2 0,82 67 0,-80-58 0,151 117 0,229 169 0,23-32 0,-226-174 0,-150-82 0,-80-39 0,-2-2 0,-1 0 0,0 0 0,0 0 0,0 0 0,-1 0 0,1 1 0,0-1 0,0 1 0,2 3 0,-3-4 0,-1 0 0,0 0 0,1 0 0,-1 0 0,0 0 0,0 0 0,0 0 0,0 0 0,0 1 0,0-1 0,0 0 0,0 0 0,0 0 0,-1 0 0,1 0 0,0 0 0,-1 0 0,1 0 0,-1 0 0,1 0 0,-1 0 0,1 0 0,-1 0 0,0 0 0,1 0 0,-2 1 0,-16 18 0,0 1 0,-1-2 0,-42 33 0,30-26 0,-959 735-1614,369-295 829,-20 52 654,42 42 191,553-510 846,46-50-886,0 0 1,0 0-1,-1 0 1,1 0-1,0 0 1,0 0-1,0 0 1,0 0 0,0 1-1,0-1 1,-1 0-1,1 0 1,0 0-1,0 0 1,0 0-1,0 0 1,0 0 0,0 0-1,0 0 1,0 1-1,0-1 1,0 0-1,-1 0 1,1 0-1,0 0 1,0 0 0,0 1-1,0-1 1,0 0-1,0 0 1,0 0-1,0 0 1,0 0-1,0 1 1,0-1 0,0 0-1,0 0 1,0 0-1,0 0 1,0 0-1,1 0 1,-1 1-1,0-1 1,0 0 0,0 0-1,0 0 1,0 0-1,0 0 1,0 0-1,0 0 1,0 1-1,0-1 1,1 0 0,-1 0-1,0 0 1,0 0-1,0 0 1,0 0-1,0 0 1,1 0-1,12-2 231,17-10-1579,-30 12 1313,47-21-6773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33.22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845 1498 24575,'5'-3'0,"-1"0"0,0 0 0,1 0 0,-1 0 0,1 1 0,5-2 0,12-6 0,86-38 13,158-48 0,134-14-382,493-79-1399,11 42 1788,221-42-137,-1092 182 100,202-44 4,-222 47-29,-19 4-1,-39 8 468,-530 96 908,-306 61-3580,275-51 1823,-701 146-2462,17 72 2359,1234-313 1908,49-14-1011,17-3 144,38-5 376,0-2 1,70-15-1,-67 10-870,216-45-34,78-24-41,786-202-2793,-7 1 2657,1 42-971,-1066 227 1156,110-21 408,243-13 0,-410 45-390,29 1 588,-30-1-587,-1 0-1,0 0 0,0 0 0,0 0 0,0 0 0,0 0 0,0 0 0,0 1 0,0-1 0,0 0 0,1 0 0,-1 0 0,0 0 0,0 0 0,0 0 1,0 0-1,0 0 0,0 1 0,0-1 0,0 0 0,0 0 0,0 0 0,0 0 0,0 0 0,0 0 0,0 0 0,0 1 0,0-1 0,0 0 0,0 0 0,0 0 1,0 0-1,0 0 0,0 0 0,0 1 0,0-1 0,0 0 0,0 0 0,0 0 0,0 0 0,0 0 0,-1 0 0,1 0 0,0 0 0,0 1 0,0-1 0,0 0 1,0 0-1,0 0 0,0 0 0,0 0 0,0 0 0,-1 0 0,1 0 0,0 0 0,0 0 0,0 0 0,0 0 0,0 0 0,0 0 0,0 0 0,-1 0 1,1 0-1,0 0 0,0 0 0,0 0 0,-27 11 1327,-309 73-869,296-76-433,-318 65-290,-92 12-758,-467 80-1402,-549 102 483,13 33 2114,1556-333 3110,123-35-2707,109-33-664,89-29-228,256-83 31,1259-365-2999,-1579 490 3094,-283 72 583,-49 13 1122,-65 15-441,-299 71 1886,259-65-2979,-307 71-364,-822 185-1689,-569 133-445,1720-394 2506,53-12 0,6-2 0,42-11 0,132-37 0,121-36 135,100-31 404,651-201-412,905-260-1161,-1676 504 954,-228 62 446,-43 11 366,-15 5 0,-24 10-92,0-2-1,-1-1 0,-47 10 0,28-8-63,-1320 283-110,1335-292-466,6 0 0,-39 2 0,49-10-1133,15-3-4532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34.23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1 441 24575,'34'6'0,"-10"0"0,95 14 4,1-6-1,156 0 0,243-36-1037,687-153 778,-21-114 307,-1147 278 564,-26 7-193,-17 5-230,-8 3-1557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37.19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5406 928 24575,'0'-3'0,"-1"1"0,0-1 0,0 1 0,0 0 0,0 0 0,0-1 0,0 1 0,0 0 0,-4-3 0,-1-6 0,-30-47 0,-3 2 0,-1 1 0,-4 2 0,-1 2 0,-2 2 0,-3 2 0,-2 2 0,-69-46 0,48 44 0,-1 3 0,-2 4 0,-1 3 0,-3 3 0,0 4 0,-98-23 0,24 20-199,-1 7-1,-2 6 1,-252 1 0,-473 76-30,80 55 234,581-67-83,-339 113-1,481-129 77,1 3 1,1 3-1,2 4 1,-79 54-1,115-66 119,2 2 0,1 2 0,2 1 0,0 1 0,3 2 0,1 2 0,1 0 0,-44 79 0,51-72-106,2 0 0,2 2 0,2 0 0,2 1 1,3 1-1,1 0 0,2 1 0,3-1 0,1 1 0,3 0 1,2 0-1,12 81 0,-3-73-12,2 0 0,3-1 0,2-1 0,2-1 0,3-1 0,3 0 0,1-2-1,3-1 1,2-1 0,55 67 0,-29-53-81,3-1 1,3-4-1,2-2 0,2-4 0,3-2 0,2-3 0,87 42 1,-28-27 26,2-6 0,3-5 1,204 47-1,-94-45-530,463 37 0,262-81-585,-549-35 1121,-1-18 0,604-142 1,-539 46-664,-381 102 706,-1-5-1,142-81 1,-210 104 27,-2-3 1,0-1-1,-1-1 1,-1-2 0,-2-1-1,34-39 1,-52 52 135,-1-1 0,0 0 0,-1 0 0,0-1 0,-2 0 0,0-1 0,-1 0 0,0 0 0,-2 0 0,0-1 0,-1 0 0,-1 0 0,-1 0 0,-1 0 0,-1-31 0,-4 17-17,-1 0 0,-2 0 0,-1 0 0,-2 1 0,-1 0 0,-2 0 0,-1 2 0,-20-34 0,-6-1-84,-2 2 0,-80-89-1,28 50-141,-5 5 0,-4 4-1,-3 5 1,-196-123 0,86 83-130,-390-167 0,351 191 216,-5 11 0,-3 11 0,-4 12 0,-377-50 0,546 111 144,94 9 317,6 0-117,-1 0-375,-1 0 1,0 0 0,0 0 0,1 0 0,-1 0-1,0 0 1,0 0 0,1 0 0,-1 0-1,0 0 1,0 0 0,1 0 0,-1 0 0,0 0-1,0 0 1,1 0 0,-1 0 0,0 0-1,1 0 1,-1 0 0,0 0 0,0 0 0,0 0-1,1 1 1,-1-1 0,0 0 0,0 0-1,1 0 1,-1 0 0,0 1 0,0-1 0,0 0-1,0 0 1,0 1 0,1-1 0,-1 0-1,0 0 1,0 0 0,0 1 0,0-1-1,0 0 1,0 0 0,0 1 0,0-1 0,0 0-1,0 1 1,0-1 0,-5 4-6796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41.20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5144 991 24575,'-14'-26'0,"-2"1"0,0 0 0,-28-31 0,-65-62 0,36 46 8,-4 5 0,-2 2 0,-3 4 0,-2 4 0,-3 3 0,-184-82 0,156 90-124,-3 5 0,0 5 0,-3 6-1,0 4 1,-175-13 0,115 30-11,0 7 1,1 8-1,-1 9 0,2 7 1,0 8-1,2 8 0,2 7 1,2 8-1,3 7 0,-216 110 1,254-102 41,4 7 1,-124 95-1,179-114 35,2 3-1,4 3 0,2 3 1,-85 109-1,124-138 76,1 1 0,1 1 0,3 1 1,1 1-1,2 1 0,1 1 0,-15 64 0,26-77 4,0 0 0,3 1 0,0-1-1,2 1 1,1 0 0,1 0 0,2-1 0,1 1 0,1-1 0,1 0 0,2 0 0,13 32 0,-3-23-17,1 0 1,1-2-1,2 0 1,2-2 0,1 0-1,2-2 1,1-1 0,1-1-1,40 31 1,-2-9-20,2-3-1,2-3 1,125 60 0,-48-39-338,2-8 0,250 65 1,332 11-684,-457-107 896,0-12-1,300-21 1,-344-12-114,-1-10 0,419-107 0,-483 86 92,270-119 0,-342 122 47,-1-3 0,-3-5 0,-2-4 0,85-72 0,-135 97 282,-1-1 1,-2-2-1,-2-2 0,-1-1 1,53-84-1,-73 101 3,-1-1 0,0 1 0,-2-2 0,-1 1 0,0-1 0,-2-1 1,0 1-1,-2-1 0,-1 0 0,-1 0 0,0 0 0,-2-1 0,-1 1 0,-5-31 0,-2 22-35,-1 1 1,-1 0-1,-2 1 1,-1 0-1,-2 0 0,-1 2 1,-1 0-1,-1 0 1,-38-42-1,4 12-175,-2 3 0,-4 2 0,-68-50 0,1 13 2,-4 6 0,-3 5-1,-4 7 1,-3 5 0,-3 6 0,-2 7 0,-180-44 0,193 70-363,-1 5 0,-147-6 0,37 19-5500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1:42.01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5043 1139 24575,'-48'-78'0,"25"39"0,-46-59 0,34 59 1,-2 2 1,-2 0-1,-1 3 0,-2 2 0,-1 1 1,-1 2-1,-55-26 0,7 12-42,-1 3 0,-177-48 0,141 56-146,-1 6-1,-1 6 0,-1 6 0,-1 5 0,1 6 1,-244 27-1,214-1 70,0 8 0,2 7 0,2 7 1,2 6-1,-171 83 0,157-52 118,4 6 0,4 9 0,-175 136 0,232-150 0,4 5 0,3 4 0,5 4 0,3 5 0,-93 137 0,142-177-40,3 1 0,3 3 0,2 1 1,4 1-1,2 1 0,-18 75 0,36-102 2,1 0-1,2 1 1,2 0 0,3 81-1,4-91 28,1 0 1,1 0-1,2-1 0,1 0 0,1 0 0,2 0 0,16 31 0,-11-31-12,2-1 0,1-1 0,1 0 0,1-1-1,49 47 1,-34-42-64,1-2 1,2-1-1,73 42 0,-30-30-94,2-3 1,1-4-1,2-4 0,103 24 1,-12-16-226,2-8 1,318 15 0,369-68-394,256-125 168,-809 81 168,462-161 0,-585 156 352,-4-9 0,191-111 0,-282 135 105,-3-4 0,-2-5 0,-4-3 0,-2-4 0,106-117 0,-152 145 136,-3-3 0,-1-1 0,-2-1 0,-3-2 0,-2-1 0,40-106 0,-56 125-60,-2-1 0,-2-1 0,-1 0 0,-1 0 0,-2 0 0,-2 0 0,-1-1 0,-2 1 0,-1-1 0,-2 1 0,-1 0 0,-17-60 1,7 54-68,-2 1 0,-1 1 1,-2 1-1,-2 1 0,-1 0 1,-2 2-1,-2 1 0,0 0 1,-53-46-1,10 19 286,-2 3-1,-3 3 1,-120-67 0,29 33-160,-343-128 0,-201 3-95,433 146-61,-461-53 0,613 113-253,-1 5-1,-210 22 1,84 17-2295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15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24575,'0'0'0,"0"0"0,2 1 0,2 6 0,1 0-8191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18.0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3774 1887 24567,'-2'74'0,"-2"0"0,-3 0 0,-4-1 0,-2 0 0,-3-1 0,-2 0 0,-4-1 0,-2-1 0,-3-1 0,-3-1 0,-2-2 0,-3 0 0,-2-3 0,-3 0 0,-3-2 0,-1-2 0,-3-2 0,-3-2 0,-1-1 0,-2-3 0,-3-2 0,-1-2 0,-2-2 0,-2-3 0,-1-2 0,-2-2 0,-2-3 0,0-3 0,-2-2 0,-1-3 0,-1-3 0,-1-3 0,-1-2 0,0-3 0,-1-3 0,0-3 0,-1-3 0,0-2 0,0-4 0,0-2 0,0-4 0,0-2 0,1-3 0,0-3 0,0-3 0,2-3 0,0-2 0,1-3 0,1-3 0,1-3 0,1-2 0,2-3 0,1-3 0,2-2 0,1-2 0,2-3 0,1-2 0,3-2 0,2-2 0,1-3 0,3-1 0,2-2 0,2-2 0,3-2 0,2-2 0,3 0 0,2-3 0,2 0 0,4-2 0,2-1 0,2-1 0,4-1 0,2-1 0,3 0 0,3-1 0,3 0 0,3-1 0,2 0 0,4 0 0,2 0 0,4 0 0,2 0 0,3 1 0,3 0 0,3 0 0,3 2 0,2 0 0,4 1 0,2 1 0,2 1 0,4 1 0,2 2 0,2 1 0,3 2 0,2 1 0,3 2 0,2 2 0,2 1 0,3 3 0,1 2 0,2 1 0,3 3 0,1 3 0,2 1 0,1 3 0,2 3 0,1 2 0,2 3 0,1 2 0,1 3 0,1 3 0,1 2 0,0 4 0,2 2 0,0 3 0,0 2 0,1 4 0,0 3 0,0 2 0,0 4 0,0 2 0,0 3 0,-1 4 0,0 2 0,-1 3 0,0 2 0,-1 4 0,-1 2 0,-1 3 0,-1 3 0,-2 2 0,0 3 0,-2 2 0,-2 3 0,-1 3 0,-2 1 0,-2 3 0,-1 3 0,-3 1 0,-2 2 0,-1 3 0,-3 1 0,-3 2 0,-1 2 0,-3 1 0,-3 2 0,-2 1 0,-3 2 0,-2 1 0,-3 1 0,-3 1 0,-2 1 0,-4 0 0,-2 2 0,-3 0 0,-2 0 0,-4 1 0,-3 0 0,-2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20.9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2276 24575,'-2'-23'0,"1"20"0,1 0 0,0 1 0,-1-1 0,1 0 0,0 0 0,0 0 0,1 0 0,-1 0 0,0 0 0,1 1 0,0-1 0,0 0 0,1-3 0,24-49 0,2 0 0,2 2 0,3 1 0,45-55 0,175-177 0,212-181 0,-189 193 0,-219 215 0,402-372 0,-457 428 0,-1 0 0,0 0 0,0 0 0,0-1 0,0 1 0,0 0 0,0 0 0,0-1 0,-1 1 0,1-1 0,0 1 0,-1-1 0,1 1 0,-1-1 0,1 1 0,-1-1 0,0 1 0,0-1 0,1 1 0,-1-1 0,-1-3 0,1 1 0,-1 0 0,0 0 0,-1 0 0,1 0 0,-1 0 0,1 0 0,-1 0 0,-3-4 0,-5-6 0,-1 0 0,0 1 0,-13-13 0,10 14 0,0 0 0,-1 1 0,0 1 0,-1 0 0,0 1 0,-1 1 0,0 1 0,0 0 0,0 1 0,-27-6 0,5 4 0,-1 2 0,-1 1 0,-67 1 0,81 3 0,45-2 0,9-2 0,146-31 0,204-30 0,-373 65 0,0 1 0,0-1 0,1 1 0,-1 0 0,0 1 0,0-1 0,0 1 0,0 0 0,6 1 0,-9-1 0,1 0 0,-1 0 0,0 0 0,0 0 0,0 0 0,0 0 0,0 1 0,0-1 0,0 0 0,0 0 0,0 1 0,0-1 0,-1 1 0,1-1 0,-1 1 0,1-1 0,-1 1 0,1-1 0,-1 1 0,0-1 0,0 1 0,0 0 0,0-1 0,0 1 0,0-1 0,0 1 0,-1 1 0,-4 28 0,-1 0 0,-1-1 0,-2 0 0,-23 54 0,15-41 0,-81 197 0,-32 84 0,106-253 0,4 0 0,-20 122 0,39-188-105,0 0 0,1 0 0,-1 0 0,1 1 0,0-1 0,1 0 0,0 0 0,-1 1 0,1-1 0,1 0 0,-1 0 0,3 5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29.0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746 1 24575,'0'0'0,"-5"15"0,-106 285 0,-162 306 0,252-562 0,-100 194 0,81-167 0,-62 83 0,102-153 0,0-1 0,-1 1 0,1-1 0,-1 1 0,1-1 0,-1 1 0,1-1 0,-1 0 0,1 1 0,-1-1 0,1 0 0,-1 1 0,1-1 0,-1 0 0,0 0 0,1 1 0,-1-1 0,1 0 0,-1 0 0,0 0 0,1 0 0,-1 0 0,1 0 0,-1 0 0,0 0 0,1 0 0,-1 0 0,0 0 0,1-1 0,-1 1 0,1 0 0,-1 0 0,0 0 0,1-1 0,-1 1 0,1 0 0,-1-1 0,1 1 0,-1-1 0,1 1 0,-1 0 0,1-1 0,0 1 0,-1-1 0,1 1 0,0-1 0,-1 0 0,1 1 0,0-1 0,0 1 0,-1-1 0,1 1 0,0-2 0,-18-41 0,10 10 0,1 0 0,1 0 0,2 0 0,0-60 0,7 18 0,13-79 0,-15 142 0,1-3 0,0 1 0,1 0 0,7-22 0,-9 36 0,-1 0 0,0 0 0,1 0 0,-1-1 0,0 1 0,1 0 0,-1 0 0,0 0 0,1 0 0,-1 0 0,1 0 0,-1-1 0,0 1 0,1 0 0,-1 0 0,1 0 0,-1 0 0,0 1 0,1-1 0,-1 0 0,1 0 0,-1 0 0,0 0 0,1 0 0,-1 0 0,0 1 0,1-1 0,-1 0 0,0 0 0,1 0 0,-1 1 0,0-1 0,1 0 0,-1 1 0,0-1 0,0 0 0,1 1 0,-1-1 0,0 1 0,16 14 0,4 9 0,-1 0 0,-1 2 0,-1 0 0,23 50 0,41 122 0,-74-180 0,54 154-21,77 183-1323,-106-294-5482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29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44 24575,'0'-1'0,"0"0"0,0 1 0,0-1 0,0 0 0,0 0 0,-1 1 0,1-1 0,0 0 0,1 0 0,-1 1 0,0-1 0,0 0 0,0 0 0,0 1 0,1-1 0,-1 0 0,0 0 0,1 1 0,-1-1 0,0 0 0,1 1 0,-1-1 0,1 1 0,-1-1 0,1 0 0,0 0 0,14-15 0,-13 15 0,0 0 0,0 0 0,0 0 0,0 0 0,0 1 0,0-1 0,0 1 0,0-1 0,0 1 0,1 0 0,-1-1 0,0 1 0,0 0 0,1 1 0,-1-1 0,0 0 0,0 1 0,0-1 0,1 1 0,-1-1 0,0 1 0,0 0 0,0 0 0,0 0 0,0 0 0,-1 1 0,1-1 0,0 0 0,0 1 0,-1-1 0,2 3 0,5 2 0,-1 2 0,0-1 0,-1 1 0,0 0 0,9 15 0,-6-4 0,-1 0 0,-1 1 0,-1-1 0,-1 2 0,0-1 0,-2 0 0,0 1 0,-1 0 0,-1 0 0,-1-1 0,-1 1 0,-4 23 0,-4 13 0,-2 0 0,-3-1 0,-24 60 0,31-92 0,4-14 0,0-1 0,-1 1 0,0-1 0,0 0 0,-11 17 0,18-29 0,0 1 0,0-1 0,1 0 0,-1 1 0,1 0 0,5-3 0,8-5 0,34-23-117,196-132-1131,-189 124-5578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29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24575,'20'130'0,"16"152"0,-40 110-462,0-328-441,3-20-5923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0.4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40 24575,'0'0'0,"0"0"0,0 0 0,3 10 0,81 270 0,-62-221 0,2-1 0,53 89 0,-71-137 0,0 1 0,1-2 0,1 1 0,15 15 0,-21-23 0,0 0 0,0 0 0,0 0 0,1-1 0,-1 1 0,0-1 0,1 0 0,0 1 0,-1-1 0,1 0 0,-1-1 0,1 1 0,0 0 0,0-1 0,-1 0 0,1 1 0,0-1 0,0 0 0,0 0 0,-1-1 0,1 1 0,0-1 0,0 1 0,-1-1 0,1 0 0,3-1 0,2-3 0,-1 0 0,1 0 0,-1-1 0,0 0 0,0 0 0,-1 0 0,0-1 0,0 0 0,-1-1 0,0 1 0,0-1 0,4-9 0,9-18 0,17-51 0,-35 85 0,18-49 0,-2 0 0,-2-1 0,-3 0 0,-1-1 0,-4-1 0,2-71 0,-9 108-1365,0 6-5461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0.6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1 0,0 0 0,2 7 0,2 10 0,3 14 0,4 17 0,2 13 0,1 8 0,2 3 0,0-1 0,2-3 0,1-3 0,-3-13-8191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1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476 0 24575,'0'0'0,"8"8"0,-6 6 0,0 0 0,0 0 0,-1 0 0,-1 1 0,0-1 0,-1 0 0,-1 0 0,-5 22 0,2-5 0,-9 62 0,-5 0 0,-4-1 0,-4-2 0,-3 0 0,-5-2 0,-54 99 0,82-174 0,-36 57 0,39-65 0,0 1 0,-1-1 0,1 0 0,-1 0 0,0-1 0,0 1 0,-1-1 0,1 0 0,-10 4 0,13-7 0,0 0 0,-1 0 0,1-1 0,-1 1 0,1-1 0,-1 0 0,1 1 0,-1-1 0,1 0 0,-1 0 0,1-1 0,-1 1 0,0-1 0,1 1 0,0-1 0,-1 0 0,1 0 0,-1 0 0,1 0 0,0 0 0,0 0 0,0-1 0,-1 1 0,1-1 0,1 1 0,-1-1 0,0 0 0,0 0 0,1 0 0,-1 0 0,1 0 0,-1 0 0,-1-4 0,-3-5 0,0-1 0,0 1 0,1-1 0,1 0 0,-4-17 0,1 0 0,2 0 0,2 1 0,0-1 0,2-1 0,1 1 0,1 0 0,1 0 0,2 0 0,1 0 0,2 1 0,14-41 0,-19 63 0,0 0 0,1 0 0,0 0 0,0 1 0,1-1 0,0 1 0,0 0 0,0 0 0,0 0 0,1 1 0,0-1 0,7-5 0,-8 8 0,1 0 0,-1 0 0,0 1 0,0-1 0,1 1 0,-1 0 0,1 0 0,-1 0 0,1 0 0,-1 1 0,1 0 0,-1 0 0,1 0 0,-1 1 0,1 0 0,-1-1 0,1 1 0,5 3 0,6 2 0,-1 1 0,0 0 0,0 1 0,0 1 0,-1 0 0,-1 1 0,0 1 0,22 21 0,2 8 0,43 62 0,25 50-62,35 46 227,-117-170-459,2 0 1,1-1-1,1-2 1,45 33-1,-11-17-6532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1.8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43 24575,'0'-3'0,"0"1"0,0-1 0,0 1 0,0-1 0,1 1 0,-1-1 0,1 1 0,0 0 0,-1-1 0,1 1 0,0 0 0,2-4 0,-2 6 0,0-1 0,0 0 0,0 1 0,0-1 0,-1 0 0,1 1 0,0-1 0,1 1 0,-1-1 0,0 1 0,0 0 0,0 0 0,0-1 0,0 1 0,0 0 0,0 0 0,0 0 0,1 0 0,-1 0 0,0 0 0,0 0 0,0 1 0,0-1 0,0 0 0,0 1 0,0-1 0,0 1 0,0-1 0,0 1 0,2 0 0,3 3 0,0 0 0,-1 0 0,1 0 0,-1 0 0,0 1 0,0 0 0,-1 0 0,0 0 0,1 1 0,-2-1 0,1 1 0,-1 0 0,4 8 0,2 7 0,0 0 0,8 38 0,-9-27 0,-3 1 0,0-1 0,-2 1 0,-1 0 0,-2 0 0,-1 0 0,-2-1 0,-1 1 0,-2-1 0,-1 0 0,-1 0 0,-2 0 0,-21 46 0,31-78 0,0 1 0,0-1 0,-1 1 0,1 0 0,0-1 0,0 1 0,0-1 0,0 1 0,0-1 0,0 1 0,0 0 0,0-1 0,0 1 0,0-1 0,0 1 0,0 0 0,0-1 0,0 1 0,0-1 0,1 1 0,-1-1 0,0 1 0,0-1 0,1 1 0,-1-1 0,0 1 0,1-1 0,-1 1 0,1-1 0,-1 1 0,0-1 0,1 0 0,-1 1 0,1-1 0,-1 0 0,1 1 0,-1-1 0,1 0 0,0 0 0,-1 0 0,1 1 0,-1-1 0,1 0 0,-1 0 0,1 0 0,0 0 0,-1 0 0,1 0 0,0 0 0,37 0 0,-34 0 0,41-4 0,0-2 0,82-22 0,82-40 0,-63 12-1365,-87 30-5461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2.3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1 24575,'0'0'0,"24"3"0,-9 0 0,4 0 0,0 0 0,32 12 0,-46-14 0,-1 1 0,1 0 0,-1 0 0,0 0 0,0 1 0,0 0 0,0-1 0,0 1 0,-1 1 0,1-1 0,-1 0 0,0 1 0,0 0 0,0-1 0,0 1 0,3 8 0,-1 1 0,-1 1 0,-1 0 0,0 0 0,0 1 0,-2-1 0,0 1 0,0-1 0,-2 16 0,-19 122 0,19-149 0,-104 440 0,-32-6 0,125-400 0,2-4 0,7-23 0,0 1 0,0-1 0,-1 0 0,-9 18 0,46-41 0,336-165-1365,-342 163-5461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2.7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1 375 24575,'2'3'0,"-1"0"0,1-1 0,-1 1 0,0 0 0,0 0 0,0 0 0,0 0 0,0 0 0,0 3 0,3 11 0,19 54 0,27 75 0,-40-121 0,1 0 0,1-2 0,25 38 0,-33-55 0,1 0 0,0 0 0,0-1 0,0 0 0,0 0 0,1 0 0,0 0 0,0-1 0,0 0 0,11 5 0,-13-7 0,1-1 0,-1 0 0,1 0 0,-1 0 0,1 0 0,-1-1 0,1 1 0,-1-1 0,1-1 0,-1 1 0,1 0 0,-1-1 0,1 0 0,-1 0 0,1-1 0,-1 1 0,0-1 0,6-3 0,4-3 0,-1 0 0,-1-1 0,1 0 0,-2-1 0,1 0 0,-1-1 0,18-24 0,-1-4 0,29-54 0,-17 20 0,-3-2 0,-4-2 0,-3-1 0,-3-1 0,16-85 0,-41 153-99,-1 8-7,0 0 1,0 0-1,0 1 1,0-1-1,-1 0 1,0 0-1,0-1 1,1 1-1,-2 0 1,1 0-1,-1-4 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3.1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 24575,'0'0'0,"6"0"0,17-2 0,0 1 0,0 1 0,-1 1 0,1 1 0,0 1 0,0 1 0,37 11 0,-51-12 0,-1 1 0,1-1 0,-1 1 0,0 1 0,0 0 0,-1 0 0,1 0 0,-1 1 0,0 0 0,0 0 0,-1 1 0,0 0 0,0 0 0,-1 0 0,1 1 0,-2 0 0,1 0 0,-1 0 0,0 0 0,-1 1 0,0 0 0,2 9 0,-2 0 0,-1 1 0,-1-1 0,-1 0 0,0 1 0,-2-1 0,0 1 0,0-1 0,-2 0 0,-1 0 0,-7 21 0,-3 0 0,-1-2 0,-1 0 0,-36 55 0,52-92 0,1 1 0,-1 0 0,1 0 0,-1-1 0,1 1 0,0 0 0,-1 0 0,1 0 0,0 0 0,-1 0 0,1-1 0,0 1 0,0 0 0,0 0 0,0 0 0,0 0 0,0 0 0,0 0 0,0 0 0,0-1 0,1 1 0,-1 0 0,0 0 0,0 0 0,1 0 0,-1 0 0,1-1 0,-1 1 0,0 0 0,1 0 0,0-1 0,-1 1 0,1 0 0,-1-1 0,1 1 0,0 0 0,-1-1 0,1 1 0,0-1 0,0 0 0,1 2 0,4 1 0,1-1 0,-1 1 0,1-1 0,10 2 0,-13-3 0,23 3-455,0 0 0,41 0 0,2-4-6371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3.5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792 1 24575,'0'4'0,"0"-1"0,-1 1 0,0 0 0,0 0 0,0-1 0,0 1 0,-1-1 0,-1 4 0,-4 9 0,-27 66 0,-3-2 0,-4-2 0,-3-1 0,-3-3 0,-78 94 0,104-143 0,0-1 0,-1 0 0,-2-2 0,0-1 0,-32 22 0,48-38 0,0 0 0,0-1 0,0 0 0,-1-1 0,0 1 0,0-2 0,0 1 0,0-1 0,-16 1 0,18-3 0,1 0 0,0 0 0,-1-1 0,1 0 0,0-1 0,-1 1 0,1-1 0,0 0 0,0-1 0,1 1 0,-1-1 0,0 0 0,1-1 0,0 1 0,-9-8 0,7 3 0,0 1 0,0-1 0,1 0 0,0-1 0,1 0 0,0 0 0,0 0 0,0 0 0,2-1 0,-1 0 0,1 1 0,0-2 0,1 1 0,0 0 0,1 0 0,0 0 0,1-1 0,0 1 0,2-16 0,-1 16 0,0 0 0,1-1 0,0 1 0,0 0 0,1 0 0,1 1 0,0-1 0,0 1 0,0-1 0,1 1 0,1 1 0,0-1 0,0 1 0,0 0 0,1 0 0,1 1 0,-1-1 0,1 2 0,14-10 0,-17 13 0,1 0 0,-1 1 0,1-1 0,0 1 0,0 1 0,0-1 0,0 1 0,0 0 0,0 0 0,0 1 0,0 0 0,1 0 0,6 1 0,-3 1 0,0 0 0,0 1 0,0 0 0,0 1 0,0 0 0,0 0 0,9 7 0,7 6 0,-2 1 0,0 1 0,-1 1 0,28 31 0,11 21-455,-2 4 0,65 109 0,-76-107-6371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4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67 24575,'2'-3'0,"-1"0"0,1 1 0,0-1 0,-1 1 0,2-1 0,-1 1 0,0-1 0,0 1 0,1 0 0,4-3 0,-3 2 0,-1-1 0,1 1 0,0 0 0,0 0 0,0 0 0,0 1 0,0 0 0,1-1 0,-1 1 0,1 1 0,-1-1 0,1 1 0,0 0 0,-1 0 0,1 0 0,0 0 0,0 1 0,0 0 0,-1 0 0,1 0 0,0 1 0,0 0 0,0 0 0,-1 0 0,1 0 0,0 1 0,-1-1 0,1 1 0,-1 0 0,0 1 0,0-1 0,0 1 0,0 0 0,0 0 0,0 0 0,-1 0 0,1 1 0,-1 0 0,0-1 0,0 1 0,-1 0 0,1 0 0,-1 1 0,0-1 0,0 1 0,2 5 0,1 5 0,-1 1 0,-1 0 0,-1 0 0,0 1 0,-1-1 0,0 0 0,-1 1 0,-1-1 0,-1 0 0,-7 31 0,-3-1 0,-2 1 0,-27 61 0,30-81 0,0-1 0,-2 0 0,-1-1 0,-33 45 0,47-66 0,8-4 0,15-4 0,-21 4 0,95-28-682,115-48-1,-119 40-6143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4.3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 24575,'0'0'0,"0"0"0,35-3 0,-26 2 0,-1 1 0,0-1 0,1 1 0,-1 1 0,13 2 0,-13-2 0,-1 1 0,0 0 0,0 1 0,1 0 0,-2 0 0,1 0 0,0 1 0,-1 0 0,0 0 0,0 1 0,0 0 0,0 0 0,-1 0 0,0 1 0,0-1 0,0 1 0,-1 1 0,0-1 0,0 1 0,0-1 0,-1 1 0,3 9 0,1 8 0,-1 0 0,-1 0 0,-1 0 0,-1 1 0,-1 39 0,-2-52 0,0 1 0,1 0 0,1-1 0,0 1 0,1-1 0,0 1 0,1-1 0,0 0 0,1 0 0,0-1 0,1 1 0,0-1 0,1 0 0,0-1 0,1 0 0,15 16 0,17 10 0,-26-25 0,-1 1 0,0 0 0,-1 1 0,14 19 0,-23-29 0,-1 0 0,0 1 0,0-1 0,0 1 0,-1 0 0,1 0 0,-1-1 0,0 1 0,0 0 0,0 0 0,-1 0 0,1 0 0,-1 0 0,0 0 0,0 0 0,0 0 0,-1 0 0,1 0 0,-1 0 0,0 0 0,0 0 0,-1 0 0,-2 7 0,-4 0 10,1 0 0,-1 0 0,-1-1 0,0 0 0,0 0 0,-1-1 0,0 0 0,-1-1 0,0 0 0,0-1 0,-13 6 0,-18 9-753,-78 27 1,61-28-6084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4.7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24575,'2'12'0,"51"320"0,-9-49 0,-41-270 0,-2-4 0,0 1 0,1-1 0,1 0 0,-1 1 0,2-1 0,-1 0 0,6 9 0,-9-17 0,1 0 0,0 0 0,-1 0 0,1 0 0,0 0 0,-1-1 0,1 1 0,0 0 0,0 0 0,0-1 0,-1 1 0,1-1 0,0 1 0,0 0 0,0-1 0,0 0 0,0 1 0,0-1 0,0 0 0,0 1 0,1-1 0,-1 0 0,0 0 0,0 0 0,0 0 0,0 0 0,2 0 0,0-1 0,-1 0 0,1 0 0,0-1 0,0 1 0,-1-1 0,1 0 0,-1 1 0,1-1 0,-1 0 0,3-3 0,10-10 0,-1-2 0,0 0 0,-2 0 0,13-21 0,38-81 0,-48 89 0,78-167 120,-74 152-615,-2-1 0,16-71 0,-30 98-6331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5.1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30 24575,'37'-14'0,"-24"10"0,0 1 0,1 0 0,-1 1 0,1 0 0,-1 1 0,1 1 0,-1 0 0,1 1 0,0 1 0,-1 0 0,1 0 0,-1 1 0,0 1 0,14 6 0,-19-6 0,0 0 0,0 0 0,-1 0 0,0 1 0,1 0 0,-2 1 0,1-1 0,-1 1 0,0 1 0,0-1 0,0 1 0,-1 0 0,0 0 0,-1 1 0,0-1 0,0 1 0,0 0 0,-1 0 0,0 1 0,-1-1 0,0 0 0,0 1 0,0 10 0,-1-5 0,0 0 0,-1 0 0,-1 0 0,-1-1 0,-6 27 0,-26 63 0,3-14 0,29-81 0,1-1 0,0 0 0,0 1 0,0-1 0,1 1 0,1-1 0,-1 0 0,1 1 0,3 11 0,2 6 0,16 35 0,-13-39 0,10 43 0,-17-53 0,0 1 0,-1-1 0,0 1 0,-1 0 0,0-1 0,-1 1 0,-1-1 0,0 1 0,0-1 0,-1 1 0,0-1 0,-1 0 0,0-1 0,-1 1 0,-1-1 0,1 1 0,-1-2 0,-11 14 0,3-6 0,-2-1 0,1-1 0,-2 0 0,0-1 0,-1-1 0,0-1 0,-1 0 0,-38 16 0,-59 16-1365,2-12-5461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5.6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1 119 24575,'19'-6'0,"343"-95"-1365,-316 90-5461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5.8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 0 24575,'0'0'0,"0"1"0,0 4 0,-1 13 0,-2 24 0,-3 26 0,-2 21 0,-2 14 0,0 8 0,0 1 0,2-18-8191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6.5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1 137 24575,'0'0'0,"0"0"0,0 0 0,0 0 0,1-2 0,9-3 0,13-4 0,13-6 0,12-3 0,9-2 0,6 0 0,3 2 0,-1 1 0,-12 4-8191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36.8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0 24575,'0'0'0,"0"0"0,0 0 0,0 2 0,-2 8 0,-3 18 0,-6 25 0,-4 26 0,-3 22 0,1 12 0,5 13 0,4-15-8191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40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59 24575,'0'0'0,"0"0"0,32 5 0,29 0 0,1-3 0,83-8 0,126-25 0,-188 19 0,75-10 0,-149 26-1365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41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68 24575,'-3'-5'0,"1"-8"0,2 12 0,1 0 0,-1 1 0,1-1 0,0 0 0,-1 1 0,1-1 0,0 0 0,-1 1 0,1-1 0,0 1 0,0 0 0,0-1 0,0 1 0,-1 0 0,1-1 0,0 1 0,2 0 0,41-10 0,0 2 0,1 2 0,65-1 0,-65 5 0,573-6-1365,-573 12-5461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42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7 227 24575,'-6'-26'0,"6"24"0,1 0 0,0 0 0,0 0 0,1 1 0,-1-1 0,0 0 0,0 1 0,1-1 0,-1 1 0,1 0 0,-1-1 0,1 1 0,0 0 0,-1 0 0,1 0 0,2-1 0,36-15 0,-31 14 0,54-17 0,0 2 0,90-12 0,134-4 0,-278 33 0,1121-50 0,-1128 51 0,-1 0 0,0 0 0,1 0 0,-1 0 0,0 0 0,1 0 0,-1 0 0,0 1 0,0-1 0,1 1 0,-1-1 0,0 1 0,0-1 0,0 1 0,0 0 0,1-1 0,-1 1 0,0 0 0,0 0 0,-1 0 0,1 0 0,0 0 0,0 0 0,0 0 0,-1 0 0,1 0 0,0 0 0,-1 0 0,1 1 0,-1-1 0,1 0 0,-1 0 0,1 2 0,-1-3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46.55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880 1 24575,'0'0'0,"-14"2"0,-50 23 0,1 3 0,1 3 0,2 2 0,1 3 0,2 2 0,-66 58 0,87-66 0,2 3 0,1 0 0,2 2 0,1 1 0,2 2 0,-37 64 0,50-73 0,1 1 0,1 1 0,2 0 0,0 1 0,3-1 0,1 2 0,1-1 0,1 1 0,2 0 0,2 38 0,3-31 0,2 1 0,1-1 0,3 0 0,24 76 0,-22-87 0,2-1 0,0 0 0,2-1 0,2-1 0,0 0 0,1-1 0,26 29 0,-39-50 0,-2-1 0,-1-1 0,1 0 0,0 0 0,0 0 0,0 0 0,0 0 0,0 0 0,0-1 0,0 1 0,1-1 0,-1 0 0,1 1 0,4 1 0,-7-6 0,0 0 0,0 1 0,0-1 0,0 0 0,-1 1 0,1-1 0,-1 1 0,0-1 0,-1-3 0,-7-17 0,-2 1 0,0 0 0,-1 1 0,-2 0 0,0 1 0,0 1 0,-2 0 0,-1 1 0,0 1 0,-1 0 0,-1 2 0,-38-26 0,56 41 0,0-1 0,1 1 0,-1-1 0,0 1 0,0-1 0,0 1 0,0-1 0,0 1 0,0 0 0,0 0 0,0-1 0,0 1 0,0 0 0,0 0 0,0 0 0,-2 0 0,3 1 0,-1-1 0,1 0 0,0 0 0,-1 1 0,1-1 0,0 0 0,0 0 0,0 1 0,-1-1 0,1 0 0,0 1 0,0-1 0,0 1 0,-1-1 0,1 0 0,0 1 0,0-1 0,0 0 0,0 1 0,0-1 0,0 1 0,0-1 0,0 0 0,0 1 0,0-1 0,0 0 0,0 1 0,1 0 0,-1 2 0,1 1 0,1-1 0,-1 1 0,0-1 0,1 1 0,0-1 0,4 6 0,4 2 0,0 0 0,0-1 0,2 0 0,-1-1 0,1 0 0,0-1 0,1-1 0,0 0 0,0 0 0,1-1 0,17 5 0,-3-2 0,1-2 0,0-1 0,0-1 0,48 2 0,-51-6 30,0-2 0,0 0 0,39-8 0,-52 6-195,1 0 0,-1-1 0,0-1 0,0 0 0,-1-1 0,1 0 0,-1-1 0,14-11 0,-13 8-6661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47.23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49 1 24575,'0'0'0,"-2"11"0,-40 267 0,39-235 0,2 0 0,1-1 0,3 1 0,12 66 0,-15-103 0,2 0 0,-1 0 0,1 0 0,0-1 0,0 1 0,0-1 0,1 1 0,6 9 0,-8-14 0,0 0 0,0-1 0,0 1 0,0 0 0,0 0 0,0-1 0,0 1 0,0 0 0,0-1 0,0 1 0,0-1 0,0 0 0,0 1 0,0-1 0,1 0 0,-1 1 0,0-1 0,2 0 0,0-1 0,0 1 0,-1-1 0,1 0 0,-1 1 0,1-1 0,-1 0 0,0 0 0,1-1 0,-1 1 0,0-1 0,4-2 0,5-6 0,0-1 0,0 1 0,-1-2 0,0 1 0,-1-1 0,-1-1 0,0 0 0,-1 0 0,0 0 0,-1-1 0,0 0 0,7-30 0,-9 59 0,0 0 0,1-1 0,1 0 0,0 0 0,1 0 0,9 13 0,-13-23 0,0 1 0,0-1 0,1 1 0,-1-1 0,1 0 0,0-1 0,0 1 0,0-1 0,1 0 0,-1 0 0,1 0 0,-1 0 0,1-1 0,0 0 0,0 0 0,0 0 0,1 0 0,-1-1 0,0 0 0,1 0 0,-1-1 0,0 1 0,1-1 0,-1 0 0,1-1 0,-1 1 0,0-1 0,1 0 0,-1 0 0,0-1 0,0 0 0,0 0 0,0 0 0,0 0 0,0-1 0,-1 0 0,9-6 0,3-3 14,-1-1-1,0-1 0,0 0 0,-2-2 1,0 1-1,0-1 0,-2-1 1,15-26-1,-14 20-225,-1-1 0,-1 0 0,-1 0-1,-1-1 1,-1 0 0,4-32 0,-9 44-6614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47.52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85 1 24575,'-2'23'0,"-31"319"0,-16 243 0,48-508-1365,2-52-5461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48.94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881 1 24575,'0'0'0,"0"0"0,0 0 0,-4 2 0,-53 28 0,1 3 0,-76 57 0,102-65 0,1 1 0,1 1 0,2 1 0,1 1 0,-33 49 0,30-31 0,2 1 0,2 1 0,3 2 0,1 0 0,3 1 0,-20 104 0,24-74 0,3 0 0,4 1 0,10 159 0,-2-216 0,-2-1 0,2 1 0,2-1 0,0 0 0,1 0 0,11 31 0,-22-69 0,-2 1 0,1-1 0,-1 2 0,-1-1 0,-1 1 0,1 0 0,-1 1 0,-1 0 0,-13-9 0,20 15 0,-1 1 0,0 0 0,0 0 0,0 1 0,0 0 0,0 0 0,-1 0 0,1 0 0,-1 1 0,1 0 0,-1 0 0,-6 0 0,8 1 0,0 0 0,0 1 0,0 0 0,0 0 0,0 0 0,0 0 0,1 1 0,-1-1 0,0 1 0,1 0 0,-1 0 0,1 0 0,0 1 0,0-1 0,0 1 0,0 0 0,0 0 0,0 0 0,-3 5 0,4-5 0,0 0 0,-1 0 0,1 0 0,0 0 0,1 0 0,-1 1 0,0-1 0,1 1 0,0-1 0,0 1 0,0-1 0,0 1 0,1 0 0,-1 0 0,1-1 0,0 1 0,0 0 0,0 0 0,1-1 0,-1 1 0,1 0 0,0-1 0,0 1 0,0-1 0,1 1 0,2 4 0,-1-3 0,1 0 0,-1-1 0,1 1 0,0-1 0,0 0 0,1 0 0,-1-1 0,1 1 0,0-1 0,0 0 0,0-1 0,0 1 0,1-1 0,-1 0 0,1 0 0,8 2 0,3-1 0,-1-2 0,0 1 0,0-2 0,1 0 0,-1-1 0,0 0 0,0-2 0,0 0 0,0 0 0,23-10 0,-19 6 0,0-1 0,-1-2 0,0 0 0,0 0 0,-1-2 0,-1 0 0,26-24 0,-24 15-1365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49.50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4 24575,'0'-2'0,"0"0"0,0 8 0,0 45 0,2-1 0,2 1 0,3-1 0,2 0 0,28 92 0,-35-138 0,-1 1 0,1 0 0,0-1 0,1 1 0,-1-1 0,1 0 0,0 1 0,5 4 0,-7-8 0,0 0 0,0 0 0,1 0 0,-1-1 0,1 1 0,-1 0 0,0-1 0,1 1 0,-1-1 0,1 1 0,0-1 0,-1 0 0,1 1 0,-1-1 0,1 0 0,-1 0 0,1 0 0,0-1 0,-1 1 0,1 0 0,-1 0 0,1-1 0,-1 1 0,1-1 0,-1 0 0,1 1 0,-1-1 0,0 0 0,1 0 0,1-1 0,7-5 0,0-1 0,-1 0 0,1 0 0,-2-1 0,1 0 0,-1-1 0,-1 0 0,13-20 0,-11 14 0,-1 1 0,-1-1 0,0-1 0,-1 1 0,7-31 0,-8 24 0,2 33 0,2 10 0,13 23 0,0 1 0,1-1 0,2-1 0,33 41 0,-57-81 0,1 0 0,0 0 0,0 0 0,0 0 0,0-1 0,0 1 0,0-1 0,0 1 0,0-1 0,1 0 0,-1 0 0,1 0 0,-1 0 0,1 0 0,-1 0 0,1-1 0,-1 1 0,1-1 0,-1 0 0,1 0 0,0 0 0,-1 0 0,1 0 0,-1-1 0,1 1 0,-1-1 0,1 1 0,-1-1 0,1 0 0,-1 0 0,1 0 0,-1-1 0,0 1 0,0 0 0,1-1 0,-1 1 0,3-4 0,6-5 0,0 0 0,-1-1 0,0 0 0,-1-1 0,11-16 0,-1-4-273,-1 0 0,-1-2 0,-2 0 0,21-70 0,-28 73-6553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49.86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 24575,'25'0'0,"1"1"0,29 5 0,-44-4 0,0 1 0,0 0 0,-1 0 0,1 1 0,-1 1 0,0 0 0,14 9 0,-15-8 0,0 1 0,0-1 0,-1 2 0,0-1 0,0 1 0,-1 0 0,0 1 0,0 0 0,-1 0 0,0 0 0,-1 1 0,0 0 0,0 0 0,-1 0 0,0 0 0,-1 1 0,0 0 0,-1 0 0,0-1 0,-1 1 0,0 0 0,-1 0 0,0 0 0,-1 0 0,0 0 0,0 0 0,-1 0 0,-1 0 0,0 0 0,0-1 0,-1 0 0,-9 17 0,-10 15 0,23-41 0,-1-1 0,1 0 0,0 1 0,0-1 0,0 0 0,0 0 0,0 1 0,0-1 0,0 0 0,0 1 0,0-1 0,0 0 0,0 0 0,0 1 0,0-1 0,0 0 0,0 1 0,0-1 0,0 0 0,0 0 0,0 1 0,0-1 0,1 0 0,-1 0 0,0 1 0,0-1 0,0 0 0,0 0 0,1 1 0,-1-1 0,0 0 0,0 0 0,1 0 0,-1 1 0,0-1 0,0 0 0,1 0 0,-1 0 0,0 0 0,0 0 0,1 0 0,-1 1 0,0-1 0,0 0 0,1 0 0,-1 0 0,0 0 0,1 0 0,-1 0 0,0 0 0,1 0 0,-1-1 0,22 3 0,-21-2 0,57-4-116,-1-3 0,-1-2 0,66-19 0,-77 17-785,34-8-5925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50.90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24575,'29'1'0,"0"0"0,0 2 0,0 1 0,0 1 0,-1 1 0,1 2 0,-2 1 0,37 17 0,-47-18 0,0 2 0,0 0 0,-1 1 0,-1 0 0,0 2 0,0 0 0,-1 0 0,-1 1 0,0 1 0,-1 0 0,0 1 0,-2 0 0,14 26 0,-12-14 0,-2 0 0,-1 1 0,-1 0 0,-1 0 0,-2 0 0,0 1 0,-3 0 0,0 0 0,-5 59 0,-5-15 0,-4-1 0,-38 133 0,11-88 0,-72 149 0,108-256 0,3-10 0,0 0 0,0-1 0,0 1 0,0 0 0,0-1 0,0 1 0,0-1 0,-1 1 0,1 0 0,0-1 0,0 1 0,0 0 0,-1-1 0,1 1 0,0-1 0,-1 1 0,1-1 0,0 1 0,-1-1 0,1 1 0,-1-1 0,1 1 0,0-1 0,-1 0 0,1 1 0,-1-1 0,0 1 0,1-1 0,-1 0 0,1 0 0,-1 1 0,1-1 0,-1 0 0,0 0 0,1 0 0,-1 0 0,1 0 0,-1 0 0,0 0 0,1 0 0,-1 0 0,0 0 0,1 0 0,-1 0 0,0 0 0,1 0 0,-1 0 0,1-1 0,-2 1 0,-9-6 0,0-1 0,0 0 0,0-1 0,1 0 0,0 0 0,0-1 0,-13-16 0,10 9 0,0 0 0,2-1 0,0 0 0,-11-23 0,65 78 0,-10 2 0,-17-20 0,1 0 0,1-1 0,34 27 0,-45-41 0,0 0 0,1 0 0,0-1 0,0 0 0,0-1 0,0 0 0,1 0 0,-1 0 0,1-1 0,0-1 0,0 1 0,0-1 0,-1-1 0,18-1 0,-5-1 14,0-2-1,0-1 0,0-1 0,0 0 1,-1-1-1,0-2 0,-1 0 1,36-23-1,-19 9-384,-2-3-1,-1 0 1,47-50 0,-69 64-6455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51.53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261 0 24575,'-158'317'0,"136"-263"0,2 1 0,2 1 0,-19 113 0,36-161 0,-1 1 0,1 0 0,0 1 0,0-1 0,1 0 0,2 14 0,-2-21 0,0-1 0,1 1 0,-1 0 0,1 0 0,0-1 0,-1 1 0,1-1 0,0 1 0,0-1 0,0 1 0,0-1 0,0 1 0,0-1 0,0 0 0,1 1 0,-1-1 0,0 0 0,1 0 0,-1 0 0,1 0 0,-1 0 0,1-1 0,0 1 0,-1 0 0,1-1 0,0 1 0,-1-1 0,1 1 0,0-1 0,0 0 0,-1 0 0,1 0 0,0 0 0,2 0 0,9-1 0,-1-1 0,1 0 0,0-1 0,-1 0 0,0-1 0,1-1 0,-2 1 0,16-10 0,-2 0 0,-1 0 0,39-33 0,-52 37 0,0-1 0,-1 0 0,0 0 0,13-20 0,-23 30 0,1 0 0,-1 0 0,1 1 0,0-1 0,0 0 0,-1 0 0,1 1 0,0-1 0,0 0 0,0 1 0,0-1 0,0 1 0,0-1 0,0 1 0,0 0 0,0-1 0,0 1 0,0 0 0,0 0 0,0-1 0,0 1 0,0 0 0,0 0 0,2 1 0,0-1 0,0 1 0,-1 0 0,1 0 0,0 0 0,-1 0 0,1 0 0,-1 1 0,1-1 0,2 3 0,4 4 0,1 0 0,-2 0 0,11 14 0,6 10 0,-17-20 0,1 0 0,0-1 0,21 19 0,-26-27 0,0 0 0,-1-1 0,1 1 0,1-1 0,-1 0 0,0 0 0,0 0 0,1-1 0,-1 0 0,1 0 0,-1 0 0,1 0 0,0 0 0,-1-1 0,1 0 0,7-1 0,-3 0 0,0-1 0,0-1 0,0 0 0,-1 0 0,1 0 0,-1-1 0,1-1 0,-1 1 0,-1-1 0,1-1 0,-1 0 0,0 0 0,0 0 0,0 0 0,10-16 0,2-2 0,-1-2 0,-2 0 0,20-41 0,-20 33-341,-2-1 0,-1 0-1,15-70 1,-25 87-6485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51.96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36 24575,'22'-12'0,"6"5"0,0 2 0,0 0 0,1 2 0,-1 1 0,0 1 0,56 5 0,-80-4 0,0 1 0,0-1 0,0 1 0,0-1 0,0 1 0,0 0 0,0 1 0,0-1 0,0 1 0,0 0 0,-1 0 0,1 0 0,0 0 0,-1 0 0,0 1 0,0 0 0,0-1 0,0 1 0,0 0 0,0 1 0,-1-1 0,0 0 0,1 1 0,-1 0 0,0-1 0,-1 1 0,1 0 0,-1 0 0,0 0 0,0 0 0,0 0 0,0 0 0,0 0 0,-1 8 0,-1 4 0,0 0 0,-1 0 0,-1-1 0,-1 1 0,0-1 0,-1 0 0,0 0 0,-1-1 0,-1 1 0,-11 16 0,0-1 0,-2-1 0,-1-1 0,-39 41 0,55-65 0,-26 24 0,31-28 0,0 0 0,-1 0 0,1 1 0,0-1 0,0 0 0,0 0 0,0 0 0,0 1 0,0-1 0,0 0 0,0 0 0,0 1 0,0-1 0,0 0 0,0 0 0,0 0 0,0 1 0,0-1 0,0 0 0,0 0 0,0 1 0,0-1 0,0 0 0,0 0 0,0 0 0,0 1 0,0-1 0,0 0 0,1 0 0,-1 0 0,0 1 0,0-1 0,0 0 0,0 0 0,1 0 0,-1 0 0,0 0 0,0 1 0,0-1 0,1 0 0,10 10 0,-9-9 0,56 42 0,45 39 0,-94-74 0,0 1 0,-1 0 0,0 1 0,0 0 0,-1 0 0,0 1 0,-1 0 0,6 13 0,-12-22 0,1-1 0,-1 0 0,1 1 0,-1-1 0,0 1 0,0-1 0,1 1 0,-1-1 0,0 1 0,0-1 0,-1 1 0,1-1 0,0 1 0,0-1 0,-1 1 0,1-1 0,-1 1 0,0-1 0,1 0 0,-1 1 0,0-1 0,1 0 0,-1 1 0,0-1 0,0 0 0,0 0 0,0 0 0,-1 0 0,1 0 0,0 0 0,0 0 0,0 0 0,-1-1 0,1 1 0,-1 0 0,1-1 0,0 1 0,-1-1 0,1 1 0,-2-1 0,-8 3 0,0 0 0,0-1 0,1 0 0,-17 0 0,-42-2-1365,-3-4-5461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57.12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59 24575,'0'0'0,"7"-2"0,18-6 0,28-6 0,32-1 0,30 3 0,22 5 0,13 6 0,-19 4-8191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57.57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70 24575,'0'0'0,"0"0"0,0 0 0,0 0 0,3 0 0,10-4 0,21-4 0,32-5 0,32-3 0,29 2 0,23 4 0,15 5 0,9 5 0,-25 2-8191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5:58.58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24347,'2014'14'0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02.41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1364 239 24575,'-16'-19'0,"-5"-5"0,0 1 0,-2 0 0,-1 2 0,-1 1 0,-41-27 0,49 38 0,0 0 0,0 1 0,-1 1 0,0 1 0,0 0 0,0 1 0,-1 1 0,0 1 0,1 1 0,-34 0 0,24 4 0,0 1 0,0 1 0,0 1 0,0 2 0,1 1 0,0 1 0,1 2 0,0 0 0,0 2 0,1 0 0,1 2 0,-39 31 0,20-11 0,3 2 0,1 1 0,1 2 0,3 2 0,-52 78 0,54-64 0,2 1 0,2 2 0,3 1 0,-22 76 0,20-34 0,-29 193 0,46-179 0,4-1 0,6 1 0,27 224 0,110 337 0,-99-533 0,75 185 0,-86-269 0,1-2 0,4-1 0,2-1 0,2-1 0,70 81 0,-59-85 0,2-1 0,3-3 0,1-2 0,2-3 0,2-1 0,85 44 0,-107-68 0,0-1 0,1-1 0,1-3 0,0 0 0,0-3 0,1-1 0,1-1 0,-1-2 0,1-2 0,0-2 0,0-1 0,0-2 0,44-7 0,-45 0 0,-1-1 0,0-2 0,0-1 0,-1-2 0,-1-1 0,0-2 0,-2-1 0,0-1 0,-1-2 0,44-41 0,-21 11 0,-3-1 0,-2-3 0,-3-2 0,57-92 0,-66 87 0,-4-1 0,-3-2 0,-2-2 0,-3 0 0,-4-1 0,-2-2 0,-3 0 0,8-95 0,-15 45 0,-5-1 0,-5 0 0,-6 1 0,-26-143 0,14 152 0,-6 1 0,-4 1 0,-5 2 0,-5 1 0,-4 2 0,-82-143 0,84 181 0,-3 2 0,-3 2 0,-3 2 0,-60-58 0,63 75 0,-3 2 0,-1 2 0,-2 2 0,-1 2 0,-84-39 0,62 40 40,-2 3 0,-102-26 0,119 42-411,0 4-1,-1 2 1,-105-3 0,41 16-6455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07.40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353 273 24575,'21'-12'0,"22"1"0,0 2 0,65-4 0,91 4 0,-150 7 0,324 1 0,267-17 0,-622 17 0,-13 1 0,0 0 0,1 0 0,-1-1 0,0 1 0,0-1 0,0-1 0,0 1 0,8-4 0,-40 4 0,-678 58 0,514-35 0,91-11 0,-353 27 0,439-38 0,9 1 0,1 0 0,0-1 0,0 0 0,-1 0 0,1-1 0,0 1 0,0-1 0,-1 0 0,1 0 0,-5-2 0,38-14 0,15 1 0,1 2 0,84-16 0,98 0 0,-189 25 0,659-39 0,128-17 0,-785 55 0,-12 3 0,1-1 0,-1-1 0,50-18 0,-76 20 0,-12 0 0,-61-6 0,1 3 0,-1 3 0,-74 7 0,87-2 0,-861 69 0,3 71 0,1010-160 0,118-21 0,885-70 0,-379 46 0,-689 61 0,-12 1 0,0-1 0,25-7 0,-60 8 0,-157 9 0,-604 64-402,-6 29-228,33-4 705,713-93 259,24-3 123,14-2-315,5-1-118,101-23-24,1 4 0,112-8 0,-116 17 0,1028-106 0,-404 47 0,-715 68 0,-32 1 0,-571 18 0,473-8 0,51-3 0,-779 73 0,818-72 0,23-4 0,13-4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33.14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0 242 24463,'1037'-242'0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2.47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2944 1831 24575,'-36'-53'0,"-45"-91"0,58 100 0,-22-40 0,-78-139 0,94 178 0,-1 1 0,-65-71 0,42 65 0,-1 2 0,-2 2 0,-3 3 0,-1 2 0,-2 3 0,-2 3 0,-76-31 0,17 17 0,-2 6 0,-1 5 0,-136-21 0,112 34 0,0 7 0,-2 7 0,0 6 0,-188 18 0,339-13 0,0 0 0,0 0 0,1 0 0,-1 0 0,0 0 0,1 0 0,-1 0 0,0 0 0,0 0 0,1 0 0,-1 0 0,0-1 0,1 1 0,-1 0 0,0 0 0,1-1 0,-1 1 0,1-1 0,-1 1 0,0 0 0,1-1 0,-1 1 0,1-1 0,-1 1 0,1-1 0,-1 0 0,1 1 0,-1-1 0,1-1 0,-1 0 0,1 0 0,-1 1 0,1-1 0,0 0 0,0 0 0,0 0 0,0 1 0,0-1 0,0 0 0,1-2 0,2-9 0,1 1 0,9-20 0,-10 24 0,20-48 0,2 2 0,3 1 0,2 2 0,2 0 0,54-64 0,-95 133 0,-15 20 0,-42 38 0,-3-3 0,-101 83 0,50-48 0,107-96 0,1 1 0,-1 0 0,2 0 0,0 2 0,1-1 0,0 1 0,1 1 0,-8 20 0,13-26 0,1 0 0,0-1 0,1 1 0,0 0 0,1 1 0,0-1 0,0 0 0,1 0 0,0 0 0,1 1 0,0-1 0,1 0 0,0 0 0,1 0 0,6 17 0,0-9 0,1 1 0,0-2 0,2 1 0,0-2 0,0 1 0,2-2 0,0 0 0,1 0 0,0-1 0,1-1 0,1-1 0,34 20 0,-9-9 0,1-2 0,0-2 0,2-2 0,70 17 0,-59-21-1365,-9-3-5461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3.41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583 151 24575,'-18'-21'0,"8"13"0,-15-22 0,15 17 0,-1 0 0,0 1 0,-20-17 0,27 26 0,0 0 0,0 0 0,0 1 0,-1 0 0,1 0 0,-1 0 0,1 0 0,-1 1 0,1-1 0,-1 1 0,0 0 0,0 1 0,0-1 0,0 1 0,1 0 0,-10 1 0,-1 2 0,0 1 0,0 1 0,0 0 0,1 1 0,0 0 0,0 2 0,0-1 0,1 1 0,0 1 0,1 1 0,0 0 0,-13 13 0,4-1 0,1 0 0,0 2 0,2 0 0,1 2 0,-18 35 0,25-42 0,1 1 0,0 1 0,2-1 0,1 1 0,0 1 0,2-1 0,-3 30 0,6-44 0,1 1 0,0-1 0,1 0 0,0 1 0,0-1 0,0 0 0,1 0 0,0 0 0,1 0 0,0 0 0,3 7 0,-3-10 0,0 1 0,1-1 0,-1 0 0,1 1 0,0-2 0,0 1 0,0 0 0,1-1 0,-1 0 0,1 0 0,0 0 0,0 0 0,0-1 0,0 0 0,0 0 0,8 1 0,0 0 0,1-1 0,0 0 0,0-1 0,0-1 0,-1 0 0,1-1 0,0 0 0,0-2 0,-1 1 0,1-1 0,-1-1 0,0-1 0,0 0 0,0 0 0,-1-1 0,19-12 0,-7 2 0,0-1 0,-1 0 0,-1-2 0,-1-1 0,-1 0 0,-1-2 0,17-23 0,-13 12 0,-1-1 0,17-38 0,-29 52 0,-2-1 0,0 0 0,-1 0 0,-1 0 0,4-29 0,-25 113 0,-75 377 0,-27 153 0,113-571 0,-14 117 0,18-125 0,-1 0 0,2 0 0,0 0 0,0 0 0,1-1 0,1 1 0,7 21 0,-9-32 0,0 1 0,1-1 0,-1 0 0,1 0 0,0 0 0,0-1 0,0 1 0,0 0 0,0-1 0,1 1 0,-1-1 0,1 0 0,-1 0 0,1 0 0,0 0 0,0 0 0,0 0 0,0-1 0,4 2 0,-2-2 0,1 0 0,-1 0 0,0-1 0,0 1 0,1-1 0,-1-1 0,0 1 0,1-1 0,-1 0 0,0 0 0,6-2 0,12-5 0,-2-1 0,1-1 0,-1-1 0,25-18 0,-45 28 0,253-187-703,-229 168 41,17-13-6164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3.79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116 0 24575,'27'19'0,"-23"-13"0,1 0 0,-1 0 0,0 0 0,0 1 0,-1-1 0,0 1 0,0 0 0,-1 0 0,0 0 0,0 0 0,0 1 0,-1-1 0,0 0 0,-1 14 0,0 6 0,-2 0 0,-7 44 0,0-21 0,-3 0 0,-1-1 0,-3-1 0,-2 0 0,-2-1 0,-1-1 0,-38 57 0,59-103 0,-1 0 0,1 0 0,0 1 0,0-1 0,0 0 0,-1 0 0,1 0 0,0 1 0,0-1 0,0 0 0,-1 0 0,1 1 0,0-1 0,0 0 0,0 1 0,0-1 0,0 0 0,0 0 0,0 1 0,0-1 0,0 0 0,0 1 0,0-1 0,0 0 0,0 0 0,0 1 0,0-1 0,0 0 0,0 1 0,0-1 0,0 0 0,0 1 0,0-1 0,0 0 0,0 0 0,1 1 0,-1-1 0,0 0 0,0 0 0,0 1 0,1-1 0,-1 0 0,17 0 0,23-13 0,0-7-195,-1 0 0,-1-3 0,-1-1 0,-1-2 0,-1-1 0,53-55 0,-7 0-6631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4.21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48 1 24575,'-25'620'0,"2"-190"0,23-429 0,2 20 0,2-22 0,5-12 0,183-344 0,29-48 0,-210 387-114,8-14-303,2 1 0,34-39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4.39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24575,'0'0'0,"0"0"0,2 2 0,7 3 0,12 5 0,14 10 0,12 8 0,10 8 0,5 5 0,1 4 0,-1 3 0,-3 1 0,-2 0 0,-3 0 0,-12-10-8191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4.64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54 0 24575,'0'0'0,"0"4"0,-2 11 0,-2 23 0,-1 22 0,-3 16 0,-1 8 0,-1 3 0,2 0 0,0-15-8191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5.41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447 170 24575,'-7'-29'0,"3"5"0,-10-38 0,14 58 0,-1 1 0,-1-1 0,1 1 0,-1-1 0,1 1 0,-1 0 0,0-1 0,0 1 0,0 0 0,-1 0 0,1 1 0,-1-1 0,-3-2 0,4 4 0,0 0 0,0 0 0,-1 0 0,1 0 0,0 0 0,-1 1 0,1-1 0,-1 1 0,1 0 0,0 0 0,-1 0 0,1 0 0,-1 0 0,1 0 0,-1 1 0,1-1 0,-1 1 0,1 0 0,0-1 0,-4 3 0,-3 1 0,0 1 0,0 0 0,-14 11 0,1 2 0,0 1 0,1 2 0,1 0 0,1 1 0,1 0 0,-29 50 0,25-34 0,3 1 0,0 1 0,-24 83 0,38-107 0,1 0 0,1 1 0,1-1 0,0 1 0,1-1 0,1 27 0,0-40 0,1 1 0,-1-1 0,1 1 0,-1-1 0,1 0 0,0 1 0,0-1 0,1 0 0,-1 0 0,1 0 0,-1 0 0,1 0 0,0 0 0,0 0 0,0-1 0,1 1 0,-1-1 0,0 1 0,1-1 0,0 0 0,0 0 0,-1 0 0,1 0 0,0-1 0,0 1 0,1-1 0,-1 0 0,0 0 0,0 0 0,1 0 0,-1 0 0,1-1 0,-1 0 0,0 1 0,1-1 0,-1 0 0,7-2 0,6 0 0,0-1 0,0 0 0,-1-2 0,1 0 0,-1 0 0,0-2 0,-1 0 0,0 0 0,0-1 0,0-1 0,18-16 0,-4 1 0,-1-1 0,0-2 0,42-55 0,4-36 0,-125 260 0,7 2 0,7 3 0,5 0 0,-19 226 0,51-362 0,-3 33 0,1 79 0,3-120 0,0 0 0,0-1 0,1 1 0,-1-1 0,0 1 0,1 0 0,-1-1 0,1 1 0,0-1 0,0 1 0,0-1 0,0 0 0,1 1 0,-1-1 0,1 0 0,-1 0 0,1 0 0,0 0 0,-1 0 0,4 2 0,-2-3 0,-1 0 0,1 0 0,0-1 0,-1 0 0,1 1 0,0-1 0,0 0 0,-1 0 0,1-1 0,0 1 0,-1 0 0,1-1 0,0 0 0,-1 1 0,1-1 0,-1 0 0,1-1 0,-1 1 0,4-3 0,42-25 0,-2-2 0,-1-3 0,58-54 0,-50 42 0,22-19-1365,-12 9-5461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5.76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8 24575,'0'0'0,"18"-4"0,-13 3 0,1 0 0,-1 0 0,1 1 0,0 0 0,-1 0 0,1 0 0,0 1 0,-1 0 0,1 0 0,-1 0 0,1 0 0,-1 1 0,1 0 0,-1 0 0,9 6 0,-7-3 0,0 0 0,-1 1 0,0-1 0,0 1 0,-1 0 0,1 1 0,-1-1 0,-1 1 0,8 14 0,-3-1 0,0 0 0,-2 1 0,-1 0 0,0 0 0,-2 0 0,0 1 0,1 31 0,-5-13 0,0 1 0,-3 0 0,-2-1 0,-1 0 0,-2 0 0,-1 0 0,-19 47 0,27-76 0,9-12 0,19-15 0,21-23-1365,7-9-5461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6.16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31 233 24575,'-9'14'0,"1"26"0,2 0 0,1 1 0,3 0 0,2 44 0,-1-46 0,1 131 0,42 318 0,-41-482 0,5 26 0,-3-26 0,-1-19 0,2-60 0,3 1 0,4-1 0,3 2 0,2 0 0,4 0 0,3 2 0,3 1 0,3 1 0,3 1 0,72-110 0,-70 127-227,2 2-1,2 1 1,2 2-1,2 1 1,73-55-1,-91 81-6598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6.35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24575,'0'0'0,"0"0"0,0 0 0,0 0 0,1 1 0,3 4 0,6 7 0,8 10 0,11 12 0,12 13 0,10 6 0,8 4 0,6-1 0,1-8 0,-11-12-8191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6.75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24575,'0'0'0,"21"2"0,-17-1 0,0 1 0,0-1 0,0 1 0,-1 0 0,1 1 0,-1-1 0,1 0 0,-1 1 0,0 0 0,0 0 0,0 0 0,-1 0 0,1 0 0,-1 1 0,1-1 0,-1 1 0,0-1 0,0 1 0,-1 0 0,2 4 0,3 7 0,-2 1 0,0-1 0,4 32 0,-5-16 0,-2 0 0,-1 0 0,-2 0 0,0 1 0,-11 43 0,-2-12 0,-38 98 0,52-159 0,1-1 0,-1 1 0,0 0 0,0 0 0,1 0 0,-1 0 0,1 0 0,0 0 0,0 1 0,0-1 0,0 0 0,0 0 0,0 0 0,1 3 0,0-4 0,0 0 0,0 0 0,0 0 0,0 0 0,0 0 0,0 0 0,0-1 0,0 1 0,0 0 0,0-1 0,0 1 0,1-1 0,-1 1 0,0-1 0,1 1 0,-1-1 0,0 0 0,1 0 0,-1 0 0,0 0 0,1 0 0,-1 0 0,0 0 0,3-1 0,18-1 0,-1 0 0,1-2 0,-1-1 0,0-1 0,27-10 0,104-52 0,-130 58 0,305-170-1365,-287 155-5461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7.55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659 151 24575,'-1'-3'0,"-1"0"0,1 0 0,-1 0 0,0 1 0,0-1 0,0 1 0,0-1 0,-1 1 0,1 0 0,-4-2 0,-2-4 0,-5-7 0,-1 1 0,-1 0 0,0 1 0,-32-21 0,41 30 0,-1 1 0,1 0 0,0 1 0,-1-1 0,0 1 0,1 1 0,-1-1 0,0 1 0,0 0 0,0 1 0,0 0 0,0 0 0,0 0 0,0 1 0,0 0 0,0 0 0,-12 4 0,0 3 0,1 0 0,0 1 0,1 1 0,0 0 0,0 2 0,1 0 0,1 0 0,0 2 0,1 0 0,0 0 0,-19 27 0,10-9 0,2 1 0,1 1 0,1 1 0,-27 72 0,35-74 0,1 0 0,-9 56 0,16-73 0,2-1 0,0 1 0,1 0 0,0-1 0,1 1 0,1 0 0,0-1 0,6 17 0,-7-28 0,0 1 0,0-1 0,1 0 0,0 0 0,0 0 0,0 0 0,0 0 0,0-1 0,1 1 0,0-1 0,0 1 0,0-1 0,0 0 0,0 0 0,1 0 0,-1-1 0,1 1 0,0-1 0,-1 0 0,1 0 0,0 0 0,1-1 0,-1 1 0,0-1 0,0 0 0,1 0 0,-1 0 0,0-1 0,1 1 0,-1-1 0,0 0 0,8-2 0,2 0 0,0-1 0,0-1 0,0 0 0,0-1 0,-1 0 0,0-1 0,0-1 0,21-14 0,2-5 0,-1-2 0,-1-1 0,-2-1 0,42-52 0,99-151 0,-94 122 0,-78 109 0,0 0 0,0 1 0,0-1 0,0 0 0,0 1 0,1-1 0,-1 1 0,0 0 0,1-1 0,-1 1 0,1 0 0,0 0 0,-1 0 0,1 0 0,0 0 0,3-1 0,-5 2 0,1 0 0,0 0 0,-1 1 0,1-1 0,-1 0 0,1 0 0,-1 1 0,1-1 0,-1 0 0,1 0 0,-1 1 0,1-1 0,-1 1 0,1-1 0,-1 0 0,1 1 0,-1-1 0,0 1 0,1-1 0,-1 2 0,10 22 0,-4 1 0,-1 0 0,-2 1 0,0-1 0,-2 49 0,-17 108 0,15-170 0,-73 445 0,47-314 0,25-130 0,-1-1 0,1-1 0,0 1 0,1-1 0,0 1 0,1-1 0,0 1 0,3 17 0,-3-27 0,1 0 0,-1 0 0,1 0 0,0 0 0,0-1 0,0 1 0,0 0 0,0-1 0,0 1 0,0 0 0,0-1 0,1 1 0,-1-1 0,1 0 0,-1 1 0,1-1 0,-1 0 0,1 0 0,0 0 0,0 0 0,-1 0 0,1-1 0,0 1 0,0 0 0,0-1 0,0 0 0,0 1 0,0-1 0,0 0 0,0 0 0,0 0 0,0 0 0,3-1 0,4 0 0,0-1 0,0 0 0,0-1 0,0 0 0,16-8 0,8-6 0,-2-1 0,0-2 0,-1-2 0,-2 0 0,46-46 0,118-150 0,-128 139 0,-29 39-1365,-7 7-5461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8.07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1 175 24575,'0'0'0,"3"-15"0,5 2 0,0 0 0,1 0 0,1 1 0,0 0 0,0 0 0,1 1 0,1 0 0,0 1 0,0 1 0,1 0 0,21-12 0,-30 19 0,0 0 0,-1 1 0,1-1 0,0 1 0,0-1 0,0 1 0,0 1 0,0-1 0,0 0 0,0 1 0,0 0 0,1 0 0,4 1 0,-6-1 0,0 1 0,0 0 0,-1 0 0,1 0 0,0 1 0,-1-1 0,1 0 0,-1 1 0,0 0 0,1-1 0,-1 1 0,0 0 0,0 0 0,0 1 0,0-1 0,0 0 0,-1 1 0,1-1 0,-1 1 0,2 2 0,3 10 0,0 0 0,-1 0 0,-1 1 0,-1-1 0,0 1 0,-1 0 0,1 30 0,-4 5 0,-8 58 0,-1-49 0,6-43 0,0 1 0,-1 34 0,6-49 0,-1 0 0,1 0 0,0 0 0,0 0 0,0 1 0,0-1 0,0-1 0,1 1 0,-1 0 0,1 0 0,0 0 0,0-1 0,0 1 0,0-1 0,0 0 0,0 1 0,6 2 0,4 5 0,1-1 0,20 10 0,-22-13 0,132 65 0,-91-48 0,0 3 0,71 49 0,-117-70 0,1 0 0,0 0 0,-1 1 0,0 0 0,0 0 0,8 13 0,-12-17 0,-1 1 0,0-1 0,0 1 0,0 0 0,0-1 0,0 1 0,0 0 0,0 0 0,-1-1 0,0 1 0,1 0 0,-1 0 0,0 0 0,0-1 0,-1 1 0,1 0 0,-1 0 0,1 0 0,-1-1 0,0 1 0,0 0 0,0-1 0,-2 5 0,-3 2 0,0-1 0,-1 0 0,1 0 0,-2 0 0,1-1 0,-1 0 0,0 0 0,0-1 0,-18 10 0,0-2 0,-1-1 0,-36 12 0,45-19-151,0 0-1,-1-1 0,0-1 0,0-1 1,-1 0-1,1-2 0,0 0 1,-28-3-1,-3-6-6674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8.54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0 254 24575,'107'779'0,"-59"-397"0,-44-355 0,-4-28 0,0 1 0,0 0 0,0 0 0,1 0 0,-1 0 0,0-1 0,0 1 0,0 0 0,0 0 0,0 0 0,0 0 0,0-1 0,0 1 0,1 0 0,-1 0 0,0 0 0,0 0 0,0 0 0,0 0 0,0 0 0,1-1 0,-1 1 0,0 0 0,0 0 0,0 0 0,1 0 0,-1 0 0,0 0 0,0 0 0,0 0 0,0 0 0,1 0 0,-1 0 0,0 0 0,0 0 0,0 0 0,1 0 0,-1 0 0,0 0 0,0 0 0,0 0 0,0 1 0,1-1 0,-1 0 0,0 0 0,0 0 0,0 0 0,0 0 0,0 0 0,1 0 0,-1 1 0,0-1 0,0 0 0,0 0 0,0 0 0,0 0 0,0 1 0,0-1 0,0 0 0,0 0 0,1 0 0,-1 0 0,0 1 0,0-1 0,0 0 0,0 0 0,8-18 0,21-75 0,20-113 0,-29 116 0,10-48 0,77-291 0,-88 368 0,3 2 0,2 0 0,3 2 0,65-101 0,-90 154-65,4-5-121,0 0 0,1 0 1,-1 1-1,2 0 0,-1 0 1,16-11-1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8.79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24575,'0'0'0,"7"8"0,183 227 0,-121-143 0,89 91 0,-150-175-195,1 1 0,0-2 0,0 1 0,1-1 0,0-1 0,17 10 0,-3-7-6631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29.37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90 24575,'28'-16'0,"-10"4"0,1 2 0,1 0 0,0 1 0,0 1 0,0 1 0,27-6 0,-39 12 0,0-1 0,0 1 0,1 1 0,-1 0 0,0 0 0,1 0 0,-1 1 0,0 0 0,0 1 0,0 0 0,0 0 0,0 0 0,0 1 0,-1 1 0,1-1 0,-1 1 0,0 0 0,0 1 0,10 8 0,-7-3 0,-1 0 0,0 1 0,-1 0 0,0 1 0,0-1 0,-1 2 0,-1-1 0,0 1 0,-1 0 0,0 0 0,-1 0 0,0 1 0,2 20 0,-1 1 0,-2 0 0,-2 1 0,-1-1 0,-5 41 0,0-32 0,-2 0 0,-2 0 0,-27 78 0,36-121 0,-1 0 0,1 0 0,-1 1 0,1-1 0,-1 0 0,1 0 0,0 1 0,0-1 0,0 0 0,0 1 0,0-1 0,0 0 0,0 1 0,0-1 0,0 0 0,1 0 0,-1 1 0,0-1 0,1 0 0,-1 0 0,1 1 0,0-1 0,-1 0 0,1 0 0,0 0 0,0 0 0,0 0 0,-1 0 0,1 0 0,0 0 0,0 0 0,0-1 0,1 1 0,-1 0 0,1 0 0,5 2 0,0 0 0,0-1 0,0 0 0,1 0 0,8 0 0,0 1 0,43 9 0,171 40 0,-191-40 0,0 1 0,-1 2 0,61 33 0,-90-43 0,0 1 0,0-1 0,-1 2 0,0-1 0,11 11 0,-17-15 0,-1 0 0,1 0 0,-1 0 0,1 0 0,-1 0 0,0 0 0,0 0 0,0 1 0,0-1 0,0 0 0,-1 1 0,1-1 0,-1 0 0,1 1 0,-1-1 0,0 1 0,0-1 0,0 1 0,0-1 0,0 1 0,0-1 0,-1 0 0,0 1 0,1-1 0,-1 0 0,0 1 0,0-1 0,-2 3 0,-1 2 0,0-1 0,-1 0 0,1-1 0,-1 1 0,-1-1 0,1 0 0,-1 0 0,-8 5 0,-58 31 0,10-13 40,-2-2 0,-84 22 0,-136 18-1525,144-38-5341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34.50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0 797 24575,'0'0'0,"0"0"0,5-1 0,71-9 0,110-30 0,69-38 0,-171 51 0,1412-431 0,-1426 437 0,373-125 0,-416 130-1365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36.29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1 702 24575,'3'-4'0,"0"-1"0,0 1 0,1 0 0,-1 1 0,1-1 0,0 1 0,0 0 0,0 0 0,1 0 0,-1 0 0,7-2 0,3-4 0,95-51 0,225-90 0,135-5 0,-113 57 0,516-73 0,-835 165 0,-20 3 0,1 0 0,0 1 0,-1 1 0,25 2 0,-39 0 0,0 0 0,0 0 0,-1 1 0,1-1 0,-1 1 0,1-1 0,-1 1 0,0 0 0,0 0 0,0 0 0,0 0 0,0 1 0,0-1 0,0 0 0,2 6 0,5 3 0,-5 0 87,-4-11-128,0 0-1,0 1 1,0-1-1,0 0 1,0 1-1,0-1 1,0 0-1,0 1 1,0-1-1,0 0 1,1 1-1,-1-1 1,0 0-1,0 1 1,0-1-1,0 0 1,1 0-1,-1 1 1,0-1-1,0 0 1,0 0-1,1 1 1,-1-1-1,0 0 1,1 0-1,-1 0 1,0 1-1,0-1 1,1 0-1,-1 0 1,0 0-1,1 0 1,-1 0-1,1 0 1,5 1-6785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37.39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1641 1798 24575,'-9'-14'0,"0"0"0,0 0 0,-18-18 0,-9-12 0,-143-221 0,-66-91 0,-455-451 0,648 750 0,47 51 0,0 0 0,0 1 0,0 0 0,0-1 0,-1 2 0,0-1 0,-9-5 0,13 9 0,0 0 0,-1 1 0,1-1 0,-1 0 0,0 1 0,1 0 0,-1-1 0,1 1 0,-1 0 0,0 0 0,1 1 0,-1-1 0,1 1 0,-1-1 0,1 1 0,-1 0 0,1 0 0,-1 0 0,1 0 0,0 0 0,-4 2 0,-17 13 0,1 0 0,1 0 0,0 2 0,2 1 0,0 1 0,1 0 0,1 1 0,0 1 0,2 1 0,1 0 0,1 1 0,-18 42 0,28-58 0,1 1 0,-1-1 0,1 0 0,1 1 0,-2 16 0,3-23 0,0-1 0,0 0 0,0 1 0,0-1 0,0 1 0,0-1 0,1 1 0,-1-1 0,1 0 0,-1 1 0,1-1 0,-1 0 0,1 1 0,0-1 0,-1 0 0,1 0 0,0 0 0,0 0 0,0 0 0,0 0 0,0 0 0,0 0 0,0 0 0,0 0 0,1 0 0,-1 0 0,0-1 0,1 1 0,-1-1 0,0 1 0,1-1 0,-1 1 0,0-1 0,1 0 0,-1 0 0,1 0 0,-1 1 0,1-1 0,-1-1 0,0 1 0,1 0 0,-1 0 0,1 0 0,1-1 0,7-2 0,1 0 0,0 0 0,-1-1 0,0 0 0,0-1 0,0 0 0,-1-1 0,0 0 0,17-14 0,6-8 0,34-38 0,-22 17 0,60-86 0,-81 100 0,-2 0 0,-1-2 0,25-64 0,-37 86 0,10 21 0,174 108 132,-29-14-1629,-116-76-5329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37.94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1 387 24575,'0'0'0,"3"6"0,16 30 0,1 0 0,2-1 0,2-1 0,1-1 0,39 38 0,-48-55 0,2 0 0,0-2 0,1 0 0,31 18 0,-37-25 0,1-1 0,-1-1 0,1 0 0,0 0 0,0-1 0,1-1 0,-1-1 0,15 2 0,-15-4 0,-1-1 0,0 0 0,0 0 0,0-1 0,0-1 0,-1 0 0,1-1 0,-1 0 0,1-1 0,-1-1 0,-1 0 0,1 0 0,-1-1 0,12-9 0,-11 6 0,0 0 0,-1-1 0,0 0 0,0-1 0,-1 0 0,-1-1 0,0 0 0,-1 0 0,0-1 0,-1 0 0,8-23 0,-12 24 0,-1 2 0,-1 11 0,-1-1 0,0 1 0,0 0 0,1 0 0,-1 0 0,0 0 0,0 0 0,1 0 0,-1-1 0,0 1 0,1 0 0,-1 0 0,0 0 0,0 0 0,1 0 0,-1 0 0,0 0 0,1 0 0,-1 0 0,0 0 0,0 1 0,1-1 0,-1 0 0,0 0 0,1 0 0,-1 0 0,0 0 0,0 0 0,1 1 0,-1-1 0,0 0 0,0 0 0,0 0 0,1 1 0,-1-1 0,50 37 0,-31-23 0,0 0 0,0-1 0,2-1 0,25 12 0,-40-22 0,1 1 0,-1-1 0,1-1 0,0 1 0,0-1 0,-1 0 0,1-1 0,0 1 0,0-1 0,0-1 0,0 1 0,0-1 0,0-1 0,0 1 0,-1-1 0,1 0 0,0-1 0,11-5 0,-4-1 0,0-1 0,0 0 0,-1-1 0,0-1 0,-1 0 0,0-1 0,-1 0 0,-1 0 0,0-1 0,-1-1 0,15-29 0,-9 11 0,-1-1 0,-2 0 0,-1 0 0,10-61 0,-17 71-227,-1-1-1,-1 0 1,-1 0-1,-1 0 1,-6-42-1,1 45-6598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38.21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24575,'0'0'0,"0"0"0,0 0 0,0 0 0,0 1 0,2 5 0,4 10 0,7 20 0,9 23 0,10 24 0,6 22 0,5 15 0,1 10 0,0 3 0,0-1 0,-8-23-8191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39.17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0 299 24575,'13'-2'0,"84"-13"0,1 4 0,0 4 0,114 7 0,-62 10 0,205 40 0,-354-50 0,-1 0 0,1 1 0,-1-1 0,1 0 0,0 0 0,-1 0 0,1 0 0,0 0 0,-1-1 0,1 1 0,-1 0 0,1 0 0,0 0 0,-1 0 0,1-1 0,-1 1 0,1 0 0,0-1 0,-1 1 0,1 0 0,-1-1 0,1 1 0,-1-1 0,0 1 0,1 0 0,-1-1 0,1 0 0,5-21 0,-10-29 0,4 47 0,-17-76 0,-29-80 0,55 182 15,-2 2 0,-1-1 0,0 1 0,-2-1 0,-1 1 0,0 1 0,-2 34 0,-6 12-758,-14 84 1,8-88-6084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39.98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24575,'4'27'0,"3"62"0,-4-22 0,4 1 0,24 109 0,-30-172 0,0 0 0,1 0 0,0-1 0,0 1 0,0 0 0,0-1 0,1 1 0,0-1 0,0 1 0,5 4 0,-6-7 0,0-1 0,0 1 0,0-1 0,0 0 0,0 0 0,0 0 0,1 0 0,-1 0 0,0-1 0,0 1 0,1 0 0,-1-1 0,1 0 0,-1 0 0,0 0 0,1 0 0,-1 0 0,0 0 0,1 0 0,-1-1 0,0 1 0,1-1 0,-1 0 0,3-1 0,9-4 0,-1 0 0,0-1 0,-1 0 0,0-1 0,0-1 0,0 0 0,17-18 0,-5 2 0,0-2 0,20-31 0,-43 57 0,-1 1 0,0-1 0,1 0 0,-1 1 0,1-1 0,-1 0 0,1 1 0,0-1 0,-1 1 0,1-1 0,0 1 0,-1-1 0,1 1 0,0 0 0,0-1 0,-1 1 0,1 0 0,0-1 0,0 1 0,0 0 0,-1 0 0,1 0 0,0 0 0,0 0 0,0 0 0,0 0 0,-1 0 0,3 0 0,-2 1 0,1 0 0,0 0 0,0 0 0,0 0 0,0 1 0,-1-1 0,1 0 0,0 1 0,-1-1 0,1 1 0,1 2 0,5 8 0,0 1 0,11 23 0,-13-26 0,52 109 0,-58-118 0,1 0 0,-1 0 0,1 0 0,-1 0 0,1 0 0,-1-1 0,1 1 0,0 0 0,-1 0 0,1-1 0,0 1 0,0 0 0,0-1 0,-1 1 0,1-1 0,0 1 0,0-1 0,0 1 0,0-1 0,0 0 0,0 1 0,0-1 0,0 0 0,0 0 0,0 0 0,0 0 0,0 0 0,0 0 0,2 0 0,-1-1 0,0 0 0,1 0 0,-1 0 0,0-1 0,0 1 0,0-1 0,0 1 0,0-1 0,0 0 0,0 1 0,2-4 0,6-8 0,-2 0 0,15-25 0,-22 36 0,1-3 0,9-14 0,-1-1 0,-1 0 0,-1 0 0,8-30 0,-12 52 0,-1 0 0,1 0 0,0 0 0,-1 1 0,1 0 0,3 3 0,28 33 0,-25-27 0,0-1 0,1 0 0,0-1 0,1 0 0,19 13 0,50 20 0,-52-29 0,-1 1 0,48 34 0,-67-41 0,0-1 0,-1 1 0,-1 0 0,1 1 0,-1 0 0,0 0 0,-1 0 0,0 1 0,-1 0 0,0 0 0,7 21 0,-7-14 0,-2-1 0,0 1 0,-1 0 0,-1 0 0,0-1 0,-2 1 0,0 0 0,0 0 0,-2 0 0,-6 24 0,9-40 0,0 0 0,-1 0 0,1 0 0,0 0 0,0 0 0,0 0 0,0 0 0,0 0 0,0 0 0,0 1 0,0-1 0,1 0 0,-1 0 0,0 0 0,1 0 0,-1 0 0,0-1 0,1 1 0,0 0 0,-1 0 0,1 0 0,-1 0 0,1 0 0,0-1 0,0 1 0,-1 0 0,1 0 0,0-1 0,0 1 0,0-1 0,0 1 0,0-1 0,0 1 0,0-1 0,0 1 0,0-1 0,0 0 0,0 0 0,0 0 0,0 1 0,0-1 0,1 0 0,7 0 0,0 1 0,0-1 0,0-1 0,9-1 0,-15 2 0,48-8 34,0-2 0,49-17-1,98-41-1010,-171 58 488,49-18-6337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40.73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2 434 24575,'-1'-2'0,"1"1"0,0-1 0,0 1 0,0-1 0,0 1 0,0-1 0,0 1 0,0-1 0,1 1 0,-1-1 0,0 1 0,1-1 0,-1 1 0,1 0 0,0-1 0,-1 1 0,1 0 0,0-1 0,0 1 0,0 0 0,0 0 0,0 0 0,0 0 0,0 0 0,2-1 0,32-26 0,-14 15 0,1 1 0,1 1 0,0 1 0,0 1 0,1 2 0,0 0 0,1 1 0,45-5 0,11 5 0,111 5 0,326 33 0,-517-32 0,0 0 0,0 0 0,-1 1 0,1-1 0,0 0 0,0 0 0,0 0 0,0 0 0,0-1 0,-1 1 0,1 0 0,0 0 0,0 0 0,0-1 0,-1 1 0,1 0 0,0-1 0,0 1 0,-1-1 0,1 1 0,0-1 0,0 1 0,-1-1 0,1 0 0,-1 1 0,2-2 0,-2 1 0,1-1 0,-1 1 0,0-1 0,1 1 0,-1-1 0,0 1 0,0-1 0,0 1 0,0-1 0,0 1 0,0-1 0,0 1 0,-1-3 0,-1-4 0,-1 1 0,1 0 0,-1-1 0,-8-11 0,-7-5 0,0 1 0,-2 0 0,0 2 0,-1 1 0,-2 0 0,0 2 0,-1 0 0,0 2 0,-51-26 0,74 42 0,1 0 0,-1-1 0,1 1 0,-1-1 0,1 1 0,-1 0 0,1 0 0,-1-1 0,1 1 0,-1 0 0,0 0 0,1 0 0,-1 0 0,1 0 0,-1 0 0,0-1 0,1 1 0,-1 1 0,1-1 0,-1 0 0,0 0 0,1 0 0,-1 0 0,1 0 0,-1 0 0,0 1 0,3 14 0,25 30 0,-21-36 0,1 3-51,101 166 229,-89-141-676,-1 1 1,24 77 0,-27-62-6329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41.24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24575,'-1'2'0,"1"0"0,0 0 0,0 0 0,0 0 0,0 0 0,1 0 0,-1 0 0,1 0 0,-1 0 0,2 4 0,1 5 0,20 117 0,39 182 0,-58-293 0,1-1 0,0 0 0,1 0 0,0 0 0,14 22 0,-18-34 0,1-1 0,-1 1 0,0-1 0,1 0 0,0 0 0,0-1 0,0 1 0,0 0 0,0-1 0,0 0 0,1 0 0,-1 0 0,1 0 0,0 0 0,-1-1 0,1 0 0,0 0 0,0 0 0,0 0 0,0 0 0,0-1 0,0 0 0,0 1 0,0-2 0,0 1 0,0 0 0,0-1 0,0 0 0,4-1 0,7-3 0,0 0 0,0-2 0,0 1 0,-1-2 0,-1 0 0,25-18 0,-20 11 0,0-1 0,0 0 0,29-38 0,-47 53 0,1 0 0,0 1 0,0-1 0,-1 0 0,1 1 0,0-1 0,0 0 0,0 1 0,0-1 0,0 1 0,0 0 0,0-1 0,0 1 0,-1 0 0,1-1 0,1 1 0,-1 0 0,0 0 0,0 0 0,0 0 0,0 0 0,0 0 0,0 0 0,0 0 0,0 1 0,0-1 0,0 0 0,0 1 0,0-1 0,0 0 0,-1 1 0,1-1 0,0 1 0,0 0 0,0-1 0,0 1 0,-1 0 0,1-1 0,0 1 0,-1 0 0,2 1 0,31 38 0,-30-36 0,107 186 0,-103-178 0,-7-11 0,0 0 0,1-1 0,-1 1 0,0 0 0,1 0 0,-1 0 0,1-1 0,-1 1 0,1 0 0,-1-1 0,1 1 0,0-1 0,-1 1 0,1 0 0,0-1 0,-1 1 0,1-1 0,0 0 0,0 1 0,-1-1 0,1 0 0,0 1 0,0-1 0,0 0 0,0 0 0,-1 0 0,1 1 0,1-1 0,0-1 0,-1 0 0,1 1 0,-1-1 0,1 0 0,-1 0 0,0 0 0,1 0 0,-1 0 0,0 0 0,0 0 0,0 0 0,0 0 0,0 0 0,1-2 0,5-8 0,-1 0 0,0 0 0,4-12 0,-10 23 0,13-35-195,-1-1 0,-2 1 0,-1-2 0,-2 1 0,-2-1 0,2-61 0,-8 88-6631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41.65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 24575,'31'0'0,"5"-1"0,-1 2 0,1 1 0,59 12 0,-85-12 0,-1 0 0,0 1 0,0 0 0,-1 1 0,1 0 0,0 0 0,-1 1 0,0 0 0,0 0 0,-1 1 0,0 0 0,0 1 0,0-1 0,0 1 0,-1 1 0,-1-1 0,1 1 0,8 16 0,-8-9 0,-1 1 0,0 0 0,-1 0 0,0 0 0,-2 1 0,0-1 0,-1 1 0,0-1 0,-1 1 0,-1 0 0,-1-1 0,0 1 0,-8 25 0,-3 4 0,-2-1 0,-2 0 0,-32 61 0,28-69 0,15-27 0,0 0 0,0 0 0,-6 17 0,12-24 0,0-1 0,-1 1 0,1-1 0,0 0 0,0 1 0,1-1 0,-1 0 0,0 1 0,1-1 0,0 0 0,-1 1 0,1-1 0,0 0 0,0 0 0,0 0 0,0 0 0,1 0 0,-1 0 0,1 0 0,-1 0 0,1 0 0,2 2 0,6 6 0,1-1 0,18 13 0,-21-16 0,48 31 0,1-2 0,79 36 0,-135-71 0,-1 0 0,1 0 0,0 1 0,0-1 0,-1 0 0,1 1 0,0-1 0,0 1 0,-1-1 0,1 1 0,0-1 0,-1 1 0,1-1 0,0 1 0,-1-1 0,1 1 0,-1 0 0,1-1 0,-1 1 0,0 0 0,1 0 0,-1-1 0,0 1 0,1 0 0,-1 1 0,0-1 0,-1 0 0,0 0 0,0 0 0,0 0 0,0 0 0,1 0 0,-1 0 0,0 0 0,-1 0 0,1 0 0,0 0 0,0-1 0,0 1 0,0-1 0,-1 1 0,1-1 0,-2 1 0,-23 9 20,0-1 0,-1-2 0,0 0 0,0-2 0,-40 2 0,-138-2-1505,110-7-5341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43.07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1710 333 24575,'-21'-18'0,"-9"-10"0,-140-124 0,147 135 0,0 1 0,-1 1 0,-1 2 0,0 0 0,0 1 0,-33-9 0,32 13 0,-1 2 0,0 1 0,0 1 0,0 2 0,-1 0 0,1 2 0,0 1 0,-1 1 0,1 1 0,0 1 0,-30 10 0,21-3 0,1 2 0,0 2 0,1 0 0,1 3 0,1 1 0,1 1 0,-50 41 0,30-15 0,2 2 0,2 2 0,3 3 0,1 1 0,4 2 0,-55 99 0,51-69 0,3 1 0,5 2 0,3 2 0,-24 112 0,42-136 0,3 0 0,3 1 0,2 0 0,4 0 0,3 0 0,3 0 0,20 113 0,-12-128 0,1-1 0,3-1 0,3 0 0,1-2 0,3 0 0,1-1 0,3-1 0,2-2 0,2-1 0,43 49 0,-29-48 0,1-1 0,1-3 0,3-2 0,1-2 0,2-2 0,1-3 0,2-2 0,1-3 0,1-2 0,1-2 0,1-4 0,1-2 0,1-2 0,94 9 0,-103-19 0,0-3 0,0-2 0,0-2 0,-1-3 0,1-1 0,-1-4 0,88-26 0,-100 21 0,0-1 0,0-2 0,-2-1 0,-1-2 0,0-2 0,-2-2 0,0-1 0,-2-1 0,-1-2 0,32-38 0,-28 23 0,-2-1 0,-3-2 0,-1-2 0,-2 0 0,-3-2 0,-1-1 0,25-85 0,-27 59 0,-4-1 0,-3-1 0,-3 0 0,2-138 0,-16 152 0,-2 0 0,-3 0 0,-3 1 0,-2 0 0,-4 1 0,-2 0 0,-3 1 0,-3 2 0,-3 0 0,-2 2 0,-3 1 0,-2 1 0,-2 2 0,-3 2 0,-2 1 0,-3 2 0,-54-48 0,38 44 0,-2 3 0,-3 3 0,-130-75 0,142 96 0,-1 2 0,0 2 0,-2 3 0,0 2 0,-116-20 0,166 37-85,0-1 0,0 1-1,-1 0 1,1 1 0,0 0-1,0 0 1,-1 0 0,1 1-1,0-1 1,0 2 0,-1-1-1,1 1 1,0 0 0,0 0-1,-9 5 1,-4 9-6741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43.92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1082 41 24575,'-26'-8'0,"-9"-1"0,-2 1 0,1 2 0,-1 1 0,0 2 0,0 2 0,0 1 0,0 2 0,0 1 0,0 2 0,-37 11 0,38-7 0,0 1 0,1 2 0,0 2 0,1 1 0,1 2 0,0 1 0,2 2 0,0 1 0,-56 49 0,66-49 0,2 1 0,0 0 0,1 2 0,1 0 0,2 1 0,0 0 0,-15 40 0,15-27 0,3 0 0,1 1 0,1 0 0,-7 77 0,14-49 0,2 1 0,3-1 0,4 1 0,2-1 0,3 0 0,25 82 0,-6-52 0,4-1 0,4-2 0,79 140 0,-74-161 0,3-3 0,3-1 0,3-3 0,105 102 0,-121-134 0,1-2 0,2-2 0,1-1 0,2-3 0,0-1 0,2-2 0,86 33 0,-105-48 0,1-1 0,0 0 0,0-2 0,0-1 0,1-2 0,-1 0 0,1-2 0,0 0 0,-1-2 0,1-1 0,-1-1 0,0-2 0,0 0 0,-1-2 0,1-1 0,26-13 0,-24 8 0,0-3 0,-1 0 0,-1-1 0,-1-2 0,0-1 0,28-31 0,-24 20 0,-2-2 0,-2 0 0,-1-2 0,24-48 0,-19 23 0,-3-1 0,-2-2 0,-4 0 0,-2-1 0,18-134 0,-29 128 0,-2 0 0,-4 0 0,-3-1 0,-3 1 0,-3 0 0,-3 0 0,-3 1 0,-3 1 0,-29-74 0,28 97 0,-2 1 0,-1 0 0,-3 2 0,-2 0 0,-1 2 0,-3 1 0,-1 1 0,-1 2 0,-2 1 0,-2 2 0,-1 1 0,-2 2 0,-82-50 0,77 58 15,-1 1 0,-1 3 0,-1 2 0,0 2 0,-1 2 0,-1 2 0,-93-9 0,75 16-263,0 3 1,0 3-1,0 3 1,0 3-1,-84 22 1,54-5-6579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6:44.86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2081 415 24575,'-26'-37'0,"-2"1"0,-1 1 0,-1 1 0,-3 1 0,0 2 0,-57-40 0,68 56 0,0 0 0,-2 1 0,0 1 0,0 1 0,-1 1 0,-1 2 0,0 0 0,0 2 0,0 0 0,-1 2 0,0 1 0,0 2 0,0 0 0,-1 2 0,1 1 0,0 1 0,0 1 0,-38 10 0,16 1 2,2 2 0,-1 3 0,2 2-1,1 1 1,0 3 0,2 1 0,-70 57-1,44-24-44,3 2-1,2 3 1,-82 110-1,82-86-28,4 2-1,5 4 1,3 1-1,5 3 1,4 2-1,4 1 1,5 2-1,4 2 1,5 0-1,5 2 1,-11 172-1,28-189 90,4 1 0,3-1 0,5 1-1,4-2 1,3 1 0,31 93 0,-24-112-23,4-1 0,3-1 0,2-2 0,4-1 0,2-1 0,3-3 0,91 106 0,-83-117 6,1-1 0,3-3 0,2-2 0,1-3 0,3-2 0,1-3 0,1-2 0,2-4 0,71 26 0,-59-31 0,2-3 0,0-4 0,1-3 0,0-3 0,1-4 0,1-3 0,144-8 0,-129-7 0,-1-4 0,0-4 0,-1-4 0,-1-5 0,-2-3 0,0-4 0,-3-4 0,0-3 0,153-101 0,-172 94 0,-3-2 0,-1-4 0,-3-2 0,-3-3 0,-2-2 0,-3-3 0,-2-2 0,-4-2 0,-2-2 0,-4-2 0,58-135 0,-74 138-16,-2-1-1,-3 0 0,-4-2 0,-2 0 1,-4-1-1,2-128 0,-13 139-11,-3 0-1,-3 0 1,-3 0 0,-2 1-1,-2 1 1,-3 0 0,-3 1-1,-37-75 1,21 63 28,-4 1 0,-3 2 0,-85-102 0,59 92 0,-3 3 0,-112-89 0,53 65 0,-4 6 0,-4 6 0,-228-104 0,-57 20-14,340 143 57,-1 5 0,-1 3-1,-103-9 1,174 27 190,-35-2 412,47 3-620,-1 0-1,1 0 1,0 0 0,-1 1 0,1-1 0,0 1-1,0 0 1,-1 0 0,1 0 0,0 1-1,-4 1 1,31 22-1390,-7-10-5461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43.78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24575,'0'0'0,"0"0"0,0 0 0,0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24.59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23667,'0'3185'0,"6928"-3185"0,-6928-3185 0,-6928 3185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52.00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72 3470 24575,'4'-86'0,"16"-99"0,-13 139 0,173-848 55,-49 300-942,-21-164 632,-92 520 716,-15-286-1,-14 401-294,11 122-166,0 0 0,0 0 0,0 0 0,0 0 0,0 1 0,0-1 0,0 0 0,0 0 0,-1 0 0,1 0 0,0 1 0,-1-1 0,1 0 0,0 0 0,-1 1 0,1-1 0,-1 0 0,1 1 0,-1-1 0,1 0 0,-1 1 0,0-1 0,1 1 0,-1-1 0,0 1 0,0-1 0,1 1 0,-1 0 0,0-1 0,-1 1 0,0 0 0,0 0 0,-1 1 0,1-1 0,0 1 0,-1 0 0,1 0 0,0 0 0,0 0 0,0 0 0,-4 3 0,-27 17 0,2 2 0,0 2 0,-47 48 0,-72 100 0,142-162 0,-82 110 0,76-100 0,2 0 0,0 0 0,1 2 0,-8 24 0,19-47 0,0 0 0,-1 0 0,1 0 0,0 1 0,0-1 0,0 0 0,-1 0 0,1 1 0,0-1 0,0 0 0,0 0 0,0 1 0,0-1 0,0 0 0,-1 0 0,1 1 0,0-1 0,0 0 0,0 1 0,0-1 0,0 0 0,0 1 0,0-1 0,0 0 0,0 0 0,0 1 0,1-1 0,-1 0 0,0 1 0,0-1 0,0 0 0,0 0 0,0 1 0,0-1 0,1 0 0,-1 0 0,0 1 0,0-1 0,0 0 0,1 0 0,-1 0 0,0 1 0,0-1 0,1 0 0,-1 0 0,0 0 0,0 0 0,1 0 0,-1 1 0,0-1 0,0 0 0,1 0 0,-1 0 0,0 0 0,1 0 0,-1 0 0,0 0 0,0 0 0,1 0 0,-1 0 0,0 0 0,1 0 0,20-10 0,-15 7 0,47-28 0,91-69 0,-1 0 0,-139 96 0,1 2 0,0-1 0,1 0 0,-1 1 0,0 0 0,1 0 0,-1 1 0,1-1 0,0 1 0,0 1 0,-1-1 0,1 1 0,0 0 0,0 0 0,-1 0 0,1 1 0,0 0 0,-1 0 0,1 1 0,9 3 0,-6-1 0,1 2 0,-1-1 0,0 1 0,0 0 0,-1 1 0,0 0 0,0 1 0,0 0 0,-1 0 0,7 11 0,13 21-273,-3 2 0,-1 1 0,-2 0 0,19 58 0,-20-48-6553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52.59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0 304 24575,'0'0'0,"0"0"0,5 10 0,171 433 0,-33 8 0,-129-404 0,-5-17 0,18 53 0,-23-74 0,0-1 0,0 0 0,0 0 0,1-1 0,0 1 0,1-1 0,8 8 0,-12-13 0,0 0 0,0 0 0,0-1 0,0 1 0,0-1 0,0 0 0,0 0 0,1 1 0,-1-1 0,1-1 0,-1 1 0,1 0 0,-1-1 0,1 1 0,-1-1 0,1 0 0,-1 0 0,1 0 0,0 0 0,-1 0 0,1 0 0,-1-1 0,1 1 0,-1-1 0,1 0 0,-1 0 0,1 0 0,3-2 0,3-2 0,0-1 0,0-1 0,0 0 0,-1 0 0,13-14 0,19-23 0,-3-3 0,-1 0 0,28-54 0,81-164 0,76-214 0,-55 108 0,-148 336-1365,-14 29-5461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47.41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3073 24575,'0'0'0,"0"0"0,0-10 0,1 0 0,1 0 0,0 1 0,0-1 0,5-12 0,4-14 0,48-217 0,119-522 0,-32-5 0,-96 184 0,-44 475 0,-1 76 0,-3 33 0,-1-1 0,0 1 0,0 0 0,-1-1 0,-1 1 0,-2-17 0,-21 34 0,-4 6 0,1 2 0,0 0 0,-47 33 0,-68 62 0,135-102 0,-21 15 0,2 2 0,0 1 0,-27 33 0,129-181 0,-68 112 0,144-203 0,-113 166 0,2 1 0,56-51 0,-88 91 0,0 0 0,1 1 0,-1 0 0,2 1 0,-1 0 0,0 1 0,1 0 0,0 0 0,0 1 0,15-3 0,-16 5 0,-1 1 0,0 0 0,1 1 0,-1 0 0,1 0 0,-1 1 0,0 1 0,1-1 0,-1 2 0,0-1 0,0 1 0,0 0 0,12 7 0,5 5 17,0 1 0,-1 1 1,0 2-1,-2 0 0,0 1 0,28 32 0,107 151-1502,-139-176-5341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49.12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689 159 24575,'-15'-16'0,"1"2"0,-2 0 0,1 1 0,-2 0 0,0 2 0,0 0 0,-1 1 0,0 0 0,-1 2 0,0 0 0,0 1 0,-1 1 0,0 1 0,-28-4 0,34 7 0,-1 1 0,0 0 0,1 2 0,-1-1 0,0 2 0,1 0 0,0 1 0,-1 0 0,1 1 0,0 0 0,1 2 0,-1-1 0,1 2 0,0 0 0,0 0 0,1 1 0,0 1 0,1 0 0,-18 16 0,17-10 0,1-1 0,0 1 0,1 1 0,1 0 0,0 0 0,1 1 0,1 0 0,0 1 0,1-1 0,2 1 0,-1 0 0,2 1 0,0-1 0,1 36 0,2-16 0,1-1 0,3 1 0,1-1 0,1 0 0,3 0 0,17 49 0,-12-49 0,1-1 0,2-1 0,2-1 0,1 0 0,1-1 0,33 38 0,-35-50 0,0-1 0,0-1 0,2 0 0,1-2 0,0 0 0,1-1 0,0-2 0,2 0 0,41 16 0,-51-24 0,0-2 0,-1 0 0,2-1 0,-1 0 0,0-1 0,0-1 0,1 0 0,-1-1 0,1-1 0,-1-1 0,0 0 0,20-5 0,-16 1 0,-1 0 0,0-2 0,0 0 0,0-1 0,-1-1 0,0 0 0,-1-1 0,27-25 0,-20 13 0,0-1 0,-1-2 0,-1 0 0,-2-1 0,-1-1 0,-1-1 0,-1 0 0,-2-1 0,0-1 0,-3 0 0,10-38 0,-14 37 0,-1-1 0,-1 1 0,-2-1 0,-2 1 0,0-1 0,-3 0 0,0 0 0,-2 1 0,-2 0 0,-11-40 0,11 54 0,-1 1 0,0 0 0,-2 0 0,0 0 0,0 1 0,-2 1 0,0-1 0,-17-17 0,17 22 0,-1 0 0,0 1 0,-1 1 0,1 0 0,-2 0 0,1 2 0,-1 0 0,-1 0 0,1 1 0,-31-8 0,39 13 0,0-1 0,-1 1 0,1 0 0,0 1 0,-1-1 0,1 1 0,-1 1 0,1-1 0,0 1 0,-1 0 0,1 1 0,0-1 0,0 1 0,-9 4 0,8-2 0,1 0 0,0 0 0,0 1 0,0-1 0,0 1 0,1 1 0,0-1 0,0 1 0,0 0 0,1 0 0,0 0 0,-4 9 0,1-1 0,2 0 0,0 1 0,0 0 0,1-1 0,1 1 0,0 1 0,1-1 0,1 0 0,1 0 0,0 1 0,1-1 0,0 0 0,4 17 0,4 10 0,2-1 0,1 0 0,27 58 0,15 17 0,93 148 0,92 96 0,-221-335-94,37 57-542,128 142 1,-145-186-6191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50.22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200 3142 24575,'0'0'0,"0"0"0,9-13 0,6-10 0,-2-1 0,-1-1 0,0 0 0,10-39 0,24-113 0,-42 161 0,51-266-77,-12-2-1,10-502 0,-91-579-223,37 1347 569,0-22-2,-16 56-266,-36 36 0,-89 114 0,-26 77 0,150-217 0,11-18 0,1 1 0,1 0 0,-1 0 0,1 0 0,1 0 0,0 1 0,-5 15 0,26-36 0,69-68 0,104-121 0,-77 76 0,-109 119 0,1 0 0,0 0 0,1 0 0,-1 1 0,1-1 0,0 2 0,0-1 0,10-4 0,-13 7 0,0 0 0,0 0 0,0 1 0,0-1 0,1 1 0,-1 0 0,0 0 0,0 0 0,0 0 0,0 1 0,0-1 0,0 1 0,0 0 0,0 0 0,0 0 0,0 0 0,0 1 0,0-1 0,-1 1 0,1-1 0,4 5 0,8 7 0,0 0 0,-1 1 0,-1 0 0,0 1 0,12 19 0,52 89 0,-60-93 0,131 222-1365,-105-185-5461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51.09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 24575,'0'0'0,"0"0"0,2 9 0,152 969 0,-157-998 0,-1-2 0,-2-42 0,7 29 0,2-1 0,1 1 0,2 0 0,1 0 0,1 1 0,3 0 0,0 0 0,2 1 0,2 1 0,1 0 0,1 1 0,2 1 0,0 1 0,3 0 0,0 2 0,46-44 0,-31 36 0,2 2 0,1 2 0,1 2 0,2 1 0,90-42 0,-129 68 0,19-6 0,-23 8 0,0-1 0,1 1 0,-1 0 0,0 0 0,0 0 0,1 0 0,-1 0 0,0 0 0,0 0 0,1 0 0,-1 0 0,0 0 0,1 0 0,-1 0 0,0 0 0,1 0 0,-1 0 0,0 0 0,0 0 0,1 0 0,-1 0 0,0 0 0,1 1 0,-1-1 0,0 0 0,0 0 0,0 0 0,1 0 0,-1 1 0,0-1 0,0 0 0,1 0 0,-1 0 0,0 1 0,0-1 0,0 0 0,0 1 0,0-1 0,1 0 0,-1 0 0,0 1 0,0-1 0,0 0 0,0 0 0,0 1 0,0-1 0,0 0 0,0 1 0,0-1 0,0 0 0,0 1 0,0-1 0,0 0 0,0 0 0,0 1 0,0-1 0,-1 0 0,1 1 0,0-1 0,0 0 0,0 1 0,-10 19 0,-1-1 0,-1 0 0,0-1 0,-1 0 0,-1-1 0,-19 18 0,7-6 0,-102 108 0,128-136 0,-1 0 0,0 0 0,1-1 0,-1 1 0,0 0 0,1 0 0,0 0 0,-1 0 0,1 0 0,-1 1 0,1-1 0,0 0 0,0 0 0,0 0 0,0 0 0,0 0 0,0 0 0,0 0 0,0 0 0,0 0 0,0 1 0,1-1 0,-1 0 0,0 0 0,1 0 0,-1 0 0,1 1 0,20 29 0,-14-23 0,57 71 0,4-3 0,3-2 0,146 115 0,-179-160-682,55 30-1,-38-29-6143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55.06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109 3378 24575,'116'35'-18,"0"-4"0,157 18 1,-105-30 67,180-5 1,171-37-60,-1-26-380,-271 24-14,3467-158 253,-2144 245-176,-1495-57 444,195 9 739,-188-13-730,104-13 0,-167 10-127,0-1 0,0 0 0,-1-2 0,33-12 0,-45 15 0,-1-1 0,1 0 0,-1 0 0,0 0 0,0 0 0,-1-1 0,1 0 0,-1 0 0,0 0 0,0-1 0,0 1 0,0-1 0,-1 0 0,0 0 0,0 0 0,0-1 0,0 1 0,-1-1 0,2-8 0,0-5 0,-1 0 0,0 0 0,-2-1 0,0 1 0,-3-21 0,-14-102 0,11 109 0,-55-352 0,-44-366 0,77 381 0,-10-84 0,30 391 0,-2 1 0,-3 0 0,-37-110 0,39 146 0,-1 1 0,-1 1 0,-1 0 0,-1 0 0,-1 2 0,-1 0 0,-1 0 0,-1 2 0,-1 0 0,-1 1 0,-30-23 0,10 16 0,-1 1 0,0 2 0,-2 3 0,0 1 0,-2 2 0,-83-21 0,11 14 0,-183-15 0,-467 19-194,-2 58-423,696-34 631,-264 18-14,-450 23 0,0-40 0,-222-81 0,559 36 0,-57 21-202,383 23 291,1 5 0,-141 29 0,190-22-3,1 3 1,1 3 0,0 4 0,-111 56-1,133-54-48,2 1-1,1 3 1,2 2-1,1 1 0,1 3 1,2 1-1,-35 46 0,41-40-37,2 1 0,2 1 0,2 1 0,3 2 0,1 1 0,-19 60 0,20-35 0,3 1 0,4 1 0,-14 136 0,23-75 0,12 186 0,38 128 0,21 27 0,48 503 0,-110-964-1365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56.07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179 221 24575,'-27'-21'0,"-41"-21"0,66 45 0,0 1 0,0-1 0,0 1 0,0 0 0,1-1 0,-2 8 0,-16 51 0,4 0 0,2 1 0,3 1 0,3 0 0,3 0 0,2 0 0,3 0 0,3 1 0,3-2 0,3 1 0,2-1 0,3 0 0,3-1 0,2-2 0,40 83 0,-47-119 0,0 0 0,1 0 0,2-2 0,0 0 0,2 0 0,0-2 0,33 29 0,-43-42 0,0-1 0,1 0 0,-1 0 0,1-1 0,0 0 0,0-1 0,1 0 0,-1 0 0,1-1 0,0 0 0,0-1 0,0 0 0,0-1 0,0 0 0,1 0 0,-1-1 0,0 0 0,0-1 0,1 0 0,-1-1 0,0 0 0,0-1 0,12-4 0,-4-1 0,-1-2 0,1 0 0,-1 0 0,-1-2 0,0 0 0,-1-1 0,0 0 0,-1-1 0,-1-1 0,21-28 0,-8 5 0,-2-1 0,-2-1 0,28-67 0,-26 46 0,-3-2 0,-2 0 0,-4-1 0,12-94 0,-23 116 0,-2 0 0,-1-1 0,-2 1 0,-2-1 0,-2 1 0,-2 0 0,-23-80 0,21 99 0,0 1 0,-2 0 0,0 0 0,-2 1 0,0 1 0,-1 0 0,-1 1 0,-24-24 0,29 32 0,-1 1 0,-1 0 0,0 1 0,-1 0 0,0 1 0,0 0 0,0 1 0,-1 0 0,0 1 0,0 1 0,-1 1 0,0 0 0,0 0 0,-21-1 0,29 5 0,1-1 0,-1 2 0,1-1 0,-1 1 0,1 0 0,-1 0 0,1 1 0,0 0 0,0 0 0,0 0 0,0 1 0,0 0 0,-11 7 0,10-5 0,1 1 0,-1 0 0,1 0 0,0 1 0,0 0 0,1 0 0,0 0 0,0 1 0,-4 10 0,1 0 0,0 2 0,2-1 0,0 1 0,2 0 0,0 1 0,1-1 0,1 1 0,1 22 0,2-9 0,1 1 0,2 0 0,2-1 0,1 0 0,21 58 0,-10-44 0,3-1 0,2-1 0,37 56 0,23 13 0,181 194 0,-226-268 0,154 175-1365,-162-180-5461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56.41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0 257 24575,'12'-10'0,"0"0"0,0 1 0,0 0 0,1 1 0,1 1 0,23-10 0,94-28 0,-92 33 0,94-27-455,1 5 0,158-17 0,-247 45-6371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56.68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61 0 24575,'-17'113'0,"-20"182"0,31 51 0,10-268 0,3 1 0,25 105 0,-18-132-1365,-1-11-5461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57.66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35 24575,'0'29'0,"55"1058"0,-52-1054 0,1 4 0,-1-1 0,-4 54 0,-29-140 0,26 39 0,0-2 0,0 1 0,1 0 0,1-1 0,0 1 0,1-1 0,0 0 0,1 1 0,0-1 0,1 0 0,1 1 0,0-1 0,0 1 0,1-1 0,7-16 0,3-5 0,2 1 0,0 0 0,3 1 0,24-35 0,14-9 0,3 3 0,3 2 0,3 3 0,93-76 0,-31 44 0,230-140 0,-173 138-1365,-167 94-5461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7:58.01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24575,'1'3'0,"0"-1"0,0 1 0,0-1 0,0 1 0,0-1 0,0 0 0,1 0 0,-1 1 0,4 3 0,3 4 0,59 90 0,3-4 0,124 129 0,201 140 0,-373-347-682,30 18-1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01.00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639 1602 24575,'-6'-7'0,"0"0"0,0 0 0,1-1 0,1 0 0,-1 0 0,1 0 0,1-1 0,-1 1 0,1-1 0,1 0 0,-3-12 0,0-15 0,-2-56 0,4 53 0,-8-640 0,6 118 0,5 557 0,0-2 0,0 1 0,-1 0 0,1 0 0,-1 0 0,0 0 0,0 0 0,-3-7 0,3 10 0,0 1 0,0 0 0,0 0 0,0 0 0,0 0 0,0 0 0,0 0 0,-1 0 0,1 1 0,0-1 0,0 0 0,-1 1 0,1-1 0,0 0 0,-1 1 0,1 0 0,-1-1 0,1 1 0,-1 0 0,1 0 0,0 0 0,-1 0 0,1 0 0,-1 0 0,1 0 0,-1 0 0,1 0 0,-1 1 0,1-1 0,-3 2 0,-13 3 0,0 1 0,0 0 0,0 1 0,1 1 0,0 1 0,0 0 0,-27 23 0,11-5 0,1 1 0,-37 43 0,35-32 0,2 1 0,1 1 0,3 2 0,1 1 0,-39 91 0,63-121 0,11-14 0,18-19 0,58-56 0,103-118 0,9-9 0,-184 190 0,-1 1 0,2 1 0,-1 0 0,1 0 0,1 2 0,-1 0 0,17-7 0,-23 12 0,1 1 0,-1 0 0,0 0 0,1 1 0,-1 0 0,1 0 0,-1 1 0,1 0 0,0 0 0,-1 1 0,1 0 0,-1 1 0,0 0 0,1 0 0,11 6 0,0 1 15,0 2 0,-1 0 0,0 1 0,-1 1 0,0 1 0,-1 0 0,24 28 0,5 10-758,42 63 1,-56-70-6084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01.98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768 11 24575,'-3'-1'0,"1"1"0,-1 0 0,1-1 0,-1 1 0,0 0 0,1 0 0,-1 0 0,1 1 0,-1-1 0,1 1 0,0-1 0,-5 3 0,-1-1 0,-19 6 0,1 1 0,0 1 0,0 1 0,1 2 0,1 0 0,0 2 0,1 0 0,-42 37 0,27-16 0,2 1 0,1 1 0,-58 85 0,56-65 0,3 1 0,2 2 0,4 1 0,-28 83 0,39-90 0,3 1 0,2 0 0,2 1 0,3 0 0,-1 85 0,9-117 0,0 0 0,2 0 0,1 0 0,0-1 0,2 0 0,11 30 0,-14-45 0,1-1 0,0 0 0,0 0 0,0 0 0,1 0 0,0-1 0,1 0 0,-1 0 0,1 0 0,1-1 0,-1 0 0,1 0 0,0-1 0,1 0 0,-1 0 0,1 0 0,0-1 0,0 0 0,0-1 0,15 5 0,-10-6 0,0 0 0,1 0 0,-1-1 0,0-1 0,0 0 0,1-1 0,-1-1 0,16-3 0,-8-1 0,1 0 0,-1-1 0,-1-2 0,28-14 0,-8-1 0,-2-1 0,0-2 0,-2-2 0,36-35 0,-20 10 0,-2-2 0,-3-2 0,-2-2 0,-3-2 0,-2-2 0,-3-1 0,-4-2 0,-2-2 0,-3-1 0,-3 0 0,19-95 0,-34 122 0,-3-1 0,3-70 0,-9 102 0,-1 0 0,-1-1 0,0 1 0,-1 0 0,0 0 0,0 0 0,-2 0 0,1 0 0,-2 0 0,1 1 0,-2 0 0,1 0 0,-15-20 0,14 24 0,-1 1 0,0-1 0,0 1 0,0 1 0,-1-1 0,0 1 0,0 1 0,0-1 0,0 1 0,-1 1 0,0 0 0,0 0 0,0 0 0,0 1 0,0 1 0,0-1 0,0 2 0,-1-1 0,1 1 0,0 1 0,-1-1 0,-11 4 0,5-1 0,0 1 0,0 0 0,0 1 0,1 1 0,-1 0 0,1 1 0,1 1 0,0 0 0,0 1 0,0 1 0,-22 21 0,22-17 0,1 1 0,1 0 0,0 1 0,1 0 0,0 1 0,2 0 0,0 1 0,1 0 0,-11 34 0,13-27 0,1-1 0,1 1 0,1 0 0,2 0 0,0 0 0,1 0 0,5 27 0,1-11 0,3 1 0,1-2 0,2 0 0,2 0 0,2-1 0,1-1 0,2 0 0,1-2 0,27 37 0,-6-19 0,2-2 0,56 53 0,107 82 0,-72-69 0,-10 5 0,-103-109-1365,-3-5-5461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02.33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1 158 24575,'0'0'0,"0"0"0,3-1 0,10-3 0,19-6 0,23-5 0,21-3 0,15 0 0,7-1 0,1 2 0,-5 2 0,-10 3 0,-14 2 0,-17 2 0,-13 2 0,-13 2-8191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02.56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24 1 24575,'0'0'0,"3"14"0,16 111 0,-5 2 0,-4 161 0,-46 251 0,12-331-1365,14-130-5461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05.33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585 0 24575,'-12'11'0,"-8"11"0,1 1 0,2 1 0,-18 31 0,-40 84 0,71-131 0,-61 130 0,6 4 0,-70 259 0,-16 316 0,145-713 0,-4 22 0,4-22 0,3-16 0,12-48 0,3 0 0,3 1 0,50-101 0,-18 62 0,82-113 0,94-80 0,-176 233 0,4 2 0,103-80 0,-134 120 0,-10 7 0,-35 15 0,-10 7 0,-181 80 0,170-72 0,0 2 0,1 1 0,-37 31 0,72-52 0,0 0 0,0 1 0,0-1 0,0 1 0,1 0 0,0 0 0,0 0 0,0 0 0,0 1 0,1-1 0,-1 1 0,1 0 0,0-1 0,1 1 0,-1 0 0,1 0 0,0 0 0,0 0 0,0 0 0,1 1 0,0-1 0,0 0 0,0 0 0,1 0 0,0 0 0,-1 0 0,2 0 0,2 8 0,10 34 0,1-1 0,3 0 0,29 52 0,83 122 0,-86-153-273,2-3 0,2-2 0,4-2 0,80 73 0,-115-118-6553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05.74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1138 1 24575,'-2'0'0,"1"1"0,0 0 0,0-1 0,0 1 0,-1 0 0,1 0 0,0 0 0,0 0 0,0 0 0,0 0 0,1 0 0,-1 1 0,-1 1 0,-6 7 0,-54 67 0,3 2 0,3 3 0,-49 99 0,-113 281 0,87-133 0,-95 372 0,-3 363 0,202-835-1365,27-188-5461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06.58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9 936 24575,'0'0'0,"-1"-2"0,0 0 0,0 0 0,0-1 0,0 1 0,0 0 0,0 0 0,1 0 0,-1-1 0,1-3 0,1-4 0,1 0 0,1-1 0,0 1 0,0 1 0,1-1 0,1 0 0,-1 1 0,9-12 0,1 0 0,1 0 0,23-24 0,-32 39 0,0 0 0,0 0 0,1 0 0,-1 1 0,1 0 0,1 1 0,-1-1 0,1 1 0,-1 1 0,14-5 0,-15 6 0,-1 1 0,1 0 0,-1 1 0,1-1 0,-1 1 0,1 0 0,-1 1 0,1-1 0,-1 1 0,0 0 0,1 0 0,-1 1 0,0-1 0,0 1 0,1 1 0,-2-1 0,10 6 0,1 3 0,0 0 0,-1 2 0,0 0 0,-1 0 0,-1 1 0,0 1 0,0 0 0,9 18 0,3 9 0,37 89 0,-39-71 0,-3 2 0,-3 1 0,-2 0 0,-3 0 0,-3 1 0,-3 1 0,-5 117 0,67-921 0,-13 213 0,-53 509 0,1 1 0,1-1 0,0 1 0,11-30 0,-11 38 0,1 0 0,0 0 0,1 1 0,0-1 0,0 1 0,0 0 0,1 0 0,0 1 0,0 0 0,14-11 0,2 3 0,1 0 0,0 2 0,0 0 0,1 2 0,0 0 0,32-7 0,12 1 0,77-9 0,-39 14 0,177 4 0,106 30 0,47 1 0,-416-24 0,13 1 0,0-1 0,0-1 0,0-2 0,0-1 0,40-11 0,-67 13-1365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07.37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505 467 24575,'-15'-19'0,"-3"-5"0,8 10 0,0 0 0,-1 1 0,0 0 0,-1 1 0,-16-13 0,24 22 0,-1 0 0,1 1 0,-1-1 0,0 1 0,0 0 0,0 0 0,0 1 0,0-1 0,0 1 0,0 0 0,0 0 0,-1 1 0,1 0 0,0 0 0,0 0 0,-1 0 0,1 1 0,0 0 0,0 0 0,0 0 0,-8 4 0,-1 1 0,1 0 0,-1 1 0,1 1 0,1 0 0,-1 1 0,2 1 0,-1 0 0,1 0 0,1 1 0,-1 0 0,2 1 0,0 0 0,-10 17 0,4-4 0,1 2 0,2 0 0,0 0 0,2 1 0,-12 53 0,16-53 0,2 0 0,1 0 0,1 0 0,2 0 0,4 48 0,-2-61 0,1 1 0,0 0 0,1-1 0,0 0 0,2 0 0,-1 0 0,2-1 0,0 0 0,1 0 0,0-1 0,16 21 0,-18-28 0,0 0 0,0-1 0,0 0 0,1 1 0,0-2 0,0 1 0,0-1 0,0 0 0,1-1 0,0 1 0,-1-2 0,1 1 0,0-1 0,1 0 0,-1-1 0,0 0 0,0 0 0,1 0 0,-1-1 0,0-1 0,0 0 0,1 0 0,-1 0 0,0-1 0,13-4 0,2-2 0,-1-1 0,-1-2 0,0 1 0,0-2 0,-1-1 0,0-1 0,32-29 0,-22 14 0,-1-1 0,-2-2 0,-2 0 0,0-2 0,-2-1 0,-2-1 0,-2 0 0,19-48 0,-21 39 0,-1 0 0,-3-1 0,-2-1 0,-1 0 0,-3-1 0,2-87 0,-10 100 0,-9-68 0,8 90 0,-1-1 0,-1 1 0,0 0 0,0 0 0,-1 0 0,-1 1 0,0 0 0,-9-12 0,15 23 0,0 1 0,0 0 0,0 0 0,0 0 0,-1 0 0,1 0 0,0 0 0,0 0 0,0-1 0,-1 1 0,1 0 0,0 0 0,0 0 0,0 0 0,-1 0 0,1 0 0,0 0 0,0 0 0,-1 0 0,1 0 0,0 0 0,0 0 0,0 0 0,-1 0 0,1 0 0,0 0 0,0 1 0,0-1 0,-1 0 0,1 0 0,0 0 0,0 0 0,0 0 0,0 0 0,-1 1 0,1-1 0,0 0 0,0 0 0,0 0 0,0 0 0,0 0 0,0 1 0,-1-1 0,1 0 0,-10 16 0,-5 21 0,1 13 0,2 0 0,2 1 0,-4 81 0,14 159 0,29-17 0,-19-219 0,3 0 0,36 99 0,-44-142 0,0 0 0,1-1 0,0 1 0,1-1 0,0 0 0,0-1 0,2 0 0,-1 0 0,16 14 0,-18-20 0,0 1 0,1-1 0,0 0 0,-1-1 0,1 0 0,0 0 0,1 0 0,-1-1 0,0 0 0,1 0 0,-1-1 0,1 0 0,0 0 0,-1-1 0,1 0 0,0 0 0,9-2 0,0-1 12,1-1 0,0-1-1,-1 0 1,0-1 0,-1-1 0,1-1-1,15-9 1,4-6-741,59-48-1,-2-11-6096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09.11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502 4964 24575,'21'17'0,"-15"-13"0,25 17 0,2-1 0,0-2 0,1-1 0,57 20 0,151 32 0,-50-30 0,386 29 0,204-52 0,1167-70-875,-1068 22 854,1897-47-155,-2696 77 253,124-7 474,-166 6-448,0-3 1,-1-1-1,40-13 1,-66 16-102,0-1 1,-1-1 0,0 0 0,0 0 0,0-1 0,-1-1 0,0 0 0,-1-1 0,12-11-1,-8 6-1,-2-1 0,0 0 0,-1-1-1,-1 0 1,15-32 0,-5-1-2,-2-1 1,-3-1-1,16-94 0,39-393 1,-35-6 0,-32 494 0,36-1359 0,-41 1307 0,-5 0 0,-35-183 0,31 238 0,-2 1 0,-2 1 0,-2 0 0,-2 1 0,-2 0 0,-2 2 0,-2 1 0,-35-46 0,22 42-6,-2 1 0,-2 2 1,-1 2-1,-2 1 0,-80-50 0,55 47 28,-1 3 0,-3 3 0,-114-40 0,62 37-66,-188-34 0,-128 11-521,-785-13 434,533 42 149,1-28-25,-44-45 7,19 3 0,-4 44 0,497 54-20,-380 39 0,505-20 18,2 4 0,0 4 0,2 4 0,0 4 0,2 5-1,-113 59 1,166-71 92,1 1 1,1 3-1,2 1 0,1 2 0,1 1 0,2 2 0,-31 37 0,27-22-79,2 2 0,3 1 0,1 2-1,-45 109 1,31-40-11,5 2 0,6 1 0,-19 141 0,-19 391 0,54-227 0,54 660 0,-16-839 0,53 576 0,-69-798-109,1 22-205,2-1 0,2 0 0,22 68 0,-29-112-6512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20.01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17 1914 24575,'0'0'0,"0"0"0,-1-18 0,-10-103 0,6-1 0,6 0 0,22-175 0,18 57 0,-17 114 0,11-190 0,-34 299 0,-2 13 0,1 0 0,0 0 0,1 0 0,-1-1 0,1 1 0,0 0 0,1-4 0,-1 6 0,0 1 0,0-1 0,0 0 0,0 0 0,1 1 0,-1-1 0,1 1 0,-1-1 0,1 1 0,-1 0 0,1 0 0,0-1 0,0 1 0,0 0 0,0 0 0,0 1 0,2-2 0,25-7 0,-1 0 0,1 2 0,54-6 0,93 4 0,-143 8 0,897 8 0,-520 2 0,906-33 0,-1064 6 0,360-11 0,-611 29 0,0 0 0,-1 0 0,1 1 0,0-1 0,0 0 0,0-1 0,0 1 0,-1 0 0,1 0 0,0 0 0,0 0 0,0-1 0,-1 1 0,1 0 0,0-1 0,0 1 0,-1-1 0,1 1 0,0 0 0,-1-1 0,2-1 0,-2 2 0,0-1 0,0 0 0,0 1 0,0-1 0,0 0 0,0 1 0,0-1 0,0 0 0,0 1 0,0-1 0,0 0 0,0 1 0,-1-1 0,1 1 0,0-1 0,0 0 0,-1 1 0,1-1 0,0 1 0,-1-1 0,0 0 0,-34-34 0,28 29 0,-44-36 0,-1 2 0,-82-47 0,-127-45 0,242 124 0,50 22 0,7 4 0,0 1 0,0 2 0,53 42 0,-69-46 0,-1 0 0,-1 2 0,-1 1 0,-1 0 0,-1 1 0,27 42 0,-39-53 0,1 1 0,-2-1 0,1 1 0,-1 0 0,-1 0 0,0 1 0,-1-1 0,0 1 0,-1-1 0,0 21 0,-2-15 0,-1 1 0,0-1 0,-2 0 0,0 1 0,-1-2 0,-9 24 0,-10 9 0,-2 0 0,-3-2 0,-48 64 0,72-105 0,-25 35-1365,7-9-5461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20.55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794 159 24575,'-12'-18'0,"1"5"0,-1 1 0,1 1 0,-2-1 0,0 2 0,0 0 0,-1 0 0,0 1 0,0 1 0,-1 1 0,0 0 0,-1 0 0,1 2 0,-1 0 0,0 1 0,-1 0 0,1 1 0,-1 1 0,1 1 0,-1 0 0,0 1 0,-29 5 0,24-3 0,0 2 0,1 1 0,0 1 0,-1 0 0,2 2 0,-1 0 0,1 1 0,1 1 0,0 1 0,0 1 0,1 1 0,0 0 0,1 1 0,1 1 0,0 1 0,-13 17 0,18-18 0,1 0 0,1 1 0,0-1 0,1 2 0,0-1 0,1 1 0,1 1 0,1-1 0,1 1 0,0 0 0,1 0 0,0 22 0,3-17 0,1 1 0,1-1 0,1 1 0,1-1 0,0 0 0,2 0 0,1 0 0,20 42 0,-8-27 0,3-1 0,0-1 0,2 0 0,38 40 0,125 116 0,-176-182 0,-1 1 0,1 0 0,-2 1 0,0 0 0,0 0 0,12 25 0,-18-31 0,-1 0 0,0 0 0,0 1 0,0-1 0,-1 1 0,0 0 0,0-1 0,-1 1 0,0 0 0,0-1 0,0 1 0,-1 0 0,0-1 0,-1 1 0,1-1 0,-1 1 0,-4 9 0,0-5 9,0 0 1,-1 0-1,0 0 0,0-1 0,-1 0 1,-1 0-1,1-1 0,-2 0 0,1-1 0,-1 0 1,-1-1-1,-10 7 0,-5 1-380,-1-1-1,0-1 1,-57 17 0,49-20-6455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21.31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198 693 24575,'-14'17'0,"-6"13"0,0 0 0,2 2 0,2 0 0,-18 47 0,15-25 0,3 0 0,-11 61 0,22-88 0,1 0 0,0 48 0,4-68 0,0 0 0,0 0 0,1 0 0,0 0 0,0 0 0,1 0 0,0 0 0,0-1 0,1 1 0,0-1 0,0 1 0,0-1 0,1 0 0,0 0 0,8 9 0,-8-12 0,-1 0 0,1 0 0,0-1 0,0 0 0,1 0 0,-1 0 0,0 0 0,1-1 0,-1 1 0,1-1 0,-1 0 0,1 0 0,0-1 0,-1 0 0,1 1 0,0-1 0,-1-1 0,1 1 0,0-1 0,-1 0 0,1 0 0,-1 0 0,1-1 0,4-2 0,8-2 0,-1-2 0,0 0 0,-1-1 0,0 0 0,17-15 0,-3 0 0,0-2 0,-2-1 0,-1-2 0,-1 0 0,-2-1 0,-1-2 0,-1 0 0,-1-2 0,-3 0 0,0 0 0,14-47 0,-27 67 0,0 0 0,-1 0 0,-1 0 0,0 0 0,0-1 0,-2 1 0,-1-19 0,1 28 0,-1 0 0,1 0 0,-1 0 0,-1 0 0,1 0 0,-1 1 0,0-1 0,0 1 0,0-1 0,0 1 0,-1 0 0,0 0 0,0 0 0,0 0 0,0 0 0,-1 1 0,0-1 0,1 1 0,-1 0 0,0 0 0,0 0 0,-1 1 0,1 0 0,-8-4 0,4 4 0,0 0 0,-1 0 0,0 0 0,1 1 0,-1 0 0,0 1 0,1 0 0,-1 0 0,0 1 0,0 0 0,1 1 0,-1 0 0,-14 5 0,16-4 0,0-1 0,1 1 0,-1 0 0,1 1 0,0-1 0,0 1 0,0 1 0,1-1 0,-1 1 0,1 0 0,0 0 0,1 0 0,-1 1 0,1 0 0,0 0 0,0 0 0,-3 7 0,6-11 0,0 0 0,1 0 0,-1 0 0,0 0 0,1 0 0,-1 0 0,1 0 0,0 0 0,0 0 0,0 0 0,0 0 0,0 0 0,0 0 0,0 0 0,1 0 0,-1 0 0,1 0 0,-1 0 0,1 0 0,0 0 0,0 0 0,0-1 0,0 1 0,0 0 0,0 0 0,0-1 0,3 4 0,0-3 0,-1 0 0,0 0 0,1 0 0,0 0 0,0 0 0,-1-1 0,1 1 0,0-1 0,0 0 0,0 0 0,0-1 0,0 1 0,0-1 0,5 0 0,10-1 0,0 0 0,0-2 0,0 0 0,-1-1 0,1-1 0,34-14 0,-5-3 0,60-36 0,-42 16 0,-1-2 0,-3-4 0,-1-2 0,-3-2 0,-2-3 0,-3-3 0,-2-1 0,-2-3 0,54-93 0,-94 140 0,-3 6 0,-1 1 0,0-1 0,-1 0 0,0 0 0,0 0 0,-1-1 0,0 1 0,2-14 0,-6 21 0,-3 10 0,-4 18 0,-81 393 0,-43 184 0,105-486-192,-148 605-988,-45-11 715,218-707 462,-103 249-119,97-238-6107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22.26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613 0 24575,'-1'8'0,"-145"639"0,142-632 0,-70 239 0,50-183 0,-50 102 0,72-169 0,0 1 0,0-1 0,0 0 0,-1 0 0,0 0 0,0-1 0,0 1 0,0-1 0,0 0 0,-1 1 0,1-1 0,-1-1 0,0 1 0,-4 2 0,5-4 0,0-1 0,0 1 0,0-1 0,1 1 0,-1-1 0,0 0 0,0 0 0,0 0 0,0-1 0,0 1 0,1 0 0,-1-1 0,0 0 0,0 0 0,1 0 0,-1 0 0,0 0 0,1-1 0,-1 1 0,1-1 0,0 1 0,-1-1 0,-1-3 0,-17-13 0,2-1 0,0-1 0,1-1 0,1-1 0,1 0 0,1-2 0,-17-35 0,29 52 0,0-1 0,0 0 0,1 0 0,0 0 0,1 0 0,0-1 0,0 1 0,0 0 0,1 0 0,1-1 0,-1 1 0,1 0 0,1 0 0,-1-1 0,1 1 0,1 0 0,0 1 0,0-1 0,0 0 0,1 1 0,7-11 0,8-11 0,2 0 0,1 2 0,43-41 0,-55 57 0,165-150 0,-139 131 0,2 3 0,2 1 0,45-23 0,-71 42 0,0 1 0,1 0 0,-1 1 0,2 0 0,-1 1 0,0 1 0,25-2 0,-33 4 0,1 2 0,-1-1 0,0 1 0,0 0 0,1 0 0,-1 1 0,0-1 0,0 2 0,0-1 0,0 1 0,-1 0 0,1 1 0,-1-1 0,0 1 0,0 1 0,0-1 0,0 1 0,5 6 0,2 4 0,-2 1 0,1 0 0,-2 0 0,0 1 0,-1 1 0,-1 0 0,0 0 0,-2 0 0,0 1 0,6 36 0,-4-9 0,-3 1 0,-1-1 0,-5 69 0,-1-69 0,-2 0 0,-2 0 0,-2 0 0,-2-1 0,-18 51 0,25-83 0,10-21 0,16-25 0,41-73 0,52-119 0,36-124 0,-113 255 0,-30 73 0,-5 10 0,1-1 0,0 1 0,0 1 0,1-1 0,14-18 0,-19 28 0,0 0 0,0 0 0,0 0 0,0 0 0,1 0 0,-1 0 0,0 0 0,1 0 0,-1 0 0,0 0 0,1 1 0,-1-1 0,1 1 0,-1-1 0,1 1 0,-1 0 0,1-1 0,0 1 0,-1 0 0,1 0 0,-1 0 0,1 0 0,-1 0 0,1 1 0,0-1 0,-1 0 0,1 1 0,-1-1 0,1 1 0,-1-1 0,0 1 0,1 0 0,-1 0 0,1 0 0,-1-1 0,0 1 0,1 2 0,5 3 0,-1 0 0,0 0 0,0 1 0,-1 0 0,7 11 0,11 21 0,-2 1 0,-1 2 0,-2 0 0,15 56 0,-10-14 0,16 114 0,-38-189 0,-1-5 0,1-1 0,-1 0 0,1 1 0,0-1 0,0 0 0,0 1 0,2 4 0,-2-8 0,-1 1 0,1 0 0,0-1 0,-1 1 0,1-1 0,0 1 0,-1-1 0,1 1 0,0-1 0,0 1 0,0-1 0,0 0 0,-1 1 0,1-1 0,0 0 0,0 0 0,0 0 0,0 1 0,0-1 0,0 0 0,0 0 0,-1 0 0,1-1 0,0 1 0,0 0 0,0 0 0,0 0 0,0-1 0,0 1 0,-1 0 0,1-1 0,0 1 0,1-1 0,13-7 0,-1 0 0,0 0 0,0-2 0,0 1 0,16-18 0,62-65 0,-69 67 0,127-147 0,-149 172 0,-1-1 0,1 0 0,-1 0 0,1 0 0,-1 0 0,1 1 0,-1-1 0,1 0 0,0 1 0,-1-1 0,1 0 0,0 1 0,0-1 0,-1 1 0,1-1 0,0 1 0,0-1 0,0 1 0,0 0 0,0-1 0,0 1 0,0 0 0,0 0 0,0 0 0,-1-1 0,1 1 0,0 0 0,0 0 0,0 1 0,0-1 0,0 0 0,0 0 0,0 0 0,0 1 0,0-1 0,0 0 0,0 1 0,0-1 0,-1 1 0,1-1 0,0 1 0,0-1 0,0 1 0,-1 0 0,1-1 0,0 1 0,-1 0 0,1-1 0,-1 1 0,1 0 0,0 2 0,4 5 0,0 1 0,-1-1 0,-1 1 0,4 12 0,-5-16 0,19 73 0,-3 1 0,12 117 0,10 53 0,-38-239-151,0-1-1,1 1 0,0-1 0,1 0 1,0 0-1,0 0 0,1-1 1,6 9-1,13 10-6674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22.73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429 0 24575,'-15'2'0,"5"2"0,1 0 0,-1 0 0,1 0 0,-1 1 0,1 1 0,0-1 0,1 2 0,-13 10 0,-4 7 0,-29 37 0,24-24 0,2 1 0,2 1 0,1 2 0,3 0 0,1 2 0,2 0 0,2 1 0,1 1 0,-15 79 0,29-112 0,1-1 0,0 0 0,0 1 0,3 22 0,-2-33 0,0 1 0,0-1 0,0 0 0,0 1 0,1-1 0,-1 1 0,0-1 0,1 0 0,-1 1 0,1-1 0,0 0 0,-1 1 0,1-1 0,0 0 0,0 0 0,0 0 0,0 1 0,0-1 0,0 0 0,0 0 0,0-1 0,0 1 0,0 0 0,1 0 0,-1 0 0,0-1 0,0 1 0,1-1 0,-1 1 0,1-1 0,-1 1 0,0-1 0,1 0 0,-1 0 0,1 0 0,-1 0 0,1 0 0,-1 0 0,1 0 0,-1 0 0,0 0 0,1-1 0,-1 1 0,1-1 0,-1 1 0,0-1 0,1 1 0,1-2 0,8-4 0,0 1 0,-1-2 0,1 1 0,-1-2 0,-1 1 0,17-17 0,50-62 0,-63 70 0,167-232 0,-177 243 0,0 0 0,0 1 0,1-1 0,0 0 0,0 1 0,0 0 0,1 0 0,9-6 0,-11 8 0,-1 2 0,0-1 0,1 0 0,-1 0 0,0 1 0,1 0 0,-1-1 0,1 1 0,-1 0 0,1 0 0,-1 0 0,1 0 0,-1 1 0,1-1 0,-1 1 0,1 0 0,-1-1 0,0 1 0,1 0 0,-1 0 0,0 1 0,0-1 0,4 3 0,11 8 0,-1 1 0,-1 0 0,0 1 0,19 23 0,50 72 0,-50-62 0,-3-6 0,112 139 0,-123-159 0,0 0 0,1-2 0,1 0 0,1-2 0,46 28 0,-58-40-136,0 1-1,1-2 1,0 0-1,0 0 1,0-1-1,0 0 1,1-1-1,-1-1 0,16 1 1,31-6-6690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22.97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1224 1 24575,'0'0'0,"-1"1"0,-4 4 0,-13 15 0,-24 28 0,-26 31 0,-22 30 0,-15 26 0,-21 34 0,-13 23 0,-6 12 0,4-7 0,12-26 0,9-39 0,26-42-8191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29.59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6479 24575,'6'-20'0,"10"-23"0,-2-1 0,-2 0 0,-2 0 0,-2-1 0,3-55 0,-16-252 0,-2 228 0,20-243 0,132-382 0,-81 457 0,84-627 0,-141 847 0,44-374 0,-32 331 0,64-208 0,-42 210 0,4 2 0,5 3 0,91-147 0,-86 170 0,3 3 0,5 3 0,2 2 0,110-99 0,-106 119 0,1 3 0,3 3 0,129-67 0,-58 48 0,173-57 0,-123 64 0,3 9 0,309-44 0,416 1 0,-724 81 0,1666-121-313,1 31-1,-78-21 729,-645 41-203,-1120 85-321,31-2 344,-50 2-349,0 1-1,0-1 0,0 0 0,-1 1 1,1-1-1,0-1 0,0 1 1,0 0-1,-1-1 0,1 1 0,-1-1 1,5-3-1,1-5-6711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31.41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0 179 24575,'10'-6'0,"-1"1"0,1 0 0,1 1 0,-1 0 0,1 0 0,11-2 0,7-2 0,102-29 0,1 5 0,1 7 0,1 5 0,162-3 0,549 35 0,-522 0 0,-126-8 0,287 18 0,-476-21 0,0 0 0,1 1 0,-1 0 0,0 0 0,0 0 0,0 1 0,-1 1 0,1-1 0,-1 1 0,1 1 0,-1-1 0,0 1 0,-1 0 0,1 1 0,-1 0 0,0 0 0,-1 0 0,1 1 0,-1-1 0,-1 1 0,1 0 0,3 9 0,11 22 0,-1 2 0,-3-1 0,-1 2 0,17 79 0,11 175 0,-39-270 0,24 254 0,27 206 0,-18-309 0,70 211 0,-29-123 0,-78-222 0,1-42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33.25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166 121 24575,'0'0'0,"0"0"0,-1 11 0,-42 311 0,-26-5 0,19-97 0,49-219 0,1 0 0,-1 1 0,1-1 0,0 0 0,0 1 0,0-1 0,-1 0 0,1 1 0,1-1 0,-1 1 0,0-1 0,0 0 0,0 1 0,1-1 0,0 2 0,-1-3 0,0 0 0,1 0 0,-1 1 0,1-1 0,-1 0 0,0 0 0,1 0 0,-1 0 0,1 0 0,-1 0 0,1 0 0,-1 0 0,0 0 0,1 0 0,-1 0 0,1 0 0,-1-1 0,0 1 0,1 0 0,-1 0 0,1 0 0,-1 0 0,0-1 0,1 1 0,-1 0 0,0 0 0,1-1 0,-1 1 0,0 0 0,1-1 0,32-36 0,1-13 0,-3-1 0,49-108 0,21-123 0,-83 220 0,-3 0 0,-2 0 0,-3-1 0,3-98 0,-12 166 0,0-1 0,0 1 0,0 0 0,1-1 0,0 1 0,3 5 0,3 10 0,8 27 0,49 131 0,-50-144 0,1-1 0,2 0 0,23 32 0,-37-59 0,0 0 0,1-1 0,0 0 0,-1 0 0,2 0 0,-1 0 0,1-1 0,-1 0 0,1 0 0,0 0 0,1-1 0,-1 0 0,1 0 0,-1-1 0,1 0 0,0 0 0,0 0 0,0-1 0,0 0 0,0 0 0,0-1 0,0 0 0,0 0 0,0-1 0,0 0 0,13-3 0,-3-1 0,0-1 0,0 0 0,-1-2 0,0 0 0,0 0 0,-1-2 0,0 0 0,-1 0 0,21-21 0,-3 0 0,-2-1 0,-2-1 0,-1-2 0,-1-1 0,-3 0 0,0-2 0,-3-1 0,25-64 0,-43 96 0,0 5 0,-1-1 0,0 0 0,0 1 0,0-1 0,0 0 0,-1 0 0,1 0 0,-1 0 0,0 0 0,1 0 0,-1 0 0,-1 0 0,0-4 0,-10 26 0,-20 76 0,4 2 0,4 0 0,4 1 0,5 1 0,-3 178 0,18-225 60,9 67 0,-6-96-308,1 0 1,0 0-1,2-1 1,0 0-1,13 26 1,6-4-6579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34.50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79 402 24575,'-61'274'0,"53"-224"0,2 0 0,2 1 0,5 74 0,-1-123 0,0-1 0,-1 0 0,1 0 0,0 1 0,0-1 0,1 0 0,-1 1 0,0-1 0,0 0 0,1 0 0,-1 1 0,0-1 0,1 0 0,-1 0 0,1 0 0,0 0 0,-1 1 0,1-1 0,0 0 0,0 0 0,0 0 0,-1-1 0,1 1 0,0 0 0,0 0 0,0 0 0,1-1 0,-1 1 0,0 0 0,0-1 0,0 1 0,0-1 0,1 1 0,-1-1 0,0 0 0,0 0 0,1 1 0,-1-1 0,0 0 0,1 0 0,-1 0 0,0 0 0,0-1 0,1 1 0,-1 0 0,0 0 0,2-1 0,6-3 0,0 1 0,-1-1 0,1-1 0,-1 0 0,10-6 0,13-12 0,0 0 0,-2-2 0,-1-2 0,38-44 0,-49 51 0,-2 0 0,-1-1 0,0-1 0,-2 0 0,0-1 0,-1 0 0,13-46 0,-21 62 0,-2 0 0,1 0 0,-1 0 0,0 0 0,0 0 0,-1 0 0,0-1 0,0 1 0,-1 0 0,0 0 0,0 0 0,0 0 0,-1 0 0,-5-12 0,7 21 0,1 0 0,-1 0 0,0 0 0,0 0 0,-1 0 0,1 0 0,0 0 0,-1 1 0,1-1 0,-2 2 0,-1 10 0,-4 64 0,2 116 0,7-142 0,3-1 0,2-1 0,17 68 0,-20-107 0,-1 1 0,1 0 0,1-1 0,0 0 0,0 0 0,11 14 0,-14-21 0,1-1 0,0 1 0,0-1 0,1 0 0,-1 0 0,1 0 0,-1 0 0,1-1 0,0 0 0,0 1 0,0-1 0,0-1 0,0 1 0,1-1 0,-1 1 0,0-1 0,1 0 0,-1-1 0,1 1 0,5-1 0,3-1 0,-1 0 0,0-1 0,1 0 0,-1-1 0,0-1 0,0 0 0,-1-1 0,1 0 0,-1 0 0,18-13 0,-1-1 0,-2-1 0,46-44 0,-31 22 0,-3-2 0,-2-2 0,-1-2 0,-3 0 0,36-73 0,-33 46 0,-2-1 0,-4-2 0,23-99 0,-52 175 0,25-117 0,-23 104 0,0-1 0,-1 1 0,-1-1 0,-1 0 0,-3-24 0,-2 24 0,5 16 0,1 0 0,0-1 0,0 1 0,0 0 0,-1 0 0,1 0 0,0 0 0,0-1 0,-1 1 0,1 0 0,0 0 0,-1 0 0,1 0 0,0 0 0,0 0 0,-1 0 0,1 0 0,0 0 0,-1 0 0,1 0 0,0 0 0,-1 0 0,1 0 0,0 0 0,0 0 0,-1 0 0,1 0 0,0 0 0,-1 0 0,1 1 0,-3 1 0,0 0 0,1 0 0,-1 1 0,1 0 0,-1-1 0,1 1 0,-3 5 0,-15 24 0,1 1 0,2 1 0,1 0 0,-14 45 0,-30 152 0,43-136 0,-8 111 0,23-151 0,1 0 0,3 0 0,13 83 0,-11-121 0,-1 0 0,2-1 0,0 1 0,1-1 0,1-1 0,0 1 0,18 27 0,-18-34 0,0 0 0,0-1 0,1 0 0,0 0 0,0-1 0,1 0 0,0 0 0,0-1 0,0 0 0,1-1 0,0 0 0,0 0 0,12 3 0,0-3 0,0 0 0,1-1 0,-1-2 0,1 0 0,0-1 0,0-1 0,-1-2 0,1 0 0,-1-1 0,30-8 0,11-7 0,0-3 0,75-34 0,-115 45 0,-1-1 0,0-1 0,-1-1 0,29-22 0,-42 28 0,1-1 0,-1 0 0,-1 0 0,1-1 0,-1 0 0,-1-1 0,0 1 0,0-1 0,-1 0 0,0 0 0,-1-1 0,3-11 0,2-10 0,-2-1 0,-1-1 0,-2 1 0,-1-1 0,-3-59 0,-2 80-1365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34.94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208 0 24575,'0'7'0,"-49"406"0,-31-3 0,25-139 0,53-261-62,-17 111 252,17-106-439,2 1 0,0 0 0,0-1 1,2 1-1,4 22 0,3-7-6577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35.35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0 327 24575,'0'0'0,"5"0"0,46-2 0,-1-2 0,-1-3 0,1-1 0,68-22 0,183-80 0,-126 24 0,-28 13 0,-145 72 0,0 0 0,0 0 0,1 0 0,-1 0 0,0 1 0,1-1 0,-1 1 0,0 0 0,1-1 0,-1 1 0,1 0 0,-1 0 0,1 0 0,-1 1 0,0-1 0,1 1 0,-1-1 0,0 1 0,1 0 0,-1 0 0,0 0 0,0 0 0,0 0 0,0 0 0,0 1 0,0-1 0,0 1 0,0-1 0,0 1 0,-1 0 0,1 0 0,0-1 0,-1 1 0,0 0 0,1 1 0,-1-1 0,1 4 0,4 7 0,-1 0 0,0 1 0,-1 0 0,-1 0 0,2 15 0,1 19 0,-2-1 0,-2 1 0,-7 74 0,-29 141 0,32-253-113,-1 29 360,3-37-322,0-1 0,0 1 0,0 0 0,0 0 0,1-1 0,-1 1 0,1-1 0,0 1 0,-1 0 0,1-1 1,0 1-1,0-1 0,0 1 0,0-1 0,0 0 0,0 1 0,0-1 0,0 0 0,2 1 0,12 6-6751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35.49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 1 24575,'0'0'0,"0"0"0,0 0 0,0 2 0,-1 8 0,-1 2-8191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36.01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287 347 24575,'-1'9'0,"0"1"0,-1-1 0,0 1 0,0-1 0,-5 11 0,-3 14 0,-39 171 0,-113 405 0,157-594 0,4-11 0,-1 0 0,0 0 0,0 0 0,0 0 0,0 0 0,-4 5 0,6-10 0,0 0 0,0 1 0,0-1 0,-1 0 0,1 0 0,0 0 0,0 0 0,0 0 0,0 0 0,0 0 0,-1 1 0,1-1 0,0 0 0,0 0 0,0 0 0,0 0 0,-1 0 0,1 0 0,0 0 0,0 0 0,0 0 0,-1 0 0,1 0 0,0 0 0,0 0 0,0 0 0,-1 0 0,1 0 0,0 0 0,0 0 0,0 0 0,0 0 0,-1-1 0,1 1 0,0 0 0,0 0 0,0 0 0,0 0 0,0 0 0,-1 0 0,1-1 0,0 1 0,0 0 0,0 0 0,0 0 0,0 0 0,0 0 0,0-1 0,0 1 0,-1 0 0,1 0 0,0 0 0,0-1 0,0 1 0,0 0 0,0 0 0,0 0 0,0-1 0,-3-9 0,0 1 0,0-1 0,1 0 0,1 0 0,-1-1 0,1-16 0,0 7 0,-4-95 0,6 0 0,21-164 0,1 129 0,58-202 0,-73 319 0,15-43 0,-21 68 0,1 1 0,1 0 0,-1 0 0,1 0 0,0 0 0,1 1 0,7-9 0,-10 13 0,1-1 0,0 1 0,0 0 0,0 0 0,0 0 0,0 0 0,0 0 0,1 1 0,-1 0 0,1-1 0,-1 1 0,1 0 0,-1 1 0,1-1 0,-1 1 0,1-1 0,0 1 0,-1 0 0,1 0 0,0 1 0,-1-1 0,1 1 0,0 0 0,-1 0 0,1 0 0,-1 0 0,0 1 0,1-1 0,-1 1 0,3 2 0,1 0 0,-1 0 0,0 1 0,0-1 0,0 1 0,-1 0 0,0 1 0,0-1 0,0 1 0,-1 0 0,1 1 0,-2-1 0,1 1 0,5 12 0,-7-8 0,0-1 0,0 1 0,-1-1 0,0 1 0,-1-1 0,0 1 0,-1-1 0,0 1 0,0-1 0,-1 1 0,-1-1 0,0 0 0,0 0 0,-1 0 0,0 0 0,-1-1 0,-7 12 0,-9 12 0,-1-1 0,-2-1 0,-34 35 0,-55 49-1365,68-74-5461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36.78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503 1 24575,'-4'8'0,"-407"956"0,398-930 0,-12 25 0,14-36 0,1 2 0,1-1 0,-9 42 0,18-65 0,-1 1 0,1-1 0,0 0 0,0 0 0,0 1 0,0-1 0,0 0 0,0 0 0,0 0 0,1 1 0,-1-1 0,0 0 0,1 0 0,-1 0 0,1 1 0,-1-1 0,1 0 0,-1 0 0,1 0 0,0 0 0,0 0 0,-1 0 0,1 0 0,0-1 0,0 1 0,0 0 0,0 0 0,0-1 0,0 1 0,0 0 0,2 0 0,0 0 0,1 0 0,0 0 0,-1 0 0,1 0 0,0-1 0,0 0 0,0 1 0,0-2 0,6 1 0,6-3 0,0 0 0,0-1 0,0-1 0,0 0 0,-1-1 0,21-11 0,86-57 0,-108 65 0,275-211 0,-188 138 0,-99 80 0,-1 1 0,1-1 0,0 1 0,-1 0 0,1 0 0,0 0 0,0 0 0,0 0 0,0 0 0,0 0 0,0 0 0,0 1 0,0-1 0,0 1 0,0 0 0,0-1 0,3 1 0,-3 1 0,-1 0 0,1 0 0,-1 0 0,1 0 0,-1 0 0,1 0 0,-1 0 0,0 0 0,1 0 0,-1 1 0,0-1 0,0 0 0,0 1 0,0-1 0,0 1 0,-1-1 0,1 1 0,0 0 0,-1-1 0,2 4 0,5 20 0,0 1 0,4 32 0,-7-31 0,2 0 0,9 27 0,-14-51 0,0 1 0,0-1 0,0 1 0,1-1 0,0 0 0,-1 0 0,1 0 0,0 0 0,1 0 0,-1 0 0,0 0 0,1-1 0,0 1 0,-1-1 0,1 0 0,0 0 0,0 0 0,0 0 0,0 0 0,1-1 0,-1 1 0,0-1 0,1 0 0,-1 0 0,1 0 0,-1 0 0,1-1 0,0 1 0,-1-1 0,1 0 0,-1 0 0,1-1 0,0 1 0,-1-1 0,1 0 0,5-1 0,10-4 0,-1-1 0,1 0 0,-2-2 0,1 0 0,-1 0 0,31-25 0,86-84 0,12-39 0,-135 145 0,-11 11 0,0 1 0,1-1 0,-1 0 0,0 1 0,1-1 0,-1 1 0,1-1 0,-1 1 0,1 0 0,-1-1 0,1 1 0,0-1 0,-1 1 0,1 0 0,-1-1 0,1 1 0,0 0 0,-1 0 0,1 0 0,0 0 0,-1-1 0,1 1 0,1 0 0,4 12 0,-7 32 0,1-43 0,-8 74 0,-35 140 0,-41 75 0,-143 321 0,169-486 0,-6-3 0,-134 194 0,171-279 0,-1-1 0,-2-1 0,-56 51 0,80-81 0,0 0 0,-1 0 0,1-1 0,-1 1 0,0-2 0,0 1 0,0-1 0,-1 0 0,1 0 0,-11 1 0,15-4 0,0 1 0,0-1 0,0 0 0,0-1 0,0 1 0,0 0 0,0-1 0,0 0 0,0 0 0,1 0 0,-1 0 0,0 0 0,0 0 0,1-1 0,-1 1 0,0-1 0,1 0 0,0 0 0,-1 0 0,1 0 0,0 0 0,0 0 0,0-1 0,0 1 0,1-1 0,-1 1 0,1-1 0,-3-4 0,0-3 0,0 1 0,1-1 0,0 0 0,0 0 0,1-1 0,0 1 0,0-18 0,2 1 0,1 0 0,4-27 0,5-10 0,4 1 0,2 0 0,3 1 0,49-107 0,-16 62 0,115-174 0,6 52-1365,-100 145-5461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38.54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408 297 24575,'0'0'0,"0"0"0,10-3 0,48-9 0,1 2 0,0 2 0,83 1 0,-69 4 0,1369-3-2517,-1079 12 2224,-115-3 246,1065 4-1162,-3-73 242,-618-14 936,270-23-1048,-704 89 1169,448 30-1,-642-10 553,0 2 0,0 3 0,-1 3 0,68 25 0,-108-31-458,-1 1 0,0 1-1,-1 2 1,0 0-1,-1 1 1,0 0 0,-1 2-1,0 1 1,-2 0-1,0 1 1,0 1 0,-2 0-1,0 1 1,14 25-1,-18-22-183,0 1 0,-2 0 0,0 1 0,-2 0 0,0 0 0,-2 1 0,-1-1 0,-1 1 0,0 0 0,-2 0 0,-1 0 0,-4 27 0,-7 31 0,-4-1 0,-32 101 0,25-101 0,-65 286 0,67-256 0,-8 151 0,40 319 0,1-304 0,-13-275 0,0 1 0,0 0 0,0 0 0,-1-1 0,0 1 0,0 0 0,0-1 0,0 1 0,0-1 0,-1 1 0,1-1 0,-1 1 0,0-1 0,0 0 0,-1 0 0,1 0 0,0 0 0,-1-1 0,0 1 0,0 0 0,0-1 0,-5 4 0,-5 1 0,-1 0 0,1-1 0,-1 0 0,-23 5 0,-27 6 0,0-3 0,-88 8 0,-139-6 0,-393-35-249,-1-44-204,266 22 545,-513-28-92,-109-9 0,-608-153 98,1407 183 158,-382-129 0,509 139-256,-1 5 0,-2 5 0,-1 6 0,0 4 0,-180-2 0,-93 35 0,333-8 0,1 2 0,0 3 0,1 2 0,-90 36 0,139-47 0,8-3 0,0 0 0,0 0 0,0 0 0,0 0 0,0 0 0,0 0 0,0 0 0,0 0 0,0 0 0,0 0 0,0 0 0,0-1 0,0 1 0,0 0 0,0 0 0,0 0 0,0 0 0,0 0 0,0 0 0,0 0 0,0 0 0,0 0 0,0 0 0,0 0 0,-1 0 0,1 0 0,0 0 0,0 0 0,0 0 0,0 0 0,0 0 0,7-13 0,116-217 0,41-87 0,-133 242 0,-4-1 0,-2-1 0,-4-1 0,-3-1 0,-4-1 0,-3 0 0,-4 0 0,-4-1 0,-9-124 0,0 143-120,-2-12-295,3 0 0,9-144 0,-2 202-6411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39.74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338 846 24575,'-2'-1'0,"0"-1"0,0 1 0,0-1 0,0 0 0,0 1 0,0-1 0,0 0 0,0 0 0,1 0 0,-1 0 0,1-1 0,-1 1 0,-1-5 0,-15-37 0,15 35 0,-14-44 0,2-2 0,3 1 0,2-2 0,2 0 0,3 0 0,2 0 0,3 0 0,2 0 0,19-110 0,-20 165 0,-1-1 0,1 1 0,-1 0 0,1-1 0,-1 1 0,0-1 0,1 1 0,-1-1 0,0 1 0,0 0 0,0-1 0,0 1 0,-1-1 0,1 1 0,0-1 0,-1 1 0,1 0 0,-1-3 0,-1 4 0,0 0 0,0 0 0,1 0 0,-1 1 0,0-1 0,0 0 0,1 1 0,-1-1 0,0 1 0,1 0 0,-1 0 0,1-1 0,-3 3 0,-4 1 0,-26 11 0,-31 21 0,55-30 0,1 0 0,1 0 0,-1 1 0,1 0 0,0 0 0,1 1 0,0 0 0,-10 13 0,-11 36 0,80-89 0,41-51 0,-57 49 0,69-50 0,-99 79 0,0 2 0,0-1 0,1 1 0,-1 0 0,1 0 0,0 1 0,0 0 0,0 0 0,0 1 0,0-1 0,0 2 0,0-1 0,1 1 0,12 1 0,-11 1 0,1 0 0,-1 0 0,0 1 0,0 0 0,0 1 0,0 0 0,-1 1 0,1-1 0,14 13 0,-4-1 0,-1 1 0,-1 1 0,0 0 0,-2 1 0,0 1 0,-1 0 0,20 39 0,-10-8-1365,-4-6-5461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40.61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77 24575,'47'56'0,"57"90"0,-53-71 0,-29-43 0,26 38 0,3-2 0,74 76 0,-106-125 0,1-1 0,0-1 0,1-1 0,0-1 0,2-1 0,0-1 0,0-1 0,1-1 0,0-1 0,1-1 0,43 10 0,-53-17 0,0 0 0,0 0 0,0-2 0,0 0 0,1-1 0,-1 0 0,0-1 0,24-7 0,-18 3 0,-1-2 0,1 0 0,-2-1 0,1-1 0,24-17 0,-3-4 0,-2-1 0,-1-2 0,-2-1 0,46-58 0,-6-3-455,-5-4 0,106-197 0,-153 250-6371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43.62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217 135 24575,'0'0'0,"0"0"0,-1 0 0,1 0 0,0 0 0,0 0 0,0 0 0,-1 0 0,1 0 0,0 0 0,0-1 0,0 1 0,-1 0 0,1 0 0,0 0 0,0 0 0,0 0 0,-1 0 0,1 0 0,0-1 0,0 1 0,0 0 0,0 0 0,-1 0 0,1 0 0,0-1 0,0 1 0,0 0 0,0 0 0,0 0 0,0 0 0,0-1 0,0 1 0,0 0 0,-1 0 0,1-1 0,0 1 0,0 0 0,0 0 0,0 0 0,0-1 0,0 1 0,0 0 0,1 0 0,-1 0 0,0-1 0,0 1 0,0 0 0,0 0 0,0 0 0,0-1 0,0 1 0,0 0 0,0 0 0,1 0 0,-1-1 0,0 1 0,0 0 0,0 0 0,1 0 0,8-12 0,3 4 0,1 0 0,0 1 0,0 1 0,1 0 0,25-7 0,76-14 0,-95 23 0,33-8 0,0 3 0,0 2 0,0 2 0,1 3 0,-1 2 0,1 3 0,54 9 0,-49-2 0,-15-4 0,0 3 0,-1 1 0,43 17 0,-80-24 0,0 0 0,0 1 0,-1 0 0,1 0 0,-1 0 0,0 1 0,0 0 0,0 0 0,-1 0 0,0 0 0,0 1 0,0 0 0,0 0 0,-1 0 0,0 0 0,0 0 0,-1 1 0,0-1 0,0 1 0,-1 0 0,2 10 0,1 10 0,-2 1 0,-1 0 0,-4 53 0,-7 13 0,-4-2 0,-28 95 0,-67 177 0,102-342 0,-236 713 0,-15 48 0,-172 478 0,418-1238 0,11-23 0,1 1 0,0-1 0,0 0 0,-1 1 0,1-1 0,0 0 0,-1 1 0,1-1 0,0 0 0,-1 0 0,1 1 0,-1-1 0,1 0 0,0 0 0,-1 0 0,1 0 0,-1 0 0,1 1 0,-1-1 0,1 0 0,-1 0 0,1 0 0,0 0 0,-1 0 0,1 0 0,-2-1 0,-1-1 0,0 0 0,1-1 0,-1 1 0,0-1 0,1 0 0,0 1 0,-1-1 0,1 0 0,-2-6 0,-14-19 0,1-2 0,2 0 0,1-1 0,2 0 0,-14-55 0,8 10 0,-9-104 0,52 266 0,-22-73 0,10 44 0,37 98 0,-44-140 0,1-1 0,0 1 0,1-1 0,0-1 0,1 1 0,1-2 0,0 1 0,0-1 0,2-1 0,-1 0 0,22 16 0,-23-22 0,0 0 0,0 0 0,0-1 0,0 0 0,0-1 0,1-1 0,0 1 0,0-1 0,-1-1 0,1 0 0,0-1 0,0 0 0,0 0 0,0-1 0,0-1 0,0 0 0,-1 0 0,1-1 0,11-5 0,6-3 0,-1-1 0,0-1 0,-1-2 0,-1 0 0,44-35 0,-17 4-170,-2-2-1,-1-2 0,-3-2 1,-3-3-1,-2-1 0,-2-1 1,33-67-1,-65 109-6655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44.66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163 331 24575,'25'-24'0,"7"2"0,1 2 0,1 2 0,1 1 0,71-24 0,154-31 0,136-7 0,-271 62 0,153-1 0,-256 18 0,-10-1 0,0 0 0,0 1 0,1 0 0,-1 1 0,0 1 0,0 0 0,0 1 0,0 0 0,12 5 0,-22-7 0,-1 0 0,1 0 0,-1 1 0,1-1 0,-1 0 0,0 1 0,1-1 0,-1 1 0,0 0 0,0-1 0,0 1 0,0 0 0,0 0 0,-1-1 0,1 1 0,-1 0 0,1 0 0,-1 0 0,1 0 0,-1 0 0,0 0 0,0 0 0,0 0 0,0 0 0,0 0 0,-1-1 0,1 1 0,0 0 0,-1 0 0,0 0 0,0 2 0,-3 7 0,0 0 0,-1-1 0,-1 1 0,-6 10 0,-14 17 0,-1-2 0,-2-1 0,-50 48 0,-114 86 0,-265 173 0,21-16 0,243-155 0,153-131 0,2 3 0,-49 68 0,86-109 0,1 1 0,-1-1 0,1 0 0,-1 0 0,1 0 0,0 1 0,0-1 0,0 1 0,0-1 0,0 1 0,0-1 0,1 1 0,-1 0 0,1-1 0,0 1 0,0 0 0,0-1 0,1 6 0,0-6 0,1 1 0,-1 0 0,1-1 0,0 1 0,0-1 0,0 1 0,1-1 0,-1 0 0,0 0 0,1 0 0,-1 0 0,1 0 0,0-1 0,0 1 0,5 1 0,15 7 0,1 0 0,0-2 0,1-1 0,43 8 0,107 3 0,-23-13 0,264-25 0,151-57 0,-379 49 0,-159 22-1365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18:45.60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437 0 24484,'-437'2071'0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31.6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4 24575,'0'0'0,"0"-1"0,-1 0 0,0 0 0,0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33.8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24575,'1'3'0,"-1"0"0,1 0 0,0-1 0,0 1 0,0 0 0,0-1 0,0 1 0,2 3 0,5 8 0,244 719 0,-193-545 0,44 93 0,-89-250 0,2 0 0,1-2 0,1 0 0,1-1 0,2 0 0,40 41 0,-54-62 0,0-1 0,1 0 0,-1 0 0,1 0 0,0-1 0,1 0 0,-1-1 0,1 0 0,15 5 0,-23-9 0,0 1 0,0-1 0,0 0 0,0 0 0,0 0 0,0 0 0,0 0 0,0 0 0,0 0 0,0-1 0,0 1 0,0 0 0,0-1 0,0 1 0,0 0 0,0-1 0,0 1 0,0-1 0,-1 1 0,1-1 0,0 0 0,0 1 0,0-1 0,-1 0 0,2-1 0,13-26 0,-13 24 0,19-51 0,-2 0 0,15-77 0,11-120 0,-39 214 0,-3 19 0,89-696 0,-90 712 0,4 8 0,8 14 0,-12-17 0,26 44 0,-2 1 0,39 98 0,22 111 0,-75-217 0,46 163 0,-28-91 0,81 199 0,-104-295 0,0 0 0,1-1 0,1 0 0,20 25 0,-27-36 0,1 0 0,-1 0 0,1-1 0,0 1 0,0-1 0,0 1 0,0-1 0,0 0 0,1-1 0,-1 1 0,1-1 0,-1 1 0,1-1 0,-1 0 0,1 0 0,0 0 0,-1-1 0,1 0 0,0 1 0,0-1 0,0 0 0,-1-1 0,1 1 0,0-1 0,-1 1 0,1-1 0,6-3 0,0-1 0,1 0 0,-1-1 0,-1-1 0,1 0 0,-1 0 0,0-1 0,-1 0 0,0 0 0,0-1 0,13-19 0,-2-1 0,-2 0 0,22-50 0,-15 17 0,-3-1 0,-2 0 0,-3-2 0,-3 0 0,8-117 0,-16 69 0,-5 0 0,-24-177 0,-1 148 0,25 142-35,0-1 0,0 1 1,0-1-1,0 0 0,0 1 0,0-1 0,0 1 0,0-1 0,0 0 0,0 1 0,0-1 0,0 1 0,0-1 1,1 1-1,-1-1 0,0 0 0,0 1 0,1-1 0,-1 1 0,0-1 0,1 1 0,-1 0 0,0-1 0,1 1 1,-1-1-1,1 1 0,-1-1 0,1 1 0,0-1-318,8-6-6473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35.0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491 39 24575,'-3'0'0,"1"-1"0,-1 1 0,0 0 0,0 0 0,0 0 0,0 1 0,0-1 0,-3 1 0,-1 0 0,-7 1 0,1 1 0,-1 0 0,1 0 0,-1 1 0,1 1 0,1 0 0,-1 1 0,1 1 0,-18 11 0,12-5 0,2 0 0,-1 2 0,2 0 0,0 0 0,-20 29 0,10-8 0,2 1 0,2 2 0,1 0 0,2 1 0,-19 64 0,25-62 0,1 1 0,3 0 0,1 1 0,2-1 0,1 46 0,4-63 0,2 0 0,0 0 0,2 0 0,0 0 0,2 0 0,1-1 0,1 0 0,1-1 0,22 41 0,-25-54 0,0-1 0,1-1 0,0 0 0,0 0 0,1 0 0,0-1 0,1 0 0,0 0 0,0-1 0,1 0 0,0-1 0,0 0 0,0-1 0,15 6 0,-15-8 0,1 0 0,-1-1 0,1 0 0,0 0 0,0-1 0,0-1 0,-1 0 0,1 0 0,0-1 0,0-1 0,0 0 0,-1 0 0,1-1 0,-1 0 0,16-7 0,-9 2 0,1-2 0,-1 1 0,-1-2 0,0 0 0,0-1 0,-1-1 0,-1 0 0,0-1 0,14-18 0,-12 10 0,0 0 0,-2-1 0,-1 0 0,-1-2 0,-1 1 0,10-32 0,-10 20 0,-2-1 0,-2 0 0,-1 0 0,-2-1 0,-1 0 0,-2 1 0,-2-1 0,-1 0 0,-13-64 0,7 70 0,-1 0 0,-1 1 0,-2 1 0,0-1 0,-3 2 0,-33-52 0,36 63 0,-1 1 0,0 1 0,-2 0 0,0 1 0,0 0 0,-2 2 0,1 0 0,-2 0 0,0 2 0,0 0 0,-31-13 0,47 23 0,0 0 0,0 1 0,0-1 0,0 0 0,-1 1 0,1 0 0,0-1 0,-1 1 0,1 0 0,-3 0 0,4 1 0,0-1 0,1 0 0,-1 0 0,0 0 0,0 1 0,1-1 0,-1 1 0,0-1 0,0 0 0,1 1 0,-1-1 0,0 1 0,1-1 0,-1 1 0,1 0 0,-1-1 0,1 1 0,-1 0 0,1-1 0,-1 2 0,0 2 0,-1 1 0,2-1 0,-1 0 0,0 1 0,1-1 0,0 1 0,0-1 0,0 1 0,2 6 0,2 16 0,1-1 0,2 0 0,0 0 0,2 0 0,1-1 0,0 0 0,29 45 0,-1-12 0,86 102 0,127 94 0,21-21 0,-215-185 0,-32-28-1365,-3-3-5461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36.0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 24575,'0'0'0,"6"10"0,226 405 0,145 235 0,-369-638 0,76 109 0,-70-105 0,0 0 0,0-1 0,1 0 0,33 23 0,-46-36 0,-1-1 0,1 0 0,0 0 0,0-1 0,0 1 0,0 0 0,0-1 0,0 1 0,0-1 0,0 0 0,0 1 0,0-1 0,0 0 0,0 0 0,0 0 0,0-1 0,0 1 0,0 0 0,0-1 0,0 1 0,0-1 0,0 0 0,0 0 0,0 0 0,0 0 0,-1 0 0,1 0 0,0 0 0,-1 0 0,1-1 0,-1 1 0,3-4 0,5-5 0,-1 1 0,-1-2 0,0 1 0,7-15 0,-13 23 0,27-52 0,-3-1 0,-2-1 0,-3 0 0,16-75 0,27-242 0,-61 354 0,4-26 0,-3 0 0,-1-59 0,-3 104 0,1 0 0,0 0 0,0 0 0,0-1 0,0 1 0,0 0 0,0 0 0,0 0 0,0-1 0,0 1 0,0 0 0,0 0 0,0 0 0,0-1 0,0 1 0,0 0 0,0 0 0,1 0 0,-1 0 0,0-1 0,0 1 0,0 0 0,0 0 0,0 0 0,0 0 0,0-1 0,1 1 0,-1 0 0,0 0 0,0 0 0,0 0 0,0 0 0,1 0 0,-1-1 0,0 1 0,0 0 0,0 0 0,0 0 0,1 0 0,8 4 0,12 14 0,9 13 0,-1 2 0,44 65 0,38 83 0,-99-161 0,94 173 0,39 66 0,-137-246 0,1-1 0,0 0 0,0 0 0,1 0 0,16 13 0,-23-23 0,0 1 0,0-1 0,1 1 0,-1-1 0,1 0 0,0-1 0,-1 1 0,1 0 0,0-1 0,0 0 0,0 0 0,0 0 0,0-1 0,0 1 0,0-1 0,0 0 0,0 0 0,0 0 0,0-1 0,1 1 0,-1-1 0,0 0 0,-1 0 0,7-3 0,0-1 0,0-1 0,0 0 0,-1 0 0,0-1 0,0 0 0,0 0 0,-1-1 0,-1-1 0,14-16 0,0-7 0,29-54 0,-13 9 0,-3-1 0,-4-1 0,-3-2 0,-4-1 0,-3 0 0,-4-2 0,-4 0 0,-3 0 0,-4-136 0,-5 204 0,0 11 0,0 0 0,0 0 0,0 0 0,-1 1 0,1-1 0,-1 0 0,0 0 0,-1 0 0,-3-8 0,4 12-1365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36.6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0 24575,'0'0'0,"0"0"0,0 0 0,0 0 0,6 34 0,9 58 0,3 183 0,-27 96 0,9-358 0,-23 373 0,10-269 0,-35 149 0,43-252 0,3-16 0,3-26 0,8-66 0,4 0 0,43-154 0,-54 242 0,0 0 0,0 1 0,1-1 0,0 1 0,0 0 0,1 0 0,-1 0 0,1 1 0,8-9 0,46-33 0,-35 29 0,656-450 0,-398 282 0,-236 156-1365,-32 20-5461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37.8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24575,'0'0'0,"12"1"0,14 3 0,1 1 0,-1 1 0,0 1 0,-1 1 0,0 2 0,0 0 0,37 23 0,-3 4 0,93 74 0,53 74 0,-24-19 0,-89-98-1365,-64-49-5461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38.8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24575,'1'1'0,"0"1"0,1-1 0,-1 0 0,0 1 0,0-1 0,0 0 0,0 1 0,0-1 0,0 1 0,0 0 0,-1-1 0,2 4 0,3 6 0,30 62 0,41 119 0,10 86 0,-66-211 0,18 70 0,-10-33 0,67 166 0,-90-258 0,1 0 0,0 0 0,1-1 0,0 0 0,9 10 0,-13-18 0,-1 0 0,1-1 0,-1 0 0,1 1 0,0-1 0,0 0 0,0 0 0,0 0 0,0-1 0,0 1 0,1-1 0,-1 0 0,1 0 0,-1 0 0,0 0 0,1 0 0,0-1 0,-1 1 0,1-1 0,-1 0 0,1 0 0,6-2 0,-1-1 0,1 0 0,-1 0 0,0-1 0,0 0 0,-1-1 0,1 0 0,-1-1 0,0 0 0,0 0 0,-1 0 0,12-14 0,5-7 0,37-56 0,-16 13 0,-4-2 0,44-108 0,45-163 0,-121 318 0,-9 24 0,0 0 0,0 0 0,0 0 0,0 0 0,1 0 0,-1 1 0,0-1 0,1 0 0,-1 0 0,1 0 0,-1 0 0,1 0 0,0 0 0,-1 1 0,1-1 0,0 0 0,-1 0 0,1 1 0,0-1 0,0 1 0,0-1 0,-1 1 0,1-1 0,0 1 0,0-1 0,0 1 0,0 0 0,0-1 0,0 1 0,0 0 0,0 0 0,0 0 0,0 0 0,0 0 0,0 0 0,0 0 0,0 0 0,0 0 0,0 0 0,0 1 0,0-1 0,0 0 0,0 1 0,0-1 0,0 0 0,-1 1 0,1-1 0,0 1 0,0 0 0,0-1 0,-1 1 0,1 0 0,1 1 0,6 5 0,0 1 0,-1 1 0,12 17 0,-17-23 0,33 51 0,-3 1 0,28 64 0,40 124 0,-61-140 0,5-2 0,73 125 0,-103-203 0,1-1 0,1-1 0,28 30 0,-39-45 0,0-2 0,1 1 0,-1 0 0,1-1 0,0 0 0,-1-1 0,2 1 0,-1-1 0,0 0 0,1-1 0,-1 1 0,1-1 0,0-1 0,0 1 0,0-1 0,0 0 0,0-1 0,11 0 0,-8-2 0,0 0 0,0-1 0,0 0 0,-1 0 0,0-1 0,0 0 0,0-1 0,0 0 0,0-1 0,-1 1 0,10-11 0,5-5 0,-2 0 0,29-38 0,-11 6 0,-2-2 0,-3-1 0,-3-2 0,-2-1 0,37-110 0,-31 57 0,-6 0 0,21-163 0,-44 237 0,9-93 0,-13 108 0,-2 0 0,0 1 0,-6-39 0,4 56-1365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39.3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1 206 24575,'12'24'0,"19"48"0,-2 1 0,22 91 0,23 159 0,-54-225 0,-4-20 0,26 108 0,-34-158 0,1-1 0,2 0 0,0-1 0,22 36 0,-30-57 0,-1 0 0,2-1 0,-1 0 0,0 1 0,1-1 0,0-1 0,0 1 0,0 0 0,0-1 0,1 0 0,-1 0 0,1 0 0,7 3 0,-8-5 0,-1-1 0,1 1 0,0-1 0,-1 1 0,1-1 0,0 0 0,-1 0 0,1-1 0,0 1 0,-1-1 0,1 0 0,-1 0 0,1 0 0,-1 0 0,1 0 0,-1-1 0,0 0 0,0 0 0,0 0 0,0 0 0,4-3 0,8-7 0,0-2 0,-1 0 0,0 0 0,-2-1 0,17-24 0,47-90 0,-67 113 0,73-145 0,86-242 0,24-191 0,-186 575-1365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43.0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1 24575,'0'13'0,"-18"919"-1365,16-879-5461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43.8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0 24575,'0'0'0,"0"0"0,0 0 0,0 0 0,-1 18 0,-1-1 0,-6 31 0,0 0 0,-15 171-455,10 0 0,16 227 0,1-379-6371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44.4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24575,'2'26'0,"23"566"-1365,-25-567-5461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47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4603 304 24575,'-23'-21'0,"-1"1"0,0 1 0,-2 1 0,0 2 0,-1 0 0,-52-21 0,20 14 0,-2 3 0,-80-16 0,36 17 0,-2 5 0,0 4 0,0 5 0,-159 13 0,89 10 0,-334 79 0,323-47-126,2 10 0,3 7 0,3 8 0,4 7 1,-223 142-1,261-133 134,4 6 1,5 5 0,4 7-1,4 4 1,6 6 0,-163 217 0,224-259-9,3 1 0,4 3 0,3 2 0,-54 145 0,78-166 0,2 0 0,2 2 0,4 0 0,2 1 0,3-1 0,3 2 0,7 98 0,5-83 0,4-1 0,4 0 0,3-1 0,3-1 0,4-1 0,3-1 0,3-2 0,4-1 0,3-1 0,85 118 0,-61-109 0,3-3 0,4-3 0,3-3 0,3-3 0,2-4 0,4-3 0,2-4 0,109 56 0,-60-47 0,3-7 0,3-5 0,212 53 0,-109-53 0,320 32 0,-346-66-443,1-10 0,365-28 0,-442 2 437,-2-6 0,-1-6 0,0-6-1,-3-6 1,164-71 0,-173 52 6,-3-5 0,-2-5 0,-4-6 0,160-132 0,-194 136 0,-3-4 0,-3-4 0,-4-3 0,-3-2 0,-4-4 0,66-118 0,-94 136 0,-4-2 0,-3-1 0,-2-1 0,-5-1 0,-2-1 0,-4-1 0,-3-1 0,-3 0 0,-4 0 0,-3-1 0,-4 0 0,-3 0 0,-3 0 0,-22-103 0,4 75 0,-4 2 0,-5 1 0,-85-183 0,59 172 0,-4 2 0,-156-202 0,126 201 0,-6 4 0,-4 5 0,-4 5 0,-5 4 0,-4 6 0,-216-128 0,234 163 7,-2 4 1,-2 5-1,-1 4 1,-3 5-1,-116-24 0,156 46-64,-1 4 1,0 2-1,-1 3 0,0 3 0,1 3 0,-1 2 0,1 4 0,0 3 0,-101 28 0,122-23-89,0 3 0,2 1 0,0 2 0,1 3 0,2 1 0,-60 46 0,-29 44-4438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48.8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4423 725 24575,'-19'-40'-5,"-2"1"0,-2 1 0,-2 1 0,-1 1 0,-1 1 0,-3 2 0,-34-33 0,22 31 22,0 0-1,-3 3 1,0 2 0,-2 2-1,-59-26 1,32 22-52,-1 4 0,-155-37 0,116 43-291,-166-10-1,129 25 302,-1 6 0,1 7-1,0 7 1,1 6 0,-189 49-1,229-38 28,1 5-1,2 4 1,2 5 0,2 5-1,2 4 1,2 4-1,-151 117 1,154-94-2,5 4 0,3 4 0,4 3 0,4 4 0,4 4 0,5 3 0,4 2 0,5 4 0,4 2 0,6 3 0,-47 144 0,76-180-14,4 1 0,3 1 0,4 0 0,3 1 0,2 110 1,11-93-4,5 0 0,3 0 1,5-2-1,31 102 1,2-40-76,6-3 1,7-2-1,140 244 1,-84-205-31,8-4 0,175 197 1,-205-273 121,4-4 0,6-4 0,3-5 0,147 99 0,-189-152 0,2-3 0,2-3 0,1-4 0,2-2 0,1-4 0,1-3 0,1-4 0,2-3 0,96 11 0,-92-23-17,1-4 0,0-4 0,137-18 0,-115 1 73,-2-4 0,147-52 0,-96 14-388,-2-7 0,-3-7 0,240-159 1,-211 108 228,-5-7 1,206-203 0,-246 198 122,-6-6 1,210-303-1,-279 354-36,-4-3-1,-5-2 1,-3-2 0,65-203-1,-95 240 9,-4-1 0,-2 0 0,-3 0 0,-3-1-1,-2 0 1,-4 0 0,-2 0 0,-3 0 0,-24-117-1,9 106 9,-4 0 0,-2 2 0,-4 0 0,-68-119 0,45 106 0,-4 3 0,-3 2 0,-90-92 0,46 70 0,-5 4 0,-4 6 0,-3 5 0,-5 4 0,-165-85 0,123 87 0,-2 7 0,-269-83 0,278 114 0,-2 7 0,-1 7 0,-176-10 0,253 35 31,0 4 0,-132 15-1,168-8-147,1 3 1,0 1-1,0 2 0,1 3 1,1 1-1,-42 23 0,-29 27-3978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49.9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5399 439 24575,'-11'-14'0,"1"1"0,-2 0 0,0 0 0,0 1 0,-1 1 0,-19-13 0,-93-51 0,46 36 7,-2 4 0,-1 3 0,-1 4 0,-133-28-1,59 28-324,-262-12-1,214 34 302,0 10-1,0 8 1,1 9 0,1 9 0,2 9-1,-380 127 1,436-109 17,2 6 0,3 6 0,4 6 0,3 6 0,3 6 0,4 6 0,5 4 0,4 6 0,5 5 0,4 5 0,5 5 0,6 4 0,-138 226 0,171-232 0,6 2 0,5 2 0,5 3 0,5 1 0,6 2 0,-31 195 0,52-206 0,5 0 0,5 1 0,5 0 0,5 0 0,5 0 0,6-1 0,45 182 0,-36-216 0,4 0 0,3-2 0,4-1 0,3-2 0,4-1 0,77 105 0,-59-103 0,3-3 0,3-3 0,4-3 0,2-3 0,121 83 0,-82-76 4,2-4 0,4-6-1,2-4 1,146 47 0,-111-55-62,3-7-1,2-7 1,164 16 0,-175-39-214,0-6 1,1-7 0,284-38 0,-197-2-659,377-116 0,-60-46 335,-391 130 305,201-125 0,-253 127 144,-3-5-1,143-130 1,-174 132 102,-3-3 1,-3-4-1,92-137 1,-105 126 43,-4-4 0,-5-1 0,-4-3 0,-4-1 0,-4-2 0,-5-1 0,27-167 0,-39 140 0,-7-1 0,-5 0 0,-5-1 0,-7 1 0,-39-241 0,23 264 45,-6 2 1,-4 0-1,-4 2 1,-5 2-1,-5 2 1,-4 1 0,-4 3-1,-4 2 1,-107-133-1,106 158-10,-2 3 0,-3 3 0,-3 2 0,-2 4 0,-3 2 0,-2 4 0,-3 3 0,-1 3 0,-2 4 0,-2 3 0,-2 4 0,-103-29 0,121 47-130,-1 3 0,0 2 0,0 4-1,-1 2 1,-122 8 0,32 14-2764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58.4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24575,'18'34'0,"109"251"0,-23 12 0,26 64 0,18-35 0,-112-261 0,2-2 0,82 106 0,-108-154 0,0-1 0,1-1 0,1 0 0,0-1 0,1 0 0,24 15 0,-34-24 0,1 0 0,0-1 0,0 1 0,0-1 0,0 0 0,0-1 0,0 0 0,0 0 0,1 0 0,-1 0 0,0-1 0,1 0 0,-1-1 0,0 1 0,0-1 0,1 0 0,-1-1 0,0 1 0,0-1 0,0 0 0,0-1 0,6-4 0,4-3 0,0-1 0,-1 0 0,-1-1 0,0-1 0,0 0 0,-2-1 0,1-1 0,11-19 0,10-19 0,30-62 0,119-321 0,-132 301 0,-44 115 0,1-2 0,17-33 0,-23 51 0,1-1 0,0 1 0,0 0 0,0-1 0,0 1 0,1 0 0,-1 1 0,1-1 0,0 1 0,0 0 0,0 0 0,9-5 0,-10 7 0,-1 0 0,0 1 0,1-1 0,-1 1 0,1 0 0,-1-1 0,1 1 0,-1 0 0,0 1 0,1-1 0,-1 0 0,1 1 0,-1-1 0,1 1 0,-1 0 0,0 0 0,1-1 0,-1 2 0,0-1 0,0 0 0,0 0 0,0 1 0,0-1 0,3 4 0,3 3 0,-1-1 0,0 1 0,0 1 0,9 14 0,7 18 0,-2 1 0,-1 1 0,18 60 0,32 143 0,-53-179 0,1 5 0,-10-34 0,1-1 0,2-1 0,1 0 0,27 53 0,-38-87 0,0 0 0,-1-1 0,1 1 0,0-1 0,0 1 0,0-1 0,0 1 0,0-1 0,0 0 0,0 0 0,1 1 0,-1-1 0,0 0 0,1 0 0,-1 0 0,1 0 0,-1-1 0,1 1 0,0 0 0,-1-1 0,1 1 0,0-1 0,-1 1 0,1-1 0,0 0 0,-1 1 0,1-1 0,0 0 0,0 0 0,-1-1 0,1 1 0,0 0 0,-1-1 0,1 1 0,0 0 0,2-2 0,1-1 0,0 0 0,0-1 0,-1 0 0,1 0 0,-1 0 0,0 0 0,0-1 0,0 1 0,0-1 0,3-6 0,9-18 0,-1 0 0,-1 0 0,-2-2 0,-1 0 0,9-37 0,24-167 0,-20 42 0,-9-1 0,-19-357 0,0 514-9,2 30-160,1-1-1,0 1 1,0 0-1,1-1 1,0 1-1,0 0 0,3-11 1,1 3-6657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58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1 307 24575,'9'-13'0,"21"-25"0,2 1 0,44-41 0,-53 58 0,0 2 0,0 0 0,2 1 0,52-26 0,-68 38 0,0 1 0,1 1 0,0 0 0,-1 0 0,1 1 0,0 0 0,21 0 0,-26 2 0,0 0 0,0 1 0,1-1 0,-1 1 0,0 1 0,0-1 0,0 1 0,0 0 0,0 0 0,0 0 0,-1 0 0,1 1 0,-1 0 0,1 0 0,-1 0 0,0 1 0,4 4 0,-1 1 0,0 0 0,0 1 0,-1 0 0,0 1 0,-1 0 0,0 0 0,0 0 0,-1 0 0,-1 0 0,0 1 0,-1 0 0,2 12 0,-1 10 0,-1 0 0,-2 0 0,-4 35 0,-7 19 0,-4-1 0,-4 0 0,-4-2 0,-3 0 0,-61 131 0,85-214 0,1 1 0,0-1 0,0 0 0,0 0 0,0 0 0,1 1 0,-1-1 0,1 0 0,-1 1 0,1-1 0,0 1 0,0 2 0,1-3 0,0-1 0,0 1 0,0-1 0,0 0 0,0 0 0,0 0 0,0 0 0,0 0 0,1 0 0,-1 0 0,0 0 0,1 0 0,-1 0 0,1-1 0,-1 1 0,1 0 0,-1-1 0,1 0 0,2 1 0,20 5 0,0 0 0,0-2 0,1-1 0,-1-1 0,31-1 0,-2-3 0,72-13 0,-94 9-227,-1-1-1,0-1 1,0-2-1,0 0 1,45-25-1,-54 23-6598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0:59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736 387 24575,'-3'-22'0,"0"1"0,0 0 0,-2 1 0,-1-1 0,0 1 0,-2 0 0,0 1 0,-21-36 0,24 47 0,-1-1 0,0 1 0,0 0 0,-1 1 0,0 0 0,-1 0 0,1 0 0,-2 1 0,1 0 0,0 0 0,-1 1 0,0 0 0,0 1 0,-1 0 0,1 0 0,-1 1 0,0 1 0,-15-3 0,15 4 0,-1 0 0,0 1 0,1 0 0,-1 1 0,1 0 0,-1 0 0,1 2 0,-1-1 0,1 1 0,0 1 0,-12 5 0,8-2 0,0 1 0,0 1 0,1 0 0,0 1 0,1 1 0,-20 20 0,10-3 0,0 0 0,2 1 0,1 2 0,1 0 0,2 0 0,-13 36 0,7-8 0,2 1 0,3 1 0,-15 109 0,27-120 0,1 1 0,3-1 0,1 1 0,4 0 0,10 57 0,-8-79 0,1-1 0,2-1 0,0 1 0,2-1 0,1-1 0,1 0 0,2-1 0,18 25 0,-24-37 0,0-1 0,1 0 0,1-1 0,-1 0 0,2-1 0,0 0 0,0-1 0,1 0 0,0-1 0,0 0 0,1-1 0,0-1 0,0 0 0,1-1 0,-1 0 0,28 4 0,-29-8 0,0-1 0,0 0 0,0-1 0,0-1 0,-1 0 0,1-1 0,0 0 0,-1-1 0,0 0 0,0-1 0,0 0 0,0-1 0,-1 0 0,0-1 0,0 0 0,17-16 0,0-2 0,-2-1 0,-1-1 0,-1-1 0,34-54 0,-21 24 0,-4-2 0,-2-1 0,-3-1 0,33-107 0,-45 114 0,-3 0 0,-2-1 0,-3 0 0,-2 0 0,-2-1 0,-5-57 0,-1 91 0,0-1 0,-2 0 0,-1 0 0,-1 1 0,-1 0 0,-1 0 0,-1 1 0,0 0 0,-2 1 0,-17-27 0,20 37 0,0 1 0,0 0 0,-1 0 0,0 1 0,0 0 0,-1 1 0,0-1 0,-1 2 0,0 0 0,0 0 0,-1 1 0,0 0 0,0 1 0,0 1 0,0 0 0,-1 0 0,1 1 0,-1 1 0,0 0 0,-18 0 0,28 2 0,0 0 0,1 0 0,-1 0 0,0 0 0,0 0 0,0 1 0,0 0 0,0-1 0,0 1 0,0 0 0,-3 2 0,5-2 0,0 0 0,0 0 0,-1 1 0,1-1 0,0 1 0,0-1 0,0 0 0,1 1 0,-1-1 0,0 1 0,1 0 0,-1-1 0,1 1 0,-1 0 0,1-1 0,0 1 0,-1 0 0,1-1 0,0 1 0,0 0 0,0-1 0,1 4 0,0 11 0,2 1 0,-1-1 0,2 0 0,0 0 0,9 21 0,39 77 0,-49-106 0,184 316 0,26-10 0,9 13 0,-8 28-1365,-173-284-5461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00.7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24575,'5'10'0,"118"308"0,92 208 0,-193-478 0,54 84 0,-69-121 0,1 0 0,1 0 0,-1-1 0,2 0 0,-1 0 0,1-1 0,1-1 0,0 0 0,0 0 0,0-1 0,1 0 0,22 8 0,-27-12 0,0-2 0,0 1 0,0-1 0,0 0 0,0 0 0,1-1 0,-1 0 0,0 0 0,1-1 0,-1 0 0,0 0 0,0-1 0,10-3 0,-6 0 0,0 1 0,-1-2 0,0 0 0,0 0 0,-1-1 0,1 0 0,13-14 0,-1-3 0,-2 0 0,-1-1 0,-1-1 0,-1-1 0,17-35 0,-6 3 0,-2 0 0,-2-2 0,-3-1 0,-3 0 0,-3-1 0,11-102 0,-24 147 0,-2 16 0,-1 4 0,-1 32 0,18 345 0,-6-304 0,2-1 0,4-1 0,27 77 0,-32-116 0,32 59 0,-35-79 0,1 0 0,0 0 0,1-1 0,0-1 0,1 1 0,15 12 0,-23-22 0,1 1 0,0-1 0,0 0 0,0-1 0,0 1 0,0-1 0,0 0 0,1 0 0,-1 0 0,1 0 0,0-1 0,-1 0 0,1 0 0,0 0 0,0 0 0,0-1 0,-1 0 0,1 0 0,0 0 0,0-1 0,0 0 0,0 0 0,-1 0 0,1 0 0,0-1 0,-1 1 0,1-1 0,-1 0 0,0-1 0,0 1 0,1-1 0,-2 0 0,1 0 0,0 0 0,0 0 0,2-5 0,10-8 0,-1-1 0,-1 0 0,-1-1 0,0-1 0,-2 0 0,13-27 0,45-131 0,51-280 120,-43-10-1605,-64 369-5341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01.1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1 171 24575,'0'0'0,"1"-3"0,1 0 0,0 1 0,-1-1 0,1 1 0,1 0 0,-1 0 0,0 0 0,0 0 0,1 0 0,-1 0 0,4-2 0,1-1 0,15-12 0,1 1 0,1 1 0,1 1 0,0 1 0,1 1 0,38-11 0,-42 16 0,-1 1 0,2 2 0,-1 0 0,0 1 0,1 1 0,-1 1 0,1 2 0,35 3 0,-49-2 0,0 0 0,1 0 0,-1 1 0,0 0 0,0 0 0,-1 1 0,1 0 0,-1 1 0,0 0 0,0 0 0,0 1 0,-1 0 0,0 0 0,0 1 0,11 13 0,-12-11 0,1 1 0,-1 1 0,-1-1 0,0 1 0,-1 0 0,0 1 0,0-1 0,-1 0 0,-1 1 0,0 0 0,0 0 0,-1 14 0,-1 4 0,-2 0 0,-1-1 0,-1 0 0,-2 0 0,0 0 0,-13 33 0,4-23 0,-1 1 0,-3-2 0,-38 62 0,46-85 0,10-14 0,0-1 0,0 1 0,1 0 0,-1 1 0,0-1 0,0 0 0,1 0 0,-1 0 0,1 0 0,-1 0 0,1 1 0,-1-1 0,0 2 0,3-2 0,-1-1 0,0 1 0,0-1 0,0 1 0,0-1 0,0 0 0,0 1 0,1-1 0,-1 0 0,0 0 0,0 0 0,0 0 0,1 0 0,-1 0 0,0 0 0,0-1 0,0 1 0,1 0 0,-1-1 0,1 0 0,224-53 134,-42 8-1633,-122 34-5327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01.9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352 0 24575,'-9'10'0,"1"0"0,0 0 0,1 1 0,0 0 0,1 0 0,0 0 0,-7 21 0,-23 93 0,28-91 0,-116 683 0,41-184 0,77-509 0,6-24 0,0 0 0,0 0 0,0 0 0,0 0 0,0 0 0,0 0 0,0 1 0,0-1 0,0 0 0,0 0 0,0 0 0,0 0 0,0 0 0,0 0 0,-1 0 0,1 1 0,0-1 0,0 0 0,0 0 0,0 0 0,0 0 0,0 0 0,0 0 0,0 0 0,0 0 0,0 0 0,0 1 0,-1-1 0,1 0 0,0 0 0,0 0 0,0 0 0,0 0 0,0 0 0,0 0 0,0 0 0,-1 0 0,1 0 0,0 0 0,0 0 0,0 0 0,0 0 0,0 0 0,0 0 0,-1 0 0,1 0 0,0 0 0,0 0 0,0 0 0,0 0 0,0 0 0,0 0 0,0 0 0,-1 0 0,1 0 0,0-1 0,0 1 0,0 0 0,0 0 0,0 0 0,0 0 0,0 0 0,0 0 0,-9-41 0,2-6 0,1-1 0,3 0 0,2-1 0,2 1 0,2 0 0,3 0 0,13-57 0,-14 91 0,0 0 0,1 1 0,0-1 0,2 1 0,-1 1 0,1 0 0,1 0 0,0 0 0,1 1 0,0 0 0,1 1 0,0 1 0,20-14 0,12-6 0,2 3 0,70-31 0,266-87 0,-103 44 0,-251 89 0,31-17 0,-57 27 0,1 1 0,-1-1 0,0 0 0,0 1 0,0-1 0,0 0 0,0 0 0,0 0 0,-1 0 0,1 0 0,0 0 0,0 0 0,-1 0 0,1 0 0,0 0 0,0-1 0,-1 1 0,0 0 0,0 1 0,0-1 0,0 0 0,0 1 0,0-1 0,0 1 0,0-1 0,-1 0 0,1 1 0,0-1 0,0 1 0,-1-1 0,1 0 0,0 1 0,-1-1 0,1 1 0,0-1 0,-1 1 0,1-1 0,-1 1 0,1 0 0,-1-1 0,-4-2 0,1 0 0,-1 0 0,0 0 0,0 1 0,0 0 0,-8-2 0,-22-5 0,0 1 0,-1 1 0,0 3 0,-1 0 0,1 3 0,-1 1 0,1 1 0,0 2 0,0 2 0,-69 18 0,91-19 0,0 1 0,1 1 0,-21 10 0,31-14 0,0 0 0,0 0 0,0 0 0,0 0 0,0 0 0,1 0 0,-1 1 0,1-1 0,-1 1 0,1 0 0,0 0 0,0 0 0,0 0 0,1 0 0,-1 0 0,1 0 0,0 1 0,0-1 0,0 0 0,-1 8 0,2 2 0,1 1 0,1-1 0,0 1 0,1-1 0,0 0 0,1 0 0,6 15 0,46 88 0,-56-116 0,21 39-114,1-1 1,3 0-1,0-2 0,2-2 0,2 0 1,1-2-1,2-1 0,1-1 0,1-2 1,1-2-1,42 25 0,27 3-6712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02.7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30 496 24575,'-3'1'0,"3"-1"0,-1 0 0,1 0 0,0 0 0,-1 0 0,1 0 0,-1 0 0,1 0 0,0 0 0,-1 0 0,1 1 0,-1-1 0,1 0 0,0 0 0,-1 1 0,1-1 0,0 0 0,0 0 0,-1 1 0,1-1 0,0 0 0,-1 1 0,1-1 0,0 0 0,0 1 0,0-1 0,-1 0 0,1 1 0,0-1 0,0 1 0,0-1 0,0 0 0,0 1 0,0-1 0,0 1 0,0-1 0,0 0 0,0 1 0,0-1 0,0 1 0,0 0 0,-6 26 0,1 0 0,2 1 0,0 0 0,3 36 0,13 116 0,-3-106 0,3-1 0,26 86 0,-27-120 0,2-1 0,1-1 0,2 0 0,1-1 0,40 57 0,-52-84 0,1-1 0,0 0 0,0 0 0,1-1 0,0 1 0,17 11 0,-21-17 0,0 0 0,0 0 0,0-1 0,-1 1 0,2-1 0,-1 0 0,0 0 0,0 0 0,0 0 0,0-1 0,1 1 0,-1-1 0,0-1 0,0 1 0,0 0 0,1-1 0,-1 0 0,0 0 0,8-3 0,-2-1 0,0 0 0,0-1 0,0 0 0,-1-1 0,0 0 0,0 0 0,-1-1 0,0 0 0,10-12 0,7-13 0,25-44 0,-49 76 0,38-64 0,-3-3 0,-3 0 0,-3-3 0,-3 0 0,19-83 0,-37 108 0,-9 46 0,0 0 0,0 0 0,1 0 0,-1-1 0,0 1 0,0 0 0,0 0 0,0 0 0,0 0 0,0 0 0,0 0 0,0 0 0,1 0 0,-1 0 0,0 0 0,0-1 0,0 1 0,0 0 0,0 0 0,0 0 0,1 0 0,-1 0 0,0 0 0,0 0 0,0 0 0,0 0 0,0 0 0,1 0 0,-1 0 0,0 0 0,0 0 0,0 1 0,0-1 0,0 0 0,0 0 0,1 0 0,-1 0 0,0 0 0,0 0 0,0 0 0,0 0 0,0 0 0,0 0 0,0 0 0,0 1 0,1-1 0,-1 0 0,0 0 0,0 0 0,0 0 0,0 0 0,0 0 0,0 1 0,0-1 0,0 0 0,0 0 0,0 0 0,0 0 0,0 0 0,0 0 0,0 1 0,0-1 0,0 0 0,0 0 0,0 0 0,7 14 0,124 397 0,-62-172 0,-67-232 0,2 5 0,0-1 0,0 1 0,1-1 0,0 0 0,9 14 0,-12-23 0,-1-1 0,0 1 0,1 0 0,-1 0 0,1-1 0,0 1 0,-1-1 0,1 1 0,0-1 0,0 0 0,0 0 0,0 0 0,0 0 0,0 0 0,0 0 0,1 0 0,-1-1 0,0 1 0,0-1 0,1 0 0,-1 1 0,0-1 0,0 0 0,1 0 0,-1-1 0,0 1 0,0 0 0,1-1 0,-1 1 0,0-1 0,0 0 0,0 0 0,0 0 0,0 0 0,3-1 0,7-6 0,0 0 0,0-1 0,-1 0 0,0 0 0,-1-1 0,0-1 0,14-18 0,55-92 0,-70 105 0,57-102 0,88-221 0,15-141 0,-67 182 0,-81 242-1365,-3 16-5461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03.2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3 236 24575,'2'-4'0,"-1"0"0,0 0 0,1-1 0,0 1 0,-1 0 0,2 0 0,-1 1 0,0-1 0,1 0 0,0 1 0,0-1 0,5-4 0,-1 1 0,10-12 0,2 0 0,0 2 0,0 0 0,2 1 0,24-14 0,-31 22 0,-1 0 0,1 2 0,0-1 0,0 2 0,1 0 0,-1 0 0,1 2 0,0 0 0,1 0 0,15 1 0,-26 1 0,1 1 0,0 1 0,-1-1 0,1 1 0,0 0 0,-1 0 0,1 1 0,-1 0 0,1 0 0,-1 0 0,0 0 0,0 1 0,0 0 0,0 0 0,-1 0 0,1 1 0,-1 0 0,1-1 0,-1 1 0,6 9 0,-6-6 0,0 0 0,0 1 0,-1-1 0,0 1 0,0 0 0,-1-1 0,0 1 0,0 1 0,-1-1 0,0 0 0,0 0 0,-1 0 0,0 0 0,-2 10 0,-3 15 0,-1 0 0,-2-1 0,-1 1 0,-2-1 0,-1-1 0,-28 53 0,-4-7 0,-72 96 0,-6-23 0,22-29 0,97-118 0,1 1 0,-1-1 0,1 1 0,-1 0 0,1-1 0,0 1 0,1 0 0,-1 0 0,1 1 0,0-1 0,0 0 0,0 0 0,0 8 0,1-10 0,0 0 0,1 0 0,0 0 0,-1 1 0,1-1 0,0 0 0,0 0 0,0 0 0,1 0 0,-1 0 0,0 0 0,1-1 0,-1 1 0,1 0 0,0-1 0,-1 1 0,1-1 0,0 1 0,0-1 0,0 0 0,0 0 0,0 0 0,0 0 0,0 0 0,0 0 0,5 0 0,10 4 0,1-1 0,-1-1 0,1 0 0,0-2 0,0 0 0,22-1 0,110-16 0,-133 14 0,292-50-1365,-267 48-5461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03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114 1 24575,'-3'2'0,"0"0"0,0 0 0,0 0 0,0 1 0,1 0 0,-1-1 0,1 1 0,0 0 0,-1 0 0,1 0 0,1 0 0,-1 1 0,0-1 0,1 1 0,-2 5 0,-13 62 0,13-51 0,-39 345 0,29 6 0,12-317 0,0-45 0,7 417 0,-6-424 0,1 6 0,-1-1 0,1 1 0,1-1 0,-1 1 0,1-1 0,4 9 0,-5-14 0,-1-1 0,1 0 0,0 1 0,0-1 0,0 0 0,0 0 0,0 1 0,1-1 0,-1 0 0,0 0 0,0 0 0,1-1 0,-1 1 0,0 0 0,1 0 0,-1-1 0,1 1 0,-1-1 0,1 1 0,0-1 0,-1 0 0,1 0 0,-1 1 0,1-1 0,-1 0 0,1 0 0,0-1 0,-1 1 0,1 0 0,-1 0 0,1-1 0,-1 1 0,1-1 0,-1 1 0,3-2 0,14-7 0,-1 0 0,0 0 0,0-2 0,-1 0 0,0-1 0,14-15 0,235-233 3,-19-25-15,-87 97-135,274-276-1845,-339 374-4051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04.9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2 133 24575,'0'0'0,"0"0"0,-1 3 0,0 19 0,1 0 0,1-1 0,1 1 0,1-1 0,7 24 0,-1 3 0,19 115 0,8-1 0,91 254 0,-120-396 0,-3-10 0,-1 0 0,2 0 0,-1 0 0,1-1 0,1 1 0,8 10 0,-13-19 0,0 0 0,0 0 0,0 0 0,0-1 0,0 1 0,0 0 0,0 0 0,1-1 0,-1 1 0,0-1 0,1 1 0,-1-1 0,0 0 0,1 1 0,-1-1 0,0 0 0,1 0 0,-1 0 0,0 0 0,1 0 0,-1 0 0,0 0 0,1-1 0,-1 1 0,0 0 0,1-1 0,-1 1 0,0-1 0,1 1 0,-1-1 0,0 0 0,0 1 0,2-2 0,3-3 0,1 0 0,-1 0 0,0-1 0,7-8 0,15-20 0,-2-1 0,-2-2 0,28-54 0,11-18 0,-61 106 0,-1 0 0,1 0 0,0 1 0,0-1 0,0 1 0,1-1 0,-1 1 0,1 0 0,-1 0 0,1 0 0,0 0 0,-1 1 0,1-1 0,0 1 0,0-1 0,0 1 0,0 0 0,0 0 0,1 0 0,5 0 0,-5 1 0,1 1 0,0-1 0,0 1 0,-1 0 0,1 0 0,-1 1 0,1-1 0,-1 1 0,0 0 0,1 0 0,-1 1 0,0-1 0,7 6 0,13 14 0,0 1 0,-2 0 0,0 2 0,35 54 0,33 38 0,-89-115 0,1-1 0,-1 1 0,1 0 0,-1 0 0,1-1 0,0 1 0,0-1 0,0 0 0,0 1 0,0-1 0,0 0 0,0 0 0,1 0 0,-1 0 0,0-1 0,1 1 0,-1-1 0,0 1 0,1-1 0,-1 0 0,0 0 0,1 0 0,-1 0 0,1 0 0,-1 0 0,0-1 0,1 1 0,-1-1 0,0 0 0,0 0 0,1 0 0,-1 0 0,0 0 0,0 0 0,0 0 0,0-1 0,0 1 0,-1-1 0,1 1 0,2-3 0,5-7 0,0 1 0,0-1 0,-1-1 0,-1 0 0,11-21 0,11-30 0,-4-1 0,-2-1 0,22-101 0,19-208 0,-60 345-110,7-40-518,1-120 1,-13 179-6199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06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411 295 24575,'-5'-7'0,"0"1"0,0-1 0,0 1 0,-1 0 0,-11-9 0,1 0 0,11 10 0,-1 0 0,1 0 0,-1 0 0,-1 1 0,1 0 0,-1 0 0,1 0 0,-1 1 0,0 0 0,0 1 0,0-1 0,-1 1 0,1 1 0,-1-1 0,1 1 0,-1 0 0,1 1 0,-1 0 0,1 0 0,-1 1 0,0 0 0,1 0 0,0 1 0,-1 0 0,1 0 0,0 0 0,0 1 0,-11 6 0,8-4 0,-1 1 0,1 0 0,1 1 0,-1 0 0,1 0 0,0 1 0,0 0 0,1 1 0,0-1 0,1 2 0,-11 16 0,15-20 0,0 0 0,0 0 0,1 0 0,0 1 0,0-1 0,0 0 0,1 1 0,0-1 0,0 1 0,1 0 0,-1-1 0,2 1 0,-1-1 0,1 1 0,0 0 0,0-1 0,1 1 0,-1-1 0,2 0 0,-1 0 0,1 0 0,4 9 0,4 2 0,1 0 0,1-1 0,1 0 0,0-1 0,0-1 0,2 0 0,28 20 0,131 72 0,-152-93 0,59 31 0,54 30 0,-117-62 0,-1 1 0,0 0 0,-1 2 0,26 27 0,-38-37 0,0 1 0,0 0 0,-1 1 0,0-1 0,0 1 0,-1 0 0,0 0 0,0 0 0,-1 0 0,1 0 0,-1 0 0,-1 1 0,0-1 0,0 1 0,0 0 0,-1-1 0,0 1 0,-1-1 0,1 1 0,-2-1 0,1 1 0,-1-1 0,-3 11 0,0-8 0,1 0 0,-1 0 0,-1-1 0,0 1 0,0-1 0,-1-1 0,0 1 0,-1-1 0,0 0 0,0-1 0,0 0 0,-1 0 0,0-1 0,0 0 0,-17 7 0,14-7 0,-1-1 0,0 0 0,-1-2 0,1 1 0,-1-1 0,1-1 0,-1-1 0,0 0 0,-22-1 0,31 0 0,-1 0 0,1-1 0,0 0 0,-1 0 0,1-1 0,0 1 0,0-1 0,0 0 0,0 0 0,0-1 0,0 0 0,1 0 0,-1 0 0,1 0 0,0 0 0,0-1 0,0 0 0,0 0 0,1 0 0,-1 0 0,1-1 0,0 1 0,1-1 0,-1 0 0,1 0 0,0 0 0,-2-6 0,0-7 0,1 1 0,1-1 0,0 0 0,2 1 0,0-1 0,1 0 0,0 0 0,6-22 0,42-144 0,-41 158 0,113-314 0,-45 137 0,-69 182 0,4-8 0,11-50 0,-21 73 0,1 0 0,-1 0 0,-1-1 0,1 1 0,-1 0 0,0-1 0,-1 1 0,1 0 0,-1 0 0,0-1 0,-1 1 0,0 0 0,0 0 0,-4-8 0,4 12-62,0-1 0,0 1 0,0 0 0,0-1 0,-1 1 0,1 0 0,-1 0 0,0 1 0,0-1 0,1 0 0,-1 1 0,0 0-1,0 0 1,-1 0 0,1 0 0,0 0 0,0 0 0,0 1 0,0 0 0,-1-1 0,-3 1 0,-36 1-6764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07.2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646 55 24575,'-3'-2'0,"1"0"0,0 0 0,-1 0 0,0 1 0,1-1 0,-1 1 0,0 0 0,0-1 0,0 1 0,-5-1 0,-1-1 0,-7-4 0,-1 1 0,0 1 0,0 0 0,-1 1 0,1 1 0,-1 1 0,1 1 0,-28 0 0,31 3 0,-1 0 0,1 0 0,-1 1 0,1 1 0,0 1 0,1 0 0,-1 0 0,1 1 0,0 1 0,-23 15 0,17-6 0,1 0 0,0 1 0,0 1 0,2 0 0,1 2 0,0 0 0,1 0 0,1 1 0,1 1 0,1 0 0,1 0 0,-11 37 0,9-18 0,2 0 0,2 1 0,1 0 0,2 0 0,2 0 0,4 64 0,1-76 0,2 0 0,1 0 0,1-1 0,1 0 0,13 31 0,-12-40 0,1-1 0,0 0 0,2-1 0,0 0 0,1-1 0,0 0 0,30 30 0,-36-41 0,0-1 0,0-1 0,0 1 0,0-1 0,1 0 0,-1 0 0,1-1 0,0 1 0,0-2 0,0 1 0,1-1 0,9 2 0,-11-3 0,-1-1 0,1 0 0,-1 0 0,1-1 0,0 1 0,-1-1 0,0 0 0,1-1 0,-1 1 0,0-1 0,1 0 0,-1 0 0,0-1 0,-1 0 0,1 0 0,0 0 0,6-6 0,0-1 0,-2 0 0,1-1 0,-1 0 0,-1-1 0,0 1 0,-1-2 0,0 1 0,-1-1 0,0 0 0,6-23 0,-1-2 0,-2-1 0,6-65 0,-10 48 0,-2 0 0,-10-106 0,4 130 0,-3-1 0,0 1 0,-2 0 0,-2 1 0,0 0 0,-21-40 0,26 61 0,-1 0 0,0 0 0,-1 0 0,0 0 0,0 1 0,-1 1 0,-1-1 0,1 1 0,-1 0 0,-14-8 0,17 12 0,1 1 0,-1 1 0,0-1 0,0 1 0,0 0 0,-1 0 0,1 0 0,0 1 0,-1 0 0,1 1 0,-1-1 0,1 1 0,-1 0 0,1 1 0,0 0 0,-1 0 0,1 0 0,0 0 0,-1 1 0,-7 4 0,6-2 0,-1 0 0,1 1 0,0 0 0,0 0 0,1 1 0,-1 0 0,1 1 0,1 0 0,-1 0 0,1 0 0,0 0 0,1 1 0,0 0 0,0 1 0,0-1 0,1 1 0,1-1 0,0 1 0,0 0 0,0 1 0,1-1 0,1 0 0,-2 15 0,2-4 0,0 0 0,2 0 0,0 0 0,1 0 0,1 0 0,1 0 0,0-1 0,2 1 0,0-1 0,12 22 0,-2-9 0,3-2 0,0 0 0,2-1 0,1-1 0,1-1 0,1-1 0,2-1 0,42 31 0,27 13 0,129 69 0,-36-24 0,-122-69-1365,-10-6-5461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08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85 24575,'2'16'0,"78"335"0,-54-257 0,64 151 0,-89-242 0,4 9 0,0-1 0,1 1 0,1-1 0,15 20 0,-21-29 0,1 0 0,-1 0 0,1-1 0,0 1 0,0-1 0,-1 1 0,1-1 0,0 0 0,0 1 0,1-1 0,-1 0 0,0 0 0,0-1 0,0 1 0,1 0 0,-1-1 0,0 1 0,1-1 0,-1 0 0,0 0 0,1 0 0,-1 0 0,1 0 0,-1-1 0,0 1 0,0-1 0,1 1 0,-1-1 0,0 0 0,0 0 0,1 0 0,-1 0 0,3-2 0,9-7 0,-1 0 0,0-1 0,0 0 0,-1-1 0,-1 0 0,20-28 0,51-90 0,-76 118 0,10-17 0,-12 20 0,0 0 0,1 0 0,0 1 0,1 0 0,8-10 0,-13 17 0,1 0 0,-1 0 0,1 0 0,-1 1 0,1-1 0,0 0 0,-1 1 0,1-1 0,0 1 0,-1-1 0,1 1 0,0 0 0,0-1 0,-1 1 0,1 0 0,0 0 0,0 0 0,0 1 0,-1-1 0,1 0 0,0 1 0,0-1 0,-1 1 0,1 0 0,-1-1 0,1 1 0,0 0 0,-1 0 0,1 0 0,-1 0 0,0 0 0,3 3 0,7 4 0,-1 1 0,0 1 0,9 12 0,-14-16 0,33 41 0,40 66 0,-47-64 0,58 68 0,-85-113 0,1 1 0,-1-1 0,1 1 0,0-1 0,0 0 0,0-1 0,0 1 0,1-1 0,0 0 0,-1-1 0,1 1 0,0-1 0,11 2 0,-11-3 0,-1-1 0,1 0 0,-1 0 0,0 0 0,1-1 0,-1 0 0,1 0 0,-1 0 0,0-1 0,0 0 0,0 0 0,0 0 0,0 0 0,0-1 0,-1 0 0,8-5 0,5-7 0,0 0 0,-2 0 0,0-2 0,0 0 0,-2 0 0,0-1 0,15-28 0,-1-7 0,33-88 0,-34 68 0,27-127 0,-43 150 0,-3 1 0,-2-1 0,-3-86 0,-6 102-1365,2 27-5461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09.5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24575,'0'0'0,"0"0"0,1 1 0,1 1 0,8 4 0,8 3 0,9 0 0,-1-1-8191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10.2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1 256 24575,'4'-14'0,"0"0"0,2 0 0,0 1 0,0-1 0,1 1 0,1 1 0,0-1 0,0 1 0,1 1 0,1 0 0,0 0 0,1 0 0,0 2 0,23-17 0,-24 19 0,1 0 0,0 0 0,1 1 0,0 1 0,0 0 0,0 0 0,0 2 0,1-1 0,-1 1 0,1 1 0,0 0 0,0 1 0,0 1 0,0 0 0,0 0 0,0 1 0,13 3 0,-20-2 0,0-1 0,0 1 0,0 0 0,0 1 0,-1 0 0,1 0 0,-1 0 0,1 0 0,-1 1 0,0 0 0,-1 0 0,1 0 0,-1 0 0,8 11 0,-7-8 0,-1 0 0,-1 0 0,1 0 0,-1 1 0,-1-1 0,1 1 0,-1 0 0,0 0 0,-1 0 0,1 11 0,-2 4 0,-1 0 0,-1 0 0,-1 0 0,-1-1 0,-1 1 0,0-1 0,-12 26 0,-4 6 0,-3-2 0,-3 0 0,-58 85 0,40-75 0,-3-2 0,-78 75 0,110-117 0,16-18 0,0 0 0,0 0 0,0 0 0,0 0 0,0 1 0,0-1 0,-1 0 0,1 0 0,0 0 0,0 1 0,0-1 0,0 0 0,0 0 0,0 0 0,0 1 0,0-1 0,0 0 0,0 0 0,0 1 0,0-1 0,0 0 0,0 0 0,0 1 0,0-1 0,0 0 0,0 0 0,0 0 0,0 1 0,1-1 0,-1 0 0,0 0 0,0 0 0,0 1 0,0-1 0,0 0 0,1 0 0,-1 0 0,0 0 0,0 0 0,1 1 0,3-1 0,1 1 0,0-1 0,-1 0 0,1 0 0,0 0 0,8-3 0,55-7 40,0-4 0,78-26 0,128-61-1525,-250 91-5341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10.7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24575,'34'104'0,"-14"-18"0,-4 1 0,-4 1 0,-3 1 0,-7 171 0,-3-244 0,-1-1 0,-4 22 0,174-207-103,155-145 329,-260 260-598,3 3 0,2 3 0,98-54 0,-126 83-6454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10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0,2 1 0,-1 1 0,11 7 0,13 11 0,15 11 0,14 12 0,12 10 0,11 4 0,8 2 0,-11-10-8191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14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546 315 24575,'-14'-11'0,"-17"-11"0,-1 1 0,-46-22 0,60 35 0,0 1 0,0 0 0,0 2 0,-1 0 0,1 1 0,-33-3 0,17 6 0,1 1 0,0 2 0,0 1 0,-37 8 0,69-11 0,0 0 0,-1 0 0,1 0 0,0 1 0,0-1 0,0 0 0,0 1 0,0-1 0,-1 1 0,1-1 0,0 1 0,0-1 0,0 1 0,0 0 0,0 0 0,0-1 0,1 1 0,-1 0 0,0 0 0,0 0 0,1 0 0,-1 0 0,0 0 0,1 0 0,-1 0 0,1 0 0,-1 0 0,1 0 0,0 0 0,-1 1 0,1-1 0,0 0 0,0 0 0,0 0 0,0 1 0,0-1 0,0 0 0,0 0 0,0 0 0,0 1 0,1-1 0,-1 0 0,0 0 0,1 0 0,0 2 0,3 5 0,0-1 0,0 1 0,1-1 0,0 1 0,7 6 0,15 17 0,2-2 0,1 0 0,2-2 0,0-1 0,50 29 0,192 94 0,-241-132 0,52 24 0,-18-9 0,105 68 0,-166-96 0,0 0 0,0 0 0,-1 1 0,1 0 0,-1 0 0,-1 1 0,1-1 0,-1 1 0,7 12 0,-9-15 0,-1 1 0,0-1 0,0 1 0,0-1 0,0 1 0,-1 0 0,1-1 0,-1 1 0,0 0 0,0-1 0,-1 1 0,1 0 0,-1-1 0,1 1 0,-1-1 0,0 1 0,0-1 0,-1 1 0,1-1 0,-4 6 0,-1-1 0,1 0 0,-2 0 0,1-1 0,-1 1 0,0-1 0,-1-1 0,1 0 0,-1 0 0,-1 0 0,1-1 0,-1 0 0,0-1 0,0 0 0,-13 4 0,-3 0 0,-1-1 0,0-1 0,0-1 0,-31 1 0,28-4 0,1-2 0,-1 0 0,1-2 0,-1-1 0,1-1 0,0-2 0,0-1 0,1 0 0,-36-17 0,50 18 0,0 0 0,1-1 0,0 0 0,0-1 0,0 0 0,1-1 0,1-1 0,-1 0 0,2 0 0,-1 0 0,1-2 0,1 1 0,0-1 0,1 0 0,0 0 0,1-1 0,0 0 0,1 0 0,0-1 0,-4-24 0,5 11 0,2 0 0,1 0 0,1 0 0,1 0 0,1 0 0,2 0 0,7-27 0,60-183 0,-57 196 0,5-10 0,-9 26 0,-1-1 0,-1 0 0,-1 0 0,5-42 0,-12 66-65,0 0 0,0 0 0,0 0 0,0 0 0,0 0 0,0 0 0,0 0 0,-1 0 0,1 1 0,-1-1 0,0 0 0,1 0 0,-1 0 0,0 0 0,0 1 0,0-1 0,0 0 0,0 1 0,0-1 0,-3-1 0,-13-10-6761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11.7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1 440 24575,'3'10'0,"34"136"0,27 90 0,-51-198 0,1-1 0,2-1 0,1-1 0,25 37 0,-37-64 0,0-1 0,0 0 0,1 0 0,0 0 0,1-1 0,0 1 0,0-2 0,9 7 0,-12-10 0,0 0 0,0 0 0,0 0 0,0-1 0,0 1 0,0-1 0,0 0 0,1-1 0,-1 1 0,0-1 0,1 1 0,-1-1 0,0-1 0,1 1 0,-1-1 0,0 1 0,0-1 0,1-1 0,3-1 0,9-4 0,-2-1 0,1 0 0,-1-2 0,0 0 0,-1 0 0,0-2 0,-1 0 0,0 0 0,14-18 0,11-17 0,43-70 0,45-108 0,-125 224 0,-1-1 0,1 0 0,0 1 0,0-1 0,-1 1 0,1 0 0,0-1 0,0 1 0,1 0 0,-1-1 0,0 1 0,0 0 0,0 0 0,1 0 0,-1 0 0,1 0 0,-1 0 0,3 0 0,-3 1 0,1 0 0,-1 0 0,1 1 0,-1-1 0,1 1 0,-1-1 0,1 1 0,-1-1 0,0 1 0,1 0 0,-1 0 0,0 0 0,0 0 0,0 0 0,1 0 0,-1 0 0,0 0 0,0 0 0,0 0 0,1 3 0,21 29 0,-2 0 0,-1 1 0,-2 2 0,21 54 0,31 61 0,-67-146 0,0 0 0,0-1 0,0 1 0,0-1 0,1 1 0,-1-1 0,1 0 0,0-1 0,0 1 0,1-1 0,-1 0 0,8 4 0,-9-6 0,1 1 0,-1-1 0,1-1 0,-1 1 0,1 0 0,-1-1 0,1 0 0,-1 0 0,1 0 0,0 0 0,-1 0 0,1-1 0,-1 0 0,1 0 0,-1 0 0,0 0 0,1 0 0,-1-1 0,0 1 0,5-4 0,7-5 0,0-1 0,0 0 0,-1-2 0,-1 1 0,0-2 0,0 0 0,-2 0 0,18-28 0,3-11 0,32-74 0,-28 44 0,46-156 0,-67 182 0,-3-1 0,-2 0 0,4-107 0,-15 134-1365,-1 9-5461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13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1 369 24575,'0'0'0,"0"0"0,0 0 0,0 0 0,0 0 0,0 0 0,0 0 0,0 0 0,0 0 0,0 0 0,0 0 0,0 0 0,0 0 0,0 0 0,0 0 0,0 0 0,0 0 0,3-1 0,1 1 0,-1-2 0,1 1 0,-1 0 0,1-1 0,-1 0 0,0 0 0,6-4 0,3-1 0,79-39 0,-92 47 0,0 0 0,0 0 0,-1 1 0,1-1 0,0 0 0,0 0 0,1 0 0,-1 1 0,0-1 0,0 0 0,1 1 0,-1-1 0,0 1 0,1-1 0,0 1 0,-1-1 0,1 1 0,0-1 0,0 1 0,-1-1 0,1 1 0,1 0 0,-1-1 0,0 1 0,0-1 0,0 1 0,1 1 0,1 4 0,-1 0 0,1-1 0,0 1 0,0 0 0,4 6 0,4 3 0,0-1 0,1 0 0,0-1 0,1-1 0,1 0 0,0 0 0,0-1 0,27 17 0,131 72 0,-157-94 0,201 94 0,22 11 0,-233-109 0,1 0 0,0-1 0,-1 1 0,1 1 0,-1-1 0,0 1 0,0-1 0,0 1 0,-1 0 0,4 6 0,-6-8 0,0 0 0,0 0 0,0 0 0,-1 0 0,1 0 0,-1 0 0,0 0 0,1 0 0,-1 0 0,0 0 0,0 1 0,0-1 0,-1 0 0,1 0 0,0 0 0,-1 0 0,0 0 0,1 0 0,-1 0 0,0 0 0,0 0 0,0 0 0,0 0 0,0 0 0,0-1 0,-1 1 0,-2 2 0,-5 6 0,-1-1 0,0 0 0,0 0 0,-1-1 0,0 0 0,-1-1 0,1-1 0,-1 1 0,-1-2 0,1 0 0,-1 0 0,-13 2 0,-8 1 0,1-2 0,-1-1 0,-54 1 0,-34-8 0,109 1 0,0-1 0,1 0 0,-1-1 0,1 0 0,0-1 0,0 0 0,-17-10 0,25 12 0,-1-2 0,1 1 0,0 0 0,0-1 0,1 0 0,-1 0 0,1 0 0,-1 0 0,1 0 0,1-1 0,-1 1 0,1-1 0,0 0 0,0 0 0,0 0 0,0 0 0,1 0 0,0 0 0,0 0 0,0 0 0,1-1 0,0 1 0,0-7 0,1-7 0,2 0 0,-1 0 0,2 1 0,1-1 0,7-20 0,17-33 0,3 2 0,78-124 0,30-64 0,-134 246 0,-1-1 0,-1 0 0,0 0 0,3-14 0,-7 23 0,1 1 0,-1-1 0,0 0 0,0 1 0,0-1 0,0 0 0,0 1 0,-1-1 0,0 0 0,0 1 0,0-1 0,0 1 0,0-1 0,-1 1 0,0 0 0,1 0 0,-1-1 0,-1 1 0,-3-4 0,2 3 0,0 1 0,0-1 0,-1 1 0,1 0 0,-1 0 0,0 1 0,0-1 0,0 1 0,0 0 0,-10-2 0,0 1 0,0 1 0,0 0 0,-18 0 0,-17 5-341,-1 1 0,1 3-1,-61 15 1,-26 12-6485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15.7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78 24575,'-5'0'0,"5"0"0,-1-1 0,1 1 0,0 0 0,0 0 0,0 0 0,0 0 0,-1 0 0,1 0 0,0 0 0,0 0 0,-1 0 0,1 0 0,0 0 0,0 0 0,0 0 0,-1 0 0,1 0 0,0 0 0,0 0 0,0 0 0,-1 0 0,1 0 0,0 0 0,0 0 0,0 0 0,0 1 0,-1-1 0,1 0 0,0 0 0,0 0 0,0 0 0,0 0 0,-1 1 0,1-1 0,0 0 0,0 0 0,0 0 0,0 0 0,0 1 0,0-1 0,0 0 0,0 0 0,-1 0 0,1 1 0,0-1 0,0 0 0,0 0 0,0 0 0,0 1 0,-9 18 0,0 1 0,1 0 0,-10 42 0,-7 68 0,22-109 0,-10 57 0,3 0 0,3 1 0,4 0 0,8 89 0,-5-165 0,1 1 0,-1-1 0,1 0 0,-1 1 0,1-1 0,0 0 0,0 0 0,0 0 0,1 1 0,-1-1 0,3 3 0,-3-5 0,1 0 0,-1 0 0,0-1 0,1 1 0,-1 0 0,0-1 0,1 1 0,-1-1 0,1 0 0,-1 1 0,0-1 0,1 0 0,-1 0 0,1 0 0,-1 0 0,1 0 0,-1 0 0,1 0 0,-1 0 0,1-1 0,-1 1 0,1-1 0,-1 1 0,0-1 0,1 1 0,-1-1 0,0 0 0,3-1 0,15-9 0,-1 0 0,0-1 0,0-1 0,-1 0 0,23-24 0,74-90 0,-93 103 0,338-449-242,-275 355-881,-56 80-5703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17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26 24575,'0'0'0,"-1"-1"0,0-1 0,0 1 0,-3-4 0,-1 0 0,0 0 0,2 1 0,0 1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17.6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24575,'0'0'0,"0"1"0,0 4 0,0 10 0,0 15 0,0 18 0,0-1-8191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17.7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24575,'0'0'0,"0"0"0,1 1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17.8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6 24575,'0'0'0,"-1"-1"0,0 0 0,0 0 0,0 0 0,0 0 0</inkml:trace>
  <inkml:trace contextRef="#ctx0" brushRef="#br0" timeOffset="1">1 1 24575,'0'0'0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24.4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1T15:31:31.2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0,'31'14,"1"-1,0-2,0-2,67 11,135 2,-233-22,349 13,-235-15,119-17,-192 11,41-12,25-5,-54 19,1 3,95 7,-129-3,365 48,-377-48,84 18,-58-10,0-3,1 0,52 0,1373-10,-790 6,-497-15,-68 3,249-14,32 1,-245 12,126-3,-213 14,336 16,-215-10,2 2,-145-3,0 3,32 11,-38-11,-1 0,1-2,-1-1,31 2,135-8,42 2,-140 10,-53-5,46 1,-35-8,-30 1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01T15:31:32.1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44.4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159 1 24575,'0'0'0,"-1"7"0,-51 474 0,29-306 0,11-74-93,-53 547 318,59-525-599,6 0-1,6 0 1,26 155 0,-26-246-6452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45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1 358 24575,'0'0'0,"24"-8"0,301-67 0,10 25 0,-304 46 0,1632-153-697,7 95 0,-1111 60 438,-405 9 129,245 42 1,-345-39 139,0 3 0,0 3 0,-2 1 0,77 38 1,-101-41 128,-1 2 1,0 2 0,-1 0 0,-1 1 0,-1 2-1,-1 0 1,0 2 0,-2 1 0,24 32 0,-8 3-14,-1 1-1,-4 1 1,45 118 0,43 207-166,-54-147 40,55 390 0,-118-608 0,-1-6 0,0 0 0,-1 1 0,-2 20 0,1-33 0,0 1 0,-1-1 0,1 1 0,-1-1 0,0 1 0,0-1 0,0 0 0,-1 1 0,1-1 0,-1 0 0,0 0 0,0 0 0,0 0 0,0 0 0,0-1 0,-1 1 0,1 0 0,-1-1 0,-5 4 0,-6 1 0,-1-1 0,0 0 0,-1-1 0,1 0 0,-1-2 0,-31 4 0,44-6 0,-214 23-42,-228-4 0,369-18-45,-445 8-255,-663 25-169,672-2 511,-340 14 0,1-71 0,553-15-114,2-13 1,-333-103-1,622 153-6712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45.8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1 440 24575,'17'34'0,"1"-1"0,2 0 0,2-2 0,0 0 0,2-2 0,2 0 0,0-2 0,38 30 0,-61-55 0,1 1 0,-1-1 0,0 0 0,1 0 0,0-1 0,-1 1 0,1-1 0,0 0 0,0 0 0,0 0 0,0 0 0,0-1 0,0 0 0,0 1 0,0-2 0,5 1 0,-1-2 0,-1 1 0,0-1 0,-1-1 0,1 1 0,0-1 0,-1 0 0,1 0 0,8-7 0,2-3 0,0-1 0,-1 0 0,-1-1 0,-1-1 0,16-21 0,-24 29 0,-3 5 0,-1 0 0,1 0 0,-1-1 0,0 1 0,0-1 0,0 1 0,2-8 0,-2 11 0,0 0 0,-1 0 0,1 0 0,0 0 0,0 1 0,-1-1 0,1 0 0,0 1 0,-1 0 0,1-1 0,-1 1 0,3 1 0,-3-2 0,25 14 0,29 21 0,-41-25 0,1 0 0,1 0 0,0-2 0,0 0 0,0-1 0,1 0 0,18 4 0,-27-11 0,-1 1 0,1-1 0,-1 0 0,1-1 0,0 0 0,-1 0 0,0 0 0,1-1 0,-1 0 0,0-1 0,0 1 0,0-1 0,0-1 0,-1 1 0,1-1 0,11-10 0,1-1 0,-1-1 0,-1-1 0,0-1 0,14-20 0,-1-2-124,-2-1 0,-2-1 0,-2-2 0,-2 0 0,-1-1 0,-3-1-1,-2-1 1,-1-1 0,-3 0 0,6-52 0,-16 81-6702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46.1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24575,'0'0'0,"0"0"0,0 0 0,0 0 0,0 0 0,0 1 0,2 3 0,0 8 0,3 16 0,2 17 0,1 16 0,0 10 0,-1 4 0,-2-10-8191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47.0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156 1 24575,'-10'12'0,"1"0"0,0 1 0,1 0 0,0 1 0,1 0 0,-7 18 0,5-12 0,-8 22 0,1-1 0,-18 73 0,29-92 0,1 0 0,2 1 0,0 0 0,1-1 0,1 1 0,1 0 0,4 25 0,-4-41 0,0-1 0,1 0 0,0 0 0,0 0 0,0 0 0,1-1 0,-1 1 0,2-1 0,-1 1 0,0-1 0,1 0 0,0 0 0,0 0 0,1-1 0,-1 0 0,1 0 0,0 0 0,0 0 0,0-1 0,1 1 0,5 1 0,-4-2 0,1-1 0,-1 0 0,1 0 0,-1-1 0,1 0 0,-1 0 0,1-1 0,0 0 0,-1 0 0,1-1 0,0 0 0,-1 0 0,1-1 0,-1 0 0,0 0 0,14-6 0,-8 1 0,0-1 0,-1 1 0,0-2 0,0 0 0,-1 0 0,0-1 0,-1-1 0,0 1 0,0-2 0,-1 1 0,-1-1 0,0-1 0,-1 0 0,0 0 0,-1 0 0,0 0 0,-1-1 0,-1 0 0,4-17 0,-6 20 0,0 1 0,0-1 0,-1 0 0,0 0 0,-1 0 0,-1 0 0,1 0 0,-2 0 0,1 0 0,-2 0 0,1 1 0,-1-1 0,-1 1 0,0-1 0,-1 1 0,0 0 0,0 1 0,-1 0 0,0-1 0,0 2 0,-1-1 0,-1 1 0,1 0 0,-1 0 0,-1 1 0,-9-6 0,12 9 0,0 0 0,0 0 0,0 1 0,-1 0 0,1 0 0,-1 1 0,0-1 0,0 2 0,0-1 0,-13-1 0,18 3 0,-1 1 0,0-1 0,0 0 0,0 1 0,0 0 0,0-1 0,1 1 0,-1 0 0,0 1 0,0-1 0,1 0 0,-1 1 0,1-1 0,0 1 0,-1 0 0,1 0 0,0 0 0,0 0 0,0 0 0,0 1 0,0-1 0,1 0 0,-1 1 0,1-1 0,0 1 0,-1 0 0,1-1 0,-1 7 0,-1 1 0,1 1 0,0 0 0,0 0 0,1 0 0,1 0 0,0 0 0,1 0 0,0 0 0,0 0 0,1 0 0,0 0 0,1 0 0,1-1 0,8 19 0,1-1 0,1-1 0,1-1 0,1-1 0,25 30 0,-14-24-273,1 0 0,2-2 0,1-1 0,60 41 0,-47-41-6553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47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0 164 24575,'0'0'0,"4"8"0,42 92 0,-20-41 0,58 96 0,-81-150 0,0-1 0,0 1 0,1-1 0,-1 0 0,1 1 0,0-2 0,1 1 0,-1 0 0,1-1 0,-1 0 0,1 0 0,0 0 0,0-1 0,10 4 0,-10-5 0,0 0 0,0-1 0,0 0 0,0 1 0,0-2 0,0 1 0,0-1 0,0 1 0,0-1 0,0-1 0,0 1 0,0-1 0,-1 0 0,1 0 0,-1 0 0,8-5 0,9-7 0,-2-1 0,0 0 0,0-2 0,-2 0 0,0-1 0,-1-1 0,-1 0 0,0-1 0,-2-1 0,12-23 0,-25 43 0,0 1 0,1 0 0,-1-1 0,0 1 0,1 0 0,-1 0 0,0-1 0,1 1 0,-1 0 0,0 0 0,1 0 0,-1-1 0,1 1 0,-1 0 0,0 0 0,1 0 0,-1 0 0,1 0 0,-1 0 0,1 0 0,-1 0 0,0 0 0,1 0 0,-1 0 0,1 0 0,-1 0 0,0 0 0,1 0 0,-1 1 0,1-1 0,-1 0 0,0 0 0,1 0 0,-1 1 0,0-1 0,1 0 0,-1 0 0,0 1 0,1 0 0,17 13 0,-14-11 0,35 33 0,-26-22 0,1-1 0,1 0 0,0-2 0,20 13 0,-32-23 0,-1 0 0,0 0 0,0 0 0,1 0 0,-1-1 0,0 1 0,1-1 0,-1 1 0,0-1 0,1 0 0,-1 0 0,1 0 0,-1 0 0,1 0 0,-1-1 0,0 1 0,1-1 0,-1 0 0,3-1 0,0 0 0,-1-1 0,1 1 0,-1-1 0,1 0 0,-1-1 0,0 1 0,-1-1 0,6-6 0,3-5 0,-1-1 0,-1-1 0,14-30 0,2-15-682,34-125-1,-44 129-6143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48.9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 24575,'40'-8'0,"-35"7"0,1-1 0,-1 1 0,0 0 0,1 0 0,-1 1 0,8-1 0,-11 2 0,0-1 0,0 1 0,0-1 0,0 1 0,0-1 0,0 1 0,0 0 0,0 0 0,-1 0 0,1 0 0,0 0 0,-1 1 0,1-1 0,-1 0 0,1 1 0,-1-1 0,0 1 0,1 0 0,-1-1 0,0 1 0,0 0 0,0 2 0,3 3 0,-2 0 0,1 1 0,-1-1 0,0 1 0,-1-1 0,0 1 0,0 0 0,-1 0 0,0 0 0,-1 10 0,-2 12 0,-9 37 0,12-66 0,-12 56 0,-3-2 0,-2 1 0,-42 88 0,60-144 0,-1 1 0,0-1 0,0 1 0,1-1 0,-1 0 0,0 1 0,0-1 0,1 1 0,-1-1 0,0 0 0,1 1 0,-1-1 0,1 0 0,-1 1 0,0-1 0,1 0 0,-1 0 0,1 1 0,-1-1 0,1 0 0,-1 0 0,1 0 0,-1 0 0,1 0 0,-1 0 0,1 0 0,-1 0 0,1 0 0,-1 0 0,1 0 0,-1 0 0,1 0 0,-1 0 0,1 0 0,25 0 0,28-3 40,0-3 0,84-20 0,101-43-1525,-171 46-5341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50.1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327 203 24575,'-21'-13'0,"14"9"0,-55-33 0,57 34 0,1 1 0,-1 0 0,-1 0 0,1 1 0,0 0 0,0-1 0,-1 2 0,1-1 0,0 1 0,-1-1 0,-6 2 0,0 0 0,-2 3 0,2 16 0,-16 58 0,3 1 0,3 1 0,4 1 0,-13 132 0,29-195 0,1-9 0,0-1 0,0 1 0,0-1 0,1 1 0,1-1 0,-1 0 0,1 1 0,1-1 0,-1 1 0,5 9 0,-3-25 0,1-11 0,-3 15 0,5-23 0,1 0 0,1 1 0,2 0 0,0 1 0,26-44 0,-2 15 0,54-66 0,-18 41-341,3 3 0,3 3-1,102-74 1,-117 99-6485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50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0,1 1 0,-1 1 0,9 8 0,9 10 0,9 9 0,7 9 0,4 4 0,2 2 0,0-1 0,-1 0 0,-2-3 0,1-1 0,-6-7-8191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51.7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242 102 24575,'0'0'0,"0"0"0,3 7 0,7 23 0,-1 2 0,-2-1 0,-1 1 0,4 57 0,-8 130 0,-2-210 0,-2 81 0,-3-1 0,-24 125 0,29-213 0,0-1 0,0 0 0,1 0 0,-1 0 0,0 1 0,0-1 0,0 0 0,0 0 0,0 0 0,-1 1 0,1-1 0,0 0 0,0 0 0,0 0 0,0 1 0,0-1 0,0 0 0,0 0 0,0 0 0,0 0 0,0 1 0,-1-1 0,1 0 0,0 0 0,0 0 0,0 0 0,0 0 0,0 1 0,-1-1 0,1 0 0,0 0 0,0 0 0,0 0 0,0 0 0,-1 0 0,1 0 0,0 0 0,0 0 0,0 0 0,-1 0 0,1 0 0,0 0 0,0 0 0,0 0 0,-1 0 0,1 0 0,0 0 0,0 0 0,0 0 0,-1 0 0,1 0 0,0 0 0,0 0 0,-1 0 0,-9-14 0,-8-25 0,-3-20 0,2-1 0,-19-111 0,4-132 0,32 262 0,1 305 0,3-124 0,-3-48 0,7 249 0,2-438 0,-28-353 0,-44 1 0,60 426 0,1 3 0,-1 1 0,-7-23 0,1 88 0,8 14 0,2 0 0,14 96 0,33 119 0,-43-257 0,3 18 0,78 338 0,-85-374 0,0 0 0,0 0 0,0 0 0,1 0 0,-1 0 0,0 0 0,0 0 0,0 0 0,0 0 0,0 0 0,0 0 0,0 0 0,0-1 0,0 1 0,0 0 0,0 0 0,0 0 0,0 0 0,0 0 0,0 0 0,0 0 0,1 0 0,-1 0 0,0 0 0,0 0 0,0 0 0,0 0 0,0 0 0,0 0 0,0 0 0,0 0 0,0 0 0,0 0 0,0 0 0,0 0 0,1 0 0,-1 0 0,0 0 0,0 0 0,0 0 0,0 0 0,0 0 0,0 0 0,0 1 0,0-1 0,0 0 0,0 0 0,0 0 0,0 0 0,0 0 0,0 0 0,0 0 0,0 0 0,0 0 0,0 0 0,1 0 0,-1 0 0,0 0 0,0 0 0,0 0 0,0 1 0,0-1 0,3-12 0,3-20 0,4-81 0,-8-209 0,-42-114 0,27 345-1365,11 81-5461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52.8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0,0 15 0,2 23 0,1 1 0,2 0 0,2-1 0,1 0 0,2-1 0,2 0 0,23 52 0,-33-84 0,1-1 0,-1 1 0,1-1 0,-1 1 0,1-1 0,1 0 0,-1 0 0,1-1 0,-1 1 0,1-1 0,0 1 0,0-1 0,0 0 0,1-1 0,4 3 0,-5-4 0,0 0 0,-1 0 0,1 0 0,0-1 0,0 0 0,0 0 0,0 0 0,-1 0 0,1 0 0,0-1 0,0 0 0,-1 0 0,1 0 0,0 0 0,-1 0 0,1-1 0,-1 1 0,1-1 0,-1 0 0,4-3 0,1 0 0,-1 0 0,1-1 0,-2 0 0,1 0 0,0 0 0,-1-1 0,0 1 0,-1-2 0,0 1 0,0 0 0,0-1 0,-1 0 0,0 0 0,3-10 0,13 46 0,39 81 0,40 64 0,-97-170 0,1 1 0,-1 0 0,1-1 0,0 0 0,0 1 0,0-1 0,1-1 0,-1 1 0,1 0 0,0-1 0,-1 0 0,1 1 0,7 1 0,-8-3 0,0-1 0,0 1 0,-1-1 0,1 0 0,0 0 0,-1 0 0,1 0 0,0-1 0,0 1 0,-1-1 0,1 0 0,0 0 0,-1 0 0,1 0 0,-1 0 0,0 0 0,1-1 0,-1 1 0,0-1 0,0 1 0,1-1 0,-1 0 0,2-3 0,7-7 0,-1-1 0,-1 0 0,0 0 0,-1-1 0,0 0 0,-1 0 0,-1-1 0,7-20 0,-2-4 0,-1-1 0,5-44 0,-10 54-341,-3 0 0,0 0-1,-5-56 1,0 62-6485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53.6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18 322 24575,'-2'28'0,"1"-3"0,-14 296 0,15-245 0,4 0 0,16 93 0,-19-166 0,-1 0 0,1-1 0,-1 1 0,0-1 0,1 0 0,0 0 0,0 1 0,-1-1 0,1 0 0,2 4 0,6-6 0,6-12 0,17-30 0,-2-1 0,-2-1 0,36-75 0,-32 58 0,109-211 73,49-92-1511,-140 274-5388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54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 86 24575,'3'-15'0,"0"9"0,-2 9 0,-24 332 0,23-261 0,4 0 0,20 113 0,-16-154 0,-4-23 0,-3-19 0,-40-359 0,-2-25 0,41 382 56,6 21-1477,1 7-5405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55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230 2 24575,'-2'-1'0,"-3"8"0,-5 14 0,-10 64 0,4 0 0,-5 100 0,16-139 0,-72 928 128,8-72-1621,64-850-5333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56.0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769 68 24575,'-7'6'0,"-31"25"0,-329 288 0,264-221 0,-128 157 0,209-226 0,21-25 0,5-7 0,42-43 0,121-136 0,172-177 0,-331 351 0,25-25 0,1 1 0,2 2 0,61-41 0,-85 64 0,0 1 0,1 0 0,0 0 0,0 1 0,1 1 0,27-5 0,-32 8 0,0 0 0,0 1 0,0 0 0,0 1 0,0-1 0,0 2 0,0-1 0,0 1 0,-1 1 0,1 0 0,16 7 0,-8 0 0,-1 0 0,0 1 0,0 1 0,-1 1 0,-1 0 0,0 1 0,-1 0 0,0 1 0,10 17 0,10 17 0,44 92 0,147 431-1365,-181-444-5461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56.9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 0 24575,'-12'41'0,"-5"39"0,4 1 0,4 1 0,3-1 0,4 1 0,3 0 0,4 0 0,22 113 0,-27-191 0,4 14 0,0 0 0,1 0 0,0 0 0,17 32 0,-21-47 0,0 0 0,1 0 0,0 0 0,0-1 0,0 1 0,0 0 0,0-1 0,0 0 0,1 1 0,-1-1 0,1 0 0,0 0 0,0 0 0,-1-1 0,1 1 0,0-1 0,0 1 0,1-1 0,-1 0 0,0 0 0,0-1 0,1 1 0,-1-1 0,0 1 0,0-1 0,1 0 0,-1 0 0,0-1 0,1 1 0,-1-1 0,0 1 0,0-1 0,1 0 0,5-3 0,8-4 0,0-1 0,0-1 0,-1 0 0,0-2 0,-1 1 0,0-2 0,-1 0 0,15-18 0,6-10 0,49-76 0,-65 88 0,-2-1 0,-1 0 0,-1-1 0,14-42 0,-20 90 0,84 304 0,3 8 0,-84-296 0,0-2 0,27 47 0,-36-72 0,1 1 0,0 0 0,1-1 0,0 0 0,0 0 0,0-1 0,0 1 0,1-1 0,0 0 0,0 0 0,0-1 0,1 0 0,0 0 0,-1 0 0,1-1 0,0 0 0,11 2 0,-12-4 0,0 0 0,-1-1 0,1 0 0,0-1 0,0 1 0,-1-1 0,1 0 0,-1-1 0,1 1 0,-1-1 0,1 0 0,-1 0 0,0-1 0,0 1 0,0-1 0,9-7 0,0-2 0,-1 0 0,0 0 0,0-1 0,12-19 0,4-8 0,-3-2 0,-1 0 0,-2-2 0,-1-1 0,19-62 0,-12 14 0,30-166 0,-55 240 0,3-17 0,-1-1 0,-2 0 0,-1 0 0,-3-59 0,-3 84-1365,1 5-5461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57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317 0 24575,'3'30'0,"-2"38"0,-12 101 0,-22 68 0,24-183 0,-243 1091-1365,237-1088-5461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58.1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740 1701 24575,'2'-16'0,"28"-263"0,-12-1 0,-12-1 0,-49-445 0,35 669 0,-105 192 0,43-55 0,-347 444 0,273-339 0,385-504 0,-117 165 0,236-227 0,-354 375 0,17-15 0,0 1 0,1 2 0,35-22 0,-53 36 0,1 1 0,0-1 0,0 1 0,0 1 0,0-1 0,1 1 0,-1 0 0,0 1 0,1 0 0,0 0 0,-1 1 0,1-1 0,-1 2 0,1-1 0,-1 1 0,1 0 0,-1 1 0,14 4 0,-2 4-170,0 0-1,-1 2 0,-1 0 1,0 1-1,0 1 0,-1 1 1,22 26-1,13 14-6655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1:59.4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24575,'15'19'0,"-8"-9"0,33 41 0,2-2 0,3-2 0,1-3 0,3-1 0,1-2 0,2-3 0,1-1 0,109 53 0,-115-71-1365,-35-16-5461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01.0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0 222 24575,'22'2'0,"103"5"0,0-6 0,1-5 0,169-28 0,363-101 0,-388 72 0,-252 59 0,-12 7 0,-7-2 0,0 0 0,0-1 0,0 1 0,-1 0 0,1 0 0,-1-1 0,1 1 0,-1 0 0,-3 2 0,-48 63 0,-109 110 0,-82 46 0,233-213 0,-798 641 0,607-496 0,196-148 0,13-6 0,26-6 0,-21 2 0,417-80 0,0-30 0,-250 63 0,-81 23-107,291-66-1151,-334 84-5568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01.4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0 24575,'-1'16'0,"-24"518"0,-1-28 0,25-358 0,26 208 0,-11-275-1365,-8-54-5461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05.0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 1 24575,'0'0'0,"0"0"0,-6 10 0,-8 26 0,0 1 0,3 1 0,-14 73 0,1 120 0,23 76 0,6-249 0,2 0 0,3 0 0,20 69 0,-26-114 0,1 0 0,-1 0 0,2-1 0,0 0 0,9 14 0,-14-23 0,1-1 0,0 0 0,-1 1 0,1-1 0,0 0 0,0 0 0,0 0 0,0-1 0,1 1 0,-1 0 0,0-1 0,1 0 0,-1 1 0,1-1 0,0 0 0,-1 0 0,1-1 0,0 1 0,-1 0 0,1-1 0,0 0 0,0 1 0,0-1 0,-1 0 0,1-1 0,0 1 0,0 0 0,0-1 0,-1 1 0,1-1 0,2-1 0,7-4 0,-1 0 0,0 0 0,0-1 0,0-1 0,-1 0 0,-1 0 0,1-1 0,-1 0 0,11-14 0,67-101 0,-82 115 0,125-235 0,-70 123 0,-59 118 0,1 0 0,-1 0 0,1 1 0,0-1 0,0 0 0,0 1 0,0-1 0,0 1 0,0-1 0,1 1 0,-1 0 0,5-2 0,-6 3 0,1 1 0,0-1 0,0 1 0,0 0 0,-1 0 0,1 0 0,0-1 0,0 2 0,0-1 0,-1 0 0,1 0 0,0 1 0,0-1 0,0 1 0,-1-1 0,1 1 0,0 0 0,-1-1 0,1 1 0,-1 0 0,1 0 0,-1 0 0,3 3 0,11 8 0,-1 0 0,0 2 0,-1-1 0,19 27 0,42 71 0,-46-66 0,-13-22 0,-6-7 0,1-1 0,0-1 0,1 1 0,21 20 0,-29-32 0,0-1 0,0 1 0,0-1 0,0 1 0,1-1 0,-1 0 0,1-1 0,0 1 0,-1-1 0,1 1 0,0-1 0,0 0 0,0 0 0,0-1 0,0 1 0,0-1 0,0 0 0,-1 0 0,1 0 0,0-1 0,0 1 0,0-1 0,0 0 0,0 0 0,0 0 0,6-3 0,2-3 0,0 0 0,0-1 0,-1 0 0,0 0 0,0-1 0,-1-1 0,0 0 0,9-12 0,6-11 0,31-52 0,-24 30 0,-3 0 0,-3-2 0,-2-1 0,-2-1 0,-3-1 0,-3 0 0,17-118 0,-33 173 0,2-5 0,-2-1 0,1 1 0,-1 0 0,0 0 0,-3-15 0,3 25-22,0 0-1,0 1 0,0-1 0,-1 0 0,1 0 1,0 0-1,0 0 0,0 0 0,0 1 1,0-1-1,0 0 0,-1 0 0,1 0 1,0 0-1,0 0 0,0 0 0,0 0 1,0 0-1,-1 0 0,1 1 0,0-1 1,0 0-1,0 0 0,-1 0 0,1 0 1,0 0-1,0 0 0,0 0 0,0 0 1,-1 0-1,1 0 0,0 0 0,0-1 1,0 1-1,0 0 0,-1 0 0,1 0 1,0 0-1,0 0 0,0 0 0,0 0 1,-1 0-1,1 0 0,0-1 0,0 1 1,0 0-1,0 0 0,0 0 0,0 0 1,-1 0-1,1-1 0,0 1 0,0 0 0,0 0 1,0 0-1,0 0 0,0-1 0,0 1 1,0 0-1,-6 10-6803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05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 1 24575,'7'134'0,"-14"65"0,-8-1 0,-9-1 0,-72 280 0,86-440-1365,7-28-5461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24.3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24575,'2'13'0,"0"0"0,0 0 0,5 15 0,4 16 0,-9-37-16,64 354 154,-52-257-881,1 160-1,-16-241-6082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06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528 3018 24575,'0'0'0,"-15"-342"0,5 180 0,-23-550 0,-54-842 0,85 1517 0,0 1 0,-13-65 0,10 103 0,0 0 0,0 0 0,0 1 0,0 0 0,1 0 0,-1 0 0,-3 4 0,-28 21 0,1 2 0,2 1 0,1 1 0,2 2 0,1 1 0,1 1 0,2 2 0,-38 75 0,56-85 0,10-25 0,6-16 0,211-455 0,-218 466 0,-1 0 0,1 1 0,0-1 0,0 0 0,1 1 0,-1 0 0,0-1 0,0 1 0,1 0 0,-1-1 0,1 1 0,-1 0 0,1 0 0,-1 0 0,1 1 0,0-1 0,0 0 0,-1 0 0,1 1 0,0-1 0,0 1 0,-1 0 0,1 0 0,0-1 0,0 1 0,0 0 0,0 0 0,0 1 0,-1-1 0,5 1 0,6 1 0,-1 1 0,1 1 0,18 8 0,-22-9 0,39 18 2,-1 1 0,45 31 0,81 64 9,-28-18-1393,-112-78-5444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08.2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881 3134 24575,'4'1'0,"0"-1"0,0 1 0,1 0 0,-1 0 0,0 0 0,5 2 0,14 4 0,117 24-129,1-8 0,275 12 1,291-49-259,670-86-26,-231 11-175,0 60 286,64 95-237,-1096-57 568,-59-5-38,150 8 228,-159-11 311,1-3 0,62-9-1,-99 9-450,1 0-1,-1-1 0,1 0 0,-1-1 0,0 0 1,0 0-1,-1-1 0,17-11 0,-20 11-71,1 0-1,-1-1 1,-1 0-1,1 0 0,-1-1 1,0 1-1,-1-1 0,1 0 1,-1 0-1,-1-1 1,1 1-1,2-10 0,3-14-6,-2 1 0,-1-2 0,-2 1 0,-1-1 0,-1 1 0,-3-46 0,-6-5 0,-22-103 0,-3 46 0,-5 2 0,-87-208 0,-152-250 0,-16-41 0,274 589 0,6 16 0,-29-59 0,36 81 0,-1 0 0,0 0 0,0 1 0,-1 0 0,0 0 0,0 1 0,-1 0 0,0 0 0,0 1 0,-15-9 0,-1 3 0,-1 1 0,0 2 0,-1 0 0,0 2 0,0 0 0,-33-3 0,-169-7 0,207 16 0,-1119 18-492,98 3 63,395-68 364,5-39-55,0 1 55,402 64 65,-1 10 0,0 10 0,-1 11 0,-307 51 0,476-49 117,1 4 0,0 3 1,2 3-1,-88 39 0,128-46-68,0 1-1,1 2 1,1 1 0,1 1 0,1 1 0,0 2-1,2 0 1,0 2 0,2 0 0,1 2-1,-34 51 1,32-36-49,2 1 0,1 1 0,3 1 0,-16 57 0,17-36 0,3 2 0,-6 94 0,14-20 0,6 0 0,24 169 0,23 35 0,14-2 0,122 376 0,-141-578 0,65 247 0,-108-387 0,1 0 0,-1 0 0,1-1 0,-1 1 0,1 0 0,0 0 0,-1-1 0,1 1 0,0-1 0,-1 1 0,1 0 0,0-1 0,0 1 0,0-1 0,-1 0 0,1 1 0,0-1 0,0 0 0,0 1 0,0-1 0,0 0 0,0 0 0,0 0 0,0 0 0,-1 0 0,1 0 0,0 0 0,2 0 0,33-4 0,-27 3 0,101-16 0,146-42 0,107-54 0,-158 47 0,-119 38 0,164-45 0,-242 72-1365,-1 0-5461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09.3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0,2 15 0,9 64 0,4-2 0,3 0 0,3-1 0,36 83 0,-51-145 0,0 0 0,2 0 0,-1-1 0,1 0 0,19 22 0,-24-32 0,-1 0 0,1 0 0,0 0 0,1-1 0,-1 1 0,0-1 0,1 0 0,-1 0 0,1 0 0,0-1 0,-1 1 0,1-1 0,0 0 0,0 0 0,0 0 0,0 0 0,0-1 0,0 0 0,0 0 0,0 0 0,0 0 0,0-1 0,1 1 0,-2-1 0,1 0 0,8-3 0,-3 0 0,0-1 0,0 0 0,0-1 0,-1 0 0,0-1 0,0 1 0,0-1 0,-1-1 0,0 0 0,0 0 0,10-17 0,-8 12 0,-2 0 0,0-1 0,0 0 0,-1 0 0,-1-1 0,0 1 0,4-25 0,-9 39 0,0 0 0,0 0 0,0 0 0,0 0 0,0-1 0,0 1 0,0 0 0,0 0 0,0 0 0,0 0 0,0 0 0,1 0 0,-1-1 0,0 1 0,0 0 0,0 0 0,0 0 0,0 0 0,0 0 0,0 0 0,1 0 0,-1 0 0,0 0 0,0-1 0,0 1 0,0 0 0,0 0 0,1 0 0,-1 0 0,0 0 0,0 0 0,0 0 0,0 0 0,1 0 0,-1 0 0,0 0 0,0 0 0,0 0 0,0 0 0,0 0 0,1 1 0,-1-1 0,0 0 0,0 0 0,0 0 0,0 0 0,0 0 0,1 0 0,11 8 0,10 14 0,2 5 0,-1 0 0,-2 2 0,18 32 0,47 99 0,-84-155 0,-2-5 0,1 1 0,-1 0 0,0-1 0,1 1 0,-1 0 0,0 0 0,1-1 0,-1 1 0,1-1 0,-1 1 0,1-1 0,0 1 0,-1 0 0,1-1 0,-1 0 0,1 1 0,0-1 0,-1 1 0,1-1 0,0 0 0,0 0 0,-1 1 0,1-1 0,0 0 0,0 0 0,-1 0 0,1 0 0,0 0 0,0 0 0,1 0 0,0 0 0,0-1 0,0 0 0,0 0 0,-1 0 0,1 0 0,0 0 0,0-1 0,-1 1 0,1 0 0,-1-1 0,3-2 0,4-6 0,0 0 0,12-21 0,4-16 0,-2-2 0,-2 0 0,-2-1 0,-2 0 0,-3-2 0,-2 0 0,9-98 0,-19 135-455,0-1 0,-3-28 0,0 32-6371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09.8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0 209 24575,'8'-22'0,"1"9"0,0 1 0,1 0 0,0 0 0,1 1 0,0 1 0,1 0 0,0 0 0,25-14 0,-17 12 0,2 1 0,-1 1 0,1 1 0,1 0 0,23-4 0,-37 11 0,-1 0 0,0 0 0,1 1 0,0 0 0,-1 1 0,1 0 0,-1 0 0,1 1 0,-1 0 0,1 1 0,13 3 0,-17-2 0,0-1 0,0 1 0,0 0 0,-1 0 0,1 0 0,-1 1 0,0-1 0,0 1 0,0 0 0,0 0 0,-1 1 0,1-1 0,-1 1 0,0 0 0,-1 0 0,1 0 0,-1 0 0,0 0 0,1 6 0,2 5 0,-2 0 0,0 1 0,-1-1 0,0 1 0,-1 0 0,-1-1 0,-1 1 0,0 0 0,-2-1 0,0 1 0,-9 31 0,4-26 0,0 0 0,-1-1 0,-1 0 0,-1 0 0,-1-1 0,-1-1 0,0 0 0,-18 19 0,30-37 0,1-1 0,-1 0 0,1 0 0,-1 0 0,1 1 0,-1-1 0,1 0 0,-1 1 0,1-1 0,0 0 0,-1 1 0,1-1 0,0 1 0,-1-1 0,1 1 0,0-1 0,0 1 0,-1-1 0,1 1 0,0-1 0,0 1 0,0-1 0,0 1 0,-1-1 0,1 1 0,0-1 0,0 1 0,0-1 0,0 1 0,1 0 0,16-5 0,2-2 0,113-34-514,234-106 0,-343 136 177,-8 3-6489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10.6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222 94 24575,'0'0'0,"0"0"0,-1-1 0,0 1 0,1 0 0,-1 0 0,1-1 0,-1 1 0,0 0 0,1 0 0,-1 0 0,1 0 0,-1 0 0,0 0 0,1 0 0,-1 0 0,0 0 0,1 0 0,-1 0 0,0 1 0,1-1 0,-1 0 0,1 0 0,-1 1 0,1-1 0,-2 1 0,-13 9 0,1 2 0,0 0 0,1 0 0,0 1 0,1 1 0,0 0 0,-14 23 0,13-16 0,1 1 0,1 0 0,0 1 0,-14 47 0,21-50 0,0 1 0,1-1 0,1 1 0,0-1 0,2 1 0,1 0 0,0 0 0,2-1 0,0 1 0,6 20 0,-6-30 0,1 1 0,0-1 0,0 0 0,1 0 0,1 0 0,-1 0 0,2-1 0,0 0 0,0 0 0,0-1 0,1 0 0,1-1 0,-1 1 0,2-1 0,-1-1 0,1 0 0,0 0 0,18 8 0,-21-12 0,0-1 0,1 1 0,0-1 0,-1-1 0,1 1 0,0-1 0,0-1 0,0 1 0,0-2 0,0 1 0,0-1 0,10-2 0,-6 0 0,0-1 0,0 0 0,-1 0 0,0-2 0,0 1 0,0-1 0,13-11 0,-5 3 0,-1-2 0,0 0 0,-1-1 0,-1-1 0,-1-1 0,-1 0 0,21-37 0,-20 26 0,-1 0 0,-2 0 0,-1-2 0,-2 1 0,0-1 0,4-45 0,-10 55 0,-1 0 0,-1 0 0,-1 0 0,-1 1 0,-1-1 0,-1 0 0,0 1 0,-2-1 0,-1 1 0,-12-32 0,14 46 0,0-1 0,0 1 0,0 0 0,-1 0 0,-6-7 0,10 12 0,0 1 0,0 0 0,0 0 0,0 0 0,0 0 0,0 0 0,0 0 0,-1 0 0,1 1 0,0-1 0,-1 0 0,1 1 0,0-1 0,-1 1 0,1-1 0,-1 1 0,1 0 0,-1-1 0,1 1 0,-1 0 0,1 0 0,-1 0 0,1 0 0,-1 0 0,1 1 0,-1-1 0,1 0 0,-1 1 0,1-1 0,-1 1 0,1-1 0,0 1 0,-1 0 0,1 0 0,-2 1 0,-4 4 0,0 1 0,0 0 0,1 0 0,0 1 0,1-1 0,0 1 0,0 1 0,0-1 0,1 1 0,0 0 0,1-1 0,0 2 0,0-1 0,1 0 0,0 1 0,0 17 0,0-7 0,2-1 0,0 1 0,1 0 0,1 0 0,1 0 0,1-1 0,7 24 0,-2-19 12,2-1 0,0 1 0,1-2 0,1 0 0,1 0 0,1-1 0,0-1 0,2 0 0,21 18 0,14 9-507,3-2 0,63 38 0,-102-71-6331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11.3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82 24575,'2'2'0,"0"1"0,0-1 0,0 0 0,0 0 0,-1 1 0,1-1 0,-1 1 0,1-1 0,0 4 0,4 5 0,176 257 0,-182-267 0,1 0 0,0 0 0,-1 0 0,1-1 0,0 1 0,-1 0 0,1-1 0,0 1 0,0 0 0,0-1 0,0 1 0,-1-1 0,1 1 0,0-1 0,0 0 0,0 1 0,0-1 0,0 0 0,0 0 0,0 0 0,0 0 0,0 0 0,0 0 0,2 0 0,-1 0 0,0-1 0,0 0 0,1 1 0,-1-1 0,0 0 0,0 0 0,0-1 0,0 1 0,0 0 0,2-3 0,4-3 0,0-1 0,0-1 0,8-12 0,-15 20 0,16-25 0,-1-2 0,-1 0 0,-2 0 0,17-51 0,-5 14 0,-22 66 0,0 0 0,0 1 0,0-1 0,-1 0 0,1 1 0,0 0 0,-1 0 0,5 4 0,28 27 0,-2 1 0,-2 2 0,-1 1 0,41 69 0,45 55 0,-109-153 0,0 0 0,1 0 0,0 0 0,0-1 0,0 0 0,1-1 0,0 0 0,17 9 0,-21-13 0,-1-1 0,1 1 0,0-1 0,0 0 0,0 0 0,1-1 0,-1 1 0,0-1 0,0 0 0,0 0 0,0-1 0,0 0 0,0 0 0,1 0 0,-2 0 0,1-1 0,0 0 0,0 0 0,0 0 0,5-4 0,5-4 0,0-1 0,-1-1 0,0 0 0,-1 0 0,0-1 0,-2-1 0,1 0 0,-1-1 0,14-26 0,-4 2 0,-2-1 0,25-76 0,-33 86 0,-2-1 0,-1 1 0,-2-1 0,0-1 0,0-32 0,-6 58-1365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11.9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 1 24575,'0'0'0,"0"0"0,0 0 0,0 0 0,13 18 0,-9-7 0,-1 1 0,0-1 0,-1 1 0,-1-1 0,0 1 0,0 0 0,-1-1 0,0 1 0,-1 0 0,-4 19 0,-5 11 0,-19 59 0,23-84 0,0 4 0,-1-1 0,-2 1 0,-17 32 0,55-47 0,0-4 0,-1-2 0,1-1 0,-1-2 0,1 0 0,-1-2 0,0-1 0,38-13 0,-60 16-1365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12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 1 24575,'0'0'0,"-1"0"0,1-1 0,-1 1 0,1 0 0,-1 0 0,0 0 0,1 0 0,-1 0 0,1 0 0,-1 0 0,1 0 0,-1 0 0,1 0 0,-1 0 0,1 1 0,-1-1 0,0 0 0,1 0 0,-1 0 0,1 1 0,-1-1 0,1 0 0,0 1 0,-1-1 0,1 0 0,-1 1 0,1-1 0,0 1 0,-1-1 0,1 0 0,0 1 0,-1-1 0,1 1 0,0-1 0,-1 2 0,-10 24 0,8-17 0,-27 70 0,-27 122 0,48-161 0,2 0 0,2 0 0,2 1 0,1 0 0,5 50 0,-3-90-29,0 5-82,1 0-1,-1 0 1,1-1 0,0 1-1,1 0 1,-1 0 0,1-1-1,1 1 1,-1-1 0,1 1-1,3 5 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13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0 370 24575,'24'-22'0,"197"-162"0,-167 145 0,1 2 0,79-40 0,-111 67-1365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13.3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24575,'0'0'0,"2"8"0,6 51 0,-4-21 0,3 1 0,0-1 0,19 54 0,-21-80 0,0-1 0,0 0 0,1 0 0,1 0 0,0-1 0,0 0 0,1 0 0,0-1 0,0 0 0,1 0 0,1-1 0,-1 0 0,1-1 0,1 0 0,12 7 0,-11-8-151,2 0-1,-1-1 0,0 0 0,1-1 1,0-1-1,0 0 0,0-1 1,16 1-1,8-4-6674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13.9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95 24575,'19'31'0,"7"13"0,45 71 0,-60-100 0,1 1 0,0-2 0,1 0 0,29 24 0,-38-34 0,2-1 0,-1 1 0,0-1 0,1-1 0,-1 1 0,1-1 0,0 1 0,0-2 0,0 1 0,0-1 0,0 0 0,0 0 0,0 0 0,1-1 0,9-1 0,-7 0 0,0-1 0,-1 0 0,1 0 0,0-1 0,-1 0 0,1-1 0,-1 0 0,0 0 0,14-11 0,-9 6 0,-1-1 0,0-1 0,-1 0 0,0-1 0,-1 0 0,0 0 0,-1-1 0,0-1 0,-1 0 0,-1 0 0,12-30 0,12 80 0,8 27 0,-28-44 0,1 1 0,1-2 0,0 0 0,2 0 0,0-1 0,18 16 0,-31-31 0,1-1 0,-1 1 0,0-1 0,0 0 0,0 0 0,1 0 0,-1 0 0,1 0 0,-1-1 0,1 1 0,-1-1 0,1 1 0,-1-1 0,1 0 0,-1 0 0,1 0 0,-1 0 0,1-1 0,-1 1 0,1-1 0,-1 1 0,1-1 0,-1 0 0,0 0 0,1 0 0,-1 0 0,0 0 0,0-1 0,0 1 0,0-1 0,0 1 0,0-1 0,0 0 0,0 0 0,2-3 0,4-5 0,0 0 0,-1-1 0,0 0 0,0 0 0,8-20 0,-5 5-136,-1-1-1,-1 0 1,-1 0-1,-2 0 1,-1-1-1,0 0 1,-3 0-1,0 1 0,-5-44 1,1 46-6690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14.5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1 126 24575,'19'-12'0,"17"-10"0,0 1 0,58-24 0,-81 40 0,0 0 0,0 1 0,0 1 0,0 0 0,0 1 0,1 0 0,-1 1 0,0 0 0,1 1 0,-1 1 0,1 0 0,14 4 0,-24-4 0,0 0 0,0 0 0,-1 1 0,1-1 0,0 1 0,-1 0 0,1 0 0,-1 1 0,0-1 0,1 1 0,-1-1 0,0 1 0,-1 0 0,1 0 0,0 1 0,2 3 0,-2-1 0,0 1 0,0-1 0,-1 1 0,1 0 0,-2-1 0,1 1 0,-1 0 0,1 12 0,-1 4 0,-2-1 0,0 0 0,-2 0 0,-9 41 0,9-51 0,0-1 0,0 0 0,-1 0 0,0 0 0,-1 0 0,-7 13 0,34-23 0,23-4 0,0-2 0,76-18 0,4-2 0,-123 25-1365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15.2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 0 24575,'0'0'0,"0"0"0,0 0 0,-6 14 0,-4 54 0,4 1 0,2-1 0,3 1 0,15 121 0,-10-156 0,2-1 0,17 59 0,-23-90 0,0-1 0,1 0 0,-1 1 0,1-1 0,-1 0 0,1 1 0,0-1 0,0 0 0,-1 0 0,1 1 0,0-1 0,0 0 0,0 0 0,0 0 0,1 0 0,-1 0 0,0-1 0,0 1 0,0 0 0,1 0 0,-1-1 0,0 1 0,1-1 0,-1 1 0,1-1 0,-1 0 0,0 1 0,1-1 0,-1 0 0,1 0 0,-1 0 0,1 0 0,-1 0 0,1 0 0,-1-1 0,1 1 0,-1 0 0,0-1 0,3 0 0,4-3 0,-1 1 0,1-1 0,-1 0 0,0-1 0,12-10 0,8-9 0,-1-2 0,0-1 0,-3-1 0,33-49 0,69-132 0,-125 207 0,33-59-1365,-8 11-5461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16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416 2319 24575,'-1'-60'0,"6"-144"0,20-15 0,62-251 0,94-202 0,-166 620 0,49-176 0,-52 174 0,-2-1 0,4-64 0,-13 103 0,-1-1 0,0 1 0,-1 0 0,-1 0 0,-4-19 0,5 32 0,0-1 0,0 1 0,0-1 0,0 1 0,-1 0 0,1-1 0,-1 1 0,0 0 0,0 0 0,0 0 0,-1 0 0,1 0 0,0 1 0,-1-1 0,0 1 0,0-1 0,0 1 0,0 0 0,0 0 0,0 0 0,0 1 0,-1-1 0,1 1 0,-1 0 0,1 0 0,-1 0 0,1 0 0,-5 0 0,-3 1 0,0 0 0,1 1 0,-1 0 0,0 1 0,1 0 0,-1 0 0,1 1 0,0 0 0,-15 8 0,-5 4 0,-50 34 0,25-10 0,3 2 0,1 3 0,2 2 0,2 2 0,3 2 0,1 2 0,3 1 0,-65 117 0,102-165 0,-1 3 0,0-1 0,1 0 0,-1 1 0,2 0 0,-1-1 0,-2 13 0,5-20 0,0 1 0,0-1 0,0 0 0,0 0 0,0 0 0,0 0 0,0 1 0,0-1 0,0 0 0,0 0 0,0 0 0,0 0 0,0 0 0,0 1 0,0-1 0,0 0 0,0 0 0,1 0 0,-1 0 0,0 0 0,0 1 0,0-1 0,0 0 0,0 0 0,0 0 0,0 0 0,0 0 0,1 0 0,-1 0 0,0 0 0,0 1 0,0-1 0,0 0 0,0 0 0,1 0 0,-1 0 0,0 0 0,0 0 0,0 0 0,0 0 0,0 0 0,1 0 0,-1 0 0,0 0 0,0 0 0,0 0 0,0 0 0,12-4 0,11-11 0,176-154 0,-139 113 0,121-87 0,-160 129 0,1 1 0,1 1 0,0 1 0,0 0 0,1 2 0,0 1 0,1 1 0,0 1 0,0 2 0,28-3 0,-24 6 10,0 2 0,0 1 0,0 1 0,-1 1 0,1 2 0,-1 1 0,0 1 0,-1 1 0,0 2 0,0 1 0,27 16 0,-16-5-222,-1 2 0,-1 1 0,-1 2-1,-2 1 1,0 2 0,41 51 0,-40-40-6614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17.7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1 118 24575,'0'0'0,"0"0"0,0 0 0,19-2 0,157-13 0,519-68 0,-597 66 0,-98 17 0,1 0 0,-1 0 0,0 0 0,1 0 0,-1 0 0,0 0 0,1 0 0,-1 0 0,1 0 0,-1 0 0,0 0 0,1 0 0,-1 0 0,0 0 0,1 1 0,-1-1 0,0 0 0,1 0 0,-1 0 0,0 1 0,1-1 0,-1 0 0,0 0 0,0 1 0,1-1 0,-1 0 0,0 1 0,0-1 0,1 0 0,-1 1 0,0-1 0,0 0 0,0 1 0,0-1 0,1 18 0,-12 20 0,11-38 0,-19 47 0,-2-1 0,-2-2 0,-46 69 0,-104 115 0,52-85 0,-7-6 0,-168 141 0,289-267 0,15-5 0,26-3 0,-24-3 0,68 1 21,1-3 1,-1-4-1,0-4 0,130-32 0,298-117-1104,-452 140 695,-14 6-6438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18.1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 1 24575,'-3'11'0,"-19"77"0,4 0 0,4 1 0,-3 103 0,14-70 0,23 216 0,-16-299 0,2 0 0,2-1 0,1 0 0,1-1 0,29 66 0,-38-102-1365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26.1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0 185 24575,'5'-1'0,"-1"0"0,1 0 0,-1-1 0,0 1 0,0-1 0,0 0 0,0 0 0,0 0 0,0-1 0,6-4 0,8-4 0,38-20 0,114-44 0,-141 65 0,0 2 0,0 0 0,0 2 0,1 1 0,0 2 0,40 0 0,-65 2 0,0 1 0,0 1 0,0-1 0,1 1 0,-1 0 0,0 0 0,0 1 0,-1-1 0,1 1 0,0 0 0,0 0 0,-1 1 0,1-1 0,-1 1 0,0 0 0,0 0 0,7 7 0,-9-6 0,1 0 0,0 1 0,-1-1 0,0 1 0,0 0 0,0-1 0,-1 1 0,0 0 0,0 0 0,0 0 0,0 0 0,-1 0 0,0 0 0,0 0 0,0 0 0,0 0 0,-1 0 0,-1 6 0,-4 12 0,0 0 0,-2-1 0,0 1 0,-1-1 0,-2-1 0,0 0 0,-19 27 0,-6 1 0,-70 76 0,71-87 0,-2-1 0,-1-2 0,-80 55 0,130-95 0,0 0 0,-1 0 0,17-3 0,14-5 0,930-347-436,-804 297-493,-148 55-5897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1810 140 24575,'-21'-17'0,"-1"3"0,-1 1 0,-1 1 0,0 1 0,0 1 0,-1 1 0,0 2 0,-34-7 0,-14 2 0,-100-3 0,88 11 0,0 3 0,0 4 0,0 4 0,1 3 0,-100 26 0,141-24 0,0 2 0,1 1 0,1 2 0,0 2 0,1 2 0,1 1 0,1 2 0,2 2 0,0 2 0,2 0 0,-50 55 0,62-58 0,2 1 0,0 1 0,2 1 0,1 1 0,1 1 0,2 0 0,0 0 0,3 2 0,0 0 0,-8 43 0,16-54 0,0 0 0,1 0 0,1 0 0,1 0 0,1 0 0,0 0 0,2 0 0,1 0 0,0 0 0,2 0 0,0-1 0,1 0 0,1-1 0,1 1 0,1-2 0,0 1 0,18 23 0,-7-18 0,1 0 0,1-1 0,1-2 0,1 0 0,1-1 0,0-2 0,2-1 0,0-1 0,0-1 0,56 20 0,-15-12 0,2-3 0,1-3 0,121 14 0,-75-22 0,1-4 0,-1-6 0,0-5 0,0-5 0,0-5 0,-2-5 0,0-5 0,123-46 0,-172 48 0,100-51 0,-143 62 0,0-1 0,0-1 0,-2-1 0,0-1 0,0-1 0,-2-1 0,19-23 0,-32 34 0,-1 0 0,-1 0 0,1-1 0,-2 0 0,1 0 0,-1 0 0,0-1 0,-1 1 0,0-1 0,-1 0 0,0 0 0,0 0 0,-1 0 0,0-20 0,-2 17 0,-1 0 0,0 0 0,-1 0 0,-1 0 0,0 1 0,0-1 0,-1 1 0,-1 0 0,0 1 0,-1-1 0,-8-10 0,-10-10 0,0 1 0,-3 2 0,0 1 0,-2 1 0,0 1 0,-54-32 0,9 11 0,-154-67 0,127 71 0,-2 5 0,-1 5 0,-2 4 0,-1 5 0,-1 4 0,-197-9 0,277 28-151,1 1-1,-1 2 0,0 0 0,1 2 1,0 2-1,0 0 0,0 2 1,-37 15-1,0 11-6674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30.0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1191 165 24575,'-36'-20'0,"-4"-4"0,-1 2 0,-1 2 0,-86-28 0,88 38 0,-2 2 0,1 3 0,0 0 0,-1 3 0,0 2 0,-68 7 0,74-2 0,-1 1 0,1 2 0,0 2 0,1 1 0,1 2 0,-1 1 0,-56 34 0,76-39 0,0 1 0,1 1 0,0 1 0,1 0 0,0 1 0,1 0 0,0 1 0,1 0 0,1 1 0,0 0 0,-12 26 0,13-20 0,1 1 0,2-1 0,0 1 0,1 0 0,0 1 0,2-1 0,1 1 0,2 32 0,2-18 0,2-1 0,1 0 0,2 0 0,1-1 0,3 0 0,0-1 0,2 0 0,2 0 0,1-2 0,1 0 0,30 42 0,-22-43 0,0 0 0,2-2 0,1-1 0,2-1 0,0-1 0,63 39 0,-50-40 0,0-2 0,2-2 0,1-2 0,0-2 0,55 12 0,-39-15 0,0-4 0,0-2 0,1-2 0,0-4 0,0-2 0,0-3 0,-1-3 0,1-2 0,75-21 0,-81 12 0,-1-2 0,-1-2 0,-1-2 0,0-3 0,-3-3 0,85-60 0,-102 64 0,-1-2 0,-1-2 0,-2-1 0,-1-1 0,-1-1 0,-2-2 0,-1-1 0,-2 0 0,-2-2 0,19-42 0,-32 58 0,0 0 0,-2 0 0,0 0 0,-2-1 0,0 1 0,-1-1 0,-1 0 0,-2 0 0,0 0 0,-5-35 0,3 41 0,-2 1 0,1 0 0,-2 0 0,0 1 0,-1 0 0,-1 0 0,0 0 0,0 0 0,-2 1 0,1 1 0,-2-1 0,0 1 0,0 1 0,-1 0 0,0 0 0,-19-12 0,10 9 0,-2 2 0,0 0 0,0 1 0,-1 2 0,-44-14 0,-6 6-682,-120-14-1,-97 7-6143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46.4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0 24575,'-3'76'0,"-14"79"0,5-58 0,-18 158 0,-22 230 0,41-2 0,24-317 0,-9-139 0,1-1 0,1 1 0,19 49 0,-22-69 0,0 0 0,0-1 0,0 0 0,1 0 0,0 0 0,0 0 0,1-1 0,-1 1 0,1-1 0,8 6 0,-10-9 0,1 0 0,-1 0 0,1 0 0,0 0 0,0 0 0,0-1 0,0 0 0,0 0 0,0 0 0,0 0 0,0-1 0,0 1 0,0-1 0,0 0 0,1-1 0,-1 1 0,0-1 0,6-1 0,6-3 0,-1 0 0,-1-1 0,1-1 0,-1 0 0,0-1 0,0-1 0,-1 0 0,0-1 0,21-20 0,1-7 0,57-73 0,-27 17 0,-4-3 0,-5-2 0,-3-3 0,-5-2 0,48-153 0,-93 244 0,2-6 0,-1 16 0,2 10 0,22 64 0,-2 1 0,23 113 0,-26-92 0,-5-25 0,58 201 0,-60-220 0,3-2 0,3 0 0,34 59 0,-46-91 0,1-1 0,0 0 0,0 0 0,2-1 0,0-1 0,23 19 0,-29-27 0,1 0 0,0 0 0,0 0 0,0-1 0,0 0 0,1-1 0,-1 0 0,1 0 0,0-1 0,0 0 0,0-1 0,0 0 0,0 0 0,0-1 0,13-1 0,-7-1 0,0-1 0,0-1 0,-1 0 0,1-1 0,-1-1 0,0 0 0,0-1 0,-1 0 0,0-2 0,0 1 0,21-19 0,-7 2 0,-1-1 0,-2-1 0,41-58 0,-24 21 0,-3-2 0,-2-1 0,-4-2 0,-3-1 0,30-111 0,-26 52 0,-6-2 0,13-172 0,-31 206 0,-5-1 0,-4-1 0,-13-109 0,7 180-1365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47.1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361 1 24512,'-361'1857'0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49.1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494 116 24575,'-19'-5'0,"-8"-3"0,-6-4 0,-1 1 0,0 3 0,0 0 0,-61-4 0,86 12 0,0 1 0,-1 0 0,1 1 0,0 0 0,0 0 0,0 1 0,0 0 0,1 0 0,-1 1 0,1 0 0,0 1 0,0 0 0,0 0 0,1 1 0,-14 12 0,18-15 0,0 1 0,0-1 0,0 1 0,0 0 0,1-1 0,-1 1 0,1 0 0,0 1 0,0-1 0,0 0 0,1 0 0,0 1 0,0-1 0,0 1 0,0-1 0,1 1 0,-1 0 0,1-1 0,0 1 0,1-1 0,-1 1 0,1 0 0,0-1 0,0 1 0,0-1 0,1 0 0,-1 1 0,1-1 0,0 0 0,0 0 0,1 0 0,-1 0 0,6 5 0,5 6 0,2 0 0,0-1 0,0 0 0,2-2 0,-1 0 0,2 0 0,-1-2 0,2 0 0,35 13 0,17 3 0,95 19 0,-164-44 0,288 57 0,-290-58 0,0 0 0,1 0 0,-1 0 0,1 0 0,-1 0 0,0 0 0,1 0 0,-1 0 0,1 0 0,-1 0 0,0 0 0,1 0 0,-1 0 0,1 0 0,-1 0 0,0 1 0,1-1 0,-1 0 0,0 0 0,1 0 0,-1 1 0,0-1 0,1 0 0,-1 1 0,0-1 0,1 0 0,-1 0 0,0 1 0,0-1 0,1 0 0,-1 1 0,0-1 0,0 1 0,0-1 0,0 0 0,0 1 0,1-1 0,-1 1 0,0-1 0,0 0 0,0 1 0,0-1 0,0 1 0,0-1 0,0 0 0,0 1 0,0-1 0,-1 1 0,1-1 0,0 0 0,0 1 0,0-1 0,0 1 0,-1-1 0,1 0 0,0 1 0,0-1 0,0 0 0,-1 1 0,1-1 0,0 0 0,-1 0 0,1 1 0,0-1 0,-1 0 0,1 0 0,0 1 0,-1-1 0,-30 18 0,-6-2 0,0-2 0,-2-1 0,-61 12 0,-124 10 0,200-32 0,-129 13 0,152-16 0,1 0 0,-1 1 0,0-1 0,0 0 0,1 0 0,-1 0 0,0 0 0,1 0 0,-1-1 0,0 1 0,1 0 0,-1 0 0,0 0 0,1-1 0,-1 1 0,0 0 0,1-1 0,-1 1 0,0 0 0,1-1 0,-1 1 0,1-1 0,-1 1 0,1-1 0,-1 1 0,1-1 0,-1 1 0,1-1 0,0 0 0,-1 0 0,1-1 0,0 1 0,-1-1 0,1 0 0,1 1 0,-1-1 0,0 1 0,0-1 0,0 0 0,1 1 0,-1-1 0,1 1 0,1-4 0,4-6 0,0 0 0,13-18 0,-17 26 0,31-39 0,2 2 0,1 1 0,2 2 0,83-63 0,188-103 0,-266 179 0,-26 15 0,0 0 0,23-19 0,-40 28 0,1 0 0,-1 0 0,0 0 0,0 0 0,1-1 0,-1 1 0,0 0 0,0 0 0,0-1 0,0 1 0,1 0 0,-1-1 0,0 1 0,0 0 0,0 0 0,0-1 0,0 1 0,0 0 0,0-1 0,0 1 0,0 0 0,0 0 0,0-1 0,0 1 0,0 0 0,0-1 0,0 1 0,0 0 0,0-1 0,0 1 0,0 0 0,0 0 0,0-1 0,-1 1 0,1 0 0,0-1 0,0 1 0,0 0 0,-1 0 0,1 0 0,0-1 0,0 1 0,0 0 0,-1 0 0,1 0 0,0-1 0,-1 1 0,1 0 0,0 0 0,0 0 0,-1 0 0,-20-10 0,-13 0 0,-1 1 0,0 1 0,-55-5 0,-115 5 0,-95 26-1365,166-1-5461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52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24575,'0'0'0,"1"1"0,-1 0 0,1 0 0,1 4 0,0 2-8191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52.3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1 0,5 3 0,20 4 0,6 1-8191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52.5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0 0,0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52.6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52.7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32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0 24575,'-3'12'0,"0"0"0,1 0 0,-2 23 0,4-34 0,-8 93 0,5 108 0,5-155 0,2 0 0,2 0 0,2-1 0,19 59 0,-22-90 0,0 0 0,1 0 0,1 0 0,0-1 0,14 19 0,-20-32 0,0 0 0,0 0 0,0 0 0,0 0 0,0 0 0,0-1 0,0 1 0,1 0 0,-1-1 0,0 1 0,0-1 0,1 1 0,-1-1 0,0 0 0,0 0 0,1 1 0,-1-1 0,1 0 0,-1 0 0,0 0 0,1 0 0,-1 0 0,0-1 0,1 1 0,-1 0 0,0-1 0,0 1 0,1-1 0,1 0 0,36-23 0,-23 11 0,0-1 0,-2 0 0,0-1 0,0-1 0,-1 0 0,-1-1 0,-1 0 0,12-25 0,-11 18 0,-1 0 0,-2-1 0,0 0 0,-1-1 0,-2 0 0,3-28 0,-6 39 0,-2 30 0,0 12 0,-1-25 0,10 75 0,24 97 0,-28-152 0,0 0 0,2 0 0,1-1 0,0 0 0,2-1 0,0 0 0,1 0 0,1-1 0,18 19 0,-26-33 0,0 1 0,1-1 0,0 0 0,0 0 0,0-1 0,0 0 0,1 0 0,0 0 0,0-1 0,0 0 0,0 0 0,0-1 0,1 1 0,-1-2 0,1 1 0,-1-1 0,1 0 0,0-1 0,0 0 0,-1 0 0,1-1 0,0 0 0,-1 0 0,1-1 0,-1 0 0,0 0 0,1 0 0,-1-1 0,0 0 0,0-1 0,-1 0 0,13-8 0,1-4 0,0-1 0,-1 0 0,-1-1 0,0-1 0,-2-1 0,0 0 0,-1-1 0,-2-1 0,0 0 0,13-31 0,2-13 0,-4 0 0,25-104 0,-35 114 0,-1 0 0,-3-1 0,4-115 0,-16 160-1365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33.0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725 223 24575,'-11'-12'0,"-10"-7"0,0 1 0,-1 2 0,-1 0 0,-1 1 0,0 1 0,-31-12 0,13 8 0,0 3 0,-1 2 0,-48-9 0,60 16 0,-1 1 0,-50-1 0,74 5 0,0 1 0,0 1 0,0-1 0,1 1 0,-1 0 0,0 1 0,1 0 0,-1 0 0,1 1 0,-1 0 0,1 0 0,0 1 0,1 0 0,-1 0 0,0 0 0,-8 8 0,12-8 0,1-1 0,-1 1 0,1-1 0,-1 1 0,1 0 0,0 0 0,1-1 0,-1 2 0,1-1 0,-1 0 0,1 0 0,0 0 0,1 1 0,-1 3 0,1 0 0,0 0 0,1 0 0,0 0 0,0-1 0,1 1 0,0-1 0,3 10 0,4 3 0,0-1 0,1 0 0,1 0 0,23 29 0,4-4 0,1-1 0,2-2 0,1-2 0,51 35 0,201 123 0,-266-179 0,-31-20 0,-1 0 0,0-1 0,1 1 0,0-1 0,0 1 0,-1-1 0,2 0 0,-1 0 0,0-1 0,1 1 0,-1-1 0,1 1 0,0-1 0,0 1 0,0-1 0,1 0 0,-1 0 0,1 0 0,0 0 0,0 0 0,0 0 0,1-1 0,0 1 0,-1 0 0,1 0 0,1 0 0,0-6 0,3-13 0,1 1 0,1 0 0,1 0 0,12-28 0,49-84 0,-18 38 0,-31 54 0,17-48 0,-32 77 0,0 1 0,-1-1 0,0 0 0,-2 0 0,1 0 0,-1 0 0,-1 0 0,-3-25 0,4 38-28,-1-1-1,0 0 1,0 1-1,0-1 1,0 1 0,0-1-1,0 1 1,0-1-1,0 0 1,-1 1-1,1-1 1,0 1-1,0-1 1,0 1 0,-1-1-1,1 0 1,0 1-1,-1-1 1,1 1-1,0-1 1,-1 1-1,1 0 1,0-1 0,-1 1-1,1-1 1,-1 1-1,1 0 1,-1-1-1,1 1 1,-1 0-1,1 0 1,-1-1 0,1 1-1,-1 0 1,0 0-1,1 0 1,-1 0-1,1 0 1,-1-1-1,0 1 1,1 0 0,-1 0-1,1 1 1,-1-1-1,1 0 1,-1 0-1,0 0 1,-11 2-6798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34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259 350 24575,'-4'20'0,"-6"41"0,3-1 0,2 2 0,6 98 0,0-158 0,-1 0 0,0 1 0,0-1 0,0 1 0,0-1 0,-1 1 0,1-1 0,-1 0 0,1 1 0,-1-1 0,0 0 0,0 1 0,0-1 0,0 0 0,-1 0 0,1 0 0,0 0 0,-1 0 0,1 0 0,-1 0 0,-3 2 0,1-1 0,0-1 0,0 0 0,0 0 0,0-1 0,-1 1 0,1-1 0,0 0 0,-1 0 0,1-1 0,-1 1 0,-4-1 0,0 1 0,-1-1 0,1-1 0,0 0 0,0 0 0,0 0 0,0-1 0,0-1 0,0 1 0,0-2 0,-9-4 0,14 7 0,1-1 0,0 0 0,0 0 0,0 0 0,0-1 0,0 1 0,1 0 0,-1-1 0,1 0 0,0 0 0,-1 0 0,1 0 0,1 0 0,-1 0 0,0 0 0,1-1 0,-1 1 0,1-1 0,0 1 0,0-1 0,1 1 0,-1-1 0,1 1 0,-1-1 0,1 0 0,0 1 0,1-1 0,0-6 0,3-5 0,0-1 0,2 1 0,-1 0 0,2 0 0,0 1 0,1 0 0,0 0 0,15-18 0,90-98 0,-108 125 0,118-112 0,26-29 0,-146 144-49,-1-1 1,1 1-1,-1-1 0,0 0 0,0 0 1,-1 0-1,1 0 0,0 0 0,-1 0 1,0 0-1,0 0 0,0-1 0,0 1 1,0 0-1,-1-1 0,1 1 0,-1-1 1,0 1-1,0-1 0,0 1 0,-1 0 1,1-1-1,-1 1 0,0-1 0,1 1 0,-2 0 1,-1-5-1,-9-15-6777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35.6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191 0 24575,'1'0'0,"-1"0"0,0 0 0,1 0 0,-1 0 0,0 0 0,1 1 0,-1-1 0,0 0 0,1 0 0,-1 0 0,0 0 0,1 0 0,-1 0 0,0 0 0,0 1 0,1-1 0,-1 0 0,0 0 0,1 0 0,-1 1 0,0-1 0,0 0 0,0 0 0,1 1 0,-1-1 0,0 0 0,0 1 0,0-1 0,0 0 0,1 0 0,-1 1 0,0-1 0,0 0 0,0 1 0,0-1 0,0 0 0,0 1 0,0-1 0,0 0 0,0 1 0,0-1 0,0 0 0,0 1 0,0-1 0,0 0 0,0 1 0,-1-1 0,1 1 0,-5 21 0,4-18 0,-79 237 0,15-54 0,52-142 0,1 0 0,-5 53 0,14-76 0,1 1 0,1-1 0,1 0 0,1 0 0,1 0 0,1 0 0,1 0 0,1-1 0,1 1 0,0-1 0,2 0 0,1-1 0,0 0 0,1 0 0,19 26 0,-21-35 0,0 0 0,1-1 0,0 0 0,1 0 0,0-1 0,0 0 0,1 0 0,0-2 0,1 1 0,0-1 0,0-1 0,14 6 0,-18-10 0,0 1 0,1-1 0,-1-1 0,1 1 0,-1-2 0,1 1 0,-1-1 0,1 0 0,0-1 0,-1 0 0,1 0 0,-1-1 0,0 0 0,0 0 0,1-1 0,-1 0 0,-1-1 0,1 0 0,0 0 0,9-8 0,0-1 0,0-2 0,-2 0 0,0 0 0,0-2 0,-2 1 0,0-2 0,-1 0 0,0-1 0,-2 0 0,12-27 0,-5 2 0,-1 0 0,-2-1 0,13-81 0,-22 92 0,-2 0 0,-1 0 0,-1-1 0,-2 1 0,-2 0 0,-1 0 0,-9-38 0,9 54 0,-2 0 0,1 0 0,-2 0 0,-1 0 0,0 1 0,-1 1 0,-1-1 0,0 2 0,-1-1 0,-1 1 0,0 1 0,-1 0 0,-1 1 0,-21-16 0,28 24 0,-2-1 0,1 2 0,-1-1 0,1 1 0,-1 1 0,0 0 0,0 0 0,-1 0 0,1 1 0,-1 1 0,1 0 0,-1 0 0,1 0 0,-1 2 0,0-1 0,1 1 0,-1 0 0,1 1 0,0 0 0,-1 1 0,1 0 0,0 0 0,-13 7 0,12-4 0,0 0 0,0 0 0,1 1 0,0 0 0,0 1 0,0 0 0,1 0 0,1 1 0,-1 0 0,1 0 0,1 1 0,0 0 0,0 0 0,1 0 0,0 1 0,1 0 0,0 0 0,0 0 0,-1 13 0,2-1 0,2 1 0,1-1 0,0 0 0,2 0 0,1 0 0,1 0 0,0 0 0,2 0 0,1-1 0,0 0 0,18 35 0,13 17 0,88 128 0,72 80-1365,-180-256-5461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36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68 24575,'0'0'0,"0"13"0,-8 95 0,-25 125 0,-2 17 0,34-247 0,0 4 0,1 1 0,0-1 0,0 0 0,0 1 0,2 7 0,-2-14 0,0 0 0,0 0 0,1 0 0,-1 0 0,0 0 0,1 0 0,-1-1 0,1 1 0,-1 0 0,1 0 0,-1 0 0,1-1 0,-1 1 0,1 0 0,0 0 0,0-1 0,-1 1 0,1-1 0,0 1 0,0-1 0,0 1 0,-1-1 0,1 1 0,0-1 0,0 0 0,0 1 0,0-1 0,0 0 0,0 0 0,0 0 0,0 0 0,0 0 0,0 0 0,0 0 0,0 0 0,0 0 0,0 0 0,0 0 0,0-1 0,-1 1 0,1 0 0,0-1 0,0 1 0,0-1 0,0 1 0,1-2 0,8-3 0,0-1 0,0-1 0,-1 1 0,1-1 0,-2-1 0,1 0 0,11-14 0,50-70 0,-68 89 0,73-110 0,-64 92 0,0 1 0,-1-1 0,13-42 0,-19 69 0,1 1 0,-1 0 0,-1 0 0,1 0 0,3 13 0,46 169 0,-1-5 0,-48-173 0,0 0 0,0 0 0,1-1 0,0 0 0,1 0 0,12 17 0,-16-25 0,1 1 0,-1 0 0,1-1 0,0 0 0,-1 0 0,1 1 0,0-2 0,1 1 0,-1 0 0,0-1 0,0 1 0,1-1 0,-1 0 0,1 0 0,-1 0 0,1-1 0,-1 1 0,1-1 0,-1 0 0,1 0 0,-1 0 0,1 0 0,-1-1 0,1 1 0,5-3 0,3-1 0,0-1 0,0-1 0,-1 0 0,0 0 0,-1-1 0,1-1 0,-1 1 0,-1-2 0,1 1 0,-2-1 0,1-1 0,13-19 0,2-6 0,-2-1 0,27-59 0,-14 16 0,-2-1 0,-5-2 0,-3 0 0,27-166 0,-50 217-1365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37.0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197 67 24575,'-4'-22'0,"4"22"0,0 0 0,-1 0 0,1 0 0,0 0 0,-1 0 0,1 1 0,0-1 0,0 0 0,-1 0 0,1 0 0,0 0 0,-1 0 0,1 0 0,0 1 0,0-1 0,-1 0 0,1 0 0,0 0 0,0 1 0,-1-1 0,1 0 0,0 0 0,0 1 0,0-1 0,-1 0 0,1 1 0,0-1 0,0 0 0,0 1 0,0-1 0,0 0 0,0 1 0,-3 5 0,0 0 0,1 0 0,0 1 0,1-1 0,-2 7 0,1 24 0,1 0 0,1 0 0,7 40 0,24 112 0,-21-136 0,-9-46 0,5 24 0,-1 0 0,-2 0 0,0 35 0,-4-55 0,0-1 0,0 1 0,-1-1 0,0 1 0,-1-1 0,-1 0 0,1 0 0,-2 0 0,1 0 0,-1-1 0,-1 0 0,-11 16 0,7-13 0,-1 0 0,0-1 0,-17 14 0,23-20 0,-1-1 0,0 0 0,0 0 0,-1-1 0,1 0 0,-1 0 0,0 0 0,1-1 0,-12 3 0,17-5 0,-1 1 0,1-1 0,-1 0 0,1 1 0,-1-1 0,0 0 0,1 0 0,-1 0 0,1-1 0,-1 1 0,1 0 0,-1 0 0,1-1 0,-1 1 0,1-1 0,0 0 0,-1 1 0,1-1 0,-1 0 0,1 0 0,0 1 0,0-1 0,0 0 0,-1-1 0,1 1 0,0 0 0,0 0 0,0 0 0,1 0 0,-1-1 0,0 1 0,0-1 0,1 1 0,-1 0 0,1-1 0,-1 1 0,1-1 0,-1 1 0,1-4 0,-1-2 0,1-1 0,0 0 0,1 0 0,0 0 0,0 0 0,4-14 0,10-25 0,1 1 0,28-53 0,55-88 0,-64 123 0,6-9 0,-4 9 0,-3-3 0,29-76 0,-58 114 0,-5 29 0,0-1 0,-1 1 0,1-1 0,0 0 0,0 1 0,0-1 0,0 0 0,-1 1 0,1-1 0,0 1 0,0-1 0,-1 1 0,1-1 0,-1 1 0,1-1 0,0 1 0,-1-1 0,1 1 0,-1-1 0,1 1 0,-1 0 0,1-1 0,-2 0 0,-1 1 0,0-1 0,0 1 0,-1 0 0,1 0 0,0 0 0,0 1 0,-1-1 0,1 1 0,0-1 0,0 1 0,0 0 0,-5 2 0,-29 12-1365,1 3-5461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37.8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313 1 24575,'0'0'0,"0"0"0,-1 3 0,-181 464 0,154-390 0,9-29 0,2-3 0,1 0 0,2 1 0,-14 81 0,26-138 0,-3-38 0,7 34 0,1 1 0,0-1 0,1 0 0,1 1 0,0 0 0,1 0 0,1 0 0,0 1 0,0 0 0,2 0 0,16-19 0,-1 3 0,3 1 0,0 2 0,47-35 0,281-168 0,-190 130 0,-161 94 0,-11 3 0,-18 4 0,24-2 0,-33 5 0,0 1 0,0 1 0,1 2 0,1 2 0,-1 1 0,2 1 0,0 1 0,-48 32 0,72-41 0,0 0 0,1 1 0,0 0 0,1 1 0,-1-1 0,1 1 0,0 0 0,1 0 0,0 1 0,0-1 0,0 1 0,1 0 0,0 0 0,1 0 0,0 0 0,0 1 0,1-1 0,0 1 0,0-1 0,1 1 0,0-1 0,1 11 0,3 11 0,1 0 0,1 1 0,2-2 0,19 53 0,-11-41 40,1-1 0,33 55 0,-43-83-164,1 0 0,0 0 1,1-1-1,0 0 0,1-1 0,0 0 1,0 0-1,1-1 0,0-1 0,1 0 1,19 10-1,14-1-6702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38.4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0 24575,'0'0'0,"0"11"0,-2 100 0,-1-34 0,4 0 0,15 107 0,-15-178 0,0-1 0,0 1 0,1 0 0,-1-1 0,2 1 0,-1-1 0,0 0 0,6 8 0,-7-12 0,0 1 0,0-1 0,0 0 0,0 0 0,0 0 0,1 0 0,-1 0 0,0-1 0,1 1 0,-1 0 0,1-1 0,-1 1 0,1 0 0,-1-1 0,1 0 0,-1 1 0,1-1 0,0 0 0,-1 0 0,1 0 0,-1 0 0,1 0 0,-1 0 0,1-1 0,0 1 0,-1 0 0,1-1 0,-1 1 0,1-1 0,-1 0 0,0 1 0,1-1 0,-1 0 0,2-1 0,13-9 0,-1 0 0,0-1 0,-1 0 0,-1-2 0,0 1 0,0-1 0,-2-1 0,0 0 0,17-31 0,-24 101 0,5 121 0,-6-147 0,2 1 0,1-1 0,19 55 0,-25-82 0,1 0 0,0 0 0,-1 0 0,1 0 0,0 0 0,0-1 0,0 1 0,0 0 0,0 0 0,1-1 0,-1 1 0,0-1 0,1 1 0,0-1 0,-1 1 0,1-1 0,0 0 0,-1 0 0,1 0 0,0 0 0,0 0 0,0 0 0,0 0 0,0-1 0,0 1 0,0-1 0,0 1 0,0-1 0,0 0 0,0 0 0,0 0 0,0 0 0,0 0 0,0-1 0,0 1 0,0 0 0,4-2 0,2-2 0,0 0 0,0 0 0,0 0 0,0-1 0,-1-1 0,0 1 0,11-12 0,13-15 0,-3 0 0,0-2 0,41-68 0,-31 35 0,39-93 0,-35 45-1365,-31 74-5461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39.3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235 0 24575,'0'0'0,"0"0"0,0 0 0,-7 5 0,-7 6 0,1 0 0,1 1 0,0 0 0,0 1 0,1 0 0,1 1 0,0 0 0,1 1 0,1 0 0,0 0 0,1 1 0,1 0 0,0 0 0,1 1 0,1 0 0,0-1 0,-2 34 0,5-19 0,1 0 0,1 0 0,2-1 0,1 1 0,2 0 0,11 36 0,72 171 0,-85-227 0,0-4 0,-2-3 0,-1 0 0,1 1 0,0-1 0,-1 1 0,0-1 0,0 5 0,-1-8 0,0 0 0,0 0 0,0 0 0,0 0 0,0 0 0,0 0 0,0-1 0,-1 1 0,1 0 0,0 0 0,-1 0 0,1 0 0,-1-1 0,1 1 0,-1 0 0,1 0 0,-1-1 0,1 1 0,-1 0 0,0-1 0,1 1 0,-1-1 0,0 1 0,0-1 0,0 1 0,1-1 0,-1 1 0,0-1 0,0 0 0,0 0 0,0 1 0,0-1 0,1 0 0,-1 0 0,-1 0 0,-7 1 0,0 0 0,0-1 0,0 0 0,0-1 0,0 0 0,0 0 0,1-1 0,-1 0 0,0-1 0,1 0 0,-11-5 0,14 7 0,1-1 0,0 0 0,-1-1 0,1 1 0,0-1 0,0 0 0,1 0 0,-1 0 0,1 0 0,-1-1 0,1 1 0,0-1 0,0 0 0,1 0 0,-1 0 0,1 0 0,0-1 0,0 1 0,0-1 0,0 1 0,1-1 0,-1-6 0,2 0 0,0 1 0,1 0 0,1 0 0,-1-1 0,2 1 0,-1 0 0,2 1 0,-1-1 0,8-14 0,8-11 0,25-35 0,-42 67 0,142-185 0,-26 40 0,-112 139 0,0-1 0,0 0 0,-1 0 0,-1 0 0,5-13 0,-8 19 0,1 1 0,-1-1 0,0 0 0,-1 0 0,1 1 0,-1-1 0,0 0 0,0 0 0,0 0 0,0 1 0,0-1 0,-1 0 0,0 0 0,0 1 0,0-1 0,0 0 0,0 1 0,-4-7 0,4 9 2,0 1 0,0-1-1,1 0 1,-1 1 0,0-1-1,0 1 1,0-1 0,0 1-1,0 0 1,0-1 0,0 1-1,0 0 1,0 0 0,0-1 0,0 1-1,0 0 1,0 0 0,0 0-1,0 0 1,0 0 0,-1 1-1,0-1 1,-27 8-714,24-6 20,-30 10-6134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39.8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24575,'-2'26'0,"1"11"0,-1 311 0,2-340 0,1 0 0,0-1 0,0 1 0,1 0 0,0-1 0,6 15 0,-7-20 0,0-1 0,-1 1 0,1-1 0,1 0 0,-1 1 0,0-1 0,0 0 0,0 0 0,1 0 0,-1 0 0,1 0 0,-1 0 0,1 0 0,-1 0 0,1-1 0,-1 1 0,1 0 0,0-1 0,-1 0 0,1 1 0,0-1 0,-1 0 0,1 0 0,0 0 0,0 0 0,-1 0 0,1 0 0,0 0 0,-1-1 0,1 1 0,0 0 0,-1-1 0,1 0 0,-1 1 0,1-1 0,2-2 0,14-5 0,-1-2 0,0 0 0,-1-1 0,30-25 0,56-63 0,-69 66 0,195-198-1365,-194 199-5461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41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7606 695 24575,'5'28'0,"146"1082"0,-111-339 0,-39-690 0,-3 1 0,-4-1 0,-4 0 0,-37 148 0,-42 71 0,-14 54 0,96-326 0,-1 0 0,-13 27 0,16-45 0,0 0 0,0 0 0,-2 0 0,1-1 0,-1 0 0,0 0 0,-1-1 0,-11 10 0,-6 1 0,-1-1 0,0-1 0,-2-1 0,0-2 0,0-1 0,-1-1 0,-40 11 0,-9-3 0,-132 18 0,-401 3 0,122-14 0,-353 104-1162,226-27 1108,14-43 54,-3-25 0,-118 9 0,368-12 7,-203 15-392,466-43 366,-1-4 0,1-4 0,0-4 0,-131-27 0,177 23 21,0-2 0,1-2-1,0-2 1,1-2 0,1-1 0,1-3-1,1-1 1,1-2 0,2-2-1,-50-45 1,56 41 91,2-1 0,1-2 0,1-1-1,2-1 1,2-1 0,2-1 0,1-1-1,-17-47 1,13 15 74,3 0 0,3-1 0,3-1 0,-5-80 0,-9-360-167,34-5 0,0 291 0,-2-88 0,15-522 0,-13 782 0,1 0 0,3 1 0,28-100 0,-28 129 0,2 0 0,1 1 0,0 0 0,2 1 0,1 0 0,1 1 0,1 1 0,1 0 0,37-35 0,-16 24 0,1 3 0,1 0 0,1 3 0,2 2 0,70-31 0,2 9 0,124-32 0,-4 15-60,260-36-1,250 22-364,6 55 67,-2 29 433,-683-5-34,2285 84-42,-1038 61 790,-1312-146-789,0 0 0,0 0 0,0 1 0,-1-1 0,1 0 0,0 1 0,0-1 0,-1 1 0,1-1 0,0 1 0,-1-1 0,1 1 0,0-1 0,-1 1 0,1 0 0,-1-1 0,1 1 0,-1 0 0,0 0 0,1-1 0,-1 1 0,1 0 0,-1 1 0,6 23 0,-3-7 0,11 14-62,25 43-1,-22-43-1177,-11-21-5586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42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398 2510 24575,'1'-27'0,"7"-794"0,-58 16 0,-37 3 0,78 748 0,8 54 0,0-1 0,0 1 0,1 0 0,-1 0 0,0 0 0,0 0 0,1 0 0,-1 0 0,0 1 0,0-1 0,1 0 0,-1 0 0,0 0 0,1 1 0,-1-1 0,0 0 0,1 1 0,-1-1 0,0 1 0,1-1 0,-1 1 0,1-1 0,-1 1 0,0-1 0,0 2 0,-21 15 0,-13 13 0,-62 67 0,87-85 0,0 0 0,1 1 0,0 0 0,1 0 0,1 1 0,0 0 0,1 0 0,0 1 0,-6 27 0,11-38 0,0-1 0,1 0 0,-1 1 0,1-1 0,0 0 0,0 1 0,0-1 0,0 0 0,1 1 0,-1-1 0,1 0 0,0 1 0,0-1 0,0 0 0,0 0 0,0 0 0,1 0 0,0 0 0,-1 0 0,1 0 0,0 0 0,1-1 0,-1 1 0,0-1 0,1 1 0,-1-1 0,1 0 0,0 0 0,0 0 0,0-1 0,0 1 0,3 1 0,3 0 0,-1-1 0,1 0 0,0 0 0,0-1 0,0 0 0,0 0 0,0-1 0,0 0 0,0-1 0,0 0 0,10-3 0,20-7 0,-1-2 0,0-1 0,-1-2 0,-1-2 0,48-31 0,52-25 0,-132 72 0,0 1 0,0 0 0,1 0 0,-1 0 0,0 0 0,1 1 0,-1 0 0,1-1 0,-1 2 0,0-1 0,1 0 0,-1 1 0,0 0 0,1 0 0,-1 0 0,0 1 0,0-1 0,0 1 0,0 0 0,7 4 0,5 5 0,0 1 0,0 0 0,17 18 0,-24-21 0,35 34-1365,-4-1-5461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43.6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1 355 24575,'0'-3'0,"12"-3"0,21-10 0,228-89 0,308-80 0,-541 177 0,-3 0 0,0 1 0,0 2 0,0 0 0,45-1 0,-67 5 0,-1 1 0,1 0 0,0 1 0,0-1 0,0 0 0,-1 1 0,1 0 0,0-1 0,-1 1 0,1 0 0,-1 0 0,1 1 0,-1-1 0,1 1 0,-1-1 0,0 1 0,1 0 0,-1-1 0,0 1 0,0 0 0,-1 0 0,1 1 0,0-1 0,-1 0 0,1 1 0,-1-1 0,0 1 0,1-1 0,-1 1 0,-1-1 0,1 1 0,0 0 0,-1 0 0,1-1 0,-1 1 0,0 0 0,0 3 0,0 6 0,-1 1 0,0-1 0,-1 0 0,-1 0 0,0-1 0,0 1 0,-8 16 0,-10 17 0,-2-1 0,-2-1 0,-2-2 0,-1 0 0,-37 39 0,-180 174 0,35-63 0,76-72 0,139-117 0,0-1 0,0-1 0,0 1 0,1-1 0,-1 0 0,0 0 0,5-1 0,77-10-111,-1-4 1,158-49-1,-159 39-922,-43 14-5793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43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154 1 24575,'-1'16'0,"0"-1"0,-6 27 0,0-2 0,4-22-42,-26 203-620,-68 250 1,88-441-6165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44.7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797 0 24575,'0'0'0,"-1"5"0,-214 788 5,114-431-154,-143 570-727,42 10 1645,172-775-1883,26-150-5712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45.3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878 1 24575,'0'0'0,"-4"11"0,-25 34 0,-2-2 0,-62 67 0,36-44 0,-17 21 0,-229 287 0,244-294 0,4 3 0,-79 163 0,124-227 0,6-10 0,0-1 0,0 1 0,0-1 0,1 1 0,1 0 0,-1 0 0,2 0 0,-3 16 0,5-24 0,-1-1 0,0 0 0,0 0 0,1 0 0,-1 0 0,0 1 0,0-1 0,1 0 0,-1 0 0,0 0 0,1 0 0,-1 0 0,0 0 0,0 0 0,1 0 0,-1 0 0,0 0 0,1 0 0,-1 0 0,0 0 0,1 0 0,-1 0 0,0 0 0,0 0 0,1 0 0,-1 0 0,0 0 0,0 0 0,1-1 0,-1 1 0,0 0 0,0 0 0,1 0 0,-1 0 0,0-1 0,0 1 0,1 0 0,-1 0 0,0-1 0,18-10 0,56-45 0,73-73 0,60-79 0,-96 88 0,159-152 0,-246 252 0,-2 0 0,1 1 0,1 1 0,1 1 0,32-17 0,-54 32 0,0 1 0,1-1 0,-1 1 0,1 0 0,0 0 0,-1 1 0,1-1 0,0 1 0,-1 0 0,1-1 0,0 2 0,-1-1 0,1 0 0,0 1 0,-1 0 0,1-1 0,0 1 0,-1 1 0,1-1 0,-1 1 0,0-1 0,1 1 0,-1 0 0,0 0 0,0 0 0,3 3 0,4 5 0,-1 0 0,0 0 0,-1 1 0,0 0 0,0 1 0,5 11 0,17 34 0,-4 0 0,-2 2 0,21 78 0,35 194 0,-73-299 0,23 115 0,61 232 0,-83-354-273,2-1 0,0 0 0,1-1 0,18 28 0,5-6-6553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56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1968 273 24575,'-58'-24'0,"-2"3"0,0 3 0,-1 2 0,-1 2 0,-1 4 0,-74-4 0,48 11 0,0 3 0,0 5 0,0 3 0,-101 24 0,114-15 0,2 4 0,0 2 0,1 4 0,2 4 0,-73 42 0,102-49 0,2 2 0,2 2 0,0 1 0,2 3 0,-35 37 0,56-52 0,0 0 0,1 0 0,1 1 0,1 1 0,1 1 0,0-1 0,2 1 0,0 1 0,1 0 0,1 0 0,1 1 0,-6 43 0,11-51 0,1 0 0,0 0 0,1 0 0,1 0 0,0-1 0,1 1 0,0 0 0,1-1 0,1 0 0,9 20 0,-5-16 0,1 0 0,1 0 0,1-1 0,1 0 0,0-1 0,25 22 0,-3-9 0,1-1 0,1-2 0,1-2 0,1-2 0,82 33 0,-35-24 0,1-3 0,1-5 0,1-3 0,93 7 0,-18-13 0,222-10 0,-223-11 0,206-37 0,-287 29 0,-1-3 0,-2-4 0,0-3 0,106-51 0,-157 63 0,-1-1 0,0-1 0,-1-2 0,-1 0 0,-1-2 0,-1 0 0,0-2 0,27-34 0,-39 42 0,-1-1 0,-1 1 0,-1-2 0,0 1 0,-1-1 0,0 0 0,-1-1 0,-1 1 0,-1-1 0,-1 0 0,0-1 0,-1 1 0,0 0 0,-2-1 0,0 1 0,-4-26 0,-1 17 0,-1 1 0,-1 0 0,-1 0 0,-2 0 0,0 1 0,-2 0 0,0 1 0,-2 1 0,0 0 0,-2 0 0,0 2 0,-37-36 0,10 16 0,-2 2 0,-1 2 0,-2 2 0,-89-47 0,59 41-168,-1 4-1,-2 4 1,-1 3-1,-2 4 1,0 4-1,-1 3 0,-1 4 1,-1 3-1,1 5 1,-96 4-1,28 14-6168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2:57.3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1628 476 24575,'-12'-19'0,"-1"1"0,-1 1 0,-1 0 0,-1 1 0,0 1 0,-1 1 0,-1 0 0,-30-17 0,20 15 0,-2 2 0,1 1 0,-2 1 0,-51-13 0,21 13 0,-1 2 0,0 3 0,-1 2 0,-118 8 0,128 1 0,0 2 0,1 2 0,0 3 0,1 2 0,0 2 0,-92 41 0,118-44 0,1 1 0,0 1 0,1 1 0,1 1 0,1 1 0,0 1 0,1 0 0,1 2 0,1 0 0,0 2 0,2 0 0,0 0 0,2 2 0,0-1 0,-10 28 0,12-18 0,2-1 0,1 2 0,1-1 0,2 1 0,1 0 0,2 1 0,1-1 0,2 0 0,1 1 0,2-1 0,1 0 0,2 0 0,1 0 0,13 37 0,-9-41 0,0-1 0,2 0 0,2-1 0,0-1 0,2 0 0,1-1 0,1 0 0,1-2 0,1-1 0,1 0 0,1-1 0,1-2 0,0 0 0,2-2 0,45 25 0,-32-25 0,0-2 0,1-1 0,1-3 0,0-1 0,1-1 0,0-3 0,0-2 0,49 1 0,-13-6 0,-1-3 0,0-4 0,121-26 0,-130 17 0,0-2 0,-2-4 0,120-57 0,-142 56 0,0-2 0,-2-3 0,-1 0 0,-1-3 0,-1-2 0,38-41 0,-61 56 0,0-1 0,-1 0 0,-1-1 0,-1-1 0,-1 0 0,-1 0 0,-1-1 0,12-40 0,-16 42 0,-2 0 0,0 0 0,-2-1 0,0 1 0,-1-1 0,-2 0 0,0 1 0,0-1 0,-2 1 0,-8-32 0,0 17 0,-2 1 0,-1 0 0,-2 1 0,0 1 0,-3 0 0,0 1 0,-2 2 0,-2 0 0,0 1 0,-2 1 0,-28-24 0,7 12 0,-1 2 0,-1 2 0,-2 2 0,-2 3 0,0 2 0,-60-23 0,20 18-630,-1 4-1,-190-31 1,45 26-5670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14.32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 24575,'0'0'0,"0"0"0,0 0 0,0 1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16.48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740 700 24575,'2'-2'0,"0"0"0,0 0 0,1 0 0,-1 0 0,1 0 0,-1 1 0,1 0 0,0-1 0,5-1 0,11-4 0,118-49-5,196-51 1,156-7-1042,460-48 817,9 41 247,447 8 22,0 131-572,-1059 16 602,-268-22 464,0 3-1,101 35 1,-158-43-524,1 2 1,-1 0 0,-1 2-1,0 0 1,-1 1-1,0 1 1,0 1-1,24 25 1,-24-19-12,0 2 0,-2 0 0,-1 1 0,0 0-1,-2 2 1,18 41 0,3 21 1,42 163 0,-1 101 0,-56-249 0,233 1214-171,5 25-424,-117-569 595,-45 8 0,-46 295-1331,-45 3 1489,-5-545-239,-12 2946 81,8-2851 0,46 1382-356,92-6 2126,-131-1987-1433,1 23-66,-4-38-271,0-1 0,0 1 0,0-1 0,0 1 0,-1 0 0,1-1 0,0 1-1,-1-1 1,1 1 0,-1 0 0,0-1 0,1 1 0,-1-1 0,0 0 0,0 1 0,0-1 0,0 0-1,0 1 1,-2 0 0,-36 19 0,-88 27-56,-216 53-1,279-84-61,-1185 254-1138,-21-78 1357,-279-61-101,-4-117 0,777-63-695,676 34 681,1-5 1,1-4-1,0-4 1,3-4-1,-156-73 1,202 77 2,1-1 0,2-3 0,0-2 0,2-1 0,2-3 0,2-1 0,1-2 0,2-2 0,1-1 0,3-2 0,2-1 0,-33-64 1,17 11-180,5-2 1,4-1-1,4-3 1,-38-212-1,-8-447 101,55-165-284,32-6-270,1 228 412,-39-1451-522,3 668-70,39 1 420,306-2577-1683,-242 3478 1881,55-457 3390,-34 1 2488,-91 969-7038,-4 59-5461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17.77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0 24575,'0'0'0,"0"8"0,2 36 0,1 0 0,3 0 0,2 0 0,1-1 0,3 0 0,1 0 0,2-2 0,34 66 0,-21-55 0,2-2 0,2-1 0,2-1 0,2-2 0,2-2 0,48 43 0,-44-50 0,2-2 0,2-3 0,1-1 0,1-2 0,1-3 0,2-1 0,93 30 0,-81-35 0,2-4 0,0-2 0,1-3 0,0-3 0,0-3 0,80-4 0,-128-1 0,1-1 0,0-1 0,0-1 0,0 0 0,26-10 0,-44 13 0,-1 0 0,1 0 0,0-1 0,-1 1 0,1 0 0,-1-1 0,1 1 0,0 0 0,-1-1 0,1 1 0,-1-1 0,1 1 0,-1-1 0,1 1 0,-1-1 0,0 0 0,1 1 0,-1-1 0,0 1 0,1-1 0,-1 0 0,0 1 0,0-1 0,1 0 0,-1 1 0,0-3 0,-7-18 0,-24-15 0,30 35 0,-11-11 0,0 0 0,-1 0 0,-1 1 0,0 1 0,0 0 0,-1 1 0,-30-13 0,96 60 0,94 58 0,170 125 0,-296-205 0,-1 0 0,-1 1 0,0 1 0,26 36 0,-37-45 0,0 0 0,-1 1 0,0 0 0,-1-1 0,0 2 0,-1-1 0,0 0 0,0 1 0,-1 0 0,0-1 0,-1 1 0,-1 0 0,0 13 0,-1-9-273,-2 1 0,1-1 0,-2 1 0,-6 16 0,-3 0-6553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18.30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24575,'12'214'0,"-2"-89"0,-5-36 0,13 649 0,6-766 0,232-397 0,-138 219 0,-118 206 0,1-1 0,-1 0 0,0 0 0,0 1 0,1-1 0,-1 0 0,1 1 0,-1-1 0,0 1 0,1-1 0,-1 0 0,1 1 0,-1-1 0,1 1 0,0-1 0,-1 1 0,1 0 0,-1-1 0,1 1 0,0 0 0,-1-1 0,1 1 0,0 0 0,-1 0 0,1-1 0,0 1 0,0 0 0,-1 0 0,1 0 0,0 0 0,0 0 0,-1 0 0,1 0 0,0 0 0,0 0 0,-1 1 0,1-1 0,0 0 0,-1 0 0,1 1 0,0-1 0,-1 0 0,1 1 0,0-1 0,-1 1 0,1-1 0,-1 0 0,1 1 0,-1 0 0,1-1 0,-1 1 0,1-1 0,-1 1 0,1 0 0,4 6 0,-1 0 0,0 0 0,0 1 0,2 7 0,-4-11 0,13 37 0,-2 0 0,-1 1 0,-2 1 0,4 47 0,7 177 0,-17-42 101,1 33-1567,-1-212-5360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19.57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129 759 24575,'16'-8'0,"21"-12"0,0-2 0,-1-1 0,-1-2 0,43-40 0,-59 47 0,-1-1 0,0-1 0,-2 0 0,0-1 0,-2-1 0,0 0 0,-2-1 0,15-35 0,-24 52 0,-1-1 0,0 0 0,0 0 0,-1 1 0,1-1 0,-2 0 0,1-1 0,-1 1 0,0 0 0,0 0 0,-3-13 0,2 17 0,0 0 0,0 0 0,-1 0 0,1 0 0,-1 0 0,0 0 0,0 0 0,0 1 0,0-1 0,0 1 0,0 0 0,-1-1 0,1 1 0,-1 0 0,1 0 0,-1 1 0,0-1 0,0 1 0,0-1 0,0 1 0,0 0 0,0 0 0,0 0 0,0 0 0,-1 1 0,1-1 0,-6 1 0,-4-1 0,-1 2 0,0-1 0,1 2 0,-1 0 0,1 0 0,0 1 0,-1 1 0,1 0 0,1 1 0,-1 0 0,-19 12 0,12-6 0,1 2 0,0 0 0,1 2 0,0 0 0,1 0 0,-17 22 0,19-18 0,0 1 0,1 0 0,2 1 0,0 1 0,1 0 0,1 1 0,1 0 0,1 0 0,-5 30 0,7-21 0,1 0 0,2 0 0,1 0 0,2 1 0,1-1 0,9 54 0,-4-52 0,1 0 0,2-1 0,2 0 0,1 0 0,1-1 0,2-1 0,1 0 0,1-1 0,2-1 0,0-1 0,3 0 0,0-2 0,1 0 0,32 25 0,-38-37 0,1-1 0,0-1 0,1-1 0,1-1 0,0 0 0,0-2 0,1 0 0,0-1 0,0-1 0,0-1 0,1-1 0,0-1 0,36 1 0,-33-5 0,0 0 0,0-2 0,0-1 0,-1-1 0,1-1 0,-1-1 0,-1-1 0,1-2 0,-1 0 0,-1-1 0,36-24 0,-33 18 0,-1-2 0,-1-1 0,-1 0 0,-1-2 0,-1 0 0,-1-2 0,24-38 0,-29 40 0,-1-1 0,-1 0 0,-2-1 0,0 0 0,-2-1 0,0 0 0,-2 0 0,-1-1 0,3-25 0,-8 47 0,-1-31 0,1 34 0,-1 0 0,1 1 0,0-1 0,0 0 0,-1 1 0,1-1 0,-1 0 0,1 1 0,0-1 0,-1 1 0,1-1 0,-1 0 0,1 1 0,-1-1 0,0 1 0,1 0 0,-1-1 0,1 1 0,-1-1 0,0 1 0,0 0 0,1-1 0,-1 1 0,0 0 0,1 0 0,-1 0 0,0 0 0,0 0 0,1-1 0,-1 1 0,0 0 0,0 1 0,1-1 0,-1 0 0,0 0 0,0 0 0,1 0 0,-1 1 0,0-1 0,1 0 0,-1 0 0,-1 1 0,-9 4 0,0 1 0,1-1 0,-1 2 0,1-1 0,0 1 0,-16 16 0,2 0 0,-26 35 0,38-43 0,0 0 0,2 1 0,0 1 0,0-1 0,2 1 0,0 1 0,1 0 0,-7 27 0,13-40 0,0 1 0,0-1 0,0 1 0,1-1 0,-1 0 0,1 1 0,1-1 0,-1 1 0,1-1 0,0 1 0,0-1 0,0 0 0,1 1 0,0-1 0,0 0 0,0 0 0,1 0 0,0-1 0,0 1 0,0 0 0,0-1 0,1 0 0,-1 0 0,1 0 0,0 0 0,0-1 0,1 1 0,-1-1 0,1 0 0,0 0 0,0-1 0,0 0 0,7 3 0,18 4 0,0-1 0,1-2 0,-1-1 0,1-1 0,55-1 0,30 5 0,104 31 0,-22-2 0,-162-33 0,1-1 0,0-2 0,56-5 0,-59-1 0,1-1 0,-1-2 0,-1-1 0,1-1 0,61-30 0,-73 29 0,-1-1 0,-1 0 0,0-2 0,0 0 0,-2-1 0,0-2 0,0 1 0,-2-2 0,22-28 0,-33 39 0,-1 0 0,1-1 0,-1 0 0,-1 0 0,0 0 0,0 0 0,0 0 0,-1-1 0,2-10 0,-4 16 0,0 0 0,1 0 0,-1 0 0,-1 0 0,1 0 0,0 0 0,-1 1 0,1-1 0,-1 0 0,0 0 0,0 0 0,0 1 0,-1-1 0,1 0 0,0 1 0,-1-1 0,0 1 0,1 0 0,-1-1 0,0 1 0,0 0 0,-1 0 0,1 0 0,0 1 0,-1-1 0,1 0 0,-1 1 0,1-1 0,-1 1 0,-4-1 0,-4-1 0,0 0 0,-1 1 0,1 0 0,-1 1 0,1 0 0,-1 1 0,0 1 0,1-1 0,-1 2 0,1 0 0,-1 0 0,-20 8 0,-1 1 0,2 2 0,0 1 0,-36 21 0,34-14 0,0 1 0,2 1 0,0 2 0,-28 30 0,44-40 0,0 1 0,1 1 0,2 0 0,-1 1 0,2 0 0,0 1 0,1 0 0,-14 40 0,23-54 0,-1 1 0,1-1 0,0 1 0,0-1 0,1 1 0,0-1 0,0 1 0,0-1 0,0 1 0,1-1 0,0 1 0,0-1 0,1 1 0,-1-1 0,3 5 0,-2-7 0,0 0 0,0 0 0,0 0 0,0 0 0,0-1 0,1 1 0,-1-1 0,1 0 0,0 1 0,0-1 0,-1-1 0,1 1 0,0 0 0,1-1 0,-1 1 0,0-1 0,0 0 0,1 0 0,-1 0 0,1-1 0,-1 1 0,0-1 0,1 0 0,6 0 0,2-1 0,1-1 0,-1 0 0,0 0 0,0-2 0,0 1 0,0-2 0,0 0 0,-1 0 0,1-1 0,-2 0 0,1-1 0,14-11 0,2-4 0,-2-1 0,0-1 0,31-40 0,-17 13 0,-2-3 0,-3 0 0,-2-3 0,-3 0 0,-2-2 0,30-97 0,-33 75 0,-5 0 0,-3-1 0,-3-1 0,3-137 0,-22 39 0,3 153 0,-2 1 0,0 0 0,-2 0 0,-14-37 0,8 40 0,13 24 0,0 0 0,0 0 0,0 0 0,0 0 0,-1-1 0,1 1 0,0 0 0,0 0 0,0 0 0,-1 0 0,1 0 0,0 0 0,0 0 0,0 0 0,-1-1 0,1 1 0,0 0 0,0 0 0,-1 0 0,1 0 0,0 0 0,0 0 0,0 0 0,-1 0 0,1 0 0,0 0 0,0 0 0,-1 1 0,1-1 0,0 0 0,0 0 0,0 0 0,-1 0 0,1 0 0,0 0 0,0 0 0,0 1 0,0-1 0,-1 0 0,1 0 0,0 0 0,0 0 0,0 1 0,0-1 0,0 0 0,-1 0 0,1 0 0,-2 6 0,1-1 0,-1 1 0,1 0 0,0-1 0,0 1 0,0 8 0,-2 86 0,3 0 0,16 112 0,47 199 0,119 426 0,-176-815-118,-3-7-21,0 0 1,1-1-1,1 0 1,0 0-1,1 0 1,1-1-1,0 0 0,10 14 1,3-7-6688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19.83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24575,'3'5'0,"-1"-1"0,0 0 0,0 1 0,0-1 0,0 1 0,-1 0 0,1 0 0,-1 0 0,-1 0 0,1-1 0,0 8 0,1 10 0,41 460 0,-40 8 0,-4-364 0,-2 9 0,8 202 0,4-282-1365,3-20-5461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21.91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1083 15884 24575,'0'0'0,"3"0"0,320 0-158,1601-19-2208,923-100 2072,-2800 116 277,1016-89-578,-964 77 543,-1-5 1,164-54 0,-220 58 55,-1-1-1,-1-2 1,0-2-1,-2-2 0,0-1 1,-2-2-1,-1-1 1,48-49-1,-48 36-2,-2-2 0,-2-1 0,-1-1-1,-3-2 1,-1-1 0,-3-1 0,31-93 0,-15 12-18,41-255 0,2-314-144,-35-10 50,-34 477 74,223-2775-1561,-214 2775 1598,89-966 0,-36-1 0,-110-2344-1461,-25 2785 1354,29 509 631,-64-249 1,64 374-377,-6 1-1,-5 2 0,-91-179 1,97 232 86,-3 1 0,-4 2 0,-1 2 0,-4 2 0,-2 2 0,-2 2 0,-73-59 0,55 61 195,-2 3 0,-3 3 0,-94-45 0,58 42-294,-207-65-1,80 54-2,-426-54 0,-283 27-132,-5 41 0,340 19 0,301 11 12,-577-10 212,788 32-218,0 5-1,1 4 0,1 4 1,0 5-1,2 4 0,0 4 0,3 5 1,-163 83-1,161-63-5,3 4 0,2 4 0,3 4 0,3 3 0,3 4 0,-89 107 0,88-81 0,5 3 0,4 4 0,5 3 0,5 2 0,-50 126 0,38-43-95,8 3 1,9 2-1,-36 233 1,-46 630-284,36 51 378,75 5 0,82-131 0,30-2 0,-17-280 0,30 347 0,-31 3 0,-52-582 59,17 357-208,-8-565 492,62 292 0,81 88 565,-30-134-645,-99-334-263,22 327 0,-40 185 0,-18-673 0,1 21-1365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25.45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24575,'0'0'0,"0"1"0,0 0 0,0-1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24.03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720 17611 24575,'815'32'-404,"-578"-18"-409,3679 202-1771,-2437-119 190,-1044-84 3572,-348-16-749,-1-3 1,-1-4-1,86-21 1,-139 23-142,-1-1 0,0-2 0,0-1 0,-2-1 0,1-2 1,38-26-1,-47 26-146,-2 0 1,0-2-1,0 0 1,-2-1-1,0-1 1,-1 0-1,-1-2 1,24-42-1,-13 8-140,-2-2 0,-2 0 0,-3-1 0,-2-2 0,10-71 0,23-310-143,-50 438 139,49-876-706,-13 177 782,34 3-351,103-269-373,39 6 131,-90 426 421,128-738 137,-120-16-234,-133 393-651,-37 1 973,16 401-185,-68-1788-315,43 1639 373,22 439 0,-60-227 0,52 305 0,-5 2 0,-106-224 0,100 260 0,-4 2 0,-5 3 0,-2 2 0,-101-110 0,49 82 0,-5 5 0,-4 4 0,-137-88 0,-414-219 0,-196-53 0,-156-89 0,969 519 0,-346-191 0,291 170 0,-206-71 0,211 93 0,0 5 0,-2 5 0,0 4 0,-2 5 0,1 5 0,-153 9 0,140 7 0,0 6 0,0 5 0,2 5 0,1 5 0,-165 68 0,129-33-16,4 8 1,3 5-1,3 7 0,4 6 0,5 6 1,3 5-1,6 6 0,4 5 1,5 6-1,6 4 0,5 5 1,6 4-1,6 4 0,6 4 1,-93 212-1,91-137 23,10 4-1,-71 330 1,-33 471-269,-136 1223-20,136-456-987,156 10 1371,103-725-126,41-5 139,21 217-1313,-105-752 931,-55 902-1,-44-707 645,-3 43 38,57-609 325,7 1 0,20 171 0,-9-262-267,3-1 0,3 0 1,4-1-1,2-1 0,4-1 1,2-1-1,37 68 0,-60-131-458,1 5 21,0 0-1,1-1 0,0 1 0,1-1 0,-1 0 0,2-1 0,-1 0 0,1 0 0,0 0 0,12 8 0,-18-14-74,0-1-1,0 1 1,1-1-1,-1 0 1,0 0-1,0 0 1,0 1-1,0-1 1,0 0-1,0-1 1,0 1 0,1 0-1,-1 0 1,0 0-1,0-1 1,0 1-1,0 0 1,0-1-1,0 1 1,0-1-1,0 1 1,0-1-1,1 0 1,-1 0-379,12-7-6408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25.60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3 24575,'2'0'0,"1"-1"0,-1 0 0,0 1 0,4 3 0,1 2-8191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25.74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24575,'0'0'0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44.56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1 383 24575,'20'-2'0,"708"-108"0,-9-54 0,-422 94 0,-253 59 0,-23 4 0,0 1 0,1 2 0,0 0 0,-1 1 0,1 2 0,42 1 0,-63 0 0,0 0 0,0 0 0,0 1 0,0-1 0,0 1 0,0-1 0,0 1 0,0-1 0,0 1 0,0-1 0,0 1 0,0 0 0,0 0 0,-1-1 0,1 1 0,0 0 0,0 0 0,-1 0 0,1 0 0,0 0 0,-1 0 0,1 0 0,-1 0 0,0 0 0,1 0 0,-1 0 0,0 0 0,0 1 0,1-1 0,-1 0 0,0 0 0,0 0 0,0 0 0,0 0 0,-1 0 0,1 1 0,0-1 0,0 0 0,-1 2 0,-1 6 0,-1 0 0,0 0 0,-7 14 0,8-19 0,-20 39 0,-1-2 0,-2 0 0,-2-2 0,-38 43 0,-139 136 0,189-204 0,-453 427 0,121-120 0,19 19 0,307-316 0,4-6 0,1 0 0,1 0 0,1 1 0,1 1 0,-14 27 0,26-45 0,1-1 0,-1 1 0,1 0 0,-1-1 0,1 1 0,0 0 0,0-1 0,0 1 0,0 0 0,0-1 0,0 1 0,0 0 0,0-1 0,1 1 0,-1 0 0,1-1 0,-1 1 0,1 0 0,0-1 0,-1 1 0,1-1 0,0 1 0,0-1 0,0 0 0,0 1 0,0-1 0,1 0 0,-1 0 0,0 0 0,2 1 0,4 3 0,1 0 0,-1 0 0,1-1 0,14 5 0,12 3 0,0-1 0,0-2 0,1-2 0,0-1 0,57 2 0,179-13 0,341-79 0,-370 43 0,-234 40-1365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45.01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144 1 24575,'0'0'0,"-11"31"0,-23 90 0,4 2 0,6 1 0,-10 165 0,23-68 0,20 232 0,-9-442-120,4 26 373,-4-36-305,1 0 1,-1 0-1,0 0 0,1 0 1,-1 0-1,1 0 0,-1 0 1,1 0-1,-1-1 0,1 1 1,0 0-1,-1 0 0,1 0 1,0-1-1,0 1 0,-1 0 1,1-1-1,0 1 1,0-1-1,0 1 0,0-1 1,0 1-1,0-1 0,0 0 1,0 1-1,0-1 0,0 0 1,2 0-1,16 0-6774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45.47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24575,'3'13'0,"121"429"0,-38-164 0,-65-198 0,15 124 0,-32-162-682,-2 45-1,-5-32-6143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51.72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0 205 24575,'0'0'0,"14"0"0,621-54 0,-453 32 0,143-17 0,517-46 0,-818 83 0,-18 1 0,0 0 0,1 0 0,-1 1 0,1 0 0,-1 0 0,1 1 0,-1 0 0,12 3 0,-17-4 0,0 1 0,0-1 0,0 1 0,-1 0 0,1-1 0,0 1 0,-1 0 0,1 0 0,0-1 0,-1 1 0,1 0 0,-1 0 0,1 0 0,-1 0 0,0 0 0,1 0 0,-1 0 0,0 0 0,1 0 0,-1 0 0,0 0 0,0 0 0,0 0 0,0 0 0,0 0 0,0 0 0,-1 0 0,1 0 0,0 0 0,0 0 0,-1 0 0,1 0 0,-1 1 0,-17 36 0,18-37 0,-22 34 0,-2 0 0,-1-2 0,-2-1 0,-50 47 0,-136 102 0,-388 227 0,85-65 0,365-223 0,124-96 0,1 2 0,1 1 0,-27 36 0,51-61 0,-1-1 0,1 1 0,0 0 0,0-1 0,0 1 0,0 0 0,0 0 0,0 0 0,0 0 0,0 0 0,1 0 0,-1 0 0,1 0 0,0 0 0,0 0 0,-1 0 0,1 0 0,1 0 0,-1 0 0,0 0 0,0 0 0,2 4 0,0-3 0,0 0 0,0 0 0,1 0 0,0 0 0,-1 0 0,1-1 0,0 1 0,0-1 0,0 0 0,1 0 0,-1 0 0,5 2 0,18 8 0,1-1 0,0 0 0,1-3 0,46 10 0,120 8 0,-58-16 0,0-7 0,0-5 0,259-38 0,-348 30 0,-51 9-1365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52.71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192 1 24575,'-4'27'0,"-14"216"0,5-48 0,-73 448 0,20-173 0,61-441-1365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53.47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0 117 24575,'94'-31'0,"2"3"0,132-19 0,-193 42 0,1 2 0,-1 1 0,1 1 0,-1 3 0,1 0 0,-1 3 0,0 1 0,0 1 0,66 24 0,-85-25 0,-1 1 0,0 1 0,0 1 0,-1 0 0,0 0 0,-1 2 0,0 0 0,0 0 0,20 25 0,-26-27 0,0 1 0,-1 0 0,0 0 0,-1 1 0,0 0 0,0 0 0,-1 0 0,-1 1 0,0-1 0,0 1 0,-1 0 0,-1 0 0,0-1 0,-1 22 0,-3-6 0,-1-1 0,-2 1 0,0-1 0,-2-1 0,-1 1 0,-1-2 0,-1 1 0,-1-1 0,-24 35 0,-7 4 0,-3-2 0,-59 59 0,-23 10 0,-253 198 0,380-328 0,1 0 0,0 0 0,0 0 0,0 1 0,0-1 0,0 0 0,0 0 0,0 0 0,0 0 0,0 0 0,-1 0 0,1 0 0,0 0 0,0 0 0,0 0 0,0 0 0,0 1 0,0-1 0,0 0 0,0 0 0,0 0 0,0 0 0,0 0 0,0 0 0,0 0 0,0 1 0,0-1 0,0 0 0,0 0 0,0 0 0,0 0 0,0 0 0,0 0 0,0 0 0,0 0 0,0 1 0,0-1 0,0 0 0,0 0 0,0 0 0,0 0 0,0 0 0,0 0 0,1 0 0,-1 0 0,0 0 0,0 1 0,0-1 0,0 0 0,0 0 0,0 0 0,0 0 0,0 0 0,0 0 0,1 0 0,-1 0 0,10 4 0,-9-4 0,31 8 0,0-1 0,62 5 0,72-7 0,-133-5 0,199-2 0,-1-10 0,281-52 0,-494 60 11,-15 3-183,1-1 0,-1 1 0,1 1 0,-1-1 0,0 1 0,1-1 0,4 1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54.38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0 183 24575,'0'0'0,"0"0"0,0 0 0,14 0 0,-1-1 0,0-1 0,14-3 0,16-3 0,1529-152 0,-1531 158 0,58-2 0,144 10 0,-241-6 0,0 0 0,0 0 0,-1 0 0,1 0 0,0 1 0,-1-1 0,1 0 0,0 1 0,-1 0 0,1-1 0,-1 1 0,1 0 0,-1-1 0,1 1 0,-1 0 0,1 0 0,-1 0 0,0 0 0,3 3 0,-4-2 0,1 0 0,-1 0 0,0 0 0,0 0 0,0 0 0,0 1 0,0-1 0,-1 0 0,1 0 0,-1 0 0,1 0 0,-1 0 0,0 0 0,1-1 0,-1 1 0,0 0 0,-2 2 0,-11 22 0,-2 0 0,0-2 0,-2 0 0,-21 23 0,-92 86 0,120-123 0,-572 485 0,167-154 0,291-229 0,-130 151 0,235-241 0,12-14 0,0 1 0,1-1 0,-1 1 0,2 0 0,-1 1 0,1 0 0,1 0 0,-7 15 0,13-24 0,0-1 0,0 1 0,1 0 0,-1-1 0,0 1 0,0-1 0,0 0 0,1 1 0,-1-1 0,0 0 0,1 0 0,-1 0 0,0 1 0,0-1 0,1-1 0,-1 1 0,0 0 0,2 0 0,2 0 0,717 0-1365,-635 0-5461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54.74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137 0 24575,'0'0'0,"-6"15"0,-19 78 0,5 1 0,-13 144 0,29-203 0,-44 697 0,48-724-1365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55.49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832 374 24575,'-17'-12'0,"-15"-6"0,0 1 0,-1 1 0,0 2 0,-2 1 0,1 2 0,-1 1 0,-1 2 0,0 1 0,0 2 0,0 2 0,-1 1 0,1 2 0,-1 1 0,1 2 0,0 1 0,-39 11 0,60-11 0,0 1 0,1 0 0,0 1 0,0 1 0,0 0 0,-20 15 0,29-19 0,0 1 0,1 0 0,-1 0 0,1 1 0,0-1 0,0 1 0,1 0 0,-1 0 0,1 0 0,0 0 0,1 0 0,-1 1 0,1-1 0,0 1 0,0 0 0,1 0 0,0 0 0,0 0 0,0 0 0,1 6 0,1 1 0,1 0 0,0 0 0,1 0 0,1 0 0,0-1 0,0 0 0,2 1 0,-1-2 0,1 1 0,1-1 0,0 0 0,11 12 0,14 17 0,66 61 0,143 103 0,16-20 0,45 36 0,-295-215 0,4 4 0,0-1 0,0 2 0,-1 0 0,11 13 0,-19-21 0,0 0 0,-1 1 0,1-1 0,-1 1 0,1-1 0,-1 1 0,0 0 0,0 0 0,0-1 0,0 1 0,-1 0 0,1 0 0,-1 0 0,0 0 0,1 0 0,-2 0 0,1 0 0,0 0 0,0 0 0,-1 0 0,1 0 0,-1-1 0,0 1 0,0 0 0,-2 4 0,-2 0 0,0 0 0,0-1 0,0 1 0,-1-1 0,0 0 0,0 0 0,-1-1 0,1 0 0,-1 0 0,0-1 0,-1 1 0,-8 3 0,-16 5 0,-52 16 0,80-27 0,-55 15 0,0-2 0,0-3 0,-2-3 0,-104 4 0,150-13 0,1 0 0,-1-2 0,1 1 0,0-2 0,0 0 0,-15-5 0,25 7 0,1-1 0,-1 1 0,0-1 0,1 0 0,0 0 0,-1 0 0,1 0 0,0-1 0,0 1 0,0-1 0,0 0 0,1 0 0,-1 0 0,1 0 0,-1 0 0,1-1 0,0 1 0,1 0 0,-1-1 0,0 0 0,1 1 0,0-1 0,0 0 0,0 0 0,0 0 0,1-5 0,1-5 0,0 0 0,2 1 0,-1 0 0,2-1 0,0 1 0,0 0 0,1 1 0,1-1 0,0 1 0,10-14 0,27-46 0,4 1 0,90-104 0,134-116 0,-262 282 0,103-102 0,-38 39 0,97-120 0,-163 181 0,0 0 0,0-1 0,-1 0 0,-1 0 0,0 0 0,0-1 0,-2 0 0,6-20 0,-9 27 0,0 0 0,-1 0 0,0 0 0,0 0 0,0 0 0,0 1 0,-1-1 0,0 0 0,-1 0 0,1 0 0,-1 0 0,0 1 0,0-1 0,-1 1 0,0 0 0,0-1 0,0 1 0,0 0 0,-1 1 0,0-1 0,0 1 0,-5-5 0,-5-3 4,0 1 1,-1 1-1,0 0 0,-1 1 0,-18-8 0,-87-32-1394,-27 0-5436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57.43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24575,'9'6'0,"0"1"0,0 0 0,14 14 0,67 76 0,88 122 0,66 124 0,-155-214 0,352 463-639,53-42 608,339 173-276,72-91-369,46-67 0,17-45 368,-771-416 740,328 164 1675,-517-264-1883,-13-7-1715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58.12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3534 1 24575,'-11'17'0,"-386"593"5,-23-11-6,75-109-770,-186 258 580,-33-25 229,-68 2 765,4-3-2051,623-717-5578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3:58.88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12396 1 24575,'-7'6'0,"1"0"0,-1 0 0,1 0 0,-6 9 0,-43 52-13,-208 244 42,-21-18-211,119-151-211,-6-7-1,-254 152 1,-414 169-1108,-455 126-1109,-30-57 0,-1386 468 2086,-37-117 74,1231-461 2664,1506-413-2051,-132 34 3118,-241 27 0,377-63-3215,5 1-64,1-1-1,-1 0 1,0 0-1,1 0 1,-1 1-1,0-1 0,1 0 1,-1 0-1,0 0 1,0 0-1,1 0 1,-1 0-1,0 0 0,1 0 1,-1-1-1,0 1 1,1 0-1,-1 0 1,0-1-1,1 1 0,-1 0 1,1 0-1,-1-1 1,0 0-1,-5-28-1366,7 16-5461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1.11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1949 663 24575,'11'-10'0,"32"-4"0,-1 2 0,76-12 0,-74 16 0,1019-122-1724,18 78 494,1287-13-2488,160-5-182,-956 8 3509,389-15 309,-1 26-1579,2408 33 1413,-2844 19 657,-536-10 465,-497-9 1990,0-14 4169,-490 32-6942,-1 1 1,1 0-1,-1 0 0,1 0 1,-1 0-1,0 0 0,1-1 1,-1 1-1,0 0 1,0 0-1,0 0 0,1 0 1,-1 0-1,0 0 0,0 0 1,0 0-1,-1 0 0,1 0 1,0 0-1,-1 1 1,-3 37-376,2-26 423,-16 114-139,-45 156 0,-57 122 0,118-398 0,-90 280 0,-72 237 0,35 10 0,35 146 0,43 3 0,49-648 0,0 7 0,-2-1 0,-11 53 0,12-82 0,0 0 0,-1-1 0,0 1 0,-1-1 0,0 0 0,0-1 0,-2 1 0,1-1 0,-1 0 0,-1-1 0,1 0 0,-16 14 0,7-11 0,0 0 0,-1-1 0,0-1 0,-1-1 0,0 0 0,-1-1 0,-25 7 0,-15 0 0,-71 9 0,-33-2-297,-234-1-1,-175-33-630,-572-60-1144,-4-29 1609,829 72 257,-1199-114-332,-1598-135-546,-6 116 575,-814 272 509,1756 81-1508,1480-125 1273,-292 17 328,-675 72 3428,1610-148-3253,17-1 410,-1-2 0,1-1 0,-45-4 0,79 1-599,-1-1 0,0 0 0,1 0 0,-1-1-1,1 0 1,0 0 0,0 0 0,0-1 0,0 0-1,0 0 1,0-1 0,1 1 0,-1-1 0,1 0 0,-6-6-1,5 3-52,1-1 0,-1 1-1,1-1 1,1 0 0,-1-1 0,1 1-1,1-1 1,0 1 0,0-1 0,-2-13-1,-1-9-25,2-1 0,1 1 0,2-1 0,1 0 0,8-57 0,41-159 0,126-318 0,41 12 0,-137 357 0,-43 105 0,141-364 0,-22-13 0,-115 316 0,23-174 0,-50 217 0,-4 0 0,-9-159 0,0 268 0,0 0 0,0 0 0,-1 0 0,1 0 0,0 0 0,0 0 0,0 0 0,0 0 0,1 0 0,-1 0 0,0 0 0,0 0 0,0 0 0,1 0 0,-1 0 0,1 0 0,-1 0 0,1 0 0,-1 0 0,1 0 0,-1 0 0,2-1 0,0 2 0,0-1 0,0 1 0,0 0 0,0-1 0,0 1 0,-1 0 0,1 1 0,0-1 0,0 0 0,0 0 0,2 1 0,17 2 0,630 110 0,-278-39 0,12-20 0,2-16 0,395-13 0,-659-26 0,223 6 0,-341-4-120,-1 0 323,-5 3-1651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1.30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0 129 24575,'0'0'0,"0"0"0,1-1 0,0-1 0,15-7 0,28-10 0,33-11 0,25-5 0,-5 2-8191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1.96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2038 15 24575,'-116'-14'0,"26"14"0,1 3 0,0 5 0,0 3 0,0 4 0,2 3 0,0 5 0,2 3 0,-154 71 0,161-59 0,2 4 0,1 3 0,3 3 0,2 3 0,2 3 0,2 3 0,3 3 0,3 3 0,-67 90 0,97-113 0,3 2 0,1 1 0,2 1 0,2 1 0,2 1 0,3 1 0,1 1 0,-10 50 0,21-71 0,1 1 0,1-1 0,1 1 0,1 0 0,2-1 0,1 1 0,1-1 0,1 1 0,2-1 0,0 0 0,2-1 0,1 1 0,1-2 0,1 1 0,30 46 0,-25-49 0,1 0 0,1-1 0,1-1 0,0-1 0,2-1 0,1-1 0,32 22 0,-21-20 0,0-1 0,1-2 0,0-2 0,73 22 0,-44-21 0,1-4 0,1-2 0,0-3 0,0-3 0,0-3 0,78-8 0,-40-6-341,0-5 0,-1-4-1,100-35 1,-113 28-6485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2.48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289 535 24575,'-1'-2'0,"0"0"0,0 0 0,-1 1 0,1-1 0,-1 0 0,0 1 0,1-1 0,-1 1 0,0-1 0,0 1 0,0 0 0,0 0 0,0 0 0,0 0 0,0 0 0,0 1 0,-1-1 0,1 0 0,0 1 0,0 0 0,-1 0 0,1-1 0,0 1 0,-1 0 0,-3 1 0,0 4 0,0-1 0,0 1 0,0 0 0,1 1 0,0 0 0,0-1 0,0 1 0,1 1 0,0-1 0,-5 10 0,0 3 0,0 1 0,-9 31 0,14-36 0,0 0 0,1 1 0,0-1 0,2 1 0,0 0 0,1-1 0,0 1 0,1 0 0,1-1 0,0 1 0,7 23 0,-6-31 0,0 1 0,1-1 0,0 1 0,0-1 0,1 0 0,0 0 0,0-1 0,0 0 0,1 0 0,1 0 0,-1 0 0,1-1 0,0 0 0,0-1 0,1 1 0,0-2 0,0 1 0,0-1 0,0 0 0,1 0 0,9 2 0,-1-2 0,0-1 0,0-1 0,0 0 0,0-1 0,0-1 0,0-1 0,1 0 0,-1-1 0,-1-1 0,1-1 0,22-7 0,0-3 0,-1-1 0,-1-2 0,58-35 0,-50 23 0,-1-2 0,-1-2 0,-1-1 0,63-71 0,-81 79 0,-2-1 0,-2-2 0,0 0 0,-2-1 0,-1-1 0,-1 0 0,-2-1 0,14-46 0,-24 66 0,-2 0 0,1 0 0,-1 0 0,-1-1 0,0 1 0,-1-1 0,0 1 0,-1-1 0,0 1 0,-1-1 0,-1 1 0,-4-15 0,3 18 0,0-1 0,-1 1 0,0 0 0,0 0 0,-1 1 0,0-1 0,-1 1 0,0 1 0,0-1 0,-1 1 0,0 0 0,0 1 0,0 0 0,-1 0 0,-10-4 0,-6-2 0,-1 1 0,0 1 0,0 2 0,-1 1 0,0 1 0,-1 1 0,1 1 0,-31 0 0,-5 3 0,0 3 0,-93 15 0,105-9 0,1 2 0,0 2 0,-61 24 0,93-29 0,1 0 0,-1 2 0,1 0 0,1 1 0,0 0 0,0 1 0,1 1 0,0 1 0,1 0 0,1 1 0,-22 29 0,30-36-114,1 0 1,0 0-1,1 1 0,-1-1 0,1 1 1,1 0-1,0 0 0,0 0 0,0 1 1,1-1-1,0 11 0,5 27-6712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3.28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178 420 24575,'-2'31'0,"0"0"0,-13 55 0,4-28 0,-30 173 0,-31 204 0,38 3 0,36-371 0,-3-67 0,1 0 0,0 0 0,0 0 0,0 1 0,0-1 0,0 0 0,0 0 0,0 1 0,0-1 0,0 0 0,0 0 0,0 0 0,0 1 0,0-1 0,0 0 0,0 0 0,0 0 0,0 1 0,0-1 0,0 0 0,0 0 0,1 0 0,-1 1 0,0-1 0,0 0 0,0 0 0,0 0 0,0 1 0,0-1 0,1 0 0,-1 0 0,0 0 0,0 0 0,0 0 0,1 0 0,-1 1 0,0-1 0,0 0 0,0 0 0,1 0 0,-1 0 0,0 0 0,7-10 0,5-22 0,5-33 0,17-124 0,-11-74 0,-19 202 0,20-401 0,8-100 0,-31 544 0,0 9 0,-1 1 0,1-1 0,1 1 0,3-11 0,12 32 0,20 26 0,-2 2 0,46 70 0,49 100 0,-113-181 0,141 258 0,30 52 0,-136-256 0,119 146 0,-168-227 0,25 30 0,58 52 0,-78-78 0,0-1 0,0 1 0,1-1 0,0-1 0,0 1 0,1-2 0,-1 1 0,1-1 0,0-1 0,0 0 0,0 0 0,1-1 0,10 1 0,-14-3 0,0-1 0,0 0 0,0 0 0,0-1 0,0 0 0,0 0 0,0-1 0,-1 1 0,1-2 0,-1 1 0,0-1 0,0 0 0,0 0 0,0 0 0,-1-1 0,0 0 0,0 0 0,0 0 0,7-12 0,5-6 0,-2-1 0,-1 0 0,19-48 0,-2-8 0,-4-2 0,-3 0 0,18-116 0,6-262 0,-48 455 0,10-253 0,-10 193 0,-18-127 0,11 170-1365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3.67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849 1 24575,'-14'25'0,"-56"63"0,-115 114 0,87-100 0,32-31 0,3 3 0,3 2 0,-95 163 0,133-198 0,1 2 0,3 0 0,2 1 0,1 1 0,3 0 0,1 1 0,2 0 0,3 0 0,1 1 0,3 58 0,3-71 0,2-1 0,2 1 0,1 0 0,1-1 0,2 0 0,2-1 0,0 0 0,2-1 0,2 0 0,25 40 0,-26-50 0,2 0 0,0 0 0,2-2 0,0 0 0,1-1 0,0-1 0,2 0 0,0-2 0,0 0 0,2-2 0,0 0 0,0-2 0,1-1 0,27 9 0,-22-11-97,0-2-1,0 0 1,0-2-1,1-1 1,-1-2-1,1 0 1,0-2-1,-1-2 1,1 0-1,-1-2 1,0-2-1,0 0 0,45-19 1,25-18-6729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4.31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185 644 24575,'0'7'0,"-1"0"0,0-1 0,-1 1 0,1 0 0,-4 7 0,-4 17 0,-76 530 0,46 9 0,35-543 0,4-27 0,0 0 0,0 0 0,0 0 0,0 0 0,0 0 0,0 0 0,0 1 0,0-1 0,0 0 0,0 0 0,0 0 0,0 0 0,0 0 0,0 0 0,0 0 0,0 0 0,0 0 0,0 0 0,0 0 0,0 1 0,-1-1 0,1 0 0,0 0 0,0 0 0,0 0 0,0 0 0,0 0 0,0 0 0,0 0 0,0 0 0,0 0 0,0 0 0,0 0 0,-1 0 0,1 0 0,0 0 0,0 0 0,0 0 0,0 0 0,0 0 0,0 0 0,0 0 0,0 0 0,0 0 0,-1 0 0,1 0 0,0 0 0,0 0 0,0 0 0,0 0 0,0 0 0,0 0 0,0-1 0,0 1 0,0 0 0,0 0 0,0 0 0,0 0 0,0 0 0,-1 0 0,1 0 0,0 0 0,0 0 0,0 0 0,-6-17 0,-3-24 0,2-1 0,1 1 0,0-49 0,8-133 0,-2 219 0,10-193 0,45-250 0,-28 304 0,7 1 0,75-197 0,-100 313 0,-2 8 0,0-1 0,0 1 0,2 1 0,1 0 0,13-20 0,-23 37 0,1-1 0,-1 1 0,0 0 0,1-1 0,-1 1 0,0 0 0,1 0 0,-1-1 0,0 1 0,1 0 0,-1 0 0,0 0 0,1 0 0,-1-1 0,1 1 0,-1 0 0,1 0 0,-1 0 0,0 0 0,1 0 0,-1 0 0,1 0 0,-1 0 0,1 0 0,-1 0 0,0 0 0,1 1 0,-1-1 0,1 0 0,-1 0 0,0 0 0,1 0 0,-1 1 0,0-1 0,1 0 0,-1 0 0,0 1 0,1-1 0,-1 0 0,0 1 0,1-1 0,-1 0 0,0 1 0,0-1 0,1 1 0,14 23 0,-11-16 0,32 61 0,55 148 0,6 88 0,-63-194 0,184 528 120,-163-504-615,6-3 0,128 205 0,-177-320-6331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4.53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0 346 24575,'0'0'0,"1"-1"0,0 0 0,16-11 0,27-17 0,31-14 0,26-8 0,17-5 0,9 1 0,3 1 0,-19 10-8191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4.86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1 366 24575,'363'-96'0,"-213"53"0,119-32-9,265-71-1347,-510 140-5470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5.13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0 24575,'2'10'0,"76"679"0,-64 4 0,-11-505-1365,1-121-5461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5.82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1312 0 24575,'-36'2'0,"0"1"0,0 2 0,-60 16 0,41-8 0,-264 74 0,284-75 0,1 2 0,1 1 0,0 2 0,1 1 0,1 2 0,1 0 0,-29 28 0,49-39 0,1 0 0,0 0 0,1 1 0,0 0 0,1 1 0,0 0 0,0 0 0,-5 13 0,10-19 0,1-1 0,-1 1 0,1 0 0,0-1 0,0 1 0,0 0 0,1 0 0,0 0 0,0-1 0,0 1 0,0 0 0,1 0 0,0 0 0,0-1 0,0 1 0,0 0 0,1-1 0,0 1 0,0-1 0,0 1 0,0-1 0,1 0 0,0 0 0,4 5 0,4 1 0,0 0 0,0-1 0,1 0 0,0-1 0,1 0 0,-1-1 0,2-1 0,-1 0 0,1 0 0,-1-2 0,1 1 0,20 2 0,20 2 0,104 5 0,-62-11 0,1-5 0,101-15 0,-184 17 0,-12 4 0,-22 19 0,-122 96 0,-159 103 0,180-136 0,70-50 0,-222 172 0,234-176 0,3 3 0,0 1 0,3 2 0,-49 69 0,74-94 0,0 0 0,1 0 0,1 1 0,0 0 0,1 0 0,0 0 0,1 1 0,-3 22 0,6-30 0,0 1 0,1-1 0,0 1 0,1-1 0,0 1 0,0-1 0,1 0 0,-1 0 0,2 1 0,-1-1 0,1 0 0,0-1 0,0 1 0,1 0 0,0-1 0,0 0 0,0 0 0,11 11 0,-1-5 0,1 0 0,0-1 0,1 0 0,0-1 0,0-1 0,1-1 0,1 0 0,-1-1 0,1-1 0,0-1 0,22 4 0,16 1 0,1-3 0,83 0 0,-21-9-195,0-6 0,-1-5 0,0-5 0,-2-5 0,0-5 0,170-66 0,-177 50-6631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6.56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258 369 24575,'-1'10'0,"-20"152"0,-108 637 0,124-777 0,0 0 0,-1-1 0,0 1 0,-14 30 0,20-52 0,0 0 0,0 1 0,0-1 0,-1 0 0,1 0 0,0 0 0,0 1 0,0-1 0,0 0 0,0 0 0,0 0 0,-1 0 0,1 1 0,0-1 0,0 0 0,0 0 0,0 0 0,0 0 0,-1 0 0,1 0 0,0 0 0,0 1 0,0-1 0,-1 0 0,1 0 0,0 0 0,0 0 0,0 0 0,-1 0 0,1 0 0,0 0 0,0 0 0,-1 0 0,1 0 0,0 0 0,0 0 0,0 0 0,-1 0 0,1 0 0,0-1 0,0 1 0,0 0 0,0 0 0,-1 0 0,-8-11 0,-4-20 0,4-1 0,2 0 0,0-1 0,-2-58 0,6-104 0,7 64 0,23-143 0,-16 205 0,3 1 0,3 0 0,48-119 0,-60 176 0,-4 7 0,0 0 0,1 0 0,0 0 0,0 0 0,0 1 0,1-1 0,2-3 0,5 14 0,15 24 0,-1 2 0,-1 0 0,27 56 0,-23-40 0,104 195 0,149 241 0,-262-458 0,1-1 0,1-1 0,1-1 0,1-1 0,48 40 0,-61-58 0,-1 1 0,1-1 0,0 0 0,0-1 0,1 0 0,-1-1 0,1 0 0,0 0 0,17 2 0,-18-5 0,-1 1 0,0-2 0,1 1 0,-1-1 0,0-1 0,0 1 0,0-1 0,0-1 0,0 0 0,0 0 0,0 0 0,-1-1 0,11-7 0,-2-1 0,1-1 0,-2 0 0,0-2 0,0 0 0,-1 0 0,-1-1 0,-1-1 0,20-34 0,-4-3 0,38-101 0,-26 34 0,-5-1 0,-6-1 0,-5-2 0,-5-1 0,3-180 0,-21 286-92,0 14-49,-1 0-1,0 0 1,1 0-1,-2 0 1,1 0-1,-1 0 1,0 0-1,-3-10 1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7.16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289 138 24575,'2'14'0,"5"73"0,-4 1 0,-11 132 0,5-176 0,-167 1491 0,167-1518 0,3-11 0,-1 0 0,0 0 0,-1-1 0,1 1 0,-1-1 0,-3 8 0,5-13 0,0 1 0,-1-1 0,1 0 0,0 0 0,0 1 0,0-1 0,-1 0 0,1 0 0,0 0 0,-1 1 0,1-1 0,0 0 0,-1 0 0,1 0 0,0 0 0,-1 1 0,1-1 0,0 0 0,-1 0 0,1 0 0,0 0 0,-1 0 0,1 0 0,0 0 0,-1 0 0,1 0 0,0 0 0,-1 0 0,1 0 0,0-1 0,-1 1 0,1 0 0,0 0 0,-1 0 0,1 0 0,0 0 0,-1-1 0,1 1 0,0 0 0,0 0 0,-1-1 0,1 1 0,0 0 0,0 0 0,-1-1 0,1 1 0,0 0 0,0-1 0,0 1 0,0 0 0,-1-1 0,-11-20 0,0-10 0,2 1 0,1-2 0,1 1 0,-5-49 0,-4-139 0,15 198 0,-4-141 0,6 0 0,8 0 0,6 1 0,65-290 0,-59 376 0,4 1 0,41-91 0,-47 128 0,1 1 0,2 1 0,1 1 0,2 1 0,1 0 0,31-30 0,-51 58 0,0 0 0,0 1 0,0-1 0,0 1 0,1 0 0,9-4 0,-13 7 0,0 0 0,0 1 0,1-1 0,-1 1 0,0-1 0,0 1 0,0 0 0,1 0 0,-1 0 0,0 0 0,0 0 0,0 1 0,1-1 0,-1 1 0,0-1 0,0 1 0,0 0 0,0 0 0,0 0 0,0 0 0,0 0 0,0 0 0,-1 1 0,3 1 0,5 5 0,0 0 0,-1 1 0,-1-1 0,1 2 0,-1-1 0,-1 1 0,10 18 0,29 83 0,-43-106 0,32 100 0,34 179 0,-6 118 0,46 205 0,-95-557-341,3 0 0,2-1-1,25 49 1,-23-60-6485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7.40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1 428 24575,'0'0'0,"0"0"0,0 0 0,0 0 0,1-1 0,8-5 0,21-12 0,30-12 0,34-12 0,27-8 0,23-1 0,12 1 0,6 5 0,-3 3 0,-7 6 0,-9 4 0,-28 7-8191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7.99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0 390 24575,'0'0'0,"17"-8"0,492-208 0,-337 155 0,185-40 0,-342 98 0,-25 4 0,-10 2 0,-93 11 0,-112 29 0,221-42 0,0 0 0,0 0 0,0 0 0,1 1 0,-1-1 0,0 1 0,1 0 0,-1 0 0,1 1 0,-1-1 0,1 1 0,0 0 0,0-1 0,0 1 0,0 1 0,1-1 0,-4 6 0,2-1 0,1 0 0,1 0 0,0-1 0,0 2 0,0-1 0,1 0 0,0 0 0,1 9 0,1 85 0,5 1 0,26 145 0,-18-156 0,8 65 0,50 366 0,-29 3 0,-35-379-1365,-6-123-5461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09.57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2216 54 24575,'-9'-6'0,"-15"-2"0,-1 0 0,0 2 0,0 1 0,-43-4 0,56 8 0,-102-9 0,-219 9 0,-116 48 0,-94 60 0,447-80 0,1 4 0,2 4 0,-134 70 0,217-99 0,0-2 0,1 2 0,0 0 0,-14 10 0,22-15 0,-1 0 0,1 0 0,0 0 0,0 1 0,0-1 0,-1 0 0,1 1 0,0-1 0,1 0 0,-1 1 0,0-1 0,0 1 0,1 0 0,-1-1 0,0 1 0,1 0 0,0-1 0,-1 1 0,1 0 0,0-1 0,0 1 0,0 0 0,0 0 0,0-1 0,1 1 0,-1 0 0,0-1 0,2 4 0,0-1 0,0 0 0,1 0 0,0-1 0,0 1 0,0 0 0,0-1 0,0 0 0,1 0 0,-1 0 0,1 0 0,5 2 0,52 26 0,-1-7 0,1-2 0,0-3 0,70 11 0,198 19 0,163-16 0,1-27 0,-237-5 0,-250-1 0,20 1 0,-25-1 0,-1 0 0,0 0 0,0 0 0,1 0 0,-1 0 0,0 0 0,1 0 0,-1 0 0,0 0 0,1 0 0,-1 0 0,0 0 0,0 0 0,1 0 0,-1 0 0,0 0 0,1 1 0,-1-1 0,0 0 0,0 0 0,1 0 0,-1 1 0,0-1 0,0 0 0,0 0 0,1 0 0,-1 1 0,0-1 0,0 0 0,0 1 0,0-1 0,0 0 0,1 0 0,-1 1 0,0-1 0,0 0 0,0 1 0,0-1 0,0 0 0,0 0 0,0 1 0,0-1 0,0 0 0,0 1 0,0-1 0,0 0 0,0 1 0,-1-1 0,1 0 0,0 0 0,0 1 0,0-1 0,0 0 0,0 0 0,-1 1 0,1-1 0,0 0 0,0 0 0,0 1 0,-1-1 0,-8 10 0,-1-1 0,0 0 0,-1 0 0,1-1 0,-2 0 0,-11 6 0,-1 0 0,-126 75 0,-232 98 0,-183 38 0,233-96 0,287-111 0,-141 61 0,160-66 0,0 2 0,2 0 0,-1 1 0,-36 33 0,57-45 0,0 0 0,0-1 0,0 2 0,1-1 0,0 0 0,0 1 0,0-1 0,0 1 0,1 0 0,-1 0 0,1 0 0,1 0 0,-1 1 0,1-1 0,0 0 0,0 1 0,0-1 0,1 1 0,0 6 0,1-4 0,1 0 0,0-1 0,0 1 0,0-1 0,1 1 0,1-1 0,-1 0 0,1 0 0,0 0 0,1-1 0,-1 1 0,1-1 0,6 5 0,13 13 0,1-1 0,0-2 0,2-1 0,0-1 0,2-1 0,56 26 0,-9-11 0,134 38 0,-76-36-64,268 33-1,148-45-218,545-120-129,-478 8-816,-599 87-4911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19.51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644 2 24575,'-15'0'0,"10"-1"0,0 1 0,0 0 0,-1 0 0,1 0 0,0 1 0,0 0 0,0 0 0,0 0 0,0 1 0,0 0 0,0-1 0,0 2 0,0-1 0,-4 4 0,-15 12 0,0 1 0,1 1 0,1 1 0,1 1 0,-34 46 0,15-9 0,-47 89 0,49-71 0,3 2 0,3 1 0,4 2 0,3 1 0,4 0 0,4 2 0,4 0 0,3 1 0,4 0 0,3 0 0,12 108 0,-5-152 0,3-1 0,1 0 0,2 0 0,1-1 0,31 69 0,-34-93 0,1 0 0,0 0 0,1-1 0,1-1 0,1 0 0,23 23 0,-26-29 0,1 0 0,-1-1 0,2-1 0,-1 1 0,1-1 0,0-1 0,0 0 0,1-1 0,-1 0 0,1-1 0,13 2 0,-11-2 0,1-2 0,-1 0 0,1 0 0,0-2 0,0 0 0,-1 0 0,1-1 0,-1-1 0,1-1 0,-1 0 0,0-1 0,-1 0 0,1-1 0,-1 0 0,16-11 0,-13 6 0,-1-1 0,0 0 0,-1-1 0,0-1 0,-1 0 0,-1-1 0,0-1 0,-1 1 0,0-2 0,15-32 0,-17 29 0,-2 0 0,0 0 0,-1 0 0,-1-1 0,0 0 0,-2 0 0,-1 0 0,0-1 0,-3-40 0,-1 46 0,0 0 0,-1 1 0,-1-1 0,0 0 0,-1 1 0,-1 0 0,0 0 0,-1 1 0,-1 0 0,0 0 0,-1 0 0,0 1 0,-19-20 0,13 19 0,-1 0 0,0 1 0,-1 1 0,0 1 0,-1 0 0,-1 1 0,1 1 0,-1 1 0,-1 1 0,0 0 0,-22-4 0,16 6 0,-1 1 0,0 1 0,1 1 0,-1 1 0,0 1 0,0 2 0,0 1 0,-30 6 0,44-6 15,1 1 0,-1 0 0,1 1 0,0 0 0,0 0 0,1 1 0,-13 10 0,17-12-129,1 2 0,0-1-1,0 0 1,0 1 0,1 0 0,0 1-1,0-1 1,1 1 0,0 0 0,0 0-1,1 0 1,-5 12 0,-4 28-6712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0.09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31 0 24575,'0'0'0,"-3"10"0,-8 60 0,2 0 0,4 0 0,3 0 0,3 1 0,3-1 0,3 0 0,3 0 0,34 121 0,-38-168 0,1 0 0,2-1 0,0-1 0,2 0 0,15 24 0,-21-37 0,0 0 0,1-1 0,0 0 0,1 0 0,-1-1 0,1 0 0,1 0 0,-1 0 0,1-1 0,0 0 0,0-1 0,1 1 0,-1-2 0,1 1 0,16 3 0,-12-5 0,0 0 0,0-2 0,0 1 0,1-2 0,-1 0 0,0 0 0,0-1 0,0-1 0,0 0 0,-1-1 0,1 0 0,-1-1 0,0 0 0,0-1 0,-1 0 0,13-10 0,3-3 0,0-2 0,-1-1 0,-1-1 0,-1-1 0,23-30 0,-11 8 0,-2-2 0,-2-2 0,46-94 0,-59 100 0,-1-1 0,-2 0 0,-3-2 0,-1 1 0,5-51 0,-15 87 0,-1 3 0,0-1 0,0 1 0,-1-1 0,1 1 0,-2-1 0,1 1 0,-1-1 0,-3-11 0,4 19 0,0 0 0,0 0 0,0 0 0,0 0 0,0 0 0,0 0 0,0 0 0,0 0 0,-1 0 0,1 0 0,0 0 0,0 0 0,0 1 0,0-1 0,0 0 0,0 0 0,0 0 0,0 0 0,0 0 0,-1 0 0,1 0 0,0 0 0,0 0 0,0 0 0,0 0 0,0 0 0,0 0 0,0 0 0,0 0 0,-1 0 0,1 0 0,0 0 0,0 0 0,0 0 0,0 0 0,0 0 0,0-1 0,0 1 0,0 0 0,0 0 0,-1 0 0,1 0 0,0 0 0,0 0 0,0 0 0,0 0 0,0 0 0,0 0 0,0 0 0,0-1 0,0 1 0,0 0 0,0 0 0,0 0 0,0 0 0,0 0 0,0 0 0,0 0 0,0 0 0,0-1 0,0 1 0,0 0 0,-4 12 0,4-11 0,-51 323 0,37-213 0,-233 2002-2196,245-2092-3799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0.930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846 5 24575,'-9'-2'0,"8"1"0,-1 1 0,1-1 0,0 1 0,-1 0 0,1-1 0,-1 1 0,1 0 0,0 0 0,-1 0 0,1 0 0,-1 0 0,-2 1 0,-20 5 0,1 1 0,-1 1 0,1 1 0,0 1 0,-22 13 0,-4 6 0,-52 41 0,62-40 0,2 2 0,1 1 0,2 2 0,1 1 0,2 2 0,1 1 0,2 1 0,2 1 0,2 2 0,1 0 0,3 2 0,1 0 0,3 1 0,2 1 0,1 0 0,-9 72 0,16-59 0,3 0 0,2-1 0,10 90 0,-4-109 0,2 0 0,2-1 0,1 0 0,2-1 0,2 0 0,21 42 0,-28-66 0,1-1 0,0 0 0,1 0 0,0 0 0,1-1 0,1-1 0,0 0 0,0 0 0,1-1 0,14 9 0,-17-14 0,0 0 0,0 0 0,0-1 0,1-1 0,-1 1 0,1-2 0,0 1 0,0-1 0,0-1 0,0 0 0,0 0 0,0-1 0,0 0 0,0-1 0,0 0 0,13-3 0,-4-1 0,1-1 0,-2-1 0,1-1 0,-1 0 0,0-1 0,-1-1 0,0-1 0,20-16 0,-24 16 0,0 0 0,-1 0 0,-1-1 0,1-1 0,-2 0 0,0-1 0,-1 0 0,0 0 0,-1-1 0,8-19 0,-13 27 0,-1 0 0,0-1 0,0 1 0,-1-1 0,0 1 0,0-1 0,-1 0 0,0 1 0,0-1 0,-1 0 0,0 1 0,0-1 0,-4-13 0,1 12 0,0 0 0,0 0 0,-1 0 0,0 1 0,-1 0 0,0 0 0,0 0 0,-1 0 0,-11-10 0,-3 2 0,-1 0 0,0 2 0,-1 0 0,0 1 0,-1 2 0,-1 0 0,-27-8 0,6 5 0,0 2 0,-1 1 0,0 3 0,0 2 0,-1 2 0,0 2 0,-75 6 0,102-1-1365,11 0-5461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1.49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26 1 24575,'0'0'0,"0"0"0,-5 14 0,-1 8 0,1 0 0,1 1 0,1 0 0,1 0 0,2 28 0,2-1 0,12 65 0,-9-83 0,2-1 0,1 0 0,1 0 0,2-1 0,1-1 0,1 1 0,30 47 0,-34-64 0,0-1 0,1 0 0,1 0 0,0-1 0,0-1 0,1 0 0,23 15 0,-24-19 0,-1 0 0,1-1 0,0-1 0,1 0 0,-1 0 0,1-1 0,-1 0 0,1-1 0,0-1 0,0 0 0,13 0 0,-6-2 0,-1-1 0,0 0 0,0-1 0,0-1 0,-1-1 0,1-1 0,-1 0 0,21-11 0,-15 4 0,-1 0 0,0-1 0,-1-2 0,-1 0 0,25-26 0,-18 14 0,-2-2 0,-1-1 0,-1-1 0,-2-1 0,-1 0 0,-2-2 0,24-63 0,-41 95 0,5-12 0,0 0 0,-1-1 0,-1 1 0,-1-1 0,0 0 0,-1-1 0,1-19 0,-5 30 0,-1 10 0,-3 15 0,5-17 0,-168 886 0,132-604-682,-2 460-1,40-695-6143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2.91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1294 435 24575,'-43'-3'0,"-89"19"0,0 5 0,-172 52 0,233-52 0,2 3 0,-81 41 0,121-51 0,0 2 0,1 1 0,1 1 0,1 2 0,1 0 0,0 2 0,-30 35 0,48-48 0,0 0 0,0 1 0,1 0 0,0 0 0,0 0 0,1 1 0,1 0 0,0 0 0,0 0 0,1 1 0,1-1 0,0 1 0,-1 14 0,3-14 0,1 1 0,0-1 0,0 1 0,2-1 0,0 0 0,0 0 0,1 0 0,0 0 0,1-1 0,0 1 0,1-1 0,10 15 0,9 7 0,1-1 0,2-2 0,0 0 0,3-2 0,0-1 0,1-1 0,2-2 0,43 24 0,19 4 0,193 75 0,102 1 0,-126-44 0,-255-81 0,1 0 0,-2 1 0,1 0 0,0 1 0,-1 0 0,0 0 0,10 9 0,-17-13 0,-1 0 0,0 0 0,0 1 0,0-1 0,0 1 0,0-1 0,0 1 0,0-1 0,0 1 0,-1-1 0,1 1 0,-1 0 0,1-1 0,-1 1 0,1 0 0,-1-1 0,0 1 0,0 0 0,0 2 0,-1-1 0,0 1 0,0-1 0,0 0 0,0 0 0,-1 0 0,1 0 0,-1 0 0,0 0 0,0 0 0,0 0 0,0-1 0,-1 1 0,-3 3 0,-10 8 0,0-1 0,0-1 0,-2 0 0,-19 10 0,-87 37 0,12-14 0,-2-4 0,-2-6 0,-1-5 0,-1-5 0,-1-5 0,-128 5 0,210-23 0,-1-2 0,0-1 0,1-2 0,-72-15 0,101 16 0,0 0 0,0 0 0,1-1 0,-1 0 0,1-1 0,-1 0 0,1 0 0,1-1 0,-1 1 0,0-1 0,1-1 0,0 1 0,-8-10 0,11 9 0,0 0 0,0 0 0,0 0 0,0 0 0,1 0 0,0-1 0,0 1 0,1 0 0,0-1 0,0 0 0,0 1 0,1-1 0,0 0 0,0 1 0,1-1 0,0 1 0,2-9 0,2-8 0,1 0 0,2 0 0,0 0 0,12-22 0,57-90 0,0 23-182,4 4-1,136-141 1,224-167-278,29 23 460,-437 366 0,-1-3 0,-2 0 0,-1-2 0,28-40 0,-52 65 0,-1 0 0,1 0 0,-1-1 0,-1 0 0,1 0 0,-1 0 0,-1 0 0,1 0 0,-1-1 0,-1 1 0,0-1 0,0 0 0,-1-15 0,-1 18 0,0-1 0,-1 0 0,0 1 0,0-1 0,-1 1 0,0-1 0,0 1 0,0 0 0,-1 1 0,0-1 0,0 0 0,-1 1 0,1 0 0,-1 0 0,0 0 0,-1 1 0,1 0 0,-8-5 0,-6-3 0,-1 1 0,0 1 0,0 1 0,-1 1 0,-29-8 0,-8 1 0,-1 4 0,-70-6 0,-200 2-1198,-13 19-4788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4.59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1389 40 24575,'0'-3'0,"0"1"0,0-1 0,-1 1 0,1-1 0,0 1 0,-1-1 0,0 1 0,1 0 0,-1-1 0,-1-1 0,1 3 0,1 0 0,-1 0 0,1 1 0,-1-1 0,0 0 0,1 1 0,-1-1 0,0 0 0,1 1 0,-1-1 0,0 1 0,0 0 0,0-1 0,1 1 0,-1-1 0,0 1 0,0 0 0,0 0 0,-2-1 0,-2 2 0,-1-1 0,0 1 0,1 0 0,-1 1 0,1-1 0,-1 1 0,1 0 0,-8 4 0,-53 25 0,2 4 0,1 2 0,-74 57 0,38-16 0,-97 99 0,136-116 0,2 2 0,3 3 0,3 2 0,-68 118 0,96-143 0,2 1 0,3 2 0,1 0 0,2 0 0,2 2 0,2 0 0,2 1 0,3-1 0,-2 65 0,9-87 0,0-1 0,2 0 0,1 0 0,2 0 0,0 0 0,1-1 0,1 1 0,17 36 0,-16-47 0,0 1 0,0-1 0,1-1 0,1 0 0,0 0 0,1-1 0,1 0 0,0 0 0,0-2 0,1 1 0,0-2 0,1 0 0,0 0 0,18 7 0,-7-6 0,0-2 0,1 0 0,0-2 0,0-1 0,0-1 0,1-1 0,0-1 0,-1-1 0,1-2 0,0-1 0,-1-1 0,1-1 0,-1-1 0,0-1 0,0-2 0,-1 0 0,0-2 0,-1-1 0,0-1 0,27-17 0,-39 21 0,-1-1 0,0 0 0,-1-1 0,0 0 0,0-1 0,-1 0 0,0 0 0,-1 0 0,13-26 0,-18 30 0,1-1 0,-2 0 0,1 0 0,-1 0 0,0-1 0,-1 1 0,1 0 0,-2-1 0,1 1 0,-1-1 0,-1 1 0,1 0 0,-2-1 0,1 1 0,-1 0 0,0-1 0,-1 1 0,-3-7 0,-1 0 0,-1 1 0,-1 1 0,-1 0 0,1 0 0,-2 0 0,0 1 0,0 1 0,-1 0 0,-1 1 0,0 0 0,0 1 0,-17-9 0,-8-2 0,0 1 0,0 3 0,-63-18 0,45 18 0,-2 3 0,0 2 0,0 3 0,-60 0 0,83 7 0,0 2 0,0 1 0,0 2 0,1 1 0,0 2 0,0 1 0,0 2 0,-33 15 0,38-11-1365,13-3-5461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5.12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 1 24575,'-1'109'0,"6"184"0,-2-246 0,3-1 0,2 0 0,2 0 0,17 51 0,-21-82 0,0 0 0,1-1 0,0 1 0,1-1 0,0-1 0,1 1 0,1-2 0,0 1 0,1-1 0,0-1 0,1 0 0,17 12 0,-18-15 0,1-1 0,1-1 0,-1 1 0,1-2 0,1 0 0,-1-1 0,0 0 0,1-1 0,0 0 0,0-1 0,0-1 0,0 0 0,0-1 0,17-1 0,-5-3 0,0-1 0,0-1 0,-1-1 0,0-1 0,0-1 0,-1-2 0,0 0 0,-1-2 0,0 0 0,-1-1 0,-1-2 0,0 0 0,35-36 0,-26 20 0,-2 0 0,-2-2 0,0 0 0,-3-2 0,0-1 0,-3-1 0,28-72 0,-45 104 0,2-6 0,-1 0 0,0 0 0,-1 0 0,0 0 0,-1 0 0,1-15 0,-5 22 0,-1 10 0,-5 11 0,-10 35 0,2 0 0,-15 82 0,-3 110 0,21-117 40,5 1 0,15 200 0,-1-259-252,3 0 0,3-1 0,4 0-1,2-1 1,3 0 0,40 85 0,-13-61-6614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5.41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24575,'14'14'0,"-6"-7"0,496 555 0,-163-172 0,-194-242-1365,-93-101-5461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5.66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659 0 24575,'-13'12'0,"5"-5"0,-68 64 0,2 2 0,4 4 0,-111 157 0,148-182 0,1 0 0,3 3 0,3 0 0,2 2 0,2 0 0,3 2 0,-23 117 0,37-137-341,2 1 0,2 0-1,6 73 1,9-19-6485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6.292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434 105 24575,'-9'-18'0,"2"11"0,0 0 0,-1 0 0,0 1 0,0 0 0,0 0 0,0 1 0,-1 0 0,0 0 0,0 1 0,0 0 0,-1 1 0,-13-3 0,3 1 0,0 1 0,0 1 0,0 1 0,-1 1 0,-21 1 0,32 0 0,0 1 0,0 0 0,1 1 0,-1 0 0,0 1 0,1 0 0,-17 8 0,21-9 0,1 0 0,0 1 0,0 0 0,0 0 0,0 0 0,1 1 0,-1-1 0,1 1 0,0-1 0,0 1 0,0 0 0,1 1 0,-1-1 0,1 0 0,0 1 0,0-1 0,1 1 0,-2 5 0,1 1 0,0 0 0,1-1 0,1 1 0,0 0 0,0-1 0,1 1 0,4 19 0,1-3 0,2 0 0,11 25 0,7 10 0,4-2 0,2-1 0,3-2 0,82 105 0,203 187 0,-225-251 0,-89-92 0,16 17 0,0 0 0,-2 2 0,22 33 0,-38-52 0,0 1 0,0 0 0,-1 0 0,0 1 0,0-1 0,-1 0 0,1 1 0,-2 0 0,1 0 0,-1-1 0,0 1 0,-1 0 0,0 0 0,0 0 0,-1 0 0,0 0 0,0 0 0,-4 10 0,0-6 0,-1 0 0,0 0 0,-1-1 0,0 1 0,-1-2 0,0 1 0,-1-1 0,0 0 0,0-1 0,-1 0 0,0-1 0,-19 12 0,2-3 0,-1-1 0,0-1 0,-2-2 0,-34 11 0,37-15 0,-1-1 0,-1-2 0,1-1 0,-50 3 0,65-7 0,-1-1 0,0-1 0,0 0 0,0-1 0,0-1 0,1 0 0,-1 0 0,1-2 0,0 1 0,0-2 0,-21-11 0,28 13 0,0-1 0,1 1 0,0-1 0,0 0 0,0 0 0,0-1 0,1 1 0,0-1 0,0 0 0,0 0 0,1 0 0,0-1 0,0 1 0,1-1 0,0 0 0,0 1 0,0-1 0,1 0 0,0 0 0,0 0 0,1 0 0,0 0 0,0-1 0,2-8 0,2-8 0,1 0 0,1 0 0,0 0 0,2 1 0,22-43 0,10-9 0,3 2 0,3 2 0,102-118 0,198-170 0,-287 302 0,144-129 0,-219 185 0,-28-5-682,-81 2-1,52 5-6143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6.701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0 267 24575,'28'-11'0,"380"-101"0,11 35 0,-101 30 0,-214 36 0,113 3 0,-199 9-1365,-11 0-5461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6.90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0 167 24575,'0'0'0,"5"-1"0,16-2 0,35-7 0,45-8 0,40-4 0,29-3 0,19 1 0,6 3 0,-3 5 0,-8 4 0,-12 3 0,-35 4-8191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7.42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1370 134 24575,'-14'-9'0,"-11"-4"0,-1 2 0,0 1 0,-39-10 0,-89-12 0,56 16 0,-196-7 0,220 24 0,-1 3 0,1 3 0,-95 21 0,161-26 0,-80 22 0,80-21 0,1 0 0,-1 1 0,1-1 0,0 2 0,0-1 0,0 1 0,1 0 0,-11 9 0,15-12 0,1 1 0,-1-1 0,0 0 0,1 0 0,-1 1 0,1-1 0,0 1 0,0-1 0,0 1 0,0 0 0,0-1 0,1 1 0,-1 0 0,1 0 0,0-1 0,0 6 0,0-3 0,1 0 0,0 0 0,0 1 0,0-1 0,1 0 0,0 0 0,0 0 0,3 5 0,7 9 0,0-2 0,0 1 0,23 21 0,-31-34 0,57 59 0,3-3 0,72 54 0,153 94 0,-51-38 0,-232-167 0,35 27 0,61 59 0,-93-80 0,1 0 0,-2 0 0,1 1 0,-2 0 0,1 0 0,-1 1 0,-1 0 0,0 0 0,-1 1 0,-1-1 0,6 20 0,-9-26 0,-1 0 0,1 1 0,-1-1 0,0 0 0,0 0 0,-1 0 0,0 0 0,0 0 0,0 0 0,-1 0 0,0 0 0,0 0 0,-5 9 0,2-7 0,0 0 0,-1 0 0,0-1 0,0 1 0,-1-1 0,0-1 0,0 1 0,-8 5 0,-10 3 0,0 0 0,0-1 0,-1-2 0,-1-1 0,-27 8 0,-12 0 0,-1-2 0,0-3 0,0-4 0,-1-2 0,-1-3 0,1-4 0,-100-9 0,142 5 0,1 0 0,-1-2 0,1-1 0,0-1 0,-31-13 0,49 17 0,-1 0 0,1-1 0,0 0 0,0-1 0,1 1 0,-1-1 0,1-1 0,0 1 0,0-1 0,1 0 0,-1-1 0,1 1 0,1-1 0,-1 0 0,1 0 0,1 0 0,-1-1 0,1 1 0,0-1 0,-2-11 0,2 0 13,1 0 0,1 0-1,1 0 1,0 0 0,1 1-1,7-33 1,34-109-1091,-37 144 702,32-103-6450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7.65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1 250 24575,'7'-8'0,"12"-4"0,1 2 0,0 0 0,1 1 0,0 1 0,27-7 0,-25 8 0,139-39 0,1 7 0,2 7 0,2 8 0,295-6 0,-408 31-1365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8.00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231 1 24575,'-6'25'0,"-26"103"0,-69 306 0,27 4 0,64-359-273,5 1 0,2-1 0,5 1 0,13 100 0,-9-150-6553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8.426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47 24575,'19'-9'0,"8"0"0,-1 2 0,1 0 0,0 2 0,1 1 0,-1 1 0,1 1 0,0 1 0,36 5 0,-43-2 0,0 1 0,0 1 0,0 0 0,0 2 0,-1 1 0,0 0 0,0 1 0,-1 1 0,0 1 0,0 1 0,22 18 0,-33-22 0,1 0 0,-1 1 0,-1 0 0,0 1 0,0 0 0,0 0 0,-1 0 0,-1 1 0,0-1 0,0 2 0,-1-1 0,0 0 0,0 1 0,-2 0 0,1-1 0,-1 1 0,-1 0 0,0 0 0,0 1 0,-2 15 0,-1-6 0,-2 0 0,0 0 0,-1 0 0,-1 0 0,-1-1 0,-1 0 0,-1 0 0,-1-1 0,-20 31 0,-7 2 0,-1-2 0,-3-1 0,-2-3 0,-2-1 0,-2-2 0,-65 45 0,103-76 0,16-6 0,28 0 0,-30-5 0,90 5 0,-1-4 0,1-4 0,169-27 0,-232 24-341,0-3 0,-1 0-1,36-16 1,-2-5-6485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1T15:34:29.097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4375 986 24575,'-14'-14'0,"-44"-40"0,-1 3 0,-2 2 0,-106-63 0,60 51 0,-181-75 0,173 94-41,-3 4-1,0 6 0,-3 5 0,-156-15 1,-497 5-461,186 59 502,482-9 0,0 5 0,2 4 0,-151 52 0,176-45 0,2 3 0,1 4 0,2 3 0,2 3 0,-84 64 0,121-79 0,2 2 0,0 1 0,3 2 0,0 1 0,2 1 0,1 2 0,2 0 0,2 2 0,1 0 0,2 2 0,-23 67 0,28-54 1,2 0 0,3 1 1,2 1-1,2 0 0,3 0 1,2 0-1,3 0 0,2 0 0,18 90 1,-3-62-39,3 0 0,4-1 0,4-1 0,3-2 0,66 114 0,-54-117 26,4-2-1,3-3 1,112 120 0,-113-142 11,1-2 1,2-2-1,3-3 1,1-2 0,86 44-1,-51-41 3,2-4 1,1-4-1,2-4 0,1-5 0,2-4 1,126 11-1,-36-18-97,0-9 1,273-25 0,271-82-1250,-550 60 1339,342-122-1,-451 133-29,-1-3-1,-1-4 1,-3-2-1,-1-4 1,113-90-1,-151 105 27,-2 0 0,0-2 0,-2-2 0,-2 0 0,-1-2 0,-1 0 0,-2-2 0,-1 0 0,-2-2 0,-2 0 0,-1-1 0,-2-1 0,8-42 0,-14 45-10,-3-1-1,-1 0 1,-2 0-1,-1 0 1,-3-1-1,-8-54 1,1 43-47,-2 1 0,-3 0 1,-1 1-1,-31-64 0,8 38-75,-3 3 0,-2 1 0,-4 3 0,-3 1 0,-112-114-1,69 94-59,-3 4 0,-3 4 0,-4 4 0,-3 6 0,-165-81-1,87 65-416,-3 8 1,-339-89-1,-65 37 177,51 36-55,520 89 473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25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7:26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2 24575,'0'0'0,"-2"0"0,-7-1 0,-1 1-8191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36.1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24575,'0'0'0,"0"0"0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36.7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 0 24575,'-7'70'0,"14"166"0,-7-209 0,8 45 0,-5-49 0,-1 0 0,0-1 0,-3 34 0,-1-36-1365,-1-1-5461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38.3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249 500 24575,'-31'-5'0,"11"0"0,1-1 0,1-1 0,-1-1 0,1 0 0,0-2 0,1 0 0,0 0 0,1-2 0,0 0 0,-23-23 0,48 87 0,-7-48 0,1 1 0,-1 0 0,1 0 0,0-1 0,0 0 0,1 0 0,-1 0 0,1 0 0,0 0 0,0 0 0,0-1 0,0 0 0,1 0 0,-1 0 0,1-1 0,0 1 0,0-1 0,0 0 0,0-1 0,0 1 0,0-1 0,1 0 0,-1 0 0,8 0 0,-5-1 0,-1 1 0,1-2 0,-1 1 0,1-1 0,-1 0 0,0 0 0,0-1 0,1 0 0,-1-1 0,0 0 0,-1 0 0,1 0 0,0 0 0,-1-1 0,0 0 0,0-1 0,8-7 0,-12 11 0,-1 0 0,0 0 0,1 1 0,-1-1 0,1 0 0,-1 1 0,1-1 0,0 1 0,-1 0 0,1-1 0,-1 1 0,1 0 0,0 0 0,-1 0 0,1 0 0,0 0 0,-1 0 0,1 0 0,0 1 0,-1-1 0,1 1 0,-1-1 0,1 1 0,1 1 0,48 23 0,-25-10 0,-22-13 0,0-1 0,0 1 0,0-1 0,0 0 0,0 1 0,0-2 0,0 1 0,1 0 0,-1-1 0,0 0 0,0 0 0,1 0 0,6-2 0,-9 1 0,1 0 0,-1 0 0,1 0 0,-1-1 0,1 1 0,-1-1 0,0 1 0,0-1 0,0 0 0,0 0 0,0 0 0,0 0 0,0 0 0,-1 0 0,1-1 0,-1 1 0,0 0 0,0-1 0,1 1 0,-2-1 0,1 0 0,1-4 0,1-7 0,-1 1 0,0-1 0,-1 0 0,0 0 0,-1 0 0,-1 0 0,-2-14 0,-1 3 0,-1 0 0,-17-48 0,22 72 0,-1 0 0,1 0 0,0 0 0,-1 0 0,1 0 0,-1 0 0,1 0 0,-1 0 0,1 0 0,-1 0 0,0 0 0,1 0 0,-1 0 0,0 0 0,0 0 0,0 1 0,0-1 0,0 0 0,0 1 0,0-1 0,-1 0 0,2 1 0,-1 0 0,0 1 0,0-1 0,1 0 0,-1 0 0,0 1 0,0-1 0,1 0 0,-1 1 0,0-1 0,1 1 0,-1-1 0,0 1 0,1-1 0,-1 1 0,1-1 0,-1 1 0,1 0 0,-1-1 0,1 1 0,0 0 0,-1 0 0,-5 10 0,2-1 0,-1 1 0,-2 12 0,4-13 0,-19 61 0,3 1 0,-14 105 0,2 153 0,26-231 0,10 133 0,-1-189 0,1-1 0,3 1 0,1-2 0,2 1 0,28 67 0,-34-97 0,1 1 0,1-1 0,0-1 0,0 1 0,1-1 0,11 11 0,-16-19 0,-1 0 0,1-1 0,0 1 0,0-1 0,0 0 0,0 0 0,0 0 0,0 0 0,0-1 0,1 1 0,-1-1 0,1 0 0,-1 0 0,1 0 0,-1-1 0,1 1 0,0-1 0,-1 0 0,1 0 0,0 0 0,-1 0 0,1-1 0,0 1 0,-1-1 0,1 0 0,-1 0 0,7-3 0,1-2 0,0 0 0,-1-1 0,1-1 0,-1 1 0,-1-2 0,1 1 0,-1-1 0,13-19 0,2-4 0,28-53 0,-13 11 0,-4-2 0,-3-1 0,-3-1 0,-4-2 0,23-125 0,-44 190 0,-2 27 0,0 9 0,71 488 0,-71-499 0,0 0 0,0 1 0,0-1 0,2-1 0,-1 1 0,1 0 0,9 15 0,-11-22 0,1 0 0,0 0 0,-1 0 0,1 0 0,0-1 0,0 1 0,0-1 0,1 0 0,-1 0 0,1 0 0,-1 0 0,1-1 0,-1 1 0,1-1 0,0 0 0,0 0 0,0 0 0,0-1 0,0 1 0,-1-1 0,1 0 0,0 0 0,5-1 0,2 0 0,-1-1 0,0 0 0,0-1 0,0 0 0,0-1 0,0 0 0,-1 0 0,1-1 0,-1 0 0,0-1 0,-1 0 0,1 0 0,-1-1 0,13-14 0,-1-2 0,0-1 0,-1-1 0,27-48 0,-11 7 0,-3-2 0,-3-1 0,-3-1 0,23-97 0,-17 18 0,16-170 0,-40 253 0,-2 0 0,-4-1 0,-8-99 0,6 160 0,-1 2 0,1 1 0,-1 0 0,1-1 0,-1 1 0,0 0 0,0-1 0,0 1 0,-2-3 0,3 33-1365,3-3-5461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39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196 662 24575,'-26'-27'0,"10"11"0,-10-10 0,-30-38 0,48 53 0,0-1 0,0 0 0,2 0 0,-1-1 0,2 0 0,-8-24 0,8 16 0,1-1 0,0 1 0,2-1 0,1 0 0,0 0 0,6-43 0,-3 47 0,2 0 0,0 0 0,0 0 0,2 0 0,0 1 0,1 0 0,1 1 0,17-28 0,-24 41 0,1 1 0,0-1 0,0 0 0,0 1 0,0-1 0,0 1 0,0 0 0,1 0 0,-1 0 0,1 0 0,-1 0 0,1 0 0,0 1 0,0-1 0,0 1 0,0 0 0,0 0 0,0 0 0,0 0 0,0 0 0,0 1 0,0 0 0,0-1 0,1 1 0,-1 0 0,0 0 0,0 1 0,0-1 0,1 1 0,-1 0 0,0-1 0,0 1 0,0 1 0,0-1 0,0 0 0,-1 1 0,1-1 0,0 1 0,-1 0 0,1 0 0,-1 0 0,1 0 0,-1 1 0,0-1 0,0 0 0,0 1 0,3 5 0,4 7 0,-1 0 0,0 1 0,-1 0 0,-1 0 0,0 0 0,-2 1 0,0 0 0,0 0 0,0 21 0,0 14 0,-4 92 0,-3-80 0,-3-1 0,-2 0 0,-3 0 0,-3-1 0,-29 82 0,33-123 0,5-14 0,2-13 0,4-29 0,1 1 0,2-1 0,1 1 0,11-33 0,-10 40 0,13-55 0,32-88 0,-42 144 0,2-1 0,1 1 0,1 1 0,2 0 0,0 1 0,1 1 0,23-25 0,-38 46 0,1 0 0,-1 1 0,0-1 0,1 1 0,-1 0 0,1-1 0,-1 1 0,1 0 0,0 0 0,-1 0 0,1 0 0,0 0 0,0 0 0,0 1 0,2-1 0,-3 1 0,1 1 0,-1-1 0,0 1 0,0 0 0,1 0 0,-1 0 0,0 0 0,0 0 0,0 0 0,0 0 0,0 0 0,0 0 0,-1 0 0,1 0 0,0 0 0,-1 1 0,1-1 0,0 0 0,-1 1 0,1-1 0,-1 1 0,0-1 0,1 2 0,6 20 0,-1 1 0,-1 0 0,-1 0 0,1 32 0,-4 103 0,-35 286 0,13-234 0,21-206 0,-3 27 0,2 46 0,1-69 0,1-1 0,0 0 0,0 0 0,1 0 0,0 0 0,0-1 0,1 1 0,0-1 0,0 1 0,1-1 0,5 8 0,-6-12 0,-1 0 0,1 0 0,1 0 0,-1-1 0,0 1 0,1-1 0,0 0 0,-1 0 0,1 0 0,0 0 0,0 0 0,0-1 0,0 0 0,0 0 0,0 0 0,0 0 0,1-1 0,-1 0 0,0 1 0,0-2 0,1 1 0,-1 0 0,0-1 0,0 0 0,5-1 0,8-3 0,1 0 0,-1-1 0,0-1 0,26-15 0,51-35-1365,-4-7-5461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40.0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1 759 24575,'12'-5'0,"73"-27"0,104-24 0,93-6 0,-201 45 0,692-129 0,-540 104 0,-233 42 0,0 0 0,0-1 0,0 1 0,1 0 0,-1 0 0,0 0 0,0 0 0,0 0 0,0-1 0,1 1 0,-1 0 0,0 0 0,0 0 0,0-1 0,0 1 0,0 0 0,0 0 0,0 0 0,0-1 0,0 1 0,0 0 0,0 0 0,0 0 0,0-1 0,0 1 0,0 0 0,0 0 0,0-1 0,0 1 0,0 0 0,0 0 0,0 0 0,0-1 0,0 1 0,0 0 0,0 0 0,0 0 0,0-1 0,-1 1 0,1 0 0,0 0 0,0 0 0,0 0 0,0-1 0,0 1 0,-1 0 0,1 0 0,0 0 0,0 0 0,-1 0 0,-9-12 0,-9-5 0,0 1 0,-1 0 0,-40-21 0,-72-31 0,94 50 0,-437-188 0,494 211 0,1-1 0,22 1 0,16 2 0,156 38 0,-181-36 0,0 2 0,0 1 0,-1 2 0,39 22 0,-64-32 0,0 1 0,0-1 0,-1 1 0,0 0 0,0 1 0,0 0 0,0 0 0,-1 0 0,0 0 0,0 1 0,-1 0 0,5 10 0,-7-11 0,0 0 0,0 0 0,0 1 0,-1-1 0,0 1 0,-1-1 0,1 1 0,-1 0 0,-1-1 0,1 1 0,-1-1 0,0 1 0,0-1 0,-1 1 0,-4 10 0,-5 9 0,-1 1 0,-2-2 0,0 0 0,-25 33 0,-80 87 0,109-134 0,-317 346-1365,292-317-5461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40.6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1 464 24575,'0'8'0,"1"0"0,0 1 0,1-1 0,2 10 0,4 13 0,59 509 0,18 91 0,-79-595 0,-4-21 0,1 0 0,0 0 0,1 0 0,0 0 0,1-1 0,1 0 0,0 0 0,9 13 0,-15-26 0,1 0 0,0 0 0,0 0 0,0 0 0,0 0 0,0 0 0,0 0 0,0 0 0,0-1 0,0 1 0,1 0 0,-1-1 0,0 1 0,0-1 0,1 1 0,-1-1 0,0 1 0,1-1 0,-1 0 0,0 0 0,1 0 0,-1 0 0,0 0 0,1 0 0,-1 0 0,0 0 0,1-1 0,-1 1 0,0 0 0,1-1 0,-1 1 0,0-1 0,0 1 0,0-1 0,1 0 0,-1 1 0,0-1 0,0 0 0,0 0 0,1-2 0,6-3 0,-1-1 0,-1-1 0,0 1 0,9-14 0,13-25 0,-2-1 0,-2-1 0,21-59 0,45-164 0,-80 237 0,175-677 0,-75 268 0,-102 409 0,-6 20 0,2 0 0,-1 0 0,2 0 0,0 1 0,12-24 0,-16 37-24,-1-1 0,0 1 0,0 0 0,1-1 0,-1 1 1,0 0-1,0 0 0,1 0 0,-1-1 0,0 1 0,1 0 0,-1 0 0,0 0 0,1 0 0,-1-1 0,0 1 0,1 0 0,-1 0 0,0 0 0,1 0 0,-1 0 0,1 0 0,-1 0 0,0 0 0,1 0 0,-1 0 1,0 0-1,1 0 0,-1 0 0,0 1 0,1-1 0,-1 0 0,0 0 0,1 0 0,-1 0 0,0 1 0,1-1 0,-1 0 0,0 0 0,0 1 0,1-1 0,-1 0 0,0 0 0,0 1 0,1-1 0,-1 0 0,0 1 1,0-1-1,0 0 0,0 1 0,0-1 0,1 0 0,-1 1 0,0-1 0,0 0 0,0 1 0,7 14-6802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41.4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40 400 24575,'-1'-2'0,"0"0"0,1-1 0,-1 1 0,0 0 0,1 0 0,-1 0 0,1-1 0,0 1 0,-1 0 0,1 0 0,0-1 0,1 1 0,-1 0 0,0 0 0,1-1 0,-1 1 0,2-3 0,-1-2 0,1-17 0,1 1 0,1-1 0,1 1 0,2 0 0,16-41 0,-15 92 0,-5 25 0,-2 1 0,-2-1 0,-15 97 0,8-84 0,0 3 0,-54 405 0,112-644 0,-15 25 0,-8 29 0,60-164 0,-74 248 0,1-1 0,2 2 0,0 0 0,3 1 0,0 1 0,2 1 0,1 1 0,1 0 0,41-35 0,-52 52 0,0 1 0,1 0 0,1 1 0,0 0 0,0 1 0,22-8 0,-32 13 0,0 1 0,1 0 0,-1 0 0,0 0 0,0 0 0,0 0 0,1 1 0,-1 0 0,0 0 0,1 0 0,-1 0 0,0 1 0,1 0 0,-1 0 0,0 0 0,0 0 0,0 1 0,0-1 0,0 1 0,0 0 0,-1 1 0,1-1 0,0 0 0,-1 1 0,0 0 0,0 0 0,0 0 0,4 4 0,0 5 0,-1-1 0,0 1 0,0 0 0,-1 0 0,-1 1 0,0 0 0,-1-1 0,0 1 0,-1 1 0,1 13 0,0 25 0,-5 60 0,1-99 0,-20 226 0,-1-10 0,22-226 0,0 5 0,-1 0 0,1 0 0,1 0 0,-1-1 0,4 16 0,-3-21 0,-1-1 0,1 1 0,0-1 0,0 1 0,-1-1 0,1 1 0,0-1 0,0 1 0,0-1 0,1 0 0,-1 0 0,0 0 0,0 1 0,1-1 0,-1 0 0,1-1 0,-1 1 0,1 0 0,-1 0 0,1-1 0,-1 1 0,1 0 0,0-1 0,-1 0 0,1 1 0,0-1 0,-1 0 0,1 0 0,0 0 0,-1 0 0,1 0 0,3-1 0,4-1 0,0 0 0,0 0 0,0-1 0,0 0 0,0 0 0,-1-1 0,0 0 0,1-1 0,-2 0 0,12-8 0,9-10 0,33-36 0,-56 54 0,205-245-1365,-106 111-5461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7:01.5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0 246 24575,'1260'-229'-1365,"-1190"212"-5461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7:01.9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1 0,0 0 0,1 4 0,-1 7 0,2 14 0,1 20 0,2 26 0,-1 24 0,0 22 0,0 14 0,0 12 0,0 4 0,0-1 0,-1-6 0,0-27-8191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7:02.6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406 549 24575,'0'0'0,"-1"18"0,0 0 0,-2 0 0,-6 25 0,-1 6 0,-115 502 0,-32-4 0,58-211 0,111-491 0,48-359 0,42-496 0,-100 971 0,2-1 0,1 1 0,2 0 0,2 1 0,14-40 0,-18 65 0,1 1 0,0 0 0,1 0 0,0 1 0,1 0 0,0 0 0,18-18 0,-18 22 0,0 0 0,0 1 0,0 0 0,1 1 0,0 0 0,0 0 0,1 1 0,-1 0 0,1 1 0,0 0 0,16-3 0,-6 4 0,-1 0 0,1 2 0,-1 0 0,1 1 0,-1 1 0,1 1 0,-1 1 0,0 0 0,0 2 0,-1 0 0,1 1 0,29 16 0,-27-12 0,0 2 0,-1 0 0,-1 1 0,0 0 0,-1 2 0,0 0 0,-2 2 0,0-1 0,0 2 0,13 22 0,-23-30 0,0 0 0,0 0 0,-1 0 0,-1 1 0,0 0 0,-1 0 0,0 0 0,0 0 0,-2 1 0,1-1 0,-1 14 0,-2-10 0,-1 0 0,0 0 0,-1 0 0,-1 0 0,0-1 0,-1 1 0,-12 25 0,0-10 0,-1 0 0,-2-1 0,-1-1 0,-1-1 0,-2-1 0,0-1 0,-31 24 0,16-17-227,-2-2-1,-1-2 1,-1-1-1,-2-3 1,-86 37-1,95-49-6598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7:03.5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144 345 24575,'-24'-20'0,"21"18"0,1-1 0,0-1 0,-1 1 0,2 0 0,-1 0 0,0-1 0,1 1 0,-1-1 0,1 0 0,0 1 0,0-1 0,0 0 0,1 1 0,0-1 0,-1 0 0,1 0 0,0 0 0,1 1 0,-1-1 0,1 0 0,0 0 0,0 1 0,1-5 0,3-7 0,0 0 0,1 0 0,1 1 0,9-16 0,-8 15 0,1 1 0,1 0 0,0 0 0,1 1 0,0 0 0,1 1 0,1 0 0,26-19 0,-38 30 0,1 0 0,-1 0 0,1 0 0,-1 0 0,1 1 0,-1-1 0,1 0 0,0 1 0,0 0 0,-1-1 0,1 1 0,0 0 0,-1 0 0,1 0 0,0 0 0,0 0 0,-1 0 0,1 0 0,0 1 0,0-1 0,-1 1 0,1-1 0,1 2 0,0-1 0,-1 1 0,0 0 0,0 0 0,0 0 0,0 0 0,0 0 0,-1 0 0,1 1 0,-1-1 0,1 1 0,-1-1 0,0 1 0,1 2 0,3 9 0,-2-1 0,1 1 0,-2 0 0,2 25 0,-4 14 0,-1-1 0,-3 0 0,-2 0 0,-25 96 0,-81 198 0,98-309 0,-20 59 0,-4-1 0,-59 104 0,90-192 0,4-11 0,2-19 0,1 18 0,2-46 0,3 2 0,1-1 0,3 0 0,22-69 0,-5 39 0,69-143 0,-71 176 0,2 0 0,2 3 0,34-44 0,-50 73 0,0 1 0,1 0 0,1 1 0,0 0 0,0 1 0,2 1 0,-1 0 0,1 1 0,1 1 0,0 0 0,33-11 0,-45 18 0,0 1 0,-1-1 0,2 2 0,-1-1 0,0 0 0,0 1 0,0 0 0,0 0 0,0 0 0,0 1 0,0 0 0,0 0 0,0 0 0,0 1 0,0-1 0,0 1 0,-1 0 0,1 1 0,-1-1 0,1 1 0,-1 0 0,0 0 0,4 4 0,-2 0 0,0 0 0,0 1 0,0-1 0,-1 1 0,-1 1 0,1-1 0,-2 1 0,1-1 0,-1 1 0,0 0 0,3 17 0,-2 5 0,-1 0 0,-1 0 0,-2 0 0,-1 0 0,-1 1 0,-9 39 0,-51 182 0,60-246 0,-70 219 0,-30 117 0,101-340 0,0 1 0,0 0 0,0 0 0,1 0 0,-1 0 0,1-1 0,0 1 0,0 0 0,1 0 0,-1 0 0,2 4 0,-2-7 0,1 0 0,-1-1 0,1 1 0,-1 0 0,0-1 0,1 1 0,0-1 0,-1 1 0,1-1 0,-1 1 0,1-1 0,0 1 0,-1-1 0,1 1 0,0-1 0,-1 0 0,1 1 0,0-1 0,0 0 0,-1 0 0,1 0 0,1 1 0,1-1 0,0 0 0,0-1 0,0 1 0,0 0 0,0-1 0,0 0 0,0 1 0,5-4 0,23-11 0,-1-2 0,-1-1 0,0-1 0,-2-1 0,28-27 0,297-294-1365,-167 140-5461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7:09.6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0 728 24575,'1'-1'0,"1"0"0,-1 0 0,1 0 0,0 0 0,-1 1 0,1-1 0,0 0 0,-1 1 0,1-1 0,3 0 0,9-2 0,1431-465 0,-1399 455 0,-77-5 0,-26-10 0,-158-72 0,215 100 0,0 0 0,0 0 0,0 0 0,0-1 0,-1 1 0,1 0 0,0 0 0,0 0 0,0-1 0,0 1 0,0 0 0,0 0 0,-1-1 0,1 1 0,0 0 0,0 0 0,0-1 0,0 1 0,0 0 0,0 0 0,0-1 0,0 1 0,0 0 0,0-1 0,0 1 0,1 0 0,-1 0 0,0-1 0,0 1 0,0 0 0,0 0 0,0 0 0,0-1 0,0 1 0,1 0 0,-1 0 0,0 0 0,0-1 0,0 1 0,1 0 0,-1 0 0,0 0 0,0 0 0,0-1 0,1 1 0,-1 0 0,0 0 0,0 0 0,1 0 0,-1 0 0,0 0 0,0 0 0,1 0 0,-1 0 0,0 0 0,1 0 0,18-10 0,14-4 0,1 2 0,-1 2 0,2 1 0,-1 1 0,69-5 0,-60 11 0,0 1 0,0 3 0,0 1 0,67 14 0,-98-15 0,1 1 0,-1 1 0,0 0 0,0 1 0,16 9 0,-24-12 0,-1 0 0,1 1 0,-1-1 0,0 1 0,0 0 0,0-1 0,0 2 0,0-1 0,0 0 0,-1 0 0,0 1 0,0 0 0,0-1 0,0 1 0,0 0 0,-1 0 0,1 0 0,-1 0 0,0 0 0,0 5 0,-1 3 0,0-1 0,-1 1 0,-1-1 0,0 0 0,0 0 0,-1 1 0,-1-2 0,0 1 0,0 0 0,-1-1 0,0 0 0,-10 14 0,-5 7 0,-3-1 0,-37 40 0,-27 13-1365,56-57-5461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7:10.7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1 227 24575,'1'19'0,"29"402"0,-30-419 0,0-1 0,0 0 0,0 0 0,0 1 0,0-1 0,1 0 0,-1 0 0,0 0 0,1 1 0,-1-1 0,0 0 0,1 0 0,-1 0 0,1 0 0,0 0 0,-1 0 0,1 0 0,0 0 0,0 0 0,0 0 0,-1 0 0,1 0 0,0 0 0,0-1 0,0 1 0,0 0 0,1-1 0,-1 1 0,0-1 0,0 1 0,0-1 0,0 0 0,0 1 0,1-1 0,-1 0 0,0 0 0,0 0 0,1 0 0,-1 0 0,0 0 0,0 0 0,0 0 0,1 0 0,-1-1 0,0 1 0,0 0 0,0-1 0,0 1 0,3-2 0,7-3 0,0 0 0,-1-1 0,1-1 0,10-7 0,-18 12 0,41-32 0,-1-2 0,-1-2 0,64-77 0,92-144 0,-191 250 0,102-150 0,-109 159 0,0 0 0,0-1 0,0 1 0,0 0 0,1-1 0,-1 1 0,0 0 0,0 0 0,0-1 0,0 1 0,1 0 0,-1 0 0,0-1 0,0 1 0,0 0 0,1 0 0,-1 0 0,0-1 0,0 1 0,1 0 0,-1 0 0,0 0 0,1 0 0,-1 0 0,0 0 0,0 0 0,1 0 0,-1-1 0,0 1 0,1 0 0,-1 0 0,0 0 0,1 0 0,-1 0 0,0 1 0,0-1 0,1 0 0,-1 0 0,0 0 0,1 0 0,-1 0 0,6 15 0,-6 25 0,-4-14 0,-1 0 0,-1-1 0,-15 40 0,-38 74 0,40-97 0,-102 212 0,-16 36 0,132-271 0,11-10 0,-3-8 0,1-1 0,-1 1 0,0-1 0,1 0 0,-1 0 0,1 0 0,-1 0 0,5-1 0,-8 1 0,29-4 0,1-2 0,32-10 0,-37 9 0,0 1 0,1 1 0,44-4 0,-66 9 0,0 0 0,0 0 0,0 1 0,-1-1 0,1 1 0,0 0 0,0 0 0,0 0 0,0 1 0,-1-1 0,1 1 0,-1 0 0,1 0 0,-1 0 0,0 0 0,1 0 0,-1 1 0,0 0 0,-1 0 0,1 0 0,0 0 0,-1 0 0,0 0 0,0 0 0,0 1 0,0-1 0,0 1 0,-1 0 0,1-1 0,-1 1 0,0 0 0,1 4 0,1 11 0,-1 0 0,0 0 0,-1-1 0,-2 1 0,-2 27 0,-28 141 0,3-25 0,28-161 0,0 1 0,0-1 0,-1 0 0,1 1 0,0-1 0,1 1 0,-1-1 0,0 1 0,0-1 0,1 1 0,-1-1 0,0 0 0,2 3 0,-1-3 0,-1-1 0,0 1 0,1-1 0,-1 1 0,1-1 0,-1 0 0,1 1 0,-1-1 0,1 1 0,0-1 0,-1 0 0,1 0 0,-1 1 0,1-1 0,0 0 0,-1 0 0,1 0 0,-1 0 0,1 0 0,0 0 0,-1 0 0,2 0 0,2-1 0,1 0 0,-1 0 0,0 0 0,0-1 0,0 0 0,0 1 0,0-2 0,4-2 0,57-40 0,-2-3 0,70-69 0,58-46 0,-176 151 0,56-37 0,-63 44 0,0 1 0,0 0 0,0 0 0,1 1 0,-1 0 0,19-4 0,-26 7 0,1 0 0,-1 0 0,1-1 0,0 1 0,-1 0 0,1 0 0,0 1 0,-1-1 0,1 0 0,-1 1 0,1-1 0,0 0 0,-1 1 0,1 0 0,-1-1 0,0 1 0,1 0 0,-1 0 0,1 0 0,-1 0 0,0 0 0,0 0 0,2 2 0,-2-1 0,1 1 0,-1 0 0,1-1 0,-1 1 0,0 0 0,0 0 0,0 0 0,0 0 0,-1 0 0,1 0 0,-1 5 0,0 8 0,-1-1 0,0 1 0,-7 26 0,-16 52 0,-60 147 0,65-191 0,17-46 0,1-1 0,0 1 0,0-1 0,0 0 0,0 0 0,0 0 0,1 1 0,-1 5 0,1-8 0,0-1 0,0 1 0,1 0 0,-1 0 0,0-1 0,1 1 0,-1 0 0,1-1 0,-1 1 0,1 0 0,-1-1 0,1 1 0,0-1 0,-1 1 0,1-1 0,-1 1 0,1-1 0,0 1 0,0-1 0,-1 0 0,1 1 0,0-1 0,0 0 0,-1 0 0,1 1 0,0-1 0,0 0 0,0 0 0,-1 0 0,1 0 0,0 0 0,0 0 0,0 0 0,-1 0 0,1-1 0,0 1 0,1-1 0,14-2-227,-1 0-1,0-1 1,0-1-1,0-1 1,20-11-1,33-16-6598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7:11.1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24575,'0'0'0,"0"2"0,0-1 0,2 11 0,4 16 0,5 23 0,6 21 0,6 15 0,7 10 0,4-1 0,-3-16-8191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7:35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4902 560 24575,'-26'-11'0,"14"4"0,-80-33 0,-150-62 0,178 79 0,-124-27 0,120 38 0,-1 4 0,0 3 0,-1 3 0,1 2 0,0 4 0,0 3 0,0 3 0,-92 25 0,84-12 0,1 3 0,1 3 0,1 4 0,2 3 0,2 2 0,-129 96 0,166-107 0,0 2 0,3 1 0,0 2 0,2 0 0,2 2 0,1 1 0,1 1 0,2 1 0,2 1 0,1 1 0,2 0 0,2 2 0,2-1 0,1 2 0,2 0 0,2 0 0,2 1 0,2 0 0,2-1 0,5 80 0,48 239 0,-10-97 0,-32-185 0,-3 110 0,-7-145 0,-3 1 0,-1-1 0,-3 0 0,-1-1 0,-2 1 0,-2-2 0,-2 0 0,-2 0 0,-2-2 0,-42 70 0,-53 50 0,-180 196 0,213-262 0,-49 53 0,23-28 0,-149 213 0,238-303 0,2 1 0,0 0 0,2 1 0,2 1 0,1 0 0,1 1 0,1-1 0,-4 39 0,9-30 0,2 0 0,1 0 0,3-1 0,1 1 0,1 0 0,15 57 0,-4-42 0,-5-17 0,9 57 0,-18-82 0,0-1 0,-1 0 0,0 1 0,-1-1 0,0 0 0,-1 1 0,-1-1 0,-5 17 0,-3-3 0,-1 0 0,-1-1 0,-1 0 0,-35 46 0,-84 84 0,-227 185 0,108-111 0,182-160 0,-87 113 0,139-159 0,0 1 0,2 1 0,1 0 0,2 1 0,-19 51 0,26-59 0,1 1 0,1-1 0,1 1 0,0 0 0,2 0 0,0 0 0,2 0 0,0 0 0,6 33 0,0-21 0,2-2 0,1 1 0,1-1 0,2-1 0,1 0 0,23 36 0,121 151 0,-146-201 0,1 1 0,-1 0 0,-1 0 0,0 2 0,-2-1 0,13 31 0,-18-38 0,-1 1 0,-1 0 0,0 0 0,0 0 0,-1 0 0,0 0 0,-1 1 0,0-1 0,-1 0 0,0 0 0,-5 18 0,-4 8 0,-2 1 0,-32 66 0,-48 67 0,61-115 0,-303 523 0,321-555 0,1 1 0,0 0 0,2 1 0,1 0 0,-6 28 0,12-37 0,1 0 0,1 0 0,0-1 0,1 1 0,1 0 0,0 0 0,1 0 0,1-1 0,8 24 0,1-3 0,1-1 0,3-1 0,27 46 0,69 91 0,0-1 0,-107-161 0,0 1 0,0-1 0,-1 1 0,-1 0 0,0 1 0,0-1 0,-1 1 0,0-1 0,-1 1 0,-1 0 0,0-1 0,0 1 0,-1 0 0,-1-1 0,-3 16 0,-6 14 0,-2-1 0,-34 73 0,29-73 0,3-7 0,-5 13 0,-18 58 0,33-87 0,1 0 0,1 0 0,0 1 0,1-1 0,1 1 0,1 0 0,2 20 0,13 53 0,45 149 0,7 38 0,-53-173 0,-5 0 0,-5 130 0,-31 211 0,12-255 0,11-131 0,2-1 0,7 72 0,-3-110 0,1-1 0,1-1 0,1 1 0,1 0 0,1-1 0,0 0 0,1-1 0,1 1 0,1-2 0,15 22 0,30 29 0,4-2 0,2-3 0,3-3 0,3-2 0,124 82 0,19-7 0,-161-105 0,1-3 0,76 28 0,-82-40 0,-1-2 0,2-1 0,86 6 0,-58-13 0,120-11 0,-147 2 0,-1-2 0,0-2 0,-1-2 0,0-2 0,57-27 0,197-114 0,-297 154 0,126-73 0,-3-5 0,-4-5 0,-4-6 0,156-155 0,-272 245 0,15-15 0,0-1 0,22-34 0,-33 45 0,-1 0 0,0-1 0,-1 1 0,1-1 0,-1 0 0,0 0 0,-1 0 0,0 0 0,0 0 0,0 0 0,0 0 0,-1 0 0,0 0 0,-1-12 0,-8-18 0,-1 0 0,-2 1 0,-30-64 0,22 54 0,-22-69 0,33 73 0,1-2 0,2 1 0,2-1 0,2 0 0,2 1 0,2-1 0,1 0 0,3 0 0,11-43 0,19-53 0,72-179 0,-99 292 0,158-404 0,228-420 0,-266 610 0,77-148 0,-178 327 0,-2-1 0,-3-1 0,27-124 0,8-202 0,101-562 0,-40 302 0,-112 603 0,68-401 0,34 8 0,83-118 0,-16 50 0,-37-12 0,37-689 0,-142 787 0,3-24 0,-10 283 0,78-257 0,-60 258 0,-30 99 0,-2-1 0,-3 1 0,3-101 0,-12 123 0,-2 0 0,-2 1 0,-2-1 0,-1 1 0,-2 0 0,-25-72 0,23 89 0,-1 0 0,-1 0 0,-1 1 0,-1 1 0,-1 0 0,-1 1 0,0 0 0,-1 1 0,-1 1 0,-1 1 0,0 1 0,-1 0 0,-32-16 0,-1 3 0,-2 1 0,-1 4 0,-2 2 0,-76-19 0,55 21-170,-1 2-1,-1 5 0,0 2 1,0 5-1,0 3 0,-1 3 1,-83 13-1,41 7-6655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7:51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1 242 24575,'0'0'0,"0"0"0,13-2 0,1999-237 0,-1979 238-1365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7:55.3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28.5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268 1 24575,'-14'30'0,"-46"107"0,-51 178 0,88-233 0,4 1 0,3 1 0,-8 144 0,23-184 0,2-1 0,2 0 0,9 51 0,-9-76 0,2 0 0,0 0 0,1 0 0,0 0 0,1-1 0,2 0 0,-1-1 0,2 0 0,21 28 0,-27-39 0,0 0 0,1-1 0,-1 0 0,1 0 0,0 0 0,0 0 0,0-1 0,1 0 0,-1 0 0,1 0 0,0-1 0,0 0 0,0 0 0,0 0 0,0-1 0,11 2 0,-8-3 0,0-1 0,0 1 0,-1-2 0,1 1 0,0-1 0,0 0 0,-1-1 0,1 0 0,-1-1 0,12-6 0,6-6 0,0-2 0,-1 0 0,-1-2 0,0-1 0,31-37 0,-29 30 0,-2-1 0,-1-1 0,-1-1 0,34-64 0,-37 171 0,-12-39 0,3 0 0,0-1 0,3-1 0,31 66 0,-37-90 0,-1-1 0,1 0 0,0-1 0,1 0 0,0 0 0,1 0 0,0-1 0,15 10 0,-17-13 0,1-1 0,0 0 0,0 0 0,0-1 0,1 0 0,-1 0 0,1-1 0,0 0 0,-1-1 0,1 0 0,0 0 0,17-1 0,-11-2 0,-1-1 0,1 0 0,-1 0 0,0-2 0,0 1 0,-1-2 0,0 0 0,0-1 0,0 0 0,0-1 0,16-13 0,0-3 0,-1-1 0,-1-1 0,30-39 0,-17 13 0,-2-1 0,-3-2 0,-2-2 0,44-106 0,-44 77 0,-3-2 0,31-161 0,-58 232 0,-1 10 0,-1 1 0,1 0 0,-2-1 0,1 1 0,-1-12 0,2 40-1365,1-5-5461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28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307 1 24575,'0'0'0,"-2"25"0,-34 160 0,-66 205 0,46-190 0,-40 231-1365,82-337-5461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29.9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0 240 24575,'25'1'0,"757"23"0,2-45 0,-196 3 0,-577 19 0,9-1 0,-20 0 0,0 0 0,-1-1 0,1 1 0,0 0 0,0 0 0,0 0 0,0 0 0,-1 0 0,1 0 0,0 0 0,0 0 0,0 0 0,0 0 0,0-1 0,0 1 0,-1 0 0,1 0 0,0 0 0,0 0 0,0 0 0,0-1 0,0 1 0,0 0 0,0 0 0,0 0 0,0 0 0,0-1 0,0 1 0,0 0 0,0 0 0,0 0 0,0 0 0,0-1 0,0 1 0,0 0 0,0 0 0,0 0 0,0 0 0,0-1 0,0 1 0,0 0 0,0 0 0,0 0 0,0 0 0,0-1 0,0 1 0,0 0 0,1 0 0,-1 0 0,0 0 0,0 0 0,0 0 0,0-1 0,0 1 0,0 0 0,1 0 0,-1 0 0,0 0 0,0 0 0,0 0 0,0 0 0,1 0 0,-1 0 0,0 0 0,0 0 0,0 0 0,-60-44 0,-2 3 0,-130-64 0,206 101 0,26-5 0,1 3 0,-1 1 0,1 1 0,0 3 0,-1 1 0,1 3 0,0 0 0,-1 3 0,74 20 0,-99-22 0,0 1 0,0 0 0,-1 1 0,0 1 0,0 1 0,0 0 0,-1 0 0,15 13 0,-24-17 0,0 0 0,1 1 0,-2 0 0,1-1 0,0 1 0,-1 1 0,0-1 0,0 0 0,-1 1 0,1-1 0,-1 1 0,0 0 0,-1 0 0,0 0 0,1 0 0,-2 0 0,1 0 0,-1 0 0,0 0 0,0 0 0,-1 0 0,1 0 0,-4 11 0,-3 5 0,0-1 0,-1-1 0,-1 1 0,-1-2 0,-1 1 0,-1-1 0,-1-1 0,-20 24 0,-2-3 0,0-3 0,-65 51 0,-31 6-1365,111-80-5461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30.5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0 293 24575,'2'23'0,"4"41"0,41 320 0,-36-326 0,3 0 0,1-2 0,4 1 0,38 79 0,-49-118 0,2-1 0,0 0 0,1-1 0,0 0 0,1 0 0,1-2 0,16 15 0,-23-24 0,0 0 0,0-1 0,0 1 0,1-1 0,-1-1 0,1 0 0,0 0 0,0 0 0,0 0 0,0-1 0,1-1 0,-1 1 0,0-1 0,1 0 0,-1-1 0,1 0 0,-1 0 0,1 0 0,-1-1 0,1 0 0,10-4 0,0-1 0,0-1 0,0-1 0,-1-1 0,0 0 0,0-1 0,-1-1 0,-1-1 0,27-25 0,-5 0 0,-3-2 0,35-48 0,-16 9 0,-3-2 0,-4-1 0,45-111 0,-42 70 0,56-224 0,-97 314 0,-4 19 0,0-1 0,-1 1 0,0-1 0,-1 0 0,-1-25 0,-14 69-1365,7-9-5461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30.7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142 0 24575,'-1'34'0,"-32"454"120,15-344-863,-48 192 1,42-248-6084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33.3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0 24575,'0'0'0,"0"0"0,-9 26 0,-110 357 0,98-298 0,4 0 0,-9 141 0,26-224 0,-1 29 0,0 0 0,6 40 0,-5-64 0,1 0 0,0 0 0,1-1 0,-1 1 0,1-1 0,0 1 0,1-1 0,0 0 0,0 0 0,0 0 0,1 0 0,0 0 0,0-1 0,0 0 0,1 0 0,-1 0 0,7 5 0,-6-8 0,0 0 0,0 1 0,1-2 0,-1 1 0,0 0 0,1-1 0,-1 0 0,1-1 0,0 1 0,-1-1 0,1 0 0,0 0 0,-1-1 0,1 0 0,-1 0 0,1 0 0,-1 0 0,1-1 0,-1 0 0,0 0 0,6-4 0,11-5 0,-1-1 0,0 0 0,28-24 0,-16 10 0,-1-2 0,-1-1 0,-2-1 0,-1-2 0,-1-1 0,-2 0 0,-1-2 0,19-40 0,-42 74 0,1-3 0,0 0 0,0 0 0,0 0 0,0-1 0,-1 1 0,0 0 0,0-1 0,0 1 0,0-1 0,-1-6 0,0 84 0,-2-22 0,1 10 0,-1-9 0,3-1 0,12 88 0,-12-135 0,0 0 0,0 0 0,0-1 0,0 1 0,1 0 0,-1 0 0,1 0 0,0-1 0,0 1 0,1-1 0,-1 0 0,1 0 0,2 3 0,-2-4 0,-1 0 0,1 0 0,-1-1 0,1 1 0,-1-1 0,1 0 0,0 0 0,0 0 0,0 0 0,0-1 0,-1 1 0,1-1 0,0 1 0,0-1 0,0 0 0,0 0 0,0 0 0,5-2 0,3 0 0,-1-1 0,1 0 0,0-1 0,-1 0 0,0-1 0,0 0 0,0 0 0,-1-1 0,1-1 0,10-9 0,4-6 0,0-1 0,26-34 0,-11 7 0,-2-2 0,-3-1 0,-2-2 0,-3-1 0,-2-1 0,-2-1 0,31-117 0,-49 140-1365,-7 29-5461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33.7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24575,'21'-3'0,"1"1"0,-1 0 0,1 2 0,0 1 0,0 0 0,0 1 0,0 2 0,24 6 0,-36-7 0,-1 0 0,0 1 0,-1 0 0,1 0 0,-1 0 0,1 1 0,-1 1 0,-1-1 0,1 1 0,-1 1 0,0-1 0,-1 1 0,1 0 0,-1 1 0,-1 0 0,1 0 0,-1 0 0,7 17 0,-6-7 0,-1 0 0,0 1 0,-2-1 0,0 1 0,-1 0 0,-1-1 0,-1 1 0,0 0 0,-2 0 0,-5 31 0,-3-4 0,-2-1 0,-2 0 0,-22 48 0,13-47 0,-34 55 0,20-38 0,37-63 0,0 1 0,0-1 0,-1 1 0,1-1 0,0 1 0,0-1 0,0 1 0,1-1 0,-1 1 0,0-1 0,0 1 0,0-1 0,0 0 0,0 1 0,1-1 0,-1 1 0,0-1 0,0 1 0,0-1 0,1 0 0,-1 1 0,0-1 0,1 0 0,-1 1 0,0-1 0,1 0 0,-1 1 0,1-1 0,-1 0 0,0 0 0,1 1 0,-1-1 0,1 0 0,-1 0 0,1 0 0,-1 0 0,1 0 0,22 8 0,-21-7 0,33 7 24,0-2 0,0 0 0,1-3 0,48-1 0,142-19-1509,-139 6-5341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34.3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0 246 24575,'4'2'0,"-1"0"0,0 0 0,0-1 0,1 1 0,-1-1 0,1 1 0,-1-1 0,1 0 0,-1 0 0,5 0 0,5 1 0,46 11 0,1-3 0,83 3 0,124-10 0,48-24 0,-253 12 0,0-2 0,-1-3 0,61-23 0,-117 35 0,1 0 0,-1 0 0,0 0 0,1 0 0,-1-1 0,6-4 0,-10 6 0,0 1 0,0-1 0,-1 0 0,1 0 0,0 0 0,0 1 0,-1-1 0,1 0 0,0 0 0,-1 0 0,1 0 0,-1 0 0,0 0 0,1 0 0,-1-1 0,0 1 0,1 0 0,-1 0 0,0 0 0,0 0 0,0 0 0,0 0 0,0-1 0,0 1 0,0 0 0,-1 0 0,1 0 0,0 0 0,-1 0 0,1 0 0,0 0 0,-1-1 0,-4-7 0,0 1 0,0 1 0,-1-1 0,0 1 0,0 0 0,-1 0 0,0 1 0,0 0 0,-15-10 0,-1 2 0,-1 0 0,-28-12 0,41 21 0,8 3 0,-1 0 0,0 0 0,-1 0 0,1 0 0,0 1 0,0-1 0,-1 1 0,1 0 0,-1 1 0,-7-1 0,31 24 0,11 5 0,51 37 0,-52-43 0,0 2 0,38 39 0,-64-60 0,-1 0 0,0 0 0,0 1 0,1-1 0,-2 1 0,1-1 0,0 1 0,-1-1 0,0 1 0,0 0 0,0 0 0,0 0 0,0 0 0,-1 6 0,0-2 0,-1-1 0,0 0 0,0 0 0,0 0 0,-1 0 0,0 0 0,-5 10 0,-5 7 0,-1-1 0,-1-1 0,-24 30 0,30-41 0,-73 88-1365,48-61-5461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34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0 191 24575,'2'2'0,"-1"0"0,1-1 0,-1 1 0,1 0 0,-1 0 0,0 0 0,0 0 0,0 1 0,1 2 0,2 4 0,23 55 0,-2 1 0,-3 1 0,-3 1 0,-2 1 0,-4 0 0,5 82 0,-18-150 0,0 1 0,0-1 0,0 1 0,0-1 0,1 1 0,-1 0 0,0-1 0,0 1 0,0-1 0,0 1 0,0-1 0,1 1 0,-1-1 0,0 0 0,1 1 0,-1-1 0,0 1 0,0-1 0,1 0 0,-1 1 0,1-1 0,-1 1 0,0-1 0,1 0 0,-1 0 0,1 1 0,-1-1 0,1 0 0,-1 0 0,1 1 0,-1-1 0,1 0 0,-1 0 0,1 0 0,-1 0 0,1 0 0,-1 0 0,1 0 0,-1 0 0,1 0 0,0 0 0,-1 0 0,1 0 0,-1 0 0,1-1 0,-1 1 0,1 0 0,-1 0 0,0-1 0,1 1 0,-1 0 0,1 0 0,-1-1 0,1 1 0,-1 0 0,0-1 0,1 0 0,31-25 0,-28 23 0,51-52 7,-2-2 0,52-74 0,82-141-74,-56 78-1252,-102 154-5507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35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577 1 24575,'3'1'0,"0"0"0,0 0 0,-1 1 0,1-1 0,0 1 0,-1 0 0,1-1 0,3 5 0,1 0 0,-2-3 0,-1 0 0,1 1 0,-1 0 0,0-1 0,0 1 0,0 1 0,-1-1 0,1 1 0,-1-1 0,0 1 0,-1 0 0,1 0 0,-1 0 0,0 0 0,3 11 0,-4-7 0,0-1 0,-1 0 0,0 0 0,0 1 0,-1-1 0,0 0 0,0 0 0,-1 0 0,0 0 0,-5 13 0,-7 11 0,0-1 0,-2-1 0,-1-1 0,-2 0 0,-43 52 0,6-19 0,-84 71 0,63-70 0,-160 101 0,236-164 0,1 0 0,0 0 0,0 0 0,0 0 0,-1 1 0,1-1 0,0 0 0,0 0 0,0 0 0,-1 0 0,1 1 0,0-1 0,0 0 0,0 0 0,0 0 0,-1 1 0,1-1 0,0 0 0,0 0 0,0 1 0,0-1 0,0 0 0,0 0 0,0 1 0,0-1 0,0 0 0,0 1 0,0-1 0,0 0 0,0 0 0,0 1 0,0-1 0,0 0 0,0 0 0,0 1 0,0-1 0,1 0 0,-1 0 0,0 0 0,0 1 0,0-1 0,0 0 0,0 0 0,1 1 0,-1-1 0,0 0 0,0 0 0,0 0 0,1 0 0,-1 1 0,0-1 0,0 0 0,0 0 0,1 0 0,-1 0 0,0 0 0,0 0 0,1 0 0,-1 0 0,0 0 0,1 0 0,-1 0 0,22 8 0,20 1 0,1-2 0,80 3 0,88-11 0,-198 0 0,387-32-1365,-337 23-5461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35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0 0,1 3 0,1 6 0,1 1-8191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59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70 24575,'11'4'0,"1"0"0,0 0 0,-1-1 0,2 0 0,-1-1 0,18 1 0,2 0 0,101 10 0,-1-5 0,200-15 0,265-61 0,-417 38-1365,-114 18-5461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59.5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0 24575,'0'0'0,"0"0"0,0 0 0,0 1 0,0 3 0,1 9 0,1 17 0,2 25 0,-1 29 0,0 27 0,-2 24 0,-1 20 0,-2 12 0,-1 4 0,-1-1 0,0-10 0,0-32-8191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7:00.2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236 482 24575,'0'0'0,"0"9"0,5 64 0,3 39 0,-8 144 0,-7-169 0,-24 107 0,20-148 0,-1-1 0,-3 0 0,-1-2 0,-23 45 0,34-79 0,3-4 0,0 0 0,0-1 0,-1 1 0,0-1 0,0 0 0,0 1 0,0-2 0,-1 1 0,1 0 0,-6 3 0,9-7 0,-1 0 0,1 0 0,-1 0 0,1-1 0,-1 1 0,1 0 0,-1-1 0,1 1 0,-1 0 0,1-1 0,-1 1 0,1 0 0,0-1 0,-1 1 0,1-1 0,0 1 0,-1-1 0,1 1 0,0-1 0,0 1 0,-1-1 0,1 1 0,0-1 0,0 1 0,0-1 0,0 0 0,-1 0 0,-8-28 0,2 0 0,0 0 0,2 0 0,1-1 0,0-32 0,2 28 0,-25-820 0,27 839 0,9-161 0,-7 159 0,1 1 0,0 0 0,1 1 0,1-1 0,1 1 0,0-1 0,0 2 0,15-23 0,-16 30 0,1 1 0,0-1 0,0 1 0,0 1 0,1-1 0,-1 1 0,1 1 0,1-1 0,-1 1 0,1 0 0,-1 1 0,1 0 0,0 0 0,0 0 0,1 1 0,-1 1 0,0-1 0,1 1 0,-1 1 0,1-1 0,-1 1 0,1 1 0,8 1 0,0 0 0,-1 1 0,1 1 0,-1 0 0,0 1 0,0 1 0,-1 0 0,1 1 0,-1 1 0,-1 0 0,25 19 0,-29-19 0,-1 0 0,0 1 0,0 1 0,-1-1 0,0 1 0,-1 1 0,0-1 0,-1 1 0,0 0 0,-1 1 0,0 0 0,0-1 0,-1 2 0,-1-1 0,0 0 0,-1 1 0,0-1 0,-1 17 0,-1-11 0,-1 1 0,-1 0 0,-1 0 0,0-1 0,-2 1 0,0-1 0,-1 0 0,-1 0 0,0-1 0,-2 0 0,-16 26 0,5-14 0,-2-1 0,-1-1 0,0-1 0,-3 0 0,0-2 0,-1-1 0,-1-2 0,-1 0 0,-1-2 0,-1-1 0,-47 19 0,47-26-1365,25-11-5461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7:00.7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296 4 24575,'0'0'0,"72"-2"0,-37 0 0,49 4 0,-72-1 0,1 1 0,0 1 0,-1 0 0,1 1 0,-1 0 0,0 0 0,16 10 0,-21-11 0,-1 1 0,1 0 0,-1 1 0,0 0 0,-1-1 0,1 2 0,-1-1 0,0 1 0,0 0 0,-1 0 0,1 0 0,-1 1 0,-1-1 0,1 1 0,-1 0 0,0 0 0,-1 0 0,3 10 0,-3-5 0,-1 1 0,0-1 0,-1 1 0,0 0 0,-1-1 0,0 1 0,-1-1 0,-1 0 0,1 0 0,-8 17 0,-6 12 0,-2 0 0,-2-2 0,-2-1 0,-1 0 0,-49 60 0,2-17 0,-97 88 0,-99 60 0,266-229 0,-1 0 0,1 0 0,0 0 0,0 1 0,-1-1 0,1 0 0,0 0 0,0 0 0,0 0 0,0 1 0,-1-1 0,1 0 0,0 0 0,0 0 0,0 1 0,0-1 0,0 0 0,0 0 0,0 0 0,0 1 0,-1-1 0,1 0 0,0 0 0,0 1 0,0-1 0,0 0 0,0 0 0,0 1 0,0-1 0,0 0 0,0 0 0,1 1 0,-1-1 0,0 0 0,0 0 0,0 1 0,0-1 0,0 0 0,0 0 0,0 0 0,1 1 0,-1-1 0,0 0 0,0 0 0,0 0 0,0 0 0,1 1 0,-1-1 0,0 0 0,0 0 0,0 0 0,1 0 0,-1 0 0,0 0 0,0 0 0,1 0 0,-1 1 0,0-1 0,0 0 0,0 0 0,1 0 0,-1 0 0,0 0 0,0 0 0,1 0 0,-1-1 0,24 5 0,16-3 0,-1-1 0,65-8 0,85-24 0,-141 23 0,303-62-1365,-185 35-5461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7:04.9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0 389 24575,'213'4'0,"-118"-5"0,198 2 0,377-3 0,-660 2 0,14-1 0,-23 1 0,-1 0 0,1-1 0,-1 1 0,0 0 0,1 0 0,-1 0 0,1-1 0,-1 1 0,0 0 0,1-1 0,-1 1 0,0 0 0,1-1 0,-1 1 0,0-1 0,1 1 0,-1 0 0,0-1 0,0 1 0,0-1 0,1 1 0,-1-1 0,0 1 0,0-1 0,0 1 0,0 0 0,0-1 0,0 1 0,0-1 0,0 1 0,0-1 0,0 1 0,0-1 0,0 1 0,0-1 0,0 1 0,-1-1 0,1 1 0,0-1 0,0 1 0,-1-1 0,-3-7 0,0 0 0,0 0 0,-1 0 0,0 1 0,0-1 0,-1 1 0,-9-9 0,-52-42 0,64 56 0,-40-30 0,-1 2 0,-1 2 0,-2 1 0,-1 3 0,0 3 0,-2 1 0,0 2 0,-1 3 0,-60-10 0,88 23 0,30 8 0,42 13 0,-40-15 0,112 40 0,-53-21 0,123 60 0,-186-80 0,0 0 0,0-1 0,0 1 0,-1 1 0,1-1 0,-1 1 0,0 0 0,0 0 0,0 0 0,0 0 0,0 1 0,-1-1 0,0 1 0,0 0 0,-1 0 0,1 0 0,-1 1 0,0-1 0,0 1 0,-1-1 0,0 1 0,0-1 0,0 1 0,0 0 0,-1-1 0,0 1 0,0 0 0,-1-1 0,0 1 0,0 0 0,0-1 0,-4 11 0,-4 10 0,-2-1 0,-1 0 0,-1 0 0,-1-2 0,-1 1 0,-1-2 0,-23 25 0,-15 12 0,-73 61 0,18-32-1365,91-75-5461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7:05.6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24575,'9'34'0,"42"146"0,46 147 0,21-10 0,-116-313 0,7 17 0,22 36 0,-30-57 0,0 1 0,-1-1 0,1 0 0,0 1 0,0-1 0,0 0 0,-1 0 0,1 1 0,0-1 0,0 0 0,0 0 0,0 0 0,0 0 0,0 0 0,-1 0 0,1 0 0,0-1 0,0 1 0,0 0 0,0 0 0,0-1 0,-1 1 0,1 0 0,0-1 0,0 1 0,-1-1 0,1 1 0,0-1 0,-1 1 0,2-2 0,23-17 0,-6 0 0,-1-1 0,-1 0 0,0-1 0,-2-1 0,16-29 0,52-123 0,18-88 0,-83 202 0,-3 0 0,12-95 0,-27 147-36,0 8-17,0-1 0,0 1 0,0-1-1,0 1 1,0-1 0,0 1 0,0-1 0,0 1 0,0-1-1,1 1 1,-1-1 0,0 1 0,0 0 0,0-1 0,0 1-1,1-1 1,-1 1 0,0-1 0,0 1 0,1 0 0,-1-1-1,0 1 1,1 0 0,-1-1 0,6-3-6773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7:06.4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263 0 24575,'-1'22'0,"-2"0"0,0 0 0,-2 0 0,-8 24 0,3-8 0,-38 134-682,-116 279-1,148-417-6143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7:06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0 0,0 3 0,2 6 0,2 15 0,4 20 0,2 18 0,4 19 0,3 14 0,6 11 0,-2-12-8191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7:07.5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1 325 24575,'32'1'0,"-11"-2"0,1150 35 0,-1106-30 0,171 2 0,-233-6 0,0-1 0,1 1 0,-1 0 0,0-1 0,1 0 0,-1 1 0,0-1 0,0-1 0,0 1 0,0 0 0,0-1 0,4-2 0,-6 3 0,0 0 0,-1 0 0,1 0 0,0-1 0,-1 1 0,1 0 0,-1 0 0,1-1 0,-1 1 0,0 0 0,1-1 0,-1 1 0,0 0 0,0-1 0,0 1 0,0 0 0,0-1 0,0 1 0,-1-1 0,1 1 0,0 0 0,-1 0 0,1-1 0,-1 1 0,1 0 0,-1 0 0,1-1 0,-1 1 0,0 0 0,0 0 0,0 0 0,-1-1 0,-10-15 0,0 1 0,-2 1 0,0 1 0,0 0 0,-1 0 0,-22-14 0,-108-64 0,133 85 0,-18-11 0,11 5 0,-1 1 0,-1 1 0,0 0 0,-1 2 0,-41-13 0,96 55 0,37 22 0,-46-38 0,0 1 0,-2 1 0,0 1 0,-1 1 0,27 35 0,-43-49 10,-1 1 0,0-1 0,-1 1 0,1 0-1,-2 0 1,1 0 0,-1 1 0,0-1 0,-1 0-1,0 1 1,0 15 0,-1-8-257,-2-1 0,0 1 0,-1-1-1,0 0 1,-8 22 0,-13 24-6579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7:07.9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0 111 24575,'12'22'0,"-4"-9"0,23 52 0,-3 1 0,35 129 0,13 145 0,-71-316 0,0 11 0,-4-26 0,0 0 0,1 0 0,0-1 0,0 1 0,5 12 0,-6-21 0,-1 1 0,0-1 0,0 0 0,0 1 0,1-1 0,-1 0 0,0 0 0,0 1 0,1-1 0,-1 0 0,0 0 0,0 1 0,1-1 0,-1 0 0,0 0 0,1 0 0,-1 0 0,0 0 0,1 1 0,-1-1 0,1 0 0,-1 0 0,0 0 0,1 0 0,-1 0 0,0 0 0,1 0 0,-1 0 0,0 0 0,1 0 0,-1-1 0,1 1 0,-1 0 0,0 0 0,1 0 0,-1 0 0,0 0 0,0-1 0,1 1 0,-1 0 0,1-1 0,14-11 0,-14 10 0,26-26 0,-2-1 0,-2-1 0,27-44 0,52-107 0,-90 157 0,158-344 0,-101 206 0,-61 145-1365,-3 7-5461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7:08.3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24575,'0'0'0,"23"27"0,35 17 0,-42-34 0,-1 1 0,-1 0 0,0 1 0,15 17 0,-25-25 0,-1 1 0,0-1 0,1 1 0,-2 0 0,1 0 0,-1 0 0,1 1 0,-1-1 0,-1 0 0,1 1 0,-1 0 0,0-1 0,0 1 0,-1 0 0,0-1 0,0 1 0,-1 11 0,-4 7 0,0 0 0,-2-1 0,-1 1 0,-1-2 0,-19 39 0,-71 101 0,98-162 0,1 0 0,0 1 0,-1-1 0,1 0 0,0 1 0,0-1 0,-1 1 0,1-1 0,0 0 0,0 1 0,0-1 0,0 1 0,-1-1 0,1 1 0,0-1 0,0 0 0,0 1 0,0-1 0,0 1 0,0-1 0,0 1 0,0-1 0,0 1 0,0-1 0,0 1 0,1-1 0,-1 0 0,0 1 0,0-1 0,0 1 0,0-1 0,1 0 0,-1 1 0,0-1 0,1 1 0,-1-1 0,0 0 0,0 0 0,1 1 0,-1-1 0,1 0 0,0 1 0,22 5 0,-22-6 0,42 5 0,0-3 0,0-1 0,0-3 0,0-1 0,0-2 0,-1-2 0,67-20 0,-6-10-1365,-11-3-5461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7:08.6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24575,'0'0'0,"0"0"0,1 1 0,-1 1 0,6 9 0,10 18 0,11 23 0,16 27 0,13 23 0,10 17 0,6 8 0,2 3 0,-12-21-8191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55.7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3 264 24575,'0'0'0,"-3"3"0,11 1 0,52 10 0,1-3 0,79 4 0,127-7 0,-216-7 0,270-4 0,72 3 0,-391 0 0,-1 0 0,1 0 0,-1 0 0,1 0 0,0 0 0,-1 0 0,1 0 0,0 0 0,-1 0 0,1-1 0,-1 1 0,4-2 0,-5 1 0,-1 0 0,1 0 0,0 0 0,-1 0 0,1 0 0,-1 0 0,1 0 0,-1 0 0,1 0 0,-1 0 0,0 0 0,1 1 0,-1-1 0,0 0 0,-2-1 0,-7-10 0,-43-50 0,-2 2 0,-126-103 0,190 168 0,-1-1 0,1 1 0,0-1 0,0-1 0,10 3 0,18 7 0,-17-5 0,0 2 0,-1 0 0,1 2 0,-2 0 0,30 25 0,-42-32 0,-1 1 0,0-1 0,0 1 0,0 0 0,-1 1 0,0-1 0,0 1 0,-1-1 0,3 8 0,-5-9 0,1 0 0,-1 0 0,0 0 0,-1 0 0,1 0 0,-1 1 0,0-1 0,0 0 0,-1 0 0,1 0 0,-1 0 0,0 0 0,-1 0 0,-2 8 0,-6 7 7,0-1 0,-1 0 0,0 0 0,-2-1 1,0-1-1,-1 0 0,-1-1 0,-1 0 0,-33 26 0,-13 2-255,-102 56 1,86-54-694,60-36-5885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56.6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237 1 24575,'0'0'0,"11"189"0,-16-56 0,-6 0 0,-32 154 0,-83 257 0,119-519-98,-10 36-324,4 1-1,-11 108 1,23-142-6404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57.7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 1 24575,'0'14'0,"-5"216"0,-11 0 0,-69 348 0,45-365-1365,36-182-5461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58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1 161 24575,'11'-17'0,"3"6"0,0 0 0,1 2 0,0-1 0,0 2 0,1 0 0,28-10 0,3 3 0,55-10 0,-45 14 0,0 3 0,109-2 0,-127 11 0,0 1 0,0 2 0,0 2 0,-1 1 0,46 16 0,-73-20 0,0 1 0,0 1 0,0 0 0,0 1 0,-1 0 0,0 0 0,-1 1 0,1 0 0,12 14 0,-18-17 0,0 1 0,0 0 0,-1 0 0,0 0 0,0 1 0,0-1 0,-1 1 0,0-1 0,0 1 0,0 0 0,-1 0 0,0 0 0,0 0 0,0 0 0,-1 0 0,0 0 0,0 0 0,0 0 0,-1 0 0,-2 9 0,-2 4 0,-1-1 0,-1 1 0,0-1 0,-2-1 0,0 1 0,-1-2 0,0 1 0,-19 20 0,-5 3 0,-75 69 0,47-57 0,-1-3 0,-3-3 0,-1-3 0,-2-2 0,-2-4 0,-2-3 0,-152 50 0,189-77-1365,29-6-5461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6:58.5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257 0 24575,'0'0'0,"-1"2"0,0 5 0,-4 17 0,-5 24 0,-9 31 0,-7 28 0,-8 22 0,-5 17 0,-3 7 0,-1 2 0,7-25-8191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9:00.1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2453 617 24575,'-266'-56'0,"-420"-34"0,530 77 0,-208 10 0,302 6 0,1 4 0,0 2 0,0 3 0,1 2 0,0 3 0,-80 36 0,118-42 0,0 1 0,1 2 0,0 0 0,1 1 0,1 1 0,0 1 0,2 0 0,-20 24 0,3 3 0,2 1 0,-42 79 0,51-80 0,3 1 0,1 1 0,2 0 0,2 2 0,3 0 0,1 0 0,3 1 0,1 1 0,3-1 0,2 1 0,6 64 0,-1-87 0,1-1 0,2 1 0,0-1 0,2 0 0,15 34 0,67 119 0,-13-30 0,84 199 0,-134-289 0,2-2 0,63 91 0,-71-122 0,1-1 0,1-1 0,2-2 0,0 0 0,1-2 0,1 0 0,0-2 0,61 29 0,11-4 0,146 42 0,-204-71 0,55 13 0,1-4 0,1-4 0,150 9 0,301-18 0,-420-11 0,-79 2 0,0-3 0,-1-1 0,1-3 0,-1-2 0,54-16 0,393-185 0,-263 103 0,60-38 0,-223 103 0,128-98 0,-178 123 0,-1-1 0,24-28 0,-37 38 0,0 0 0,-1 0 0,0-1 0,0 0 0,-1 0 0,0 0 0,-1 0 0,0-1 0,0 0 0,2-12 0,-2-5 0,-2 0 0,0 0 0,-2 0 0,-1 0 0,-1 0 0,-1 0 0,-1 1 0,-11-32 0,-10-17 0,-51-102 0,-29-30-178,-8 5-1,-10 5 1,-8 6-1,-172-191 1,228 294 171,-164-145 1,201 201 5,-2 1 0,0 2-1,-2 2 1,-1 1 0,-1 3 0,-92-32-1,35 26-13,-2 5-1,0 4 0,-1 5 1,-205-1-1,84 23 503,-283 47 0,284-31-351,-2 1-1619,198-20-5343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9:02.3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1607 298 24575,'-86'21'0,"25"-9"0,-34 15 0,2 4 0,2 4 0,0 4 0,3 4 0,-106 70 0,154-85 0,1 2 0,1 1 0,2 2 0,-53 63 0,33-26 0,-78 127 0,84-109 0,4 3 0,4 2 0,4 2 0,-42 162 0,43-94 0,7 0 0,-10 183 0,28-51 0,13-224 0,3 0 0,17 82 0,0-70 0,4-1 0,68 151 0,-88-221 0,27 53 0,4-1 0,77 103 0,-35-54 0,-58-82 0,2-1 0,1-1 0,1 0 0,2-2 0,0-1 0,2-2 0,1 0 0,62 38 0,-31-31 0,1-2 0,1-3 0,118 32 0,-63-31 0,152 16 0,-140-32 0,1-5 0,-1-7 0,206-26 0,372-110 0,-632 118 0,-1-3 0,123-54 0,-156 56 0,0-3 0,-1-1 0,-1-1 0,-1-3 0,61-57 0,-14-7 0,-4-2 0,82-128 0,-122 158 0,-2-2 0,-3-2 0,48-130 0,-70 154 0,-2 0 0,-1-1 0,-3 0 0,3-50 0,-6 10 0,-10-111 0,1 152 0,-3 0 0,-1 1 0,-2 0 0,-2 1 0,-34-77 0,-115-192 0,154 299 0,-484-832 0,454 786 0,-3 1 0,-2 2 0,-3 3 0,-2 1 0,-2 2 0,-2 2 0,-93-65 0,24 33 0,-4 5 0,-213-93 0,275 139 0,9 3 0,-1 2 0,-98-27 0,78 34 0,-1 3 0,1 4 0,-2 2 0,1 4 0,-1 4 0,-125 16 0,-60 29 0,217-35 0,0 1 0,1 3 0,-76 36 0,75-25 0,-44 34 0,17-11 0,63-43-136,0 0-1,1 0 1,0 0-1,0 1 1,1 0-1,0 0 1,0 1-1,0 0 0,-5 10 1,3-4-6690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9:08.2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292 874 24575,'-17'-1'0,"0"-1"0,-23-5 0,-12-2 0,29 7 0,9 0 0,0 0 0,0 2 0,0-1 0,-15 3 0,27-2 0,-1 0 0,1 0 0,0 1 0,-1-1 0,1 1 0,0 0 0,-1 0 0,1 0 0,0 0 0,0 0 0,0 0 0,0 0 0,0 1 0,0-1 0,0 1 0,0-1 0,0 1 0,1 0 0,-1 0 0,1 0 0,-1 0 0,1 0 0,0 0 0,0 0 0,0 0 0,0 1 0,0-1 0,0 0 0,0 4 0,-2 20 0,2 0 0,1 0 0,4 40 0,0-13 0,-2 1 0,14 135 0,-13-171 0,0-1 0,1 0 0,1 0 0,1-1 0,0 1 0,1-1 0,1-1 0,16 25 0,-19-34 0,0 0 0,0 0 0,1 0 0,-1-1 0,1 0 0,1 0 0,-1-1 0,1 1 0,-1-1 0,14 5 0,-17-8 0,1 1 0,0-1 0,0 0 0,0 0 0,0-1 0,0 1 0,0-1 0,0 0 0,0 0 0,0 0 0,0 0 0,0-1 0,0 0 0,0 0 0,0 0 0,0 0 0,-1 0 0,1-1 0,0 0 0,-1 0 0,1 0 0,4-4 0,6-5 0,-1-1 0,0-1 0,-1 1 0,-1-2 0,0 0 0,-1 0 0,-1-1 0,14-27 0,-13 17 0,0 1 0,-2-2 0,-1 1 0,-1-1 0,3-32 0,-4 0 0,-3-1 0,-3 1 0,-3 0 0,-16-94 0,-74-249 0,38 180 0,42 155 0,-18-63 0,32 127 0,0 1 0,0-1 0,-1 0 0,1 1 0,-1-1 0,0 1 0,1 0 0,-1-1 0,0 1 0,0-1 0,0 1 0,0 0 0,0 0 0,-1-2 0,1 3 0,1 1 0,-1-1 0,1 1 0,-1-1 0,1 1 0,-1-1 0,1 1 0,0-1 0,-1 1 0,1-1 0,0 1 0,0-1 0,-1 1 0,1 0 0,0-1 0,0 1 0,0-1 0,0 1 0,0 0 0,0-1 0,0 1 0,0 0 0,0 0 0,-2 58 0,6 24 0,22 118 0,32 81 0,-40-201 0,-13-56 0,88 363 0,-66-298 0,3 0 0,53 104 0,-37-83 0,-32-72 0,26 47 0,-33-73 0,0-1 0,1 0 0,1 0 0,0-1 0,0 0 0,1-1 0,18 15 0,-19-19 0,-1 0 0,1 0 0,-1-1 0,1 0 0,1-1 0,-1 0 0,1 0 0,0-1 0,0 0 0,0-1 0,0 0 0,0-1 0,0 0 0,0 0 0,1-1 0,-1 0 0,0-1 0,0 0 0,0-1 0,1 0 0,-2-1 0,1 0 0,0 0 0,-1-1 0,15-8 0,11-9 0,0-1 0,-2-2 0,59-54 0,-12 9 0,51-45-1365,-120 105-5461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29:11.7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405 649 24575,'-23'-1'0,"1"2"0,0 1 0,-1 0 0,-33 10 0,46-10 0,1 2 0,0 0 0,0 0 0,0 0 0,0 1 0,1 0 0,-1 1 0,1 0 0,1 1 0,-1-1 0,1 1 0,-10 13 0,-9 12 0,2 2 0,-22 40 0,39-61 0,0 1 0,2 0 0,-1 0 0,2 0 0,0 0 0,1 1 0,0 0 0,1-1 0,0 21 0,7 169 0,-5-199 0,0 0 0,0 0 0,1-1 0,-1 1 0,1 0 0,1 0 0,-1-1 0,1 1 0,-1-1 0,1 1 0,1-1 0,-1 0 0,0 1 0,1-1 0,0-1 0,0 1 0,0 0 0,1-1 0,4 5 0,-1-4 0,0 1 0,0-1 0,0-1 0,1 1 0,0-1 0,-1 0 0,1-1 0,0 0 0,0 0 0,14 1 0,-3-1 0,1 0 0,-1-2 0,1 0 0,0-1 0,28-5 0,-40 4 0,0 0 0,0 0 0,0-1 0,0 0 0,-1-1 0,0 1 0,0-1 0,0-1 0,0 1 0,0-1 0,-1-1 0,0 1 0,0-1 0,0 0 0,8-13 0,5-11 0,-2 0 0,-1-2 0,21-56 0,21-106 0,-47 149 0,-1 0 0,-3-1 0,-2 1 0,-1-1 0,-3 0 0,-1 0 0,-3 0 0,-2 0 0,-1 0 0,-3 1 0,-20-64 0,-73-178 0,91 267 0,11 20 0,-1 0 0,1 0 0,0 0 0,0-1 0,0 1 0,-1 0 0,1 0 0,0 0 0,0 0 0,-1-1 0,1 1 0,0 0 0,-1 0 0,1 0 0,0 0 0,0 0 0,-1 0 0,1 0 0,0 0 0,-1 0 0,1 0 0,0 0 0,-1 0 0,1 0 0,0 0 0,0 0 0,-1 0 0,1 0 0,0 0 0,-1 1 0,1-1 0,0 0 0,0 0 0,-1 0 0,0 3 0,-1-1 0,1 0 0,0 1 0,0-1 0,0 1 0,0-1 0,0 1 0,0 0 0,1-1 0,-1 1 0,1 0 0,0-1 0,0 5 0,0 36 0,1 0 0,10 59 0,25 87 0,2-46 0,77 191 0,-86-258 0,52 145 0,-78-212 0,1 0 0,1-1 0,0 0 0,0 0 0,0 0 0,1 0 0,0-1 0,0 0 0,1 0 0,0 0 0,0-1 0,1 0 0,0-1 0,0 0 0,0 0 0,0-1 0,1 1 0,0-2 0,0 1 0,0-2 0,0 1 0,0-1 0,16 2 0,49-2 0,134-11 0,-196 7-227,0 0-1,0-1 1,0 0-1,-1-1 1,13-6-1,-7 2-6598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31:24.1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819 145 24575,'-15'-16'0,"12"13"0,-7-11 0,-2 1 0,0 1 0,0 0 0,-2 1 0,-22-17 0,27 23 0,0 0 0,-1 1 0,1 0 0,-1 0 0,0 1 0,0 0 0,0 1 0,0 0 0,0 0 0,-21 1 0,13 1 0,-1 2 0,1 0 0,-1 1 0,1 0 0,0 2 0,0 0 0,1 1 0,-23 11 0,17-5 0,1 1 0,0 1 0,0 1 0,2 1 0,-30 28 0,26-19 0,1 2 0,1 0 0,1 2 0,1 0 0,2 1 0,1 1 0,1 0 0,2 1 0,-12 39 0,18-39 0,0 1 0,2-1 0,2 1 0,0 0 0,3 1 0,4 59 0,-1-70 0,1 0 0,2 0 0,0 0 0,1-1 0,1 1 0,2-2 0,0 1 0,1-1 0,1-1 0,21 30 0,-28-44 0,1 1 0,0-2 0,0 1 0,0 0 0,1-1 0,0 0 0,0-1 0,1 1 0,-1-1 0,1 0 0,0-1 0,0 0 0,0 0 0,9 3 0,-10-5 0,1-1 0,-1 1 0,0-1 0,0 0 0,0 0 0,0-1 0,0 0 0,0 0 0,0-1 0,0 1 0,0-1 0,0 0 0,0-1 0,-1 1 0,1-1 0,-1-1 0,0 1 0,6-5 0,9-9 0,-1 0 0,-1-1 0,-1-1 0,0-1 0,-2 0 0,23-38 0,62-143 0,-40 54 0,-7-2 0,41-184 0,-94 334 0,0-1 0,0 0 0,1 0 0,-1 0 0,0 0 0,0 0 0,0 1 0,0-1 0,0 0 0,1 0 0,-1 0 0,0 0 0,0 0 0,0 0 0,0 0 0,1 0 0,-1 0 0,0 0 0,0 0 0,0 0 0,1 0 0,-1 0 0,0 0 0,0 0 0,0 0 0,1 0 0,-1 0 0,0 0 0,0 0 0,0 0 0,0 0 0,1 0 0,-1 0 0,0 0 0,0-1 0,0 1 0,0 0 0,1 0 0,-1 0 0,0 0 0,0 0 0,0 0 0,0-1 0,0 1 0,0 0 0,0 0 0,1 0 0,-1 0 0,0-1 0,0 1 0,0 0 0,0 0 0,0-1 0,8 26 0,-7-18 0,20 82 0,10 97 0,2 13 0,-24-156 0,3-1 0,25 65 0,-30-91 12,1-1 0,0 0 0,0-1 0,2 1 0,0-2 0,0 1 0,1-1 0,1-1 0,16 14 0,-16-18-136,-1 1 0,2-2 1,-1 0-1,1 0 0,0-1 0,0-1 1,1 0-1,-1-1 0,1 0 0,0-1 1,16 1-1,42 1-6702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31:24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270 0 24575,'-5'17'0,"-30"109"0,-29 192 0,46-212 0,-12 72-65,-67 296-1235,77-408-5526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31:25.0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904 270 24575,'0'0'0,"-7"-13"0,-7-7 0,-1 1 0,-1 0 0,-1 2 0,0 0 0,-2 0 0,0 2 0,0 0 0,-1 1 0,-29-14 0,25 16 0,-1 0 0,-1 2 0,0 0 0,0 2 0,0 1 0,-1 1 0,0 2 0,-31-2 0,45 5 0,1 1 0,-1 1 0,0 0 0,0 1 0,1 0 0,-1 1 0,1 1 0,0 0 0,0 0 0,0 1 0,0 1 0,-15 9 0,13-5 0,1 0 0,1 1 0,-1 0 0,2 1 0,0 1 0,0 0 0,1 0 0,0 1 0,-8 17 0,-2 9 0,1 1 0,3 1 0,1 1 0,2 0 0,2 1 0,-9 74 0,10-14 0,7 186 0,18-76 0,10-1 0,9-2 0,98 332 0,-127-525 0,72 216 0,-65-205 0,1-1 0,1-1 0,1 0 0,1-1 0,38 46 0,-44-61 10,1-1 0,0 0 0,0-1-1,1-1 1,0 1 0,1-2 0,-1 0-1,2 0 1,-1-1 0,1-1 0,15 5 0,-4-5-258,0 0 1,0-1 0,1-2 0,-1 0 0,37-3 0,46-9-6579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31:26.9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363 753 24575,'0'0'0,"0"0"0,0 0 0,0 0 0,0 0 0,0 0 0,0 0 0,0 0 0,0 0 0,0 0 0,0 0 0,1-25 0,3-16 0,37-282 0,-39 338 0,2-1 0,-1 0 0,2-1 0,6 14 0,-7-16 0,1 0 0,1-1 0,0 0 0,0 0 0,1-1 0,0 1 0,1-1 0,0-1 0,0 0 0,1 0 0,0 0 0,0-1 0,1-1 0,0 0 0,0 0 0,1-1 0,-1 0 0,1 0 0,0-2 0,18 5 0,-24-7 0,1-1 0,-1 0 0,0 0 0,0-1 0,0 1 0,1-1 0,-1 0 0,0-1 0,0 1 0,0-1 0,-1 0 0,1 0 0,0 0 0,-1-1 0,1 0 0,-1 0 0,0 0 0,0 0 0,0-1 0,0 1 0,-1-1 0,1 0 0,4-9 0,0 2 0,0-1 0,-1 0 0,-1-1 0,0 1 0,-1-1 0,0-1 0,5-24 0,-7 20 0,-1-1 0,-1 1 0,0-1 0,-1 1 0,-1-1 0,-1 1 0,-1-1 0,0 1 0,-1 0 0,-1 0 0,-1 0 0,-1 1 0,-13-27 0,14 34 0,0 0 0,0 0 0,-1 0 0,0 1 0,-1 0 0,0 1 0,0-1 0,-1 1 0,0 1 0,-1 0 0,1 0 0,-1 1 0,-1 0 0,1 1 0,-1 0 0,0 1 0,0 0 0,0 0 0,-1 1 0,1 1 0,-1 0 0,-15-1 0,8 3 0,0 1 0,0 0 0,0 1 0,0 2 0,1-1 0,-1 2 0,1 1 0,0 0 0,1 1 0,0 1 0,-24 14 0,21-9 0,0 1 0,0 1 0,2 1 0,0 1 0,1 0 0,0 2 0,2-1 0,-19 30 0,19-24 0,2 1 0,0 0 0,2 1 0,0 1 0,2-1 0,1 1 0,-5 33 0,9-37 0,2 0 0,0 0 0,1 1 0,2-1 0,0 0 0,1 0 0,2 0 0,11 42 0,-11-53 0,0 0 0,1-1 0,0 1 0,1-1 0,0 0 0,1 0 0,0-1 0,1 0 0,8 9 0,-11-14 0,1 0 0,-1-1 0,1 1 0,0-1 0,0-1 0,0 1 0,0-1 0,1 0 0,-1 0 0,1-1 0,0 0 0,0 0 0,0-1 0,0 0 0,0 0 0,0 0 0,10-1 0,3-2 0,-1-1 0,0-1 0,1-1 0,-2 0 0,1-1 0,-1-1 0,0-1 0,0-1 0,18-11 0,3-5 0,-1-1 0,59-55 0,-82 67 0,-3 5 0,-1-1 0,0-1 0,-1 0 0,0 0 0,-1-1 0,13-22 0,-20 35 0,0-1 0,0 1 0,1 0 0,-2 0 0,1 0 0,0 0 0,0 0 0,0 0 0,0 1 0,-1-1 0,1 0 0,-1 1 0,3 2 0,-3-3 0,47 47-6,50 65 0,-54-59 49,61 57-1,-89-97-201,0 0-1,1-1 0,0-1 0,1 0 0,1-2 0,-1 0 1,2-1-1,24 8 0,8-2-6666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31:27.3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217 0 24575,'6'2'0,"-1"0"0,1 1 0,-1-1 0,0 1 0,0 0 0,0 1 0,0-1 0,0 1 0,-1 0 0,1 0 0,-1 1 0,0-1 0,0 1 0,-1 0 0,0 0 0,0 0 0,0 0 0,0 1 0,2 7 0,1 3 0,0 1 0,-2-1 0,0 1 0,-1 0 0,2 26 0,-4-8 0,-2 1 0,-2-1 0,-1 0 0,-1-1 0,-3 1 0,0-1 0,-2 0 0,-20 43 0,4-18 0,-3-2 0,-2-2 0,-66 89 0,82-123 0,10-12 0,-1-1 0,1-1 0,-1 1 0,-1-1 0,0 0 0,0 0 0,0-1 0,-9 7 0,19-14 0,1 0 0,-1 1 0,0 0 0,1 0 0,-1 0 0,1 0 0,5 1 0,10 1 0,60-3-682,150-20-1,-144 7-6143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31:28.1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935 328 24575,'1'-43'0,"0"17"0,-1 0 0,-1 0 0,-6-30 0,5 48 0,0 0 0,0 0 0,-1 0 0,0 1 0,0-1 0,-1 1 0,1 0 0,-2 0 0,1 0 0,-1 0 0,0 1 0,-1 0 0,1 0 0,-11-8 0,10 10 0,0 0 0,0 0 0,-1 0 0,0 1 0,1 0 0,-1 0 0,-1 0 0,1 1 0,0 0 0,0 1 0,-12-2 0,6 3 0,0 0 0,-1 0 0,1 1 0,0 1 0,-26 6 0,7 2 0,0 2 0,1 1 0,0 1 0,-37 24 0,27-12 0,0 2 0,2 2 0,1 1 0,2 2 0,1 2 0,-55 70 0,72-81 0,1 1 0,1 1 0,1 0 0,1 1 0,2 0 0,0 1 0,2 1 0,1 0 0,2 0 0,0 1 0,2-1 0,-1 40 0,6-58 0,0 0 0,1-1 0,0 1 0,0 0 0,2-1 0,-1 1 0,1-1 0,6 13 0,-7-18 0,1-1 0,-1 1 0,1-1 0,0 0 0,0 0 0,0 0 0,1 0 0,0 0 0,-1-1 0,1 1 0,1-1 0,-1 0 0,0 0 0,1-1 0,-1 0 0,1 1 0,0-1 0,0-1 0,5 2 0,3-1 0,-1 0 0,1-1 0,0-1 0,0 0 0,0-1 0,0 0 0,-1-1 0,1 0 0,0-1 0,-1 0 0,0-1 0,13-6 0,13-7 0,-1-2 0,51-34 0,-15 1 0,-2-3 0,-2-3 0,-4-3 0,-2-3 0,-3-3 0,-2-2 0,80-128 0,-104 139 0,-42 122 0,2-1 0,4 1 0,2-1 0,17 126 0,-11-162 0,1-1 0,0 1 0,2-1 0,1-1 0,26 46 0,-25-52 0,1-1 0,1-1 0,1 0 0,1-1 0,0-1 0,1 0 0,0-1 0,26 17 0,-10-12-151,1-2-1,0-1 0,1-1 0,1-2 1,1-2-1,-1-1 0,2-2 1,47 5-1,0-3-6674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31:28.5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24575,'6'3'0,"-1"-1"0,0 0 0,0-1 0,0 1 0,1-1 0,-1 0 0,1-1 0,-1 1 0,8-1 0,9 2 0,55 6 0,-32-4 0,0 2 0,53 13 0,-93-17 0,0-1 0,0 1 0,0-1 0,-1 1 0,1 1 0,0-1 0,-1 1 0,0-1 0,0 1 0,1 1 0,-2-1 0,1 1 0,0-1 0,-1 1 0,1 0 0,-1 0 0,0 0 0,-1 1 0,1-1 0,-1 1 0,0 0 0,0-1 0,0 1 0,-1 0 0,1 0 0,-1 0 0,0 0 0,-1 0 0,1 0 0,-1 6 0,0 11 0,-2 0 0,0 0 0,-1 0 0,-1-1 0,-11 37 0,-49 105 0,29-79 0,32-77 0,1 1 0,0-1 0,0 1 0,0-1 0,1 1 0,0-1 0,1 1 0,-1 0 0,2-1 0,-1 1 0,1 0 0,1 7 0,2-2 0,0-1 0,1 0 0,0 0 0,1 0 0,0-1 0,10 14 0,60 75 0,-53-72 0,-1 1 0,-1 1 0,22 41 0,-41-66 0,1 0 0,-1 1 0,0-1 0,-1 0 0,1 1 0,-1-1 0,0 1 0,-1-1 0,1 1 0,-1 0 0,0-1 0,0 1 0,-1-1 0,0 1 0,0-1 0,-2 7 0,1-5 0,-2 0 0,1-1 0,-1 1 0,1-1 0,-2 1 0,1-1 0,-1-1 0,0 1 0,0-1 0,-11 9 0,-3 0 0,0-2 0,-1 0 0,-1-1 0,0 0 0,0-2 0,-39 11 0,25-10-273,-1-1 0,-1-2 0,0-2 0,-53 1 0,57-6-6553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31:28.8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24575,'0'0'0,"4"2"0,11 2 0,20 2 0,5-1-8191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31:28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40 24575,'0'0'0,"2"0"0,5-2 0,21-2 0,35-2 0,43-3 0,37-1 0,-5 1-8191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31:29.0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 24575,'0'0'0,"3"0"0,6-1 0,20 0 0,28-2 0,4-1-8191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31:29.1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24575,'0'0'0,"3"1"0,9 0 0,21-1 0,5-1-8191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31:29.9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1760 218 24575,'-14'-26'0,"3"12"0,0 1 0,0 0 0,-2 1 0,1 0 0,-1 1 0,-1 0 0,0 2 0,0-1 0,-1 2 0,-1-1 0,-18-6 0,4 4 0,0 1 0,0 1 0,0 2 0,-1 1 0,-41-3 0,29 7 0,0 2 0,1 2 0,-1 1 0,1 2 0,0 3 0,-81 24 0,72-14 0,1 3 0,1 1 0,0 3 0,2 2 0,-45 34 0,31-14 0,2 3 0,2 3 0,3 2 0,2 2 0,2 2 0,4 3 0,-77 130 0,102-153 0,2 1 0,1 1 0,2 0 0,2 2 0,-15 75 0,25-92 0,1 0 0,1 0 0,1 1 0,2-1 0,0 1 0,2-1 0,1 0 0,1 0 0,1 0 0,16 44 0,-16-57 0,-1-1 0,1 0 0,1 0 0,0 0 0,15 17 0,-17-24 0,0 0 0,0 0 0,0 0 0,1-1 0,-1 0 0,1 0 0,0 0 0,1-1 0,-1 0 0,0 0 0,1-1 0,12 4 0,-5-4 0,1 0 0,0-1 0,0 0 0,0-1 0,0-1 0,0 0 0,16-4 0,11-5 0,51-18 0,-36 6 0,-2-2 0,0-3 0,-2-2 0,-2-3 0,0-1 0,79-70 0,-36 16 0,-3-5 0,88-114 0,-93 97 0,-5-4 0,-4-3 0,90-186 0,-159 285 0,-2 6 0,-1 0 0,0-1 0,-1 0 0,0 0 0,3-18 0,-7 30 0,0 0 0,0 0 0,0 0 0,0 0 0,0 0 0,0 0 0,0 0 0,0 0 0,0 1 0,-1-1 0,1 0 0,0 0 0,0 0 0,0 0 0,0 0 0,0 0 0,0 0 0,0 0 0,0 0 0,0 0 0,0 0 0,0 0 0,0 0 0,0 0 0,-1 0 0,1 0 0,0 0 0,0 0 0,0 0 0,0 0 0,0 0 0,0 0 0,0 0 0,0 0 0,0 0 0,0 0 0,0 0 0,0 0 0,-1 0 0,1 0 0,0 0 0,0-1 0,0 1 0,0 0 0,0 0 0,0 0 0,0 0 0,0 0 0,0 0 0,0 0 0,0 0 0,0 0 0,0 0 0,0 0 0,0 0 0,0 0 0,0-1 0,0 1 0,0 0 0,0 0 0,-9 11 0,-11 18 0,-44 95 0,6 3 0,6 3 0,5 1 0,-41 187 0,79-279 0,2 0 0,2 0 0,1 0 0,2 1 0,6 75 0,-2-97 0,1 0 0,1 0 0,1-1 0,0 1 0,1-1 0,1 0 0,1-1 0,0 0 0,1 0 0,1-1 0,1 0 0,0 0 0,0-1 0,27 24 0,-22-26 11,-1 0 0,2-1 0,-1 0-1,2-2 1,-1 0 0,1-1 0,0 0 0,1-2-1,0 0 1,21 3 0,-2-3-308,1-1 0,0-3 1,0 0-1,39-5 0,47-9-6529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31:30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58 24575,'1'-23'0,"-2"20"0,1 0 0,0 0 0,0-1 0,1 1 0,-1 0 0,1 0 0,-1-1 0,2-3 0,-1 7 0,0 0 0,0-1 0,0 1 0,0 0 0,0 0 0,0 0 0,-1 0 0,1 0 0,0 0 0,0 0 0,0 0 0,0 0 0,0 1 0,0-1 0,-1 0 0,1 0 0,0 1 0,0-1 0,0 1 0,0 0 0,5 1 0,82 21 0,147 20 0,41 10 0,-258-49 0,-1 1 0,0 1 0,0 1 0,16 9 0,-29-14 0,0 0 0,0 1 0,-1-1 0,1 1 0,0 0 0,-1 0 0,0 1 0,0-1 0,0 0 0,0 1 0,0 0 0,-1 0 0,1 0 0,-1 0 0,0 0 0,0 0 0,-1 1 0,1-1 0,-1 0 0,0 1 0,1 5 0,-3 8 0,-1 0 0,0 0 0,-1-1 0,-1 1 0,0-1 0,-2 0 0,0 0 0,-10 18 0,5-7 0,-203 433 0,-36-15 0,185-326-1365,44-77-5461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31:30.9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998 0 24575,'-11'3'0,"1"-1"0,0 1 0,-1 1 0,2 0 0,-17 9 0,-4 1 0,-53 24 0,2 4 0,1 3 0,-95 72 0,125-78 0,0 2 0,3 2 0,2 2 0,1 3 0,-59 82 0,81-96 0,2 0 0,1 1 0,-25 65 0,38-84 0,1 0 0,1 0 0,0 0 0,1 1 0,1-1 0,0 1 0,1 0 0,1-1 0,1 1 0,0 0 0,6 26 0,-4-33 0,0 1 0,1-1 0,0 0 0,1 0 0,0 0 0,1-1 0,0 0 0,0 0 0,1 0 0,0-1 0,1 0 0,15 13 0,-11-12 0,1 0 0,0-1 0,1-1 0,0 0 0,0-1 0,0 0 0,1-1 0,21 4 0,-9-4 0,0-1 0,0-1 0,1-2 0,0-1 0,-1-1 0,0-1 0,1-1 0,-1-2 0,49-15 0,-52 12 0,-1-1 0,0-2 0,0 0 0,35-25 0,-49 30 0,0 0 0,-1-1 0,0 0 0,0-1 0,-1 0 0,0 0 0,0 0 0,-1-1 0,0 0 0,-1 0 0,0 0 0,0-1 0,5-16 0,-8 19 0,-1 1 0,-1 0 0,1-1 0,-1 1 0,0-1 0,-1 1 0,0 0 0,0-1 0,0 1 0,-1 0 0,1 0 0,-1-1 0,-1 2 0,1-1 0,-1 0 0,0 0 0,-1 1 0,1 0 0,-1-1 0,0 1 0,-1 1 0,1-1 0,-7-5 0,-2-2 0,-1 1 0,-1 1 0,0 0 0,0 0 0,-1 2 0,0 0 0,-21-7 0,19 9-72,0 1 1,-1 1-1,0 1 0,0 0 0,0 2 0,-1 0 0,1 1 0,0 1 1,0 1-1,0 0 0,0 2 0,0 0 0,1 1 0,-1 1 0,1 0 1,1 2-1,-1 0 0,-29 19 0,10-1-6754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31:31.6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525 1 24575,'-16'8'0,"-80"35"0,29-15 0,-78 47 0,126-63 0,0 0 0,1 2 0,0 0 0,1 1 0,1 1 0,0 0 0,1 1 0,-16 25 0,26-36 0,2 0 0,-1 1 0,1-1 0,0 1 0,0 0 0,1 0 0,-1 0 0,2 0 0,-1 0 0,1 1 0,0-1 0,1 0 0,-1 1 0,2-1 0,-1 0 0,1 1 0,0-1 0,0 0 0,1 0 0,0 1 0,0-1 0,1-1 0,0 1 0,0 0 0,1-1 0,8 13 0,7 6 0,1 0 0,1-1 0,1-1 0,1-2 0,1 0 0,39 26 0,172 92 0,108 28 0,-339-165 0,6 2 0,0 2 0,-1-1 0,1 1 0,-1 1 0,10 9 0,-17-15 0,-1 1 0,0-1 0,0 0 0,0 1 0,0-1 0,0 1 0,0-1 0,0 1 0,0 0 0,0-1 0,-1 1 0,1 0 0,-1-1 0,1 1 0,-1 0 0,0 0 0,0 0 0,0-1 0,0 1 0,0 0 0,0 0 0,0 0 0,0-1 0,-1 1 0,1 0 0,-1 0 0,0-1 0,1 1 0,-1 0 0,0-1 0,0 1 0,0-1 0,0 1 0,0-1 0,0 0 0,0 1 0,-1-1 0,1 0 0,0 0 0,-2 2 0,-10 7 0,1 0 0,-1 0 0,-1-2 0,0 1 0,0-2 0,-16 7 0,-96 30 0,108-38 0,-69 20 0,-1-4 0,0-3 0,-2-4 0,-92 2 0,180-16 0,-1-1 0,1 0 0,0 0 0,-1 0 0,1 0 0,0 0 0,-1-1 0,1 1 0,0-1 0,0 1 0,-1-1 0,1 0 0,0 0 0,0 0 0,-2-1 0,3 0 0,0 1 0,0-1 0,0 1 0,1-1 0,-1 0 0,0 1 0,1-1 0,0 0 0,-1 1 0,1-1 0,0 0 0,0 0 0,0 1 0,0-1 0,0 0 0,0 1 0,0-1 0,1 0 0,-1 0 0,1 1 0,-1-1 0,2-1 0,7-24 0,1 1 0,1 0 0,2 0 0,0 2 0,23-32 0,94-114 0,-121 159 0,273-297 0,-54 63 0,-221 237 0,2-1 0,0-1 0,-1 0 0,-1 0 0,0-1 0,8-16 0,-14 25 0,0 0 0,0 0 0,-1 0 0,1-1 0,-1 1 0,1 0 0,-1 0 0,0-1 0,0 1 0,0 0 0,0 0 0,0-1 0,0 1 0,-1 0 0,1 0 0,-1-1 0,1 1 0,-1 0 0,0 0 0,0 0 0,0 0 0,0 0 0,-1 0 0,1 0 0,0 0 0,-1 1 0,1-1 0,-1 0 0,0 1 0,1-1 0,-1 1 0,0 0 0,0 0 0,0-1 0,0 1 0,-4-1 0,-8-5 16,0 2 0,-1-1 0,0 2 0,0 0 1,-21-3-1,-80-3-922,98 9 350,-49-3-6270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31:32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0 123 24575,'19'-8'0,"60"-14"0,2 3 0,108-10 0,-162 25 0,-20 3 0,305-34 0,-254 31 0,0 3 0,0 3 0,80 12 0,-126-12 0,1 0 0,-1 2 0,1-1 0,-1 2 0,0-1 0,-1 2 0,1-1 0,-1 2 0,17 12 0,-20-13 0,-1 1 0,-1 0 0,1 0 0,-1 0 0,0 1 0,-1 0 0,0 0 0,0 1 0,-1-1 0,0 1 0,0 0 0,-1 0 0,3 15 0,0 8 0,-2 1 0,-1-1 0,-1 1 0,-2 0 0,-2 0 0,-8 49 0,-53 196 0,-140 353-252,60-208-12,30 7 135,83-267 129,7 0 0,7 2 0,7 0 0,14 176 0,-5-339 18,0 0 0,1 0 0,-1 0 0,0 0 0,0 0 0,0 0 0,-1 0-1,1 1 1,0-1 0,-1 0 0,0 0 0,1 0 0,-1 0 0,0 0 0,0-1 0,0 1 0,-2 3 0,0-3 9,0 0-1,0 0 1,0-1 0,0 1 0,0-1 0,-1 0 0,1 1 0,0-2 0,-1 1-1,1 0 1,-7 0 0,-87 8-1392,-23-3-5461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31:35.0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951 30 24575,'-30'-10'0,"7"4"0,0 2 0,0 1 0,-1 0 0,1 2 0,-1 1 0,0 1 0,1 1 0,-1 0 0,1 2 0,0 1 0,0 1 0,1 1 0,-1 1 0,-32 16 0,15-3 0,1 2 0,1 1 0,1 1 0,1 3 0,1 1 0,-53 58 0,63-59 0,1 2 0,1 0 0,2 2 0,1 0 0,2 1 0,1 1 0,2 1 0,1 0 0,2 1 0,-11 52 0,17-60 0,2 0 0,1 0 0,1 1 0,2-1 0,1 0 0,1 0 0,1 1 0,1-1 0,2-1 0,1 1 0,1-1 0,1 0 0,2-1 0,20 39 0,-13-36 0,1-1 0,1-1 0,1 0 0,2-2 0,0 0 0,2-2 0,0-1 0,2 0 0,0-2 0,1-2 0,1 0 0,1-2 0,37 15 0,-38-19 0,0-3 0,1 0 0,-1-1 0,2-2 0,-1-2 0,1 0 0,-1-2 0,1-1 0,0-2 0,0-1 0,-1-1 0,1-2 0,-1-1 0,50-17 0,-34 5 0,-1-2 0,-2-2 0,0-1 0,-1-3 0,-2-2 0,-1-1 0,-1-2 0,63-66 0,-67 60 0,-2-2 0,-1-2 0,-3 0 0,-1-2 0,-2-1 0,-2-1 0,-2-1 0,22-73 0,-34 89 0,-1-1 0,-2 0 0,-2 0 0,0-1 0,-2 1 0,-2-1 0,-1 1 0,-9-60 0,6 72 0,0-1 0,-2 1 0,0 0 0,-2 1 0,0 0 0,0 0 0,-2 1 0,0 0 0,-1 0 0,-1 1 0,-1 1 0,0 0 0,0 1 0,-2 0 0,-20-15 0,8 11 0,-2 1 0,1 1 0,-2 2 0,0 1 0,-1 1 0,0 2 0,0 1 0,-1 2 0,-1 0 0,-33-1 0,-2 3 0,-1 3 0,1 3 0,-123 18 0,-19 23-1365,19 7-5461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4:59.5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4129 110 24575,'-23'-4'0,"-65"-11"0,-317-49 0,273 50 0,-146 2 0,157 15 0,-1 5 0,2 6 0,0 5 0,1 5 0,1 5 0,1 5 0,2 6 0,2 4 0,2 6 0,2 4 0,3 4 0,-145 107 0,128-68 3,5 5 0,-186 207-1,175-155-51,-186 292-1,231-305-1,7 3 0,5 3 1,8 4-1,6 2 0,6 2 0,8 3 0,6 1 1,-31 306-1,55-254 51,18 298 0,9-347 0,7 0 0,58 224 0,-53-295 0,4-2 0,4-1 0,4-2 0,3-1 0,69 106 0,-68-130 0,3-2 0,2-2 0,3-2 0,2-2 0,2-3 0,2-2 0,86 57 0,-65-57 26,1-4 1,3-3 0,1-4-1,147 45 1,-118-52-110,2-4-1,0-6 1,147 8-1,-96-23-59,1-7 0,-1-8 1,0-6-1,-1-8 0,218-61 0,-217 39 143,-2-8 0,-3-7 0,224-120 0,-283 125 0,-3-4 0,-3-4 0,-2-4 0,-4-4 0,-3-4 0,90-104 0,-120 113-21,-2-3 0,-4-2 0,-3-2 1,-4-1-1,-3-3 0,-3-1 0,-3-1 0,27-112 1,-29 62-18,-6 0 1,-6-2 0,-6 0-1,-7-229 1,-18 133 37,-78-404 0,-138-204 0,164 651 0,-130-255 0,149 354 0,-3 2 0,-4 3 0,-4 1 0,-128-136 0,151 182 124,-2 2-1,-1 1 1,-2 3 0,-1 0 0,-1 3-1,-1 2 1,-78-32 0,79 40-14,-1 2 0,0 2 0,-1 2 0,0 2 0,0 1 0,-1 3 0,0 1 0,-72 7 0,69 0-110,0 2 0,1 2 0,0 2 0,1 2 0,0 2 0,-81 40 0,121-52 0,0-1 0,1 1 0,-1 0 0,1 1 0,-8 6 0,12-9 0,-1 0 0,0 0 0,1-1 0,-1 1 0,0 0 0,1 0 0,-1 0 0,1 0 0,0 0 0,-1 0 0,1 0 0,0 0 0,-1 0 0,1 0 0,0 0 0,0 0 0,0 0 0,0 0 0,0 0 0,0 0 0,0 0 0,0 0 0,1 0 0,-1 0 0,0 0 0,1 0 0,-1 0 0,0 0 0,1 0 0,-1 0 0,1 0 0,-1-1 0,1 1 0,0 0 0,-1 0 0,1-1 0,1 2 0,16 12-1365,3 1-5461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5:04.2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2042 98 24575,'-27'6'0,"-136"-17"0,-19-1 0,110 13 0,0 3 0,0 3 0,1 4 0,0 2 0,1 3 0,1 4 0,-104 43 0,115-36 0,1 2 0,1 3 0,2 2 0,1 2 0,2 2 0,2 3 0,2 2 0,-76 88 0,76-70 0,2 2 0,4 2 0,2 2 0,3 2 0,-40 109 0,38-67 0,5 1 0,-36 228 0,55-228 0,5-1 0,5 2 0,5-1 0,15 115 0,-5-147 0,4 0 0,2-1 0,4-1 0,4-1 0,3-1 0,50 97 0,-54-130 0,2 0 0,1-2 0,2-2 0,2 0 0,2-2 0,1-2 0,57 47 0,-57-57 0,1-1 0,0-1 0,2-2 0,1-2 0,0-1 0,2-2 0,-1-2 0,2-1 0,42 7 0,-31-11 0,1-3 0,0-2 0,0-2 0,0-3 0,0-1 0,69-14 0,-54 2 0,-1-2 0,-1-4 0,-1-2 0,87-43 0,-58 15 0,-2-4 0,-3-4 0,-3-4 0,-2-4 0,-3-3 0,97-106 0,-122 113 0,-3-3 0,-3-1 0,-2-3 0,-4-2 0,-3-1 0,-3-3 0,-3-1 0,-4-1 0,-3-2 0,-3 0 0,-4-2 0,-4-1 0,-3 0 0,6-140 0,-20 141 0,-4 0 0,-3 0 0,-3 1 0,-4 0 0,-4 1 0,-3 1 0,-3 0 0,-57-121 0,50 135 0,-3 1 0,-3 1 0,-3 3 0,-2 1 0,-2 2 0,-3 2 0,-2 2 0,-3 2 0,-1 3 0,-62-42 0,84 68 0,0 2 0,-1 1 0,0 2 0,-2 1 0,1 2 0,-45-12 0,54 19 0,0 2 0,0 0 0,-1 2 0,1 1 0,-1 0 0,1 2 0,-1 1 0,1 1 0,0 1 0,-28 9 0,-62 27-1365,12 6-5461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5:05.4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3004 2214 24210,'-1'87'0,"-2"0"0,-3-1 0,-2 1 0,-3-2 0,-1 0 0,-3-1 0,-2-1 0,-3 0 0,-1-3 0,-3 0 0,-2-2 0,-1-1 0,-3-2 0,-2-2 0,-2-1 0,-1-3 0,-3-2 0,-1-2 0,-2-2 0,-1-3 0,-2-2 0,-2-3 0,-1-3 0,-1-2 0,-2-3 0,-1-3 0,-1-3 0,-1-3 0,-1-3 0,-1-4 0,-1-2 0,0-4 0,-1-3 0,-1-3 0,0-4 0,0-3 0,-1-4 0,0-3 0,0-3 0,0-4 0,0-3 0,1-3 0,-1-4 0,1-3 0,1-4 0,-1-3 0,2-3 0,0-4 0,1-2 0,1-4 0,1-3 0,1-3 0,1-3 0,2-3 0,0-3 0,2-2 0,2-3 0,1-3 0,1-2 0,2-3 0,2-2 0,2-2 0,1-2 0,2-3 0,3-1 0,1-2 0,2-2 0,2-1 0,3-2 0,1 0 0,3-3 0,2 0 0,2-1 0,2-1 0,3 0 0,2-2 0,2 1 0,2-1 0,3 0 0,2 0 0,3 0 0,2 1 0,2 0 0,2 0 0,3 1 0,2 1 0,2 1 0,2 1 0,3 1 0,1 1 0,3 2 0,2 1 0,2 2 0,1 2 0,3 2 0,2 2 0,1 1 0,2 3 0,2 3 0,2 1 0,1 4 0,1 2 0,2 2 0,2 3 0,0 3 0,2 3 0,1 4 0,1 2 0,1 3 0,1 3 0,1 4 0,0 2 0,2 4 0,-1 4 0,1 2 0,1 5 0,-1 2 0,1 4 0,0 3 0,0 4 0,0 3 0,0 4 0,-1 2 0,0 5 0,0 2 0,-1 4 0,-1 4 0,0 2 0,-1 4 0,-1 3 0,-1 3 0,-1 2 0,-1 4 0,-1 3 0,-2 3 0,-1 3 0,-1 2 0,-2 2 0,-2 4 0,-1 1 0,-2 3 0,-1 3 0,-3 1 0,-1 2 0,-2 2 0,-2 2 0,-3 2 0,-1 1 0,-2 2 0,-3 1 0,-1 1 0,-3 1 0,-2 1 0,-3 1 0,-1 1 0,-3 0 0,-2 0 0,-3 1 0,-2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5:21.3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24017,'7159'12'0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4:17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707 1 24575,'-1'1'0,"0"0"0,0 0 0,0 0 0,1 0 0,-1 1 0,0-1 0,0 0 0,1 1 0,-1-1 0,0 0 0,1 1 0,0-1 0,-1 1 0,1-1 0,0 1 0,-1 2 0,-6 41 0,5-33 0,-49 446 21,27 10-452,18-329 6,-14 287-67,-100 1716-1065,-62-266-1153,59-672 2401,43 5-1406,51-2 1694,28-1081 176,-35 747 3962,25-790-3257,8-69-6544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4:18.4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1193 24575,'26'-10'0,"143"-39"0,540-74-960,14 55 50,700-11-1654,6 36 423,-929 30 1565,1942-60-3144,-1-40 3336,2277-284-28,-4529 377 503,926-94 164,-4 29 2599,-1011 79-2578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4:20.0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 12309 24575,'-7'-20'0,"-120"-487"0,46-11 0,4-177 0,59-4 0,103-204 0,76 10 0,92-82 0,51 13 0,-263 837 0,252-668 0,75 32 0,-237 541 0,9 5 0,274-320 0,-205 305 0,433-369 0,-414 420 0,381-227 0,299-62 0,-455 281 0,710-194 0,510 8 0,-788 219 0,329-62 0,143-11 0,-1216 209 0,268-26 0,-302 38 0,195 13 0,-292-6-120,-4-1-58,0 1 0,1 0 0,-1 0 1,0 0-1,1 1 0,9 4 0,-10-3-6648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4:21.2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 2674 24575,'-3'-21'0,"-40"-279"0,-4-338 0,47 530 0,5 0 0,4 0 0,35-158 0,109-308 0,-66 270 0,-79 273 0,2-2 0,-1-1 0,-2 0 0,-1-1 0,1-42 0,-7 75-1365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4:21.8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3374 24575,'0'0'0,"0"0"0,1-9 0,10-124 0,41-704 0,-86-838 0,29 1348 0,8 254 0,3 0 0,23-105 0,-28 173-105,0 0 0,0 1 0,0-1 0,1 0 0,-1 1 0,1-1 0,0 1 0,1 0 0,-1-1 0,1 1 0,-1 0 0,7-6 0,-2 5-6721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4:25.9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666 511 24575,'-1'5'0,"0"0"0,0-1 0,0 1 0,0 0 0,-1-1 0,1 1 0,-4 4 0,-3 12 0,-21 78 0,5 1 0,-17 157 0,6 214 0,30-371 0,-2 19 0,-71 1524 0,78-1618 0,0 5 0,0-30 0,0 0 0,0 0 0,0 0 0,0 0 0,0 0 0,0 0 0,0 0 0,0 0 0,0 0 0,0 0 0,0 0 0,0 0 0,0 0 0,0 0 0,0 0 0,0 0 0,0-1 0,0 1 0,-1 0 0,1 0 0,0 0 0,0 0 0,0 0 0,0 0 0,0 0 0,0 0 0,0 0 0,0 0 0,0 0 0,0 0 0,0 0 0,-4-20 0,-47-468 0,19 150 0,-74-337 0,-38 8 0,120 556 0,50 178 0,2 32 0,25 184 0,-14 106 0,-38-371 0,37 1193 0,-39-1195 0,0-46 0,2-622-155,-3-390-491,-28 4 641,28 987 62,-32-336 558,23 464-481,-18 927-814,28-841 558,2 769-997,-5 447 705,-56-2 2041,61-1477-919,25-1047-1228,1-734 379,-71 3055-352,31-963 444,-52 820-1137,58-928-4616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4:27.1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552 1 24575,'-10'201'0,"23"305"0,26-53 0,22 452 0,-103 321 0,-85-3 0,113-1101 0,13-113 0,0-6 0,1 0 0,-1 0 0,1 0 0,0 0 0,0 0 0,0 0 0,0 0 0,1 4 0,-20-34 0,7 14 0,-239-326 0,63 84 0,212 312 0,24 52 0,159 331 0,-201-429 0,50 85 0,-50-86 0,1-1 0,0 0 0,1-1 0,0 1 0,0-1 0,1-1 0,13 9 0,-18-13 0,0-1 0,0-1 0,0 1 0,1 0 0,-1-1 0,0 0 0,1 0 0,-1 0 0,1-1 0,-1 0 0,1 1 0,-1-2 0,1 1 0,-1 0 0,1-1 0,-1 0 0,1 0 0,-1 0 0,0-1 0,1 1 0,-1-1 0,0 0 0,0 0 0,7-5 0,4-4 0,-1 0 0,0-1 0,-1 0 0,22-27 0,12-22-455,-3-2 0,59-113 0,-66 107-6371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4:29.1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188 1 24575,'0'23'0,"48"712"0,-8-315 0,-37-338 0,-4-1 0,-4 1 0,-17 95 0,1-212 0,-1-15 0,-30-97 0,0-61 0,31 122 0,5 23 0,-21-99 0,31 211 0,11 621 0,9-194 0,-16-432 0,-1-38 0,-2-28 0,-11-106 0,5-1 0,6 1 0,14-168 0,0 234 0,-9 63 0,0-1 0,0 0 0,0 0 0,0 0 0,0 0 0,0 1 0,0-1 0,0 0 0,0 0 0,0 0 0,0 0 0,0 0 0,0 1 0,0-1 0,0 0 0,0 0 0,0 0 0,0 0 0,0 0 0,1 0 0,-1 1 0,0-1 0,0 0 0,0 0 0,0 0 0,0 0 0,0 0 0,1 0 0,-1 0 0,0 0 0,0 0 0,0 0 0,0 0 0,0 1 0,0-1 0,1 0 0,-1 0 0,0 0 0,0 0 0,0 0 0,0 0 0,1 0 0,-1 0 0,0 0 0,0 0 0,0-1 0,0 1 0,0 0 0,1 0 0,-1 0 0,0 0 0,0 0 0,0 0 0,0 0 0,0 0 0,0 0 0,1 0 0,-1 0 0,0-1 0,0 1 0,0 0 0,0 0 0,0 0 0,0 0 0,0 0 0,0 0 0,0-1 0,7 15 0,9 39 0,-2 0 0,-2 1 0,-3 0 0,4 74 0,-13-93 0,0-36 0,0-1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4:32.8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303 76 24575,'2'145'0,"-7"204"0,1-296 0,-3 0 0,-1 0 0,-4-1 0,-25 74 0,34-116 0,1-5 0,1 0 0,-1-1 0,0 0 0,0 1 0,0-1 0,0 0 0,-7 7 0,7-12 0,0 0 0,0 0 0,0-1 0,1 1 0,-1-1 0,0 1 0,0-1 0,1 0 0,-2-2 0,-11-13 0,1-1 0,1-1 0,1 0 0,1-1 0,1 0 0,0 0 0,-7-28 0,-30-153 0,26 85 0,-7-175 0,30 276 0,4 24 0,10 32 0,-16-38 0,17 56 0,-2 0 0,15 104 0,-4 129 0,-21-218 0,-3-34 0,3 45 0,53-1024 0,-60 920 0,1 14 0,5 14 0,-3-4 0,12 26-1365,-6-11-5461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4:35.3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650 36 24575,'-5'1'0,"1"0"0,-1 0 0,0 0 0,0-1 0,0 1 0,0-1 0,-7-1 0,-10 1 0,-66 6 0,1 4 0,0 4 0,-100 29 0,122-25 0,52-40 0,-38-65 0,50 86 0,1 0 0,-1 0 0,1 0 0,-1 0 0,1-1 0,0 1 0,0 0 0,0 0 0,0 0 0,-1 0 0,1-1 0,1 1 0,-1 0 0,0 0 0,0 0 0,1-2 0,4 2 0,2 12 0,-4-4 23,0 0 1,-1 0-1,0 0 0,2 14 0,-3-14-270,0 0 0,0 0 0,1-1 1,0 1-1,5 9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4:41.8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0 168 24575,'93'24'0,"-3"-14"0,0-4 0,119-6 0,185-33 0,-189 13 0,581-37 0,3 48 0,-243 23 0,1-33 0,-215-16 0,63-6 0,-264 34 0,131 8 0,-227 2-1365,-27-2-5461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4:43.3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1920 24575,'0'0'0,"-4"-19"0,-8-189 0,14-214 0,37-116 0,25 2 0,-51 438 0,-2-1 0,-26 141 0,-2-1 0,-24 44 0,40-86 6,1 1 0,-1 0 0,1-1-1,-1 1 1,1-1 0,-1 1 0,1 0 0,-1 0-1,1-1 1,-1 1 0,0 0 0,1 0-1,-1 0 1,1-1 0,-1 1 0,0 0 0,1 0-1,-1 0 1,0 0 0,1 0 0,-1 0 0,0 1-1,-13-4-1503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4:45.2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166 430 24575,'2'-2'0,"-1"1"0,0-1 0,1 1 0,-1 0 0,1 0 0,-1 0 0,1 0 0,0 0 0,-1 0 0,1 0 0,0 0 0,0 0 0,0 1 0,-1-1 0,5 0 0,0 0 0,48-16 0,1 3 0,74-10 0,118-2 0,-213 24 0,741-38 0,-775 40 0,0 0 0,0 0 0,0 0 0,0 0 0,0-1 0,0 1 0,0 0 0,0 0 0,0 0 0,0 0 0,0 0 0,0 0 0,0 0 0,0 0 0,0 0 0,0 0 0,0 0 0,0 0 0,0 0 0,0 0 0,0 0 0,0 0 0,0 0 0,1 0 0,-1 0 0,0 0 0,0 0 0,0-1 0,-12-2 0,-21-3 0,-327-25 0,-8 29 0,263 3 0,-64 0 0,670-26 0,319-20 0,-759 41 0,8 1 0,0-4 0,71-16 0,-133 19 0,-10-1 0,-19-2 0,-25-2 0,0 3 0,-1 1 0,-65 3 0,73 1 0,-240 3 0,-308 41 0,386-15 0,2 9 0,-252 80 0,431-111 0,14-5 0,1 1 0,0 0 0,0 0 0,0 1 0,-11 5 0,34-6 0,52-1 0,-1-3 0,130-20 0,-160 17 0,1164-206 0,-943 161 0,-221 43 0,-9 2 0,52-16 0,-77 19 0,-7 0 0,-12 1 0,14 1 0,-145 1 0,127 0 0,-1048 86 0,357-20 0,699-66 0,-20 1 0,26-3 0,15-4 0,70-19 0,1 4 0,161-19 0,-177 30 0,275-35 0,514 0 0,-844 44 0,18 1 0,-28-1 0,0 0 0,0 0 0,0 0 0,0 0 0,0 0 0,0 0 0,0 0 0,0 0 0,0 1 0,0-1 0,0 0 0,0 0 0,0 0 0,0 0 0,0 0 0,0 0 0,0 0 0,0 0 0,0 0 0,0 0 0,0 0 0,0 0 0,0 0 0,0 0 0,1 0 0,-1 0 0,0 0 0,0 0 0,0 0 0,0 0 0,0 1 0,0-1 0,0 0 0,0 0 0,0 0 0,-19 3 0,-842 158-408,680-122 230,21-6 209,-275 63 524,1093-299-1920,-512 152-5461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4:48.5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593 0 24575,'84'2'0,"133"20"0,-214-22 0,23 4 0,-1 1 0,1 1 0,31 12 0,-50-15 0,0 1 0,0-1 0,0 1 0,0 0 0,-1 1 0,11 9 0,-14-11 0,0 0 0,-1 0 0,1 1 0,-1-1 0,1 1 0,-1-1 0,0 1 0,-1 0 0,1 0 0,-1 0 0,1 0 0,-1 0 0,1 7 0,-2 0 0,0-1 0,0 0 0,-1 0 0,0 0 0,-1 0 0,0-1 0,-1 1 0,0 0 0,0-1 0,-9 16 0,-6 9 0,-33 46 0,44-70 0,-62 85 0,-120 127 0,-104 67 0,269-267 0,-148 132 0,129-119 0,-2-2 0,-56 31 0,96-61 0,-33 15 0,37-17 0,-1 0 0,0-1 0,1 1 0,-1-1 0,0 1 0,0-1 0,0 0 0,1 1 0,-1-1 0,0 0 0,0 0 0,0-1 0,1 1 0,-1 0 0,0-1 0,0 1 0,0-1 0,-2 0 0,43 4 0,-20 0 0,0 2 0,0 1 0,-1 0 0,1 1 0,-2 1 0,1 0 0,-1 2 0,0 0 0,-1 1 0,0 0 0,-1 2 0,20 19 0,-17-12 0,-2 0 0,0 2 0,-1-1 0,-1 2 0,-1 0 0,-1 0 0,-1 2 0,14 43 0,-10-8-428,12 89 0,-25-133-81,2 10-6317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4:48.8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99 24575,'0'0'0,"1"0"0,1-5 0,6-11 0,9-21 0,2-3-8191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4:49.4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286 1 24575,'0'0'0,"16"0"0,12 1 0,0 2 0,-1 0 0,1 2 0,-1 1 0,0 2 0,39 15 0,-55-18 0,0 0 0,0 1 0,0 0 0,-1 0 0,0 1 0,0 1 0,-1-1 0,0 2 0,-1-1 0,1 1 0,-2 1 0,1-1 0,-1 1 0,-1 1 0,0-1 0,0 1 0,6 17 0,-7-8 0,0-1 0,-2 1 0,-1-1 0,0 1 0,-1 0 0,-1 0 0,-1 0 0,-1 0 0,-6 28 0,-3 1 0,-2 0 0,-32 73 0,6-35 0,-3-3 0,-4-1 0,-83 111 0,-200 206 0,321-392 0,2-2 0,1 1 0,-1-1 0,1 1 0,-5 10 0,9-16 0,0 1 0,0 0 0,0 0 0,1 0 0,-1-1 0,1 1 0,-1 0 0,1 0 0,0 0 0,0 0 0,0 0 0,0 0 0,0 0 0,0 0 0,0 0 0,1 0 0,-1 0 0,1 0 0,-1 0 0,1-1 0,0 1 0,0 0 0,1 3 0,18 21 43,1-1 0,46 42 0,10 13-1537,-48-45-5332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4:49.6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35 24575,'0'-1'0,"0"-1"0,0 1 0,0 0 0,1-4 0,0-1 0,0 1 0,0 0 0,0 3 0,-1 0 0,0 1 0,-1-3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4:51.0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49 24575,'0'0'0,"4"0"0,0 1 0,15 1 0,13 0 0,11 0 0,8 0 0,4-3 0,0-4 0,-1-2 0,-5-3 0,-11 1 0,-5 0 0,-8 2 0,-9 1 0,-6 2-8191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4:53.2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347 36 24575,'1'0'0,"-1"0"0,0 0 0,1 0 0,-1 0 0,1 0 0,-1 0 0,0 0 0,1 0 0,-1 0 0,1 0 0,-1 0 0,0 0 0,1 0 0,-1 0 0,1 0 0,-1 0 0,0 0 0,1 1 0,-1-1 0,0 0 0,1 0 0,-1 0 0,0 1 0,1-1 0,-1 0 0,0 0 0,0 1 0,1-1 0,-1 0 0,0 1 0,0-1 0,1 0 0,-1 1 0,0-1 0,0 0 0,0 1 0,1 0 0,10 16 0,-1 1 0,0 1 0,-2 0 0,9 28 0,20 86 0,-36-129 0,29 136 0,20 253 0,-31 147 0,-19-490 0,2 81 0,-27 226 0,25-353 0,-1 0 0,1 0 0,-1 0 0,0 0 0,-1 0 0,1 0 0,-1-1 0,1 1 0,-1-1 0,-4 6 0,4-7 0,0 0 0,1-1 0,-1 0 0,0 1 0,-1-1 0,1 0 0,0 0 0,0 0 0,0 0 0,-1 0 0,1-1 0,0 1 0,-1-1 0,1 1 0,0-1 0,-1 0 0,1 0 0,-5-1 0,-9 0 0,0-1 0,1-1 0,0-1 0,-1 0 0,1-1 0,1 0 0,-1-1 0,1-1 0,-24-15 0,10 3 0,1 0 0,1-2 0,-38-39 0,47 43 0,1-2 0,1 0 0,0-1 0,1 0 0,2-1 0,-19-42 0,25 49 0,1 0 0,1 0 0,0-1 0,1 0 0,1 1 0,0-1 0,1 0 0,1 0 0,0 0 0,1 0 0,1 0 0,4-22 0,2 14 0,0 1 0,1-1 0,1 2 0,1-1 0,1 2 0,0-1 0,2 2 0,0 0 0,2 0 0,0 2 0,34-30 0,-5 10 0,2 2 0,2 2 0,88-44 0,140-44 0,-169 79 0,117-66 0,-192 90 0,-1-2 0,-1-2 0,-1 0 0,-1-2 0,-1-2 0,-2 0 0,40-51 0,-47 50 0,-1-1 0,-1 0 0,-1-2 0,21-56 0,-30 63 0,0-1 0,-1 1 0,-1-1 0,-1 0 0,-2 0 0,0-1 0,-2-29 0,-4 33 0,4 21 0,0 0 0,0 0 0,0 0 0,0 0 0,0 0 0,0 0 0,-1 0 0,1 0 0,0 0 0,0 0 0,0 0 0,0 0 0,0 0 0,-1 0 0,1 0 0,0 0 0,0 0 0,0 0 0,0 0 0,0 0 0,0 0 0,-1 0 0,1 0 0,0 0 0,0 0 0,0 0 0,0 0 0,0 0 0,0 0 0,0 1 0,0-1 0,-1 0 0,1 0 0,0 0 0,0 0 0,0 0 0,0 0 0,0 0 0,0 0 0,0 1 0,0-1 0,0 0 0,0 0 0,0 0 0,0 0 0,0 0 0,0 0 0,0 1 0,0-1 0,0 0 0,0 0 0,0 0 0,0 0 0,0 0 0,0 0 0,0 1 0,0-1 0,0 0 0,0 0 0,-9 43 0,-38 816-181,43-671-204,-16 772-980,18-860-4895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4:53.6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1337 1387 24575,'-9'-10'0,"1"1"0,1-1 0,0-1 0,-8-14 0,-6-10 0,-431-723 0,404 664 0,-43-81 0,69 139 0,-1 0 0,-43-50 0,57 76 0,0 0 0,0 1 0,-1 1 0,0-1 0,0 2 0,-1-1 0,0 1 0,-1 1 0,1 0 0,-1 1 0,-13-4 0,16 7 0,0 0 0,1 0 0,-1 1 0,0 1 0,0-1 0,0 1 0,0 1 0,0 0 0,1 0 0,-1 0 0,0 1 0,1 1 0,-1 0 0,1 0 0,0 0 0,0 1 0,-8 5 0,-2 3 0,0 1 0,1 1 0,0 1 0,1 0 0,1 1 0,1 1 0,0 0 0,1 1 0,1 0 0,0 1 0,-12 30 0,10-18 0,1 1 0,2 1 0,1 0 0,2 1 0,1-1 0,-5 60 0,11-71 0,1 0 0,1 0 0,1 0 0,1-1 0,1 1 0,0-1 0,2 0 0,1 0 0,0 0 0,20 38 0,-17-43 0,0-1 0,1 0 0,0 0 0,1-1 0,1 0 0,0-1 0,1-1 0,0 0 0,1-1 0,0-1 0,1 0 0,0-1 0,22 9 0,-9-7 15,-1-2 0,1-1 0,0-1 0,1-1 0,0-2 0,0-1 0,52-2-1,-27-4-385,0-3 0,0-2 0,66-18 0,20-16-6455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4:54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346 1793 24575,'0'-27'0,"1"-243"0,-25-758 0,17 941 0,-3 0 0,-28-103 0,36 183 0,0-5 0,-2 1 0,0-1 0,-10-21 0,13 31 0,0 1 0,0-1 0,0 0 0,0 0 0,0 1 0,-1-1 0,1 1 0,0-1 0,-1 1 0,1 0 0,-1-1 0,0 1 0,1 0 0,-1 0 0,0 0 0,0 0 0,1 0 0,-1 0 0,0 1 0,0-1 0,0 1 0,0-1 0,0 1 0,0 0 0,0 0 0,0 0 0,0 0 0,0 0 0,0 0 0,-3 1 0,1 0 0,0 1 0,0-1 0,0 1 0,1 0 0,-1 1 0,0-1 0,1 0 0,-1 1 0,1 0 0,-6 6 0,-26 39 0,18-19 0,3 0 0,0 2 0,2-1 0,1 1 0,2 1 0,1 0 0,1 0 0,-3 52 0,6-36 0,3-1 0,2 1 0,2-1 0,2 1 0,16 62 0,-12-75-341,2 0 0,1-1-1,33 63 1,-1-23-6485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4:54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1 325 24575,'371'-25'0,"-246"13"0,751-86 120,-11-70-1605,-785 146-5341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4:54.8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5 24575,'0'0'0,"-1"-1"0,0 0 0,1 0 0,-1 1 0,0-1 0,1 1 0,0 0 0,0 0 0,0 0 0,0 0 0,0 0 0,0 0 0,1 4 0,-1 6 0,1 0-8191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5:07.4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255 2079 24575,'-12'-38'0,"1"-44"0,3 0 0,4 0 0,8-99 0,-3 137 0,82-1043 0,-51 757 0,-32 330 0,0 0 0,0 0 0,0 0 0,0 0 0,0 0 0,0-1 0,1 1 0,-1 0 0,0 0 0,0 0 0,0 0 0,0 0 0,0-1 0,0 1 0,0 0 0,-1 0 0,1 0 0,0 0 0,0-1 0,0 1 0,0 0 0,0 0 0,0 0 0,0 0 0,0 0 0,0 0 0,0-1 0,0 1 0,0 0 0,-1 0 0,1 0 0,0 0 0,0 0 0,0 0 0,0 0 0,0 0 0,0 0 0,-1-1 0,1 1 0,0 0 0,0 0 0,0 0 0,0 0 0,-1 0 0,1 0 0,0 0 0,0 0 0,0 0 0,-1 0 0,-9 6 0,-18 20 0,20-18 0,-151 160 0,131-134 0,2 1 0,1 1 0,-26 53 0,95-131 0,364-403 0,-404 442 0,3-5 0,0 0 0,0 1 0,1 0 0,0 0 0,11-7 0,-16 13 0,0 0 0,-1-1 0,1 1 0,0 0 0,0 1 0,0-1 0,-1 0 0,1 1 0,0 0 0,0-1 0,0 1 0,0 0 0,0 1 0,0-1 0,0 0 0,0 1 0,-1 0 0,1 0 0,0 0 0,0 0 0,-1 0 0,1 0 0,3 2 0,7 7 0,1-1 0,-1 1 0,-1 1 0,0 1 0,-1-1 0,0 2 0,14 20 0,58 102 0,-75-121 0,14 26-1365,-6-10-5461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5:08.0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67 244 24575,'-4'-8'0,"0"0"0,0 0 0,1 0 0,1-1 0,-3-8 0,7 27 0,-1 0 0,-1 0 0,1 1 0,-3 15 0,1 10 0,-44 1031 0,54-1134 0,3 1 0,3 1 0,3 0 0,2 1 0,3 1 0,3 1 0,50-86 0,-15 43 0,144-188 0,-160 239 0,2 2 0,2 2 0,3 3 0,104-75 0,-107 93-1365,-39 26-5461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5:08.3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24575,'1'8'0,"1"-1"0,0 1 0,0 0 0,0-1 0,1 1 0,7 13 0,0 1 0,10 22 0,1 0 0,3-1 0,1-2 0,43 53 0,-14-29 0,103 97 0,-63-84-1365,-53-50-5461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5:09.6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322 1 24575,'5'0'0,"0"-1"0,0 1 0,0 0 0,-1 0 0,1 1 0,9 1 0,6 1 0,38 0 0,-9 0 0,71 11 0,-115-13 0,-1 0 0,0 0 0,1 1 0,-1-1 0,0 1 0,1 0 0,-1 0 0,0 1 0,-1-1 0,1 1 0,0 0 0,-1 0 0,1 0 0,-1 0 0,0 0 0,5 7 0,-5-5 0,-1 1 0,1 0 0,-1-1 0,0 1 0,0 0 0,0 0 0,-1 0 0,0 0 0,0 0 0,-1 1 0,0 6 0,-1 7 0,-1 0 0,-1 0 0,-1 0 0,-1 0 0,-1 0 0,-12 29 0,-3-4 0,-2 0 0,-2-1 0,-57 75 0,-112 109 0,116-143 0,-96 138 0,172-220 0,-9 13 0,1-1 0,1 2 0,0-1 0,-9 27 0,17-40 0,0 0 0,0 1 0,0-1 0,0 0 0,1 1 0,-1-1 0,1 1 0,0-1 0,0 1 0,0-1 0,0 1 0,1-1 0,-1 0 0,1 1 0,0-1 0,0 0 0,0 1 0,1-1 0,-1 0 0,1 0 0,0 0 0,0 0 0,0 0 0,0-1 0,0 1 0,0-1 0,1 1 0,-1-1 0,1 0 0,5 4 0,2-1 0,1 1 0,-1-2 0,1 1 0,0-1 0,1-1 0,-1 0 0,1-1 0,-1 0 0,14 0 0,18 0 0,49-6 0,-81 4 0,95-10 0,0-4 0,-1-4 0,-1-5 0,127-46 0,-216 64-85,1-1 0,-1 0-1,0-2 1,0 1 0,0-2-1,-1 0 1,-1-1 0,0 0-1,0-1 1,-1 0 0,0-1-1,-1 0 1,0-1 0,-1-1-1,11-20 1,21-50-6741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5:10.1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0 588 24575,'8'0'0,"0"2"0,-1-1 0,1 1 0,-1 0 0,1 0 0,-1 1 0,0 0 0,0 1 0,11 6 0,65 48 0,-57-38 0,155 126 0,-154-121 0,-2 1 0,0 1 0,-2 2 0,26 42 0,-48-71 0,-1 1 0,1-1 0,0 1 0,-1-1 0,1 0 0,-1 1 0,1-1 0,0 0 0,-1 1 0,1-1 0,0 0 0,-1 0 0,1 1 0,0-1 0,0 0 0,-1 0 0,1 0 0,0 0 0,-1 0 0,1 0 0,0 0 0,0-1 0,-1 1 0,1 0 0,0 0 0,-1 0 0,1-1 0,0 1 0,-1 0 0,1-1 0,0 1 0,-1 0 0,1-1 0,-1 1 0,1-1 0,-1 1 0,1-1 0,-1 0 0,1 1 0,-1-1 0,33-32 0,-23 21 0,62-66 0,66-95 0,50-97 0,-65 90 0,-68 110-597,99-101-1,-150 167 428,20-21-6656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5:10.5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24575,'16'8'0,"-7"-1"0,32 12 0,0-1 0,66 18 0,92 13 0,-41-12 0,-141-33 0,0 1 0,-1 1 0,1 0 0,24 13 0,-37-16 0,0-1 0,-1 1 0,1-1 0,-1 1 0,0 0 0,1 0 0,-1 1 0,0-1 0,-1 1 0,1-1 0,-1 1 0,0 0 0,0 0 0,0 0 0,0 0 0,0 0 0,-1 0 0,0 1 0,0-1 0,0 0 0,-1 1 0,1-1 0,-1 7 0,-1 4 0,-1 0 0,0 0 0,-1 0 0,0-1 0,-1 0 0,-7 15 0,-42 82 0,17-40 0,34-67 0,1 0 0,-1 0 0,1 0 0,-1 0 0,1 1 0,1-1 0,-1 0 0,0 0 0,1 1 0,0-1 0,0 0 0,0 1 0,1-1 0,0 0 0,-1 1 0,1-1 0,2 5 0,0-3 0,0 0 0,0-1 0,1 1 0,0-1 0,0 0 0,0 0 0,0-1 0,1 1 0,-1-1 0,9 6 0,9 4 0,-1-2 0,2 0 0,0-2 0,42 15 0,27 1-273,0-4 0,2-4 0,0-5 0,114 3 0,-148-13-6553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5:11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128 2313 24575,'0'-18'0,"42"-615"0,-20 377 0,-6 27 0,24-245 0,-22 328 0,47-176 0,-61 304 0,-1 5 0,1 0 0,0 0 0,8-16 0,-18 35 0,0-1 0,0 1 0,0-1 0,0 0 0,-9 4 0,-12 10 0,12-8 0,-133 111 0,129-104 0,1 0 0,1 1 0,1 1 0,0 1 0,-17 32 0,32-53 0,1 1 0,0-1 0,-1 0 0,1 1 0,0-1 0,-1 1 0,1-1 0,0 1 0,0 0 0,0-1 0,0 1 0,-1-1 0,1 1 0,0-1 0,0 1 0,0 0 0,0-1 0,0 1 0,0-1 0,0 1 0,0-1 0,1 2 0,10-3 0,23-20 0,-28 18 0,266-206 0,-17 13 0,-241 186 0,-1 2 0,2 0 0,-1 0 0,1 2 0,0 0 0,1 0 0,0 2 0,-1 0 0,1 0 0,17 0 0,-21 3 0,0 1 0,1 1 0,-1 0 0,0 1 0,0 0 0,0 0 0,0 2 0,-1-1 0,1 2 0,-1-1 0,0 2 0,0-1 0,19 14 0,-9-3-273,-2 0 0,1 2 0,-2 0 0,24 30 0,-20-19-6553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5:12.1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 1 24575,'10'42'0,"-4"30"0,-3 0 0,-9 94 0,-31 143 0,36-303 0,-9 61 0,-3-2 0,-22 70 0,39-142 0,0 0 0,1 0 0,0 1 0,0-1 0,0 1 0,9-8 0,4-4 0,316-312 0,0 0 0,-330 326 0,5-5 0,-1 0 0,1-1 0,-2 0 0,1-1 0,-2 1 0,8-15 0,-14 24 0,1 0 0,-1 0 0,1 0 0,-1 0 0,0 0 0,1 0 0,-1 0 0,0 0 0,0 0 0,0 0 0,0 0 0,0 0 0,0 0 0,0 0 0,0 0 0,0 0 0,-1 0 0,1 0 0,0 0 0,-1 0 0,1 0 0,0 0 0,-1 0 0,0 0 0,1 0 0,-2-1 0,1 1 0,-1 0 0,1 0 0,-1 1 0,1-1 0,-1 0 0,0 1 0,0-1 0,1 1 0,-1 0 0,0-1 0,0 1 0,1 0 0,-1 0 0,0 0 0,0 0 0,-3 1 0,-15 4 0,0 1 0,0 1 0,0 1 0,1 0 0,-35 21 0,-6 5 0,-76 56 0,117-76 0,0 2 0,1 0 0,0 1 0,1 1 0,2 0 0,-1 1 0,-18 33 0,28-40 0,1 0 0,1 0 0,0 0 0,1 0 0,0 1 0,1 0 0,0-1 0,1 1 0,1 0 0,0-1 0,0 1 0,2 0 0,-1 0 0,1-1 0,1 1 0,1-1 0,6 18 0,5 6 0,2 0 0,0-1 0,3-1 0,32 43 0,-31-49-273,1 0 0,2-2 0,0-1 0,44 36 0,-15-23-6553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5:12.5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10 24575,'58'-9'0,"-45"9"0,0 0 0,1 1 0,-1 1 0,0 0 0,0 1 0,0 0 0,0 1 0,0 0 0,-1 1 0,0 1 0,0 0 0,0 1 0,-1 0 0,14 11 0,-17-12 0,0 1 0,-1 0 0,0 0 0,0 1 0,-1 0 0,0 0 0,0 0 0,-1 1 0,0 0 0,0 0 0,-1 0 0,0 1 0,-1 0 0,0-1 0,0 1 0,-1 0 0,-1 0 0,0 0 0,0 15 0,-3-4 0,-1-1 0,0 1 0,-2-1 0,-1 0 0,0 0 0,-2-1 0,0 0 0,-1 0 0,0 0 0,-20 26 0,-3-1 0,-2-1 0,-71 70 0,81-90 0,-40 31 0,63-54 0,1 0 0,-1 0 0,0 1 0,1-1 0,-1 0 0,1 1 0,-1-1 0,1 0 0,0 1 0,-1-1 0,1 1 0,-1-1 0,1 1 0,0-1 0,-1 1 0,1-1 0,0 1 0,0-1 0,-1 1 0,1-1 0,0 1 0,0 0 0,0-1 0,0 1 0,-1-1 0,1 1 0,0 0 0,0-1 0,0 1 0,0-1 0,1 1 0,-1 0 0,0-1 0,0 1 0,0-1 0,0 1 0,1 0 0,-1-1 0,0 1 0,0-1 0,1 1 0,-1-1 0,1 1 0,-1-1 0,0 0 0,1 1 0,-1-1 0,1 1 0,-1-1 0,1 0 0,-1 1 0,1-1 0,-1 0 0,1 1 0,-1-1 0,1 0 0,0 0 0,-1 0 0,1 0 0,0 1 0,43 12 0,-41-13 0,28 6-80,0-3 0,0 0-1,0-2 1,0-1 0,0-2-1,0 0 1,0-3 0,0 0-1,-1-2 1,0-2 0,0 0 0,-1-2-1,0-1 1,-1-2 0,0 0-1,45-33 1,8-16-6746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5:13.1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0 600 24575,'7'23'0,"24"91"0,-12-37 0,4-2 0,42 96 0,-65-171 0,1 1 0,0-1 0,-1 0 0,1 1 0,0-1 0,-1 0 0,1 0 0,0 0 0,0 0 0,-1 1 0,1-1 0,0 0 0,0 0 0,-1 0 0,1-1 0,0 1 0,-1 0 0,1 0 0,0 0 0,0 0 0,-1-1 0,1 1 0,0 0 0,-1-1 0,1 1 0,0 0 0,-1-1 0,1 1 0,-1-1 0,1 1 0,0-2 0,22-14 0,-7 0 0,-1 0 0,0-1 0,-2 0 0,0-1 0,14-25 0,48-104 0,-65 124 0,158-373 132,-24 50-1629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5:13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24575,'1'3'0,"-1"1"0,1-1 0,0 0 0,0 1 0,0-1 0,1 0 0,1 4 0,4 9 0,16 60 0,-4 0 0,-3 1 0,-3 1 0,-4 0 0,-3 1 0,-4 0 0,-9 97 0,0-89-1365,1-10-5461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5:18.1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8116 491 24575,'-3'-2'0,"0"1"0,0-1 0,1 0 0,-1 0 0,1 0 0,-1 0 0,1 0 0,-4-4 0,-2-3 0,-56-41 0,-1 3 0,-2 2 0,-2 4 0,-2 2 0,-2 4 0,-1 3 0,-1 3 0,-132-32 0,44 30 0,-2 7 0,0 7 0,-263 8 0,-498 76 0,371-2 0,-754 190 0,1181-224 0,-227 62 0,12 29 0,242-73 0,1 4 0,4 4 0,-115 88 0,149-92 0,2 2 0,-82 97 0,-21 22 0,-75 49 0,-110 108 0,21 23 0,170-154 0,8 7 0,-197 368 0,304-491 0,4 2 0,-38 129 0,-21 190 0,86-340 0,4-1 0,2 1 0,3 1 0,3-1 0,2 0 0,4 0 0,2 0 0,3-1 0,3 0 0,41 108 0,-26-96 0,4 0 0,3-3 0,2-1 0,4-2 0,3-2 0,103 116 0,-99-132 0,3-1 0,2-3 0,2-3 0,1-2 0,3-2 0,1-3 0,2-3 0,70 27 0,0-12 0,2-7 0,183 35 0,290 20 0,-175-41 0,173 25 0,-5 29 0,-269-32 0,290 60 0,-443-108 0,274 13 0,-225-42 0,401-48 0,213-121 0,-771 148 0,484-121 0,5 32 0,-444 92 0,-38 7 0,-1-3 0,93-28 0,-151 34 0,-1-2 0,0 0 0,0-2 0,-1 0 0,0 0 0,-1-2 0,0 0 0,-1-1 0,0-1 0,-1-1 0,24-28 0,-15 9 0,-1-1 0,-2-1 0,-1-1 0,28-74 0,127-389 0,-111 308 0,-32 94 0,-4-1 0,-5-2 0,-4 0 0,-4-2 0,1-129 0,-20-19 0,-58-406 0,-99-243 0,86 518 0,73 369 0,-154-672 0,130 604 0,-3 0 0,-3 2 0,-4 2 0,-3 1 0,-4 2 0,-62-83 0,56 97 0,-2 2 0,-3 2 0,-2 3 0,-2 2 0,-3 3 0,-1 3 0,-3 2 0,-90-44 0,43 30 0,-2 6 0,-3 5 0,-1 5 0,-205-42 0,304 80 0,10 0 0,-1 1 0,0 1 0,1 0 0,-1 0 0,-15 2 0,0 1-1365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5:20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1 286 24575,'8'-1'0,"0"0"0,1 0 0,-1 1 0,1 0 0,11 1 0,12 1 0,1233-58 0,-555-19-551,132-12 145,2 32 430,102 49-68,-631 8 1021,-311-3-967,-10-1-390,3 1-615,-9-4-5831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5:22.0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130 0 24575,'0'2'0,"-1"5"0,-1 11 0,-3 23 0,-6 30 0,-4 24 0,-4 16 0,-1 8 0,-1-3 0,1-11 0,4-23-8191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5:26.9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1924 24575,'0'0'0,"4"11"0,6 13 0,1 0 0,2 0 0,0-1 0,1-1 0,1 0 0,1-1 0,1-1 0,1 0 0,34 28 0,-37-37 0,1 1 0,1-2 0,-1 0 0,2-1 0,-1-1 0,1-1 0,1 0 0,-1-2 0,1 0 0,0 0 0,0-2 0,0-1 0,1 0 0,18-1 0,6-4-4,0-2 0,-1-1 0,0-3-1,0-1 1,-1-3 0,0-1 0,50-25-1,22-17-405,135-90-1,342-268 224,-19-36 217,-328 255-44,-107 86 90,881-662 675,-1001 759-597,27-16-109,-57 37-1410,2-4-5461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5:28.6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2693 24575,'0'0'0,"5"9"0,30 43 0,3-1 0,1-2 0,3-2 0,69 62 0,-89-92 0,0-1 0,1-1 0,1 0 0,0-2 0,34 13 0,-39-19 0,1 0 0,0-2 0,0-1 0,0 0 0,1-1 0,-1-2 0,42-1 0,-20-4 2,0-3 1,-1-1-1,0-2 0,0-2 0,-1-2 1,61-30-1,1-8-103,118-84 0,335-277-843,-24-40 237,-415 352 15,303-263 218,644-551-218,-1053 906 694,363-291 1317,-276 229-559,205-112 0,-291 177-555,2 0-97,-1-1 0,1 2 1,0-1-1,0 2 0,22-5 0,-33 9-228,15 2 373,-13-2-577,-8-3-850,-3 0-5652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5:29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199 358 24575,'0'0'0,"-17"-14"0,0 1-85,2-1 0,0-1-1,1 0 1,0-1 0,1-1-1,1 0 1,0-1 0,2 0-1,0 0 1,1-1 0,1-1-1,0 1 1,2-1 0,0-1-1,-4-34 1,8 26-6741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12.7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762 391 24575,'-24'-21'0,"9"9"0,0 1 0,-1 1 0,0 0 0,0 1 0,-1 1 0,-1 1 0,1 0 0,-1 1 0,0 1 0,-1 0 0,1 2 0,-1 0 0,1 1 0,-31 1 0,33 2 0,-1 0 0,0 2 0,1 0 0,-1 1 0,1 0 0,0 1 0,0 1 0,1 1 0,-1 0 0,1 1 0,1 1 0,0 0 0,0 1 0,1 0 0,0 1 0,-18 20 0,12-8 0,2 1 0,0 0 0,2 1 0,1 0 0,1 2 0,1-1 0,2 2 0,0-1 0,-10 51 0,10-21 0,2 1 0,2 1 0,5 111 0,5-99 0,4 0 0,3-1 0,3 0 0,3-1 0,28 74 0,-27-96 0,2 0 0,2-1 0,2-2 0,2 0 0,2-2 0,2 0 0,68 71 0,-81-96 0,1-1 0,1-1 0,0 0 0,1-2 0,1 0 0,0-1 0,26 10 0,-33-17 0,0 0 0,0-1 0,1-1 0,-1 0 0,1 0 0,0-2 0,0 0 0,0-1 0,0 0 0,-1-1 0,1-1 0,25-5 0,-17-1 0,0 0 0,0-2 0,-1 0 0,-1-1 0,1-2 0,-2 0 0,0-1 0,0-1 0,-2-1 0,23-24 0,-8 4 0,-2-2 0,-1 0 0,-2-2 0,28-55 0,-23 29 0,-2-2 0,-4-1 0,-3-2 0,-2 0 0,-4-1 0,-3-1 0,-3 0 0,-4-1 0,-2 0 0,-4-1 0,-3 1 0,-4 0 0,-2 0 0,-20-79 0,19 116 0,-3 0 0,-1 1 0,-1 0 0,-3 1 0,0 0 0,-2 1 0,-2 1 0,-35-44 0,42 61 0,-1 0 0,-1 1 0,0 1 0,-1 1 0,0 0 0,-1 1 0,-1 0 0,0 2 0,0 0 0,-1 1 0,0 1 0,-1 0 0,0 2 0,0 0 0,0 2 0,-42-5 0,41 8 0,-1 1 0,0 1 0,1 1 0,-1 1 0,1 0 0,0 2 0,0 1 0,0 0 0,1 2 0,0 0 0,0 1 0,1 1 0,0 1 0,1 0 0,0 2 0,1 0 0,0 1 0,1 0 0,1 2 0,0 0 0,1 0 0,1 1 0,1 1 0,0 0 0,1 1 0,1 0 0,1 1 0,1 0 0,0 0 0,2 1 0,0 0 0,1 0 0,-3 36 0,7-20 0,0 0 0,3 0 0,1 1 0,1-2 0,3 1 0,1 0 0,1-1 0,2-1 0,1 0 0,2 0 0,2-2 0,38 63 0,-17-41 0,3-1 0,2-1 0,3-3 0,1-1 0,3-3 0,70 53 0,138 78 0,-1 0 0,-205-138 0,-2 3 0,80 89 0,-78-68-105,-30-35 181,1-1 1,35 32 0,-49-52-202,1 0 1,0 0 0,0-1 0,1 0 0,0 0 0,0-1 0,0-1-1,0 0 1,1 0 0,0-1 0,15 3 0,31 0-6702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13.3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24575,'7'138'0,"0"-24"0,-12 570 0,-2-71 0,8-582 0,-2 12 0,3-1 0,1 1 0,18 81 0,-21-123 0,0 0 0,1 0 0,-1 0 0,0 0 0,0 1 0,1-1 0,-1 0 0,0 0 0,1 0 0,-1 0 0,1 0 0,0 0 0,-1 0 0,1 0 0,0 0 0,-1-1 0,1 1 0,0 0 0,0 0 0,0-1 0,0 1 0,0 0 0,0-1 0,0 1 0,0-1 0,0 1 0,0-1 0,0 1 0,0-1 0,0 0 0,0 0 0,2 1 0,-1-2 0,1 0 0,-1 0 0,0 0 0,0-1 0,0 1 0,0 0 0,-1-1 0,1 1 0,0-1 0,-1 0 0,1 0 0,-1 1 0,1-1 0,-1 0 0,0 0 0,2-4 0,9-18 0,-1 0 0,-1 0 0,-2-1 0,10-45 0,12-112 0,-24 140 0,1-4 0,5-30 0,-4-1 0,-1-79 0,-6 134 0,1 1 0,2 0 0,0 0 0,1 0 0,1 0 0,1 1 0,16-35 0,-12 30 0,25-59-195,4 1 0,3 2 0,4 2 0,3 2 0,4 3 0,83-91 0,-103 130-6631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13.6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24575,'0'0'0,"6"2"0,179 94 0,232 160 0,-396-240-227,1-2-1,0 0 1,1-2-1,0 0 1,32 10-1,-4-9-6598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14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24575,'0'0'0,"21"3"0,176 38 0,365 28 0,-523-67-1365,-9 0-5461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14.3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24575,'2'58'0,"15"77"0,-1-6 0,-1 302 0,2 27 0,-13-421-682,14 59-1,-4-48-6143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14.7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462 1 24575,'12'27'0,"239"860"0,-200-665-209,27 272 0,-62-311 0,-16 363 0,-17-347 209,-77 358 0,65-439 0,-6-2 0,-4-2 0,-6-2 0,-77 141 0,90-196-175,-4-1-1,-1-2 1,-3-1 0,-2-3 0,-2-1 0,-95 81 0,20-44-5954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15.3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396 0 24575,'-1'1'0,"0"0"0,0 0 0,0 0 0,0 0 0,1 0 0,-1 0 0,1 0 0,-1 1 0,0-1 0,1 0 0,0 0 0,-1 0 0,1 3 0,-4 7 0,-49 130-13,6 3 0,7 2 0,-23 157 0,-34 462-651,14 690-700,87-1265 1238,54 368 0,-43-474 90,5 0 0,3-1 0,4-2 0,3 0 0,4-2 0,74 127 0,-77-161-42,1 0 0,3-2 0,1-2 0,2-1 0,2-2 0,2-1 0,1-3 1,1-1-1,2-3 0,1-1 0,94 41 0,15-10-4594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16.2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1 896 24575,'0'0'0,"0"0"0,14 6 0,7 6 0,0 2 0,-1 0 0,0 1 0,-1 1 0,28 31 0,76 101 0,-122-146 0,63 85 0,75 137 0,31 107 0,-11-20 0,-153-300 0,6 13 0,1-1 0,1 0 0,1-1 0,1 0 0,1-1 0,20 19 0,-36-39 0,1 0 0,-1 1 0,1-1 0,0 0 0,-1 0 0,1 0 0,0 0 0,0-1 0,0 1 0,0 0 0,0-1 0,0 1 0,0-1 0,0 0 0,0 1 0,0-1 0,0 0 0,0 0 0,0-1 0,0 1 0,0 0 0,0-1 0,0 1 0,0-1 0,0 1 0,-1-1 0,1 0 0,0 0 0,0 0 0,0 0 0,2-2 0,3-3 0,1-1 0,-1 0 0,0-1 0,0 0 0,6-10 0,19-30 0,-2-1 0,-3-1 0,33-81 0,47-171 0,78-341 0,-24-8 0,-106 425 0,-24 115-1365,-17 66-5461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18.9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1443 24575,'23'-3'0,"116"-17"15,246-72-1,128-77-751,-439 143 437,430-152 133,531-182 124,8 32 51,-90 76-1262,-895 238-4473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19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1815 24575,'-1'-2'0,"0"1"0,1 0 0,-1 0 0,0-1 0,0 1 0,0 0 0,1-1 0,-1 1 0,1-1 0,-1 1 0,1-1 0,-1-2 0,3-3 0,0 0 0,0-1 0,1 1 0,-1 1 0,2-1 0,-1 0 0,1 1 0,0-1 0,9-10 0,0 1 0,1 1 0,22-19 0,-23 24 0,0 0 0,1 0 0,0 2 0,1-1 0,0 2 0,0 0 0,0 1 0,1 0 0,0 1 0,0 1 0,0 1 0,31-3 0,-24 5 0,1 1 0,0 2 0,-1 0 0,0 2 0,1 0 0,-1 2 0,-1 0 0,34 15 0,4 6 0,0 3 0,70 48 0,105 88 0,-141-97 0,-93-69 0,-1 1 0,1 0 0,0-1 0,0 1 0,-1-1 0,1 1 0,0-1 0,0 1 0,0-1 0,0 1 0,0-1 0,0 0 0,0 0 0,0 0 0,-1 1 0,1-1 0,0 0 0,0 0 0,0 0 0,0 0 0,0 0 0,0-1 0,0 1 0,0 0 0,0 0 0,0-1 0,0 1 0,0 0 0,0-1 0,0 1 0,-1-1 0,1 1 0,0-1 0,0 0 0,-1 1 0,1-1 0,0 0 0,-1 1 0,1-1 0,0 0 0,-1 0 0,1 0 0,-1 0 0,0 1 0,1-1 0,-1 0 0,1 0 0,-1 0 0,0 0 0,0 0 0,0-2 0,3-8 0,0-1 0,-1 0 0,0-18 0,-1 18 0,5-118 0,-18-199 0,1-56 0,13 352 0,1 0 0,2 0 0,2 1 0,0-1 0,3 2 0,0-1 0,2 1 0,1 1 0,2 0 0,0 1 0,2 1 0,2 0 0,34-41 0,-2 13 0,2 2 0,2 3 0,3 2 0,1 2 0,3 4 0,2 2 0,1 2 0,1 4 0,3 2 0,0 4 0,102-29 0,-144 50-227,1 2-1,0 0 1,0 2-1,0 1 1,36 1-1,-19 6-6598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20.4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1279 1004 24575,'-21'-17'0,"-11"-1"0,-2 1 0,0 2 0,0 1 0,-1 2 0,-1 2 0,-47-8 0,9 6 0,0 4 0,-84 1 0,117 7 0,0 1 0,0 2 0,1 3 0,-80 19 0,101-19 0,0 1 0,0 1 0,1 0 0,0 2 0,0 0 0,1 1 0,1 0 0,-1 1 0,2 1 0,0 1 0,1 0 0,-15 18 0,11-6 0,1 0 0,1 0 0,1 2 0,1 0 0,2 0 0,0 1 0,2 1 0,-11 55 0,17-59 0,0-1 0,2 1 0,0-1 0,2 1 0,1 0 0,1-1 0,2 1 0,0-1 0,1 0 0,2 0 0,10 27 0,-12-41 0,0 0 0,1 0 0,0-1 0,0 0 0,1 0 0,0 0 0,1-1 0,0 0 0,14 11 0,-16-15 0,0 0 0,1-1 0,0 0 0,0-1 0,0 1 0,0-1 0,0-1 0,1 1 0,-1-1 0,1 0 0,0-1 0,-1 0 0,1 0 0,0-1 0,13 0 0,-1-3 0,0-1 0,0-1 0,-1-1 0,1 0 0,-2-1 0,1-1 0,-1-1 0,0-1 0,28-19 0,0-6 0,-1-1 0,46-49 0,-41 33 0,-3-2 0,-2-2 0,-2-2 0,-3-1 0,-3-2 0,-2-2 0,-3-1 0,-3-2 0,-3-1 0,27-111 0,-29 80 0,-5-1 0,-4-1 0,-4 0 0,-5-1 0,-7-105 0,0 184 0,1 15 0,0 0 0,0 0 0,-1 1 0,0-1 0,0 0 0,0 0 0,-1 1 0,0-1 0,0 1 0,-1 0 0,-3-8 0,6 14 0,-1 0 0,1 0 0,0-1 0,0 1 0,0 0 0,0 0 0,-1 0 0,1 0 0,0 0 0,0 0 0,0 0 0,0 0 0,-1 0 0,1 0 0,0 0 0,0 0 0,0 0 0,-1 0 0,1 0 0,0 0 0,0 0 0,0 0 0,0 0 0,-1 0 0,1 0 0,0 0 0,0 1 0,0-1 0,0 0 0,-1 0 0,1 0 0,0 0 0,0 0 0,0 0 0,0 1 0,0-1 0,0 0 0,0 0 0,-1 0 0,1 0 0,0 0 0,0 1 0,0-1 0,0 0 0,0 0 0,0 1 0,-6 11 0,5-10 0,-15 36 0,1 2 0,3-1 0,-13 68 0,-4 126 0,24-164 0,3 0 0,3 0 0,3 0 0,3 0 0,4-1 0,21 78 0,-21-110 0,1-1 0,2-1 0,2 0 0,1 0 0,32 46 0,-34-59 0,1-1 0,2 0 0,0-1 0,1 0 0,0-2 0,2-1 0,0 0 0,38 21 0,-38-27-72,0-1 1,0-1-1,1-1 0,0-1 0,1 0 0,-1-2 0,1-1 0,0 0 1,0-2-1,0-1 0,0 0 0,0-2 0,0-1 0,0 0 0,-1-2 1,0-1-1,0 0 0,43-20 0,32-22-6754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21.3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969 7 24575,'-50'-4'0,"40"3"0,-1 0 0,0 0 0,0 1 0,0 1 0,-19 2 0,3 4 0,0 1 0,1 2 0,0 0 0,0 2 0,1 1 0,1 0 0,0 2 0,1 1 0,-30 27 0,19-13 0,2 3 0,0 0 0,3 2 0,1 1 0,-25 42 0,28-34 0,1 1 0,3 1 0,2 1 0,1 1 0,3 1 0,2 0 0,2 1 0,2 0 0,2 0 0,3 1 0,2 0 0,2 0 0,2 0 0,3-1 0,1 1 0,3-1 0,2 0 0,3-1 0,1 0 0,2-2 0,3 0 0,1 0 0,3-2 0,51 74 0,-25-54 0,72 74 0,67 47 0,15 15 0,-187-182 0,0 0 0,-2 1 0,0 0 0,-2 2 0,0-1 0,18 42 0,-25-46 0,-1 1 0,0-1 0,-1 1 0,-1 0 0,0 0 0,-1 0 0,-1 0 0,-1 0 0,-1 0 0,-3 22 0,-3-6 0,-1-1 0,-2 0 0,-1 0 0,-2 0 0,-1-2 0,-1 0 0,-2 0 0,-1-2 0,-24 31 0,15-25 0,-1-2 0,-2-1 0,-2-1 0,0-2 0,-2-1 0,-67 42 0,72-53 0,-2-1 0,0-2 0,0-1 0,-1-1 0,-1-2 0,-59 11 0,74-18 0,0-1 0,-1 0 0,1-2 0,0 0 0,0-1 0,0-1 0,0-1 0,0 0 0,0-1 0,0-1 0,1-1 0,0-1 0,0 0 0,-21-13 0,30 15-105,0-1 0,1 0 0,0 0 0,0-1 0,1 0 0,-1 0 0,1 0 0,1-1 0,-1 0 0,2 0 0,-1 0 0,-3-11 0,-9-23-6721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21.9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296 1 24575,'-1'1'0,"1"1"0,0-1 0,-1 1 0,1-1 0,-1 0 0,1 1 0,-1-1 0,0 0 0,1 0 0,-1 1 0,0-1 0,-1 2 0,-7 9 0,-27 65 0,3 1 0,3 2 0,-26 110 0,-27 264 0,60-215-381,9 0 0,11 1 0,53 446 0,10-303-381,177 609 0,38-192 804,-195-611-112,8-4 0,124 193 0,-161-300-119,3-2-1,4-2 0,79 78 1,-99-115 45,1-2 1,2-2-1,2-1 1,1-3-1,1-1 1,96 43-1,28-12-3055,-168-59 3185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22.6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24575,'16'12'0,"10"13"0,0 1 0,-2 0 0,-1 2 0,25 40 0,66 133 0,-63-90-94,-6 1 0,-4 2 0,-5 2 0,35 207 0,17 491-376,-25 963 220,-72-1419-62,-15-1 0,-16-1 0,-88 363 0,-289 659 606,405-1345 316,7-15-99,-2 0 1,-17 34-1,21-48-393,2-6-1601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24.6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0 750 24575,'1'4'0,"0"1"0,0-1 0,0 1 0,0-1 0,1 1 0,0-1 0,2 5 0,5 11 0,18 60 0,50 132 0,-63-181 0,1 0 0,2-1 0,0 0 0,32 38 0,-40-57 0,1-1 0,-1-1 0,1 0 0,1 0 0,0-1 0,0 0 0,1-1 0,-1 0 0,1-1 0,25 8 0,-18-8 0,1-1 0,0-1 0,0-1 0,0-1 0,0 0 0,32-3 0,11-6 0,1-3 0,-1-2 0,92-32 0,-150 42 0,71-21 0,3-2 0,107-20 0,-160 41 0,1 1 0,0 1 0,1 1 0,-1 2 0,0 0 0,0 2 0,0 1 0,28 8 0,2 8 0,0 3 0,-2 2 0,103 64 0,-105-56 0,1-3 0,1-2 0,107 38 0,-113-54 0,0-2 0,0-2 0,1-3 0,0-1 0,61-4 0,249-36 0,-245 21 0,-63 10 0,1 2 0,-1 3 0,1 2 0,-1 2 0,0 2 0,66 18 0,-50-9 0,1-2 0,1-4 0,-1-2 0,1-4 0,124-9 0,51-33 0,-21 3 0,-171 30 0,1 3 0,67 4 0,153 31 0,-168-16 0,182 4 0,-200-24 0,122-21 0,85-34 0,-137 25 0,173-15 0,128 33 0,-69 4 0,-270 3 0,148-30 0,-150 13 0,-2-6 0,-1-4 0,-1-5 0,-3-5 0,-1-5 0,114-73 0,-183 97 0,0-2 0,-2-2 0,-1-1 0,-1-2 0,-2-2 0,59-78 0,-76 89 0,-2-1 0,0-1 0,-2 0 0,-1-1 0,-2-1 0,0 0 0,-2 0 0,-1-1 0,-2 0 0,0 0 0,-2-1 0,0-45 0,-4 49 0,-2-1 0,0 0 0,-2 1 0,-1 0 0,-1 0 0,-1 0 0,-2 0 0,-14-30 0,14 47 0,7 8 0,5 6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26.2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1022 284 24575,'0'0'0,"0"0"0,0 0 0,-13-21 0,8 15 0,-16-20 0,0 1 0,-2 1 0,0 1 0,-48-36 0,51 44 0,-2 1 0,0 1 0,-1 0 0,0 2 0,-1 1 0,-41-13 0,62 23 0,0 0 0,1-1 0,-1 1 0,0 0 0,0 0 0,1 0 0,-1 1 0,0-1 0,1 1 0,-1-1 0,0 1 0,1 0 0,-1 0 0,1 0 0,0 0 0,-1 1 0,1-1 0,0 1 0,-1-1 0,1 1 0,0 0 0,0 0 0,1 0 0,-1 0 0,0 0 0,-1 3 0,-6 7 0,2 0 0,0 1 0,-9 23 0,10-23 0,-5 12 0,2 1 0,0 0 0,1 1 0,2-1 0,1 1 0,1 0 0,-1 50 0,5-57 0,2 0 0,0 0 0,2 0 0,0 0 0,1 0 0,1-1 0,0 0 0,2 0 0,0-1 0,1 0 0,17 24 0,3-2 0,2-2 0,1-1 0,2-2 0,2-1 0,45 34 0,209 132 0,-283-195 0,84 51 0,51 34 0,-114-71 0,-2 2 0,46 45 0,-63-55 0,0 0 0,0 0 0,-1 1 0,0 0 0,-1 0 0,-1 1 0,0-1 0,-1 2 0,0-1 0,-1 0 0,0 1 0,-1 0 0,-1 0 0,0 0 0,-1 0 0,0 0 0,-3 20 0,-1-10 0,-1 0 0,-1-1 0,-1 1 0,-1-1 0,-1 0 0,-1 0 0,-1-1 0,-2-1 0,-17 28 0,1-8 0,-2-1 0,-2-1 0,-1-2 0,-2-1 0,-2-2 0,0-1 0,-3-2 0,0-2 0,-2-2 0,-1-1 0,-47 19 0,56-30 0,-1-2 0,-1-1 0,0-2 0,-1-2 0,1-1 0,-60 3 0,65-9 0,1-2 0,-1-1 0,0-1 0,1-2 0,0-1 0,0-1 0,0-1 0,-45-21 0,47 16 0,0-1 0,1-1 0,1-1 0,0-2 0,1-1 0,1-1 0,1 0 0,1-2 0,0-1 0,-23-33 0,39 47-105,1 0 0,1 0 0,-1 0 0,1 0 0,1-1 0,0 1 0,0-1 0,1 0 0,0 0 0,1 0 0,0 0 0,0-14 0,4-22-6721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27.1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930 1 24575,'-7'18'0,"-196"398"0,-4 9 0,106-177-145,10 4-1,12 4 1,11 3-1,-35 270 1,68-250 159,11 1 0,13 0 0,43 487-1,51-247-13,-60-426 0,4-1 0,4-1 0,60 122 0,-73-179 0,1-1 0,2-1 0,1-1 0,42 46 0,-48-61 0,0-1 0,1-1 0,1-1 0,1 0 0,0-1 0,0-1 0,1-1 0,1-1 0,23 8 0,-16-9-626,53 9-1,20-6-5639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28.2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533 1 24575,'-7'2'0,"-11"8"0,0 1 0,0 1 0,1 0 0,0 1 0,-17 19 0,-71 83 0,70-69 0,2 1 0,2 1 0,3 2 0,1 1 0,3 1 0,2 2 0,2 0 0,3 0 0,-11 60 0,15-48 0,4 0 0,2 0 0,4 1 0,2-1 0,3 1 0,3-1 0,21 103 0,-14-120 0,1-1 0,2-1 0,3-1 0,1 0 0,39 64 0,-47-89 0,2-2 0,1 0 0,0 0 0,1-1 0,1-1 0,1-1 0,0 0 0,1-1 0,1-1 0,0-1 0,1 0 0,1-2 0,37 17 0,-44-24 0,-1 0 0,0-1 0,1 0 0,-1-1 0,1-1 0,0 0 0,0-1 0,-1 0 0,1-1 0,0-1 0,0 0 0,-1-1 0,0 0 0,1-1 0,-1-1 0,-1 0 0,15-8 0,-8 2 0,0-1 0,0-1 0,-1-1 0,-1 0 0,-1-1 0,0-1 0,-1-1 0,0 0 0,22-35 0,-12 7 0,-1 0 0,-2-2 0,-2 0 0,-2-1 0,-3-1 0,-1 0 0,-3-1 0,-2-1 0,3-54 0,-7 23 0,-4 1 0,-4-1 0,-3 0 0,-33-157 0,26 183 0,-2 1 0,-3 0 0,-49-102 0,55 133 0,-1 1 0,-2 0 0,0 1 0,-1 1 0,-2 0 0,0 1 0,-1 1 0,-1 1 0,0 0 0,-40-24 0,56 39 0,0 1 0,-1-1 0,0 1 0,1 0 0,-1 1 0,0-1 0,0 1 0,0 0 0,0 0 0,0 0 0,-1 1 0,1 0 0,0 0 0,0 0 0,0 0 0,0 1 0,0 0 0,-8 2 0,5 1 0,0 0 0,0 0 0,1 0 0,-1 1 0,1 0 0,0 0 0,0 1 0,1 0 0,-12 14 0,2-1 0,0 1 0,2 1 0,1 1 0,0 0 0,2 0 0,0 1 0,1 1 0,-9 36 0,11-25 0,2-1 0,1 1 0,1 0 0,2 0 0,5 57 0,3-35 0,3 0 0,2-1 0,3 0 0,2-1 0,3-1 0,2-1 0,38 71 0,-25-66 0,2-1 0,3-2 0,2-2 0,3-1 0,89 82 0,-15-35 0,183 119 0,-119-94-1365,-140-95-5461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28.5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 24575,'-5'18'0,"-8"82"0,3 0 0,5 136 0,5-197 0,9 337-682,80 524-1,-85-876-6143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28.7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1 956 24575,'26'-47'0,"2"0"0,58-73 0,80-71 0,1 16-682,235-191-1,-389 356-6143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29.0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24575,'6'10'0,"0"0"0,1-1 0,1 0 0,9 10 0,8 10 0,122 164 0,113 136 0,-223-288-1365,-5-10-5461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29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1 214 24575,'0'0'0,"4"-1"0,288-30 0,445-65 0,-376 22-1365,-308 63-5461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29.7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184 0 24575,'0'0'0,"0"0"0,-1 7 0,-27 177 0,-77 462 0,69-437-1365,22-122-5461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30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0 298 24575,'0'0'0,"5"0"0,144-4 0,294-49 0,139-72 0,-173 33 0,-339 78-1365,-16 5-5461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30.8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 0 24575,'3'17'0,"50"556"0,-46-434 0,18 777 0,-31-724 0,-9-1 0,-69 332 0,80-504-101,3-13-14,0 0 0,0-1 0,0 1 0,-1-1 0,0 1 0,0-1 0,0 0 1,-1 0-1,0 0 0,-4 6 0,-2-3-6711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31.4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0 24575,'-21'2085'0,"17"-1861"-1365,4-194-5461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32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0 195 24575,'1'-6'0,"-1"4"0,0 0 0,0-1 0,1 1 0,-1 0 0,1 0 0,-1-1 0,1 1 0,0 0 0,0 0 0,0 0 0,2-4 0,-2 5 0,1 1 0,-1 0 0,0-1 0,1 1 0,-1 0 0,1 0 0,-1 0 0,0 0 0,1 0 0,-1 0 0,0 0 0,1 0 0,-1 1 0,0-1 0,1 0 0,-1 1 0,0-1 0,0 1 0,1 0 0,-1-1 0,0 1 0,0 0 0,0 0 0,2 1 0,24 14 0,-1 2 0,0 1 0,44 43 0,61 79 0,-121-130 0,369 460 0,-130-155 0,-248-314 0,0 0 0,0 0 0,0-1 0,1 1 0,-1-1 0,1 1 0,-1-1 0,1 1 0,-1-1 0,1 0 0,0 0 0,0 0 0,2 1 0,-3-2 0,1-1 0,-1 0 0,0 0 0,0 1 0,1-1 0,-1 0 0,0 0 0,0 0 0,0-1 0,0 1 0,0 0 0,-1 0 0,1 0 0,0-1 0,0 1 0,-1 0 0,1-1 0,-1 1 0,1-1 0,-1 1 0,0-2 0,146-443 0,-114 331 0,6-12 0,101-385 0,-136 498 0,-3 31 0,65 1058 0,-62-968 0,-2-105-4,8 833-1357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34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1505 24575,'24'-5'0,"476"-41"0,-266 31 0,596-83-99,-3-38-588,-393 62 454,37-3-890,1354-236-520,-1583 268 1504,1282-234-660,3 27 440,-1329 223 758,425-75 2522,-614 102-2864,-6 2-59,-1 0-1,0 0 0,1-1 1,-1 0-1,1 1 0,-1-1 1,0 0-1,1 0 1,-1 0-1,0 0 0,0 0 1,0-1-1,0 1 0,0-1 1,0 1-1,2-3 0,-1-8-6438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35.6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1670 24575,'15'-9'0,"45"-22"0,1 2 0,1 2 0,1 4 0,2 2 0,69-13 0,-87 26 0,0 1 0,1 3 0,0 2 0,-1 2 0,1 2 0,0 2 0,-1 2 0,47 12 0,-31 0 0,-1 3 0,-1 2 0,-1 3 0,-1 2 0,-1 3 0,-2 2 0,-2 3 0,-1 2 0,-1 3 0,86 89 0,-133-125 0,6 6 0,0 1 0,-1 0 0,0 1 0,0 0 0,-2 0 0,0 1 0,8 16 0,-16-30 0,0 0 0,0 0 0,0 1 0,0-1 0,0 0 0,0 0 0,1 0 0,-1 1 0,0-1 0,0 0 0,0 0 0,0 1 0,0-1 0,0 0 0,0 0 0,0 0 0,0 1 0,0-1 0,0 0 0,0 0 0,0 1 0,0-1 0,0 0 0,0 0 0,0 1 0,0-1 0,-1 0 0,1 0 0,0 0 0,0 1 0,0-1 0,0 0 0,0 0 0,0 0 0,-1 0 0,1 1 0,0-1 0,0 0 0,0 0 0,-1 0 0,1 0 0,-12-3 0,-14-16 0,6 0 0,2-1 0,1-1 0,0-1 0,1 0 0,-17-34 0,4-1 0,-27-74 0,32 65 0,3-1 0,3 0 0,3-2 0,2 1 0,4-2 0,-1-110 0,12 134 0,2 1 0,1 0 0,2 0 0,22-69 0,-18 81 0,2-1 0,1 2 0,2 0 0,0 1 0,3 1 0,32-42 0,-13 28 0,1 2 0,2 2 0,1 2 0,3 2 0,0 1 0,3 3 0,0 2 0,78-36 0,-52 34 0,1 3 0,2 4 0,0 3 0,1 3 0,118-12 0,-188 30-38,96-11-626,151 2 1,-237 11-6163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36.3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1076 567 24575,'-1'2'0,"1"-1"0,-1 1 0,0 0 0,1-1 0,-1 1 0,0-1 0,0 0 0,0 1 0,0-1 0,0 0 0,0 1 0,0-1 0,0 0 0,-1 0 0,-1 2 0,-25 16 0,23-16 0,-12 7 0,-1-1 0,0-1 0,-1 0 0,1-1 0,-2-1 0,1-1 0,-1-1 0,-23 3 0,-165 2 0,160-9 0,-42-1 0,39-1 0,1 3 0,0 1 0,-59 11 0,98-10 0,1 0 0,-1 0 0,0 1 0,1 0 0,0 0 0,0 2 0,0-1 0,1 1 0,0 0 0,0 1 0,0 0 0,1 1 0,0 0 0,-11 14 0,10-9 0,1 0 0,0 1 0,1 0 0,0 0 0,1 1 0,1 0 0,0 0 0,1 0 0,-4 28 0,5-12 0,1 0 0,1 1 0,1-1 0,2 1 0,2-1 0,13 57 0,-12-68 0,0-1 0,2 0 0,0 0 0,2-1 0,0 0 0,0-1 0,2 1 0,0-2 0,1 0 0,1 0 0,26 25 0,-32-36 0,-1 1 0,1-1 0,0 0 0,0-1 0,1 0 0,-1 0 0,1 0 0,0-1 0,0-1 0,0 1 0,0-1 0,0 0 0,1-1 0,-1 0 0,0 0 0,1-1 0,-1 0 0,1-1 0,-1 1 0,1-2 0,-1 1 0,0-1 0,0 0 0,0-1 0,0 0 0,0 0 0,0-1 0,-1 0 0,10-7 0,1-2 0,-1-2 0,-1 0 0,0-1 0,-2 0 0,1-2 0,-2 1 0,0-2 0,-2 1 0,0-2 0,10-23 0,2-11 0,-3 0 0,22-98 0,-24 68 0,-4-2 0,-4 0 0,-1-136 0,-11 148 0,-4 0 0,-2 0 0,-4 0 0,-31-104 0,38 163 0,3 8 0,0-1 0,0 1 0,-1 0 0,0 0 0,-1 0 0,-4-8 0,7 15 0,1 1 0,0-1 0,-1 0 0,1 1 0,0-1 0,-1 0 0,1 1 0,0-1 0,0 1 0,-1-1 0,1 0 0,0 1 0,0-1 0,0 1 0,0-1 0,-1 1 0,1-1 0,0 1 0,0-1 0,0 0 0,0 1 0,0-1 0,0 1 0,0-1 0,0 1 0,1-1 0,-1 1 0,0-1 0,0 1 0,1 79 0,4 0 0,16 88 0,-13-112 0,78 404 0,-61-363 0,5-1 0,69 153 0,-85-218 0,2-1 0,1 0 0,2-2 0,0 0 0,2-1 0,28 29 0,-40-48 0,0 0 0,0 0 0,1 0 0,0-1 0,0-1 0,0 0 0,1 0 0,0-1 0,0 0 0,1-1 0,-1-1 0,1 1 0,0-2 0,0 0 0,0 0 0,0-1 0,0 0 0,0-1 0,1-1 0,19-3 0,-14 0-10,0-1-1,0-1 0,-1 0 0,0-1 1,0-1-1,28-18 0,-19 8 58,-1-1 0,0-1-1,29-32 1,-1-9-540,-2-2 1,46-77 0,18-40-6334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36.9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1497 1 24575,'0'1'0,"0"1"0,0-1 0,1 1 0,-1-1 0,1 0 0,-1 1 0,1-1 0,-1 0 0,1 0 0,0 1 0,0-1 0,-1 0 0,3 1 0,5 10 0,340 712-62,-296-609-51,198 459-764,-39 23 457,-104-192-1268,-13 61 1266,-18 74 422,-32-66-1663,-35 932-1,-68-852 999,34-412 533,-55 177 1,52-234-110,-4-1 1,-3-2-1,-4-1 0,-53 81 1,48-97 151,-2-2 0,-3-2 1,-2-2-1,-108 95 0,68-82 118,-2-4 0,-3-3 1,-3-6-1,-145 66 0,77-54 508,-4-8-1,-185 43 1,350-104-407,-213 48 3098,184-44-2777,-1-2 0,-1-1 0,1-2 0,-38-3 0,60 0-434,-1 0 0,1-1 0,0-1 0,1 0 0,-1-1 0,1 0 0,0-1-1,-22-14 1,-26-22-6245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44.5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2173 654 24575,'-103'14'0,"-195"-1"0,-32 4 0,288-12 0,1 2 0,0 2 0,1 2 0,0 2 0,-72 32 0,79-27 0,0 1 0,2 1 0,0 1 0,1 2 0,1 1 0,2 2 0,0 0 0,2 2 0,1 0 0,1 2 0,1 1 0,2 1 0,1 0 0,2 1 0,1 1 0,2 1 0,1 0 0,2 1 0,-12 64 0,14-35 0,3 1 0,3-1 0,3 1 0,3 0 0,2-1 0,4 0 0,29 115 0,-6-74 0,4-1 0,4-1 0,97 176 0,-88-195 0,4-2 0,3-3 0,84 93 0,-105-134 0,2-3 0,2 0 0,1-3 0,1-1 0,2-2 0,1-2 0,88 40 0,-107-58 0,0-1 0,1-1 0,0-1 0,0-1 0,1-2 0,-1-1 0,1-1 0,0-1 0,0-1 0,43-6 0,-38 0 0,0-1 0,0-2 0,-1-1 0,0-1 0,0-2 0,-1-1 0,-1-2 0,36-25 0,-8 0 4,-2-3 0,-1-3 0,-3-2 0,-2-2-1,50-67 1,-27 19-205,-5-2-1,66-131 0,-78 121 181,-6-2 0,-4-3 0,-5-1 0,-5-2 0,25-156-1,-47 187 24,-4 0-1,-3 0 0,-5-1 0,-3 1 0,-4 0 0,-4 0 0,-4 0 1,-29-99-1,29 140 13,-3 1-1,-2 0 1,-1 2 0,-3 0 0,-2 1 0,-1 1 0,-2 2-1,-2 0 1,-69-68 0,68 80 33,-1 1 0,-1 1-1,-2 2 1,0 1 0,-2 2-1,0 1 1,-1 3 0,-1 0-1,-1 3 1,0 1 0,-83-14-1,79 22-43,0 2 0,0 2 0,-1 2 0,1 2 0,0 1 0,0 3 0,1 2 1,0 1-1,0 2 0,-79 35 0,30-2-177,2 3-1,2 4 1,-132 104 0,66-32 158,6 7-1,6 6 0,5 6 1,7 6-1,7 6 1,6 5-1,-107 196 1,208-327 45,-5 6 124,1 0 0,3 2 1,0 0-1,-11 43 0,27-78-147,0 1 0,1 0-1,-1 0 1,1 0 0,0 0-1,-1 0 1,2 0 0,-1-1 0,0 1-1,0 0 1,1 0 0,0 0-1,-1 0 1,1-1 0,0 1-1,1 0 1,-1-1 0,0 1 0,1-1-1,3 5 1,-2-3-120,0-2 0,0 1-1,1 0 1,-1-1 0,1 1 0,0-1-1,0 0 1,-1 0 0,1 0 0,1-1-1,-1 0 1,8 2 0,15 2-6712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47.0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466 1 24575,'12'13'0,"178"184"0,312 250 0,263 112 0,-138-165 0,15-24 0,-580-335 0,170 86 0,-181-98 0,1-3 0,90 24 0,-131-43 0,8 1 0,-18 0 0,-12 0 0,-1096 96 0,451-74 0,-683 41 0,1146-45 0,-75 4 0,262-23 0,0-1 0,0 0 0,0 0 0,0 0 0,0-1 0,0 0 0,0 0 0,0 0 0,0-1 0,0 0 0,1 0 0,-1 0 0,1-1 0,-1 0 0,1 0 0,0 0 0,0-1 0,0 0 0,1 0 0,-1 0 0,1 0 0,0-1 0,0 0 0,1 1 0,-1-1 0,1-1 0,0 1 0,0 0 0,-3-10 0,-4-11 0,1 0 0,2 0 0,0-1 0,2 0 0,0 0 0,0-45 0,5-8 0,10-79 0,102-554 0,-7 81 0,-87 440 0,20-147 0,-28 322-1365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47.6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1046 114 24575,'-1'-4'0,"-1"-1"0,0 1 0,0 0 0,-1 0 0,1 0 0,-1 1 0,0-1 0,0 0 0,-6-4 0,3 1 0,2 3 0,-1-3 0,-1 0 0,0 1 0,0-1 0,-1 1 0,0 1 0,-9-7 0,13 11 0,0-1 0,0 1 0,0 0 0,-1 0 0,1 1 0,0-1 0,-1 0 0,1 1 0,-1 0 0,1 0 0,0 0 0,-1 0 0,1 1 0,-1-1 0,1 1 0,0 0 0,0 0 0,-1 0 0,1 0 0,-4 3 0,-19 8 0,1 2 0,1 1 0,0 1 0,-22 20 0,-84 84 0,69-57 0,3 3 0,3 3 0,2 1 0,4 3 0,3 2 0,4 2 0,-60 150 0,70-138 0,5 2 0,3 1 0,5 0 0,3 1 0,5 1 0,3 1 0,7 109 0,8-96 0,5-1 0,28 113 0,70 203 0,-33-141 0,-68-243 0,2 5 0,31 84 0,-37-115 0,2 0 0,-1-1 0,1 1 0,1-2 0,0 1 0,1-1 0,0 0 0,1-1 0,0 0 0,20 14 0,-12-12-341,1-1 0,0-1-1,31 11 1,64 16-6485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48.2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67 24575,'0'0'0,"11"-3"0,23-4 0,55-12 0,1 3 0,100-4 0,-161 19 0,0 1 0,0 2 0,0 0 0,0 2 0,-1 2 0,0 0 0,0 2 0,0 1 0,-1 1 0,50 27 0,-48-19 0,-1 2 0,-1 1 0,-1 2 0,0 0 0,-2 2 0,-1 0 0,-1 2 0,-2 0 0,35 60 0,-18-16 0,-2 2 0,-4 2 0,24 89 0,1 39-385,29 215 0,2 218 260,-85-623 133,1 13-8,56 489 0,-27 2 0,-44-231-14,5-227 3,-2-1 0,-35 112 0,33-138 6,-2-1 0,-1 0 1,-1 0-1,-1-2 0,-2 0 1,-28 35-1,30-45 4,-2 0-1,0-1 1,-1-1-1,0-1 1,-2-1-1,0-1 1,0 0-1,-1-2 1,-33 14-1,27-16 40,-1 0-1,0-2 1,0-2-1,-1 0 1,0-2-1,0-1 1,-46-2 0,19-4-414,1-3 1,0-2-1,-56-16 1,-73-29-5633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49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229 0 24575,'0'0'0,"15"3"0,5 5 0,-1 0 0,-1 1 0,0 1 0,0 0 0,16 14 0,80 70 0,-101-84 0,43 42 0,-31-28 0,0-1 0,2-1 0,45 29 0,-66-48 0,1 1 0,-1-2 0,0 1 0,1-1 0,-1 0 0,1 0 0,0-1 0,-1 0 0,1 0 0,0 0 0,0-1 0,0 0 0,-1-1 0,1 1 0,0-1 0,7-2 0,-5 0 0,0 0 0,0-1 0,-1 0 0,0-1 0,1 1 0,-2-1 0,1-1 0,-1 0 0,1 0 0,11-13 0,-10 9 0,-1-1 0,0 1 0,0-2 0,-1 1 0,-1-1 0,0 0 0,0 0 0,-1 0 0,-1-1 0,0 0 0,-1 0 0,0 0 0,-1 0 0,0-1 0,-2 1 0,0-23 0,0 34 0,0 0 0,-1 0 0,1 0 0,-1 1 0,1-1 0,-1 0 0,1 0 0,-1 0 0,0 1 0,0-1 0,0 1 0,0-1 0,0 1 0,-1-1 0,1 1 0,0-1 0,-1 1 0,1 0 0,-1 0 0,1 0 0,-1 0 0,1 0 0,-1 0 0,0 0 0,0 0 0,1 1 0,-1-1 0,0 1 0,0-1 0,0 1 0,0 0 0,0-1 0,1 1 0,-1 0 0,0 0 0,0 1 0,0-1 0,0 0 0,0 1 0,-2 0 0,-9 2 0,0 0 0,1 1 0,-1 1 0,-16 8 0,-14 9 0,1 2 0,-49 37 0,-71 68 0,-50 34 0,203-157 0,0-1 0,0 1 0,-1-2 0,0 1 0,0-1 0,0-1 0,-1 0 0,1-1 0,-1 1 0,1-2 0,-1 0 0,0 0 0,-17-1 0,20-1 0,0-1 0,1 1 0,-1-1 0,0-1 0,0 1 0,1-1 0,-1 0 0,1-1 0,0 0 0,0 0 0,1-1 0,-1 0 0,1 0 0,0 0 0,0-1 0,0 0 0,1 0 0,-8-11 0,11 14 0,0-1 0,-1 1 0,1-1 0,1 0 0,-1 1 0,0-1 0,1 0 0,0 0 0,0 0 0,0 0 0,0 0 0,1 0 0,-1 0 0,1-1 0,0 1 0,1 0 0,-1 0 0,1 0 0,-1 0 0,1 0 0,0 0 0,1 0 0,-1 0 0,1 0 0,0 1 0,0-1 0,0 0 0,0 1 0,0 0 0,1-1 0,3-2 0,2-2 0,1 0 0,-1 0 0,2 1 0,-1 1 0,1-1 0,0 1 0,1 1 0,-1 0 0,22-7 0,-1 4-341,0 2 0,0 0-1,45-1 1,7 4-6485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49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0 195 24575,'30'-9'0,"118"-37"0,277-76 0,-395 116-273,1 1 0,-1 1 0,1 2 0,50 2 0,-60 2-6553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49.9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571 245 24575,'0'0'0,"0"0"0,0 0 0,-2 4 0,-96 246 0,-201 455 0,294-696 0,2 0 0,-2 0 0,1-1 0,-1 1 0,0-1 0,-1 0 0,0-1 0,0 1 0,-12 10 0,17-17 0,0 0 0,-1 0 0,1-1 0,-1 1 0,1 0 0,-1 0 0,1-1 0,-1 1 0,0-1 0,1 1 0,-1-1 0,0 0 0,1 0 0,-1 1 0,0-1 0,1 0 0,-1-1 0,0 1 0,1 0 0,-3-1 0,1 0 0,1 0 0,0 0 0,-1-1 0,1 1 0,0-1 0,0 1 0,0-1 0,0 0 0,0 0 0,0 0 0,1 0 0,-1 0 0,-1-3 0,-4-10 0,0 1 0,1-2 0,1 1 0,1 0 0,0-1 0,1 0 0,0 0 0,1 0 0,1-19 0,0-29 0,2 1 0,3 0 0,3 0 0,20-82 0,0 35 0,67-165 0,-62 197-682,49-84-1,-33 82-6143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50.3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6 24575,'0'0'0,"0"0"0,-1-1 0,0 0 0,0-1 0,0 1 0,0 0 0,6 3 0,10 5 0,12 8 0,14 8 0,14 8 0,-3-1-8191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50.8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641 240 24575,'23'-16'0,"-2"3"0,0 2 0,0 0 0,1 1 0,0 1 0,1 1 0,0 2 0,0 0 0,1 1 0,-1 1 0,44-1 0,-52 4 0,-1 0 0,1-1 0,-1-1 0,0 0 0,0-1 0,0-1 0,19-9 0,-24 10 0,0-1 0,-1 0 0,0-1 0,0 0 0,-1 0 0,1-1 0,-1 0 0,-1 0 0,1 0 0,-1-1 0,-1 0 0,6-9 0,-9 7 0,-8 10 0,-15 13 0,-29 29 0,2 3 0,-84 101 0,48-50 0,33-41 0,-2-3 0,-2-2 0,-76 53 0,100-82 0,-1-1 0,-1-1 0,-1-2 0,-1-1 0,0-2 0,-1-2 0,0-1 0,-47 8 0,68-17 0,-1 0 0,0-1 0,0 0 0,0-1 0,0-1 0,-18-4 0,31 5 0,-1 0 0,1-1 0,0 0 0,-1 0 0,1 0 0,0 0 0,0-1 0,0 1 0,-1-1 0,1 0 0,1 0 0,-1 0 0,0 0 0,0 0 0,1-1 0,0 1 0,-1-1 0,1 0 0,0 1 0,0-1 0,0 0 0,1 0 0,-1-1 0,1 1 0,0 0 0,-1 0 0,1-1 0,1 1 0,-1 0 0,0-1 0,1 1 0,0-1 0,0 1 0,0-5 0,2-4 0,0 0 0,0 0 0,1 0 0,1 0 0,0 1 0,0 0 0,1 0 0,11-19 0,5-2 0,38-44 0,-8 18-682,91-79-1,-43 53-6143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51.0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 24575,'0'0'0,"0"-1"0,0 0 0,0 0 0,2-7 0,-1-3-8191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51.7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 12 24575,'-5'-2'0,"-1"0"0,1 0 0,-1 0 0,1 1 0,-1 0 0,0 0 0,1 0 0,-1 1 0,-6 0 0,10 1 0,0-1 0,0 0 0,0 1 0,1-1 0,-1 1 0,0 0 0,0 0 0,1 0 0,-1-1 0,0 2 0,1-1 0,-1 0 0,1 0 0,0 0 0,-1 1 0,1-1 0,0 1 0,0-1 0,0 1 0,0-1 0,0 1 0,0-1 0,0 1 0,0 0 0,1 0 0,-1 0 0,1-1 0,-1 1 0,1 0 0,0 0 0,0 2 0,-1 4 0,0 0 0,1 0 0,0 0 0,1 0 0,-1 0 0,3 8 0,1-3 0,0 0 0,0 0 0,1 0 0,1-1 0,0 0 0,0 0 0,10 12 0,-11-17 0,0 0 0,1 0 0,0-1 0,0 0 0,0 0 0,0-1 0,1 1 0,0-1 0,0-1 0,1 0 0,-1 0 0,14 5 0,-17-8 0,-1 0 0,1 0 0,0 0 0,0-1 0,0 0 0,-1 0 0,1 0 0,0 0 0,0 0 0,0-1 0,-1 0 0,1 0 0,0 0 0,-1 0 0,1 0 0,-1-1 0,1 1 0,-1-1 0,0 0 0,1 0 0,-1-1 0,0 1 0,-1-1 0,1 1 0,0-1 0,-1 0 0,1 0 0,1-4 0,-1 3 0,0 0 0,-1-1 0,1 0 0,-1 1 0,0-1 0,-1 0 0,1 0 0,-1 0 0,0 0 0,0 0 0,-1 0 0,1 0 0,-1-1 0,0 1 0,-1 0 0,1 0 0,-1 0 0,0 0 0,0 0 0,-3-7 0,4 11-29,-1 0-1,1 0 0,-1 0 1,1 0-1,-1 0 0,0 0 0,1 0 1,-1 0-1,0 0 0,0 0 1,1 0-1,-1 1 0,0-1 1,0 0-1,0 1 0,0-1 1,0 0-1,0 1 0,0-1 1,0 1-1,-1 0 0,1-1 1,0 1-1,0 0 0,0 0 1,0-1-1,-1 1 0,1 0 1,0 0-1,0 0 0,0 1 0,0-1 1,-1 0-1,1 0 0,0 1 1,0-1-1,0 0 0,0 1 1,0-1-1,0 1 0,0 0 1,0-1-1,0 1 0,0 0 1,-1 0-1,-20 14-6796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52.6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688 193 24575,'-37'-34'0,"-1"2"0,-64-42 0,91 67 0,0 1 0,0 0 0,0 0 0,0 1 0,-1 0 0,0 1 0,0 1 0,0 0 0,-1 0 0,1 1 0,-1 1 0,1 0 0,-1 1 0,1 0 0,-1 1 0,1 0 0,-1 1 0,1 1 0,0 0 0,0 0 0,0 1 0,0 1 0,-21 11 0,17-7 0,1 1 0,1 0 0,0 2 0,0-1 0,1 2 0,1 0 0,0 0 0,0 1 0,2 0 0,0 1 0,0 0 0,-13 33 0,18-38 0,1 1 0,0 0 0,0 0 0,2 0 0,-1 1 0,1-1 0,1 1 0,0-1 0,1 1 0,0-1 0,1 1 0,0 0 0,0-1 0,2 0 0,-1 1 0,1-1 0,1 0 0,0 0 0,1-1 0,0 1 0,6 9 0,-7-14 0,0-1 0,0 1 0,1-1 0,-1 0 0,1-1 0,0 1 0,0-1 0,1 0 0,-1 0 0,1 0 0,0-1 0,0 0 0,0 0 0,0-1 0,0 1 0,1-1 0,-1-1 0,1 1 0,0-1 0,-1 0 0,1-1 0,0 0 0,0 0 0,-1 0 0,1-1 0,0 0 0,-1 0 0,1 0 0,8-4 0,0 0 0,0-1 0,-1-1 0,0 0 0,0 0 0,0-2 0,-1 1 0,-1-2 0,0 0 0,0 0 0,-1-1 0,17-21 0,9-30 0,-30 49 0,0 0 0,0 1 0,19-23 0,-23 33 0,0-1 0,0 1 0,0 0 0,0 0 0,0 0 0,1 0 0,-1 1 0,0-1 0,1 1 0,0 0 0,-1 0 0,1 0 0,0 1 0,-1-1 0,1 1 0,0 0 0,0 0 0,-1 0 0,8 1 0,7 3 0,0-1 0,32 13 0,-39-13 0,203 74 0,87 27 0,-193-75 0,191 26 0,-244-49 0,1-2 0,-1-3 0,1-3 0,0-1 0,77-16 0,-125 17 0,1 0 0,-1 0 0,0-1 0,0 1 0,0-2 0,0 1 0,-1-1 0,0-1 0,14-9 0,-18 11 0,0 0 0,0-1 0,0 1 0,-1-1 0,1 0 0,-1 0 0,0 0 0,0 0 0,0 0 0,-1-1 0,1 1 0,-1 0 0,0-1 0,0 1 0,-1-1 0,0 1 0,1-1 0,-1 1 0,-1-8 0,-1-9 0,-2 1 0,1-1 0,-2 1 0,-1 0 0,-1 0 0,0 1 0,-20-36 0,27 54 0,0 1 0,0-1 0,-1 1 0,1-1 0,0 1 0,0-1 0,-1 1 0,1 0 0,0-1 0,-1 1 0,1-1 0,0 1 0,-1 0 0,1-1 0,0 1 0,-1 0 0,1-1 0,-1 1 0,1 0 0,-1 0 0,1 0 0,-1-1 0,1 1 0,-1 0 0,1 0 0,-1 0 0,1 0 0,-1 0 0,0 0 0,-9 12 0,-1 25 0,7-18 0,1 0 0,1 0 0,1 0 0,0 1 0,2-1 0,0 0 0,1 0 0,1 0 0,9 32 0,-12-50 0,0 0 0,1 0 0,-1 0 0,0 0 0,0 0 0,1 0 0,-1 0 0,1 0 0,-1-1 0,1 1 0,-1 0 0,1 0 0,0 0 0,-1 0 0,1-1 0,0 1 0,-1 0 0,1-1 0,0 1 0,0 0 0,0-1 0,0 1 0,0-1 0,-1 0 0,1 1 0,2 0 0,-1-2 0,-1 1 0,0-1 0,0 1 0,0-1 0,0 0 0,0 1 0,0-1 0,0 0 0,0 0 0,0 0 0,0 0 0,0 0 0,0 0 0,0 0 0,-1 0 0,1 0 0,1-2 0,3-6 0,-1-1 0,0 0 0,0 0 0,2-12 0,0-10 0,-1 0 0,-2 0 0,-1-1 0,-2 1 0,-1-1 0,-1 1 0,-2-1 0,-1 1 0,-12-38 0,15 63 0,0 0 0,0 0 0,-1 1 0,0-1 0,0 1 0,-1 0 0,0 0 0,-6-8 0,56 33-1365,10 1-5461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56.0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24 24575,'0'0'0,"0"0"0,0 0 0,0 0 0,0 0 0,0 0 0,-15-24-1365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56.7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47 24575,'-29'-18'0,"11"4"120,18 14-146,0 0 1,0 0-1,-1 0 1,1-1-1,0 1 0,0 0 1,0-1-1,0 1 1,0 0-1,0 0 0,-1-1 1,1 1-1,0 0 1,0-1-1,0 1 0,0 0 1,0 0-1,0-1 1,0 1-1,0 0 0,0-1 1,0 1-1,1 0 0,-1-1 1,0 1-1,0 0 1,0 0-1,0-1 0,0 1 1,0 0-1,1 0 1,-1-1-1,0 1 0,0 0 1,0 0-1,1-1 1,-1 1-1,0 0 0,0 0 1,1 0-1,-1 0 1,0-1-1,0 1 0,1 0 1,-1 0-1,0 0 1,1 0-1,-1 0 0,0 0 1,0 0-1,1 0 1,-1 0-1,0 0 0,1 0 1,-1 0-1,0 0 1,1 0-1,12-3-6800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58.6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380 157 24575,'0'0'0,"-27"-8"0,3 2 0,-11-6 0,22 30 0,8-5 0,0 0 0,0 0 0,1 1 0,1-1 0,1 1 0,0 0 0,0 0 0,1 21 0,3 4 0,10 69 0,-6-77 0,1 1 0,1-2 0,14 34 0,-17-50 0,1 0 0,1-1 0,1 1 0,0-2 0,0 1 0,1-1 0,1 0 0,18 17 0,-26-27 0,0 0 0,0-1 0,0 1 0,0 0 0,0-1 0,1 0 0,-1 1 0,0-1 0,1 0 0,-1 0 0,1 0 0,-1 0 0,1-1 0,0 1 0,-1-1 0,1 0 0,0 1 0,-1-1 0,6-1 0,-5 0 0,-1 0 0,1 0 0,-1 0 0,1 0 0,-1-1 0,0 1 0,0-1 0,1 0 0,-1 1 0,0-1 0,0 0 0,-1 0 0,1 0 0,0-1 0,-1 1 0,2-3 0,3-6 0,-1 0 0,-1 0 0,1 0 0,-2-1 0,0 0 0,0 0 0,1-17 0,-3 6 0,-1 0 0,-2 0 0,0 0 0,-1 0 0,-1 1 0,-1-1 0,-1 1 0,-2 0 0,0 1 0,-1-1 0,-22-36 0,14 29 0,-1 0 0,-2 2 0,-1 1 0,-1 0 0,-1 2 0,-2 0 0,-40-30 0,62 52 0,-10-9 0,-2 2 0,1 0 0,-32-15 0,43 23 0,0-1 0,0 1 0,0 0 0,0 0 0,0 1 0,0-1 0,0 0 0,0 1 0,0 0 0,-1 0 0,1 0 0,0 0 0,0 0 0,0 1 0,0-1 0,0 1 0,0 0 0,0 0 0,0 0 0,0 0 0,0 0 0,0 1 0,1-1 0,-1 1 0,0 0 0,1 0 0,-1 0 0,1 0 0,-3 4 0,-2 4 0,0 1 0,1 0 0,1 0 0,0 1 0,0 0 0,1 0 0,1 0 0,0 0 0,0 1 0,1-1 0,1 1 0,0-1 0,2 21 0,0-9 0,1 0 0,2 0 0,1 0 0,0-1 0,2 1 0,11 26 0,-6-23 0,1 0 0,2-1 0,1-1 0,0 0 0,2-1 0,1-1 0,1 0 0,37 32 0,-45-46 0,0 0 0,0 0 0,1-2 0,0 1 0,0-2 0,1 0 0,0 0 0,20 5 0,-24-9 0,1 0 0,-1-1 0,0 0 0,0-1 0,1 0 0,-1-1 0,0 0 0,1 0 0,-1-1 0,0 0 0,0-1 0,0 0 0,11-6 0,-12 4 0,1 0 0,-1 0 0,-1-1 0,1 0 0,-1-1 0,0 0 0,0 0 0,-1-1 0,0 1 0,10-17 0,-8 11 0,-1-1 0,-1 0 0,0-1 0,-1 0 0,-1 0 0,6-26 0,-7 20 0,-1 1 0,-1 0 0,0-1 0,-2 1 0,0-1 0,-2 0 0,0 1 0,-1 0 0,-1 0 0,-1 0 0,-10-28 0,8 33 0,-1 1 0,0-1 0,-1 2 0,0-1 0,-1 1 0,0 0 0,-2 1 0,-21-19 0,27 26 0,0 0 0,-1 0 0,0 0 0,0 1 0,0 0 0,0 1 0,-1-1 0,1 1 0,-1 1 0,0-1 0,0 1 0,0 1 0,0-1 0,0 1 0,0 1 0,0 0 0,0 0 0,0 0 0,-13 3 0,0 17-1365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6:59.5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91 24575,'0'9'0,"0"-1"0,0 1 0,1 0 0,0-1 0,3 11 0,2 8 0,1-1 0,2 0 0,0 0 0,2 0 0,1-1 0,28 45 0,-30-55 0,1-1 0,0 0 0,1 0 0,1-1 0,0 0 0,0-1 0,1-1 0,1 0 0,0-1 0,0-1 0,29 13 0,-42-21 0,0 0 0,1 0 0,-1 0 0,0 0 0,1-1 0,-1 1 0,0-1 0,1 1 0,-1-1 0,1 0 0,-1 0 0,0 0 0,1-1 0,-1 1 0,1 0 0,-1-1 0,0 1 0,5-3 0,-5 1 0,0 1 0,0-1 0,0 0 0,0 0 0,-1 0 0,1 0 0,-1 0 0,1-1 0,-1 1 0,0 0 0,0-1 0,0 1 0,0-1 0,0 1 0,-1-1 0,1 1 0,0-5 0,1-11 0,-1 1 0,0-1 0,-2 1 0,0-1 0,0 0 0,-2 1 0,-8-32 0,-1 12 0,-1 0 0,-25-50 0,30 69 0,-1 0 0,-1 1 0,-1 0 0,0 1 0,-1 0 0,0 1 0,-22-20 0,33 34-3,0 0 0,0 0 0,0 1 0,0-1 0,0 0 0,-1 1 0,1-1 0,0 0 0,0 1 0,-1-1 0,1 1 0,0 0 0,0-1 0,-1 1 0,1 0 1,0 0-1,-1 0 0,1 0 0,0 0 0,-1 0 0,1 0 0,0 1 0,-1-1 0,1 0 0,-2 1 0,0 1 19,1 0 0,-1-1 0,1 1 0,-1 0 0,1 0 0,0 1 0,0-1 0,0 0 0,0 1 1,1-1-1,-2 3 0,-4 7-386,1 1-1,1 0 1,-7 23 0,1 10-6456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7:00.0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 0 24575,'-1'1'0,"-1"-1"0,1 1 0,-1-1 0,1 1 0,0 0 0,0-1 0,-1 1 0,1 0 0,0 0 0,0 0 0,0 0 0,0 0 0,0 0 0,0 0 0,0 0 0,0 1 0,1-1 0,-1 0 0,0 0 0,0 2 0,-14 33 0,13-30 0,-8 20 0,2 1 0,1 1 0,1-1 0,2 1 0,1 0 0,0 0 0,3 0 0,0 1 0,1-1 0,2 0 0,1 0 0,11 38 0,-9-44 0,0-2 0,2 1 0,0-1 0,2 0 0,0 0 0,1-1 0,1-1 0,1 0 0,0 0 0,1-1 0,1-1 0,1-1 0,0 0 0,1-1 0,1-1 0,27 17 0,-41-27 0,1-1 0,0 0 0,0 0 0,0 0 0,0 0 0,0-1 0,0 1 0,0-1 0,1-1 0,-1 1 0,0-1 0,1 0 0,-1 0 0,0 0 0,0-1 0,8-2 0,-9 2 0,1-1 0,-1 0 0,0 0 0,0-1 0,0 1 0,0-1 0,0 0 0,-1 0 0,1 0 0,-1-1 0,0 1 0,1-1 0,-2 0 0,1 1 0,0-1 0,-1-1 0,0 1 0,3-6 0,1-7 0,-1 0 0,0 0 0,-1-1 0,-1 0 0,-1 0 0,-1 1 0,0-1 0,-2-27 0,-2 10 0,-2 0 0,-1 0 0,-14-45 0,17 71 0,1-1 0,-2 1 0,1 0 0,-1-1 0,0 1 0,-1 1 0,0-1 0,-11-12 0,12 20 0,3 9 0,5 12 0,2-8-136,1 1-1,1-1 1,0-1-1,0 0 1,2 0-1,-1 0 1,1-1-1,0-1 0,18 13 1,28 23-6690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7:00.6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735 19 24575,'-44'-11'0,"15"7"0,0 2 0,0 0 0,0 3 0,1 0 0,-1 2 0,0 0 0,0 3 0,1 0 0,0 1 0,0 2 0,1 1 0,0 1 0,1 2 0,-49 30 0,56-30 0,1 1 0,0 1 0,1 0 0,0 1 0,2 1 0,0 0 0,0 1 0,-18 31 0,25-33 0,0 0 0,1 0 0,1 0 0,0 1 0,1 0 0,1 0 0,0 0 0,2 0 0,0 1 0,1-1 0,2 36 0,0-39 0,1 0 0,1 0 0,0 0 0,1-1 0,0 1 0,1-1 0,1 0 0,0 0 0,1-1 0,0 1 0,1-2 0,0 1 0,1-1 0,0 0 0,1-1 0,21 18 0,-21-21 0,-1 0 0,1-1 0,0-1 0,0 0 0,0 0 0,1-1 0,0 0 0,0-1 0,0 0 0,0 0 0,0-2 0,0 1 0,1-1 0,-1-1 0,1 0 0,-1-1 0,0 0 0,1 0 0,-1-1 0,0-1 0,16-5 0,-11 1 0,-1 0 0,1-1 0,-1-1 0,0 0 0,-1-1 0,0-1 0,-1 0 0,0 0 0,-1-2 0,0 1 0,-1-2 0,0 1 0,-1-1 0,-1-1 0,0 0 0,-1 0 0,-1-1 0,0 0 0,-1 0 0,-1-1 0,0 0 0,-1 0 0,2-24 0,-4 23 0,0 1 0,-2-1 0,0 1 0,-1-1 0,0 1 0,-1-1 0,-1 1 0,-1 0 0,-1 0 0,0 1 0,-1-1 0,-1 1 0,0 0 0,-1 1 0,-1 0 0,-1 0 0,0 1 0,0 0 0,-2 0 0,0 1 0,0 1 0,-1 0 0,-17-12 0,11 12 0,0 0 0,-22-9 0,33 18 0,1 0 0,-1 0 0,0 0 0,0 1 0,0 0 0,-1 1 0,1 0 0,-15 0 0,20 1 120,4 1-1605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7:01.7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1 148 24575,'0'0'0,"0"0"0,8-7 0,20-13 0,2 2 0,0 2 0,1 0 0,1 2 0,0 1 0,1 2 0,0 1 0,52-8 0,-67 16 0,-1 0 0,1 2 0,-1 0 0,1 1 0,-1 0 0,1 2 0,-1 0 0,19 6 0,-24-5 0,0 1 0,0 0 0,0 1 0,-1 0 0,0 1 0,0 1 0,-1-1 0,0 1 0,-1 1 0,1 0 0,-1 0 0,8 13 0,-8-10 0,-1 1 0,-1 1 0,0 0 0,-1 0 0,0 0 0,-1 1 0,-1 0 0,0-1 0,-1 2 0,0-1 0,-2 0 0,0 1 0,0-1 0,-2 0 0,-1 18 0,-1-14 0,0 0 0,0-1 0,-2 1 0,0-1 0,-2 0 0,0 0 0,0-1 0,-2 0 0,0-1 0,-1 0 0,-23 30 0,29-42 0,1-1 0,0 1 0,-1 0 0,0-1 0,0 1 0,0-1 0,0 0 0,0-1 0,-1 1 0,-4 1 0,19 16 0,9 6-341,2-1 0,1-1-1,35 30 1,-13-15-6485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7:02.6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4 24575,'-4'1'0,"0"0"0,0-1 0,0 1 0,0-1 0,0 0 0,0 0 0,0 0 0,-8-2 0,-4 1 0,5-2-1365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7:04.6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62 24575,'0'3'0,"0"-3"0,1 1 0,-1-1 0,0 0 0,0 0 0,0 0 0,0 1 0,0-1 0,0 0 0,0 0 0,0 0 0,0 1 0,0-1 0,1 0 0,-1 0 0,0 0 0,0 0 0,0 0 0,0 1 0,0-1 0,1 0 0,-1 0 0,0 0 0,0 0 0,0 0 0,1 0 0,-1 0 0,0 1 0,0-1 0,0 0 0,1 0 0,-1 0 0,0 0 0,0 0 0,0 0 0,1 0 0,-1 0 0,0 0 0,0 0 0,0 0 0,1 0 0,-1 0 0,0-1 0,0 1 0,1 0 0,-1 0 0,0 0 0,0 0 0,1 0 0,27 1 21,0-2 0,0 0-1,51-10 1,84-27-679,-122 27-132,-13 4-6036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7:05.4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141 443 24575,'0'0'0,"0"0"0,10-10 0,12-15 0,1 2 0,1 0 0,1 2 0,0 0 0,50-28 0,-64 43 0,0 0 0,-1 1 0,2 1 0,-1 0 0,0 1 0,1 0 0,0 0 0,0 1 0,0 1 0,0 0 0,0 0 0,0 1 0,0 1 0,0 0 0,-1 1 0,1 0 0,0 1 0,0 0 0,11 5 0,-2 2 0,0 1 0,0 1 0,-2 0 0,1 2 0,-2 0 0,29 28 0,88 112 0,-54-58 0,-78-93 0,-1 0 0,1 0 0,0 0 0,0-1 0,0 1 0,0-1 0,0 0 0,0 0 0,1 0 0,-1 0 0,1 0 0,-1-1 0,1 0 0,-1 1 0,1-2 0,0 1 0,0 0 0,6 0 0,-6-2 0,1 0 0,-1 0 0,0 0 0,0 0 0,0 0 0,0-1 0,0 0 0,0 0 0,-1 0 0,1 0 0,0-1 0,-1 0 0,0 1 0,0-1 0,0 0 0,5-6 0,2-4 0,-1 0 0,0 0 0,-1-1 0,0-1 0,-2 1 0,1-1 0,-2 0 0,0-1 0,0 1 0,-2-1 0,0 0 0,0 0 0,-1-17 0,-1 16 0,-1 0 0,-1 1 0,0-1 0,-1 1 0,-1-1 0,0 1 0,-2 0 0,0 0 0,0 0 0,-2 1 0,1 0 0,-16-24 0,20 36 0,1 0 0,-1 1 0,1-1 0,-1 1 0,0 0 0,0 0 0,0-1 0,0 1 0,0 0 0,0 1 0,-1-1 0,1 0 0,0 1 0,-1-1 0,0 1 0,1 0 0,-1 0 0,0 0 0,0 0 0,1 0 0,-1 1 0,0-1 0,0 1 0,0 0 0,0 0 0,0 0 0,0 0 0,0 0 0,0 1 0,0-1 0,1 1 0,-1 0 0,0 0 0,0 0 0,1 0 0,-1 0 0,0 0 0,-3 4 0,-18 9 0,2 1 0,0 1 0,0 1 0,2 0 0,-21 24 0,-86 108 0,111-130 0,-165 227 0,-24 29 0,196-263 0,-2-1 0,1 0 0,-1 0 0,-1-1 0,0 0 0,0-1 0,-19 10 0,26-16 0,0-1 0,0 0 0,0 0 0,-1-1 0,1 1 0,-1-1 0,1 0 0,-1-1 0,1 1 0,-1-1 0,1 0 0,-1 0 0,1-1 0,-1 0 0,1 0 0,-1 0 0,1 0 0,-1-1 0,1 0 0,0 0 0,0-1 0,0 1 0,-5-5 0,1 1 0,1-1 0,0 0 0,0-1 0,1 0 0,0 0 0,1 0 0,0-1 0,0 0 0,1 0 0,0 0 0,0-1 0,1 1 0,0-1 0,1-1 0,-3-16 0,0 0 0,2 0 0,2 0 0,0-1 0,4-50 0,4 33 0,1 0 0,3 0 0,1 1 0,3 1 0,1 0 0,2 0 0,2 2 0,2 0 0,1 2 0,3 0 0,1 2 0,48-55 0,-62 79 40,0 0 0,27-22 0,-35 32-127,0 0-1,0 1 1,0-1 0,0 1-1,0 0 1,0 0 0,1 1-1,-1-1 1,1 1-1,-1 0 1,1 0 0,-1 0-1,1 1 1,0 0 0,-1 0-1,6 0 1,10 5-6739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7:34.5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1679 1 24575,'-14'22'0,"-112"173"0,-156 186 0,-177 161 0,302-362 0,41-46 0,-408 488 0,533-634 0,-1-1 0,-1 1 0,9-20 0,8-14 0,262-382 0,29 15 0,-169 225 0,22-36 0,201-250 0,-359 463 0,-3 3 0,0-1 0,1 1 0,10-8 0,-19 17-1365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7:36.5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24575,'0'0'0,"0"0"0,0 4-1365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0:57:43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06.9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396 1 24575,'0'0'0,"-15"24"0,12-17 0,-79 153 0,8 4 0,7 3 0,-79 299 0,139-435-1365,5-25-5461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07.4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574 1 24575,'0'0'0,"5"9"0,13 21 0,-3 1 0,0 0 0,-2 0 0,-1 2 0,-2-1 0,-1 2 0,-1-1 0,-2 1 0,-2 0 0,-1 0 0,-2 57 0,-6-37 0,-2 0 0,-3-1 0,-2 0 0,-2-1 0,-2-1 0,-45 95 0,12-51 0,-4-1 0,-97 127 0,-121 98-1365,227-273-5461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08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382 0 24575,'-3'11'0,"-70"223"0,-207 587 0,277-813 0,-11 25 0,8-26 0,4-18 0,7-62 0,3 1 0,3 0 0,21-74 0,-22 103 0,18-78 0,6 0 0,51-120 0,-81 230 0,-2 6 0,0 0 0,0 0 0,1 0 0,-1 0 0,1 1 0,3-5 0,-5 8 0,0 0 0,0 0 0,0 0 0,0 1 0,0-1 0,0 0 0,0 1 0,0-1 0,0 1 0,0-1 0,0 1 0,1-1 0,-1 1 0,0 0 0,0 0 0,0 0 0,1-1 0,-1 1 0,0 0 0,0 0 0,0 1 0,1-1 0,-1 0 0,0 0 0,0 1 0,0-1 0,0 0 0,0 1 0,1-1 0,-1 1 0,0-1 0,1 2 0,19 11 0,0 2 0,-1 0 0,-1 1 0,-1 0 0,33 39 0,-18-13 0,50 80 0,-46-61 0,-2 3 0,32 81 0,-65-146 0,0 1 0,0 0 0,0-1 0,0 0 0,0 1 0,0-1 0,0 0 0,-1 0 0,1 0 0,0 0 0,0 0 0,-1 0 0,1-1 0,1-1 0,21-17 0,-1-1 0,0-1 0,-2-1 0,-1-1 0,0 0 0,-2-2 0,-1 0 0,-1-1 0,-2-1 0,21-54 0,-14 124 0,6 45 0,-4 1 0,19 152 0,-22-116 0,-13-89-1365,0-8-5461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09.3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0 24575,'0'16'0,"8"263"0,-3-218 0,3 0 0,25 90 0,-30-138 0,1 1 0,1-2 0,0 1 0,1-1 0,9 15 0,-13-23 0,0-1 0,1 0 0,-1 0 0,1 0 0,-1 0 0,1-1 0,0 1 0,0-1 0,1 1 0,-1-1 0,0 0 0,1-1 0,-1 1 0,1 0 0,0-1 0,-1 0 0,1 0 0,0 0 0,0 0 0,0-1 0,-1 1 0,8-1 0,0-2 0,0 0 0,0 0 0,-1-1 0,1 0 0,-1-1 0,1 0 0,-1-1 0,-1 0 0,1-1 0,-1 1 0,14-13 0,9-8 0,49-52 0,-27 19 0,-3-1 0,-3-2 0,-2-3 0,-3-2 0,56-119 0,-91 174 0,-6 29 0,-1-5 0,1 61 0,-4 0 0,-11 84 0,-37 145 0,37-230 0,-78 398-327,-169 505-1,251-946 337,-5 14-19,-22 48 1,32-81 20,-1 0 1,-1 0 0,0 0 0,0-1 0,-1 0 0,0 0 0,-1 0 0,0-1 0,-16 13 0,20-18 15,1-1 0,0 0 0,-1 0 0,1-1 0,-1 1 0,1-1 0,-1 1 0,0-1 0,1 0 0,-1-1 0,0 1 0,0-1 0,0 1 0,0-1 0,0 0 0,0 0 0,1-1 0,-8-1 0,5 0-21,1 0 1,-1-1 0,1 1 0,0-1-1,0 0 1,0-1 0,0 1 0,1-1-1,-1 0 1,1 0 0,-5-6 0,-3-5-14,1-1 0,1 0 0,0 0 1,1-1-1,1-1 0,-10-29 0,7 8 7,2 0 0,1-1 0,2-1 0,2 1 0,2-1 0,1 1 0,2-1 0,2 1 0,13-63 0,-8 63 0,3 0 0,1 1 0,1 0 0,2 1 0,2 0 0,2 2 0,1 0 0,2 1 0,38-47 0,-42 63-105,0 0 0,1 2 0,0 0 0,2 1 0,0 1 0,1 1 0,0 1 0,1 1 0,0 1 0,1 1 0,0 1 0,38-9 0,-6 6-6721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10.0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1 103 24575,'15'3'0,"0"-1"0,24 0 0,-22-1 0,-1 0 0,26 5 0,-37-4 0,-1-1 0,1 0 0,-1 1 0,0 0 0,1 0 0,-1 0 0,0 0 0,0 1 0,-1 0 0,1 0 0,0 0 0,-1 0 0,5 5 0,-1 3 0,0 0 0,-1 0 0,0 1 0,-1-1 0,0 1 0,-1 1 0,0-1 0,-1 0 0,2 16 0,1 18 0,1 55 0,-7-7 0,-3 0 0,-5 0 0,-32 154 0,36-234 0,4-19 0,7-28 0,13-38 0,4 1 0,43-90 0,87-123 0,-38 103 0,-96 153 0,1 1 0,1 1 0,2 0 0,34-28 0,-55 51 0,0 0 0,-1 0 0,1 0 0,1 0 0,-1 0 0,0 1 0,0-1 0,1 1 0,-1 0 0,0 0 0,1 0 0,-1 0 0,1 1 0,0-1 0,6 1 0,-8 1 0,1-1 0,0 1 0,-1 0 0,1 0 0,-1 0 0,1 1 0,-1-1 0,1 0 0,-1 1 0,0 0 0,0-1 0,0 1 0,0 0 0,0 0 0,0 0 0,-1 0 0,1 1 0,0-1 0,-1 0 0,0 1 0,2 3 0,4 11 0,-1 0 0,-1 1 0,0-1 0,-1 1 0,-1 0 0,-1 0 0,0 34 0,-14 132 0,-18 12 0,-70 241 0,96-424-107,2-6-50,0 0 0,1-1 0,-1 1-1,1 0 1,1 0 0,-1 0-1,2 10 1,4 0-6669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11.4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167 215 24575,'-4'-2'0,"4"2"0,0-1 0,0 1 0,0 0 0,-1 0 0,1 0 0,0-1 0,0 1 0,0 0 0,0 0 0,-1 0 0,1 0 0,0 0 0,0 0 0,0 0 0,-1-1 0,1 1 0,0 0 0,0 0 0,0 0 0,-1 0 0,1 0 0,0 0 0,0 0 0,-1 0 0,1 0 0,0 0 0,0 0 0,0 0 0,-1 0 0,1 0 0,0 1 0,0-1 0,-1 0 0,1 0 0,0 0 0,0 0 0,0 0 0,-1 1 0,-7 3 0,1 1 0,0 1 0,0-1 0,0 1 0,0 0 0,1 1 0,0 0 0,0 0 0,-7 12 0,0 3 0,0 0 0,-11 27 0,18-34 0,1 1 0,0-1 0,0 1 0,-2 26 0,6-36 0,0-1 0,1 1 0,-1 0 0,2 0 0,-1-1 0,0 1 0,1 0 0,0 0 0,1-1 0,-1 1 0,1-1 0,0 1 0,1-1 0,-1 0 0,1 0 0,4 7 0,-5-10 0,0 0 0,0 0 0,0 0 0,1 0 0,-1 0 0,0 0 0,1-1 0,-1 1 0,1-1 0,0 0 0,-1 0 0,1 0 0,0 0 0,0 0 0,-1 0 0,1-1 0,6 1 0,-3-1 0,0-1 0,-1 1 0,1-1 0,0 0 0,0-1 0,-1 1 0,1-1 0,7-4 0,3-2 0,-1-1 0,0-1 0,0 0 0,-2-1 0,14-12 0,-5 1 0,-1-1 0,-1-1 0,-1 0 0,-1-2 0,-1 0 0,-1-1 0,-2 0 0,0-1 0,-2-1 0,12-45 0,-24 74 0,0 0 0,0 0 0,0 0 0,0 0 0,0 0 0,0 0 0,0 1 0,0-1 0,0 0 0,0 0 0,0 0 0,0 0 0,0 0 0,0 0 0,0 0 0,0 0 0,0 0 0,1 0 0,-1 1 0,0-1 0,0 0 0,0 0 0,0 0 0,0 0 0,0 0 0,0 0 0,0 0 0,0 0 0,0 0 0,0 0 0,0 0 0,1 0 0,-1 0 0,0 0 0,0 0 0,0 0 0,0 0 0,0 0 0,0 0 0,0 0 0,0 0 0,0 0 0,1 0 0,-1 0 0,0 0 0,0 0 0,0 0 0,0 0 0,0 0 0,0 0 0,0 0 0,0 0 0,0 0 0,0 0 0,1 0 0,-1 0 0,0 0 0,0 0 0,0 0 0,0 0 0,0 0 0,0-1 0,6 17 0,7 28 0,-12-41 0,18 68 0,-7-23 0,2-1 0,22 50 0,-35-92 0,1-1 0,0 0 0,0 0 0,0 0 0,1 0 0,-1-1 0,1 1 0,0 0 0,0-1 0,0 0 0,1 0 0,-1 0 0,1 0 0,0-1 0,-1 1 0,1-1 0,0 0 0,0 0 0,1 0 0,-1-1 0,0 1 0,1-1 0,-1 0 0,1 0 0,-1-1 0,1 1 0,-1-1 0,1 0 0,-1 0 0,1-1 0,-1 0 0,1 1 0,-1-1 0,8-3 0,9-4 0,0-1 0,-1 0 0,0-2 0,-1 0 0,0-1 0,-1-1 0,0-1 0,22-22 0,118-139 0,-149 163 0,-5 6 0,0 1 0,0 0 0,0 1 0,0-1 0,7-4 0,-10 9 0,0-1 0,0 0 0,0 1 0,0-1 0,0 1 0,0-1 0,0 1 0,1-1 0,-1 1 0,0 0 0,0-1 0,0 1 0,1 0 0,-1 0 0,0 0 0,0 0 0,1 0 0,-1 1 0,0-1 0,0 0 0,1 0 0,-1 1 0,0-1 0,0 1 0,0-1 0,0 1 0,0-1 0,1 1 0,-1 0 0,0 0 0,1 0 0,4 6 0,-1-1 0,1 1 0,-1 0 0,0 0 0,0 1 0,-1 0 0,0-1 0,0 1 0,-1 1 0,0-1 0,2 12 0,4 18 0,4 45 0,-11-75 0,6 61 0,-2 0 0,-4 1 0,-3-1 0,-17 133 0,14-188 0,2-14 0,3-26 0,7-40 0,4-1 0,2 2 0,4 0 0,2 0 0,44-94 0,-60 150 0,1-4 0,1 1 0,1 0 0,0 0 0,12-15 0,-18 25 0,0 1 0,1-1 0,-1 1 0,0-1 0,1 1 0,-1-1 0,1 1 0,0 0 0,-1 0 0,1 0 0,0 0 0,0 0 0,-1 0 0,1 0 0,0 1 0,0-1 0,0 1 0,0-1 0,0 1 0,0 0 0,0-1 0,0 1 0,0 1 0,0-1 0,0 0 0,0 0 0,0 1 0,0-1 0,0 1 0,0-1 0,0 1 0,0 0 0,0 0 0,0 0 0,-1 0 0,4 2 0,5 6 0,-1 0 0,0 0 0,0 1 0,-1 0 0,0 0 0,-1 1 0,12 23 0,33 87 0,-12 7 0,-40-127 0,1 0 0,-1-1 0,1 1 0,-1 0 0,1 0 0,0 0 0,-1-1 0,1 1 0,0 0 0,0-1 0,-1 1 0,1-1 0,0 1 0,0-1 0,0 1 0,0-1 0,0 0 0,0 1 0,0-1 0,0 0 0,0 0 0,0 1 0,0-1 0,0 0 0,0 0 0,0 0 0,0 0 0,0 0 0,0-1 0,0 1 0,0 0 0,0 0 0,1-1 0,33-15 0,-33 15 0,30-19 0,0-1 0,-2-2 0,0-1 0,30-31 0,-11 3 0,56-75 0,-105 126 0,1 0 0,-1 0 0,1 0 0,-1 1 0,1-1 0,-1 0 0,1 0 0,0 1 0,-1-1 0,1 0 0,0 1 0,0-1 0,-1 1 0,1-1 0,0 1 0,0-1 0,0 1 0,0 0 0,0-1 0,0 1 0,0 0 0,0 0 0,0 0 0,0-1 0,0 1 0,0 0 0,0 0 0,-1 1 0,1-1 0,0 0 0,0 0 0,0 0 0,0 1 0,0-1 0,0 0 0,0 1 0,0-1 0,0 1 0,0-1 0,-1 1 0,1-1 0,0 1 0,0-1 0,-1 1 0,1 0 0,0 0 0,-1-1 0,1 1 0,-1 0 0,1 0 0,-1 0 0,1 0 0,-1 0 0,1 1 0,5 8 0,-1 1 0,0 1 0,5 18 0,-6-19 0,21 71 0,-18-53 0,2-1 0,1 0 0,1 0 0,18 31 0,-26-54 0,0-1 0,1 1 0,0-1 0,-1 0 0,1 0 0,1 0 0,-1 0 0,0-1 0,1 1 0,0-1 0,0-1 0,0 1 0,0-1 0,0 1 0,1-2 0,-1 1 0,1 0 0,-1-1 0,1 0 0,-1 0 0,1-1 0,0 0 0,-1 0 0,1 0 0,0 0 0,-1-1 0,1 0 0,6-2 0,8-3 0,0 0 0,-1-2 0,0 0 0,0 0 0,-1-2 0,26-18 0,-12 4 0,0 0 0,-2-2 0,-1-1 0,-1-2 0,44-59 0,-52 61 0,-2-2 0,0 0 0,-3-1 0,0-1 0,-2 0 0,-1-1 0,9-41 0,-18 62 0,-1 0 0,0 0 0,-1 0 0,0 0 0,-1-1 0,0 1 0,-1 0 0,0 0 0,-4-16 0,4 24 0,-1-1 0,1 0 0,-1 1 0,1-1 0,-1 1 0,0-1 0,-1 1 0,1 0 0,0 0 0,-1 0 0,0 0 0,0 1 0,1-1 0,-2 1 0,1-1 0,0 1 0,0 0 0,-1 0 0,1 1 0,-1-1 0,0 1 0,1 0 0,-1 0 0,0 0 0,0 0 0,0 0 0,1 1 0,-1 0 0,-7 0 0,1 0 0,1 1 0,0 0 0,0 0 0,0 1 0,0 0 0,0 1 0,0 0 0,1 0 0,-1 1 0,1 0 0,-10 6 0,6-1 0,0 0 0,1 0 0,0 1 0,0 0 0,1 1 0,-13 18 0,7-5 0,1 1 0,1 0 0,1 1 0,2 1 0,0 0 0,-11 48 0,16-46 0,1 0 0,2 1 0,0-1 0,3 1 0,0-1 0,2 1 0,1-1 0,1 1 0,16 54 0,-15-68 0,1 0 0,0-1 0,2 0 0,-1 0 0,2-1 0,0 0 0,1 0 0,15 16 0,-16-22 0,-1 1 0,2-2 0,-1 1 0,1-2 0,0 1 0,1-1 0,-1 0 0,1-1 0,0-1 0,1 0 0,-1 0 0,20 3 0,-12-4-455,0-1 0,24-1 0,35-5-6371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12.6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24575,'3'14'0,"14"58"0,3-2 0,4 0 0,2-1 0,67 125 0,-75-165 0,0 0 0,2-1 0,1-1 0,1-1 0,1-1 0,2 0 0,0-2 0,1-2 0,1 0 0,2-1 0,-1-2 0,61 28 0,-45-30 0,0-3 0,2-1 0,-1-2 0,1-2 0,1-2 0,90 0 0,284-37 0,-376 26 0,201-25 0,715-52 0,114 101 0,-648-6 0,1390 33 0,-1318-54 0,-422 1 0,-1-3 0,0-3 0,0-4 0,103-37 0,-150 43 0,0-1 0,-1-2 0,-1 0 0,0-2 0,-1-1 0,40-34 0,-58 43 0,1-1 0,-1 0 0,0 0 0,-1-1 0,0 0 0,-1 0 0,0-1 0,7-17 0,-10 19 0,0 0 0,-1 0 0,0 0 0,-1 0 0,0-1 0,0 1 0,-1 0 0,0-1 0,-1 1 0,0 0 0,0 0 0,-5-13 0,1 6-124,-1 0 0,0 1 0,-2-1 0,1 2 0,-2-1 0,0 1-1,-1 0 1,0 1 0,-1 0 0,-21-18 0,-7-3-6702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13.1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24575,'508'377'0,"-244"-177"0,-234-178-115,203 148-1135,-190-141-5576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13.3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875 0 24575,'0'0'0,"-3"4"0,-11 10 0,-17 17 0,-18 17 0,-13 15 0,-10 9 0,-10 10 0,-7 10 0,-3 7 0,2 6 0,5 1 0,6 1 0,8-4 0,15-19-8191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14.7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24575,'4'24'0,"12"147"-455,-8 0 0,-16 206 0,7-356-6371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14.9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1 0,1 4 0,1 8 0,4 13 0,2 14 0,3 11 0,1 11 0,0-7-8191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15.5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0 856 24575,'4'-17'0,"1"0"0,0 1 0,1 0 0,0 0 0,13-21 0,-6 11 0,169-311 0,-27 51 0,-148 272 0,-4 9 0,0 0 0,0 0 0,-1 0 0,1 0 0,-1-1 0,-1 1 0,1-1 0,-1 0 0,1-7 0,-2 13 0,0-1 0,0 1 0,0-1 0,0 1 0,0-1 0,0 1 0,0-1 0,0 1 0,0-1 0,-1 1 0,1-1 0,0 1 0,0 0 0,0-1 0,-1 1 0,1-1 0,0 1 0,0-1 0,-1 1 0,1 0 0,0-1 0,-1 1 0,1 0 0,0-1 0,-1 1 0,1 0 0,-1 0 0,1-1 0,-1 1 0,1 0 0,-1-1 0,-17 5 0,-15 17 0,27-15 0,-1 1 0,1 0 0,1 0 0,-1 1 0,1-1 0,1 1 0,-1 0 0,1 0 0,1 1 0,-1-1 0,2 1 0,-1 0 0,1 0 0,0 0 0,1 0 0,0 0 0,1 0 0,0 0 0,0 0 0,0 1 0,2-1 0,-1 0 0,4 11 0,1 0 0,1-1 0,0 1 0,2-1 0,0 0 0,1-1 0,1 0 0,1-1 0,0 0 0,18 18 0,26 20 0,2-2 0,94 64 0,-6-6 0,-142-108 0,0 1 0,-1-1 0,1 0 0,-1 1 0,1 0 0,-1 0 0,0 0 0,0 0 0,-1 0 0,1 1 0,-1-1 0,0 1 0,2 6 0,-4-8 0,0 1 0,1-1 0,-2 0 0,1 0 0,0 0 0,-1 0 0,1 0 0,-1 0 0,0 0 0,0 0 0,0 0 0,0-1 0,0 1 0,-1 0 0,1-1 0,-1 1 0,0 0 0,0-1 0,0 0 0,0 0 0,0 1 0,-4 1 0,-3 4-170,0-1-1,0-1 0,-1 0 1,1 0-1,-2 0 0,1-2 1,-15 6-1,17-7-6655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16.0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45 686 24575,'2'2'0,"-1"0"0,-1 0 0,1 1 0,0-1 0,-1 1 0,1-1 0,-1 1 0,0-1 0,1 1 0,-1-1 0,-1 4 0,1-4 0,0 31 0,-2-1 0,-2 1 0,-1 0 0,-1-1 0,-20 58 0,21-79 0,3-21 0,5-28 0,10-32 0,3 0 0,31-82 0,66-132 0,42-36 0,-153 317 0,-1-1 0,2 1 0,-1 0 0,0 0 0,1-1 0,-1 1 0,1 1 0,0-1 0,0 0 0,5-3 0,-7 6 0,0-1 0,1 1 0,0 0 0,-1-1 0,1 1 0,-1 0 0,1 0 0,-1 0 0,1 0 0,-1 0 0,1 0 0,-1 0 0,1 1 0,0-1 0,-1 0 0,0 1 0,1-1 0,-1 1 0,1 0 0,-1-1 0,0 1 0,1 0 0,-1 0 0,0 0 0,0 0 0,1 0 0,-1 0 0,1 2 0,7 7 0,0 0 0,0 1 0,-1 0 0,0 1 0,-1 0 0,0 0 0,9 25 0,27 98 0,-23-54-227,-3 1-1,-5 1 1,-2 0-1,-5 0 1,-7 135-1,-5-153-6598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17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317 231 24575,'-2'1'0,"0"-1"0,0 1 0,0 0 0,0-1 0,0 1 0,0 0 0,1 0 0,-1 0 0,0 1 0,-2 1 0,-3 2 0,-21 14 0,0 1 0,2 1 0,0 1 0,2 2 0,1 0 0,0 2 0,2 0 0,1 2 0,1 0 0,-22 45 0,40-71 0,0 0 0,0-1 0,0 1 0,0 0 0,1 0 0,-1 0 0,1 0 0,-1 0 0,1 0 0,0 0 0,-1 0 0,1 0 0,0 0 0,0 1 0,1-1 0,-1 0 0,1 3 0,0-4 0,-1 0 0,1 0 0,0 0 0,0-1 0,-1 1 0,1 0 0,0-1 0,0 1 0,0 0 0,0-1 0,0 1 0,0-1 0,0 0 0,0 1 0,0-1 0,0 0 0,0 0 0,0 1 0,0-1 0,0 0 0,0 0 0,0 0 0,2 0 0,6-2 0,0 1 0,0-1 0,-1 0 0,1-1 0,-1 0 0,13-6 0,17-11 0,0-2 0,-2-2 0,61-51 0,-95 73 0,-1 1 0,1 0 0,0 0 0,0-1 0,-1 1 0,1 0 0,0 1 0,0-1 0,0 0 0,0 1 0,0-1 0,0 1 0,0-1 0,0 1 0,0 0 0,0 0 0,0 0 0,0 0 0,0 0 0,0 1 0,0-1 0,1 1 0,-2-1 0,1 1 0,0-1 0,0 1 0,0 0 0,0 0 0,0 0 0,-1 0 0,1 1 0,3 1 0,4 6 0,0 0 0,0 0 0,-1 1 0,10 14 0,-5-8 0,10 15 0,-7-10 0,0 0 0,1-1 0,1-1 0,36 30 0,-48-45 0,0 0 0,0 0 0,0-1 0,1 1 0,-1-2 0,1 1 0,0-1 0,0 1 0,0-2 0,0 1 0,0-1 0,0 0 0,0-1 0,1 0 0,-1 0 0,0 0 0,0-1 0,0 0 0,0 0 0,0-1 0,0 0 0,10-4 0,2-3 0,0-1 0,0-1 0,-1 0 0,0-1 0,-1-2 0,-1 1 0,29-32 0,-7 1 0,56-84 0,17-61 0,-92 151 0,-2-2 0,-1 0 0,11-47 0,-24 74 0,-4 15 0,-3 25 0,-40 317 0,30-270 0,-3-2 0,-42 116 0,66-202 0,1 1 0,0-1 0,13-15 0,-6 9 0,28-39 0,3 2 0,3 2 0,1 2 0,3 2 0,3 3 0,62-43 0,-64 61 0,-58 31 0,-7 2 0,-1 0 0,1 1 0,-18 9 0,26-11 0,-1 0 0,0 1 0,1 0 0,-1 0 0,1 0 0,0 0 0,0 0 0,0 0 0,1 1 0,-1 0 0,1-1 0,0 1 0,-3 7 0,0 2 0,2 0 0,-1 0 0,2 0 0,0 1 0,0-1 0,1 1 0,1-1 0,0 1 0,1 0 0,3 14 0,1-3 0,0 0 0,2 0 0,0-1 0,18 36 0,-16-41-136,1-1-1,1-1 1,1 0-1,0 0 1,1-2-1,1 1 1,0-1-1,1-1 0,31 22 1,16 4-6690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18.9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503 309 24575,'-15'11'0,"-16"16"0,2 2 0,-44 55 0,-39 74 0,66-85 0,-46 95 0,70-119 0,2 0 0,1 2 0,-12 59 0,27-93 0,1-1 0,1 1 0,0 0 0,1 0 0,1 21 0,1-34 0,-1 1 0,1-1 0,0 1 0,0-1 0,0 1 0,0-1 0,1 1 0,-1-1 0,1 0 0,1 0 0,-1 0 0,0 0 0,1 0 0,0 0 0,0-1 0,0 1 0,0-1 0,1 0 0,-1 0 0,1 0 0,0-1 0,0 1 0,6 2 0,0-1 0,0-2 0,0 1 0,0-1 0,1-1 0,-1 0 0,1 0 0,-1-1 0,0 0 0,1-1 0,-1 0 0,1-1 0,-1 0 0,16-6 0,7-3 0,0-2 0,52-28 0,24-26 0,-108 66 0,0 0 0,-1 1 0,1-1 0,0 0 0,0 1 0,0-1 0,0 1 0,0-1 0,0 1 0,0 0 0,0-1 0,0 1 0,0 0 0,0 0 0,0 0 0,0-1 0,0 1 0,0 0 0,0 1 0,1-1 0,-1 0 0,0 0 0,0 0 0,0 1 0,0-1 0,0 0 0,0 1 0,0-1 0,0 1 0,-1-1 0,1 1 0,0 0 0,0-1 0,0 1 0,0 0 0,-1-1 0,1 1 0,0 0 0,-1 0 0,1 0 0,0 0 0,-1 0 0,1 0 0,-1 0 0,0 0 0,1 1 0,1 6 0,0 1 0,0-1 0,-1 0 0,1 17 0,-2-23 0,-1 88 0,-3 0 0,-27 145 0,8-70 0,22-164 0,1 1 0,0-1 0,0 1 0,-1-1 0,1 1 0,0-1 0,1 1 0,-1-1 0,0 1 0,0-1 0,1 1 0,-1-1 0,0 1 0,1-1 0,0 1 0,0 1 0,0-3 0,-1 0 0,1 1 0,-1-1 0,1 0 0,-1 1 0,1-1 0,0 0 0,-1 0 0,1 0 0,0 1 0,-1-1 0,1 0 0,-1 0 0,1 0 0,0 0 0,-1 0 0,1 0 0,0 0 0,-1 0 0,1-1 0,-1 1 0,1 0 0,0 0 0,-1 0 0,1-1 0,0 1 0,7-5 0,0 0 0,-1 0 0,1 0 0,8-9 0,-4 4 0,27-20 0,107-91 0,-131 107 0,-2-1 0,1 0 0,-2-1 0,0 0 0,0-1 0,-2-1 0,10-21 0,-20 44 0,0 0 0,1 0 0,-1-1 0,1 1 0,0 0 0,0-1 0,0 1 0,1-1 0,0 1 0,0-1 0,0 0 0,0 1 0,1-1 0,4 5 0,2 6 0,1-1 0,1 0 0,16 17 0,-24-28 0,0-1 0,0 1 0,0-1 0,1 0 0,-1 1 0,1-2 0,-1 1 0,1 0 0,0-1 0,0 1 0,0-1 0,0 0 0,-1 0 0,1-1 0,0 1 0,0-1 0,6 0 0,-4-1 0,0 0 0,-1 0 0,1-1 0,0 1 0,-1-1 0,1 0 0,-1-1 0,0 0 0,0 1 0,0-2 0,6-3 0,-4 1 0,0 0 0,-1 0 0,1 0 0,-1-1 0,0 0 0,-1 0 0,0-1 0,0 1 0,0-1 0,-1 0 0,0-1 0,-1 1 0,0-1 0,0 1 0,2-18 0,-4 11 0,-2-1 0,0 1 0,-1-1 0,0 1 0,-1 0 0,-1 0 0,0 0 0,-1 1 0,-1-1 0,0 1 0,-1 0 0,0 1 0,-1 0 0,-1 0 0,-18-21 0,26 33 0,-1-1 0,1 1 0,0-1 0,-1 1 0,1-1 0,-1 1 0,0 0 0,1 0 0,-1 0 0,0 0 0,0 0 0,0 0 0,1 0 0,-5-1 0,38 12 0,1-7 0,1-2 0,-1-1 0,0-2 0,0-1 0,0-1 0,41-12 0,-36 6 0,0-2 0,-1-2 0,-1-1 0,0-2 0,33-22 0,-48 27 0,33-29 0,-50 38 0,0-1 0,0 0 0,0 1 0,-1-1 0,1-1 0,-1 1 0,0 0 0,0-1 0,-1 0 0,1 1 0,-1-1 0,0 0 0,0 0 0,1-8 0,-3 12 0,0 1 0,0-1 0,0 0 0,0 1 0,0-1 0,0 1 0,0-1 0,0 0 0,0 1 0,0-1 0,0 1 0,0-1 0,0 0 0,-1 1 0,1-1 0,0 1 0,0-1 0,-1 1 0,1-1 0,0 1 0,-1-1 0,1 1 0,-1-1 0,1 1 0,0-1 0,-1 1 0,1 0 0,-1-1 0,1 1 0,-1 0 0,0-1 0,1 1 0,-1 0 0,1 0 0,-1 0 0,1-1 0,-1 1 0,0 0 0,1 0 0,-1 0 0,1 0 0,-1 0 0,0 0 0,1 0 0,-1 0 0,1 0 0,-1 1 0,0-1 0,1 0 0,-1 0 0,1 0 0,-1 1 0,1-1 0,-2 1 0,-2 0 0,0 1 0,-1 0 0,1 0 0,0 0 0,0 0 0,-4 4 0,-1 2 0,1 1 0,0-1 0,1 1 0,0 1 0,0-1 0,1 1 0,0 1 0,1-1 0,0 1 0,-6 20 0,8-22 0,0 1 0,1 0 0,0 0 0,1 0 0,0 0 0,0 0 0,1 0 0,1 0 0,-1 0 0,2 0 0,-1 0 0,7 19 0,-6-25 0,0 0 0,0 1 0,0-1 0,1 0 0,-1 0 0,1-1 0,0 1 0,0 0 0,1-1 0,-1 0 0,1 0 0,0 0 0,0 0 0,0 0 0,0-1 0,0 0 0,0 0 0,1 0 0,-1 0 0,1-1 0,-1 1 0,1-1 0,-1 0 0,1-1 0,0 1 0,8-1 0,3-1 0,0 0 0,0-1 0,0 0 0,-1-1 0,1-1 0,30-12 0,3-6 0,0-2 0,-1-2 0,-1-2 0,-2-2 0,49-42 0,-29 16 0,-3-3 0,89-108 0,-106 108 0,-2-2 0,-2-2 0,58-124 0,-78 139 0,-2-1 0,-2-1 0,-3 0 0,-2-1 0,-2 0 0,5-68 0,-15 111 0,1 1 0,-1 0 0,1 0 0,-2 0 0,1 0 0,-2-9 0,1 16 0,1-1 0,0 0 0,0 0 0,-1 0 0,1 1 0,0-1 0,-1 0 0,1 0 0,-1 1 0,1-1 0,-1 0 0,1 1 0,-1-1 0,0 1 0,1-1 0,-1 1 0,0-1 0,1 1 0,-1-1 0,-1 0 0,1 1 0,0 0 0,-1 0 0,1 0 0,0 0 0,-1 0 0,1 0 0,0 0 0,-1 0 0,1 1 0,0-1 0,-1 0 0,1 1 0,0-1 0,0 1 0,-1-1 0,-1 3 0,-10 5 0,0 1 0,1 1 0,0 0 0,1 1 0,0 0 0,0 1 0,1 0 0,-10 16 0,-5 11 0,-31 67 0,35-58 0,2 1 0,2 0 0,3 1 0,1 1 0,3 0 0,2 0 0,3 1 0,1 0 0,3 0 0,2 0 0,3 0 0,1 0 0,3-1 0,3 1 0,19 59 0,-19-81 20,1-1 0,2 0 0,1-1 0,1 0 0,21 27 0,-23-37-206,1 0 1,0-2-1,1 0 0,1 0 1,1-2-1,0 0 1,34 20-1,22 0-6640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19.9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1 301 24575,'0'0'0,"1"3"0,1-1 0,0 0 0,-1 0 0,1 0 0,0 0 0,0 0 0,0 0 0,1 0 0,4 2 0,-1 1 0,16 11 0,1-2 0,0 0 0,1-1 0,1-1 0,39 13 0,142 29 0,-48-27-267,0-7 0,230 0 0,324-43-585,461-58-1029,39-4 2027,2219 39-367,-3240 51-211,728 10-540,-5-51 687,-227-11 3137,-501 35-1450,-158 11-1295,92-10 573,-102 8-629,-2 0 1,1-1-1,0-1 1,28-12-1,-44 17-54,1-1-1,-1 0 1,1 0-1,-1 0 0,0 0 1,0 0-1,0 0 1,1 0-1,-1 0 1,0 0-1,0 0 0,-1-1 1,1 1-1,0 0 1,0-1-1,0 1 1,-1-1-1,1 1 0,-1-1 1,1-1-1,-1-1 23,1 1 0,-1-1-1,0 1 1,0 0-1,-1-1 1,1 1 0,-1-1-1,-1-6 1,-3-3-301,-1-1 0,0 1 0,-11-17 0,14 26-48,-29-48-6496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20.5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 24575,'0'0'0,"4"10"0,14 39 0,3-1 0,52 87 0,-57-110 0,2-1 0,0-1 0,2-1 0,0-1 0,1-1 0,44 33 0,-42-37 0,1-1 0,0-1 0,1-2 0,1 0 0,0-1 0,0-2 0,1 0 0,50 7 0,-53-13 0,0-1 0,0-1 0,0-1 0,0-1 0,0-1 0,-1-1 0,1-2 0,-1 0 0,0-1 0,38-16 0,-30 7 0,0-1 0,-1-1 0,0-2 0,-2-1 0,0-1 0,-1-1 0,-1-2 0,-2-1 0,0 0 0,-2-2 0,0 0 0,-2-2 0,-2 0 0,0-1 0,19-47 0,-35 72 0,12-37 0,-13 39 0,-1 1 0,1 0 0,-1-1 0,1 1 0,-1-1 0,0 1 0,0-1 0,0 1 0,-1-1 0,1 1 0,0-1 0,-1 1 0,0-1 0,-1-3 0,-27 29-1365,9-7-5461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20.8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 1 24575,'-3'11'0,"1"0"0,1 1 0,0-1 0,1 0 0,0 1 0,1-1 0,3 20 0,0 4 0,18 338 0,-21-250 0,-15 127 0,-40 95-1365,45-299-5461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27.7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24198,'6187'-7'0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34.2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1 381 24575,'0'0'0,"1"-3"0,0 0 0,0 1 0,1-1 0,-1 1 0,1-1 0,-1 1 0,1 0 0,0 0 0,0-1 0,0 1 0,3-2 0,3-4 0,34-36 0,2 3 0,2 2 0,1 2 0,2 2 0,1 2 0,99-48 0,-138 75 0,0 1 0,1 0 0,0 1 0,-1 0 0,20-3 0,-28 7 0,-1 0 0,1-1 0,-1 1 0,1 0 0,-1 0 0,1 1 0,-1-1 0,1 1 0,0-1 0,-1 1 0,0 0 0,1-1 0,-1 1 0,1 1 0,-1-1 0,0 0 0,0 1 0,0-1 0,0 1 0,0-1 0,0 1 0,0 0 0,0 0 0,-1 0 0,1 0 0,-1 0 0,1 0 0,-1 0 0,0 1 0,0-1 0,0 0 0,0 1 0,0 2 0,2 8 0,0 0 0,-1 0 0,-1 0 0,0 0 0,-1 0 0,0 0 0,-1 0 0,-1 0 0,-6 25 0,-5 13 0,-22 52 0,34-99 0,-23 61 0,-3-1 0,-3-1 0,-2-2 0,-3-1 0,-66 85 0,59-103 0,740-473 0,-639 389-1365,-9 2-5461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34.5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0 24575,'19'21'0,"28"36"0,-2 2 0,-3 2 0,-3 2 0,-2 2 0,-4 1 0,-2 1 0,-3 2 0,-4 1 0,-2 1 0,20 120 0,-28-98 0,-4 1 0,-4 1 0,-4-1 0,-4 1 0,-5-1 0,-3 0 0,-44 176 0,38-212-136,-3-1-1,-2 0 1,-3-2-1,-2-1 1,-3-1-1,-2-1 1,-2-2-1,-2-1 0,-46 49 1,25-41-6690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56.3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 17 24575,'-24'5'0,"22"-4"0,1 0 0,0-1 0,-1 1 0,1-1 0,-1 1 0,0-1 0,1 0 0,-1 1 0,1-1 0,-1 0 0,0 0 0,1 0 0,-1-1 0,1 1 0,-1 0 0,1 0 0,-1-1 0,1 1 0,-1-1 0,-1-1 0,-39-20 0,42 22 0,0 0 0,0 0 0,0 0 0,-9 19-1365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22.5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20 143 24575,'-1'2'0,"0"0"0,0 0 0,1 1 0,-1-1 0,1 1 0,-1-1 0,1 0 0,0 1 0,0 3 0,0 4 0,-10 101 0,5 1 0,14 165 0,-4-256 0,-4-21 0,0-1 0,0 0 0,-1 1 0,1-1 0,0 1 0,0-1 0,0 0 0,-1 1 0,1-1 0,0 0 0,-1 0 0,1 0 0,-1 0 0,1 0 0,-1 0 0,1 1 0,-1-1 0,1 0 0,-1 0 0,0 0 0,1-2 0,51-129 0,50-196 0,-59 177 0,-42 146 0,1 0 0,0-1 0,0 1 0,0 0 0,0 0 0,1 0 0,0 0 0,0 0 0,7-7 0,-8 10 0,0 1 0,0 0 0,0-1 0,0 1 0,0 0 0,0 0 0,1 1 0,-1-1 0,0 0 0,1 1 0,-1-1 0,0 1 0,1 0 0,-1 0 0,0 0 0,1 0 0,-1 0 0,1 0 0,-1 1 0,0-1 0,0 1 0,1-1 0,-1 1 0,0 0 0,3 1 0,12 6 0,0 0 0,-1 1 0,1 1 0,-2 1 0,27 22 0,68 75 0,-82-80 0,5 10 0,-24-27 0,0 0 0,0-1 0,1 0 0,1 0 0,0-1 0,0 0 0,21 11 0,-28-19 0,0 0 0,0 0 0,0-1 0,0 1 0,0-1 0,0 0 0,1 0 0,-1-1 0,0 1 0,0-1 0,0 0 0,0 0 0,0 0 0,-1 0 0,1-1 0,0 0 0,0 0 0,-1 0 0,1 0 0,-1 0 0,0-1 0,5-3 0,8-9 0,0 0 0,25-30 0,-35 38 0,75-101 0,-80 107 0,-1 0 0,0 1 0,1-1 0,-1 1 0,1-1 0,-1 1 0,1-1 0,-1 1 0,1-1 0,-1 1 0,1 0 0,-1-1 0,1 1 0,-1 0 0,1-1 0,0 1 0,-1 0 0,1 0 0,0-1 0,-1 1 0,1 0 0,0 0 0,-1 0 0,1 0 0,0 0 0,-1 0 0,2 0 0,17 13 0,13 31 0,-28-37 0,35 64 0,39 94 0,-45-89 0,50 81 0,-80-150 0,2-1 0,-1 1 0,1-1 0,0 0 0,0 0 0,0-1 0,1 0 0,0 0 0,0 0 0,0 0 0,1-1 0,9 5 0,-11-7 0,1-1 0,-1 0 0,1 0 0,-1 0 0,1 0 0,-1-1 0,1 0 0,-1 0 0,1 0 0,-1-1 0,1 0 0,-1 0 0,1 0 0,-1-1 0,0 0 0,1 0 0,-1 0 0,6-4 0,14-9 0,1 0 0,-2-2 0,0-1 0,-2-1 0,0-1 0,21-24 0,108-145 0,-122 150 0,-2 0 0,38-77 0,-64 116 0,-1-1 0,0 0 0,0 1 0,0-1 0,0 1 0,1-1 0,-1 0 0,0 1 0,0-1 0,1 1 0,-1-1 0,1 1 0,-1-1 0,0 1 0,1-1 0,-1 1 0,1 0 0,-1-1 0,1 1 0,-1-1 0,1 1 0,-1 0 0,1-1 0,0 1 0,0 0 0,10 12 0,-5-3 0,38 62 0,-32-49 0,2 0 0,0-1 0,1 0 0,1-1 0,21 20 0,-34-37 0,1-1 0,-1 1 0,1-1 0,0 1 0,0-1 0,0 0 0,1 0 0,-1-1 0,0 1 0,1-1 0,-1 0 0,1-1 0,-1 1 0,7 0 0,-4-2 0,1 1 0,0-1 0,0 0 0,-1-1 0,1 0 0,-1 0 0,13-6 0,4-4 0,0-2 0,-1 0 0,35-29 0,-54 40 0,127-112 0,-89 76 0,-37 34 0,0 0 0,1 1 0,-1-1 0,1 1 0,0 0 0,11-4 0,-15 7 0,0 0 0,0 1 0,0-1 0,1 1 0,-1 0 0,0 0 0,0 0 0,0 0 0,0 0 0,0 0 0,0 0 0,0 1 0,0-1 0,0 1 0,0 0 0,0-1 0,0 1 0,0 0 0,0 0 0,-1 0 0,1 0 0,0 1 0,-1-1 0,1 0 0,0 1 0,-1-1 0,2 3 0,6 6 0,-1 1 0,0 1 0,-1-1 0,0 1 0,0 1 0,-2-1 0,6 17 0,24 99 0,-29-103 0,27 136 0,-8 2 0,-6 0 0,-4 211 0,-14-325 0,-3 0 0,-1 0 0,-3 0 0,-19 76 0,22-116 0,0 0 0,0-1 0,-1 1 0,-7 11 0,10-19 0,1 0 0,-1 0 0,0 1 0,1-1 0,-1 0 0,0 0 0,0 0 0,0 0 0,0 0 0,0 0 0,0-1 0,0 1 0,0 0 0,0 0 0,-1-1 0,1 1 0,0 0 0,0-1 0,-1 0 0,1 1 0,0-1 0,0 0 0,-1 1 0,1-1 0,-1 0 0,1 0 0,0 0 0,-1 0 0,1 0 0,0-1 0,-1 1 0,1 0 0,0 0 0,-1-1 0,1 1 0,0-1 0,0 0 0,-2 0 0,-2-3 0,1 0 0,-1 0 0,1-1 0,-1 0 0,2 0 0,-1 0 0,0 0 0,1 0 0,0-1 0,0 1 0,1-1 0,-3-7 0,-4-13 0,-6-39 0,14 60 0,-7-34 0,2 0 0,2 0 0,2-1 0,1 0 0,8-66 0,-3 79 0,1 1 0,1-1 0,1 1 0,2 0 0,0 1 0,2 0 0,0 0 0,2 1 0,21-29 0,-13 25-682,28-27-1,24-16-6143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23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1 258 24575,'3'13'0,"162"722"0,-161-721 0,0-13 0,4-28 0,7-38 0,43-162 0,-41 171 0,3 2 0,27-55 0,-39 93 0,0 1 0,1 0 0,21-26 0,-29 38 0,1 1 0,0-1 0,0 1 0,1 0 0,-1 0 0,0 0 0,1 0 0,-1 0 0,1 0 0,0 0 0,0 1 0,0 0 0,-1-1 0,1 1 0,0 0 0,0 1 0,1-1 0,-1 0 0,0 1 0,0 0 0,0 0 0,0 0 0,0 0 0,1 0 0,-1 0 0,0 1 0,0 0 0,6 1 0,-2 2 0,-1 0 0,0 0 0,0 0 0,0 1 0,0 0 0,0 0 0,-1 0 0,0 1 0,0 0 0,5 9 0,5 10 0,17 36 0,-26-50 0,66 165 0,-13-28 0,-56-141 0,0-1 0,0 1 0,0-1 0,1 0 0,0 0 0,1-1 0,-1 1 0,1-1 0,0 0 0,0 0 0,7 4 0,-8-7 0,1 1 0,0-1 0,0 0 0,0 0 0,0 0 0,0-1 0,0 0 0,0 0 0,1 0 0,-1-1 0,0 0 0,1 0 0,-1 0 0,0 0 0,8-2 0,11-4 0,0 0 0,-1-1 0,0-2 0,0 0 0,-1-2 0,0 0 0,32-22 0,-20 8 0,0-1 0,-2-1 0,48-52 0,-58 53 0,-1-1 0,-1-1 0,-2-1 0,-1 0 0,-1-2 0,-1 0 0,-2 0 0,-1-2 0,-2 1 0,8-44 0,-17 73 0,0 0 0,-1 1 0,1-1 0,-1 0 0,0 0 0,0 1 0,0-1 0,0 0 0,-1 0 0,0-2 0,1 4 0,0 1 0,0 0 0,-1-1 0,1 1 0,0 0 0,0 0 0,-1-1 0,1 1 0,0 0 0,0 0 0,-1 0 0,1-1 0,0 1 0,-1 0 0,1 0 0,0 0 0,-1 0 0,1 0 0,0 0 0,-1 0 0,1-1 0,0 1 0,-1 0 0,1 0 0,0 0 0,-1 0 0,1 1 0,0-1 0,-1 0 0,1 0 0,0 0 0,-1 0 0,1 0 0,0 0 0,-1 0 0,1 1 0,0-1 0,0 0 0,-1 0 0,1 0 0,-1 1 0,-4 4 0,-1 0 0,1 0 0,-1 0 0,2 1 0,-9 11 0,-1 4 0,0 0 0,1 1 0,1 1 0,2 0 0,0 0 0,1 1 0,1 1 0,2-1 0,-7 43 0,13-66 0,0 1 0,0-1 0,0 0 0,-1 0 0,1 0 0,0 1 0,1-1 0,-1 0 0,0 0 0,0 0 0,0 0 0,1 0 0,-1 1 0,1-1 0,-1 0 0,1 0 0,-1 0 0,1 0 0,-1 0 0,1 0 0,0 0 0,0 0 0,-1 0 0,1-1 0,2 2 0,-1-1 0,-1-1 0,1 1 0,0-1 0,0 0 0,-1 1 0,1-1 0,0 0 0,0 0 0,0 0 0,-1-1 0,1 1 0,0 0 0,0-1 0,-1 1 0,3-2 0,9-3 0,0-1 0,0-1 0,16-11 0,-24 14 0,80-60 0,-59 41 0,50-30 0,-63 47 0,0 1 0,1 0 0,-1 1 0,1 1 0,0 0 0,0 0 0,0 2 0,0 0 0,1 0 0,16 2 0,56-5 0,-47-4 0,0-2 0,0-2 0,-2-1 0,1-3 0,51-28 0,-25 13 0,-60 29 0,0-1 0,1 1 0,0 0 0,-1 1 0,1-1 0,0 1 0,0 0 0,0 1 0,0-1 0,0 1 0,0 1 0,-1-1 0,1 1 0,0 0 0,0 0 0,0 0 0,7 4 0,-2 0 0,1 1 0,-1 0 0,-1 1 0,1 0 0,-1 1 0,-1 0 0,10 10 0,5 6 0,-15-14 0,1-1 0,0 0 0,0 0 0,15 9 0,-20-15 0,0-1 0,-1 0 0,1 0 0,0 0 0,0-1 0,1 0 0,-1 0 0,0 0 0,0 0 0,1-1 0,-1 0 0,0 0 0,0 0 0,10-3 0,2-1 0,0-1 0,-1 0 0,25-13 0,28-9 0,-63 26 0,1-1 0,-1 2 0,1-1 0,-1 1 0,1 0 0,0 0 0,-1 1 0,1-1 0,-1 2 0,1-1 0,-1 1 0,11 4 0,7 4 0,44 28 0,-11-7 0,-41-24 0,0 0 0,0-1 0,1-1 0,-1-1 0,1-1 0,0 0 0,0-1 0,0-1 0,0 0 0,1-1 0,22-4 0,-14 0 0,1-2 0,-2-1 0,1-1 0,-1-1 0,0-1 0,37-22 0,15-11 0,-8 3 0,118-49 0,-168 82 0,20-7 0,-1-2 0,48-28 0,-77 39 0,-1 0 0,0 0 0,0-1 0,0 0 0,0-1 0,-1 0 0,0 0 0,-1-1 0,0 1 0,0-1 0,-1-1 0,1 1 0,-2-1 0,1 0 0,3-13 0,-7 21 0,-1 0 0,1-1 0,-1 1 0,0-1 0,1 1 0,-1 0 0,0-1 0,0 1 0,0-1 0,0 1 0,0-1 0,0 1 0,-1-1 0,1 1 0,0 0 0,-1-1 0,1 1 0,-2-2 0,1 2 0,1 0 0,-1 1 0,0-1 0,1 1 0,-1-1 0,0 1 0,0-1 0,0 1 0,1-1 0,-1 1 0,0 0 0,0 0 0,0-1 0,0 1 0,0 0 0,0 0 0,0 0 0,0 0 0,1 0 0,-1 0 0,-2 0 0,-2 1 0,0 1 0,0-1 0,0 1 0,0 0 0,0 0 0,0 0 0,1 1 0,-1-1 0,-4 5 0,-6 6 0,2 0 0,0 0 0,1 1 0,0 1 0,1 0 0,0 1 0,2 0 0,0 0 0,0 1 0,-7 25 0,5-11 0,1 1 0,2 0 0,2 0 0,0 1 0,0 37 0,5-44 15,1 0 0,1 1 0,2-1 0,0-1 0,2 1 0,1 0 0,16 44 0,-15-54-129,1 0 0,0-1-1,0 0 1,2 0 0,0-1 0,0 0-1,2-1 1,-1 0 0,2-1 0,-1 0-1,2-1 1,22 15 0,38 14-6712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24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24575,'16'30'0,"0"8"0,-2 0 0,-2 1 0,14 75 0,5 124 0,-29-223 0,0 4-120,2 16-502,-1 40-1,-4-68-6203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24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24575,'0'0'0,"0"0"0,0 0 0,1 2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25.6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300 826 24575,'11'-15'0,"66"-91"0,136-192 0,-151 202 0,59-123 0,-115 207 0,12-28 0,-17 38 0,0 1 0,-1-1 0,1 0 0,-1 1 0,1-1 0,-1 0 0,0 1 0,0-1 0,1 0 0,-1 0 0,-1 1 0,1-1 0,0 0 0,0 0 0,-1 1 0,1-1 0,0 0 0,-1 1 0,0-2 0,0 2 0,0 0 0,0 1 0,-1-1 0,1 1 0,0 0 0,0-1 0,0 1 0,0 0 0,0-1 0,0 1 0,0 0 0,-1 0 0,1 0 0,0 0 0,0 0 0,0 0 0,0 1 0,0-1 0,0 0 0,-1 1 0,1-1 0,0 0 0,0 1 0,0-1 0,0 1 0,0 0 0,0-1 0,0 1 0,1 0 0,-1 0 0,0-1 0,-1 2 0,-30 28 0,25-22 0,0 0 0,0 1 0,1 0 0,0 1 0,0-1 0,1 1 0,1 0 0,-1 1 0,2-1 0,-1 1 0,2-1 0,-1 1 0,1 0 0,0 16 0,2-15 0,1 1 0,0-1 0,0 0 0,2 1 0,-1-1 0,2 0 0,0 0 0,0 0 0,1-1 0,0 1 0,1-1 0,12 18 0,3-2 0,2 0 0,0-1 0,2-1 0,0-1 0,37 26 0,153 88 0,-204-133 0,-5-2 0,0 0 0,0 1 0,-1 0 0,11 8 0,-15-11 0,-1-1 0,1 1 0,0 0 0,0 0 0,0 0 0,-1 0 0,1 0 0,-1 0 0,1 0 0,-1 1 0,1-1 0,-1 0 0,1 0 0,-1 0 0,0 0 0,0 1 0,0-1 0,1 0 0,-1 0 0,-1 1 0,1-1 0,0 0 0,0 0 0,0 0 0,-1 1 0,1-1 0,0 0 0,-1 0 0,1 0 0,-1 0 0,1 0 0,-2 2 0,-6 6 0,0-1 0,-1 0 0,0 0 0,0 0 0,-1-2 0,0 1 0,0-1 0,-1 0 0,-15 5 0,-39 18 24,-1-3 0,-2-3 0,0-2 0,-111 17 0,57-21-767,-222 2 1,192-22-6084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26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58 24575,'12'7'0,"131"88"0,124 75 0,-191-127 0,133 55 0,-107-61 5,2-6-1,1-4 0,200 25 0,332-16-217,38-30-838,460 15 1123,-473 19-1248,433 19 602,648-81 574,-7-115 0,-1584 121-181,546-64-498,-9-43 722,-443 58 1263,-211 53-875,0-1 1,-1-2 0,-1-1 0,56-37 0,-81 48-396,0-1-1,-1 0 1,0-1-1,0 1 1,-1-1-1,8-11 1,-12 16-35,-1-1 0,1 1 0,-1 0 0,0-1 0,0 0 1,0 1-1,0-1 0,0 1 0,0-1 0,-1 0 0,0 0 0,1 0 0,-1 1 0,0-1 0,0 0 0,0 0 0,-1 1 1,1-1-1,-1 0 0,1 0 0,-1 1 0,0-1 0,0 0 0,0 1 0,-2-4 0,-2 0 8,1 1 0,-1-1 0,0 0 0,0 1 0,-1 0 0,0 0 0,0 1 0,0 0 0,0 0 0,-1 0 0,1 1 0,-13-5 0,-2 1-380,0 0 1,0 2-1,-23-3 1,-18 0-6456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28.6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24575,'2'2'0,"8"1"0,16 6 0,41 14 0,51 16 0,5 1-8191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42.2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152 375 24575,'-15'28'0,"-17"155"0,17-82 0,-12 40 0,-32 239 0,57-364 0,1-19 0,1-30 0,2-18 0,3 0 0,1 0 0,3 1 0,18-55 0,5 5 0,44-96 0,-35 105 0,57-92 0,-70 138 0,1 1 0,3 2 0,65-68 0,-88 102 0,-1-1 0,2 2 0,-1-1 0,1 1 0,0 1 0,19-10 0,-25 14 0,-1 1 0,1 0 0,0 0 0,-1 0 0,1 0 0,0 1 0,0-1 0,0 1 0,0 0 0,0 0 0,-1 1 0,1-1 0,0 1 0,0 0 0,0 0 0,-1 0 0,1 0 0,0 1 0,-1 0 0,1-1 0,-1 1 0,0 0 0,0 1 0,5 3 0,3 4 0,-2 1 0,1 0 0,-1 0 0,-1 1 0,0 0 0,-1 0 0,0 1 0,-1 0 0,6 15 0,5 23 0,12 55 0,48 399 0,-72-459 0,-4-40 0,-1 0 0,1 0 0,0 0 0,0 0 0,0 0 0,5 11 0,-5-16 0,-1 0 0,1 0 0,-1-1 0,1 1 0,0 0 0,-1 0 0,1-1 0,0 1 0,0 0 0,-1-1 0,1 1 0,0 0 0,0-1 0,0 0 0,0 1 0,0-1 0,0 1 0,0-1 0,0 0 0,0 0 0,0 1 0,0-1 0,0 0 0,0 0 0,0 0 0,0 0 0,0 0 0,0-1 0,0 1 0,0 0 0,0 0 0,0-1 0,0 1 0,-1 0 0,1-1 0,0 1 0,0-1 0,0 1 0,0-1 0,0 1 0,-1-1 0,2-1 0,11-7 0,-1 0 0,-1-1 0,1 0 0,-1-1 0,-1 0 0,17-25 0,49-85 0,-69 108 0,60-114 0,-6-4 0,87-271 0,-141 387 0,-6 15 0,-1 0 0,0 0 0,0 0 0,0-1 0,0 1 0,1 0 0,-1 0 0,0 0 0,0 0 0,0 0 0,1 0 0,-1 0 0,0 0 0,0 0 0,0 0 0,1 0 0,-1 0 0,0 0 0,0 0 0,0 0 0,1 0 0,-1 0 0,0 0 0,0 0 0,0 0 0,1 0 0,-1 1 0,0-1 0,0 0 0,0 0 0,0 0 0,1 0 0,-1 0 0,0 0 0,0 1 0,0-1 0,0 0 0,1 0 0,0 4 0,1-1 0,0 0 0,-1 1 0,0-1 0,1 1 0,-1 0 0,0 4 0,7 39 0,-2 2 0,-1 73 0,-13 106 0,5-168 0,-29 379 0,6-92 0,24-318 0,-3 109 0,6-122 0,0 0 0,1 1 0,0-1 0,2 0 0,0 0 0,6 16 0,11 4-1365,2-11-5461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42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406 1 24575,'-12'34'0,"-12"56"0,10-35 0,-322 1403 0,329-1432 0,-5 34 0,12-55 0,-1-1 0,1 0 0,0 1 0,0-1 0,0 0 0,1 1 0,0-1 0,0 0 0,0 1 0,2 5 0,-2-8 0,1 0 0,0 1 0,0-1 0,-1 0 0,1 0 0,1 0 0,-1 0 0,0-1 0,0 1 0,1-1 0,-1 1 0,1-1 0,-1 0 0,1 0 0,-1 0 0,1 0 0,0 0 0,0 0 0,-1-1 0,6 1 0,6 0 0,1 0 0,24-3 0,-37 2 0,122-14-55,145-35 0,-149 25-1200,-51 10-5571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43.5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139 387 24575,'0'0'0,"-1"7"0,0 0 0,0 0 0,0 0 0,-1-1 0,-3 9 0,-4 17 0,-36 193 0,-28 454 0,73-668 0,1-35 0,13-198 0,9 1 0,73-302 0,-88 487 0,2-15 0,3 1 0,1 0 0,35-78 0,-46 121 0,1 1 0,-1 0 0,1 0 0,0 0 0,1 0 0,-1 1 0,1 0 0,0-1 0,6-3 0,-8 7 0,1 0 0,-1 0 0,0 0 0,0 1 0,1-1 0,-1 1 0,1 0 0,-1 0 0,1 0 0,-1 1 0,1-1 0,0 1 0,-1 0 0,1 0 0,0 0 0,-1 1 0,1-1 0,0 1 0,3 1 0,7 3 0,-1 0 0,1 1 0,-1 1 0,0 0 0,-1 1 0,0 0 0,0 1 0,-1 0 0,0 1 0,10 12 0,19 21 0,36 55 0,-70-91 0,81 119 0,-50-68 0,85 98 0,-113-147 0,-1 0 0,1-1 0,0 0 0,1-1 0,0 0 0,14 7 0,-19-11 0,1-1 0,-1 0 0,1 0 0,-1-1 0,1 0 0,-1 0 0,1 0 0,0 0 0,-1-1 0,1 0 0,0 0 0,-1-1 0,1 0 0,0 1 0,7-4 0,1-1 0,-1 0 0,0-1 0,-1 0 0,0-1 0,0-1 0,0 0 0,-1-1 0,13-11 0,76-89 0,-97 105 0,64-79 0,-4-3 0,101-184 0,-161 264 0,11-15 0,-7 21 0,2 13 0,-3 8 0,0 1 0,-1-1 0,-2 1 0,2 26 0,-4-44 0,16 454 0,-35 6 0,15-406 0,-12 216-1365,8-167-5461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44.4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1 535 24575,'0'0'0,"13"-4"0,373-68 0,7 22 0,-301 39 0,2795-270-993,-2832 277 998,516-34 415,-391 33-212,207 23 0,-364-16-137,-6-1-50,-1 1-1,1 1 0,28 8 0,-28 0-20,-14-9 0,-12-8 0,-10-9-455,0 0 0,-28-33 0,15 12-6371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46.9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17 113 24575,'0'36'0,"9"190"0,2 127 0,-27-392 0,9 4 0,1-1 0,1 0 0,3 0 0,3-71 0,3 58 0,3-1 0,1 1 0,17-51 0,-22 89 0,0 1 0,1 0 0,0 0 0,0 0 0,1 0 0,7-9 0,-10 16 0,-1 1 0,1 0 0,0 0 0,1 0 0,-1 0 0,0 0 0,1 0 0,-1 1 0,1-1 0,-1 1 0,1-1 0,0 1 0,-1 0 0,1 0 0,0 0 0,0 1 0,0-1 0,0 1 0,0 0 0,-1-1 0,1 1 0,0 0 0,0 1 0,0-1 0,0 0 0,0 1 0,3 1 0,11 3 0,-1 1 0,0 0 0,0 2 0,0 0 0,-1 1 0,18 12 0,85 74 0,-70-54 0,-23-20 0,1 0 0,1-2 0,0-1 0,41 20 0,-59-35 0,-1 1 0,1-1 0,0 0 0,0-1 0,0 0 0,1 0 0,-1-1 0,0-1 0,1 1 0,-1-1 0,0-1 0,1 0 0,-1 0 0,0-1 0,0 0 0,0 0 0,0-1 0,0-1 0,0 1 0,8-6 0,0-2 0,-1 0 0,-1-1 0,1 0 0,-2-1 0,0-1 0,0-1 0,-2 0 0,0 0 0,18-31 0,-15 20 0,-1-1 0,-1-1 0,-1-1 0,-2 0 0,11-48 0,-16 63 0,-5 28 0,0 8 0,1-17-16,50 531-1333,-33-449-5477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47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24575,'0'26'0,"0"10"0,-1 36 0,17 140 0,-15-206 0,0 1 0,1-1 0,0 1 0,0-1 0,0 0 0,1 0 0,0 0 0,4 7 0,-6-11 0,1 0 0,-1 0 0,1-1 0,0 1 0,-1-1 0,1 0 0,0 1 0,0-1 0,0 0 0,-1 0 0,1 0 0,0 0 0,1 0 0,-1-1 0,0 1 0,0 0 0,0-1 0,0 0 0,1 1 0,-1-1 0,0 0 0,0 0 0,0-1 0,1 1 0,-1 0 0,0-1 0,3 0 0,4-2 0,0 0 0,0-1 0,0 0 0,-1 0 0,0-1 0,0 0 0,0-1 0,0 1 0,-1-2 0,9-8 0,8-12 0,30-42 0,-10 11 0,-44 57 0,1 1 0,0-1 0,-1 0 0,1 0 0,0 1 0,-1-1 0,1 0 0,0 1 0,0-1 0,0 0 0,0 1 0,-1-1 0,1 1 0,0 0 0,0-1 0,0 1 0,0 0 0,0-1 0,0 1 0,0 0 0,0 0 0,0 0 0,0 0 0,0 0 0,0 0 0,2 1 0,-2-1 0,1 1 0,0 0 0,-1 0 0,1 0 0,0 0 0,-1 1 0,1-1 0,-1 0 0,0 1 0,1-1 0,-1 1 0,0-1 0,1 3 0,4 7 0,0 0 0,0 1 0,4 16 0,-9-25 0,19 60 0,-3 2 0,16 116 0,-7 139 0,-24 62 0,-6-319 0,-3 0 0,-2 0 0,-36 121 0,38-163 0,-1-1 0,-1 0 0,-16 28 0,23-43 0,-1-1 0,0 1 0,0-1 0,0 0 0,-1 0 0,1 0 0,-1 0 0,0 0 0,0-1 0,-1 0 0,1 0 0,0 0 0,-1 0 0,0-1 0,0 0 0,0 0 0,0 0 0,0 0 0,-9 1 0,11-3 0,1 0 0,0 0 0,-1-1 0,1 1 0,0-1 0,0 1 0,-1-1 0,1 0 0,0 1 0,0-1 0,0 0 0,0 0 0,0-1 0,0 1 0,0 0 0,0-1 0,0 1 0,0-1 0,1 0 0,-1 1 0,1-1 0,-1 0 0,1 0 0,0 0 0,0 0 0,-2-4 0,-1-3 0,1-1 0,0 1 0,1-1 0,-1 1 0,0-14 0,0-13 0,2 0 0,1-1 0,1 1 0,3-1 0,10-49 0,2 15 0,46-121 0,-36 130-455,2 2 0,56-90 0,-14 47-6371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49.1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24575,'0'0'0,"3"107"0,19 116 0,32 100 0,-49-294 0,89 428-1365,-83-410-5461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49.9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206 193 24575,'29'-11'0,"53"-3"0,153-5 0,-159 15 0,356-19-67,663-46-629,-907 50 696,138-10 0,-231 24 0,131 12 0,-195-4 15,0 1-1,-1 1 1,1 2 0,-1 2-1,-1 0 1,30 14-1,-42-14 41,0-1 1,-1 2-1,-1 0 0,0 1 0,0 1 0,-1 0 0,0 1 0,-1 0 0,-1 1 0,0 0 0,13 22 0,-8-5-55,-2-1 0,-1 2 0,-2 0 0,-1 0 0,-1 1 0,-2 0 0,-2 1 0,5 61 0,-7 3 0,-15 176 0,-61 260 0,69-520 0,0 0 0,-1 0 0,-1 0 0,0-1 0,-1 0 0,0 1 0,-1-2 0,-15 22 0,16-27 0,-1 0 0,0 0 0,0-1 0,0 0 0,-1 0 0,0 0 0,0-1 0,-1 0 0,1-1 0,-1 0 0,0 0 0,0-1 0,-18 4 0,-6-1 0,-1-2 0,1 0 0,-1-3 0,-39-2 0,-134-20 0,198 20 0,-495-80 0,-221-23 0,155 80 0,65 6 0,419 11 0,-90-18 0,145 19 0,2-2 0,-1 0 0,1-2 0,1-2 0,0 0 0,-40-25 0,50 22 116,18 14-160,0 1 1,0-1-1,0 1 1,0-1-1,0 1 1,-1-1-1,2 0 0,-1 1 1,0-1-1,0 1 1,0-1-1,0 0 1,0 1-1,0-1 1,1 1-1,-1-1 0,0 1 1,0-1-1,1 1 1,-1-1-1,0 1 1,1-1-1,-1 1 1,0-1-1,1 1 0,-1 0 1,1-1-1,-1 1 1,1 0-1,-1-1 1,1 1-1,-1 0 0,2-1 1,12-8-6783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50.4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8 24575,'-1'-1'0,"0"0"0,-1 0 0,1 0 0,0 1 0,0-1 0,0 1 0,-1-1 0,1 1 0,0-1 0,-1 1 0,1 0 0,0-1 0,-1 1 0,1 0 0,-1 0 0,1 0 0,0 0 0,-1 0 0,1 0 0,0 1 0,-1-1 0,1 0 0,-2 2 0,-2 4 0,0 0 0,1 0 0,0 0 0,0 1 0,0 0 0,1 0 0,0 0 0,1 0 0,-1 0 0,-1 13 0,0-7 0,-13 60 0,2 1 0,4 0 0,4 1 0,2 0 0,4 0 0,3 0 0,3 0 0,20 97 0,-24-165 0,0 1 0,1 0 0,0 0 0,0 0 0,5 10 0,-7-17 0,1-1 0,-1 1 0,0-1 0,0 1 0,1-1 0,-1 1 0,0-1 0,1 1 0,-1-1 0,1 1 0,-1-1 0,0 0 0,1 1 0,-1-1 0,1 0 0,-1 1 0,1-1 0,-1 0 0,1 0 0,-1 1 0,1-1 0,0 0 0,-1 0 0,1 0 0,-1 0 0,1 0 0,0 0 0,1-1 0,-1 1 0,1-1 0,-1 0 0,0 0 0,0 0 0,1 0 0,-1 0 0,0 0 0,0 0 0,0 0 0,0-1 0,0 1 0,0 0 0,-1-1 0,2-2 0,29-63-1365,2-18-5461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50.6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 0 24575,'0'0'0,"0"1"0,0 0 0,-5 9 0,-5 15 0,-6 16 0,-1 1-8191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51.1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 1160 24575,'4'-7'0,"32"-64"0,90-130 0,-86 142 0,-1 1 0,114-179 0,-120 179 0,-2-1 0,28-76 0,-52 117 0,-1-1 0,-1 1 0,0-2 0,2-29 0,-6 44 0,-1 0 0,0 0 0,0 0 0,0-1 0,-1 1 0,0 0 0,0 0 0,0 0 0,0 0 0,-1 0 0,0 0 0,0 1 0,0-1 0,-1 1 0,0-1 0,1 1 0,-2 0 0,1 0 0,0 0 0,-1 0 0,-7-6 0,1 4 0,0 1 0,0-1 0,-1 2 0,1 0 0,-1 0 0,0 1 0,0 0 0,0 0 0,-1 2 0,1-1 0,0 2 0,-1-1 0,1 1 0,-1 1 0,-11 2 0,1 0 0,1 1 0,0 1 0,0 1 0,0 1 0,1 1 0,0 1 0,-21 12 0,25-11 0,0 1 0,0 0 0,1 1 0,1 1 0,0 0 0,0 1 0,2 1 0,0 0 0,0 1 0,2 0 0,0 0 0,0 1 0,-6 19 0,10-21 0,1 0 0,1 0 0,0 0 0,1 1 0,1-1 0,1 1 0,0 0 0,0 0 0,2-1 0,0 1 0,1 0 0,0-1 0,2 0 0,-1 1 0,2-1 0,9 22 0,4-3 0,1 0 0,1-2 0,2 0 0,1-1 0,48 49 0,152 124 0,-209-192 0,50 40 0,42 40 0,-104-91 0,0 0 0,-1 1 0,1-1 0,-1 1 0,1 0 0,-1 0 0,0-1 0,1 1 0,-1 0 0,0 0 0,0 0 0,-1 0 0,1 0 0,0 0 0,-1 0 0,1 1 0,-1-1 0,1 0 0,-1 0 0,0 0 0,0 4 0,-1-4 0,0 1 0,0-1 0,0 0 0,-1 1 0,1-1 0,-1 0 0,1 1 0,-1-1 0,0 0 0,0 0 0,0-1 0,0 1 0,0 0 0,0-1 0,0 1 0,0-1 0,-3 2 0,-9 4 0,0 0 0,-1-1 0,1-1 0,-1 0 0,-22 4 0,27-7 0,0 0 0,0-1 0,0 0 0,-1-1 0,1 0 0,0 0 0,0-1 0,0-1 0,-14-3 0,21 4-68,0 0 0,0-1-1,0 0 1,0 1 0,0-1 0,0 0-1,0 0 1,1-1 0,-1 1 0,1-1-1,0 1 1,-1-1 0,1 0 0,0 0-1,1 0 1,-1 0 0,0 0 0,1 0-1,-2-4 1,-7-30-6758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51.7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322 610 24575,'-2'2'0,"1"-1"0,-1 1 0,1 0 0,-1 0 0,1 0 0,0 0 0,0 0 0,0 0 0,0 0 0,0 0 0,0 3 0,-4 7 0,-124 305 0,27 11 0,82-262 0,-31 109 0,70-278 0,53-207 0,14 4 0,139-330 0,-209 596 0,-10 23 0,0 1 0,1-1 0,1 1 0,0 1 0,1-1 0,12-13 0,-20 28 0,-1 0 0,1 0 0,0 0 0,0 0 0,0 1 0,0-1 0,0 0 0,0 0 0,0 1 0,0-1 0,0 1 0,0-1 0,0 1 0,0-1 0,0 1 0,0 0 0,1-1 0,-1 1 0,0 0 0,0 0 0,0 0 0,1 0 0,-1 0 0,0 0 0,0 0 0,0 0 0,1 1 0,-1-1 0,0 0 0,0 1 0,0-1 0,0 1 0,0-1 0,0 1 0,0-1 0,2 2 0,1 2 0,1 0 0,-1 0 0,0 1 0,0-1 0,-1 1 0,5 8 0,9 17 0,-1 1 0,-2 1 0,-1 0 0,15 60 0,20 144 0,-19-25-682,4 313-1,-32-428-6143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52.4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0 317 24575,'2'-3'0,"0"-1"0,-1 1 0,1 0 0,0 0 0,1 0 0,-1 1 0,1-1 0,-1 0 0,1 1 0,0 0 0,-1-1 0,6-1 0,-1-2 0,13-9 0,0 0 0,0 2 0,1 0 0,1 2 0,0 0 0,1 1 0,0 2 0,31-8 0,18 0 0,105-8 0,-112 17 0,-1-2 0,98-27 0,-160 36 0,-1-1 0,1 1 0,0-1 0,0 0 0,0 1 0,0-1 0,-1 0 0,1 0 0,0 0 0,-1 0 0,1-1 0,-1 1 0,1 0 0,-1-1 0,0 1 0,1-1 0,-1 1 0,0-1 0,0 0 0,0 1 0,0-1 0,-1 0 0,1 0 0,0 1 0,-1-1 0,1 0 0,-1 0 0,1 0 0,-1 0 0,0 0 0,0-2 0,0 3 0,-1 0 0,1-1 0,0 1 0,-1 0 0,1 0 0,-1 0 0,1 0 0,-1 0 0,0 0 0,1 1 0,-1-1 0,0 0 0,1 0 0,-1 0 0,0 1 0,0-1 0,0 0 0,0 1 0,0-1 0,-2 0 0,1 0 0,0 0 0,-1 1 0,1-1 0,0 1 0,-1 0 0,1 0 0,-1 0 0,1 0 0,0 0 0,-1 0 0,1 1 0,0-1 0,-5 2 0,-3 2 0,1 0 0,-1 0 0,1 1 0,0 1 0,0 0 0,0 0 0,1 0 0,0 1 0,0 0 0,1 1 0,0 0 0,-8 10 0,3-1 0,1 0 0,1 1 0,0 0 0,1 0 0,-9 28 0,12-25 0,0-1 0,2 1 0,-3 27 0,6-38 0,0 1 0,1-1 0,1 1 0,0-1 0,0 1 0,1-1 0,0 0 0,5 15 0,-6-23 0,-1 0 0,1-1 0,0 1 0,0-1 0,-1 1 0,1-1 0,0 1 0,0-1 0,0 1 0,1-1 0,-1 0 0,0 0 0,1 0 0,-1 0 0,0 1 0,1-2 0,-1 1 0,1 0 0,-1 0 0,1 0 0,0-1 0,-1 1 0,1-1 0,0 1 0,0-1 0,-1 0 0,1 0 0,0 0 0,0 0 0,-1 0 0,1 0 0,0 0 0,-1 0 0,1-1 0,0 1 0,0-1 0,-1 1 0,1-1 0,-1 0 0,3-1 0,4-2 0,1-1 0,-1 0 0,-1 0 0,1-1 0,-1 0 0,9-9 0,8-12 0,-2 0 0,-1-2 0,-1-1 0,16-32 0,10-15 0,-45 75 0,0 1 0,0-1 0,0 1 0,0 0 0,0-1 0,1 1 0,-1 0 0,0 0 0,1 0 0,-1 0 0,1 0 0,-1 0 0,1 0 0,-1 1 0,1-1 0,-1 0 0,1 1 0,0-1 0,-1 1 0,1 0 0,0 0 0,-1-1 0,1 1 0,0 0 0,0 0 0,-1 1 0,1-1 0,0 0 0,-1 1 0,1-1 0,0 1 0,-1-1 0,1 1 0,-1 0 0,1-1 0,-1 1 0,1 0 0,-1 0 0,1 0 0,0 2 0,9 5 0,-2 0 0,1 1 0,-1 0 0,9 12 0,-16-18 0,51 67 0,-4 2 0,57 109 0,-105-179-35,25 39 193,-24-38-265,0-1 1,0 0 0,1 0 0,-1 0-1,1 0 1,-1 0 0,1-1 0,-1 1-1,1-1 1,0 0 0,0 1-1,-1-1 1,5 0 0,19 2-6720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52.9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280 1 24575,'0'0'0,"0"0"0,-12 2 0,3 1 0,0 0 0,0 1 0,0 0 0,0 0 0,1 1 0,-1 0 0,1 1 0,0-1 0,1 2 0,-1-1 0,1 1 0,1 0 0,-9 11 0,1 1 0,0 1 0,1 1 0,1 0 0,-11 28 0,9-13 0,1 2 0,1-1 0,2 1 0,-5 45 0,12-57 0,1 1 0,0-1 0,3 0 0,0 1 0,1-1 0,2 0 0,7 30 0,-8-46 0,0 0 0,1 0 0,0 0 0,1 0 0,0 0 0,0-1 0,1 0 0,0 0 0,1-1 0,0 1 0,0-1 0,1-1 0,0 1 0,0-2 0,13 9 0,-11-9 0,0-1 0,1 0 0,0-1 0,0 0 0,0 0 0,1-2 0,-1 1 0,1-1 0,0-1 0,-1 0 0,1-1 0,0 0 0,21-3 0,60-21 0,-92 24 0,1 0 0,0 0 0,0 0 0,-1 0 0,1 0 0,0 0 0,0 1 0,-1-1 0,1 1 0,0-1 0,-1 1 0,1 0 0,0-1 0,-1 1 0,1 0 0,-1 0 0,1 0 0,-1 0 0,0 0 0,0 1 0,1-1 0,-1 0 0,0 1 0,0-1 0,0 1 0,0-1 0,0 1 0,0-1 0,-1 1 0,1 0 0,-1-1 0,1 1 0,-1 0 0,1 2 0,2 8 0,0 1 0,-1-1 0,0 21 0,-1 17 0,-3 0 0,-1 0 0,-19 91 0,-53 143 0,29-141-1365,30-100-5461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53.9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158 743 24575,'-5'4'0,"-1"0"0,2 0 0,-1 1 0,0-1 0,1 1 0,0 1 0,0-1 0,1 0 0,-1 1 0,-4 12 0,2-7 0,-11 23 0,1 1 0,2 1 0,2 0 0,1 1 0,1 0 0,-8 73 0,17-102 0,1 0 0,0 0 0,0-1 0,0 1 0,1 0 0,2 10 0,-2-16 0,-1-1 0,0 1 0,1-1 0,0 1 0,-1-1 0,1 0 0,0 1 0,0-1 0,0 0 0,0 1 0,0-1 0,0 0 0,0 0 0,0 0 0,1 0 0,-1 0 0,0 0 0,1 0 0,-1 0 0,0-1 0,1 1 0,-1 0 0,1-1 0,0 1 0,-1-1 0,1 0 0,-1 1 0,1-1 0,-1 0 0,1 0 0,0 0 0,-1 0 0,1 0 0,-1-1 0,4 0 0,3-1 0,1 0 0,-1-1 0,0-1 0,0 1 0,0-1 0,0-1 0,-1 1 0,1-1 0,-1-1 0,-1 1 0,1-1 0,-1-1 0,0 1 0,0-1 0,7-10 0,-1-1 0,-1 0 0,-1 0 0,0-1 0,-1 0 0,8-28 0,-12 32 0,0 0 0,-2 0 0,1 0 0,-2-1 0,0 1 0,0-1 0,-2 0 0,0 1 0,-3-20 0,-1 24 0,-1 12 0,4 0 0,0 0 0,1 0 0,-1 0 0,1 0 0,-1 0 0,1 1 0,0-1 0,-1 0 0,1 0 0,0 1 0,0-1 0,0 0 0,0 0 0,0 2 0,0 1 0,1 1 0,0-1 0,0 1 0,0-1 0,1 0 0,0 0 0,0 0 0,0 0 0,0 0 0,0 0 0,1 0 0,0-1 0,-1 1 0,1-1 0,1 0 0,-1 0 0,0 0 0,1 0 0,0 0 0,-1-1 0,1 0 0,0 1 0,0-2 0,0 1 0,1 0 0,6 1 0,0 0 0,1 0 0,-1-1 0,1 0 0,0-1 0,0 0 0,-1-1 0,1 0 0,0-1 0,13-2 0,-10-1 0,0 0 0,-1 0 0,0-2 0,22-10 0,-31 14 0,0-1 0,0 0 0,-1 0 0,1 0 0,-1-1 0,1 1 0,-1-1 0,-1 0 0,1 0 0,0 0 0,-1-1 0,0 1 0,0-1 0,0 0 0,3-10 0,-5 15 0,-1-1 0,1 0 0,-1 1 0,0-1 0,1 0 0,-1 0 0,0 1 0,0-1 0,0 0 0,1 0 0,-1 0 0,0 1 0,0-1 0,0 0 0,0 0 0,0 0 0,0 1 0,-1-1 0,1 0 0,0 0 0,0 0 0,-1 1 0,1-1 0,0 0 0,-1 1 0,1-1 0,0 0 0,-1 1 0,1-1 0,-1 0 0,0 1 0,1-1 0,-1 1 0,1-1 0,-1 1 0,0-1 0,1 1 0,-1-1 0,0 1 0,1 0 0,-1-1 0,0 1 0,0 0 0,0 0 0,1-1 0,-1 1 0,0 0 0,0 0 0,0 0 0,1 0 0,-1 0 0,0 0 0,0 0 0,0 1 0,1-1 0,-1 0 0,0 0 0,0 0 0,1 1 0,-2 0 0,-4 0 0,1 1 0,0 0 0,0 0 0,0 1 0,0-1 0,0 1 0,-7 6 0,2 0 0,1 1 0,1 0 0,0 0 0,0 1 0,-11 23 0,15-27 0,0 1 0,0 0 0,1 0 0,1 1 0,-1-1 0,1 1 0,1-1 0,0 1 0,-1 16 0,2-23 0,0-1 0,0 0 0,1 0 0,-1 0 0,0 1 0,1-1 0,-1 0 0,1 0 0,-1 0 0,1 0 0,-1 0 0,1 0 0,0 0 0,-1 0 0,1 0 0,0 0 0,0 0 0,0 0 0,0 0 0,0-1 0,0 1 0,0 0 0,0-1 0,0 1 0,0-1 0,0 1 0,0-1 0,0 1 0,0-1 0,1 0 0,-1 0 0,0 1 0,0-1 0,1 0 0,-1 0 0,0 0 0,0 0 0,0-1 0,1 1 0,-1 0 0,1-1 0,6 0 0,-1-1 0,1 0 0,-1-1 0,0 0 0,11-5 0,8-8 0,0-1 0,-1-2 0,-1 0 0,-1-1 0,-1-2 0,0 0 0,27-38 0,-16 14 0,-2 0 0,-2-3 0,29-65 0,-35 60 0,-2 0 0,20-85 0,-33 99 0,-1 0 0,-2 0 0,-1 0 0,-4-60 0,0 99 0,-7-49 0,7 48 0,-1 1 0,1 0 0,-1-1 0,1 1 0,-1 0 0,0-1 0,0 1 0,1 0 0,-1 0 0,0 0 0,0 0 0,0 0 0,-2-2 0,2 3 0,1 0 0,-1-1 0,0 1 0,1 0 0,-1 0 0,0 0 0,0 0 0,1-1 0,-1 1 0,0 0 0,0 1 0,1-1 0,-1 0 0,0 0 0,0 0 0,1 0 0,-1 0 0,0 1 0,1-1 0,-1 0 0,0 1 0,1-1 0,-1 1 0,0-1 0,1 0 0,-1 1 0,0 0 0,-7 8 0,0 0 0,1 1 0,0 0 0,0 0 0,1 0 0,1 1 0,-1 0 0,-6 22 0,9-24 0,-32 87 0,4 2 0,-20 109 0,-14 212 0,50-284 0,6 1 0,11 185 0,-1-311 0,-1 1 0,0 0 0,1 1 0,1-1 0,0 0 0,0 0 0,1 0 0,1 0 0,-1-1 0,9 17 0,-11-26 0,0 1 0,0-1 0,0 0 0,1 1 0,-1-1 0,0 0 0,1 0 0,-1 1 0,0-1 0,1 0 0,-1 0 0,1-1 0,0 1 0,-1 0 0,1 0 0,0-1 0,-1 1 0,1-1 0,0 0 0,0 1 0,-1-1 0,1 0 0,3 0 0,-1-1 0,0 0 0,-1 0 0,1 0 0,-1 0 0,1-1 0,-1 1 0,0-1 0,0 0 0,1 0 0,4-5 0,5-5 0,-1-1 0,0 0 0,18-26 0,2-10 0,-2-1 0,-3-1 0,29-73 0,-50 115 0,-2 10 0,2 18 0,-7-3-1365,-2 2-5461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7:55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1 321 24575,'0'0'0,"3"-3"0,63-48 0,2 3 0,93-48 0,-119 74 0,1 2 0,0 2 0,1 2 0,1 2 0,70-12 0,-97 23 0,0 1 0,0 1 0,0 1 0,0 0 0,0 1 0,-1 1 0,1 1 0,0 1 0,26 8 0,-32-7 0,0 0 0,0 1 0,-1 0 0,0 1 0,0 0 0,-1 1 0,0 0 0,0 0 0,-1 1 0,0 0 0,0 1 0,-1 0 0,-1 1 0,8 11 0,-5-3 0,-1 0 0,0 1 0,-1 0 0,-1 0 0,-1 1 0,-1 0 0,4 38 0,-7-30 0,-1 1 0,-1-1 0,-2 1 0,-1-1 0,-9 36 0,2-25 0,-1 0 0,-3-1 0,-1 0 0,-2-1 0,-2-1 0,-1-1 0,-1-1 0,-34 41 0,28-43 0,-2-2 0,-1-1 0,-1-1 0,-65 46 0,69-58 0,-1 0 0,0-1 0,-1-2 0,-1-1 0,0-1 0,-60 14 0,83-24 0,0-1 0,0 1 0,-1-1 0,1 0 0,0-1 0,0 0 0,-1 0 0,1 0 0,0-1 0,0 0 0,-1 0 0,-11-5 0,17 3 0,8 1 0,10 2 0,-5 3 0,0 1 0,0-1 0,-1 2 0,1-1 0,-1 2 0,0-1 0,-1 1 0,1 1 0,-1-1 0,0 2 0,-1-1 0,0 1 0,10 12 0,-1 2 0,0 0 0,-2 1 0,0 1 0,15 34 0,-10-7-195,-1 2 0,-3 0 0,-2 1 0,-3 1 0,-2 0 0,4 101 0,-12-120-6631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8:00.0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24575,'0'0'0,"0"0"0,0 0 0,0 0 0,-1 0 0,1 0 0,0 0 0,0 0 0,0 0 0,-1 0 0,1 0 0,0 0 0,0 0 0,0 1 0,-1-1 0,1 0 0,0 0 0,0 0 0,0 0 0,-1 0 0,1 1 0,0-1 0,0 0 0,0 0 0,0 0 0,0 0 0,0 1 0,0-1 0,-1 0 0,1 0 0,0 1 0,0-1 0,0 0 0,0 0 0,0 0 0,0 1 0,0-1 0,0 0 0,0 0 0,0 0 0,0 1 0,0-1 0,0 0 0,0 0 0,0 1 0,0-1 0,1 0 0,-1 1 0,9 25 0,0 0 0,2-1 0,2 0 0,0-1 0,26 36 0,-10-21 0,2-1 0,47 44 0,-36-44 4,2-2 0,1-3 0,2-1 0,2-2 0,0-3-1,2-2 1,1-1 0,67 19 0,2-8-268,1-5 0,208 23 0,392-11-148,6-49-846,-653 5 1165,1276-41 93,55-1 0,-843 46 0,755 99 0,-599-1-408,153 18 51,3-42 223,128-86 2498,-4-70-1309,-938 75-1055,263-32 0,-255 25 0,-1-2 0,109-38 0,-157 44 0,-1 0 0,1-2 0,-1 0 0,-1-1 0,33-25 0,-46 32 0,0 0 0,-1 0 0,1 0 0,-1-1 0,0 1 0,0-1 0,-1-1 0,1 1 0,-1 0 0,0-1 0,-1 1 0,1-1 0,-1 0 0,0 0 0,-1 0 0,1 0 0,-1 0 0,0 0 0,-1 0 0,1-1 0,-1 1 0,-1 0 0,1 0 0,-3-11 0,-6-9-1365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8:02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24575,'16'11'0,"144"109"0,187 181 0,-173-144 0,-174-157-3,35 32 44,1-3 0,67 43 0,-93-66-133,1 0-1,-1 0 0,1-1 0,0-1 0,1 0 0,-1-1 1,1 0-1,-1 0 0,1-1 0,0-1 0,0 0 0,0-1 0,0 0 1,0-1-1,22-4 0,-1-5-6733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8:02.2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491 1 24575,'-3'13'0,"-3"6"0,-2 0 0,-1 0 0,0-1 0,-13 18 0,-52 68 0,48-68 0,-258 327-1216,278-356 1067,-38 47-6677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8:02.5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24575,'0'0'0,"0"0"0,0 1 0,0 0 0,0 4 0,0 7 0,1 14 0,2 14 0,2 17 0,3 10 0,0 7 0,2 0 0,-1-1 0,0-4 0,0-5 0,-3-13-8191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8:03.2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1 230 24575,'18'0'0,"-5"2"0,258 10 0,440-38 0,269-92 0,-528 57 0,-143 23 0,-309 38-53,5 0 207,-7 1-1620,-6 2-5360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8:04.6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84 323 24575,'-6'-28'0,"-5"-27"0,4 15 0,-1 0 0,-2 1 0,-2 0 0,-18-38 0,31 77 0,-1-1 0,1 1 0,-1-1 0,0 1 0,1 0 0,-1-1 0,1 1 0,-1 0 0,1 0 0,-1-1 0,1 1 0,0 0 0,-1 0 0,1 0 0,-1 0 0,1 0 0,-1 0 0,1 0 0,0 0 0,-1 0 0,1 0 0,-1 0 0,1 0 0,-1 0 0,1 0 0,-1 0 0,1 0 0,0 1 0,-1-1 0,1 0 0,24 5 0,-17 0 0,0-1 0,0 1 0,0 0 0,-1 0 0,0 1 0,0 0 0,0 0 0,-1 1 0,0 0 0,7 11 0,2 3 0,-2 0 0,17 39 0,-10-12 0,-2 1 0,-2 1 0,-3 0 0,-2 1 0,5 54 0,-9-39 0,-4 1 0,-3-1 0,-11 101 0,9-149 0,1-9 0,0 0 0,0 0 0,-1 0 0,0 0 0,-6 15 0,5-30 0,2-11 0,6-25 0,2-1 0,1 1 0,20-60 0,54-118 0,-78 212 0,98-229 0,-75 182 0,2 2 0,44-61 0,-72 112 0,0 0 0,1 1 0,-1 0 0,0-1 0,0 1 0,0 0 0,1-1 0,-1 1 0,1 0 0,-1 0 0,1 0 0,-1 1 0,4-2 0,-5 2 0,1-1 0,-1 1 0,1 0 0,0 0 0,-1 0 0,1 1 0,0-1 0,-1 0 0,1 0 0,-1 0 0,1 0 0,0 1 0,-1-1 0,1 0 0,-1 0 0,1 1 0,-1-1 0,1 0 0,-1 1 0,1-1 0,-1 1 0,1-1 0,-1 1 0,1-1 0,0 2 0,1 3 0,1 1 0,0-1 0,-1 1 0,0 0 0,-1 0 0,3 11 0,5 40 20,4 114 1,-17 63-223,1-104-1002,2-67-5622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8:07.1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287 0 24575,'-19'21'0,"-18"18"0,1 2 0,2 2 0,-51 85 0,73-107 0,2 0 0,0 1 0,1 0 0,1 1 0,1 0 0,1 0 0,1 0 0,2 1 0,0 0 0,1 0 0,2 30 0,0-47 0,1 0 0,0 1 0,1-1 0,-1 0 0,1 0 0,1 0 0,-1 0 0,1 0 0,0-1 0,8 12 0,-9-15 0,0-1 0,0 1 0,0-1 0,1 0 0,-1 0 0,1 0 0,0 0 0,-1 0 0,1 0 0,0-1 0,0 1 0,0-1 0,0 0 0,1 0 0,-1 0 0,0 0 0,0-1 0,0 1 0,1-1 0,-1 0 0,0 0 0,1 0 0,-1 0 0,0-1 0,1 1 0,2-2 0,8-2 0,-1-1 0,1 0 0,-1-1 0,-1-1 0,1 0 0,-1 0 0,-1-1 0,1-1 0,19-19 0,-1-2 0,-2-1 0,28-40 0,-24 25 0,-1-2 0,29-61 0,-44 75 0,-2 0 0,-1-1 0,-2-1 0,10-50 0,11 208 0,-26-88 0,-5-22 0,1 0 0,0 0 0,1-1 0,9 22 0,-11-32 0,-1 0 0,1 0 0,-1-1 0,1 1 0,0 0 0,0-1 0,-1 1 0,1 0 0,0-1 0,0 1 0,0-1 0,0 1 0,-1-1 0,1 0 0,0 1 0,0-1 0,0 0 0,0 0 0,0 0 0,0 1 0,0-1 0,0 0 0,0 0 0,0 0 0,0-1 0,0 1 0,0 0 0,0 0 0,0 0 0,0-1 0,0 1 0,1-1 0,32-17 0,-33 17 0,26-18 0,-1-1 0,45-44 0,39-57 0,-107 119 0,-1-1 0,0 1 0,0-1 0,0 1 0,0 0 0,1 0 0,-1 0 0,5-3 0,-6 5 0,0 0 0,-1 0 0,1 0 0,0 0 0,0 0 0,-1 0 0,1 0 0,0 0 0,0 0 0,-1 0 0,1 0 0,0 1 0,0-1 0,-1 0 0,1 1 0,0-1 0,-1 0 0,1 1 0,0-1 0,-1 1 0,1-1 0,-1 1 0,1-1 0,-1 1 0,1-1 0,-1 1 0,1-1 0,-1 1 0,1 0 0,-1-1 0,0 1 0,0 0 0,1-1 0,-1 1 0,0 0 0,0 0 0,1-1 0,-1 2 0,5 14 0,0 1 0,-1-1 0,0 1 0,-1 0 0,0 32 0,-5 93 0,1-110 0,-3 58 0,-3 1 0,-5-1 0,-24 96 0,36-186 0,0 0 0,0 0 0,0 0 0,0 0 0,0 0 0,0 0 0,1 0 0,-1 0 0,0 0 0,0 0 0,0 0 0,0 0 0,0 0 0,0 0 0,0 0 0,0 0 0,0 1 0,1-1 0,-1 0 0,0 0 0,0 0 0,0 0 0,0 0 0,0 0 0,0 0 0,0 0 0,0 0 0,0 0 0,0 0 0,0 0 0,0 0 0,1 1 0,-1-1 0,0 0 0,0 0 0,0 0 0,0 0 0,0 0 0,0 0 0,0 0 0,0 0 0,0 0 0,0 1 0,0-1 0,0 0 0,0 0 0,0 0 0,0 0 0,0 0 0,0 0 0,0 0 0,0 0 0,0 1 0,0-1 0,-1 0 0,1 0 0,0 0 0,0 0 0,0 0 0,0 0 0,0 0 0,11-10 0,14-21 0,-23 28 0,27-33 0,32-40 0,98-162 0,-144 289 0,41 291 0,-51-304 0,-5-37 0,0 0 0,0 0 0,0 1 0,0-1 0,1 0 0,-1 0 0,0 0 0,1 0 0,-1 0 0,1 0 0,-1 1 0,1-1 0,0 0 0,-1-1 0,1 1 0,0 0 0,0 0 0,-1 0 0,1 0 0,0 0 0,0-1 0,0 1 0,0 0 0,0-1 0,0 1 0,0-1 0,0 1 0,0-1 0,1 0 0,-1 1 0,0-1 0,0 0 0,0 0 0,0 0 0,1 0 0,-1 0 0,0 0 0,0 0 0,0 0 0,0 0 0,1-1 0,-1 1 0,0 0 0,2-2 0,7-1 0,0-1 0,0-1 0,-1 0 0,11-7 0,-8 5 0,142-95 0,-59 38 0,-89 59 0,-1 0 0,1 0 0,-1-1 0,0 1 0,0-1 0,-1 0 0,0-1 0,0 1 0,0-1 0,-1 0 0,0 0 0,0 0 0,-1 0 0,1 0 0,-2 0 0,1-1 0,0-12 0,0 1 0,-1 0 0,-1 1 0,-1-1 0,0 0 0,-8-36 0,7 50 0,1-1 0,-1 1 0,0 0 0,0-1 0,0 1 0,-1 0 0,0 0 0,0 1 0,-5-8 0,6 10 0,0 0 0,0 0 0,0 1 0,0-1 0,0 1 0,0 0 0,-1-1 0,1 1 0,0 0 0,-1 0 0,1 1 0,0-1 0,-1 0 0,1 1 0,-1-1 0,0 1 0,1 0 0,-1 0 0,1 0 0,-1 0 0,1 0 0,-1 1 0,-2 0 0,-4 2 0,1 0 0,0 0 0,0 1 0,0 0 0,1 0 0,-1 1 0,1 0 0,0 0 0,1 1 0,-1 0 0,1 0 0,-9 12 0,1-1 0,1 1 0,2 0 0,0 1 0,-9 21 0,13-25 0,0 2 0,2-1 0,0 1 0,1 0 0,0 0 0,1 0 0,1 0 0,1 0 0,1 1 0,0-1 0,1 1 0,1-1 0,1 0 0,0 0 0,1 0 0,1 0 0,0-1 0,1 1 0,1-2 0,1 1 0,0-1 0,1 0 0,1 0 0,0-1 0,1-1 0,0 1 0,1-2 0,1 0 0,0 0 0,20 13 0,-12-12 15,0-1 0,1 0 0,0-2 0,1-1 0,0 0 0,0-2 0,46 8 0,-23-8-386,0-3-1,0-1 1,54-5 0,10-6-6455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8:08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0 24575,'-7'18'0,"-9"62"0,4 1 0,-4 160 0,13-177 0,-10 1226-779,14-633 397,-19 486-988,-1 327 564,50-575 3309,-29-873-2295,1 0 1,0 0 0,12 33-1,-15-53-208,0-1 0,1 0 0,-1 1 0,0-1 0,0 1 0,0-1 0,0 1 0,0-1 0,0 0 0,-1 1 0,1-1 0,0 1 0,-1-1 0,1 0 0,-1 1 0,1-1 0,-1 0 0,0 1 0,1-1 0,-1 0 0,0 0 0,-1 2 0,-3 3 0,-2-12-1365,-2-1-5461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8:29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12734 999 24575,'-19'-11'0,"-58"-41"0,2-4 0,-121-118 0,13 10 0,138 128 0,-2 1 0,-63-34 0,41 34 8,-1 4-1,-1 3 0,-2 2 1,-1 4-1,0 4 0,-136-17 1,23 19-401,-301 12 0,-222 53 215,0 29 195,330-34-3,-557 50 218,-6-47 220,719-43-298,-632-16-111,767 2-43,-157-39 0,-79-46 0,115 32 0,154 47 0,-39-13 0,-1 4 0,-184-22 0,109 41-355,-295 25-1,-170 67-245,33 29 601,500-86-6,1 4 0,-125 59 1,-182 114 187,373-186-128,34-20-46,-682 389 1173,583-322-1200,4 4 0,2 4 0,4 5-1,-117 131 1,147-141 19,4 4 0,4 1 0,2 3 0,4 2 0,4 2 0,-43 112 0,68-139 0,1 0 0,3 1 0,3 1 0,-7 90 0,16-100 0,3 0 0,1 1 0,2-1 0,2-1 0,3 1 0,16 52 0,-8-48 0,2-2 0,2 0 0,2-1 0,42 62 0,-24-51 0,2-1 0,88 89 0,-33-56 0,3-4 0,5-5 0,127 76 0,-73-61 0,4-7 0,4-7 0,4-8 0,2-7 0,257 64 0,312 17-731,10-44 691,801 29-1446,9-73 1737,-1028-45-371,2464 138-3231,-1478-95 2033,-1182-65 1203,-1-15-1,495-94 1,-631 70 79,-2-8 1,-2-9-1,365-170 0,-437 167 407,-2-6-1,-3-4 0,-4-6 0,-4-5 1,-3-5-1,159-170 0,-223 208 67,-2-1 1,-3-2-1,-2-2 0,35-70 1,-55 89-259,-1-2-1,-3 0 1,-1-1 0,-1 0 0,-3-1 0,-2 0 0,5-73 0,-12 62-174,-2 0 1,-3 0-1,-2 0 1,-16-68-1,3 51 16,-2 2-1,-52-114 1,14 69 1,-3 3 0,-6 3 1,-113-138-1,23 57-22,-247-228 0,-234-111 0,482 417-134,-4 7 1,-5 8 0,-3 7-1,-5 7 1,-3 8-1,-3 8 1,-2 8-1,-3 8 1,-248-35-1,210 57 137,-1 10 0,-259 13 0,289 16-38,1 8 1,-339 79 0,413-67-189,-227 93-1,294-100 157,0 2 0,1 3 0,2 1-1,1 3 1,2 2 0,-57 54 0,50-32-4882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8:31.2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24575,'17'8'0,"19"16"0,-2 1 0,41 38 0,58 69 0,-95-94 0,54 57 0,194 191 0,22-24 0,-122-134-1365,-170-119-5461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11:18:31.4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599 0 24575,'0'0'0,"0"0"0,0 0 0,0 0 0,-1 1 0,-5 3 0,-9 13 0,-19 23 0,-19 29 0,-14 26 0,-9 19 0,-1 13 0,0 9 0,5 5 0,5 1 0,13-22-8191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ADA84-06CB-4464-A68B-A2DDD146EEB6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E6E14-6952-4AF1-84F2-5F60508B1D8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5892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D628-7197-B904-2773-3E1036D51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94F620-322B-B4D0-1176-D5B674728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24676-E4CF-2590-9D31-7D15C1E3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88B49-1665-4977-95A0-1AA19CF09E50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E74AD-6957-E15D-AAFC-AAE530E4E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C5C69-6877-A88E-7F60-BCF23A6A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E66E-4E0E-43DE-8D26-94B248B42B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8440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8EA7-EF4D-2F6D-4B6A-CD672C87E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B57E1-9CA8-6046-316A-359E10259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F7FC1-200C-25A6-D822-6E783A01F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88B49-1665-4977-95A0-1AA19CF09E50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E8899-4974-AA89-3448-E07AA2104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D2A46-9679-397A-1764-1E164D201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E66E-4E0E-43DE-8D26-94B248B42B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758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9D3-55C8-82BD-93B9-00FE0D462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3F9A6-9B61-7A61-0712-20DF35160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65762-72F9-4A19-4667-DC04A7821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88B49-1665-4977-95A0-1AA19CF09E50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16445-99A3-097C-EBFE-2FA460F6D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9011B-5611-47FA-0DD5-54CECA6BA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E66E-4E0E-43DE-8D26-94B248B42B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008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803A-5FDD-BF96-624D-3041A86DC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E073A-7FD2-1850-B540-6BBA05DA53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9BF29-161A-A5EF-EF2E-6D5F5240A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8982E-82C7-FE67-9A89-C2F5E6D04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88B49-1665-4977-95A0-1AA19CF09E50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7DB60-2BC2-2696-F831-A64E7867E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01053F-F2B1-1DD7-33F8-5837E7BB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E66E-4E0E-43DE-8D26-94B248B42B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4108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8BAE-E674-0027-7BCF-662363FB7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0CCF3-1712-B16C-D19F-3A4EEE695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CC622-121E-92ED-E259-78D45930F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C2D6A6-26E5-D3F5-C0FE-240957DA7B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27DAE-9F2B-CC69-F982-5B992F663B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AC13CC-7074-9FFC-7DFA-97F7D1B38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88B49-1665-4977-95A0-1AA19CF09E50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67C082-8BEC-9927-4EE0-949CAF08C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962D8E-9A35-48C4-9828-95ABEAE61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E66E-4E0E-43DE-8D26-94B248B42B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892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001C4-7280-CAE2-E8C2-C0CE167B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B2871D-41C6-2A56-45CF-0DE51C0B3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88B49-1665-4977-95A0-1AA19CF09E50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1B5706-225B-664D-FF7E-95D791F6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A9675F-3D7B-63C8-CEE3-EC6709C5D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E66E-4E0E-43DE-8D26-94B248B42B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5187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5B7FE0-C8DE-A6A6-0360-E6C268B68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88B49-1665-4977-95A0-1AA19CF09E50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C38B6C-C206-F176-E334-90D92BC56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544F2-4020-DC20-7619-1E42E34B9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E66E-4E0E-43DE-8D26-94B248B42B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4761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72B37-5FE8-5462-A560-64A4C0D94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E53E2-D07B-19B8-BCE8-0577DDA63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86439-67CD-E1FB-3DA2-F6906729B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1BD45-02A3-B79A-CBFF-D837F2B87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88B49-1665-4977-95A0-1AA19CF09E50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635F6-E14C-C568-0FC8-255D0F03A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B58B84-4507-2492-6581-E009701C1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E66E-4E0E-43DE-8D26-94B248B42B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8679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C8ED-1C18-7B17-1437-6F2A7E647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0F0EE-11A2-A752-F58E-351269B991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723C68-6E50-7136-6981-868FC1743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2C33A0-7AF2-E645-9121-B78663397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88B49-1665-4977-95A0-1AA19CF09E50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384EC-B07E-F47D-D470-2F778620B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15B71-6761-A355-026E-AD6E4ABFC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E66E-4E0E-43DE-8D26-94B248B42B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656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D5CE8-CC20-DC22-BF73-874A0161F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8E18ED-178D-12A7-54E6-29E528B62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4C9CE-8390-6A79-E3AD-9A7D497B5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88B49-1665-4977-95A0-1AA19CF09E50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09E2D-0EB1-52DD-3209-CFE0B623F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2EF2C-CE76-0C98-E2B0-1195A1B78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E66E-4E0E-43DE-8D26-94B248B42B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670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5E0996-B946-D161-B9A2-5C0A9DD0EF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CF09F8-42DE-C814-B3E5-412FE85F7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B9B78-7796-F970-1E65-00772978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88B49-1665-4977-95A0-1AA19CF09E50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B8CF8-D570-48C1-52B8-4B2E58C15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4A470-0A50-B2EF-9260-F30CF8604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CE66E-4E0E-43DE-8D26-94B248B42B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294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917018-87A4-29AC-0F69-3689F7A97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51A5DF-CD2F-355D-4CC0-4D8A1ADD6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AB283-E11E-F845-6C70-E38E64230B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088B49-1665-4977-95A0-1AA19CF09E50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1B369-83E8-BFBF-4877-56E576C19C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C25F6-DD9E-FC83-9CF1-0B924CD102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2CE66E-4E0E-43DE-8D26-94B248B42B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056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9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image" Target="../media/image68.png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image" Target="../media/image63.png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customXml" Target="../ink/ink57.xml"/><Relationship Id="rId118" Type="http://schemas.openxmlformats.org/officeDocument/2006/relationships/image" Target="../media/image58.png"/><Relationship Id="rId134" Type="http://schemas.openxmlformats.org/officeDocument/2006/relationships/image" Target="../media/image66.png"/><Relationship Id="rId139" Type="http://schemas.openxmlformats.org/officeDocument/2006/relationships/customXml" Target="../ink/ink70.xml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124" Type="http://schemas.openxmlformats.org/officeDocument/2006/relationships/image" Target="../media/image61.png"/><Relationship Id="rId129" Type="http://schemas.openxmlformats.org/officeDocument/2006/relationships/customXml" Target="../ink/ink65.xml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40" Type="http://schemas.openxmlformats.org/officeDocument/2006/relationships/image" Target="../media/image69.png"/><Relationship Id="rId145" Type="http://schemas.openxmlformats.org/officeDocument/2006/relationships/customXml" Target="../ink/ink7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image" Target="../media/image56.png"/><Relationship Id="rId119" Type="http://schemas.openxmlformats.org/officeDocument/2006/relationships/customXml" Target="../ink/ink60.xml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image" Target="../media/image64.png"/><Relationship Id="rId135" Type="http://schemas.openxmlformats.org/officeDocument/2006/relationships/customXml" Target="../ink/ink68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customXml" Target="../ink/ink55.xml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image" Target="../media/image59.png"/><Relationship Id="rId125" Type="http://schemas.openxmlformats.org/officeDocument/2006/relationships/customXml" Target="../ink/ink63.xml"/><Relationship Id="rId141" Type="http://schemas.openxmlformats.org/officeDocument/2006/relationships/customXml" Target="../ink/ink71.xml"/><Relationship Id="rId146" Type="http://schemas.openxmlformats.org/officeDocument/2006/relationships/image" Target="../media/image72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image" Target="../media/image54.png"/><Relationship Id="rId115" Type="http://schemas.openxmlformats.org/officeDocument/2006/relationships/customXml" Target="../ink/ink58.xml"/><Relationship Id="rId131" Type="http://schemas.openxmlformats.org/officeDocument/2006/relationships/customXml" Target="../ink/ink66.xml"/><Relationship Id="rId136" Type="http://schemas.openxmlformats.org/officeDocument/2006/relationships/image" Target="../media/image67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image" Target="../media/image62.png"/><Relationship Id="rId147" Type="http://schemas.openxmlformats.org/officeDocument/2006/relationships/customXml" Target="../ink/ink7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customXml" Target="../ink/ink61.xml"/><Relationship Id="rId142" Type="http://schemas.openxmlformats.org/officeDocument/2006/relationships/image" Target="../media/image70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image" Target="../media/image57.png"/><Relationship Id="rId137" Type="http://schemas.openxmlformats.org/officeDocument/2006/relationships/customXml" Target="../ink/ink6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customXml" Target="../ink/ink56.xml"/><Relationship Id="rId132" Type="http://schemas.openxmlformats.org/officeDocument/2006/relationships/image" Target="../media/image65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customXml" Target="../ink/ink64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image" Target="../media/image60.png"/><Relationship Id="rId143" Type="http://schemas.openxmlformats.org/officeDocument/2006/relationships/customXml" Target="../ink/ink72.xml"/><Relationship Id="rId148" Type="http://schemas.openxmlformats.org/officeDocument/2006/relationships/image" Target="../media/image73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image" Target="../media/image55.png"/><Relationship Id="rId133" Type="http://schemas.openxmlformats.org/officeDocument/2006/relationships/customXml" Target="../ink/ink67.xml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customXml" Target="../ink/ink62.xml"/><Relationship Id="rId144" Type="http://schemas.openxmlformats.org/officeDocument/2006/relationships/image" Target="../media/image71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1.png"/><Relationship Id="rId21" Type="http://schemas.openxmlformats.org/officeDocument/2006/relationships/image" Target="../media/image83.png"/><Relationship Id="rId42" Type="http://schemas.openxmlformats.org/officeDocument/2006/relationships/customXml" Target="../ink/ink95.xml"/><Relationship Id="rId63" Type="http://schemas.openxmlformats.org/officeDocument/2006/relationships/image" Target="../media/image104.png"/><Relationship Id="rId84" Type="http://schemas.openxmlformats.org/officeDocument/2006/relationships/customXml" Target="../ink/ink116.xml"/><Relationship Id="rId138" Type="http://schemas.openxmlformats.org/officeDocument/2006/relationships/customXml" Target="../ink/ink143.xml"/><Relationship Id="rId107" Type="http://schemas.openxmlformats.org/officeDocument/2006/relationships/image" Target="../media/image126.png"/><Relationship Id="rId11" Type="http://schemas.openxmlformats.org/officeDocument/2006/relationships/image" Target="../media/image78.png"/><Relationship Id="rId32" Type="http://schemas.openxmlformats.org/officeDocument/2006/relationships/customXml" Target="../ink/ink90.xml"/><Relationship Id="rId37" Type="http://schemas.openxmlformats.org/officeDocument/2006/relationships/image" Target="../media/image91.png"/><Relationship Id="rId53" Type="http://schemas.openxmlformats.org/officeDocument/2006/relationships/image" Target="../media/image99.png"/><Relationship Id="rId58" Type="http://schemas.openxmlformats.org/officeDocument/2006/relationships/customXml" Target="../ink/ink103.xml"/><Relationship Id="rId74" Type="http://schemas.openxmlformats.org/officeDocument/2006/relationships/customXml" Target="../ink/ink111.xml"/><Relationship Id="rId79" Type="http://schemas.openxmlformats.org/officeDocument/2006/relationships/image" Target="../media/image112.png"/><Relationship Id="rId102" Type="http://schemas.openxmlformats.org/officeDocument/2006/relationships/customXml" Target="../ink/ink125.xml"/><Relationship Id="rId123" Type="http://schemas.openxmlformats.org/officeDocument/2006/relationships/image" Target="../media/image134.png"/><Relationship Id="rId128" Type="http://schemas.openxmlformats.org/officeDocument/2006/relationships/customXml" Target="../ink/ink138.xml"/><Relationship Id="rId5" Type="http://schemas.openxmlformats.org/officeDocument/2006/relationships/image" Target="../media/image75.png"/><Relationship Id="rId90" Type="http://schemas.openxmlformats.org/officeDocument/2006/relationships/customXml" Target="../ink/ink119.xml"/><Relationship Id="rId95" Type="http://schemas.openxmlformats.org/officeDocument/2006/relationships/image" Target="../media/image120.png"/><Relationship Id="rId22" Type="http://schemas.openxmlformats.org/officeDocument/2006/relationships/customXml" Target="../ink/ink85.xml"/><Relationship Id="rId27" Type="http://schemas.openxmlformats.org/officeDocument/2006/relationships/image" Target="../media/image86.png"/><Relationship Id="rId43" Type="http://schemas.openxmlformats.org/officeDocument/2006/relationships/image" Target="../media/image94.png"/><Relationship Id="rId48" Type="http://schemas.openxmlformats.org/officeDocument/2006/relationships/customXml" Target="../ink/ink98.xml"/><Relationship Id="rId64" Type="http://schemas.openxmlformats.org/officeDocument/2006/relationships/customXml" Target="../ink/ink106.xml"/><Relationship Id="rId69" Type="http://schemas.openxmlformats.org/officeDocument/2006/relationships/image" Target="../media/image107.png"/><Relationship Id="rId113" Type="http://schemas.openxmlformats.org/officeDocument/2006/relationships/image" Target="../media/image129.png"/><Relationship Id="rId118" Type="http://schemas.openxmlformats.org/officeDocument/2006/relationships/customXml" Target="../ink/ink133.xml"/><Relationship Id="rId134" Type="http://schemas.openxmlformats.org/officeDocument/2006/relationships/customXml" Target="../ink/ink141.xml"/><Relationship Id="rId139" Type="http://schemas.openxmlformats.org/officeDocument/2006/relationships/image" Target="../media/image142.png"/><Relationship Id="rId80" Type="http://schemas.openxmlformats.org/officeDocument/2006/relationships/customXml" Target="../ink/ink114.xml"/><Relationship Id="rId85" Type="http://schemas.openxmlformats.org/officeDocument/2006/relationships/image" Target="../media/image115.png"/><Relationship Id="rId12" Type="http://schemas.openxmlformats.org/officeDocument/2006/relationships/customXml" Target="../ink/ink80.xml"/><Relationship Id="rId17" Type="http://schemas.openxmlformats.org/officeDocument/2006/relationships/image" Target="../media/image81.png"/><Relationship Id="rId33" Type="http://schemas.openxmlformats.org/officeDocument/2006/relationships/image" Target="../media/image89.png"/><Relationship Id="rId38" Type="http://schemas.openxmlformats.org/officeDocument/2006/relationships/customXml" Target="../ink/ink93.xml"/><Relationship Id="rId59" Type="http://schemas.openxmlformats.org/officeDocument/2006/relationships/image" Target="../media/image102.png"/><Relationship Id="rId103" Type="http://schemas.openxmlformats.org/officeDocument/2006/relationships/image" Target="../media/image124.png"/><Relationship Id="rId108" Type="http://schemas.openxmlformats.org/officeDocument/2006/relationships/customXml" Target="../ink/ink128.xml"/><Relationship Id="rId124" Type="http://schemas.openxmlformats.org/officeDocument/2006/relationships/customXml" Target="../ink/ink136.xml"/><Relationship Id="rId129" Type="http://schemas.openxmlformats.org/officeDocument/2006/relationships/image" Target="../media/image137.png"/><Relationship Id="rId54" Type="http://schemas.openxmlformats.org/officeDocument/2006/relationships/customXml" Target="../ink/ink101.xml"/><Relationship Id="rId70" Type="http://schemas.openxmlformats.org/officeDocument/2006/relationships/customXml" Target="../ink/ink109.xml"/><Relationship Id="rId75" Type="http://schemas.openxmlformats.org/officeDocument/2006/relationships/image" Target="../media/image110.png"/><Relationship Id="rId91" Type="http://schemas.openxmlformats.org/officeDocument/2006/relationships/image" Target="../media/image118.png"/><Relationship Id="rId96" Type="http://schemas.openxmlformats.org/officeDocument/2006/relationships/customXml" Target="../ink/ink122.xml"/><Relationship Id="rId140" Type="http://schemas.openxmlformats.org/officeDocument/2006/relationships/customXml" Target="../ink/ink14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7.xml"/><Relationship Id="rId23" Type="http://schemas.openxmlformats.org/officeDocument/2006/relationships/image" Target="../media/image84.png"/><Relationship Id="rId28" Type="http://schemas.openxmlformats.org/officeDocument/2006/relationships/customXml" Target="../ink/ink88.xml"/><Relationship Id="rId49" Type="http://schemas.openxmlformats.org/officeDocument/2006/relationships/image" Target="../media/image97.png"/><Relationship Id="rId114" Type="http://schemas.openxmlformats.org/officeDocument/2006/relationships/customXml" Target="../ink/ink131.xml"/><Relationship Id="rId119" Type="http://schemas.openxmlformats.org/officeDocument/2006/relationships/image" Target="../media/image132.png"/><Relationship Id="rId44" Type="http://schemas.openxmlformats.org/officeDocument/2006/relationships/customXml" Target="../ink/ink96.xml"/><Relationship Id="rId60" Type="http://schemas.openxmlformats.org/officeDocument/2006/relationships/customXml" Target="../ink/ink104.xml"/><Relationship Id="rId65" Type="http://schemas.openxmlformats.org/officeDocument/2006/relationships/image" Target="../media/image105.png"/><Relationship Id="rId81" Type="http://schemas.openxmlformats.org/officeDocument/2006/relationships/image" Target="../media/image113.png"/><Relationship Id="rId86" Type="http://schemas.openxmlformats.org/officeDocument/2006/relationships/customXml" Target="../ink/ink117.xml"/><Relationship Id="rId130" Type="http://schemas.openxmlformats.org/officeDocument/2006/relationships/customXml" Target="../ink/ink139.xml"/><Relationship Id="rId135" Type="http://schemas.openxmlformats.org/officeDocument/2006/relationships/image" Target="../media/image140.png"/><Relationship Id="rId13" Type="http://schemas.openxmlformats.org/officeDocument/2006/relationships/image" Target="../media/image79.png"/><Relationship Id="rId18" Type="http://schemas.openxmlformats.org/officeDocument/2006/relationships/customXml" Target="../ink/ink83.xml"/><Relationship Id="rId39" Type="http://schemas.openxmlformats.org/officeDocument/2006/relationships/image" Target="../media/image92.png"/><Relationship Id="rId109" Type="http://schemas.openxmlformats.org/officeDocument/2006/relationships/image" Target="../media/image127.png"/><Relationship Id="rId34" Type="http://schemas.openxmlformats.org/officeDocument/2006/relationships/customXml" Target="../ink/ink91.xml"/><Relationship Id="rId50" Type="http://schemas.openxmlformats.org/officeDocument/2006/relationships/customXml" Target="../ink/ink99.xml"/><Relationship Id="rId55" Type="http://schemas.openxmlformats.org/officeDocument/2006/relationships/image" Target="../media/image100.png"/><Relationship Id="rId76" Type="http://schemas.openxmlformats.org/officeDocument/2006/relationships/customXml" Target="../ink/ink112.xml"/><Relationship Id="rId97" Type="http://schemas.openxmlformats.org/officeDocument/2006/relationships/image" Target="../media/image121.png"/><Relationship Id="rId104" Type="http://schemas.openxmlformats.org/officeDocument/2006/relationships/customXml" Target="../ink/ink126.xml"/><Relationship Id="rId120" Type="http://schemas.openxmlformats.org/officeDocument/2006/relationships/customXml" Target="../ink/ink134.xml"/><Relationship Id="rId125" Type="http://schemas.openxmlformats.org/officeDocument/2006/relationships/image" Target="../media/image135.png"/><Relationship Id="rId141" Type="http://schemas.openxmlformats.org/officeDocument/2006/relationships/image" Target="../media/image143.png"/><Relationship Id="rId7" Type="http://schemas.openxmlformats.org/officeDocument/2006/relationships/image" Target="../media/image76.png"/><Relationship Id="rId71" Type="http://schemas.openxmlformats.org/officeDocument/2006/relationships/image" Target="../media/image108.png"/><Relationship Id="rId92" Type="http://schemas.openxmlformats.org/officeDocument/2006/relationships/customXml" Target="../ink/ink120.xml"/><Relationship Id="rId2" Type="http://schemas.openxmlformats.org/officeDocument/2006/relationships/customXml" Target="../ink/ink75.xml"/><Relationship Id="rId29" Type="http://schemas.openxmlformats.org/officeDocument/2006/relationships/image" Target="../media/image87.png"/><Relationship Id="rId24" Type="http://schemas.openxmlformats.org/officeDocument/2006/relationships/customXml" Target="../ink/ink86.xml"/><Relationship Id="rId40" Type="http://schemas.openxmlformats.org/officeDocument/2006/relationships/customXml" Target="../ink/ink94.xml"/><Relationship Id="rId45" Type="http://schemas.openxmlformats.org/officeDocument/2006/relationships/image" Target="../media/image95.png"/><Relationship Id="rId66" Type="http://schemas.openxmlformats.org/officeDocument/2006/relationships/customXml" Target="../ink/ink107.xml"/><Relationship Id="rId87" Type="http://schemas.openxmlformats.org/officeDocument/2006/relationships/image" Target="../media/image116.png"/><Relationship Id="rId110" Type="http://schemas.openxmlformats.org/officeDocument/2006/relationships/customXml" Target="../ink/ink129.xml"/><Relationship Id="rId115" Type="http://schemas.openxmlformats.org/officeDocument/2006/relationships/image" Target="../media/image130.png"/><Relationship Id="rId131" Type="http://schemas.openxmlformats.org/officeDocument/2006/relationships/image" Target="../media/image138.png"/><Relationship Id="rId136" Type="http://schemas.openxmlformats.org/officeDocument/2006/relationships/customXml" Target="../ink/ink142.xml"/><Relationship Id="rId61" Type="http://schemas.openxmlformats.org/officeDocument/2006/relationships/image" Target="../media/image103.png"/><Relationship Id="rId82" Type="http://schemas.openxmlformats.org/officeDocument/2006/relationships/customXml" Target="../ink/ink115.xml"/><Relationship Id="rId19" Type="http://schemas.openxmlformats.org/officeDocument/2006/relationships/image" Target="../media/image82.png"/><Relationship Id="rId14" Type="http://schemas.openxmlformats.org/officeDocument/2006/relationships/customXml" Target="../ink/ink81.xml"/><Relationship Id="rId30" Type="http://schemas.openxmlformats.org/officeDocument/2006/relationships/customXml" Target="../ink/ink89.xml"/><Relationship Id="rId35" Type="http://schemas.openxmlformats.org/officeDocument/2006/relationships/image" Target="../media/image90.png"/><Relationship Id="rId56" Type="http://schemas.openxmlformats.org/officeDocument/2006/relationships/customXml" Target="../ink/ink102.xml"/><Relationship Id="rId77" Type="http://schemas.openxmlformats.org/officeDocument/2006/relationships/image" Target="../media/image111.png"/><Relationship Id="rId100" Type="http://schemas.openxmlformats.org/officeDocument/2006/relationships/customXml" Target="../ink/ink124.xml"/><Relationship Id="rId105" Type="http://schemas.openxmlformats.org/officeDocument/2006/relationships/image" Target="../media/image125.png"/><Relationship Id="rId126" Type="http://schemas.openxmlformats.org/officeDocument/2006/relationships/customXml" Target="../ink/ink137.xml"/><Relationship Id="rId8" Type="http://schemas.openxmlformats.org/officeDocument/2006/relationships/customXml" Target="../ink/ink78.xml"/><Relationship Id="rId51" Type="http://schemas.openxmlformats.org/officeDocument/2006/relationships/image" Target="../media/image98.png"/><Relationship Id="rId72" Type="http://schemas.openxmlformats.org/officeDocument/2006/relationships/customXml" Target="../ink/ink110.xml"/><Relationship Id="rId93" Type="http://schemas.openxmlformats.org/officeDocument/2006/relationships/image" Target="../media/image119.png"/><Relationship Id="rId98" Type="http://schemas.openxmlformats.org/officeDocument/2006/relationships/customXml" Target="../ink/ink123.xml"/><Relationship Id="rId121" Type="http://schemas.openxmlformats.org/officeDocument/2006/relationships/image" Target="../media/image133.png"/><Relationship Id="rId142" Type="http://schemas.openxmlformats.org/officeDocument/2006/relationships/customXml" Target="../ink/ink145.xml"/><Relationship Id="rId3" Type="http://schemas.openxmlformats.org/officeDocument/2006/relationships/image" Target="../media/image74.png"/><Relationship Id="rId25" Type="http://schemas.openxmlformats.org/officeDocument/2006/relationships/image" Target="../media/image85.png"/><Relationship Id="rId46" Type="http://schemas.openxmlformats.org/officeDocument/2006/relationships/customXml" Target="../ink/ink97.xml"/><Relationship Id="rId67" Type="http://schemas.openxmlformats.org/officeDocument/2006/relationships/image" Target="../media/image106.png"/><Relationship Id="rId116" Type="http://schemas.openxmlformats.org/officeDocument/2006/relationships/customXml" Target="../ink/ink132.xml"/><Relationship Id="rId137" Type="http://schemas.openxmlformats.org/officeDocument/2006/relationships/image" Target="../media/image141.png"/><Relationship Id="rId20" Type="http://schemas.openxmlformats.org/officeDocument/2006/relationships/customXml" Target="../ink/ink84.xml"/><Relationship Id="rId41" Type="http://schemas.openxmlformats.org/officeDocument/2006/relationships/image" Target="../media/image93.png"/><Relationship Id="rId62" Type="http://schemas.openxmlformats.org/officeDocument/2006/relationships/customXml" Target="../ink/ink105.xml"/><Relationship Id="rId83" Type="http://schemas.openxmlformats.org/officeDocument/2006/relationships/image" Target="../media/image114.png"/><Relationship Id="rId88" Type="http://schemas.openxmlformats.org/officeDocument/2006/relationships/customXml" Target="../ink/ink118.xml"/><Relationship Id="rId111" Type="http://schemas.openxmlformats.org/officeDocument/2006/relationships/image" Target="../media/image128.png"/><Relationship Id="rId132" Type="http://schemas.openxmlformats.org/officeDocument/2006/relationships/customXml" Target="../ink/ink140.xml"/><Relationship Id="rId15" Type="http://schemas.openxmlformats.org/officeDocument/2006/relationships/image" Target="../media/image80.png"/><Relationship Id="rId36" Type="http://schemas.openxmlformats.org/officeDocument/2006/relationships/customXml" Target="../ink/ink92.xml"/><Relationship Id="rId57" Type="http://schemas.openxmlformats.org/officeDocument/2006/relationships/image" Target="../media/image101.png"/><Relationship Id="rId106" Type="http://schemas.openxmlformats.org/officeDocument/2006/relationships/customXml" Target="../ink/ink127.xml"/><Relationship Id="rId127" Type="http://schemas.openxmlformats.org/officeDocument/2006/relationships/image" Target="../media/image136.png"/><Relationship Id="rId10" Type="http://schemas.openxmlformats.org/officeDocument/2006/relationships/customXml" Target="../ink/ink79.xml"/><Relationship Id="rId31" Type="http://schemas.openxmlformats.org/officeDocument/2006/relationships/image" Target="../media/image88.png"/><Relationship Id="rId52" Type="http://schemas.openxmlformats.org/officeDocument/2006/relationships/customXml" Target="../ink/ink100.xml"/><Relationship Id="rId73" Type="http://schemas.openxmlformats.org/officeDocument/2006/relationships/image" Target="../media/image109.png"/><Relationship Id="rId78" Type="http://schemas.openxmlformats.org/officeDocument/2006/relationships/customXml" Target="../ink/ink113.xml"/><Relationship Id="rId94" Type="http://schemas.openxmlformats.org/officeDocument/2006/relationships/customXml" Target="../ink/ink121.xml"/><Relationship Id="rId99" Type="http://schemas.openxmlformats.org/officeDocument/2006/relationships/image" Target="../media/image122.png"/><Relationship Id="rId101" Type="http://schemas.openxmlformats.org/officeDocument/2006/relationships/image" Target="../media/image123.png"/><Relationship Id="rId122" Type="http://schemas.openxmlformats.org/officeDocument/2006/relationships/customXml" Target="../ink/ink135.xml"/><Relationship Id="rId143" Type="http://schemas.openxmlformats.org/officeDocument/2006/relationships/image" Target="../media/image144.png"/><Relationship Id="rId4" Type="http://schemas.openxmlformats.org/officeDocument/2006/relationships/customXml" Target="../ink/ink76.xml"/><Relationship Id="rId9" Type="http://schemas.openxmlformats.org/officeDocument/2006/relationships/image" Target="../media/image77.png"/><Relationship Id="rId26" Type="http://schemas.openxmlformats.org/officeDocument/2006/relationships/customXml" Target="../ink/ink87.xml"/><Relationship Id="rId47" Type="http://schemas.openxmlformats.org/officeDocument/2006/relationships/image" Target="../media/image96.png"/><Relationship Id="rId68" Type="http://schemas.openxmlformats.org/officeDocument/2006/relationships/customXml" Target="../ink/ink108.xml"/><Relationship Id="rId89" Type="http://schemas.openxmlformats.org/officeDocument/2006/relationships/image" Target="../media/image117.png"/><Relationship Id="rId112" Type="http://schemas.openxmlformats.org/officeDocument/2006/relationships/customXml" Target="../ink/ink130.xml"/><Relationship Id="rId133" Type="http://schemas.openxmlformats.org/officeDocument/2006/relationships/image" Target="../media/image139.png"/><Relationship Id="rId16" Type="http://schemas.openxmlformats.org/officeDocument/2006/relationships/customXml" Target="../ink/ink82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1.png"/><Relationship Id="rId21" Type="http://schemas.openxmlformats.org/officeDocument/2006/relationships/image" Target="../media/image153.png"/><Relationship Id="rId42" Type="http://schemas.openxmlformats.org/officeDocument/2006/relationships/customXml" Target="../ink/ink166.xml"/><Relationship Id="rId63" Type="http://schemas.openxmlformats.org/officeDocument/2006/relationships/image" Target="../media/image174.png"/><Relationship Id="rId84" Type="http://schemas.openxmlformats.org/officeDocument/2006/relationships/customXml" Target="../ink/ink187.xml"/><Relationship Id="rId138" Type="http://schemas.openxmlformats.org/officeDocument/2006/relationships/image" Target="../media/image211.png"/><Relationship Id="rId159" Type="http://schemas.openxmlformats.org/officeDocument/2006/relationships/customXml" Target="../ink/ink225.xml"/><Relationship Id="rId170" Type="http://schemas.openxmlformats.org/officeDocument/2006/relationships/image" Target="../media/image227.png"/><Relationship Id="rId191" Type="http://schemas.openxmlformats.org/officeDocument/2006/relationships/image" Target="../media/image237.png"/><Relationship Id="rId205" Type="http://schemas.openxmlformats.org/officeDocument/2006/relationships/image" Target="../media/image244.png"/><Relationship Id="rId226" Type="http://schemas.openxmlformats.org/officeDocument/2006/relationships/customXml" Target="../ink/ink259.xml"/><Relationship Id="rId107" Type="http://schemas.openxmlformats.org/officeDocument/2006/relationships/image" Target="../media/image196.png"/><Relationship Id="rId11" Type="http://schemas.openxmlformats.org/officeDocument/2006/relationships/image" Target="../media/image148.png"/><Relationship Id="rId32" Type="http://schemas.openxmlformats.org/officeDocument/2006/relationships/customXml" Target="../ink/ink161.xml"/><Relationship Id="rId53" Type="http://schemas.openxmlformats.org/officeDocument/2006/relationships/image" Target="../media/image169.png"/><Relationship Id="rId74" Type="http://schemas.openxmlformats.org/officeDocument/2006/relationships/customXml" Target="../ink/ink182.xml"/><Relationship Id="rId128" Type="http://schemas.openxmlformats.org/officeDocument/2006/relationships/customXml" Target="../ink/ink209.xml"/><Relationship Id="rId149" Type="http://schemas.openxmlformats.org/officeDocument/2006/relationships/customXml" Target="../ink/ink220.xml"/><Relationship Id="rId5" Type="http://schemas.openxmlformats.org/officeDocument/2006/relationships/image" Target="../media/image52.png"/><Relationship Id="rId95" Type="http://schemas.openxmlformats.org/officeDocument/2006/relationships/image" Target="../media/image190.png"/><Relationship Id="rId160" Type="http://schemas.openxmlformats.org/officeDocument/2006/relationships/image" Target="../media/image222.png"/><Relationship Id="rId181" Type="http://schemas.openxmlformats.org/officeDocument/2006/relationships/image" Target="../media/image232.png"/><Relationship Id="rId216" Type="http://schemas.openxmlformats.org/officeDocument/2006/relationships/customXml" Target="../ink/ink254.xml"/><Relationship Id="rId22" Type="http://schemas.openxmlformats.org/officeDocument/2006/relationships/customXml" Target="../ink/ink156.xml"/><Relationship Id="rId43" Type="http://schemas.openxmlformats.org/officeDocument/2006/relationships/image" Target="../media/image164.png"/><Relationship Id="rId64" Type="http://schemas.openxmlformats.org/officeDocument/2006/relationships/customXml" Target="../ink/ink177.xml"/><Relationship Id="rId118" Type="http://schemas.openxmlformats.org/officeDocument/2006/relationships/customXml" Target="../ink/ink204.xml"/><Relationship Id="rId139" Type="http://schemas.openxmlformats.org/officeDocument/2006/relationships/customXml" Target="../ink/ink215.xml"/><Relationship Id="rId85" Type="http://schemas.openxmlformats.org/officeDocument/2006/relationships/image" Target="../media/image185.png"/><Relationship Id="rId150" Type="http://schemas.openxmlformats.org/officeDocument/2006/relationships/image" Target="../media/image217.png"/><Relationship Id="rId171" Type="http://schemas.openxmlformats.org/officeDocument/2006/relationships/customXml" Target="../ink/ink231.xml"/><Relationship Id="rId192" Type="http://schemas.openxmlformats.org/officeDocument/2006/relationships/customXml" Target="../ink/ink242.xml"/><Relationship Id="rId206" Type="http://schemas.openxmlformats.org/officeDocument/2006/relationships/customXml" Target="../ink/ink249.xml"/><Relationship Id="rId227" Type="http://schemas.openxmlformats.org/officeDocument/2006/relationships/image" Target="../media/image255.png"/><Relationship Id="rId12" Type="http://schemas.openxmlformats.org/officeDocument/2006/relationships/customXml" Target="../ink/ink151.xml"/><Relationship Id="rId33" Type="http://schemas.openxmlformats.org/officeDocument/2006/relationships/image" Target="../media/image159.png"/><Relationship Id="rId108" Type="http://schemas.openxmlformats.org/officeDocument/2006/relationships/customXml" Target="../ink/ink199.xml"/><Relationship Id="rId129" Type="http://schemas.openxmlformats.org/officeDocument/2006/relationships/image" Target="../media/image207.png"/><Relationship Id="rId54" Type="http://schemas.openxmlformats.org/officeDocument/2006/relationships/customXml" Target="../ink/ink172.xml"/><Relationship Id="rId75" Type="http://schemas.openxmlformats.org/officeDocument/2006/relationships/image" Target="../media/image180.png"/><Relationship Id="rId96" Type="http://schemas.openxmlformats.org/officeDocument/2006/relationships/customXml" Target="../ink/ink193.xml"/><Relationship Id="rId140" Type="http://schemas.openxmlformats.org/officeDocument/2006/relationships/image" Target="../media/image212.png"/><Relationship Id="rId161" Type="http://schemas.openxmlformats.org/officeDocument/2006/relationships/customXml" Target="../ink/ink226.xml"/><Relationship Id="rId182" Type="http://schemas.openxmlformats.org/officeDocument/2006/relationships/customXml" Target="../ink/ink237.xml"/><Relationship Id="rId217" Type="http://schemas.openxmlformats.org/officeDocument/2006/relationships/image" Target="../media/image250.png"/><Relationship Id="rId6" Type="http://schemas.openxmlformats.org/officeDocument/2006/relationships/customXml" Target="../ink/ink148.xml"/><Relationship Id="rId23" Type="http://schemas.openxmlformats.org/officeDocument/2006/relationships/image" Target="../media/image154.png"/><Relationship Id="rId119" Type="http://schemas.openxmlformats.org/officeDocument/2006/relationships/image" Target="../media/image202.png"/><Relationship Id="rId44" Type="http://schemas.openxmlformats.org/officeDocument/2006/relationships/customXml" Target="../ink/ink167.xml"/><Relationship Id="rId65" Type="http://schemas.openxmlformats.org/officeDocument/2006/relationships/image" Target="../media/image175.png"/><Relationship Id="rId86" Type="http://schemas.openxmlformats.org/officeDocument/2006/relationships/customXml" Target="../ink/ink188.xml"/><Relationship Id="rId130" Type="http://schemas.openxmlformats.org/officeDocument/2006/relationships/customXml" Target="../ink/ink210.xml"/><Relationship Id="rId151" Type="http://schemas.openxmlformats.org/officeDocument/2006/relationships/customXml" Target="../ink/ink221.xml"/><Relationship Id="rId172" Type="http://schemas.openxmlformats.org/officeDocument/2006/relationships/image" Target="../media/image228.png"/><Relationship Id="rId193" Type="http://schemas.openxmlformats.org/officeDocument/2006/relationships/image" Target="../media/image238.png"/><Relationship Id="rId207" Type="http://schemas.openxmlformats.org/officeDocument/2006/relationships/image" Target="../media/image245.png"/><Relationship Id="rId228" Type="http://schemas.openxmlformats.org/officeDocument/2006/relationships/customXml" Target="../ink/ink260.xml"/><Relationship Id="rId13" Type="http://schemas.openxmlformats.org/officeDocument/2006/relationships/image" Target="../media/image149.png"/><Relationship Id="rId109" Type="http://schemas.openxmlformats.org/officeDocument/2006/relationships/image" Target="../media/image197.png"/><Relationship Id="rId34" Type="http://schemas.openxmlformats.org/officeDocument/2006/relationships/customXml" Target="../ink/ink162.xml"/><Relationship Id="rId55" Type="http://schemas.openxmlformats.org/officeDocument/2006/relationships/image" Target="../media/image170.png"/><Relationship Id="rId76" Type="http://schemas.openxmlformats.org/officeDocument/2006/relationships/customXml" Target="../ink/ink183.xml"/><Relationship Id="rId97" Type="http://schemas.openxmlformats.org/officeDocument/2006/relationships/image" Target="../media/image191.png"/><Relationship Id="rId120" Type="http://schemas.openxmlformats.org/officeDocument/2006/relationships/customXml" Target="../ink/ink205.xml"/><Relationship Id="rId141" Type="http://schemas.openxmlformats.org/officeDocument/2006/relationships/customXml" Target="../ink/ink216.xml"/><Relationship Id="rId7" Type="http://schemas.openxmlformats.org/officeDocument/2006/relationships/image" Target="../media/image146.png"/><Relationship Id="rId162" Type="http://schemas.openxmlformats.org/officeDocument/2006/relationships/image" Target="../media/image223.png"/><Relationship Id="rId183" Type="http://schemas.openxmlformats.org/officeDocument/2006/relationships/image" Target="../media/image233.png"/><Relationship Id="rId218" Type="http://schemas.openxmlformats.org/officeDocument/2006/relationships/customXml" Target="../ink/ink255.xml"/><Relationship Id="rId24" Type="http://schemas.openxmlformats.org/officeDocument/2006/relationships/customXml" Target="../ink/ink157.xml"/><Relationship Id="rId45" Type="http://schemas.openxmlformats.org/officeDocument/2006/relationships/image" Target="../media/image165.png"/><Relationship Id="rId66" Type="http://schemas.openxmlformats.org/officeDocument/2006/relationships/customXml" Target="../ink/ink178.xml"/><Relationship Id="rId87" Type="http://schemas.openxmlformats.org/officeDocument/2006/relationships/image" Target="../media/image186.png"/><Relationship Id="rId110" Type="http://schemas.openxmlformats.org/officeDocument/2006/relationships/customXml" Target="../ink/ink200.xml"/><Relationship Id="rId131" Type="http://schemas.openxmlformats.org/officeDocument/2006/relationships/image" Target="../media/image208.png"/><Relationship Id="rId152" Type="http://schemas.openxmlformats.org/officeDocument/2006/relationships/image" Target="../media/image218.png"/><Relationship Id="rId173" Type="http://schemas.openxmlformats.org/officeDocument/2006/relationships/customXml" Target="../ink/ink232.xml"/><Relationship Id="rId194" Type="http://schemas.openxmlformats.org/officeDocument/2006/relationships/customXml" Target="../ink/ink243.xml"/><Relationship Id="rId208" Type="http://schemas.openxmlformats.org/officeDocument/2006/relationships/customXml" Target="../ink/ink250.xml"/><Relationship Id="rId229" Type="http://schemas.openxmlformats.org/officeDocument/2006/relationships/image" Target="../media/image256.png"/><Relationship Id="rId14" Type="http://schemas.openxmlformats.org/officeDocument/2006/relationships/customXml" Target="../ink/ink152.xml"/><Relationship Id="rId35" Type="http://schemas.openxmlformats.org/officeDocument/2006/relationships/image" Target="../media/image160.png"/><Relationship Id="rId56" Type="http://schemas.openxmlformats.org/officeDocument/2006/relationships/customXml" Target="../ink/ink173.xml"/><Relationship Id="rId77" Type="http://schemas.openxmlformats.org/officeDocument/2006/relationships/image" Target="../media/image181.png"/><Relationship Id="rId100" Type="http://schemas.openxmlformats.org/officeDocument/2006/relationships/customXml" Target="../ink/ink195.xml"/><Relationship Id="rId8" Type="http://schemas.openxmlformats.org/officeDocument/2006/relationships/customXml" Target="../ink/ink149.xml"/><Relationship Id="rId98" Type="http://schemas.openxmlformats.org/officeDocument/2006/relationships/customXml" Target="../ink/ink194.xml"/><Relationship Id="rId121" Type="http://schemas.openxmlformats.org/officeDocument/2006/relationships/image" Target="../media/image203.png"/><Relationship Id="rId142" Type="http://schemas.openxmlformats.org/officeDocument/2006/relationships/image" Target="../media/image213.png"/><Relationship Id="rId163" Type="http://schemas.openxmlformats.org/officeDocument/2006/relationships/customXml" Target="../ink/ink227.xml"/><Relationship Id="rId184" Type="http://schemas.openxmlformats.org/officeDocument/2006/relationships/customXml" Target="../ink/ink238.xml"/><Relationship Id="rId219" Type="http://schemas.openxmlformats.org/officeDocument/2006/relationships/image" Target="../media/image251.png"/><Relationship Id="rId230" Type="http://schemas.openxmlformats.org/officeDocument/2006/relationships/customXml" Target="../ink/ink261.xml"/><Relationship Id="rId25" Type="http://schemas.openxmlformats.org/officeDocument/2006/relationships/image" Target="../media/image155.png"/><Relationship Id="rId46" Type="http://schemas.openxmlformats.org/officeDocument/2006/relationships/customXml" Target="../ink/ink168.xml"/><Relationship Id="rId67" Type="http://schemas.openxmlformats.org/officeDocument/2006/relationships/image" Target="../media/image176.png"/><Relationship Id="rId116" Type="http://schemas.openxmlformats.org/officeDocument/2006/relationships/customXml" Target="../ink/ink203.xml"/><Relationship Id="rId137" Type="http://schemas.openxmlformats.org/officeDocument/2006/relationships/customXml" Target="../ink/ink214.xml"/><Relationship Id="rId158" Type="http://schemas.openxmlformats.org/officeDocument/2006/relationships/image" Target="../media/image221.png"/><Relationship Id="rId20" Type="http://schemas.openxmlformats.org/officeDocument/2006/relationships/customXml" Target="../ink/ink155.xml"/><Relationship Id="rId41" Type="http://schemas.openxmlformats.org/officeDocument/2006/relationships/image" Target="../media/image163.png"/><Relationship Id="rId62" Type="http://schemas.openxmlformats.org/officeDocument/2006/relationships/customXml" Target="../ink/ink176.xml"/><Relationship Id="rId83" Type="http://schemas.openxmlformats.org/officeDocument/2006/relationships/image" Target="../media/image184.png"/><Relationship Id="rId88" Type="http://schemas.openxmlformats.org/officeDocument/2006/relationships/customXml" Target="../ink/ink189.xml"/><Relationship Id="rId111" Type="http://schemas.openxmlformats.org/officeDocument/2006/relationships/image" Target="../media/image198.png"/><Relationship Id="rId132" Type="http://schemas.openxmlformats.org/officeDocument/2006/relationships/customXml" Target="../ink/ink211.xml"/><Relationship Id="rId153" Type="http://schemas.openxmlformats.org/officeDocument/2006/relationships/customXml" Target="../ink/ink222.xml"/><Relationship Id="rId174" Type="http://schemas.openxmlformats.org/officeDocument/2006/relationships/customXml" Target="../ink/ink233.xml"/><Relationship Id="rId179" Type="http://schemas.openxmlformats.org/officeDocument/2006/relationships/image" Target="../media/image231.png"/><Relationship Id="rId195" Type="http://schemas.openxmlformats.org/officeDocument/2006/relationships/image" Target="../media/image239.png"/><Relationship Id="rId209" Type="http://schemas.openxmlformats.org/officeDocument/2006/relationships/image" Target="../media/image246.png"/><Relationship Id="rId190" Type="http://schemas.openxmlformats.org/officeDocument/2006/relationships/customXml" Target="../ink/ink241.xml"/><Relationship Id="rId204" Type="http://schemas.openxmlformats.org/officeDocument/2006/relationships/customXml" Target="../ink/ink248.xml"/><Relationship Id="rId220" Type="http://schemas.openxmlformats.org/officeDocument/2006/relationships/customXml" Target="../ink/ink256.xml"/><Relationship Id="rId225" Type="http://schemas.openxmlformats.org/officeDocument/2006/relationships/image" Target="../media/image254.png"/><Relationship Id="rId15" Type="http://schemas.openxmlformats.org/officeDocument/2006/relationships/image" Target="../media/image150.png"/><Relationship Id="rId36" Type="http://schemas.openxmlformats.org/officeDocument/2006/relationships/customXml" Target="../ink/ink163.xml"/><Relationship Id="rId57" Type="http://schemas.openxmlformats.org/officeDocument/2006/relationships/image" Target="../media/image171.png"/><Relationship Id="rId106" Type="http://schemas.openxmlformats.org/officeDocument/2006/relationships/customXml" Target="../ink/ink198.xml"/><Relationship Id="rId127" Type="http://schemas.openxmlformats.org/officeDocument/2006/relationships/image" Target="../media/image206.png"/><Relationship Id="rId10" Type="http://schemas.openxmlformats.org/officeDocument/2006/relationships/customXml" Target="../ink/ink150.xml"/><Relationship Id="rId31" Type="http://schemas.openxmlformats.org/officeDocument/2006/relationships/image" Target="../media/image158.png"/><Relationship Id="rId52" Type="http://schemas.openxmlformats.org/officeDocument/2006/relationships/customXml" Target="../ink/ink171.xml"/><Relationship Id="rId73" Type="http://schemas.openxmlformats.org/officeDocument/2006/relationships/image" Target="../media/image179.png"/><Relationship Id="rId78" Type="http://schemas.openxmlformats.org/officeDocument/2006/relationships/customXml" Target="../ink/ink184.xml"/><Relationship Id="rId94" Type="http://schemas.openxmlformats.org/officeDocument/2006/relationships/customXml" Target="../ink/ink192.xml"/><Relationship Id="rId99" Type="http://schemas.openxmlformats.org/officeDocument/2006/relationships/image" Target="../media/image192.png"/><Relationship Id="rId101" Type="http://schemas.openxmlformats.org/officeDocument/2006/relationships/image" Target="../media/image193.png"/><Relationship Id="rId122" Type="http://schemas.openxmlformats.org/officeDocument/2006/relationships/customXml" Target="../ink/ink206.xml"/><Relationship Id="rId143" Type="http://schemas.openxmlformats.org/officeDocument/2006/relationships/customXml" Target="../ink/ink217.xml"/><Relationship Id="rId148" Type="http://schemas.openxmlformats.org/officeDocument/2006/relationships/image" Target="../media/image216.png"/><Relationship Id="rId164" Type="http://schemas.openxmlformats.org/officeDocument/2006/relationships/image" Target="../media/image224.png"/><Relationship Id="rId169" Type="http://schemas.openxmlformats.org/officeDocument/2006/relationships/customXml" Target="../ink/ink230.xml"/><Relationship Id="rId185" Type="http://schemas.openxmlformats.org/officeDocument/2006/relationships/image" Target="../media/image234.png"/><Relationship Id="rId4" Type="http://schemas.openxmlformats.org/officeDocument/2006/relationships/customXml" Target="../ink/ink147.xml"/><Relationship Id="rId9" Type="http://schemas.openxmlformats.org/officeDocument/2006/relationships/image" Target="../media/image147.png"/><Relationship Id="rId180" Type="http://schemas.openxmlformats.org/officeDocument/2006/relationships/customXml" Target="../ink/ink236.xml"/><Relationship Id="rId210" Type="http://schemas.openxmlformats.org/officeDocument/2006/relationships/customXml" Target="../ink/ink251.xml"/><Relationship Id="rId215" Type="http://schemas.openxmlformats.org/officeDocument/2006/relationships/image" Target="../media/image249.png"/><Relationship Id="rId26" Type="http://schemas.openxmlformats.org/officeDocument/2006/relationships/customXml" Target="../ink/ink158.xml"/><Relationship Id="rId47" Type="http://schemas.openxmlformats.org/officeDocument/2006/relationships/image" Target="../media/image166.png"/><Relationship Id="rId68" Type="http://schemas.openxmlformats.org/officeDocument/2006/relationships/customXml" Target="../ink/ink179.xml"/><Relationship Id="rId89" Type="http://schemas.openxmlformats.org/officeDocument/2006/relationships/image" Target="../media/image187.png"/><Relationship Id="rId112" Type="http://schemas.openxmlformats.org/officeDocument/2006/relationships/customXml" Target="../ink/ink201.xml"/><Relationship Id="rId133" Type="http://schemas.openxmlformats.org/officeDocument/2006/relationships/image" Target="../media/image209.png"/><Relationship Id="rId154" Type="http://schemas.openxmlformats.org/officeDocument/2006/relationships/image" Target="../media/image219.png"/><Relationship Id="rId175" Type="http://schemas.openxmlformats.org/officeDocument/2006/relationships/image" Target="../media/image229.png"/><Relationship Id="rId196" Type="http://schemas.openxmlformats.org/officeDocument/2006/relationships/customXml" Target="../ink/ink244.xml"/><Relationship Id="rId200" Type="http://schemas.openxmlformats.org/officeDocument/2006/relationships/customXml" Target="../ink/ink246.xml"/><Relationship Id="rId16" Type="http://schemas.openxmlformats.org/officeDocument/2006/relationships/customXml" Target="../ink/ink153.xml"/><Relationship Id="rId221" Type="http://schemas.openxmlformats.org/officeDocument/2006/relationships/image" Target="../media/image252.png"/><Relationship Id="rId37" Type="http://schemas.openxmlformats.org/officeDocument/2006/relationships/image" Target="../media/image161.png"/><Relationship Id="rId58" Type="http://schemas.openxmlformats.org/officeDocument/2006/relationships/customXml" Target="../ink/ink174.xml"/><Relationship Id="rId79" Type="http://schemas.openxmlformats.org/officeDocument/2006/relationships/image" Target="../media/image182.png"/><Relationship Id="rId102" Type="http://schemas.openxmlformats.org/officeDocument/2006/relationships/customXml" Target="../ink/ink196.xml"/><Relationship Id="rId123" Type="http://schemas.openxmlformats.org/officeDocument/2006/relationships/image" Target="../media/image204.png"/><Relationship Id="rId144" Type="http://schemas.openxmlformats.org/officeDocument/2006/relationships/image" Target="../media/image214.png"/><Relationship Id="rId90" Type="http://schemas.openxmlformats.org/officeDocument/2006/relationships/customXml" Target="../ink/ink190.xml"/><Relationship Id="rId165" Type="http://schemas.openxmlformats.org/officeDocument/2006/relationships/customXml" Target="../ink/ink228.xml"/><Relationship Id="rId186" Type="http://schemas.openxmlformats.org/officeDocument/2006/relationships/customXml" Target="../ink/ink239.xml"/><Relationship Id="rId211" Type="http://schemas.openxmlformats.org/officeDocument/2006/relationships/image" Target="../media/image247.png"/><Relationship Id="rId27" Type="http://schemas.openxmlformats.org/officeDocument/2006/relationships/image" Target="../media/image156.png"/><Relationship Id="rId48" Type="http://schemas.openxmlformats.org/officeDocument/2006/relationships/customXml" Target="../ink/ink169.xml"/><Relationship Id="rId69" Type="http://schemas.openxmlformats.org/officeDocument/2006/relationships/image" Target="../media/image177.png"/><Relationship Id="rId113" Type="http://schemas.openxmlformats.org/officeDocument/2006/relationships/image" Target="../media/image199.png"/><Relationship Id="rId134" Type="http://schemas.openxmlformats.org/officeDocument/2006/relationships/customXml" Target="../ink/ink212.xml"/><Relationship Id="rId80" Type="http://schemas.openxmlformats.org/officeDocument/2006/relationships/customXml" Target="../ink/ink185.xml"/><Relationship Id="rId155" Type="http://schemas.openxmlformats.org/officeDocument/2006/relationships/customXml" Target="../ink/ink223.xml"/><Relationship Id="rId176" Type="http://schemas.openxmlformats.org/officeDocument/2006/relationships/customXml" Target="../ink/ink234.xml"/><Relationship Id="rId197" Type="http://schemas.openxmlformats.org/officeDocument/2006/relationships/image" Target="../media/image240.png"/><Relationship Id="rId201" Type="http://schemas.openxmlformats.org/officeDocument/2006/relationships/image" Target="../media/image242.png"/><Relationship Id="rId222" Type="http://schemas.openxmlformats.org/officeDocument/2006/relationships/customXml" Target="../ink/ink257.xml"/><Relationship Id="rId17" Type="http://schemas.openxmlformats.org/officeDocument/2006/relationships/image" Target="../media/image151.png"/><Relationship Id="rId38" Type="http://schemas.openxmlformats.org/officeDocument/2006/relationships/customXml" Target="../ink/ink164.xml"/><Relationship Id="rId59" Type="http://schemas.openxmlformats.org/officeDocument/2006/relationships/image" Target="../media/image172.png"/><Relationship Id="rId103" Type="http://schemas.openxmlformats.org/officeDocument/2006/relationships/image" Target="../media/image194.png"/><Relationship Id="rId124" Type="http://schemas.openxmlformats.org/officeDocument/2006/relationships/customXml" Target="../ink/ink207.xml"/><Relationship Id="rId70" Type="http://schemas.openxmlformats.org/officeDocument/2006/relationships/customXml" Target="../ink/ink180.xml"/><Relationship Id="rId91" Type="http://schemas.openxmlformats.org/officeDocument/2006/relationships/image" Target="../media/image188.png"/><Relationship Id="rId145" Type="http://schemas.openxmlformats.org/officeDocument/2006/relationships/customXml" Target="../ink/ink218.xml"/><Relationship Id="rId166" Type="http://schemas.openxmlformats.org/officeDocument/2006/relationships/image" Target="../media/image225.png"/><Relationship Id="rId187" Type="http://schemas.openxmlformats.org/officeDocument/2006/relationships/image" Target="../media/image23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52.xml"/><Relationship Id="rId28" Type="http://schemas.openxmlformats.org/officeDocument/2006/relationships/customXml" Target="../ink/ink159.xml"/><Relationship Id="rId49" Type="http://schemas.openxmlformats.org/officeDocument/2006/relationships/image" Target="../media/image167.png"/><Relationship Id="rId114" Type="http://schemas.openxmlformats.org/officeDocument/2006/relationships/customXml" Target="../ink/ink202.xml"/><Relationship Id="rId60" Type="http://schemas.openxmlformats.org/officeDocument/2006/relationships/customXml" Target="../ink/ink175.xml"/><Relationship Id="rId81" Type="http://schemas.openxmlformats.org/officeDocument/2006/relationships/image" Target="../media/image183.png"/><Relationship Id="rId135" Type="http://schemas.openxmlformats.org/officeDocument/2006/relationships/customXml" Target="../ink/ink213.xml"/><Relationship Id="rId156" Type="http://schemas.openxmlformats.org/officeDocument/2006/relationships/image" Target="../media/image220.png"/><Relationship Id="rId177" Type="http://schemas.openxmlformats.org/officeDocument/2006/relationships/image" Target="../media/image230.png"/><Relationship Id="rId198" Type="http://schemas.openxmlformats.org/officeDocument/2006/relationships/customXml" Target="../ink/ink245.xml"/><Relationship Id="rId202" Type="http://schemas.openxmlformats.org/officeDocument/2006/relationships/customXml" Target="../ink/ink247.xml"/><Relationship Id="rId223" Type="http://schemas.openxmlformats.org/officeDocument/2006/relationships/image" Target="../media/image253.png"/><Relationship Id="rId18" Type="http://schemas.openxmlformats.org/officeDocument/2006/relationships/customXml" Target="../ink/ink154.xml"/><Relationship Id="rId39" Type="http://schemas.openxmlformats.org/officeDocument/2006/relationships/image" Target="../media/image162.png"/><Relationship Id="rId50" Type="http://schemas.openxmlformats.org/officeDocument/2006/relationships/customXml" Target="../ink/ink170.xml"/><Relationship Id="rId104" Type="http://schemas.openxmlformats.org/officeDocument/2006/relationships/customXml" Target="../ink/ink197.xml"/><Relationship Id="rId125" Type="http://schemas.openxmlformats.org/officeDocument/2006/relationships/image" Target="../media/image205.png"/><Relationship Id="rId146" Type="http://schemas.openxmlformats.org/officeDocument/2006/relationships/image" Target="../media/image215.png"/><Relationship Id="rId167" Type="http://schemas.openxmlformats.org/officeDocument/2006/relationships/customXml" Target="../ink/ink229.xml"/><Relationship Id="rId188" Type="http://schemas.openxmlformats.org/officeDocument/2006/relationships/customXml" Target="../ink/ink240.xml"/><Relationship Id="rId71" Type="http://schemas.openxmlformats.org/officeDocument/2006/relationships/image" Target="../media/image178.png"/><Relationship Id="rId92" Type="http://schemas.openxmlformats.org/officeDocument/2006/relationships/customXml" Target="../ink/ink191.xml"/><Relationship Id="rId213" Type="http://schemas.openxmlformats.org/officeDocument/2006/relationships/image" Target="../media/image248.png"/><Relationship Id="rId2" Type="http://schemas.openxmlformats.org/officeDocument/2006/relationships/customXml" Target="../ink/ink146.xml"/><Relationship Id="rId29" Type="http://schemas.openxmlformats.org/officeDocument/2006/relationships/image" Target="../media/image157.png"/><Relationship Id="rId40" Type="http://schemas.openxmlformats.org/officeDocument/2006/relationships/customXml" Target="../ink/ink165.xml"/><Relationship Id="rId115" Type="http://schemas.openxmlformats.org/officeDocument/2006/relationships/image" Target="../media/image200.png"/><Relationship Id="rId136" Type="http://schemas.openxmlformats.org/officeDocument/2006/relationships/image" Target="../media/image210.png"/><Relationship Id="rId157" Type="http://schemas.openxmlformats.org/officeDocument/2006/relationships/customXml" Target="../ink/ink224.xml"/><Relationship Id="rId178" Type="http://schemas.openxmlformats.org/officeDocument/2006/relationships/customXml" Target="../ink/ink235.xml"/><Relationship Id="rId61" Type="http://schemas.openxmlformats.org/officeDocument/2006/relationships/image" Target="../media/image173.png"/><Relationship Id="rId82" Type="http://schemas.openxmlformats.org/officeDocument/2006/relationships/customXml" Target="../ink/ink186.xml"/><Relationship Id="rId199" Type="http://schemas.openxmlformats.org/officeDocument/2006/relationships/image" Target="../media/image241.png"/><Relationship Id="rId203" Type="http://schemas.openxmlformats.org/officeDocument/2006/relationships/image" Target="../media/image243.png"/><Relationship Id="rId19" Type="http://schemas.openxmlformats.org/officeDocument/2006/relationships/image" Target="../media/image152.png"/><Relationship Id="rId224" Type="http://schemas.openxmlformats.org/officeDocument/2006/relationships/customXml" Target="../ink/ink258.xml"/><Relationship Id="rId30" Type="http://schemas.openxmlformats.org/officeDocument/2006/relationships/customXml" Target="../ink/ink160.xml"/><Relationship Id="rId105" Type="http://schemas.openxmlformats.org/officeDocument/2006/relationships/image" Target="../media/image195.png"/><Relationship Id="rId126" Type="http://schemas.openxmlformats.org/officeDocument/2006/relationships/customXml" Target="../ink/ink208.xml"/><Relationship Id="rId147" Type="http://schemas.openxmlformats.org/officeDocument/2006/relationships/customXml" Target="../ink/ink219.xml"/><Relationship Id="rId168" Type="http://schemas.openxmlformats.org/officeDocument/2006/relationships/image" Target="../media/image226.png"/><Relationship Id="rId51" Type="http://schemas.openxmlformats.org/officeDocument/2006/relationships/image" Target="../media/image168.png"/><Relationship Id="rId72" Type="http://schemas.openxmlformats.org/officeDocument/2006/relationships/customXml" Target="../ink/ink181.xml"/><Relationship Id="rId93" Type="http://schemas.openxmlformats.org/officeDocument/2006/relationships/image" Target="../media/image189.png"/><Relationship Id="rId189" Type="http://schemas.openxmlformats.org/officeDocument/2006/relationships/image" Target="../media/image236.png"/><Relationship Id="rId3" Type="http://schemas.openxmlformats.org/officeDocument/2006/relationships/image" Target="../media/image145.png"/><Relationship Id="rId214" Type="http://schemas.openxmlformats.org/officeDocument/2006/relationships/customXml" Target="../ink/ink253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20.xml"/><Relationship Id="rId21" Type="http://schemas.openxmlformats.org/officeDocument/2006/relationships/image" Target="../media/image265.png"/><Relationship Id="rId63" Type="http://schemas.openxmlformats.org/officeDocument/2006/relationships/customXml" Target="../ink/ink293.xml"/><Relationship Id="rId159" Type="http://schemas.openxmlformats.org/officeDocument/2006/relationships/customXml" Target="../ink/ink341.xml"/><Relationship Id="rId170" Type="http://schemas.openxmlformats.org/officeDocument/2006/relationships/image" Target="../media/image339.png"/><Relationship Id="rId226" Type="http://schemas.openxmlformats.org/officeDocument/2006/relationships/customXml" Target="../ink/ink375.xml"/><Relationship Id="rId268" Type="http://schemas.openxmlformats.org/officeDocument/2006/relationships/customXml" Target="../ink/ink396.xml"/><Relationship Id="rId32" Type="http://schemas.openxmlformats.org/officeDocument/2006/relationships/customXml" Target="../ink/ink277.xml"/><Relationship Id="rId74" Type="http://schemas.openxmlformats.org/officeDocument/2006/relationships/image" Target="../media/image291.png"/><Relationship Id="rId128" Type="http://schemas.openxmlformats.org/officeDocument/2006/relationships/image" Target="../media/image318.png"/><Relationship Id="rId5" Type="http://schemas.openxmlformats.org/officeDocument/2006/relationships/image" Target="../media/image257.png"/><Relationship Id="rId181" Type="http://schemas.openxmlformats.org/officeDocument/2006/relationships/customXml" Target="../ink/ink352.xml"/><Relationship Id="rId237" Type="http://schemas.openxmlformats.org/officeDocument/2006/relationships/image" Target="../media/image372.png"/><Relationship Id="rId279" Type="http://schemas.openxmlformats.org/officeDocument/2006/relationships/image" Target="../media/image393.png"/><Relationship Id="rId22" Type="http://schemas.openxmlformats.org/officeDocument/2006/relationships/customXml" Target="../ink/ink272.xml"/><Relationship Id="rId43" Type="http://schemas.openxmlformats.org/officeDocument/2006/relationships/image" Target="../media/image276.png"/><Relationship Id="rId64" Type="http://schemas.openxmlformats.org/officeDocument/2006/relationships/image" Target="../media/image286.png"/><Relationship Id="rId118" Type="http://schemas.openxmlformats.org/officeDocument/2006/relationships/image" Target="../media/image313.png"/><Relationship Id="rId139" Type="http://schemas.openxmlformats.org/officeDocument/2006/relationships/customXml" Target="../ink/ink331.xml"/><Relationship Id="rId85" Type="http://schemas.openxmlformats.org/officeDocument/2006/relationships/customXml" Target="../ink/ink304.xml"/><Relationship Id="rId150" Type="http://schemas.openxmlformats.org/officeDocument/2006/relationships/image" Target="../media/image329.png"/><Relationship Id="rId171" Type="http://schemas.openxmlformats.org/officeDocument/2006/relationships/customXml" Target="../ink/ink347.xml"/><Relationship Id="rId192" Type="http://schemas.openxmlformats.org/officeDocument/2006/relationships/image" Target="../media/image350.png"/><Relationship Id="rId206" Type="http://schemas.openxmlformats.org/officeDocument/2006/relationships/customXml" Target="../ink/ink365.xml"/><Relationship Id="rId227" Type="http://schemas.openxmlformats.org/officeDocument/2006/relationships/image" Target="../media/image367.png"/><Relationship Id="rId248" Type="http://schemas.openxmlformats.org/officeDocument/2006/relationships/customXml" Target="../ink/ink386.xml"/><Relationship Id="rId269" Type="http://schemas.openxmlformats.org/officeDocument/2006/relationships/image" Target="../media/image388.png"/><Relationship Id="rId12" Type="http://schemas.openxmlformats.org/officeDocument/2006/relationships/customXml" Target="../ink/ink267.xml"/><Relationship Id="rId33" Type="http://schemas.openxmlformats.org/officeDocument/2006/relationships/image" Target="../media/image271.png"/><Relationship Id="rId108" Type="http://schemas.openxmlformats.org/officeDocument/2006/relationships/image" Target="../media/image308.png"/><Relationship Id="rId129" Type="http://schemas.openxmlformats.org/officeDocument/2006/relationships/customXml" Target="../ink/ink326.xml"/><Relationship Id="rId280" Type="http://schemas.openxmlformats.org/officeDocument/2006/relationships/customXml" Target="../ink/ink402.xml"/><Relationship Id="rId54" Type="http://schemas.openxmlformats.org/officeDocument/2006/relationships/image" Target="../media/image281.png"/><Relationship Id="rId75" Type="http://schemas.openxmlformats.org/officeDocument/2006/relationships/customXml" Target="../ink/ink299.xml"/><Relationship Id="rId96" Type="http://schemas.openxmlformats.org/officeDocument/2006/relationships/image" Target="../media/image302.png"/><Relationship Id="rId140" Type="http://schemas.openxmlformats.org/officeDocument/2006/relationships/image" Target="../media/image324.png"/><Relationship Id="rId161" Type="http://schemas.openxmlformats.org/officeDocument/2006/relationships/customXml" Target="../ink/ink342.xml"/><Relationship Id="rId182" Type="http://schemas.openxmlformats.org/officeDocument/2006/relationships/image" Target="../media/image345.png"/><Relationship Id="rId217" Type="http://schemas.openxmlformats.org/officeDocument/2006/relationships/image" Target="../media/image362.png"/><Relationship Id="rId6" Type="http://schemas.openxmlformats.org/officeDocument/2006/relationships/customXml" Target="../ink/ink264.xml"/><Relationship Id="rId238" Type="http://schemas.openxmlformats.org/officeDocument/2006/relationships/customXml" Target="../ink/ink381.xml"/><Relationship Id="rId259" Type="http://schemas.openxmlformats.org/officeDocument/2006/relationships/image" Target="../media/image383.png"/><Relationship Id="rId23" Type="http://schemas.openxmlformats.org/officeDocument/2006/relationships/image" Target="../media/image266.png"/><Relationship Id="rId119" Type="http://schemas.openxmlformats.org/officeDocument/2006/relationships/customXml" Target="../ink/ink321.xml"/><Relationship Id="rId270" Type="http://schemas.openxmlformats.org/officeDocument/2006/relationships/customXml" Target="../ink/ink397.xml"/><Relationship Id="rId44" Type="http://schemas.openxmlformats.org/officeDocument/2006/relationships/customXml" Target="../ink/ink283.xml"/><Relationship Id="rId65" Type="http://schemas.openxmlformats.org/officeDocument/2006/relationships/customXml" Target="../ink/ink294.xml"/><Relationship Id="rId86" Type="http://schemas.openxmlformats.org/officeDocument/2006/relationships/image" Target="../media/image297.png"/><Relationship Id="rId130" Type="http://schemas.openxmlformats.org/officeDocument/2006/relationships/image" Target="../media/image319.png"/><Relationship Id="rId151" Type="http://schemas.openxmlformats.org/officeDocument/2006/relationships/customXml" Target="../ink/ink337.xml"/><Relationship Id="rId172" Type="http://schemas.openxmlformats.org/officeDocument/2006/relationships/image" Target="../media/image340.png"/><Relationship Id="rId193" Type="http://schemas.openxmlformats.org/officeDocument/2006/relationships/customXml" Target="../ink/ink358.xml"/><Relationship Id="rId207" Type="http://schemas.openxmlformats.org/officeDocument/2006/relationships/image" Target="../media/image357.png"/><Relationship Id="rId228" Type="http://schemas.openxmlformats.org/officeDocument/2006/relationships/customXml" Target="../ink/ink376.xml"/><Relationship Id="rId249" Type="http://schemas.openxmlformats.org/officeDocument/2006/relationships/image" Target="../media/image378.png"/><Relationship Id="rId13" Type="http://schemas.openxmlformats.org/officeDocument/2006/relationships/image" Target="../media/image261.png"/><Relationship Id="rId109" Type="http://schemas.openxmlformats.org/officeDocument/2006/relationships/customXml" Target="../ink/ink316.xml"/><Relationship Id="rId260" Type="http://schemas.openxmlformats.org/officeDocument/2006/relationships/customXml" Target="../ink/ink392.xml"/><Relationship Id="rId281" Type="http://schemas.openxmlformats.org/officeDocument/2006/relationships/image" Target="../media/image394.png"/><Relationship Id="rId34" Type="http://schemas.openxmlformats.org/officeDocument/2006/relationships/customXml" Target="../ink/ink278.xml"/><Relationship Id="rId55" Type="http://schemas.openxmlformats.org/officeDocument/2006/relationships/customXml" Target="../ink/ink289.xml"/><Relationship Id="rId76" Type="http://schemas.openxmlformats.org/officeDocument/2006/relationships/image" Target="../media/image292.png"/><Relationship Id="rId97" Type="http://schemas.openxmlformats.org/officeDocument/2006/relationships/customXml" Target="../ink/ink310.xml"/><Relationship Id="rId120" Type="http://schemas.openxmlformats.org/officeDocument/2006/relationships/image" Target="../media/image314.png"/><Relationship Id="rId141" Type="http://schemas.openxmlformats.org/officeDocument/2006/relationships/customXml" Target="../ink/ink332.xml"/><Relationship Id="rId7" Type="http://schemas.openxmlformats.org/officeDocument/2006/relationships/image" Target="../media/image258.png"/><Relationship Id="rId162" Type="http://schemas.openxmlformats.org/officeDocument/2006/relationships/image" Target="../media/image335.png"/><Relationship Id="rId183" Type="http://schemas.openxmlformats.org/officeDocument/2006/relationships/customXml" Target="../ink/ink353.xml"/><Relationship Id="rId218" Type="http://schemas.openxmlformats.org/officeDocument/2006/relationships/customXml" Target="../ink/ink371.xml"/><Relationship Id="rId239" Type="http://schemas.openxmlformats.org/officeDocument/2006/relationships/image" Target="../media/image373.png"/><Relationship Id="rId250" Type="http://schemas.openxmlformats.org/officeDocument/2006/relationships/customXml" Target="../ink/ink387.xml"/><Relationship Id="rId271" Type="http://schemas.openxmlformats.org/officeDocument/2006/relationships/image" Target="../media/image389.png"/><Relationship Id="rId24" Type="http://schemas.openxmlformats.org/officeDocument/2006/relationships/customXml" Target="../ink/ink273.xml"/><Relationship Id="rId45" Type="http://schemas.openxmlformats.org/officeDocument/2006/relationships/image" Target="../media/image277.png"/><Relationship Id="rId66" Type="http://schemas.openxmlformats.org/officeDocument/2006/relationships/image" Target="../media/image287.png"/><Relationship Id="rId87" Type="http://schemas.openxmlformats.org/officeDocument/2006/relationships/customXml" Target="../ink/ink305.xml"/><Relationship Id="rId110" Type="http://schemas.openxmlformats.org/officeDocument/2006/relationships/image" Target="../media/image309.png"/><Relationship Id="rId131" Type="http://schemas.openxmlformats.org/officeDocument/2006/relationships/customXml" Target="../ink/ink327.xml"/><Relationship Id="rId152" Type="http://schemas.openxmlformats.org/officeDocument/2006/relationships/image" Target="../media/image330.png"/><Relationship Id="rId173" Type="http://schemas.openxmlformats.org/officeDocument/2006/relationships/customXml" Target="../ink/ink348.xml"/><Relationship Id="rId194" Type="http://schemas.openxmlformats.org/officeDocument/2006/relationships/image" Target="../media/image351.png"/><Relationship Id="rId208" Type="http://schemas.openxmlformats.org/officeDocument/2006/relationships/customXml" Target="../ink/ink366.xml"/><Relationship Id="rId229" Type="http://schemas.openxmlformats.org/officeDocument/2006/relationships/image" Target="../media/image368.png"/><Relationship Id="rId240" Type="http://schemas.openxmlformats.org/officeDocument/2006/relationships/customXml" Target="../ink/ink382.xml"/><Relationship Id="rId261" Type="http://schemas.openxmlformats.org/officeDocument/2006/relationships/image" Target="../media/image384.png"/><Relationship Id="rId14" Type="http://schemas.openxmlformats.org/officeDocument/2006/relationships/customXml" Target="../ink/ink268.xml"/><Relationship Id="rId35" Type="http://schemas.openxmlformats.org/officeDocument/2006/relationships/image" Target="../media/image272.png"/><Relationship Id="rId56" Type="http://schemas.openxmlformats.org/officeDocument/2006/relationships/image" Target="../media/image282.png"/><Relationship Id="rId77" Type="http://schemas.openxmlformats.org/officeDocument/2006/relationships/customXml" Target="../ink/ink300.xml"/><Relationship Id="rId100" Type="http://schemas.openxmlformats.org/officeDocument/2006/relationships/image" Target="../media/image304.png"/><Relationship Id="rId282" Type="http://schemas.openxmlformats.org/officeDocument/2006/relationships/customXml" Target="../ink/ink403.xml"/><Relationship Id="rId8" Type="http://schemas.openxmlformats.org/officeDocument/2006/relationships/customXml" Target="../ink/ink265.xml"/><Relationship Id="rId98" Type="http://schemas.openxmlformats.org/officeDocument/2006/relationships/image" Target="../media/image303.png"/><Relationship Id="rId121" Type="http://schemas.openxmlformats.org/officeDocument/2006/relationships/customXml" Target="../ink/ink322.xml"/><Relationship Id="rId142" Type="http://schemas.openxmlformats.org/officeDocument/2006/relationships/image" Target="../media/image325.png"/><Relationship Id="rId163" Type="http://schemas.openxmlformats.org/officeDocument/2006/relationships/customXml" Target="../ink/ink343.xml"/><Relationship Id="rId184" Type="http://schemas.openxmlformats.org/officeDocument/2006/relationships/image" Target="../media/image346.png"/><Relationship Id="rId219" Type="http://schemas.openxmlformats.org/officeDocument/2006/relationships/image" Target="../media/image363.png"/><Relationship Id="rId230" Type="http://schemas.openxmlformats.org/officeDocument/2006/relationships/customXml" Target="../ink/ink377.xml"/><Relationship Id="rId251" Type="http://schemas.openxmlformats.org/officeDocument/2006/relationships/image" Target="../media/image379.png"/><Relationship Id="rId25" Type="http://schemas.openxmlformats.org/officeDocument/2006/relationships/image" Target="../media/image267.png"/><Relationship Id="rId46" Type="http://schemas.openxmlformats.org/officeDocument/2006/relationships/customXml" Target="../ink/ink284.xml"/><Relationship Id="rId67" Type="http://schemas.openxmlformats.org/officeDocument/2006/relationships/customXml" Target="../ink/ink295.xml"/><Relationship Id="rId272" Type="http://schemas.openxmlformats.org/officeDocument/2006/relationships/customXml" Target="../ink/ink398.xml"/><Relationship Id="rId88" Type="http://schemas.openxmlformats.org/officeDocument/2006/relationships/image" Target="../media/image298.png"/><Relationship Id="rId111" Type="http://schemas.openxmlformats.org/officeDocument/2006/relationships/customXml" Target="../ink/ink317.xml"/><Relationship Id="rId132" Type="http://schemas.openxmlformats.org/officeDocument/2006/relationships/image" Target="../media/image320.png"/><Relationship Id="rId153" Type="http://schemas.openxmlformats.org/officeDocument/2006/relationships/customXml" Target="../ink/ink338.xml"/><Relationship Id="rId174" Type="http://schemas.openxmlformats.org/officeDocument/2006/relationships/image" Target="../media/image341.png"/><Relationship Id="rId195" Type="http://schemas.openxmlformats.org/officeDocument/2006/relationships/customXml" Target="../ink/ink359.xml"/><Relationship Id="rId209" Type="http://schemas.openxmlformats.org/officeDocument/2006/relationships/image" Target="../media/image358.png"/><Relationship Id="rId220" Type="http://schemas.openxmlformats.org/officeDocument/2006/relationships/customXml" Target="../ink/ink372.xml"/><Relationship Id="rId241" Type="http://schemas.openxmlformats.org/officeDocument/2006/relationships/image" Target="../media/image374.png"/><Relationship Id="rId15" Type="http://schemas.openxmlformats.org/officeDocument/2006/relationships/image" Target="../media/image262.png"/><Relationship Id="rId36" Type="http://schemas.openxmlformats.org/officeDocument/2006/relationships/customXml" Target="../ink/ink279.xml"/><Relationship Id="rId57" Type="http://schemas.openxmlformats.org/officeDocument/2006/relationships/customXml" Target="../ink/ink290.xml"/><Relationship Id="rId262" Type="http://schemas.openxmlformats.org/officeDocument/2006/relationships/customXml" Target="../ink/ink393.xml"/><Relationship Id="rId283" Type="http://schemas.openxmlformats.org/officeDocument/2006/relationships/image" Target="../media/image395.png"/><Relationship Id="rId78" Type="http://schemas.openxmlformats.org/officeDocument/2006/relationships/image" Target="../media/image293.png"/><Relationship Id="rId99" Type="http://schemas.openxmlformats.org/officeDocument/2006/relationships/customXml" Target="../ink/ink311.xml"/><Relationship Id="rId101" Type="http://schemas.openxmlformats.org/officeDocument/2006/relationships/customXml" Target="../ink/ink312.xml"/><Relationship Id="rId122" Type="http://schemas.openxmlformats.org/officeDocument/2006/relationships/image" Target="../media/image315.png"/><Relationship Id="rId143" Type="http://schemas.openxmlformats.org/officeDocument/2006/relationships/customXml" Target="../ink/ink333.xml"/><Relationship Id="rId164" Type="http://schemas.openxmlformats.org/officeDocument/2006/relationships/image" Target="../media/image336.png"/><Relationship Id="rId185" Type="http://schemas.openxmlformats.org/officeDocument/2006/relationships/customXml" Target="../ink/ink354.xml"/><Relationship Id="rId9" Type="http://schemas.openxmlformats.org/officeDocument/2006/relationships/image" Target="../media/image259.png"/><Relationship Id="rId210" Type="http://schemas.openxmlformats.org/officeDocument/2006/relationships/customXml" Target="../ink/ink367.xml"/><Relationship Id="rId26" Type="http://schemas.openxmlformats.org/officeDocument/2006/relationships/customXml" Target="../ink/ink274.xml"/><Relationship Id="rId231" Type="http://schemas.openxmlformats.org/officeDocument/2006/relationships/image" Target="../media/image369.png"/><Relationship Id="rId252" Type="http://schemas.openxmlformats.org/officeDocument/2006/relationships/customXml" Target="../ink/ink388.xml"/><Relationship Id="rId273" Type="http://schemas.openxmlformats.org/officeDocument/2006/relationships/image" Target="../media/image390.png"/><Relationship Id="rId47" Type="http://schemas.openxmlformats.org/officeDocument/2006/relationships/image" Target="../media/image278.png"/><Relationship Id="rId68" Type="http://schemas.openxmlformats.org/officeDocument/2006/relationships/image" Target="../media/image288.png"/><Relationship Id="rId89" Type="http://schemas.openxmlformats.org/officeDocument/2006/relationships/customXml" Target="../ink/ink306.xml"/><Relationship Id="rId112" Type="http://schemas.openxmlformats.org/officeDocument/2006/relationships/image" Target="../media/image310.png"/><Relationship Id="rId133" Type="http://schemas.openxmlformats.org/officeDocument/2006/relationships/customXml" Target="../ink/ink328.xml"/><Relationship Id="rId154" Type="http://schemas.openxmlformats.org/officeDocument/2006/relationships/image" Target="../media/image331.png"/><Relationship Id="rId175" Type="http://schemas.openxmlformats.org/officeDocument/2006/relationships/customXml" Target="../ink/ink349.xml"/><Relationship Id="rId196" Type="http://schemas.openxmlformats.org/officeDocument/2006/relationships/image" Target="../media/image352.png"/><Relationship Id="rId200" Type="http://schemas.openxmlformats.org/officeDocument/2006/relationships/image" Target="../media/image354.png"/><Relationship Id="rId16" Type="http://schemas.openxmlformats.org/officeDocument/2006/relationships/customXml" Target="../ink/ink269.xml"/><Relationship Id="rId221" Type="http://schemas.openxmlformats.org/officeDocument/2006/relationships/image" Target="../media/image364.png"/><Relationship Id="rId242" Type="http://schemas.openxmlformats.org/officeDocument/2006/relationships/customXml" Target="../ink/ink383.xml"/><Relationship Id="rId263" Type="http://schemas.openxmlformats.org/officeDocument/2006/relationships/image" Target="../media/image385.png"/><Relationship Id="rId37" Type="http://schemas.openxmlformats.org/officeDocument/2006/relationships/image" Target="../media/image273.png"/><Relationship Id="rId58" Type="http://schemas.openxmlformats.org/officeDocument/2006/relationships/image" Target="../media/image283.png"/><Relationship Id="rId79" Type="http://schemas.openxmlformats.org/officeDocument/2006/relationships/customXml" Target="../ink/ink301.xml"/><Relationship Id="rId102" Type="http://schemas.openxmlformats.org/officeDocument/2006/relationships/image" Target="../media/image305.png"/><Relationship Id="rId123" Type="http://schemas.openxmlformats.org/officeDocument/2006/relationships/customXml" Target="../ink/ink323.xml"/><Relationship Id="rId144" Type="http://schemas.openxmlformats.org/officeDocument/2006/relationships/image" Target="../media/image326.png"/><Relationship Id="rId90" Type="http://schemas.openxmlformats.org/officeDocument/2006/relationships/image" Target="../media/image299.png"/><Relationship Id="rId165" Type="http://schemas.openxmlformats.org/officeDocument/2006/relationships/customXml" Target="../ink/ink344.xml"/><Relationship Id="rId186" Type="http://schemas.openxmlformats.org/officeDocument/2006/relationships/image" Target="../media/image347.png"/><Relationship Id="rId211" Type="http://schemas.openxmlformats.org/officeDocument/2006/relationships/image" Target="../media/image359.png"/><Relationship Id="rId232" Type="http://schemas.openxmlformats.org/officeDocument/2006/relationships/customXml" Target="../ink/ink378.xml"/><Relationship Id="rId253" Type="http://schemas.openxmlformats.org/officeDocument/2006/relationships/image" Target="../media/image380.png"/><Relationship Id="rId274" Type="http://schemas.openxmlformats.org/officeDocument/2006/relationships/customXml" Target="../ink/ink399.xml"/><Relationship Id="rId27" Type="http://schemas.openxmlformats.org/officeDocument/2006/relationships/image" Target="../media/image268.png"/><Relationship Id="rId48" Type="http://schemas.openxmlformats.org/officeDocument/2006/relationships/customXml" Target="../ink/ink285.xml"/><Relationship Id="rId69" Type="http://schemas.openxmlformats.org/officeDocument/2006/relationships/customXml" Target="../ink/ink296.xml"/><Relationship Id="rId113" Type="http://schemas.openxmlformats.org/officeDocument/2006/relationships/customXml" Target="../ink/ink318.xml"/><Relationship Id="rId134" Type="http://schemas.openxmlformats.org/officeDocument/2006/relationships/image" Target="../media/image321.png"/><Relationship Id="rId80" Type="http://schemas.openxmlformats.org/officeDocument/2006/relationships/image" Target="../media/image294.png"/><Relationship Id="rId155" Type="http://schemas.openxmlformats.org/officeDocument/2006/relationships/customXml" Target="../ink/ink339.xml"/><Relationship Id="rId176" Type="http://schemas.openxmlformats.org/officeDocument/2006/relationships/image" Target="../media/image342.png"/><Relationship Id="rId197" Type="http://schemas.openxmlformats.org/officeDocument/2006/relationships/customXml" Target="../ink/ink360.xml"/><Relationship Id="rId201" Type="http://schemas.openxmlformats.org/officeDocument/2006/relationships/customXml" Target="../ink/ink362.xml"/><Relationship Id="rId222" Type="http://schemas.openxmlformats.org/officeDocument/2006/relationships/customXml" Target="../ink/ink373.xml"/><Relationship Id="rId243" Type="http://schemas.openxmlformats.org/officeDocument/2006/relationships/image" Target="../media/image375.png"/><Relationship Id="rId264" Type="http://schemas.openxmlformats.org/officeDocument/2006/relationships/customXml" Target="../ink/ink394.xml"/><Relationship Id="rId17" Type="http://schemas.openxmlformats.org/officeDocument/2006/relationships/image" Target="../media/image263.png"/><Relationship Id="rId38" Type="http://schemas.openxmlformats.org/officeDocument/2006/relationships/customXml" Target="../ink/ink280.xml"/><Relationship Id="rId59" Type="http://schemas.openxmlformats.org/officeDocument/2006/relationships/customXml" Target="../ink/ink291.xml"/><Relationship Id="rId103" Type="http://schemas.openxmlformats.org/officeDocument/2006/relationships/customXml" Target="../ink/ink313.xml"/><Relationship Id="rId124" Type="http://schemas.openxmlformats.org/officeDocument/2006/relationships/image" Target="../media/image316.png"/><Relationship Id="rId70" Type="http://schemas.openxmlformats.org/officeDocument/2006/relationships/image" Target="../media/image289.png"/><Relationship Id="rId91" Type="http://schemas.openxmlformats.org/officeDocument/2006/relationships/customXml" Target="../ink/ink307.xml"/><Relationship Id="rId145" Type="http://schemas.openxmlformats.org/officeDocument/2006/relationships/customXml" Target="../ink/ink334.xml"/><Relationship Id="rId166" Type="http://schemas.openxmlformats.org/officeDocument/2006/relationships/image" Target="../media/image337.png"/><Relationship Id="rId187" Type="http://schemas.openxmlformats.org/officeDocument/2006/relationships/customXml" Target="../ink/ink355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68.xml"/><Relationship Id="rId233" Type="http://schemas.openxmlformats.org/officeDocument/2006/relationships/image" Target="../media/image370.png"/><Relationship Id="rId254" Type="http://schemas.openxmlformats.org/officeDocument/2006/relationships/customXml" Target="../ink/ink389.xml"/><Relationship Id="rId28" Type="http://schemas.openxmlformats.org/officeDocument/2006/relationships/customXml" Target="../ink/ink275.xml"/><Relationship Id="rId49" Type="http://schemas.openxmlformats.org/officeDocument/2006/relationships/customXml" Target="../ink/ink286.xml"/><Relationship Id="rId114" Type="http://schemas.openxmlformats.org/officeDocument/2006/relationships/image" Target="../media/image311.png"/><Relationship Id="rId275" Type="http://schemas.openxmlformats.org/officeDocument/2006/relationships/image" Target="../media/image391.png"/><Relationship Id="rId60" Type="http://schemas.openxmlformats.org/officeDocument/2006/relationships/image" Target="../media/image284.png"/><Relationship Id="rId81" Type="http://schemas.openxmlformats.org/officeDocument/2006/relationships/customXml" Target="../ink/ink302.xml"/><Relationship Id="rId135" Type="http://schemas.openxmlformats.org/officeDocument/2006/relationships/customXml" Target="../ink/ink329.xml"/><Relationship Id="rId156" Type="http://schemas.openxmlformats.org/officeDocument/2006/relationships/image" Target="../media/image332.png"/><Relationship Id="rId177" Type="http://schemas.openxmlformats.org/officeDocument/2006/relationships/customXml" Target="../ink/ink350.xml"/><Relationship Id="rId198" Type="http://schemas.openxmlformats.org/officeDocument/2006/relationships/image" Target="../media/image353.png"/><Relationship Id="rId202" Type="http://schemas.openxmlformats.org/officeDocument/2006/relationships/image" Target="../media/image355.png"/><Relationship Id="rId223" Type="http://schemas.openxmlformats.org/officeDocument/2006/relationships/image" Target="../media/image365.png"/><Relationship Id="rId244" Type="http://schemas.openxmlformats.org/officeDocument/2006/relationships/customXml" Target="../ink/ink384.xml"/><Relationship Id="rId18" Type="http://schemas.openxmlformats.org/officeDocument/2006/relationships/customXml" Target="../ink/ink270.xml"/><Relationship Id="rId39" Type="http://schemas.openxmlformats.org/officeDocument/2006/relationships/image" Target="../media/image274.png"/><Relationship Id="rId265" Type="http://schemas.openxmlformats.org/officeDocument/2006/relationships/image" Target="../media/image386.png"/><Relationship Id="rId50" Type="http://schemas.openxmlformats.org/officeDocument/2006/relationships/image" Target="../media/image279.png"/><Relationship Id="rId104" Type="http://schemas.openxmlformats.org/officeDocument/2006/relationships/image" Target="../media/image306.png"/><Relationship Id="rId125" Type="http://schemas.openxmlformats.org/officeDocument/2006/relationships/customXml" Target="../ink/ink324.xml"/><Relationship Id="rId146" Type="http://schemas.openxmlformats.org/officeDocument/2006/relationships/image" Target="../media/image327.png"/><Relationship Id="rId167" Type="http://schemas.openxmlformats.org/officeDocument/2006/relationships/customXml" Target="../ink/ink345.xml"/><Relationship Id="rId188" Type="http://schemas.openxmlformats.org/officeDocument/2006/relationships/image" Target="../media/image348.png"/><Relationship Id="rId71" Type="http://schemas.openxmlformats.org/officeDocument/2006/relationships/customXml" Target="../ink/ink297.xml"/><Relationship Id="rId92" Type="http://schemas.openxmlformats.org/officeDocument/2006/relationships/image" Target="../media/image300.png"/><Relationship Id="rId213" Type="http://schemas.openxmlformats.org/officeDocument/2006/relationships/image" Target="../media/image360.png"/><Relationship Id="rId234" Type="http://schemas.openxmlformats.org/officeDocument/2006/relationships/customXml" Target="../ink/ink379.xml"/><Relationship Id="rId2" Type="http://schemas.openxmlformats.org/officeDocument/2006/relationships/customXml" Target="../ink/ink262.xml"/><Relationship Id="rId29" Type="http://schemas.openxmlformats.org/officeDocument/2006/relationships/image" Target="../media/image269.png"/><Relationship Id="rId255" Type="http://schemas.openxmlformats.org/officeDocument/2006/relationships/image" Target="../media/image381.png"/><Relationship Id="rId276" Type="http://schemas.openxmlformats.org/officeDocument/2006/relationships/customXml" Target="../ink/ink400.xml"/><Relationship Id="rId40" Type="http://schemas.openxmlformats.org/officeDocument/2006/relationships/customXml" Target="../ink/ink281.xml"/><Relationship Id="rId115" Type="http://schemas.openxmlformats.org/officeDocument/2006/relationships/customXml" Target="../ink/ink319.xml"/><Relationship Id="rId136" Type="http://schemas.openxmlformats.org/officeDocument/2006/relationships/image" Target="../media/image322.png"/><Relationship Id="rId157" Type="http://schemas.openxmlformats.org/officeDocument/2006/relationships/customXml" Target="../ink/ink340.xml"/><Relationship Id="rId178" Type="http://schemas.openxmlformats.org/officeDocument/2006/relationships/image" Target="../media/image343.png"/><Relationship Id="rId61" Type="http://schemas.openxmlformats.org/officeDocument/2006/relationships/customXml" Target="../ink/ink292.xml"/><Relationship Id="rId82" Type="http://schemas.openxmlformats.org/officeDocument/2006/relationships/image" Target="../media/image295.png"/><Relationship Id="rId199" Type="http://schemas.openxmlformats.org/officeDocument/2006/relationships/customXml" Target="../ink/ink361.xml"/><Relationship Id="rId203" Type="http://schemas.openxmlformats.org/officeDocument/2006/relationships/customXml" Target="../ink/ink363.xml"/><Relationship Id="rId19" Type="http://schemas.openxmlformats.org/officeDocument/2006/relationships/image" Target="../media/image264.png"/><Relationship Id="rId224" Type="http://schemas.openxmlformats.org/officeDocument/2006/relationships/customXml" Target="../ink/ink374.xml"/><Relationship Id="rId245" Type="http://schemas.openxmlformats.org/officeDocument/2006/relationships/image" Target="../media/image376.png"/><Relationship Id="rId266" Type="http://schemas.openxmlformats.org/officeDocument/2006/relationships/customXml" Target="../ink/ink395.xml"/><Relationship Id="rId30" Type="http://schemas.openxmlformats.org/officeDocument/2006/relationships/customXml" Target="../ink/ink276.xml"/><Relationship Id="rId105" Type="http://schemas.openxmlformats.org/officeDocument/2006/relationships/customXml" Target="../ink/ink314.xml"/><Relationship Id="rId126" Type="http://schemas.openxmlformats.org/officeDocument/2006/relationships/image" Target="../media/image317.png"/><Relationship Id="rId147" Type="http://schemas.openxmlformats.org/officeDocument/2006/relationships/customXml" Target="../ink/ink335.xml"/><Relationship Id="rId168" Type="http://schemas.openxmlformats.org/officeDocument/2006/relationships/image" Target="../media/image338.png"/><Relationship Id="rId51" Type="http://schemas.openxmlformats.org/officeDocument/2006/relationships/customXml" Target="../ink/ink287.xml"/><Relationship Id="rId72" Type="http://schemas.openxmlformats.org/officeDocument/2006/relationships/image" Target="../media/image290.png"/><Relationship Id="rId93" Type="http://schemas.openxmlformats.org/officeDocument/2006/relationships/customXml" Target="../ink/ink308.xml"/><Relationship Id="rId189" Type="http://schemas.openxmlformats.org/officeDocument/2006/relationships/customXml" Target="../ink/ink356.xml"/><Relationship Id="rId3" Type="http://schemas.openxmlformats.org/officeDocument/2006/relationships/image" Target="../media/image52.png"/><Relationship Id="rId214" Type="http://schemas.openxmlformats.org/officeDocument/2006/relationships/customXml" Target="../ink/ink369.xml"/><Relationship Id="rId235" Type="http://schemas.openxmlformats.org/officeDocument/2006/relationships/image" Target="../media/image371.png"/><Relationship Id="rId256" Type="http://schemas.openxmlformats.org/officeDocument/2006/relationships/customXml" Target="../ink/ink390.xml"/><Relationship Id="rId277" Type="http://schemas.openxmlformats.org/officeDocument/2006/relationships/image" Target="../media/image392.png"/><Relationship Id="rId116" Type="http://schemas.openxmlformats.org/officeDocument/2006/relationships/image" Target="../media/image312.png"/><Relationship Id="rId137" Type="http://schemas.openxmlformats.org/officeDocument/2006/relationships/customXml" Target="../ink/ink330.xml"/><Relationship Id="rId158" Type="http://schemas.openxmlformats.org/officeDocument/2006/relationships/image" Target="../media/image333.png"/><Relationship Id="rId20" Type="http://schemas.openxmlformats.org/officeDocument/2006/relationships/customXml" Target="../ink/ink271.xml"/><Relationship Id="rId41" Type="http://schemas.openxmlformats.org/officeDocument/2006/relationships/image" Target="../media/image275.png"/><Relationship Id="rId62" Type="http://schemas.openxmlformats.org/officeDocument/2006/relationships/image" Target="../media/image285.png"/><Relationship Id="rId83" Type="http://schemas.openxmlformats.org/officeDocument/2006/relationships/customXml" Target="../ink/ink303.xml"/><Relationship Id="rId179" Type="http://schemas.openxmlformats.org/officeDocument/2006/relationships/customXml" Target="../ink/ink351.xml"/><Relationship Id="rId190" Type="http://schemas.openxmlformats.org/officeDocument/2006/relationships/image" Target="../media/image349.png"/><Relationship Id="rId204" Type="http://schemas.openxmlformats.org/officeDocument/2006/relationships/customXml" Target="../ink/ink364.xml"/><Relationship Id="rId225" Type="http://schemas.openxmlformats.org/officeDocument/2006/relationships/image" Target="../media/image366.png"/><Relationship Id="rId246" Type="http://schemas.openxmlformats.org/officeDocument/2006/relationships/customXml" Target="../ink/ink385.xml"/><Relationship Id="rId267" Type="http://schemas.openxmlformats.org/officeDocument/2006/relationships/image" Target="../media/image387.png"/><Relationship Id="rId106" Type="http://schemas.openxmlformats.org/officeDocument/2006/relationships/image" Target="../media/image307.png"/><Relationship Id="rId127" Type="http://schemas.openxmlformats.org/officeDocument/2006/relationships/customXml" Target="../ink/ink325.xml"/><Relationship Id="rId10" Type="http://schemas.openxmlformats.org/officeDocument/2006/relationships/customXml" Target="../ink/ink266.xml"/><Relationship Id="rId31" Type="http://schemas.openxmlformats.org/officeDocument/2006/relationships/image" Target="../media/image270.png"/><Relationship Id="rId52" Type="http://schemas.openxmlformats.org/officeDocument/2006/relationships/image" Target="../media/image280.png"/><Relationship Id="rId73" Type="http://schemas.openxmlformats.org/officeDocument/2006/relationships/customXml" Target="../ink/ink298.xml"/><Relationship Id="rId94" Type="http://schemas.openxmlformats.org/officeDocument/2006/relationships/image" Target="../media/image301.png"/><Relationship Id="rId148" Type="http://schemas.openxmlformats.org/officeDocument/2006/relationships/image" Target="../media/image328.png"/><Relationship Id="rId169" Type="http://schemas.openxmlformats.org/officeDocument/2006/relationships/customXml" Target="../ink/ink346.xml"/><Relationship Id="rId4" Type="http://schemas.openxmlformats.org/officeDocument/2006/relationships/customXml" Target="../ink/ink263.xml"/><Relationship Id="rId180" Type="http://schemas.openxmlformats.org/officeDocument/2006/relationships/image" Target="../media/image344.png"/><Relationship Id="rId215" Type="http://schemas.openxmlformats.org/officeDocument/2006/relationships/image" Target="../media/image361.png"/><Relationship Id="rId236" Type="http://schemas.openxmlformats.org/officeDocument/2006/relationships/customXml" Target="../ink/ink380.xml"/><Relationship Id="rId257" Type="http://schemas.openxmlformats.org/officeDocument/2006/relationships/image" Target="../media/image382.png"/><Relationship Id="rId278" Type="http://schemas.openxmlformats.org/officeDocument/2006/relationships/customXml" Target="../ink/ink401.xml"/><Relationship Id="rId42" Type="http://schemas.openxmlformats.org/officeDocument/2006/relationships/customXml" Target="../ink/ink282.xml"/><Relationship Id="rId84" Type="http://schemas.openxmlformats.org/officeDocument/2006/relationships/image" Target="../media/image296.png"/><Relationship Id="rId138" Type="http://schemas.openxmlformats.org/officeDocument/2006/relationships/image" Target="../media/image323.png"/><Relationship Id="rId191" Type="http://schemas.openxmlformats.org/officeDocument/2006/relationships/customXml" Target="../ink/ink357.xml"/><Relationship Id="rId205" Type="http://schemas.openxmlformats.org/officeDocument/2006/relationships/image" Target="../media/image356.png"/><Relationship Id="rId247" Type="http://schemas.openxmlformats.org/officeDocument/2006/relationships/image" Target="../media/image377.png"/><Relationship Id="rId107" Type="http://schemas.openxmlformats.org/officeDocument/2006/relationships/customXml" Target="../ink/ink315.xml"/><Relationship Id="rId11" Type="http://schemas.openxmlformats.org/officeDocument/2006/relationships/image" Target="../media/image260.png"/><Relationship Id="rId53" Type="http://schemas.openxmlformats.org/officeDocument/2006/relationships/customXml" Target="../ink/ink288.xml"/><Relationship Id="rId149" Type="http://schemas.openxmlformats.org/officeDocument/2006/relationships/customXml" Target="../ink/ink336.xml"/><Relationship Id="rId95" Type="http://schemas.openxmlformats.org/officeDocument/2006/relationships/customXml" Target="../ink/ink309.xml"/><Relationship Id="rId160" Type="http://schemas.openxmlformats.org/officeDocument/2006/relationships/image" Target="../media/image334.png"/><Relationship Id="rId216" Type="http://schemas.openxmlformats.org/officeDocument/2006/relationships/customXml" Target="../ink/ink370.xml"/><Relationship Id="rId258" Type="http://schemas.openxmlformats.org/officeDocument/2006/relationships/customXml" Target="../ink/ink391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53.png"/><Relationship Id="rId21" Type="http://schemas.openxmlformats.org/officeDocument/2006/relationships/image" Target="../media/image405.png"/><Relationship Id="rId42" Type="http://schemas.openxmlformats.org/officeDocument/2006/relationships/customXml" Target="../ink/ink424.xml"/><Relationship Id="rId63" Type="http://schemas.openxmlformats.org/officeDocument/2006/relationships/image" Target="../media/image426.png"/><Relationship Id="rId84" Type="http://schemas.openxmlformats.org/officeDocument/2006/relationships/customXml" Target="../ink/ink445.xml"/><Relationship Id="rId138" Type="http://schemas.openxmlformats.org/officeDocument/2006/relationships/customXml" Target="../ink/ink472.xml"/><Relationship Id="rId159" Type="http://schemas.openxmlformats.org/officeDocument/2006/relationships/image" Target="../media/image474.png"/><Relationship Id="rId170" Type="http://schemas.openxmlformats.org/officeDocument/2006/relationships/customXml" Target="../ink/ink488.xml"/><Relationship Id="rId107" Type="http://schemas.openxmlformats.org/officeDocument/2006/relationships/image" Target="../media/image448.png"/><Relationship Id="rId11" Type="http://schemas.openxmlformats.org/officeDocument/2006/relationships/image" Target="../media/image400.png"/><Relationship Id="rId32" Type="http://schemas.openxmlformats.org/officeDocument/2006/relationships/customXml" Target="../ink/ink419.xml"/><Relationship Id="rId53" Type="http://schemas.openxmlformats.org/officeDocument/2006/relationships/image" Target="../media/image421.png"/><Relationship Id="rId74" Type="http://schemas.openxmlformats.org/officeDocument/2006/relationships/customXml" Target="../ink/ink440.xml"/><Relationship Id="rId128" Type="http://schemas.openxmlformats.org/officeDocument/2006/relationships/customXml" Target="../ink/ink467.xml"/><Relationship Id="rId149" Type="http://schemas.openxmlformats.org/officeDocument/2006/relationships/image" Target="../media/image469.png"/><Relationship Id="rId5" Type="http://schemas.openxmlformats.org/officeDocument/2006/relationships/image" Target="../media/image397.png"/><Relationship Id="rId95" Type="http://schemas.openxmlformats.org/officeDocument/2006/relationships/image" Target="../media/image442.png"/><Relationship Id="rId160" Type="http://schemas.openxmlformats.org/officeDocument/2006/relationships/customXml" Target="../ink/ink483.xml"/><Relationship Id="rId181" Type="http://schemas.openxmlformats.org/officeDocument/2006/relationships/image" Target="../media/image485.png"/><Relationship Id="rId22" Type="http://schemas.openxmlformats.org/officeDocument/2006/relationships/customXml" Target="../ink/ink414.xml"/><Relationship Id="rId43" Type="http://schemas.openxmlformats.org/officeDocument/2006/relationships/image" Target="../media/image416.png"/><Relationship Id="rId64" Type="http://schemas.openxmlformats.org/officeDocument/2006/relationships/customXml" Target="../ink/ink435.xml"/><Relationship Id="rId118" Type="http://schemas.openxmlformats.org/officeDocument/2006/relationships/customXml" Target="../ink/ink462.xml"/><Relationship Id="rId139" Type="http://schemas.openxmlformats.org/officeDocument/2006/relationships/image" Target="../media/image464.png"/><Relationship Id="rId85" Type="http://schemas.openxmlformats.org/officeDocument/2006/relationships/image" Target="../media/image437.png"/><Relationship Id="rId150" Type="http://schemas.openxmlformats.org/officeDocument/2006/relationships/customXml" Target="../ink/ink478.xml"/><Relationship Id="rId171" Type="http://schemas.openxmlformats.org/officeDocument/2006/relationships/image" Target="../media/image480.png"/><Relationship Id="rId12" Type="http://schemas.openxmlformats.org/officeDocument/2006/relationships/customXml" Target="../ink/ink409.xml"/><Relationship Id="rId33" Type="http://schemas.openxmlformats.org/officeDocument/2006/relationships/image" Target="../media/image411.png"/><Relationship Id="rId108" Type="http://schemas.openxmlformats.org/officeDocument/2006/relationships/customXml" Target="../ink/ink457.xml"/><Relationship Id="rId129" Type="http://schemas.openxmlformats.org/officeDocument/2006/relationships/image" Target="../media/image459.png"/><Relationship Id="rId54" Type="http://schemas.openxmlformats.org/officeDocument/2006/relationships/customXml" Target="../ink/ink430.xml"/><Relationship Id="rId75" Type="http://schemas.openxmlformats.org/officeDocument/2006/relationships/image" Target="../media/image432.png"/><Relationship Id="rId96" Type="http://schemas.openxmlformats.org/officeDocument/2006/relationships/customXml" Target="../ink/ink451.xml"/><Relationship Id="rId140" Type="http://schemas.openxmlformats.org/officeDocument/2006/relationships/customXml" Target="../ink/ink473.xml"/><Relationship Id="rId161" Type="http://schemas.openxmlformats.org/officeDocument/2006/relationships/image" Target="../media/image475.png"/><Relationship Id="rId182" Type="http://schemas.openxmlformats.org/officeDocument/2006/relationships/customXml" Target="../ink/ink494.xml"/><Relationship Id="rId6" Type="http://schemas.openxmlformats.org/officeDocument/2006/relationships/customXml" Target="../ink/ink406.xml"/><Relationship Id="rId23" Type="http://schemas.openxmlformats.org/officeDocument/2006/relationships/image" Target="../media/image406.png"/><Relationship Id="rId119" Type="http://schemas.openxmlformats.org/officeDocument/2006/relationships/image" Target="../media/image454.png"/><Relationship Id="rId44" Type="http://schemas.openxmlformats.org/officeDocument/2006/relationships/customXml" Target="../ink/ink425.xml"/><Relationship Id="rId65" Type="http://schemas.openxmlformats.org/officeDocument/2006/relationships/image" Target="../media/image427.png"/><Relationship Id="rId86" Type="http://schemas.openxmlformats.org/officeDocument/2006/relationships/customXml" Target="../ink/ink446.xml"/><Relationship Id="rId130" Type="http://schemas.openxmlformats.org/officeDocument/2006/relationships/customXml" Target="../ink/ink468.xml"/><Relationship Id="rId151" Type="http://schemas.openxmlformats.org/officeDocument/2006/relationships/image" Target="../media/image470.png"/><Relationship Id="rId172" Type="http://schemas.openxmlformats.org/officeDocument/2006/relationships/customXml" Target="../ink/ink489.xml"/><Relationship Id="rId13" Type="http://schemas.openxmlformats.org/officeDocument/2006/relationships/image" Target="../media/image401.png"/><Relationship Id="rId18" Type="http://schemas.openxmlformats.org/officeDocument/2006/relationships/customXml" Target="../ink/ink412.xml"/><Relationship Id="rId39" Type="http://schemas.openxmlformats.org/officeDocument/2006/relationships/image" Target="../media/image414.png"/><Relationship Id="rId109" Type="http://schemas.openxmlformats.org/officeDocument/2006/relationships/image" Target="../media/image449.png"/><Relationship Id="rId34" Type="http://schemas.openxmlformats.org/officeDocument/2006/relationships/customXml" Target="../ink/ink420.xml"/><Relationship Id="rId50" Type="http://schemas.openxmlformats.org/officeDocument/2006/relationships/customXml" Target="../ink/ink428.xml"/><Relationship Id="rId55" Type="http://schemas.openxmlformats.org/officeDocument/2006/relationships/image" Target="../media/image422.png"/><Relationship Id="rId76" Type="http://schemas.openxmlformats.org/officeDocument/2006/relationships/customXml" Target="../ink/ink441.xml"/><Relationship Id="rId97" Type="http://schemas.openxmlformats.org/officeDocument/2006/relationships/image" Target="../media/image443.png"/><Relationship Id="rId104" Type="http://schemas.openxmlformats.org/officeDocument/2006/relationships/customXml" Target="../ink/ink455.xml"/><Relationship Id="rId120" Type="http://schemas.openxmlformats.org/officeDocument/2006/relationships/customXml" Target="../ink/ink463.xml"/><Relationship Id="rId125" Type="http://schemas.openxmlformats.org/officeDocument/2006/relationships/image" Target="../media/image457.png"/><Relationship Id="rId141" Type="http://schemas.openxmlformats.org/officeDocument/2006/relationships/image" Target="../media/image465.png"/><Relationship Id="rId146" Type="http://schemas.openxmlformats.org/officeDocument/2006/relationships/customXml" Target="../ink/ink476.xml"/><Relationship Id="rId167" Type="http://schemas.openxmlformats.org/officeDocument/2006/relationships/image" Target="../media/image478.png"/><Relationship Id="rId7" Type="http://schemas.openxmlformats.org/officeDocument/2006/relationships/image" Target="../media/image398.png"/><Relationship Id="rId71" Type="http://schemas.openxmlformats.org/officeDocument/2006/relationships/image" Target="../media/image430.png"/><Relationship Id="rId92" Type="http://schemas.openxmlformats.org/officeDocument/2006/relationships/customXml" Target="../ink/ink449.xml"/><Relationship Id="rId162" Type="http://schemas.openxmlformats.org/officeDocument/2006/relationships/customXml" Target="../ink/ink484.xml"/><Relationship Id="rId183" Type="http://schemas.openxmlformats.org/officeDocument/2006/relationships/image" Target="../media/image222.png"/><Relationship Id="rId2" Type="http://schemas.openxmlformats.org/officeDocument/2006/relationships/customXml" Target="../ink/ink404.xml"/><Relationship Id="rId29" Type="http://schemas.openxmlformats.org/officeDocument/2006/relationships/image" Target="../media/image409.png"/><Relationship Id="rId24" Type="http://schemas.openxmlformats.org/officeDocument/2006/relationships/customXml" Target="../ink/ink415.xml"/><Relationship Id="rId40" Type="http://schemas.openxmlformats.org/officeDocument/2006/relationships/customXml" Target="../ink/ink423.xml"/><Relationship Id="rId45" Type="http://schemas.openxmlformats.org/officeDocument/2006/relationships/image" Target="../media/image417.png"/><Relationship Id="rId66" Type="http://schemas.openxmlformats.org/officeDocument/2006/relationships/customXml" Target="../ink/ink436.xml"/><Relationship Id="rId87" Type="http://schemas.openxmlformats.org/officeDocument/2006/relationships/image" Target="../media/image438.png"/><Relationship Id="rId110" Type="http://schemas.openxmlformats.org/officeDocument/2006/relationships/customXml" Target="../ink/ink458.xml"/><Relationship Id="rId115" Type="http://schemas.openxmlformats.org/officeDocument/2006/relationships/image" Target="../media/image452.png"/><Relationship Id="rId131" Type="http://schemas.openxmlformats.org/officeDocument/2006/relationships/image" Target="../media/image460.png"/><Relationship Id="rId136" Type="http://schemas.openxmlformats.org/officeDocument/2006/relationships/customXml" Target="../ink/ink471.xml"/><Relationship Id="rId157" Type="http://schemas.openxmlformats.org/officeDocument/2006/relationships/image" Target="../media/image473.png"/><Relationship Id="rId178" Type="http://schemas.openxmlformats.org/officeDocument/2006/relationships/customXml" Target="../ink/ink492.xml"/><Relationship Id="rId61" Type="http://schemas.openxmlformats.org/officeDocument/2006/relationships/image" Target="../media/image425.png"/><Relationship Id="rId82" Type="http://schemas.openxmlformats.org/officeDocument/2006/relationships/customXml" Target="../ink/ink444.xml"/><Relationship Id="rId152" Type="http://schemas.openxmlformats.org/officeDocument/2006/relationships/customXml" Target="../ink/ink479.xml"/><Relationship Id="rId173" Type="http://schemas.openxmlformats.org/officeDocument/2006/relationships/image" Target="../media/image481.png"/><Relationship Id="rId19" Type="http://schemas.openxmlformats.org/officeDocument/2006/relationships/image" Target="../media/image404.png"/><Relationship Id="rId14" Type="http://schemas.openxmlformats.org/officeDocument/2006/relationships/customXml" Target="../ink/ink410.xml"/><Relationship Id="rId30" Type="http://schemas.openxmlformats.org/officeDocument/2006/relationships/customXml" Target="../ink/ink418.xml"/><Relationship Id="rId35" Type="http://schemas.openxmlformats.org/officeDocument/2006/relationships/image" Target="../media/image412.png"/><Relationship Id="rId56" Type="http://schemas.openxmlformats.org/officeDocument/2006/relationships/customXml" Target="../ink/ink431.xml"/><Relationship Id="rId77" Type="http://schemas.openxmlformats.org/officeDocument/2006/relationships/image" Target="../media/image433.png"/><Relationship Id="rId100" Type="http://schemas.openxmlformats.org/officeDocument/2006/relationships/customXml" Target="../ink/ink453.xml"/><Relationship Id="rId105" Type="http://schemas.openxmlformats.org/officeDocument/2006/relationships/image" Target="../media/image447.png"/><Relationship Id="rId126" Type="http://schemas.openxmlformats.org/officeDocument/2006/relationships/customXml" Target="../ink/ink466.xml"/><Relationship Id="rId147" Type="http://schemas.openxmlformats.org/officeDocument/2006/relationships/image" Target="../media/image468.png"/><Relationship Id="rId168" Type="http://schemas.openxmlformats.org/officeDocument/2006/relationships/customXml" Target="../ink/ink487.xml"/><Relationship Id="rId8" Type="http://schemas.openxmlformats.org/officeDocument/2006/relationships/customXml" Target="../ink/ink407.xml"/><Relationship Id="rId51" Type="http://schemas.openxmlformats.org/officeDocument/2006/relationships/image" Target="../media/image420.png"/><Relationship Id="rId72" Type="http://schemas.openxmlformats.org/officeDocument/2006/relationships/customXml" Target="../ink/ink439.xml"/><Relationship Id="rId93" Type="http://schemas.openxmlformats.org/officeDocument/2006/relationships/image" Target="../media/image441.png"/><Relationship Id="rId98" Type="http://schemas.openxmlformats.org/officeDocument/2006/relationships/customXml" Target="../ink/ink452.xml"/><Relationship Id="rId121" Type="http://schemas.openxmlformats.org/officeDocument/2006/relationships/image" Target="../media/image455.png"/><Relationship Id="rId142" Type="http://schemas.openxmlformats.org/officeDocument/2006/relationships/customXml" Target="../ink/ink474.xml"/><Relationship Id="rId163" Type="http://schemas.openxmlformats.org/officeDocument/2006/relationships/image" Target="../media/image476.png"/><Relationship Id="rId184" Type="http://schemas.openxmlformats.org/officeDocument/2006/relationships/customXml" Target="../ink/ink495.xml"/><Relationship Id="rId3" Type="http://schemas.openxmlformats.org/officeDocument/2006/relationships/image" Target="../media/image396.png"/><Relationship Id="rId25" Type="http://schemas.openxmlformats.org/officeDocument/2006/relationships/image" Target="../media/image407.png"/><Relationship Id="rId46" Type="http://schemas.openxmlformats.org/officeDocument/2006/relationships/customXml" Target="../ink/ink426.xml"/><Relationship Id="rId67" Type="http://schemas.openxmlformats.org/officeDocument/2006/relationships/image" Target="../media/image428.png"/><Relationship Id="rId116" Type="http://schemas.openxmlformats.org/officeDocument/2006/relationships/customXml" Target="../ink/ink461.xml"/><Relationship Id="rId137" Type="http://schemas.openxmlformats.org/officeDocument/2006/relationships/image" Target="../media/image463.png"/><Relationship Id="rId158" Type="http://schemas.openxmlformats.org/officeDocument/2006/relationships/customXml" Target="../ink/ink482.xml"/><Relationship Id="rId20" Type="http://schemas.openxmlformats.org/officeDocument/2006/relationships/customXml" Target="../ink/ink413.xml"/><Relationship Id="rId41" Type="http://schemas.openxmlformats.org/officeDocument/2006/relationships/image" Target="../media/image415.png"/><Relationship Id="rId62" Type="http://schemas.openxmlformats.org/officeDocument/2006/relationships/customXml" Target="../ink/ink434.xml"/><Relationship Id="rId83" Type="http://schemas.openxmlformats.org/officeDocument/2006/relationships/image" Target="../media/image436.png"/><Relationship Id="rId88" Type="http://schemas.openxmlformats.org/officeDocument/2006/relationships/customXml" Target="../ink/ink447.xml"/><Relationship Id="rId111" Type="http://schemas.openxmlformats.org/officeDocument/2006/relationships/image" Target="../media/image450.png"/><Relationship Id="rId132" Type="http://schemas.openxmlformats.org/officeDocument/2006/relationships/customXml" Target="../ink/ink469.xml"/><Relationship Id="rId153" Type="http://schemas.openxmlformats.org/officeDocument/2006/relationships/image" Target="../media/image471.png"/><Relationship Id="rId174" Type="http://schemas.openxmlformats.org/officeDocument/2006/relationships/customXml" Target="../ink/ink490.xml"/><Relationship Id="rId179" Type="http://schemas.openxmlformats.org/officeDocument/2006/relationships/image" Target="../media/image484.png"/><Relationship Id="rId15" Type="http://schemas.openxmlformats.org/officeDocument/2006/relationships/image" Target="../media/image402.png"/><Relationship Id="rId36" Type="http://schemas.openxmlformats.org/officeDocument/2006/relationships/customXml" Target="../ink/ink421.xml"/><Relationship Id="rId57" Type="http://schemas.openxmlformats.org/officeDocument/2006/relationships/image" Target="../media/image423.png"/><Relationship Id="rId106" Type="http://schemas.openxmlformats.org/officeDocument/2006/relationships/customXml" Target="../ink/ink456.xml"/><Relationship Id="rId127" Type="http://schemas.openxmlformats.org/officeDocument/2006/relationships/image" Target="../media/image458.png"/><Relationship Id="rId10" Type="http://schemas.openxmlformats.org/officeDocument/2006/relationships/customXml" Target="../ink/ink408.xml"/><Relationship Id="rId31" Type="http://schemas.openxmlformats.org/officeDocument/2006/relationships/image" Target="../media/image410.png"/><Relationship Id="rId52" Type="http://schemas.openxmlformats.org/officeDocument/2006/relationships/customXml" Target="../ink/ink429.xml"/><Relationship Id="rId73" Type="http://schemas.openxmlformats.org/officeDocument/2006/relationships/image" Target="../media/image431.png"/><Relationship Id="rId78" Type="http://schemas.openxmlformats.org/officeDocument/2006/relationships/customXml" Target="../ink/ink442.xml"/><Relationship Id="rId94" Type="http://schemas.openxmlformats.org/officeDocument/2006/relationships/customXml" Target="../ink/ink450.xml"/><Relationship Id="rId99" Type="http://schemas.openxmlformats.org/officeDocument/2006/relationships/image" Target="../media/image444.png"/><Relationship Id="rId101" Type="http://schemas.openxmlformats.org/officeDocument/2006/relationships/image" Target="../media/image445.png"/><Relationship Id="rId122" Type="http://schemas.openxmlformats.org/officeDocument/2006/relationships/customXml" Target="../ink/ink464.xml"/><Relationship Id="rId143" Type="http://schemas.openxmlformats.org/officeDocument/2006/relationships/image" Target="../media/image466.png"/><Relationship Id="rId148" Type="http://schemas.openxmlformats.org/officeDocument/2006/relationships/customXml" Target="../ink/ink477.xml"/><Relationship Id="rId164" Type="http://schemas.openxmlformats.org/officeDocument/2006/relationships/customXml" Target="../ink/ink485.xml"/><Relationship Id="rId169" Type="http://schemas.openxmlformats.org/officeDocument/2006/relationships/image" Target="../media/image479.png"/><Relationship Id="rId185" Type="http://schemas.openxmlformats.org/officeDocument/2006/relationships/image" Target="../media/image486.png"/><Relationship Id="rId4" Type="http://schemas.openxmlformats.org/officeDocument/2006/relationships/customXml" Target="../ink/ink405.xml"/><Relationship Id="rId9" Type="http://schemas.openxmlformats.org/officeDocument/2006/relationships/image" Target="../media/image399.png"/><Relationship Id="rId180" Type="http://schemas.openxmlformats.org/officeDocument/2006/relationships/customXml" Target="../ink/ink493.xml"/><Relationship Id="rId26" Type="http://schemas.openxmlformats.org/officeDocument/2006/relationships/customXml" Target="../ink/ink416.xml"/><Relationship Id="rId47" Type="http://schemas.openxmlformats.org/officeDocument/2006/relationships/image" Target="../media/image418.png"/><Relationship Id="rId68" Type="http://schemas.openxmlformats.org/officeDocument/2006/relationships/customXml" Target="../ink/ink437.xml"/><Relationship Id="rId89" Type="http://schemas.openxmlformats.org/officeDocument/2006/relationships/image" Target="../media/image439.png"/><Relationship Id="rId112" Type="http://schemas.openxmlformats.org/officeDocument/2006/relationships/customXml" Target="../ink/ink459.xml"/><Relationship Id="rId133" Type="http://schemas.openxmlformats.org/officeDocument/2006/relationships/image" Target="../media/image461.png"/><Relationship Id="rId154" Type="http://schemas.openxmlformats.org/officeDocument/2006/relationships/customXml" Target="../ink/ink480.xml"/><Relationship Id="rId175" Type="http://schemas.openxmlformats.org/officeDocument/2006/relationships/image" Target="../media/image482.png"/><Relationship Id="rId16" Type="http://schemas.openxmlformats.org/officeDocument/2006/relationships/customXml" Target="../ink/ink411.xml"/><Relationship Id="rId37" Type="http://schemas.openxmlformats.org/officeDocument/2006/relationships/image" Target="../media/image413.png"/><Relationship Id="rId58" Type="http://schemas.openxmlformats.org/officeDocument/2006/relationships/customXml" Target="../ink/ink432.xml"/><Relationship Id="rId79" Type="http://schemas.openxmlformats.org/officeDocument/2006/relationships/image" Target="../media/image434.png"/><Relationship Id="rId102" Type="http://schemas.openxmlformats.org/officeDocument/2006/relationships/customXml" Target="../ink/ink454.xml"/><Relationship Id="rId123" Type="http://schemas.openxmlformats.org/officeDocument/2006/relationships/image" Target="../media/image456.png"/><Relationship Id="rId144" Type="http://schemas.openxmlformats.org/officeDocument/2006/relationships/customXml" Target="../ink/ink475.xml"/><Relationship Id="rId90" Type="http://schemas.openxmlformats.org/officeDocument/2006/relationships/customXml" Target="../ink/ink448.xml"/><Relationship Id="rId165" Type="http://schemas.openxmlformats.org/officeDocument/2006/relationships/image" Target="../media/image477.png"/><Relationship Id="rId186" Type="http://schemas.openxmlformats.org/officeDocument/2006/relationships/customXml" Target="../ink/ink496.xml"/><Relationship Id="rId27" Type="http://schemas.openxmlformats.org/officeDocument/2006/relationships/image" Target="../media/image408.png"/><Relationship Id="rId48" Type="http://schemas.openxmlformats.org/officeDocument/2006/relationships/customXml" Target="../ink/ink427.xml"/><Relationship Id="rId69" Type="http://schemas.openxmlformats.org/officeDocument/2006/relationships/image" Target="../media/image429.png"/><Relationship Id="rId113" Type="http://schemas.openxmlformats.org/officeDocument/2006/relationships/image" Target="../media/image451.png"/><Relationship Id="rId134" Type="http://schemas.openxmlformats.org/officeDocument/2006/relationships/customXml" Target="../ink/ink470.xml"/><Relationship Id="rId80" Type="http://schemas.openxmlformats.org/officeDocument/2006/relationships/customXml" Target="../ink/ink443.xml"/><Relationship Id="rId155" Type="http://schemas.openxmlformats.org/officeDocument/2006/relationships/image" Target="../media/image472.png"/><Relationship Id="rId176" Type="http://schemas.openxmlformats.org/officeDocument/2006/relationships/customXml" Target="../ink/ink491.xml"/><Relationship Id="rId17" Type="http://schemas.openxmlformats.org/officeDocument/2006/relationships/image" Target="../media/image403.png"/><Relationship Id="rId38" Type="http://schemas.openxmlformats.org/officeDocument/2006/relationships/customXml" Target="../ink/ink422.xml"/><Relationship Id="rId59" Type="http://schemas.openxmlformats.org/officeDocument/2006/relationships/image" Target="../media/image424.png"/><Relationship Id="rId103" Type="http://schemas.openxmlformats.org/officeDocument/2006/relationships/image" Target="../media/image446.png"/><Relationship Id="rId124" Type="http://schemas.openxmlformats.org/officeDocument/2006/relationships/customXml" Target="../ink/ink465.xml"/><Relationship Id="rId70" Type="http://schemas.openxmlformats.org/officeDocument/2006/relationships/customXml" Target="../ink/ink438.xml"/><Relationship Id="rId91" Type="http://schemas.openxmlformats.org/officeDocument/2006/relationships/image" Target="../media/image440.png"/><Relationship Id="rId145" Type="http://schemas.openxmlformats.org/officeDocument/2006/relationships/image" Target="../media/image467.png"/><Relationship Id="rId166" Type="http://schemas.openxmlformats.org/officeDocument/2006/relationships/customXml" Target="../ink/ink486.xml"/><Relationship Id="rId187" Type="http://schemas.openxmlformats.org/officeDocument/2006/relationships/image" Target="../media/image487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417.xml"/><Relationship Id="rId49" Type="http://schemas.openxmlformats.org/officeDocument/2006/relationships/image" Target="../media/image419.png"/><Relationship Id="rId114" Type="http://schemas.openxmlformats.org/officeDocument/2006/relationships/customXml" Target="../ink/ink460.xml"/><Relationship Id="rId60" Type="http://schemas.openxmlformats.org/officeDocument/2006/relationships/customXml" Target="../ink/ink433.xml"/><Relationship Id="rId81" Type="http://schemas.openxmlformats.org/officeDocument/2006/relationships/image" Target="../media/image435.png"/><Relationship Id="rId135" Type="http://schemas.openxmlformats.org/officeDocument/2006/relationships/image" Target="../media/image462.png"/><Relationship Id="rId156" Type="http://schemas.openxmlformats.org/officeDocument/2006/relationships/customXml" Target="../ink/ink481.xml"/><Relationship Id="rId177" Type="http://schemas.openxmlformats.org/officeDocument/2006/relationships/image" Target="../media/image483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45.png"/><Relationship Id="rId21" Type="http://schemas.openxmlformats.org/officeDocument/2006/relationships/image" Target="../media/image497.png"/><Relationship Id="rId42" Type="http://schemas.openxmlformats.org/officeDocument/2006/relationships/customXml" Target="../ink/ink517.xml"/><Relationship Id="rId63" Type="http://schemas.openxmlformats.org/officeDocument/2006/relationships/image" Target="../media/image518.png"/><Relationship Id="rId84" Type="http://schemas.openxmlformats.org/officeDocument/2006/relationships/customXml" Target="../ink/ink538.xml"/><Relationship Id="rId138" Type="http://schemas.openxmlformats.org/officeDocument/2006/relationships/customXml" Target="../ink/ink565.xml"/><Relationship Id="rId159" Type="http://schemas.openxmlformats.org/officeDocument/2006/relationships/image" Target="../media/image565.png"/><Relationship Id="rId170" Type="http://schemas.openxmlformats.org/officeDocument/2006/relationships/customXml" Target="../ink/ink581.xml"/><Relationship Id="rId191" Type="http://schemas.openxmlformats.org/officeDocument/2006/relationships/image" Target="../media/image581.png"/><Relationship Id="rId205" Type="http://schemas.openxmlformats.org/officeDocument/2006/relationships/image" Target="../media/image588.png"/><Relationship Id="rId226" Type="http://schemas.openxmlformats.org/officeDocument/2006/relationships/customXml" Target="../ink/ink609.xml"/><Relationship Id="rId107" Type="http://schemas.openxmlformats.org/officeDocument/2006/relationships/image" Target="../media/image540.png"/><Relationship Id="rId11" Type="http://schemas.openxmlformats.org/officeDocument/2006/relationships/image" Target="../media/image492.png"/><Relationship Id="rId32" Type="http://schemas.openxmlformats.org/officeDocument/2006/relationships/customXml" Target="../ink/ink512.xml"/><Relationship Id="rId53" Type="http://schemas.openxmlformats.org/officeDocument/2006/relationships/image" Target="../media/image513.png"/><Relationship Id="rId74" Type="http://schemas.openxmlformats.org/officeDocument/2006/relationships/customXml" Target="../ink/ink533.xml"/><Relationship Id="rId128" Type="http://schemas.openxmlformats.org/officeDocument/2006/relationships/customXml" Target="../ink/ink560.xml"/><Relationship Id="rId149" Type="http://schemas.openxmlformats.org/officeDocument/2006/relationships/image" Target="../media/image560.png"/><Relationship Id="rId5" Type="http://schemas.openxmlformats.org/officeDocument/2006/relationships/image" Target="../media/image489.png"/><Relationship Id="rId95" Type="http://schemas.openxmlformats.org/officeDocument/2006/relationships/image" Target="../media/image534.png"/><Relationship Id="rId160" Type="http://schemas.openxmlformats.org/officeDocument/2006/relationships/customXml" Target="../ink/ink576.xml"/><Relationship Id="rId181" Type="http://schemas.openxmlformats.org/officeDocument/2006/relationships/image" Target="../media/image576.png"/><Relationship Id="rId216" Type="http://schemas.openxmlformats.org/officeDocument/2006/relationships/customXml" Target="../ink/ink604.xml"/><Relationship Id="rId22" Type="http://schemas.openxmlformats.org/officeDocument/2006/relationships/customXml" Target="../ink/ink507.xml"/><Relationship Id="rId43" Type="http://schemas.openxmlformats.org/officeDocument/2006/relationships/image" Target="../media/image508.png"/><Relationship Id="rId64" Type="http://schemas.openxmlformats.org/officeDocument/2006/relationships/customXml" Target="../ink/ink528.xml"/><Relationship Id="rId118" Type="http://schemas.openxmlformats.org/officeDocument/2006/relationships/customXml" Target="../ink/ink555.xml"/><Relationship Id="rId139" Type="http://schemas.openxmlformats.org/officeDocument/2006/relationships/image" Target="../media/image556.png"/><Relationship Id="rId85" Type="http://schemas.openxmlformats.org/officeDocument/2006/relationships/image" Target="../media/image529.png"/><Relationship Id="rId150" Type="http://schemas.openxmlformats.org/officeDocument/2006/relationships/customXml" Target="../ink/ink571.xml"/><Relationship Id="rId171" Type="http://schemas.openxmlformats.org/officeDocument/2006/relationships/image" Target="../media/image571.png"/><Relationship Id="rId192" Type="http://schemas.openxmlformats.org/officeDocument/2006/relationships/customXml" Target="../ink/ink592.xml"/><Relationship Id="rId206" Type="http://schemas.openxmlformats.org/officeDocument/2006/relationships/customXml" Target="../ink/ink599.xml"/><Relationship Id="rId227" Type="http://schemas.openxmlformats.org/officeDocument/2006/relationships/image" Target="../media/image599.png"/><Relationship Id="rId12" Type="http://schemas.openxmlformats.org/officeDocument/2006/relationships/customXml" Target="../ink/ink502.xml"/><Relationship Id="rId33" Type="http://schemas.openxmlformats.org/officeDocument/2006/relationships/image" Target="../media/image503.png"/><Relationship Id="rId108" Type="http://schemas.openxmlformats.org/officeDocument/2006/relationships/customXml" Target="../ink/ink550.xml"/><Relationship Id="rId129" Type="http://schemas.openxmlformats.org/officeDocument/2006/relationships/image" Target="../media/image551.png"/><Relationship Id="rId54" Type="http://schemas.openxmlformats.org/officeDocument/2006/relationships/customXml" Target="../ink/ink523.xml"/><Relationship Id="rId75" Type="http://schemas.openxmlformats.org/officeDocument/2006/relationships/image" Target="../media/image524.png"/><Relationship Id="rId96" Type="http://schemas.openxmlformats.org/officeDocument/2006/relationships/customXml" Target="../ink/ink544.xml"/><Relationship Id="rId140" Type="http://schemas.openxmlformats.org/officeDocument/2006/relationships/customXml" Target="../ink/ink566.xml"/><Relationship Id="rId161" Type="http://schemas.openxmlformats.org/officeDocument/2006/relationships/image" Target="../media/image566.png"/><Relationship Id="rId182" Type="http://schemas.openxmlformats.org/officeDocument/2006/relationships/customXml" Target="../ink/ink587.xml"/><Relationship Id="rId217" Type="http://schemas.openxmlformats.org/officeDocument/2006/relationships/image" Target="../media/image594.png"/><Relationship Id="rId6" Type="http://schemas.openxmlformats.org/officeDocument/2006/relationships/customXml" Target="../ink/ink499.xml"/><Relationship Id="rId23" Type="http://schemas.openxmlformats.org/officeDocument/2006/relationships/image" Target="../media/image498.png"/><Relationship Id="rId119" Type="http://schemas.openxmlformats.org/officeDocument/2006/relationships/image" Target="../media/image546.png"/><Relationship Id="rId44" Type="http://schemas.openxmlformats.org/officeDocument/2006/relationships/customXml" Target="../ink/ink518.xml"/><Relationship Id="rId65" Type="http://schemas.openxmlformats.org/officeDocument/2006/relationships/image" Target="../media/image519.png"/><Relationship Id="rId86" Type="http://schemas.openxmlformats.org/officeDocument/2006/relationships/customXml" Target="../ink/ink539.xml"/><Relationship Id="rId130" Type="http://schemas.openxmlformats.org/officeDocument/2006/relationships/customXml" Target="../ink/ink561.xml"/><Relationship Id="rId151" Type="http://schemas.openxmlformats.org/officeDocument/2006/relationships/image" Target="../media/image561.png"/><Relationship Id="rId172" Type="http://schemas.openxmlformats.org/officeDocument/2006/relationships/customXml" Target="../ink/ink582.xml"/><Relationship Id="rId193" Type="http://schemas.openxmlformats.org/officeDocument/2006/relationships/image" Target="../media/image582.png"/><Relationship Id="rId207" Type="http://schemas.openxmlformats.org/officeDocument/2006/relationships/image" Target="../media/image589.png"/><Relationship Id="rId228" Type="http://schemas.openxmlformats.org/officeDocument/2006/relationships/customXml" Target="../ink/ink610.xml"/><Relationship Id="rId13" Type="http://schemas.openxmlformats.org/officeDocument/2006/relationships/image" Target="../media/image493.png"/><Relationship Id="rId109" Type="http://schemas.openxmlformats.org/officeDocument/2006/relationships/image" Target="../media/image541.png"/><Relationship Id="rId34" Type="http://schemas.openxmlformats.org/officeDocument/2006/relationships/customXml" Target="../ink/ink513.xml"/><Relationship Id="rId55" Type="http://schemas.openxmlformats.org/officeDocument/2006/relationships/image" Target="../media/image514.png"/><Relationship Id="rId76" Type="http://schemas.openxmlformats.org/officeDocument/2006/relationships/customXml" Target="../ink/ink534.xml"/><Relationship Id="rId97" Type="http://schemas.openxmlformats.org/officeDocument/2006/relationships/image" Target="../media/image535.png"/><Relationship Id="rId120" Type="http://schemas.openxmlformats.org/officeDocument/2006/relationships/customXml" Target="../ink/ink556.xml"/><Relationship Id="rId141" Type="http://schemas.openxmlformats.org/officeDocument/2006/relationships/image" Target="../media/image557.png"/><Relationship Id="rId7" Type="http://schemas.openxmlformats.org/officeDocument/2006/relationships/image" Target="../media/image490.png"/><Relationship Id="rId162" Type="http://schemas.openxmlformats.org/officeDocument/2006/relationships/customXml" Target="../ink/ink577.xml"/><Relationship Id="rId183" Type="http://schemas.openxmlformats.org/officeDocument/2006/relationships/image" Target="../media/image577.png"/><Relationship Id="rId218" Type="http://schemas.openxmlformats.org/officeDocument/2006/relationships/customXml" Target="../ink/ink605.xml"/><Relationship Id="rId24" Type="http://schemas.openxmlformats.org/officeDocument/2006/relationships/customXml" Target="../ink/ink508.xml"/><Relationship Id="rId45" Type="http://schemas.openxmlformats.org/officeDocument/2006/relationships/image" Target="../media/image509.png"/><Relationship Id="rId66" Type="http://schemas.openxmlformats.org/officeDocument/2006/relationships/customXml" Target="../ink/ink529.xml"/><Relationship Id="rId87" Type="http://schemas.openxmlformats.org/officeDocument/2006/relationships/image" Target="../media/image530.png"/><Relationship Id="rId110" Type="http://schemas.openxmlformats.org/officeDocument/2006/relationships/customXml" Target="../ink/ink551.xml"/><Relationship Id="rId131" Type="http://schemas.openxmlformats.org/officeDocument/2006/relationships/image" Target="../media/image552.png"/><Relationship Id="rId152" Type="http://schemas.openxmlformats.org/officeDocument/2006/relationships/customXml" Target="../ink/ink572.xml"/><Relationship Id="rId173" Type="http://schemas.openxmlformats.org/officeDocument/2006/relationships/image" Target="../media/image572.png"/><Relationship Id="rId194" Type="http://schemas.openxmlformats.org/officeDocument/2006/relationships/customXml" Target="../ink/ink593.xml"/><Relationship Id="rId208" Type="http://schemas.openxmlformats.org/officeDocument/2006/relationships/customXml" Target="../ink/ink600.xml"/><Relationship Id="rId229" Type="http://schemas.openxmlformats.org/officeDocument/2006/relationships/image" Target="../media/image600.png"/><Relationship Id="rId14" Type="http://schemas.openxmlformats.org/officeDocument/2006/relationships/customXml" Target="../ink/ink503.xml"/><Relationship Id="rId35" Type="http://schemas.openxmlformats.org/officeDocument/2006/relationships/image" Target="../media/image504.png"/><Relationship Id="rId56" Type="http://schemas.openxmlformats.org/officeDocument/2006/relationships/customXml" Target="../ink/ink524.xml"/><Relationship Id="rId77" Type="http://schemas.openxmlformats.org/officeDocument/2006/relationships/image" Target="../media/image525.png"/><Relationship Id="rId100" Type="http://schemas.openxmlformats.org/officeDocument/2006/relationships/customXml" Target="../ink/ink546.xml"/><Relationship Id="rId8" Type="http://schemas.openxmlformats.org/officeDocument/2006/relationships/customXml" Target="../ink/ink500.xml"/><Relationship Id="rId98" Type="http://schemas.openxmlformats.org/officeDocument/2006/relationships/customXml" Target="../ink/ink545.xml"/><Relationship Id="rId121" Type="http://schemas.openxmlformats.org/officeDocument/2006/relationships/image" Target="../media/image547.png"/><Relationship Id="rId142" Type="http://schemas.openxmlformats.org/officeDocument/2006/relationships/customXml" Target="../ink/ink567.xml"/><Relationship Id="rId163" Type="http://schemas.openxmlformats.org/officeDocument/2006/relationships/image" Target="../media/image567.png"/><Relationship Id="rId184" Type="http://schemas.openxmlformats.org/officeDocument/2006/relationships/customXml" Target="../ink/ink588.xml"/><Relationship Id="rId219" Type="http://schemas.openxmlformats.org/officeDocument/2006/relationships/image" Target="../media/image595.png"/><Relationship Id="rId230" Type="http://schemas.openxmlformats.org/officeDocument/2006/relationships/customXml" Target="../ink/ink611.xml"/><Relationship Id="rId25" Type="http://schemas.openxmlformats.org/officeDocument/2006/relationships/image" Target="../media/image499.png"/><Relationship Id="rId46" Type="http://schemas.openxmlformats.org/officeDocument/2006/relationships/customXml" Target="../ink/ink519.xml"/><Relationship Id="rId67" Type="http://schemas.openxmlformats.org/officeDocument/2006/relationships/image" Target="../media/image520.png"/><Relationship Id="rId20" Type="http://schemas.openxmlformats.org/officeDocument/2006/relationships/customXml" Target="../ink/ink506.xml"/><Relationship Id="rId41" Type="http://schemas.openxmlformats.org/officeDocument/2006/relationships/image" Target="../media/image507.png"/><Relationship Id="rId62" Type="http://schemas.openxmlformats.org/officeDocument/2006/relationships/customXml" Target="../ink/ink527.xml"/><Relationship Id="rId83" Type="http://schemas.openxmlformats.org/officeDocument/2006/relationships/image" Target="../media/image528.png"/><Relationship Id="rId88" Type="http://schemas.openxmlformats.org/officeDocument/2006/relationships/customXml" Target="../ink/ink540.xml"/><Relationship Id="rId111" Type="http://schemas.openxmlformats.org/officeDocument/2006/relationships/image" Target="../media/image542.png"/><Relationship Id="rId132" Type="http://schemas.openxmlformats.org/officeDocument/2006/relationships/customXml" Target="../ink/ink562.xml"/><Relationship Id="rId153" Type="http://schemas.openxmlformats.org/officeDocument/2006/relationships/image" Target="../media/image562.png"/><Relationship Id="rId174" Type="http://schemas.openxmlformats.org/officeDocument/2006/relationships/customXml" Target="../ink/ink583.xml"/><Relationship Id="rId179" Type="http://schemas.openxmlformats.org/officeDocument/2006/relationships/image" Target="../media/image575.png"/><Relationship Id="rId195" Type="http://schemas.openxmlformats.org/officeDocument/2006/relationships/image" Target="../media/image583.png"/><Relationship Id="rId209" Type="http://schemas.openxmlformats.org/officeDocument/2006/relationships/image" Target="../media/image590.png"/><Relationship Id="rId190" Type="http://schemas.openxmlformats.org/officeDocument/2006/relationships/customXml" Target="../ink/ink591.xml"/><Relationship Id="rId204" Type="http://schemas.openxmlformats.org/officeDocument/2006/relationships/customXml" Target="../ink/ink598.xml"/><Relationship Id="rId220" Type="http://schemas.openxmlformats.org/officeDocument/2006/relationships/customXml" Target="../ink/ink606.xml"/><Relationship Id="rId225" Type="http://schemas.openxmlformats.org/officeDocument/2006/relationships/image" Target="../media/image598.png"/><Relationship Id="rId15" Type="http://schemas.openxmlformats.org/officeDocument/2006/relationships/image" Target="../media/image494.png"/><Relationship Id="rId36" Type="http://schemas.openxmlformats.org/officeDocument/2006/relationships/customXml" Target="../ink/ink514.xml"/><Relationship Id="rId57" Type="http://schemas.openxmlformats.org/officeDocument/2006/relationships/image" Target="../media/image515.png"/><Relationship Id="rId106" Type="http://schemas.openxmlformats.org/officeDocument/2006/relationships/customXml" Target="../ink/ink549.xml"/><Relationship Id="rId127" Type="http://schemas.openxmlformats.org/officeDocument/2006/relationships/image" Target="../media/image550.png"/><Relationship Id="rId10" Type="http://schemas.openxmlformats.org/officeDocument/2006/relationships/customXml" Target="../ink/ink501.xml"/><Relationship Id="rId31" Type="http://schemas.openxmlformats.org/officeDocument/2006/relationships/image" Target="../media/image502.png"/><Relationship Id="rId52" Type="http://schemas.openxmlformats.org/officeDocument/2006/relationships/customXml" Target="../ink/ink522.xml"/><Relationship Id="rId73" Type="http://schemas.openxmlformats.org/officeDocument/2006/relationships/image" Target="../media/image523.png"/><Relationship Id="rId78" Type="http://schemas.openxmlformats.org/officeDocument/2006/relationships/customXml" Target="../ink/ink535.xml"/><Relationship Id="rId94" Type="http://schemas.openxmlformats.org/officeDocument/2006/relationships/customXml" Target="../ink/ink543.xml"/><Relationship Id="rId99" Type="http://schemas.openxmlformats.org/officeDocument/2006/relationships/image" Target="../media/image536.png"/><Relationship Id="rId101" Type="http://schemas.openxmlformats.org/officeDocument/2006/relationships/image" Target="../media/image537.png"/><Relationship Id="rId122" Type="http://schemas.openxmlformats.org/officeDocument/2006/relationships/customXml" Target="../ink/ink557.xml"/><Relationship Id="rId143" Type="http://schemas.openxmlformats.org/officeDocument/2006/relationships/image" Target="../media/image52.png"/><Relationship Id="rId148" Type="http://schemas.openxmlformats.org/officeDocument/2006/relationships/customXml" Target="../ink/ink570.xml"/><Relationship Id="rId164" Type="http://schemas.openxmlformats.org/officeDocument/2006/relationships/customXml" Target="../ink/ink578.xml"/><Relationship Id="rId169" Type="http://schemas.openxmlformats.org/officeDocument/2006/relationships/image" Target="../media/image570.png"/><Relationship Id="rId185" Type="http://schemas.openxmlformats.org/officeDocument/2006/relationships/image" Target="../media/image578.png"/><Relationship Id="rId4" Type="http://schemas.openxmlformats.org/officeDocument/2006/relationships/customXml" Target="../ink/ink498.xml"/><Relationship Id="rId9" Type="http://schemas.openxmlformats.org/officeDocument/2006/relationships/image" Target="../media/image491.png"/><Relationship Id="rId180" Type="http://schemas.openxmlformats.org/officeDocument/2006/relationships/customXml" Target="../ink/ink586.xml"/><Relationship Id="rId210" Type="http://schemas.openxmlformats.org/officeDocument/2006/relationships/customXml" Target="../ink/ink601.xml"/><Relationship Id="rId215" Type="http://schemas.openxmlformats.org/officeDocument/2006/relationships/image" Target="../media/image593.png"/><Relationship Id="rId26" Type="http://schemas.openxmlformats.org/officeDocument/2006/relationships/customXml" Target="../ink/ink509.xml"/><Relationship Id="rId231" Type="http://schemas.openxmlformats.org/officeDocument/2006/relationships/image" Target="../media/image601.png"/><Relationship Id="rId47" Type="http://schemas.openxmlformats.org/officeDocument/2006/relationships/image" Target="../media/image510.png"/><Relationship Id="rId68" Type="http://schemas.openxmlformats.org/officeDocument/2006/relationships/customXml" Target="../ink/ink530.xml"/><Relationship Id="rId89" Type="http://schemas.openxmlformats.org/officeDocument/2006/relationships/image" Target="../media/image531.png"/><Relationship Id="rId112" Type="http://schemas.openxmlformats.org/officeDocument/2006/relationships/customXml" Target="../ink/ink552.xml"/><Relationship Id="rId133" Type="http://schemas.openxmlformats.org/officeDocument/2006/relationships/image" Target="../media/image553.png"/><Relationship Id="rId154" Type="http://schemas.openxmlformats.org/officeDocument/2006/relationships/customXml" Target="../ink/ink573.xml"/><Relationship Id="rId175" Type="http://schemas.openxmlformats.org/officeDocument/2006/relationships/image" Target="../media/image573.png"/><Relationship Id="rId196" Type="http://schemas.openxmlformats.org/officeDocument/2006/relationships/customXml" Target="../ink/ink594.xml"/><Relationship Id="rId200" Type="http://schemas.openxmlformats.org/officeDocument/2006/relationships/customXml" Target="../ink/ink596.xml"/><Relationship Id="rId16" Type="http://schemas.openxmlformats.org/officeDocument/2006/relationships/customXml" Target="../ink/ink504.xml"/><Relationship Id="rId221" Type="http://schemas.openxmlformats.org/officeDocument/2006/relationships/image" Target="../media/image596.png"/><Relationship Id="rId37" Type="http://schemas.openxmlformats.org/officeDocument/2006/relationships/image" Target="../media/image505.png"/><Relationship Id="rId58" Type="http://schemas.openxmlformats.org/officeDocument/2006/relationships/customXml" Target="../ink/ink525.xml"/><Relationship Id="rId79" Type="http://schemas.openxmlformats.org/officeDocument/2006/relationships/image" Target="../media/image526.png"/><Relationship Id="rId102" Type="http://schemas.openxmlformats.org/officeDocument/2006/relationships/customXml" Target="../ink/ink547.xml"/><Relationship Id="rId123" Type="http://schemas.openxmlformats.org/officeDocument/2006/relationships/image" Target="../media/image548.png"/><Relationship Id="rId144" Type="http://schemas.openxmlformats.org/officeDocument/2006/relationships/customXml" Target="../ink/ink568.xml"/><Relationship Id="rId90" Type="http://schemas.openxmlformats.org/officeDocument/2006/relationships/customXml" Target="../ink/ink541.xml"/><Relationship Id="rId165" Type="http://schemas.openxmlformats.org/officeDocument/2006/relationships/image" Target="../media/image568.png"/><Relationship Id="rId186" Type="http://schemas.openxmlformats.org/officeDocument/2006/relationships/customXml" Target="../ink/ink589.xml"/><Relationship Id="rId211" Type="http://schemas.openxmlformats.org/officeDocument/2006/relationships/image" Target="../media/image591.png"/><Relationship Id="rId232" Type="http://schemas.openxmlformats.org/officeDocument/2006/relationships/customXml" Target="../ink/ink612.xml"/><Relationship Id="rId27" Type="http://schemas.openxmlformats.org/officeDocument/2006/relationships/image" Target="../media/image500.png"/><Relationship Id="rId48" Type="http://schemas.openxmlformats.org/officeDocument/2006/relationships/customXml" Target="../ink/ink520.xml"/><Relationship Id="rId69" Type="http://schemas.openxmlformats.org/officeDocument/2006/relationships/image" Target="../media/image521.png"/><Relationship Id="rId113" Type="http://schemas.openxmlformats.org/officeDocument/2006/relationships/image" Target="../media/image543.png"/><Relationship Id="rId134" Type="http://schemas.openxmlformats.org/officeDocument/2006/relationships/customXml" Target="../ink/ink563.xml"/><Relationship Id="rId80" Type="http://schemas.openxmlformats.org/officeDocument/2006/relationships/customXml" Target="../ink/ink536.xml"/><Relationship Id="rId155" Type="http://schemas.openxmlformats.org/officeDocument/2006/relationships/image" Target="../media/image563.png"/><Relationship Id="rId176" Type="http://schemas.openxmlformats.org/officeDocument/2006/relationships/customXml" Target="../ink/ink584.xml"/><Relationship Id="rId197" Type="http://schemas.openxmlformats.org/officeDocument/2006/relationships/image" Target="../media/image584.png"/><Relationship Id="rId201" Type="http://schemas.openxmlformats.org/officeDocument/2006/relationships/image" Target="../media/image586.png"/><Relationship Id="rId222" Type="http://schemas.openxmlformats.org/officeDocument/2006/relationships/customXml" Target="../ink/ink607.xml"/><Relationship Id="rId17" Type="http://schemas.openxmlformats.org/officeDocument/2006/relationships/image" Target="../media/image495.png"/><Relationship Id="rId38" Type="http://schemas.openxmlformats.org/officeDocument/2006/relationships/customXml" Target="../ink/ink515.xml"/><Relationship Id="rId59" Type="http://schemas.openxmlformats.org/officeDocument/2006/relationships/image" Target="../media/image516.png"/><Relationship Id="rId103" Type="http://schemas.openxmlformats.org/officeDocument/2006/relationships/image" Target="../media/image538.png"/><Relationship Id="rId124" Type="http://schemas.openxmlformats.org/officeDocument/2006/relationships/customXml" Target="../ink/ink558.xml"/><Relationship Id="rId70" Type="http://schemas.openxmlformats.org/officeDocument/2006/relationships/customXml" Target="../ink/ink531.xml"/><Relationship Id="rId91" Type="http://schemas.openxmlformats.org/officeDocument/2006/relationships/image" Target="../media/image532.png"/><Relationship Id="rId145" Type="http://schemas.openxmlformats.org/officeDocument/2006/relationships/image" Target="../media/image558.png"/><Relationship Id="rId166" Type="http://schemas.openxmlformats.org/officeDocument/2006/relationships/customXml" Target="../ink/ink579.xml"/><Relationship Id="rId187" Type="http://schemas.openxmlformats.org/officeDocument/2006/relationships/image" Target="../media/image57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602.xml"/><Relationship Id="rId233" Type="http://schemas.openxmlformats.org/officeDocument/2006/relationships/image" Target="../media/image602.png"/><Relationship Id="rId28" Type="http://schemas.openxmlformats.org/officeDocument/2006/relationships/customXml" Target="../ink/ink510.xml"/><Relationship Id="rId49" Type="http://schemas.openxmlformats.org/officeDocument/2006/relationships/image" Target="../media/image511.png"/><Relationship Id="rId114" Type="http://schemas.openxmlformats.org/officeDocument/2006/relationships/customXml" Target="../ink/ink553.xml"/><Relationship Id="rId60" Type="http://schemas.openxmlformats.org/officeDocument/2006/relationships/customXml" Target="../ink/ink526.xml"/><Relationship Id="rId81" Type="http://schemas.openxmlformats.org/officeDocument/2006/relationships/image" Target="../media/image527.png"/><Relationship Id="rId135" Type="http://schemas.openxmlformats.org/officeDocument/2006/relationships/image" Target="../media/image554.png"/><Relationship Id="rId156" Type="http://schemas.openxmlformats.org/officeDocument/2006/relationships/customXml" Target="../ink/ink574.xml"/><Relationship Id="rId177" Type="http://schemas.openxmlformats.org/officeDocument/2006/relationships/image" Target="../media/image574.png"/><Relationship Id="rId198" Type="http://schemas.openxmlformats.org/officeDocument/2006/relationships/customXml" Target="../ink/ink595.xml"/><Relationship Id="rId202" Type="http://schemas.openxmlformats.org/officeDocument/2006/relationships/customXml" Target="../ink/ink597.xml"/><Relationship Id="rId223" Type="http://schemas.openxmlformats.org/officeDocument/2006/relationships/image" Target="../media/image597.png"/><Relationship Id="rId18" Type="http://schemas.openxmlformats.org/officeDocument/2006/relationships/customXml" Target="../ink/ink505.xml"/><Relationship Id="rId39" Type="http://schemas.openxmlformats.org/officeDocument/2006/relationships/image" Target="../media/image506.png"/><Relationship Id="rId50" Type="http://schemas.openxmlformats.org/officeDocument/2006/relationships/customXml" Target="../ink/ink521.xml"/><Relationship Id="rId104" Type="http://schemas.openxmlformats.org/officeDocument/2006/relationships/customXml" Target="../ink/ink548.xml"/><Relationship Id="rId125" Type="http://schemas.openxmlformats.org/officeDocument/2006/relationships/image" Target="../media/image549.png"/><Relationship Id="rId146" Type="http://schemas.openxmlformats.org/officeDocument/2006/relationships/customXml" Target="../ink/ink569.xml"/><Relationship Id="rId167" Type="http://schemas.openxmlformats.org/officeDocument/2006/relationships/image" Target="../media/image569.png"/><Relationship Id="rId188" Type="http://schemas.openxmlformats.org/officeDocument/2006/relationships/customXml" Target="../ink/ink590.xml"/><Relationship Id="rId71" Type="http://schemas.openxmlformats.org/officeDocument/2006/relationships/image" Target="../media/image522.png"/><Relationship Id="rId92" Type="http://schemas.openxmlformats.org/officeDocument/2006/relationships/customXml" Target="../ink/ink542.xml"/><Relationship Id="rId213" Type="http://schemas.openxmlformats.org/officeDocument/2006/relationships/image" Target="../media/image592.png"/><Relationship Id="rId234" Type="http://schemas.openxmlformats.org/officeDocument/2006/relationships/customXml" Target="../ink/ink613.xml"/><Relationship Id="rId2" Type="http://schemas.openxmlformats.org/officeDocument/2006/relationships/customXml" Target="../ink/ink497.xml"/><Relationship Id="rId29" Type="http://schemas.openxmlformats.org/officeDocument/2006/relationships/image" Target="../media/image501.png"/><Relationship Id="rId40" Type="http://schemas.openxmlformats.org/officeDocument/2006/relationships/customXml" Target="../ink/ink516.xml"/><Relationship Id="rId115" Type="http://schemas.openxmlformats.org/officeDocument/2006/relationships/image" Target="../media/image544.png"/><Relationship Id="rId136" Type="http://schemas.openxmlformats.org/officeDocument/2006/relationships/customXml" Target="../ink/ink564.xml"/><Relationship Id="rId157" Type="http://schemas.openxmlformats.org/officeDocument/2006/relationships/image" Target="../media/image564.png"/><Relationship Id="rId178" Type="http://schemas.openxmlformats.org/officeDocument/2006/relationships/customXml" Target="../ink/ink585.xml"/><Relationship Id="rId61" Type="http://schemas.openxmlformats.org/officeDocument/2006/relationships/image" Target="../media/image517.png"/><Relationship Id="rId82" Type="http://schemas.openxmlformats.org/officeDocument/2006/relationships/customXml" Target="../ink/ink537.xml"/><Relationship Id="rId199" Type="http://schemas.openxmlformats.org/officeDocument/2006/relationships/image" Target="../media/image585.png"/><Relationship Id="rId203" Type="http://schemas.openxmlformats.org/officeDocument/2006/relationships/image" Target="../media/image587.png"/><Relationship Id="rId19" Type="http://schemas.openxmlformats.org/officeDocument/2006/relationships/image" Target="../media/image496.png"/><Relationship Id="rId224" Type="http://schemas.openxmlformats.org/officeDocument/2006/relationships/customXml" Target="../ink/ink608.xml"/><Relationship Id="rId30" Type="http://schemas.openxmlformats.org/officeDocument/2006/relationships/customXml" Target="../ink/ink511.xml"/><Relationship Id="rId105" Type="http://schemas.openxmlformats.org/officeDocument/2006/relationships/image" Target="../media/image539.png"/><Relationship Id="rId126" Type="http://schemas.openxmlformats.org/officeDocument/2006/relationships/customXml" Target="../ink/ink559.xml"/><Relationship Id="rId147" Type="http://schemas.openxmlformats.org/officeDocument/2006/relationships/image" Target="../media/image559.png"/><Relationship Id="rId168" Type="http://schemas.openxmlformats.org/officeDocument/2006/relationships/customXml" Target="../ink/ink580.xml"/><Relationship Id="rId51" Type="http://schemas.openxmlformats.org/officeDocument/2006/relationships/image" Target="../media/image512.png"/><Relationship Id="rId72" Type="http://schemas.openxmlformats.org/officeDocument/2006/relationships/customXml" Target="../ink/ink532.xml"/><Relationship Id="rId93" Type="http://schemas.openxmlformats.org/officeDocument/2006/relationships/image" Target="../media/image533.png"/><Relationship Id="rId189" Type="http://schemas.openxmlformats.org/officeDocument/2006/relationships/image" Target="../media/image580.png"/><Relationship Id="rId3" Type="http://schemas.openxmlformats.org/officeDocument/2006/relationships/image" Target="../media/image488.png"/><Relationship Id="rId214" Type="http://schemas.openxmlformats.org/officeDocument/2006/relationships/customXml" Target="../ink/ink603.xml"/><Relationship Id="rId235" Type="http://schemas.openxmlformats.org/officeDocument/2006/relationships/image" Target="../media/image603.png"/><Relationship Id="rId116" Type="http://schemas.openxmlformats.org/officeDocument/2006/relationships/customXml" Target="../ink/ink554.xml"/><Relationship Id="rId137" Type="http://schemas.openxmlformats.org/officeDocument/2006/relationships/image" Target="../media/image555.png"/><Relationship Id="rId158" Type="http://schemas.openxmlformats.org/officeDocument/2006/relationships/customXml" Target="../ink/ink575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61.png"/><Relationship Id="rId21" Type="http://schemas.openxmlformats.org/officeDocument/2006/relationships/image" Target="../media/image613.png"/><Relationship Id="rId42" Type="http://schemas.openxmlformats.org/officeDocument/2006/relationships/customXml" Target="../ink/ink634.xml"/><Relationship Id="rId63" Type="http://schemas.openxmlformats.org/officeDocument/2006/relationships/image" Target="../media/image634.png"/><Relationship Id="rId84" Type="http://schemas.openxmlformats.org/officeDocument/2006/relationships/customXml" Target="../ink/ink655.xml"/><Relationship Id="rId138" Type="http://schemas.openxmlformats.org/officeDocument/2006/relationships/customXml" Target="../ink/ink682.xml"/><Relationship Id="rId159" Type="http://schemas.openxmlformats.org/officeDocument/2006/relationships/image" Target="../media/image682.png"/><Relationship Id="rId170" Type="http://schemas.openxmlformats.org/officeDocument/2006/relationships/customXml" Target="../ink/ink698.xml"/><Relationship Id="rId191" Type="http://schemas.openxmlformats.org/officeDocument/2006/relationships/image" Target="../media/image698.png"/><Relationship Id="rId107" Type="http://schemas.openxmlformats.org/officeDocument/2006/relationships/image" Target="../media/image656.png"/><Relationship Id="rId11" Type="http://schemas.openxmlformats.org/officeDocument/2006/relationships/image" Target="../media/image608.png"/><Relationship Id="rId32" Type="http://schemas.openxmlformats.org/officeDocument/2006/relationships/customXml" Target="../ink/ink629.xml"/><Relationship Id="rId53" Type="http://schemas.openxmlformats.org/officeDocument/2006/relationships/image" Target="../media/image629.png"/><Relationship Id="rId74" Type="http://schemas.openxmlformats.org/officeDocument/2006/relationships/customXml" Target="../ink/ink650.xml"/><Relationship Id="rId128" Type="http://schemas.openxmlformats.org/officeDocument/2006/relationships/customXml" Target="../ink/ink677.xml"/><Relationship Id="rId149" Type="http://schemas.openxmlformats.org/officeDocument/2006/relationships/image" Target="../media/image677.png"/><Relationship Id="rId5" Type="http://schemas.openxmlformats.org/officeDocument/2006/relationships/image" Target="../media/image605.png"/><Relationship Id="rId95" Type="http://schemas.openxmlformats.org/officeDocument/2006/relationships/image" Target="../media/image650.png"/><Relationship Id="rId160" Type="http://schemas.openxmlformats.org/officeDocument/2006/relationships/customXml" Target="../ink/ink693.xml"/><Relationship Id="rId181" Type="http://schemas.openxmlformats.org/officeDocument/2006/relationships/image" Target="../media/image693.png"/><Relationship Id="rId22" Type="http://schemas.openxmlformats.org/officeDocument/2006/relationships/customXml" Target="../ink/ink624.xml"/><Relationship Id="rId43" Type="http://schemas.openxmlformats.org/officeDocument/2006/relationships/image" Target="../media/image624.png"/><Relationship Id="rId64" Type="http://schemas.openxmlformats.org/officeDocument/2006/relationships/customXml" Target="../ink/ink645.xml"/><Relationship Id="rId118" Type="http://schemas.openxmlformats.org/officeDocument/2006/relationships/customXml" Target="../ink/ink672.xml"/><Relationship Id="rId139" Type="http://schemas.openxmlformats.org/officeDocument/2006/relationships/image" Target="../media/image672.png"/><Relationship Id="rId85" Type="http://schemas.openxmlformats.org/officeDocument/2006/relationships/image" Target="../media/image645.png"/><Relationship Id="rId150" Type="http://schemas.openxmlformats.org/officeDocument/2006/relationships/customXml" Target="../ink/ink688.xml"/><Relationship Id="rId171" Type="http://schemas.openxmlformats.org/officeDocument/2006/relationships/image" Target="../media/image688.png"/><Relationship Id="rId192" Type="http://schemas.openxmlformats.org/officeDocument/2006/relationships/customXml" Target="../ink/ink709.xml"/><Relationship Id="rId12" Type="http://schemas.openxmlformats.org/officeDocument/2006/relationships/customXml" Target="../ink/ink619.xml"/><Relationship Id="rId33" Type="http://schemas.openxmlformats.org/officeDocument/2006/relationships/image" Target="../media/image619.png"/><Relationship Id="rId108" Type="http://schemas.openxmlformats.org/officeDocument/2006/relationships/customXml" Target="../ink/ink667.xml"/><Relationship Id="rId129" Type="http://schemas.openxmlformats.org/officeDocument/2006/relationships/image" Target="../media/image667.png"/><Relationship Id="rId54" Type="http://schemas.openxmlformats.org/officeDocument/2006/relationships/customXml" Target="../ink/ink640.xml"/><Relationship Id="rId75" Type="http://schemas.openxmlformats.org/officeDocument/2006/relationships/image" Target="../media/image640.png"/><Relationship Id="rId96" Type="http://schemas.openxmlformats.org/officeDocument/2006/relationships/customXml" Target="../ink/ink661.xml"/><Relationship Id="rId140" Type="http://schemas.openxmlformats.org/officeDocument/2006/relationships/customXml" Target="../ink/ink683.xml"/><Relationship Id="rId161" Type="http://schemas.openxmlformats.org/officeDocument/2006/relationships/image" Target="../media/image683.png"/><Relationship Id="rId182" Type="http://schemas.openxmlformats.org/officeDocument/2006/relationships/customXml" Target="../ink/ink704.xml"/><Relationship Id="rId6" Type="http://schemas.openxmlformats.org/officeDocument/2006/relationships/customXml" Target="../ink/ink616.xml"/><Relationship Id="rId23" Type="http://schemas.openxmlformats.org/officeDocument/2006/relationships/image" Target="../media/image614.png"/><Relationship Id="rId119" Type="http://schemas.openxmlformats.org/officeDocument/2006/relationships/image" Target="../media/image662.png"/><Relationship Id="rId44" Type="http://schemas.openxmlformats.org/officeDocument/2006/relationships/customXml" Target="../ink/ink635.xml"/><Relationship Id="rId65" Type="http://schemas.openxmlformats.org/officeDocument/2006/relationships/image" Target="../media/image635.png"/><Relationship Id="rId86" Type="http://schemas.openxmlformats.org/officeDocument/2006/relationships/customXml" Target="../ink/ink656.xml"/><Relationship Id="rId130" Type="http://schemas.openxmlformats.org/officeDocument/2006/relationships/customXml" Target="../ink/ink678.xml"/><Relationship Id="rId151" Type="http://schemas.openxmlformats.org/officeDocument/2006/relationships/image" Target="../media/image678.png"/><Relationship Id="rId172" Type="http://schemas.openxmlformats.org/officeDocument/2006/relationships/customXml" Target="../ink/ink699.xml"/><Relationship Id="rId193" Type="http://schemas.openxmlformats.org/officeDocument/2006/relationships/image" Target="../media/image699.png"/><Relationship Id="rId13" Type="http://schemas.openxmlformats.org/officeDocument/2006/relationships/image" Target="../media/image609.png"/><Relationship Id="rId109" Type="http://schemas.openxmlformats.org/officeDocument/2006/relationships/image" Target="../media/image657.png"/><Relationship Id="rId34" Type="http://schemas.openxmlformats.org/officeDocument/2006/relationships/customXml" Target="../ink/ink630.xml"/><Relationship Id="rId55" Type="http://schemas.openxmlformats.org/officeDocument/2006/relationships/image" Target="../media/image630.png"/><Relationship Id="rId76" Type="http://schemas.openxmlformats.org/officeDocument/2006/relationships/customXml" Target="../ink/ink651.xml"/><Relationship Id="rId97" Type="http://schemas.openxmlformats.org/officeDocument/2006/relationships/image" Target="../media/image651.png"/><Relationship Id="rId120" Type="http://schemas.openxmlformats.org/officeDocument/2006/relationships/customXml" Target="../ink/ink673.xml"/><Relationship Id="rId141" Type="http://schemas.openxmlformats.org/officeDocument/2006/relationships/image" Target="../media/image673.png"/><Relationship Id="rId7" Type="http://schemas.openxmlformats.org/officeDocument/2006/relationships/image" Target="../media/image606.png"/><Relationship Id="rId162" Type="http://schemas.openxmlformats.org/officeDocument/2006/relationships/customXml" Target="../ink/ink694.xml"/><Relationship Id="rId183" Type="http://schemas.openxmlformats.org/officeDocument/2006/relationships/image" Target="../media/image694.png"/><Relationship Id="rId2" Type="http://schemas.openxmlformats.org/officeDocument/2006/relationships/customXml" Target="../ink/ink614.xml"/><Relationship Id="rId29" Type="http://schemas.openxmlformats.org/officeDocument/2006/relationships/image" Target="../media/image617.png"/><Relationship Id="rId24" Type="http://schemas.openxmlformats.org/officeDocument/2006/relationships/customXml" Target="../ink/ink625.xml"/><Relationship Id="rId40" Type="http://schemas.openxmlformats.org/officeDocument/2006/relationships/customXml" Target="../ink/ink633.xml"/><Relationship Id="rId45" Type="http://schemas.openxmlformats.org/officeDocument/2006/relationships/image" Target="../media/image625.png"/><Relationship Id="rId66" Type="http://schemas.openxmlformats.org/officeDocument/2006/relationships/customXml" Target="../ink/ink646.xml"/><Relationship Id="rId87" Type="http://schemas.openxmlformats.org/officeDocument/2006/relationships/image" Target="../media/image646.png"/><Relationship Id="rId110" Type="http://schemas.openxmlformats.org/officeDocument/2006/relationships/customXml" Target="../ink/ink668.xml"/><Relationship Id="rId115" Type="http://schemas.openxmlformats.org/officeDocument/2006/relationships/image" Target="../media/image660.png"/><Relationship Id="rId131" Type="http://schemas.openxmlformats.org/officeDocument/2006/relationships/image" Target="../media/image668.png"/><Relationship Id="rId136" Type="http://schemas.openxmlformats.org/officeDocument/2006/relationships/customXml" Target="../ink/ink681.xml"/><Relationship Id="rId157" Type="http://schemas.openxmlformats.org/officeDocument/2006/relationships/image" Target="../media/image681.png"/><Relationship Id="rId178" Type="http://schemas.openxmlformats.org/officeDocument/2006/relationships/customXml" Target="../ink/ink702.xml"/><Relationship Id="rId61" Type="http://schemas.openxmlformats.org/officeDocument/2006/relationships/image" Target="../media/image633.png"/><Relationship Id="rId82" Type="http://schemas.openxmlformats.org/officeDocument/2006/relationships/customXml" Target="../ink/ink654.xml"/><Relationship Id="rId152" Type="http://schemas.openxmlformats.org/officeDocument/2006/relationships/customXml" Target="../ink/ink689.xml"/><Relationship Id="rId173" Type="http://schemas.openxmlformats.org/officeDocument/2006/relationships/image" Target="../media/image689.png"/><Relationship Id="rId194" Type="http://schemas.openxmlformats.org/officeDocument/2006/relationships/customXml" Target="../ink/ink710.xml"/><Relationship Id="rId199" Type="http://schemas.openxmlformats.org/officeDocument/2006/relationships/image" Target="../media/image702.png"/><Relationship Id="rId19" Type="http://schemas.openxmlformats.org/officeDocument/2006/relationships/image" Target="../media/image612.png"/><Relationship Id="rId14" Type="http://schemas.openxmlformats.org/officeDocument/2006/relationships/customXml" Target="../ink/ink620.xml"/><Relationship Id="rId30" Type="http://schemas.openxmlformats.org/officeDocument/2006/relationships/customXml" Target="../ink/ink628.xml"/><Relationship Id="rId35" Type="http://schemas.openxmlformats.org/officeDocument/2006/relationships/image" Target="../media/image620.png"/><Relationship Id="rId56" Type="http://schemas.openxmlformats.org/officeDocument/2006/relationships/customXml" Target="../ink/ink641.xml"/><Relationship Id="rId77" Type="http://schemas.openxmlformats.org/officeDocument/2006/relationships/image" Target="../media/image641.png"/><Relationship Id="rId100" Type="http://schemas.openxmlformats.org/officeDocument/2006/relationships/customXml" Target="../ink/ink663.xml"/><Relationship Id="rId105" Type="http://schemas.openxmlformats.org/officeDocument/2006/relationships/image" Target="../media/image655.png"/><Relationship Id="rId126" Type="http://schemas.openxmlformats.org/officeDocument/2006/relationships/customXml" Target="../ink/ink676.xml"/><Relationship Id="rId147" Type="http://schemas.openxmlformats.org/officeDocument/2006/relationships/image" Target="../media/image676.png"/><Relationship Id="rId168" Type="http://schemas.openxmlformats.org/officeDocument/2006/relationships/customXml" Target="../ink/ink697.xml"/><Relationship Id="rId8" Type="http://schemas.openxmlformats.org/officeDocument/2006/relationships/customXml" Target="../ink/ink617.xml"/><Relationship Id="rId51" Type="http://schemas.openxmlformats.org/officeDocument/2006/relationships/image" Target="../media/image628.png"/><Relationship Id="rId72" Type="http://schemas.openxmlformats.org/officeDocument/2006/relationships/customXml" Target="../ink/ink649.xml"/><Relationship Id="rId93" Type="http://schemas.openxmlformats.org/officeDocument/2006/relationships/image" Target="../media/image649.png"/><Relationship Id="rId98" Type="http://schemas.openxmlformats.org/officeDocument/2006/relationships/customXml" Target="../ink/ink662.xml"/><Relationship Id="rId121" Type="http://schemas.openxmlformats.org/officeDocument/2006/relationships/image" Target="../media/image663.png"/><Relationship Id="rId142" Type="http://schemas.openxmlformats.org/officeDocument/2006/relationships/customXml" Target="../ink/ink684.xml"/><Relationship Id="rId163" Type="http://schemas.openxmlformats.org/officeDocument/2006/relationships/image" Target="../media/image684.png"/><Relationship Id="rId184" Type="http://schemas.openxmlformats.org/officeDocument/2006/relationships/customXml" Target="../ink/ink705.xml"/><Relationship Id="rId189" Type="http://schemas.openxmlformats.org/officeDocument/2006/relationships/image" Target="../media/image697.png"/><Relationship Id="rId3" Type="http://schemas.openxmlformats.org/officeDocument/2006/relationships/image" Target="../media/image604.png"/><Relationship Id="rId25" Type="http://schemas.openxmlformats.org/officeDocument/2006/relationships/image" Target="../media/image615.png"/><Relationship Id="rId46" Type="http://schemas.openxmlformats.org/officeDocument/2006/relationships/customXml" Target="../ink/ink636.xml"/><Relationship Id="rId67" Type="http://schemas.openxmlformats.org/officeDocument/2006/relationships/image" Target="../media/image636.png"/><Relationship Id="rId116" Type="http://schemas.openxmlformats.org/officeDocument/2006/relationships/customXml" Target="../ink/ink671.xml"/><Relationship Id="rId137" Type="http://schemas.openxmlformats.org/officeDocument/2006/relationships/image" Target="../media/image671.png"/><Relationship Id="rId158" Type="http://schemas.openxmlformats.org/officeDocument/2006/relationships/customXml" Target="../ink/ink692.xml"/><Relationship Id="rId20" Type="http://schemas.openxmlformats.org/officeDocument/2006/relationships/customXml" Target="../ink/ink623.xml"/><Relationship Id="rId41" Type="http://schemas.openxmlformats.org/officeDocument/2006/relationships/image" Target="../media/image623.png"/><Relationship Id="rId62" Type="http://schemas.openxmlformats.org/officeDocument/2006/relationships/customXml" Target="../ink/ink644.xml"/><Relationship Id="rId83" Type="http://schemas.openxmlformats.org/officeDocument/2006/relationships/image" Target="../media/image644.png"/><Relationship Id="rId88" Type="http://schemas.openxmlformats.org/officeDocument/2006/relationships/customXml" Target="../ink/ink657.xml"/><Relationship Id="rId111" Type="http://schemas.openxmlformats.org/officeDocument/2006/relationships/image" Target="../media/image658.png"/><Relationship Id="rId132" Type="http://schemas.openxmlformats.org/officeDocument/2006/relationships/customXml" Target="../ink/ink679.xml"/><Relationship Id="rId153" Type="http://schemas.openxmlformats.org/officeDocument/2006/relationships/image" Target="../media/image679.png"/><Relationship Id="rId174" Type="http://schemas.openxmlformats.org/officeDocument/2006/relationships/customXml" Target="../ink/ink700.xml"/><Relationship Id="rId179" Type="http://schemas.openxmlformats.org/officeDocument/2006/relationships/image" Target="../media/image692.png"/><Relationship Id="rId195" Type="http://schemas.openxmlformats.org/officeDocument/2006/relationships/image" Target="../media/image700.png"/><Relationship Id="rId190" Type="http://schemas.openxmlformats.org/officeDocument/2006/relationships/customXml" Target="../ink/ink708.xml"/><Relationship Id="rId15" Type="http://schemas.openxmlformats.org/officeDocument/2006/relationships/image" Target="../media/image610.png"/><Relationship Id="rId36" Type="http://schemas.openxmlformats.org/officeDocument/2006/relationships/customXml" Target="../ink/ink631.xml"/><Relationship Id="rId57" Type="http://schemas.openxmlformats.org/officeDocument/2006/relationships/image" Target="../media/image631.png"/><Relationship Id="rId106" Type="http://schemas.openxmlformats.org/officeDocument/2006/relationships/customXml" Target="../ink/ink666.xml"/><Relationship Id="rId127" Type="http://schemas.openxmlformats.org/officeDocument/2006/relationships/image" Target="../media/image666.png"/><Relationship Id="rId10" Type="http://schemas.openxmlformats.org/officeDocument/2006/relationships/customXml" Target="../ink/ink618.xml"/><Relationship Id="rId31" Type="http://schemas.openxmlformats.org/officeDocument/2006/relationships/image" Target="../media/image618.png"/><Relationship Id="rId52" Type="http://schemas.openxmlformats.org/officeDocument/2006/relationships/customXml" Target="../ink/ink639.xml"/><Relationship Id="rId73" Type="http://schemas.openxmlformats.org/officeDocument/2006/relationships/image" Target="../media/image639.png"/><Relationship Id="rId78" Type="http://schemas.openxmlformats.org/officeDocument/2006/relationships/customXml" Target="../ink/ink652.xml"/><Relationship Id="rId94" Type="http://schemas.openxmlformats.org/officeDocument/2006/relationships/customXml" Target="../ink/ink660.xml"/><Relationship Id="rId99" Type="http://schemas.openxmlformats.org/officeDocument/2006/relationships/image" Target="../media/image652.png"/><Relationship Id="rId101" Type="http://schemas.openxmlformats.org/officeDocument/2006/relationships/image" Target="../media/image653.png"/><Relationship Id="rId122" Type="http://schemas.openxmlformats.org/officeDocument/2006/relationships/customXml" Target="../ink/ink674.xml"/><Relationship Id="rId143" Type="http://schemas.openxmlformats.org/officeDocument/2006/relationships/image" Target="../media/image674.png"/><Relationship Id="rId148" Type="http://schemas.openxmlformats.org/officeDocument/2006/relationships/customXml" Target="../ink/ink687.xml"/><Relationship Id="rId164" Type="http://schemas.openxmlformats.org/officeDocument/2006/relationships/customXml" Target="../ink/ink695.xml"/><Relationship Id="rId169" Type="http://schemas.openxmlformats.org/officeDocument/2006/relationships/image" Target="../media/image687.png"/><Relationship Id="rId185" Type="http://schemas.openxmlformats.org/officeDocument/2006/relationships/image" Target="../media/image695.png"/><Relationship Id="rId4" Type="http://schemas.openxmlformats.org/officeDocument/2006/relationships/customXml" Target="../ink/ink615.xml"/><Relationship Id="rId9" Type="http://schemas.openxmlformats.org/officeDocument/2006/relationships/image" Target="../media/image607.png"/><Relationship Id="rId180" Type="http://schemas.openxmlformats.org/officeDocument/2006/relationships/customXml" Target="../ink/ink703.xml"/><Relationship Id="rId26" Type="http://schemas.openxmlformats.org/officeDocument/2006/relationships/customXml" Target="../ink/ink626.xml"/><Relationship Id="rId47" Type="http://schemas.openxmlformats.org/officeDocument/2006/relationships/image" Target="../media/image626.png"/><Relationship Id="rId68" Type="http://schemas.openxmlformats.org/officeDocument/2006/relationships/customXml" Target="../ink/ink647.xml"/><Relationship Id="rId89" Type="http://schemas.openxmlformats.org/officeDocument/2006/relationships/image" Target="../media/image647.png"/><Relationship Id="rId112" Type="http://schemas.openxmlformats.org/officeDocument/2006/relationships/customXml" Target="../ink/ink669.xml"/><Relationship Id="rId133" Type="http://schemas.openxmlformats.org/officeDocument/2006/relationships/image" Target="../media/image669.png"/><Relationship Id="rId154" Type="http://schemas.openxmlformats.org/officeDocument/2006/relationships/customXml" Target="../ink/ink690.xml"/><Relationship Id="rId175" Type="http://schemas.openxmlformats.org/officeDocument/2006/relationships/image" Target="../media/image690.png"/><Relationship Id="rId196" Type="http://schemas.openxmlformats.org/officeDocument/2006/relationships/customXml" Target="../ink/ink711.xml"/><Relationship Id="rId200" Type="http://schemas.openxmlformats.org/officeDocument/2006/relationships/customXml" Target="../ink/ink713.xml"/><Relationship Id="rId16" Type="http://schemas.openxmlformats.org/officeDocument/2006/relationships/customXml" Target="../ink/ink621.xml"/><Relationship Id="rId37" Type="http://schemas.openxmlformats.org/officeDocument/2006/relationships/image" Target="../media/image621.png"/><Relationship Id="rId58" Type="http://schemas.openxmlformats.org/officeDocument/2006/relationships/customXml" Target="../ink/ink642.xml"/><Relationship Id="rId79" Type="http://schemas.openxmlformats.org/officeDocument/2006/relationships/image" Target="../media/image642.png"/><Relationship Id="rId102" Type="http://schemas.openxmlformats.org/officeDocument/2006/relationships/customXml" Target="../ink/ink664.xml"/><Relationship Id="rId123" Type="http://schemas.openxmlformats.org/officeDocument/2006/relationships/image" Target="../media/image664.png"/><Relationship Id="rId144" Type="http://schemas.openxmlformats.org/officeDocument/2006/relationships/customXml" Target="../ink/ink685.xml"/><Relationship Id="rId90" Type="http://schemas.openxmlformats.org/officeDocument/2006/relationships/customXml" Target="../ink/ink658.xml"/><Relationship Id="rId165" Type="http://schemas.openxmlformats.org/officeDocument/2006/relationships/image" Target="../media/image685.png"/><Relationship Id="rId186" Type="http://schemas.openxmlformats.org/officeDocument/2006/relationships/customXml" Target="../ink/ink706.xml"/><Relationship Id="rId27" Type="http://schemas.openxmlformats.org/officeDocument/2006/relationships/image" Target="../media/image616.png"/><Relationship Id="rId48" Type="http://schemas.openxmlformats.org/officeDocument/2006/relationships/customXml" Target="../ink/ink637.xml"/><Relationship Id="rId69" Type="http://schemas.openxmlformats.org/officeDocument/2006/relationships/image" Target="../media/image637.png"/><Relationship Id="rId113" Type="http://schemas.openxmlformats.org/officeDocument/2006/relationships/image" Target="../media/image659.png"/><Relationship Id="rId134" Type="http://schemas.openxmlformats.org/officeDocument/2006/relationships/customXml" Target="../ink/ink680.xml"/><Relationship Id="rId80" Type="http://schemas.openxmlformats.org/officeDocument/2006/relationships/customXml" Target="../ink/ink653.xml"/><Relationship Id="rId155" Type="http://schemas.openxmlformats.org/officeDocument/2006/relationships/image" Target="../media/image680.png"/><Relationship Id="rId176" Type="http://schemas.openxmlformats.org/officeDocument/2006/relationships/customXml" Target="../ink/ink701.xml"/><Relationship Id="rId197" Type="http://schemas.openxmlformats.org/officeDocument/2006/relationships/image" Target="../media/image701.png"/><Relationship Id="rId201" Type="http://schemas.openxmlformats.org/officeDocument/2006/relationships/image" Target="../media/image703.png"/><Relationship Id="rId17" Type="http://schemas.openxmlformats.org/officeDocument/2006/relationships/image" Target="../media/image611.png"/><Relationship Id="rId38" Type="http://schemas.openxmlformats.org/officeDocument/2006/relationships/customXml" Target="../ink/ink632.xml"/><Relationship Id="rId59" Type="http://schemas.openxmlformats.org/officeDocument/2006/relationships/image" Target="../media/image632.png"/><Relationship Id="rId103" Type="http://schemas.openxmlformats.org/officeDocument/2006/relationships/image" Target="../media/image654.png"/><Relationship Id="rId124" Type="http://schemas.openxmlformats.org/officeDocument/2006/relationships/customXml" Target="../ink/ink675.xml"/><Relationship Id="rId70" Type="http://schemas.openxmlformats.org/officeDocument/2006/relationships/customXml" Target="../ink/ink648.xml"/><Relationship Id="rId91" Type="http://schemas.openxmlformats.org/officeDocument/2006/relationships/image" Target="../media/image648.png"/><Relationship Id="rId145" Type="http://schemas.openxmlformats.org/officeDocument/2006/relationships/image" Target="../media/image675.png"/><Relationship Id="rId166" Type="http://schemas.openxmlformats.org/officeDocument/2006/relationships/customXml" Target="../ink/ink696.xml"/><Relationship Id="rId187" Type="http://schemas.openxmlformats.org/officeDocument/2006/relationships/image" Target="../media/image696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627.xml"/><Relationship Id="rId49" Type="http://schemas.openxmlformats.org/officeDocument/2006/relationships/image" Target="../media/image627.png"/><Relationship Id="rId114" Type="http://schemas.openxmlformats.org/officeDocument/2006/relationships/customXml" Target="../ink/ink670.xml"/><Relationship Id="rId60" Type="http://schemas.openxmlformats.org/officeDocument/2006/relationships/customXml" Target="../ink/ink643.xml"/><Relationship Id="rId81" Type="http://schemas.openxmlformats.org/officeDocument/2006/relationships/image" Target="../media/image643.png"/><Relationship Id="rId135" Type="http://schemas.openxmlformats.org/officeDocument/2006/relationships/image" Target="../media/image670.png"/><Relationship Id="rId156" Type="http://schemas.openxmlformats.org/officeDocument/2006/relationships/customXml" Target="../ink/ink691.xml"/><Relationship Id="rId177" Type="http://schemas.openxmlformats.org/officeDocument/2006/relationships/image" Target="../media/image691.png"/><Relationship Id="rId198" Type="http://schemas.openxmlformats.org/officeDocument/2006/relationships/customXml" Target="../ink/ink712.xml"/><Relationship Id="rId18" Type="http://schemas.openxmlformats.org/officeDocument/2006/relationships/customXml" Target="../ink/ink622.xml"/><Relationship Id="rId39" Type="http://schemas.openxmlformats.org/officeDocument/2006/relationships/image" Target="../media/image622.png"/><Relationship Id="rId50" Type="http://schemas.openxmlformats.org/officeDocument/2006/relationships/customXml" Target="../ink/ink638.xml"/><Relationship Id="rId104" Type="http://schemas.openxmlformats.org/officeDocument/2006/relationships/customXml" Target="../ink/ink665.xml"/><Relationship Id="rId125" Type="http://schemas.openxmlformats.org/officeDocument/2006/relationships/image" Target="../media/image665.png"/><Relationship Id="rId146" Type="http://schemas.openxmlformats.org/officeDocument/2006/relationships/customXml" Target="../ink/ink686.xml"/><Relationship Id="rId167" Type="http://schemas.openxmlformats.org/officeDocument/2006/relationships/image" Target="../media/image686.png"/><Relationship Id="rId188" Type="http://schemas.openxmlformats.org/officeDocument/2006/relationships/customXml" Target="../ink/ink707.xml"/><Relationship Id="rId71" Type="http://schemas.openxmlformats.org/officeDocument/2006/relationships/image" Target="../media/image638.png"/><Relationship Id="rId92" Type="http://schemas.openxmlformats.org/officeDocument/2006/relationships/customXml" Target="../ink/ink659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26.xml"/><Relationship Id="rId21" Type="http://schemas.openxmlformats.org/officeDocument/2006/relationships/image" Target="../media/image712.png"/><Relationship Id="rId42" Type="http://schemas.openxmlformats.org/officeDocument/2006/relationships/customXml" Target="../ink/ink734.xml"/><Relationship Id="rId47" Type="http://schemas.openxmlformats.org/officeDocument/2006/relationships/image" Target="../media/image725.png"/><Relationship Id="rId63" Type="http://schemas.openxmlformats.org/officeDocument/2006/relationships/image" Target="../media/image733.png"/><Relationship Id="rId68" Type="http://schemas.openxmlformats.org/officeDocument/2006/relationships/customXml" Target="../ink/ink747.xml"/><Relationship Id="rId84" Type="http://schemas.openxmlformats.org/officeDocument/2006/relationships/customXml" Target="../ink/ink755.xml"/><Relationship Id="rId89" Type="http://schemas.openxmlformats.org/officeDocument/2006/relationships/image" Target="../media/image746.png"/><Relationship Id="rId16" Type="http://schemas.openxmlformats.org/officeDocument/2006/relationships/customXml" Target="../ink/ink721.xml"/><Relationship Id="rId11" Type="http://schemas.openxmlformats.org/officeDocument/2006/relationships/image" Target="../media/image707.png"/><Relationship Id="rId32" Type="http://schemas.openxmlformats.org/officeDocument/2006/relationships/customXml" Target="../ink/ink729.xml"/><Relationship Id="rId37" Type="http://schemas.openxmlformats.org/officeDocument/2006/relationships/image" Target="../media/image720.png"/><Relationship Id="rId53" Type="http://schemas.openxmlformats.org/officeDocument/2006/relationships/image" Target="../media/image728.png"/><Relationship Id="rId58" Type="http://schemas.openxmlformats.org/officeDocument/2006/relationships/customXml" Target="../ink/ink742.xml"/><Relationship Id="rId74" Type="http://schemas.openxmlformats.org/officeDocument/2006/relationships/customXml" Target="../ink/ink750.xml"/><Relationship Id="rId79" Type="http://schemas.openxmlformats.org/officeDocument/2006/relationships/image" Target="../media/image741.png"/><Relationship Id="rId5" Type="http://schemas.openxmlformats.org/officeDocument/2006/relationships/image" Target="../media/image704.png"/><Relationship Id="rId14" Type="http://schemas.openxmlformats.org/officeDocument/2006/relationships/customXml" Target="../ink/ink720.xml"/><Relationship Id="rId22" Type="http://schemas.openxmlformats.org/officeDocument/2006/relationships/customXml" Target="../ink/ink724.xml"/><Relationship Id="rId27" Type="http://schemas.openxmlformats.org/officeDocument/2006/relationships/image" Target="../media/image715.png"/><Relationship Id="rId30" Type="http://schemas.openxmlformats.org/officeDocument/2006/relationships/customXml" Target="../ink/ink728.xml"/><Relationship Id="rId35" Type="http://schemas.openxmlformats.org/officeDocument/2006/relationships/image" Target="../media/image719.png"/><Relationship Id="rId43" Type="http://schemas.openxmlformats.org/officeDocument/2006/relationships/image" Target="../media/image723.png"/><Relationship Id="rId48" Type="http://schemas.openxmlformats.org/officeDocument/2006/relationships/customXml" Target="../ink/ink737.xml"/><Relationship Id="rId56" Type="http://schemas.openxmlformats.org/officeDocument/2006/relationships/customXml" Target="../ink/ink741.xml"/><Relationship Id="rId64" Type="http://schemas.openxmlformats.org/officeDocument/2006/relationships/customXml" Target="../ink/ink745.xml"/><Relationship Id="rId69" Type="http://schemas.openxmlformats.org/officeDocument/2006/relationships/image" Target="../media/image736.png"/><Relationship Id="rId77" Type="http://schemas.openxmlformats.org/officeDocument/2006/relationships/image" Target="../media/image740.png"/><Relationship Id="rId8" Type="http://schemas.openxmlformats.org/officeDocument/2006/relationships/customXml" Target="../ink/ink717.xml"/><Relationship Id="rId51" Type="http://schemas.openxmlformats.org/officeDocument/2006/relationships/image" Target="../media/image727.png"/><Relationship Id="rId72" Type="http://schemas.openxmlformats.org/officeDocument/2006/relationships/customXml" Target="../ink/ink749.xml"/><Relationship Id="rId80" Type="http://schemas.openxmlformats.org/officeDocument/2006/relationships/customXml" Target="../ink/ink753.xml"/><Relationship Id="rId85" Type="http://schemas.openxmlformats.org/officeDocument/2006/relationships/image" Target="../media/image744.png"/><Relationship Id="rId3" Type="http://schemas.openxmlformats.org/officeDocument/2006/relationships/image" Target="../media/image222.png"/><Relationship Id="rId12" Type="http://schemas.openxmlformats.org/officeDocument/2006/relationships/customXml" Target="../ink/ink719.xml"/><Relationship Id="rId17" Type="http://schemas.openxmlformats.org/officeDocument/2006/relationships/image" Target="../media/image710.png"/><Relationship Id="rId25" Type="http://schemas.openxmlformats.org/officeDocument/2006/relationships/image" Target="../media/image714.png"/><Relationship Id="rId33" Type="http://schemas.openxmlformats.org/officeDocument/2006/relationships/image" Target="../media/image718.png"/><Relationship Id="rId38" Type="http://schemas.openxmlformats.org/officeDocument/2006/relationships/customXml" Target="../ink/ink732.xml"/><Relationship Id="rId46" Type="http://schemas.openxmlformats.org/officeDocument/2006/relationships/customXml" Target="../ink/ink736.xml"/><Relationship Id="rId59" Type="http://schemas.openxmlformats.org/officeDocument/2006/relationships/image" Target="../media/image731.png"/><Relationship Id="rId67" Type="http://schemas.openxmlformats.org/officeDocument/2006/relationships/image" Target="../media/image735.png"/><Relationship Id="rId20" Type="http://schemas.openxmlformats.org/officeDocument/2006/relationships/customXml" Target="../ink/ink723.xml"/><Relationship Id="rId41" Type="http://schemas.openxmlformats.org/officeDocument/2006/relationships/image" Target="../media/image722.png"/><Relationship Id="rId54" Type="http://schemas.openxmlformats.org/officeDocument/2006/relationships/customXml" Target="../ink/ink740.xml"/><Relationship Id="rId62" Type="http://schemas.openxmlformats.org/officeDocument/2006/relationships/customXml" Target="../ink/ink744.xml"/><Relationship Id="rId70" Type="http://schemas.openxmlformats.org/officeDocument/2006/relationships/customXml" Target="../ink/ink748.xml"/><Relationship Id="rId75" Type="http://schemas.openxmlformats.org/officeDocument/2006/relationships/image" Target="../media/image739.png"/><Relationship Id="rId83" Type="http://schemas.openxmlformats.org/officeDocument/2006/relationships/image" Target="../media/image743.png"/><Relationship Id="rId88" Type="http://schemas.openxmlformats.org/officeDocument/2006/relationships/customXml" Target="../ink/ink75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16.xml"/><Relationship Id="rId15" Type="http://schemas.openxmlformats.org/officeDocument/2006/relationships/image" Target="../media/image709.png"/><Relationship Id="rId23" Type="http://schemas.openxmlformats.org/officeDocument/2006/relationships/image" Target="../media/image713.png"/><Relationship Id="rId28" Type="http://schemas.openxmlformats.org/officeDocument/2006/relationships/customXml" Target="../ink/ink727.xml"/><Relationship Id="rId36" Type="http://schemas.openxmlformats.org/officeDocument/2006/relationships/customXml" Target="../ink/ink731.xml"/><Relationship Id="rId49" Type="http://schemas.openxmlformats.org/officeDocument/2006/relationships/image" Target="../media/image726.png"/><Relationship Id="rId57" Type="http://schemas.openxmlformats.org/officeDocument/2006/relationships/image" Target="../media/image730.png"/><Relationship Id="rId10" Type="http://schemas.openxmlformats.org/officeDocument/2006/relationships/customXml" Target="../ink/ink718.xml"/><Relationship Id="rId31" Type="http://schemas.openxmlformats.org/officeDocument/2006/relationships/image" Target="../media/image717.png"/><Relationship Id="rId44" Type="http://schemas.openxmlformats.org/officeDocument/2006/relationships/customXml" Target="../ink/ink735.xml"/><Relationship Id="rId52" Type="http://schemas.openxmlformats.org/officeDocument/2006/relationships/customXml" Target="../ink/ink739.xml"/><Relationship Id="rId60" Type="http://schemas.openxmlformats.org/officeDocument/2006/relationships/customXml" Target="../ink/ink743.xml"/><Relationship Id="rId65" Type="http://schemas.openxmlformats.org/officeDocument/2006/relationships/image" Target="../media/image734.png"/><Relationship Id="rId73" Type="http://schemas.openxmlformats.org/officeDocument/2006/relationships/image" Target="../media/image738.png"/><Relationship Id="rId78" Type="http://schemas.openxmlformats.org/officeDocument/2006/relationships/customXml" Target="../ink/ink752.xml"/><Relationship Id="rId81" Type="http://schemas.openxmlformats.org/officeDocument/2006/relationships/image" Target="../media/image742.png"/><Relationship Id="rId86" Type="http://schemas.openxmlformats.org/officeDocument/2006/relationships/customXml" Target="../ink/ink756.xml"/><Relationship Id="rId4" Type="http://schemas.openxmlformats.org/officeDocument/2006/relationships/customXml" Target="../ink/ink715.xml"/><Relationship Id="rId9" Type="http://schemas.openxmlformats.org/officeDocument/2006/relationships/image" Target="../media/image706.png"/><Relationship Id="rId13" Type="http://schemas.openxmlformats.org/officeDocument/2006/relationships/image" Target="../media/image708.png"/><Relationship Id="rId18" Type="http://schemas.openxmlformats.org/officeDocument/2006/relationships/customXml" Target="../ink/ink722.xml"/><Relationship Id="rId39" Type="http://schemas.openxmlformats.org/officeDocument/2006/relationships/image" Target="../media/image721.png"/><Relationship Id="rId34" Type="http://schemas.openxmlformats.org/officeDocument/2006/relationships/customXml" Target="../ink/ink730.xml"/><Relationship Id="rId50" Type="http://schemas.openxmlformats.org/officeDocument/2006/relationships/customXml" Target="../ink/ink738.xml"/><Relationship Id="rId55" Type="http://schemas.openxmlformats.org/officeDocument/2006/relationships/image" Target="../media/image729.png"/><Relationship Id="rId76" Type="http://schemas.openxmlformats.org/officeDocument/2006/relationships/customXml" Target="../ink/ink751.xml"/><Relationship Id="rId7" Type="http://schemas.openxmlformats.org/officeDocument/2006/relationships/image" Target="../media/image705.png"/><Relationship Id="rId71" Type="http://schemas.openxmlformats.org/officeDocument/2006/relationships/image" Target="../media/image737.png"/><Relationship Id="rId2" Type="http://schemas.openxmlformats.org/officeDocument/2006/relationships/customXml" Target="../ink/ink714.xml"/><Relationship Id="rId29" Type="http://schemas.openxmlformats.org/officeDocument/2006/relationships/image" Target="../media/image716.png"/><Relationship Id="rId24" Type="http://schemas.openxmlformats.org/officeDocument/2006/relationships/customXml" Target="../ink/ink725.xml"/><Relationship Id="rId40" Type="http://schemas.openxmlformats.org/officeDocument/2006/relationships/customXml" Target="../ink/ink733.xml"/><Relationship Id="rId45" Type="http://schemas.openxmlformats.org/officeDocument/2006/relationships/image" Target="../media/image724.png"/><Relationship Id="rId66" Type="http://schemas.openxmlformats.org/officeDocument/2006/relationships/customXml" Target="../ink/ink746.xml"/><Relationship Id="rId87" Type="http://schemas.openxmlformats.org/officeDocument/2006/relationships/image" Target="../media/image745.png"/><Relationship Id="rId61" Type="http://schemas.openxmlformats.org/officeDocument/2006/relationships/image" Target="../media/image732.png"/><Relationship Id="rId82" Type="http://schemas.openxmlformats.org/officeDocument/2006/relationships/customXml" Target="../ink/ink754.xml"/><Relationship Id="rId19" Type="http://schemas.openxmlformats.org/officeDocument/2006/relationships/image" Target="../media/image711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70.xml"/><Relationship Id="rId21" Type="http://schemas.openxmlformats.org/officeDocument/2006/relationships/image" Target="../media/image756.png"/><Relationship Id="rId42" Type="http://schemas.openxmlformats.org/officeDocument/2006/relationships/customXml" Target="../ink/ink778.xml"/><Relationship Id="rId47" Type="http://schemas.openxmlformats.org/officeDocument/2006/relationships/image" Target="../media/image769.png"/><Relationship Id="rId63" Type="http://schemas.openxmlformats.org/officeDocument/2006/relationships/image" Target="../media/image777.png"/><Relationship Id="rId68" Type="http://schemas.openxmlformats.org/officeDocument/2006/relationships/customXml" Target="../ink/ink791.xml"/><Relationship Id="rId84" Type="http://schemas.openxmlformats.org/officeDocument/2006/relationships/customXml" Target="../ink/ink799.xml"/><Relationship Id="rId16" Type="http://schemas.openxmlformats.org/officeDocument/2006/relationships/customXml" Target="../ink/ink765.xml"/><Relationship Id="rId11" Type="http://schemas.openxmlformats.org/officeDocument/2006/relationships/image" Target="../media/image751.png"/><Relationship Id="rId32" Type="http://schemas.openxmlformats.org/officeDocument/2006/relationships/customXml" Target="../ink/ink773.xml"/><Relationship Id="rId37" Type="http://schemas.openxmlformats.org/officeDocument/2006/relationships/image" Target="../media/image764.png"/><Relationship Id="rId53" Type="http://schemas.openxmlformats.org/officeDocument/2006/relationships/image" Target="../media/image772.png"/><Relationship Id="rId58" Type="http://schemas.openxmlformats.org/officeDocument/2006/relationships/customXml" Target="../ink/ink786.xml"/><Relationship Id="rId74" Type="http://schemas.openxmlformats.org/officeDocument/2006/relationships/customXml" Target="../ink/ink794.xml"/><Relationship Id="rId79" Type="http://schemas.openxmlformats.org/officeDocument/2006/relationships/image" Target="../media/image785.png"/><Relationship Id="rId5" Type="http://schemas.openxmlformats.org/officeDocument/2006/relationships/image" Target="../media/image748.png"/><Relationship Id="rId19" Type="http://schemas.openxmlformats.org/officeDocument/2006/relationships/image" Target="../media/image755.png"/><Relationship Id="rId14" Type="http://schemas.openxmlformats.org/officeDocument/2006/relationships/customXml" Target="../ink/ink764.xml"/><Relationship Id="rId22" Type="http://schemas.openxmlformats.org/officeDocument/2006/relationships/customXml" Target="../ink/ink768.xml"/><Relationship Id="rId27" Type="http://schemas.openxmlformats.org/officeDocument/2006/relationships/image" Target="../media/image759.png"/><Relationship Id="rId30" Type="http://schemas.openxmlformats.org/officeDocument/2006/relationships/customXml" Target="../ink/ink772.xml"/><Relationship Id="rId35" Type="http://schemas.openxmlformats.org/officeDocument/2006/relationships/image" Target="../media/image763.png"/><Relationship Id="rId43" Type="http://schemas.openxmlformats.org/officeDocument/2006/relationships/image" Target="../media/image767.png"/><Relationship Id="rId48" Type="http://schemas.openxmlformats.org/officeDocument/2006/relationships/customXml" Target="../ink/ink781.xml"/><Relationship Id="rId56" Type="http://schemas.openxmlformats.org/officeDocument/2006/relationships/customXml" Target="../ink/ink785.xml"/><Relationship Id="rId64" Type="http://schemas.openxmlformats.org/officeDocument/2006/relationships/customXml" Target="../ink/ink789.xml"/><Relationship Id="rId69" Type="http://schemas.openxmlformats.org/officeDocument/2006/relationships/image" Target="../media/image780.png"/><Relationship Id="rId77" Type="http://schemas.openxmlformats.org/officeDocument/2006/relationships/image" Target="../media/image784.png"/><Relationship Id="rId8" Type="http://schemas.openxmlformats.org/officeDocument/2006/relationships/customXml" Target="../ink/ink761.xml"/><Relationship Id="rId51" Type="http://schemas.openxmlformats.org/officeDocument/2006/relationships/image" Target="../media/image771.png"/><Relationship Id="rId72" Type="http://schemas.openxmlformats.org/officeDocument/2006/relationships/customXml" Target="../ink/ink793.xml"/><Relationship Id="rId80" Type="http://schemas.openxmlformats.org/officeDocument/2006/relationships/customXml" Target="../ink/ink797.xml"/><Relationship Id="rId85" Type="http://schemas.openxmlformats.org/officeDocument/2006/relationships/image" Target="../media/image787.png"/><Relationship Id="rId3" Type="http://schemas.openxmlformats.org/officeDocument/2006/relationships/image" Target="../media/image747.png"/><Relationship Id="rId12" Type="http://schemas.openxmlformats.org/officeDocument/2006/relationships/customXml" Target="../ink/ink763.xml"/><Relationship Id="rId17" Type="http://schemas.openxmlformats.org/officeDocument/2006/relationships/image" Target="../media/image754.png"/><Relationship Id="rId25" Type="http://schemas.openxmlformats.org/officeDocument/2006/relationships/image" Target="../media/image758.png"/><Relationship Id="rId33" Type="http://schemas.openxmlformats.org/officeDocument/2006/relationships/image" Target="../media/image762.png"/><Relationship Id="rId38" Type="http://schemas.openxmlformats.org/officeDocument/2006/relationships/customXml" Target="../ink/ink776.xml"/><Relationship Id="rId46" Type="http://schemas.openxmlformats.org/officeDocument/2006/relationships/customXml" Target="../ink/ink780.xml"/><Relationship Id="rId59" Type="http://schemas.openxmlformats.org/officeDocument/2006/relationships/image" Target="../media/image775.png"/><Relationship Id="rId67" Type="http://schemas.openxmlformats.org/officeDocument/2006/relationships/image" Target="../media/image779.png"/><Relationship Id="rId20" Type="http://schemas.openxmlformats.org/officeDocument/2006/relationships/customXml" Target="../ink/ink767.xml"/><Relationship Id="rId41" Type="http://schemas.openxmlformats.org/officeDocument/2006/relationships/image" Target="../media/image766.png"/><Relationship Id="rId54" Type="http://schemas.openxmlformats.org/officeDocument/2006/relationships/customXml" Target="../ink/ink784.xml"/><Relationship Id="rId62" Type="http://schemas.openxmlformats.org/officeDocument/2006/relationships/customXml" Target="../ink/ink788.xml"/><Relationship Id="rId70" Type="http://schemas.openxmlformats.org/officeDocument/2006/relationships/customXml" Target="../ink/ink792.xml"/><Relationship Id="rId75" Type="http://schemas.openxmlformats.org/officeDocument/2006/relationships/image" Target="../media/image783.png"/><Relationship Id="rId83" Type="http://schemas.openxmlformats.org/officeDocument/2006/relationships/image" Target="../media/image78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60.xml"/><Relationship Id="rId15" Type="http://schemas.openxmlformats.org/officeDocument/2006/relationships/image" Target="../media/image753.png"/><Relationship Id="rId23" Type="http://schemas.openxmlformats.org/officeDocument/2006/relationships/image" Target="../media/image757.png"/><Relationship Id="rId28" Type="http://schemas.openxmlformats.org/officeDocument/2006/relationships/customXml" Target="../ink/ink771.xml"/><Relationship Id="rId36" Type="http://schemas.openxmlformats.org/officeDocument/2006/relationships/customXml" Target="../ink/ink775.xml"/><Relationship Id="rId49" Type="http://schemas.openxmlformats.org/officeDocument/2006/relationships/image" Target="../media/image770.png"/><Relationship Id="rId57" Type="http://schemas.openxmlformats.org/officeDocument/2006/relationships/image" Target="../media/image774.png"/><Relationship Id="rId10" Type="http://schemas.openxmlformats.org/officeDocument/2006/relationships/customXml" Target="../ink/ink762.xml"/><Relationship Id="rId31" Type="http://schemas.openxmlformats.org/officeDocument/2006/relationships/image" Target="../media/image761.png"/><Relationship Id="rId44" Type="http://schemas.openxmlformats.org/officeDocument/2006/relationships/customXml" Target="../ink/ink779.xml"/><Relationship Id="rId52" Type="http://schemas.openxmlformats.org/officeDocument/2006/relationships/customXml" Target="../ink/ink783.xml"/><Relationship Id="rId60" Type="http://schemas.openxmlformats.org/officeDocument/2006/relationships/customXml" Target="../ink/ink787.xml"/><Relationship Id="rId65" Type="http://schemas.openxmlformats.org/officeDocument/2006/relationships/image" Target="../media/image778.png"/><Relationship Id="rId73" Type="http://schemas.openxmlformats.org/officeDocument/2006/relationships/image" Target="../media/image782.png"/><Relationship Id="rId78" Type="http://schemas.openxmlformats.org/officeDocument/2006/relationships/customXml" Target="../ink/ink796.xml"/><Relationship Id="rId81" Type="http://schemas.openxmlformats.org/officeDocument/2006/relationships/image" Target="../media/image52.png"/><Relationship Id="rId4" Type="http://schemas.openxmlformats.org/officeDocument/2006/relationships/customXml" Target="../ink/ink759.xml"/><Relationship Id="rId9" Type="http://schemas.openxmlformats.org/officeDocument/2006/relationships/image" Target="../media/image750.png"/><Relationship Id="rId13" Type="http://schemas.openxmlformats.org/officeDocument/2006/relationships/image" Target="../media/image752.png"/><Relationship Id="rId18" Type="http://schemas.openxmlformats.org/officeDocument/2006/relationships/customXml" Target="../ink/ink766.xml"/><Relationship Id="rId39" Type="http://schemas.openxmlformats.org/officeDocument/2006/relationships/image" Target="../media/image765.png"/><Relationship Id="rId34" Type="http://schemas.openxmlformats.org/officeDocument/2006/relationships/customXml" Target="../ink/ink774.xml"/><Relationship Id="rId50" Type="http://schemas.openxmlformats.org/officeDocument/2006/relationships/customXml" Target="../ink/ink782.xml"/><Relationship Id="rId55" Type="http://schemas.openxmlformats.org/officeDocument/2006/relationships/image" Target="../media/image773.png"/><Relationship Id="rId76" Type="http://schemas.openxmlformats.org/officeDocument/2006/relationships/customXml" Target="../ink/ink795.xml"/><Relationship Id="rId7" Type="http://schemas.openxmlformats.org/officeDocument/2006/relationships/image" Target="../media/image749.png"/><Relationship Id="rId71" Type="http://schemas.openxmlformats.org/officeDocument/2006/relationships/image" Target="../media/image781.png"/><Relationship Id="rId2" Type="http://schemas.openxmlformats.org/officeDocument/2006/relationships/customXml" Target="../ink/ink758.xml"/><Relationship Id="rId29" Type="http://schemas.openxmlformats.org/officeDocument/2006/relationships/image" Target="../media/image760.png"/><Relationship Id="rId24" Type="http://schemas.openxmlformats.org/officeDocument/2006/relationships/customXml" Target="../ink/ink769.xml"/><Relationship Id="rId40" Type="http://schemas.openxmlformats.org/officeDocument/2006/relationships/customXml" Target="../ink/ink777.xml"/><Relationship Id="rId45" Type="http://schemas.openxmlformats.org/officeDocument/2006/relationships/image" Target="../media/image768.png"/><Relationship Id="rId66" Type="http://schemas.openxmlformats.org/officeDocument/2006/relationships/customXml" Target="../ink/ink790.xml"/><Relationship Id="rId61" Type="http://schemas.openxmlformats.org/officeDocument/2006/relationships/image" Target="../media/image776.png"/><Relationship Id="rId82" Type="http://schemas.openxmlformats.org/officeDocument/2006/relationships/customXml" Target="../ink/ink798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43.png"/><Relationship Id="rId21" Type="http://schemas.openxmlformats.org/officeDocument/2006/relationships/image" Target="../media/image797.png"/><Relationship Id="rId42" Type="http://schemas.openxmlformats.org/officeDocument/2006/relationships/customXml" Target="../ink/ink820.xml"/><Relationship Id="rId63" Type="http://schemas.openxmlformats.org/officeDocument/2006/relationships/image" Target="../media/image818.png"/><Relationship Id="rId84" Type="http://schemas.openxmlformats.org/officeDocument/2006/relationships/customXml" Target="../ink/ink841.xml"/><Relationship Id="rId138" Type="http://schemas.openxmlformats.org/officeDocument/2006/relationships/customXml" Target="../ink/ink869.xml"/><Relationship Id="rId159" Type="http://schemas.openxmlformats.org/officeDocument/2006/relationships/image" Target="../media/image222.png"/><Relationship Id="rId107" Type="http://schemas.openxmlformats.org/officeDocument/2006/relationships/image" Target="../media/image838.png"/><Relationship Id="rId11" Type="http://schemas.openxmlformats.org/officeDocument/2006/relationships/image" Target="../media/image792.png"/><Relationship Id="rId32" Type="http://schemas.openxmlformats.org/officeDocument/2006/relationships/customXml" Target="../ink/ink815.xml"/><Relationship Id="rId53" Type="http://schemas.openxmlformats.org/officeDocument/2006/relationships/image" Target="../media/image813.png"/><Relationship Id="rId74" Type="http://schemas.openxmlformats.org/officeDocument/2006/relationships/customXml" Target="../ink/ink836.xml"/><Relationship Id="rId128" Type="http://schemas.openxmlformats.org/officeDocument/2006/relationships/customXml" Target="../ink/ink864.xml"/><Relationship Id="rId149" Type="http://schemas.openxmlformats.org/officeDocument/2006/relationships/image" Target="../media/image859.png"/><Relationship Id="rId5" Type="http://schemas.openxmlformats.org/officeDocument/2006/relationships/image" Target="../media/image789.png"/><Relationship Id="rId95" Type="http://schemas.openxmlformats.org/officeDocument/2006/relationships/image" Target="../media/image834.png"/><Relationship Id="rId22" Type="http://schemas.openxmlformats.org/officeDocument/2006/relationships/customXml" Target="../ink/ink810.xml"/><Relationship Id="rId43" Type="http://schemas.openxmlformats.org/officeDocument/2006/relationships/image" Target="../media/image808.png"/><Relationship Id="rId64" Type="http://schemas.openxmlformats.org/officeDocument/2006/relationships/customXml" Target="../ink/ink831.xml"/><Relationship Id="rId118" Type="http://schemas.openxmlformats.org/officeDocument/2006/relationships/customXml" Target="../ink/ink859.xml"/><Relationship Id="rId139" Type="http://schemas.openxmlformats.org/officeDocument/2006/relationships/image" Target="../media/image854.png"/><Relationship Id="rId80" Type="http://schemas.openxmlformats.org/officeDocument/2006/relationships/customXml" Target="../ink/ink839.xml"/><Relationship Id="rId85" Type="http://schemas.openxmlformats.org/officeDocument/2006/relationships/image" Target="../media/image829.png"/><Relationship Id="rId150" Type="http://schemas.openxmlformats.org/officeDocument/2006/relationships/customXml" Target="../ink/ink875.xml"/><Relationship Id="rId155" Type="http://schemas.openxmlformats.org/officeDocument/2006/relationships/image" Target="../media/image862.png"/><Relationship Id="rId12" Type="http://schemas.openxmlformats.org/officeDocument/2006/relationships/customXml" Target="../ink/ink805.xml"/><Relationship Id="rId17" Type="http://schemas.openxmlformats.org/officeDocument/2006/relationships/image" Target="../media/image795.png"/><Relationship Id="rId33" Type="http://schemas.openxmlformats.org/officeDocument/2006/relationships/image" Target="../media/image803.png"/><Relationship Id="rId38" Type="http://schemas.openxmlformats.org/officeDocument/2006/relationships/customXml" Target="../ink/ink818.xml"/><Relationship Id="rId59" Type="http://schemas.openxmlformats.org/officeDocument/2006/relationships/image" Target="../media/image816.png"/><Relationship Id="rId103" Type="http://schemas.openxmlformats.org/officeDocument/2006/relationships/image" Target="../media/image836.png"/><Relationship Id="rId108" Type="http://schemas.openxmlformats.org/officeDocument/2006/relationships/customXml" Target="../ink/ink854.xml"/><Relationship Id="rId124" Type="http://schemas.openxmlformats.org/officeDocument/2006/relationships/customXml" Target="../ink/ink862.xml"/><Relationship Id="rId129" Type="http://schemas.openxmlformats.org/officeDocument/2006/relationships/image" Target="../media/image849.png"/><Relationship Id="rId54" Type="http://schemas.openxmlformats.org/officeDocument/2006/relationships/customXml" Target="../ink/ink826.xml"/><Relationship Id="rId70" Type="http://schemas.openxmlformats.org/officeDocument/2006/relationships/customXml" Target="../ink/ink834.xml"/><Relationship Id="rId75" Type="http://schemas.openxmlformats.org/officeDocument/2006/relationships/image" Target="../media/image824.png"/><Relationship Id="rId91" Type="http://schemas.openxmlformats.org/officeDocument/2006/relationships/image" Target="../media/image832.png"/><Relationship Id="rId96" Type="http://schemas.openxmlformats.org/officeDocument/2006/relationships/customXml" Target="../ink/ink847.xml"/><Relationship Id="rId140" Type="http://schemas.openxmlformats.org/officeDocument/2006/relationships/customXml" Target="../ink/ink870.xml"/><Relationship Id="rId145" Type="http://schemas.openxmlformats.org/officeDocument/2006/relationships/image" Target="../media/image85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02.xml"/><Relationship Id="rId23" Type="http://schemas.openxmlformats.org/officeDocument/2006/relationships/image" Target="../media/image798.png"/><Relationship Id="rId28" Type="http://schemas.openxmlformats.org/officeDocument/2006/relationships/customXml" Target="../ink/ink813.xml"/><Relationship Id="rId49" Type="http://schemas.openxmlformats.org/officeDocument/2006/relationships/image" Target="../media/image811.png"/><Relationship Id="rId114" Type="http://schemas.openxmlformats.org/officeDocument/2006/relationships/customXml" Target="../ink/ink857.xml"/><Relationship Id="rId119" Type="http://schemas.openxmlformats.org/officeDocument/2006/relationships/image" Target="../media/image844.png"/><Relationship Id="rId44" Type="http://schemas.openxmlformats.org/officeDocument/2006/relationships/customXml" Target="../ink/ink821.xml"/><Relationship Id="rId60" Type="http://schemas.openxmlformats.org/officeDocument/2006/relationships/customXml" Target="../ink/ink829.xml"/><Relationship Id="rId65" Type="http://schemas.openxmlformats.org/officeDocument/2006/relationships/image" Target="../media/image819.png"/><Relationship Id="rId81" Type="http://schemas.openxmlformats.org/officeDocument/2006/relationships/image" Target="../media/image827.png"/><Relationship Id="rId86" Type="http://schemas.openxmlformats.org/officeDocument/2006/relationships/customXml" Target="../ink/ink842.xml"/><Relationship Id="rId130" Type="http://schemas.openxmlformats.org/officeDocument/2006/relationships/customXml" Target="../ink/ink865.xml"/><Relationship Id="rId135" Type="http://schemas.openxmlformats.org/officeDocument/2006/relationships/image" Target="../media/image852.png"/><Relationship Id="rId151" Type="http://schemas.openxmlformats.org/officeDocument/2006/relationships/image" Target="../media/image860.png"/><Relationship Id="rId156" Type="http://schemas.openxmlformats.org/officeDocument/2006/relationships/customXml" Target="../ink/ink878.xml"/><Relationship Id="rId13" Type="http://schemas.openxmlformats.org/officeDocument/2006/relationships/image" Target="../media/image793.png"/><Relationship Id="rId18" Type="http://schemas.openxmlformats.org/officeDocument/2006/relationships/customXml" Target="../ink/ink808.xml"/><Relationship Id="rId39" Type="http://schemas.openxmlformats.org/officeDocument/2006/relationships/image" Target="../media/image806.png"/><Relationship Id="rId109" Type="http://schemas.openxmlformats.org/officeDocument/2006/relationships/image" Target="../media/image839.png"/><Relationship Id="rId34" Type="http://schemas.openxmlformats.org/officeDocument/2006/relationships/customXml" Target="../ink/ink816.xml"/><Relationship Id="rId50" Type="http://schemas.openxmlformats.org/officeDocument/2006/relationships/customXml" Target="../ink/ink824.xml"/><Relationship Id="rId55" Type="http://schemas.openxmlformats.org/officeDocument/2006/relationships/image" Target="../media/image814.png"/><Relationship Id="rId76" Type="http://schemas.openxmlformats.org/officeDocument/2006/relationships/customXml" Target="../ink/ink837.xml"/><Relationship Id="rId97" Type="http://schemas.openxmlformats.org/officeDocument/2006/relationships/image" Target="../media/image835.png"/><Relationship Id="rId104" Type="http://schemas.openxmlformats.org/officeDocument/2006/relationships/customXml" Target="../ink/ink852.xml"/><Relationship Id="rId120" Type="http://schemas.openxmlformats.org/officeDocument/2006/relationships/customXml" Target="../ink/ink860.xml"/><Relationship Id="rId125" Type="http://schemas.openxmlformats.org/officeDocument/2006/relationships/image" Target="../media/image847.png"/><Relationship Id="rId141" Type="http://schemas.openxmlformats.org/officeDocument/2006/relationships/image" Target="../media/image855.png"/><Relationship Id="rId146" Type="http://schemas.openxmlformats.org/officeDocument/2006/relationships/customXml" Target="../ink/ink873.xml"/><Relationship Id="rId7" Type="http://schemas.openxmlformats.org/officeDocument/2006/relationships/image" Target="../media/image790.png"/><Relationship Id="rId71" Type="http://schemas.openxmlformats.org/officeDocument/2006/relationships/image" Target="../media/image822.png"/><Relationship Id="rId92" Type="http://schemas.openxmlformats.org/officeDocument/2006/relationships/customXml" Target="../ink/ink845.xml"/><Relationship Id="rId2" Type="http://schemas.openxmlformats.org/officeDocument/2006/relationships/customXml" Target="../ink/ink800.xml"/><Relationship Id="rId29" Type="http://schemas.openxmlformats.org/officeDocument/2006/relationships/image" Target="../media/image801.png"/><Relationship Id="rId24" Type="http://schemas.openxmlformats.org/officeDocument/2006/relationships/customXml" Target="../ink/ink811.xml"/><Relationship Id="rId40" Type="http://schemas.openxmlformats.org/officeDocument/2006/relationships/customXml" Target="../ink/ink819.xml"/><Relationship Id="rId45" Type="http://schemas.openxmlformats.org/officeDocument/2006/relationships/image" Target="../media/image809.png"/><Relationship Id="rId66" Type="http://schemas.openxmlformats.org/officeDocument/2006/relationships/customXml" Target="../ink/ink832.xml"/><Relationship Id="rId87" Type="http://schemas.openxmlformats.org/officeDocument/2006/relationships/image" Target="../media/image830.png"/><Relationship Id="rId110" Type="http://schemas.openxmlformats.org/officeDocument/2006/relationships/customXml" Target="../ink/ink855.xml"/><Relationship Id="rId115" Type="http://schemas.openxmlformats.org/officeDocument/2006/relationships/image" Target="../media/image842.png"/><Relationship Id="rId131" Type="http://schemas.openxmlformats.org/officeDocument/2006/relationships/image" Target="../media/image850.png"/><Relationship Id="rId136" Type="http://schemas.openxmlformats.org/officeDocument/2006/relationships/customXml" Target="../ink/ink868.xml"/><Relationship Id="rId157" Type="http://schemas.openxmlformats.org/officeDocument/2006/relationships/image" Target="../media/image863.png"/><Relationship Id="rId61" Type="http://schemas.openxmlformats.org/officeDocument/2006/relationships/image" Target="../media/image817.png"/><Relationship Id="rId82" Type="http://schemas.openxmlformats.org/officeDocument/2006/relationships/customXml" Target="../ink/ink840.xml"/><Relationship Id="rId152" Type="http://schemas.openxmlformats.org/officeDocument/2006/relationships/customXml" Target="../ink/ink876.xml"/><Relationship Id="rId19" Type="http://schemas.openxmlformats.org/officeDocument/2006/relationships/image" Target="../media/image796.png"/><Relationship Id="rId14" Type="http://schemas.openxmlformats.org/officeDocument/2006/relationships/customXml" Target="../ink/ink806.xml"/><Relationship Id="rId30" Type="http://schemas.openxmlformats.org/officeDocument/2006/relationships/customXml" Target="../ink/ink814.xml"/><Relationship Id="rId35" Type="http://schemas.openxmlformats.org/officeDocument/2006/relationships/image" Target="../media/image804.png"/><Relationship Id="rId56" Type="http://schemas.openxmlformats.org/officeDocument/2006/relationships/customXml" Target="../ink/ink827.xml"/><Relationship Id="rId77" Type="http://schemas.openxmlformats.org/officeDocument/2006/relationships/image" Target="../media/image825.png"/><Relationship Id="rId100" Type="http://schemas.openxmlformats.org/officeDocument/2006/relationships/customXml" Target="../ink/ink849.xml"/><Relationship Id="rId105" Type="http://schemas.openxmlformats.org/officeDocument/2006/relationships/image" Target="../media/image837.png"/><Relationship Id="rId126" Type="http://schemas.openxmlformats.org/officeDocument/2006/relationships/customXml" Target="../ink/ink863.xml"/><Relationship Id="rId147" Type="http://schemas.openxmlformats.org/officeDocument/2006/relationships/image" Target="../media/image858.png"/><Relationship Id="rId8" Type="http://schemas.openxmlformats.org/officeDocument/2006/relationships/customXml" Target="../ink/ink803.xml"/><Relationship Id="rId51" Type="http://schemas.openxmlformats.org/officeDocument/2006/relationships/image" Target="../media/image812.png"/><Relationship Id="rId72" Type="http://schemas.openxmlformats.org/officeDocument/2006/relationships/customXml" Target="../ink/ink835.xml"/><Relationship Id="rId93" Type="http://schemas.openxmlformats.org/officeDocument/2006/relationships/image" Target="../media/image833.png"/><Relationship Id="rId98" Type="http://schemas.openxmlformats.org/officeDocument/2006/relationships/customXml" Target="../ink/ink848.xml"/><Relationship Id="rId121" Type="http://schemas.openxmlformats.org/officeDocument/2006/relationships/image" Target="../media/image845.png"/><Relationship Id="rId142" Type="http://schemas.openxmlformats.org/officeDocument/2006/relationships/customXml" Target="../ink/ink871.xml"/><Relationship Id="rId3" Type="http://schemas.openxmlformats.org/officeDocument/2006/relationships/image" Target="../media/image788.png"/><Relationship Id="rId25" Type="http://schemas.openxmlformats.org/officeDocument/2006/relationships/image" Target="../media/image799.png"/><Relationship Id="rId46" Type="http://schemas.openxmlformats.org/officeDocument/2006/relationships/customXml" Target="../ink/ink822.xml"/><Relationship Id="rId67" Type="http://schemas.openxmlformats.org/officeDocument/2006/relationships/image" Target="../media/image820.png"/><Relationship Id="rId116" Type="http://schemas.openxmlformats.org/officeDocument/2006/relationships/customXml" Target="../ink/ink858.xml"/><Relationship Id="rId137" Type="http://schemas.openxmlformats.org/officeDocument/2006/relationships/image" Target="../media/image853.png"/><Relationship Id="rId158" Type="http://schemas.openxmlformats.org/officeDocument/2006/relationships/customXml" Target="../ink/ink879.xml"/><Relationship Id="rId20" Type="http://schemas.openxmlformats.org/officeDocument/2006/relationships/customXml" Target="../ink/ink809.xml"/><Relationship Id="rId41" Type="http://schemas.openxmlformats.org/officeDocument/2006/relationships/image" Target="../media/image807.png"/><Relationship Id="rId62" Type="http://schemas.openxmlformats.org/officeDocument/2006/relationships/customXml" Target="../ink/ink830.xml"/><Relationship Id="rId83" Type="http://schemas.openxmlformats.org/officeDocument/2006/relationships/image" Target="../media/image828.png"/><Relationship Id="rId88" Type="http://schemas.openxmlformats.org/officeDocument/2006/relationships/customXml" Target="../ink/ink843.xml"/><Relationship Id="rId111" Type="http://schemas.openxmlformats.org/officeDocument/2006/relationships/image" Target="../media/image840.png"/><Relationship Id="rId132" Type="http://schemas.openxmlformats.org/officeDocument/2006/relationships/customXml" Target="../ink/ink866.xml"/><Relationship Id="rId153" Type="http://schemas.openxmlformats.org/officeDocument/2006/relationships/image" Target="../media/image861.png"/><Relationship Id="rId15" Type="http://schemas.openxmlformats.org/officeDocument/2006/relationships/image" Target="../media/image794.png"/><Relationship Id="rId36" Type="http://schemas.openxmlformats.org/officeDocument/2006/relationships/customXml" Target="../ink/ink817.xml"/><Relationship Id="rId57" Type="http://schemas.openxmlformats.org/officeDocument/2006/relationships/image" Target="../media/image815.png"/><Relationship Id="rId106" Type="http://schemas.openxmlformats.org/officeDocument/2006/relationships/customXml" Target="../ink/ink853.xml"/><Relationship Id="rId127" Type="http://schemas.openxmlformats.org/officeDocument/2006/relationships/image" Target="../media/image848.png"/><Relationship Id="rId10" Type="http://schemas.openxmlformats.org/officeDocument/2006/relationships/customXml" Target="../ink/ink804.xml"/><Relationship Id="rId31" Type="http://schemas.openxmlformats.org/officeDocument/2006/relationships/image" Target="../media/image802.png"/><Relationship Id="rId52" Type="http://schemas.openxmlformats.org/officeDocument/2006/relationships/customXml" Target="../ink/ink825.xml"/><Relationship Id="rId73" Type="http://schemas.openxmlformats.org/officeDocument/2006/relationships/image" Target="../media/image823.png"/><Relationship Id="rId78" Type="http://schemas.openxmlformats.org/officeDocument/2006/relationships/customXml" Target="../ink/ink838.xml"/><Relationship Id="rId94" Type="http://schemas.openxmlformats.org/officeDocument/2006/relationships/customXml" Target="../ink/ink846.xml"/><Relationship Id="rId99" Type="http://schemas.openxmlformats.org/officeDocument/2006/relationships/image" Target="../media/image52.png"/><Relationship Id="rId101" Type="http://schemas.openxmlformats.org/officeDocument/2006/relationships/customXml" Target="../ink/ink850.xml"/><Relationship Id="rId122" Type="http://schemas.openxmlformats.org/officeDocument/2006/relationships/customXml" Target="../ink/ink861.xml"/><Relationship Id="rId143" Type="http://schemas.openxmlformats.org/officeDocument/2006/relationships/image" Target="../media/image856.png"/><Relationship Id="rId148" Type="http://schemas.openxmlformats.org/officeDocument/2006/relationships/customXml" Target="../ink/ink874.xml"/><Relationship Id="rId4" Type="http://schemas.openxmlformats.org/officeDocument/2006/relationships/customXml" Target="../ink/ink801.xml"/><Relationship Id="rId9" Type="http://schemas.openxmlformats.org/officeDocument/2006/relationships/image" Target="../media/image791.png"/><Relationship Id="rId26" Type="http://schemas.openxmlformats.org/officeDocument/2006/relationships/customXml" Target="../ink/ink812.xml"/><Relationship Id="rId47" Type="http://schemas.openxmlformats.org/officeDocument/2006/relationships/image" Target="../media/image810.png"/><Relationship Id="rId68" Type="http://schemas.openxmlformats.org/officeDocument/2006/relationships/customXml" Target="../ink/ink833.xml"/><Relationship Id="rId89" Type="http://schemas.openxmlformats.org/officeDocument/2006/relationships/image" Target="../media/image831.png"/><Relationship Id="rId112" Type="http://schemas.openxmlformats.org/officeDocument/2006/relationships/customXml" Target="../ink/ink856.xml"/><Relationship Id="rId133" Type="http://schemas.openxmlformats.org/officeDocument/2006/relationships/image" Target="../media/image851.png"/><Relationship Id="rId154" Type="http://schemas.openxmlformats.org/officeDocument/2006/relationships/customXml" Target="../ink/ink877.xml"/><Relationship Id="rId16" Type="http://schemas.openxmlformats.org/officeDocument/2006/relationships/customXml" Target="../ink/ink807.xml"/><Relationship Id="rId37" Type="http://schemas.openxmlformats.org/officeDocument/2006/relationships/image" Target="../media/image805.png"/><Relationship Id="rId58" Type="http://schemas.openxmlformats.org/officeDocument/2006/relationships/customXml" Target="../ink/ink828.xml"/><Relationship Id="rId79" Type="http://schemas.openxmlformats.org/officeDocument/2006/relationships/image" Target="../media/image826.png"/><Relationship Id="rId102" Type="http://schemas.openxmlformats.org/officeDocument/2006/relationships/customXml" Target="../ink/ink851.xml"/><Relationship Id="rId123" Type="http://schemas.openxmlformats.org/officeDocument/2006/relationships/image" Target="../media/image846.png"/><Relationship Id="rId144" Type="http://schemas.openxmlformats.org/officeDocument/2006/relationships/customXml" Target="../ink/ink872.xml"/><Relationship Id="rId90" Type="http://schemas.openxmlformats.org/officeDocument/2006/relationships/customXml" Target="../ink/ink844.xml"/><Relationship Id="rId27" Type="http://schemas.openxmlformats.org/officeDocument/2006/relationships/image" Target="../media/image800.png"/><Relationship Id="rId48" Type="http://schemas.openxmlformats.org/officeDocument/2006/relationships/customXml" Target="../ink/ink823.xml"/><Relationship Id="rId69" Type="http://schemas.openxmlformats.org/officeDocument/2006/relationships/image" Target="../media/image821.png"/><Relationship Id="rId113" Type="http://schemas.openxmlformats.org/officeDocument/2006/relationships/image" Target="../media/image841.png"/><Relationship Id="rId134" Type="http://schemas.openxmlformats.org/officeDocument/2006/relationships/customXml" Target="../ink/ink867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92.xml"/><Relationship Id="rId21" Type="http://schemas.openxmlformats.org/officeDocument/2006/relationships/image" Target="../media/image873.png"/><Relationship Id="rId42" Type="http://schemas.openxmlformats.org/officeDocument/2006/relationships/customXml" Target="../ink/ink900.xml"/><Relationship Id="rId47" Type="http://schemas.openxmlformats.org/officeDocument/2006/relationships/image" Target="../media/image886.png"/><Relationship Id="rId63" Type="http://schemas.openxmlformats.org/officeDocument/2006/relationships/image" Target="../media/image894.png"/><Relationship Id="rId68" Type="http://schemas.openxmlformats.org/officeDocument/2006/relationships/customXml" Target="../ink/ink913.xml"/><Relationship Id="rId84" Type="http://schemas.openxmlformats.org/officeDocument/2006/relationships/customXml" Target="../ink/ink921.xml"/><Relationship Id="rId89" Type="http://schemas.openxmlformats.org/officeDocument/2006/relationships/image" Target="../media/image907.png"/><Relationship Id="rId16" Type="http://schemas.openxmlformats.org/officeDocument/2006/relationships/customXml" Target="../ink/ink887.xml"/><Relationship Id="rId11" Type="http://schemas.openxmlformats.org/officeDocument/2006/relationships/image" Target="../media/image868.png"/><Relationship Id="rId32" Type="http://schemas.openxmlformats.org/officeDocument/2006/relationships/customXml" Target="../ink/ink895.xml"/><Relationship Id="rId37" Type="http://schemas.openxmlformats.org/officeDocument/2006/relationships/image" Target="../media/image881.png"/><Relationship Id="rId53" Type="http://schemas.openxmlformats.org/officeDocument/2006/relationships/image" Target="../media/image889.png"/><Relationship Id="rId58" Type="http://schemas.openxmlformats.org/officeDocument/2006/relationships/customXml" Target="../ink/ink908.xml"/><Relationship Id="rId74" Type="http://schemas.openxmlformats.org/officeDocument/2006/relationships/customXml" Target="../ink/ink916.xml"/><Relationship Id="rId79" Type="http://schemas.openxmlformats.org/officeDocument/2006/relationships/image" Target="../media/image902.png"/><Relationship Id="rId5" Type="http://schemas.openxmlformats.org/officeDocument/2006/relationships/image" Target="../media/image865.png"/><Relationship Id="rId90" Type="http://schemas.openxmlformats.org/officeDocument/2006/relationships/customXml" Target="../ink/ink924.xml"/><Relationship Id="rId14" Type="http://schemas.openxmlformats.org/officeDocument/2006/relationships/customXml" Target="../ink/ink886.xml"/><Relationship Id="rId22" Type="http://schemas.openxmlformats.org/officeDocument/2006/relationships/customXml" Target="../ink/ink890.xml"/><Relationship Id="rId27" Type="http://schemas.openxmlformats.org/officeDocument/2006/relationships/image" Target="../media/image876.png"/><Relationship Id="rId30" Type="http://schemas.openxmlformats.org/officeDocument/2006/relationships/customXml" Target="../ink/ink894.xml"/><Relationship Id="rId35" Type="http://schemas.openxmlformats.org/officeDocument/2006/relationships/image" Target="../media/image880.png"/><Relationship Id="rId43" Type="http://schemas.openxmlformats.org/officeDocument/2006/relationships/image" Target="../media/image884.png"/><Relationship Id="rId48" Type="http://schemas.openxmlformats.org/officeDocument/2006/relationships/customXml" Target="../ink/ink903.xml"/><Relationship Id="rId56" Type="http://schemas.openxmlformats.org/officeDocument/2006/relationships/customXml" Target="../ink/ink907.xml"/><Relationship Id="rId64" Type="http://schemas.openxmlformats.org/officeDocument/2006/relationships/customXml" Target="../ink/ink911.xml"/><Relationship Id="rId69" Type="http://schemas.openxmlformats.org/officeDocument/2006/relationships/image" Target="../media/image897.png"/><Relationship Id="rId77" Type="http://schemas.openxmlformats.org/officeDocument/2006/relationships/image" Target="../media/image901.png"/><Relationship Id="rId8" Type="http://schemas.openxmlformats.org/officeDocument/2006/relationships/customXml" Target="../ink/ink883.xml"/><Relationship Id="rId51" Type="http://schemas.openxmlformats.org/officeDocument/2006/relationships/image" Target="../media/image888.png"/><Relationship Id="rId72" Type="http://schemas.openxmlformats.org/officeDocument/2006/relationships/customXml" Target="../ink/ink915.xml"/><Relationship Id="rId80" Type="http://schemas.openxmlformats.org/officeDocument/2006/relationships/customXml" Target="../ink/ink919.xml"/><Relationship Id="rId85" Type="http://schemas.openxmlformats.org/officeDocument/2006/relationships/image" Target="../media/image905.png"/><Relationship Id="rId3" Type="http://schemas.openxmlformats.org/officeDocument/2006/relationships/image" Target="../media/image864.png"/><Relationship Id="rId12" Type="http://schemas.openxmlformats.org/officeDocument/2006/relationships/customXml" Target="../ink/ink885.xml"/><Relationship Id="rId17" Type="http://schemas.openxmlformats.org/officeDocument/2006/relationships/image" Target="../media/image871.png"/><Relationship Id="rId25" Type="http://schemas.openxmlformats.org/officeDocument/2006/relationships/image" Target="../media/image875.png"/><Relationship Id="rId33" Type="http://schemas.openxmlformats.org/officeDocument/2006/relationships/image" Target="../media/image879.png"/><Relationship Id="rId38" Type="http://schemas.openxmlformats.org/officeDocument/2006/relationships/customXml" Target="../ink/ink898.xml"/><Relationship Id="rId46" Type="http://schemas.openxmlformats.org/officeDocument/2006/relationships/customXml" Target="../ink/ink902.xml"/><Relationship Id="rId59" Type="http://schemas.openxmlformats.org/officeDocument/2006/relationships/image" Target="../media/image892.png"/><Relationship Id="rId67" Type="http://schemas.openxmlformats.org/officeDocument/2006/relationships/image" Target="../media/image896.png"/><Relationship Id="rId20" Type="http://schemas.openxmlformats.org/officeDocument/2006/relationships/customXml" Target="../ink/ink889.xml"/><Relationship Id="rId41" Type="http://schemas.openxmlformats.org/officeDocument/2006/relationships/image" Target="../media/image883.png"/><Relationship Id="rId54" Type="http://schemas.openxmlformats.org/officeDocument/2006/relationships/customXml" Target="../ink/ink906.xml"/><Relationship Id="rId62" Type="http://schemas.openxmlformats.org/officeDocument/2006/relationships/customXml" Target="../ink/ink910.xml"/><Relationship Id="rId70" Type="http://schemas.openxmlformats.org/officeDocument/2006/relationships/customXml" Target="../ink/ink914.xml"/><Relationship Id="rId75" Type="http://schemas.openxmlformats.org/officeDocument/2006/relationships/image" Target="../media/image900.png"/><Relationship Id="rId83" Type="http://schemas.openxmlformats.org/officeDocument/2006/relationships/image" Target="../media/image904.png"/><Relationship Id="rId88" Type="http://schemas.openxmlformats.org/officeDocument/2006/relationships/customXml" Target="../ink/ink923.xml"/><Relationship Id="rId91" Type="http://schemas.openxmlformats.org/officeDocument/2006/relationships/image" Target="../media/image90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82.xml"/><Relationship Id="rId15" Type="http://schemas.openxmlformats.org/officeDocument/2006/relationships/image" Target="../media/image870.png"/><Relationship Id="rId23" Type="http://schemas.openxmlformats.org/officeDocument/2006/relationships/image" Target="../media/image874.png"/><Relationship Id="rId28" Type="http://schemas.openxmlformats.org/officeDocument/2006/relationships/customXml" Target="../ink/ink893.xml"/><Relationship Id="rId36" Type="http://schemas.openxmlformats.org/officeDocument/2006/relationships/customXml" Target="../ink/ink897.xml"/><Relationship Id="rId49" Type="http://schemas.openxmlformats.org/officeDocument/2006/relationships/image" Target="../media/image887.png"/><Relationship Id="rId57" Type="http://schemas.openxmlformats.org/officeDocument/2006/relationships/image" Target="../media/image891.png"/><Relationship Id="rId10" Type="http://schemas.openxmlformats.org/officeDocument/2006/relationships/customXml" Target="../ink/ink884.xml"/><Relationship Id="rId31" Type="http://schemas.openxmlformats.org/officeDocument/2006/relationships/image" Target="../media/image878.png"/><Relationship Id="rId44" Type="http://schemas.openxmlformats.org/officeDocument/2006/relationships/customXml" Target="../ink/ink901.xml"/><Relationship Id="rId52" Type="http://schemas.openxmlformats.org/officeDocument/2006/relationships/customXml" Target="../ink/ink905.xml"/><Relationship Id="rId60" Type="http://schemas.openxmlformats.org/officeDocument/2006/relationships/customXml" Target="../ink/ink909.xml"/><Relationship Id="rId65" Type="http://schemas.openxmlformats.org/officeDocument/2006/relationships/image" Target="../media/image895.png"/><Relationship Id="rId73" Type="http://schemas.openxmlformats.org/officeDocument/2006/relationships/image" Target="../media/image899.png"/><Relationship Id="rId78" Type="http://schemas.openxmlformats.org/officeDocument/2006/relationships/customXml" Target="../ink/ink918.xml"/><Relationship Id="rId81" Type="http://schemas.openxmlformats.org/officeDocument/2006/relationships/image" Target="../media/image903.png"/><Relationship Id="rId86" Type="http://schemas.openxmlformats.org/officeDocument/2006/relationships/customXml" Target="../ink/ink922.xml"/><Relationship Id="rId4" Type="http://schemas.openxmlformats.org/officeDocument/2006/relationships/customXml" Target="../ink/ink881.xml"/><Relationship Id="rId9" Type="http://schemas.openxmlformats.org/officeDocument/2006/relationships/image" Target="../media/image867.png"/><Relationship Id="rId13" Type="http://schemas.openxmlformats.org/officeDocument/2006/relationships/image" Target="../media/image869.png"/><Relationship Id="rId18" Type="http://schemas.openxmlformats.org/officeDocument/2006/relationships/customXml" Target="../ink/ink888.xml"/><Relationship Id="rId39" Type="http://schemas.openxmlformats.org/officeDocument/2006/relationships/image" Target="../media/image882.png"/><Relationship Id="rId34" Type="http://schemas.openxmlformats.org/officeDocument/2006/relationships/customXml" Target="../ink/ink896.xml"/><Relationship Id="rId50" Type="http://schemas.openxmlformats.org/officeDocument/2006/relationships/customXml" Target="../ink/ink904.xml"/><Relationship Id="rId55" Type="http://schemas.openxmlformats.org/officeDocument/2006/relationships/image" Target="../media/image890.png"/><Relationship Id="rId76" Type="http://schemas.openxmlformats.org/officeDocument/2006/relationships/customXml" Target="../ink/ink917.xml"/><Relationship Id="rId7" Type="http://schemas.openxmlformats.org/officeDocument/2006/relationships/image" Target="../media/image866.png"/><Relationship Id="rId71" Type="http://schemas.openxmlformats.org/officeDocument/2006/relationships/image" Target="../media/image898.png"/><Relationship Id="rId2" Type="http://schemas.openxmlformats.org/officeDocument/2006/relationships/customXml" Target="../ink/ink880.xml"/><Relationship Id="rId29" Type="http://schemas.openxmlformats.org/officeDocument/2006/relationships/image" Target="../media/image877.png"/><Relationship Id="rId24" Type="http://schemas.openxmlformats.org/officeDocument/2006/relationships/customXml" Target="../ink/ink891.xml"/><Relationship Id="rId40" Type="http://schemas.openxmlformats.org/officeDocument/2006/relationships/customXml" Target="../ink/ink899.xml"/><Relationship Id="rId45" Type="http://schemas.openxmlformats.org/officeDocument/2006/relationships/image" Target="../media/image885.png"/><Relationship Id="rId66" Type="http://schemas.openxmlformats.org/officeDocument/2006/relationships/customXml" Target="../ink/ink912.xml"/><Relationship Id="rId87" Type="http://schemas.openxmlformats.org/officeDocument/2006/relationships/image" Target="../media/image906.png"/><Relationship Id="rId61" Type="http://schemas.openxmlformats.org/officeDocument/2006/relationships/image" Target="../media/image893.png"/><Relationship Id="rId82" Type="http://schemas.openxmlformats.org/officeDocument/2006/relationships/customXml" Target="../ink/ink920.xml"/><Relationship Id="rId19" Type="http://schemas.openxmlformats.org/officeDocument/2006/relationships/image" Target="../media/image87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jalammar.github.io/illustrated-transformer/" TargetMode="External"/><Relationship Id="rId2" Type="http://schemas.openxmlformats.org/officeDocument/2006/relationships/hyperlink" Target="https://medium.com/@abhishekjainindore24/transformer-architecture-part-1-encoder-d90835db56b5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20.png"/><Relationship Id="rId21" Type="http://schemas.openxmlformats.org/officeDocument/2006/relationships/customXml" Target="../ink/ink935.xml"/><Relationship Id="rId42" Type="http://schemas.openxmlformats.org/officeDocument/2006/relationships/customXml" Target="../ink/ink946.xml"/><Relationship Id="rId47" Type="http://schemas.openxmlformats.org/officeDocument/2006/relationships/image" Target="../media/image930.png"/><Relationship Id="rId63" Type="http://schemas.openxmlformats.org/officeDocument/2006/relationships/image" Target="../media/image938.png"/><Relationship Id="rId68" Type="http://schemas.openxmlformats.org/officeDocument/2006/relationships/customXml" Target="../ink/ink959.xml"/><Relationship Id="rId84" Type="http://schemas.openxmlformats.org/officeDocument/2006/relationships/customXml" Target="../ink/ink967.xml"/><Relationship Id="rId89" Type="http://schemas.openxmlformats.org/officeDocument/2006/relationships/image" Target="../media/image951.png"/><Relationship Id="rId16" Type="http://schemas.openxmlformats.org/officeDocument/2006/relationships/image" Target="../media/image915.png"/><Relationship Id="rId11" Type="http://schemas.openxmlformats.org/officeDocument/2006/relationships/customXml" Target="../ink/ink930.xml"/><Relationship Id="rId32" Type="http://schemas.openxmlformats.org/officeDocument/2006/relationships/image" Target="../media/image923.png"/><Relationship Id="rId37" Type="http://schemas.openxmlformats.org/officeDocument/2006/relationships/customXml" Target="../ink/ink943.xml"/><Relationship Id="rId53" Type="http://schemas.openxmlformats.org/officeDocument/2006/relationships/image" Target="../media/image933.png"/><Relationship Id="rId58" Type="http://schemas.openxmlformats.org/officeDocument/2006/relationships/customXml" Target="../ink/ink954.xml"/><Relationship Id="rId74" Type="http://schemas.openxmlformats.org/officeDocument/2006/relationships/customXml" Target="../ink/ink962.xml"/><Relationship Id="rId79" Type="http://schemas.openxmlformats.org/officeDocument/2006/relationships/image" Target="../media/image946.png"/><Relationship Id="rId5" Type="http://schemas.openxmlformats.org/officeDocument/2006/relationships/image" Target="../media/image910.png"/><Relationship Id="rId90" Type="http://schemas.openxmlformats.org/officeDocument/2006/relationships/customXml" Target="../ink/ink970.xml"/><Relationship Id="rId95" Type="http://schemas.openxmlformats.org/officeDocument/2006/relationships/image" Target="../media/image954.png"/><Relationship Id="rId22" Type="http://schemas.openxmlformats.org/officeDocument/2006/relationships/image" Target="../media/image918.png"/><Relationship Id="rId27" Type="http://schemas.openxmlformats.org/officeDocument/2006/relationships/customXml" Target="../ink/ink938.xml"/><Relationship Id="rId43" Type="http://schemas.openxmlformats.org/officeDocument/2006/relationships/image" Target="../media/image928.png"/><Relationship Id="rId48" Type="http://schemas.openxmlformats.org/officeDocument/2006/relationships/customXml" Target="../ink/ink949.xml"/><Relationship Id="rId64" Type="http://schemas.openxmlformats.org/officeDocument/2006/relationships/customXml" Target="../ink/ink957.xml"/><Relationship Id="rId69" Type="http://schemas.openxmlformats.org/officeDocument/2006/relationships/image" Target="../media/image941.png"/><Relationship Id="rId80" Type="http://schemas.openxmlformats.org/officeDocument/2006/relationships/customXml" Target="../ink/ink965.xml"/><Relationship Id="rId85" Type="http://schemas.openxmlformats.org/officeDocument/2006/relationships/image" Target="../media/image949.png"/><Relationship Id="rId12" Type="http://schemas.openxmlformats.org/officeDocument/2006/relationships/image" Target="../media/image913.png"/><Relationship Id="rId17" Type="http://schemas.openxmlformats.org/officeDocument/2006/relationships/customXml" Target="../ink/ink933.xml"/><Relationship Id="rId25" Type="http://schemas.openxmlformats.org/officeDocument/2006/relationships/customXml" Target="../ink/ink937.xml"/><Relationship Id="rId33" Type="http://schemas.openxmlformats.org/officeDocument/2006/relationships/customXml" Target="../ink/ink941.xml"/><Relationship Id="rId38" Type="http://schemas.openxmlformats.org/officeDocument/2006/relationships/customXml" Target="../ink/ink944.xml"/><Relationship Id="rId46" Type="http://schemas.openxmlformats.org/officeDocument/2006/relationships/customXml" Target="../ink/ink948.xml"/><Relationship Id="rId59" Type="http://schemas.openxmlformats.org/officeDocument/2006/relationships/image" Target="../media/image936.png"/><Relationship Id="rId67" Type="http://schemas.openxmlformats.org/officeDocument/2006/relationships/image" Target="../media/image940.png"/><Relationship Id="rId20" Type="http://schemas.openxmlformats.org/officeDocument/2006/relationships/image" Target="../media/image917.png"/><Relationship Id="rId41" Type="http://schemas.openxmlformats.org/officeDocument/2006/relationships/image" Target="../media/image927.png"/><Relationship Id="rId54" Type="http://schemas.openxmlformats.org/officeDocument/2006/relationships/customXml" Target="../ink/ink952.xml"/><Relationship Id="rId62" Type="http://schemas.openxmlformats.org/officeDocument/2006/relationships/customXml" Target="../ink/ink956.xml"/><Relationship Id="rId70" Type="http://schemas.openxmlformats.org/officeDocument/2006/relationships/customXml" Target="../ink/ink960.xml"/><Relationship Id="rId75" Type="http://schemas.openxmlformats.org/officeDocument/2006/relationships/image" Target="../media/image944.png"/><Relationship Id="rId83" Type="http://schemas.openxmlformats.org/officeDocument/2006/relationships/image" Target="../media/image948.png"/><Relationship Id="rId88" Type="http://schemas.openxmlformats.org/officeDocument/2006/relationships/customXml" Target="../ink/ink969.xml"/><Relationship Id="rId91" Type="http://schemas.openxmlformats.org/officeDocument/2006/relationships/image" Target="../media/image952.png"/><Relationship Id="rId96" Type="http://schemas.openxmlformats.org/officeDocument/2006/relationships/customXml" Target="../ink/ink97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27.xml"/><Relationship Id="rId15" Type="http://schemas.openxmlformats.org/officeDocument/2006/relationships/customXml" Target="../ink/ink932.xml"/><Relationship Id="rId23" Type="http://schemas.openxmlformats.org/officeDocument/2006/relationships/customXml" Target="../ink/ink936.xml"/><Relationship Id="rId28" Type="http://schemas.openxmlformats.org/officeDocument/2006/relationships/image" Target="../media/image921.png"/><Relationship Id="rId36" Type="http://schemas.openxmlformats.org/officeDocument/2006/relationships/image" Target="../media/image925.png"/><Relationship Id="rId49" Type="http://schemas.openxmlformats.org/officeDocument/2006/relationships/image" Target="../media/image931.png"/><Relationship Id="rId57" Type="http://schemas.openxmlformats.org/officeDocument/2006/relationships/image" Target="../media/image935.png"/><Relationship Id="rId10" Type="http://schemas.openxmlformats.org/officeDocument/2006/relationships/image" Target="../media/image912.png"/><Relationship Id="rId31" Type="http://schemas.openxmlformats.org/officeDocument/2006/relationships/customXml" Target="../ink/ink940.xml"/><Relationship Id="rId44" Type="http://schemas.openxmlformats.org/officeDocument/2006/relationships/customXml" Target="../ink/ink947.xml"/><Relationship Id="rId52" Type="http://schemas.openxmlformats.org/officeDocument/2006/relationships/customXml" Target="../ink/ink951.xml"/><Relationship Id="rId60" Type="http://schemas.openxmlformats.org/officeDocument/2006/relationships/customXml" Target="../ink/ink955.xml"/><Relationship Id="rId65" Type="http://schemas.openxmlformats.org/officeDocument/2006/relationships/image" Target="../media/image939.png"/><Relationship Id="rId73" Type="http://schemas.openxmlformats.org/officeDocument/2006/relationships/image" Target="../media/image943.png"/><Relationship Id="rId78" Type="http://schemas.openxmlformats.org/officeDocument/2006/relationships/customXml" Target="../ink/ink964.xml"/><Relationship Id="rId81" Type="http://schemas.openxmlformats.org/officeDocument/2006/relationships/image" Target="../media/image947.png"/><Relationship Id="rId86" Type="http://schemas.openxmlformats.org/officeDocument/2006/relationships/customXml" Target="../ink/ink968.xml"/><Relationship Id="rId94" Type="http://schemas.openxmlformats.org/officeDocument/2006/relationships/customXml" Target="../ink/ink972.xml"/><Relationship Id="rId99" Type="http://schemas.openxmlformats.org/officeDocument/2006/relationships/image" Target="../media/image956.png"/><Relationship Id="rId101" Type="http://schemas.openxmlformats.org/officeDocument/2006/relationships/image" Target="../media/image957.png"/><Relationship Id="rId4" Type="http://schemas.openxmlformats.org/officeDocument/2006/relationships/customXml" Target="../ink/ink926.xml"/><Relationship Id="rId9" Type="http://schemas.openxmlformats.org/officeDocument/2006/relationships/customXml" Target="../ink/ink929.xml"/><Relationship Id="rId13" Type="http://schemas.openxmlformats.org/officeDocument/2006/relationships/customXml" Target="../ink/ink931.xml"/><Relationship Id="rId18" Type="http://schemas.openxmlformats.org/officeDocument/2006/relationships/image" Target="../media/image916.png"/><Relationship Id="rId39" Type="http://schemas.openxmlformats.org/officeDocument/2006/relationships/image" Target="../media/image926.png"/><Relationship Id="rId34" Type="http://schemas.openxmlformats.org/officeDocument/2006/relationships/image" Target="../media/image924.png"/><Relationship Id="rId50" Type="http://schemas.openxmlformats.org/officeDocument/2006/relationships/customXml" Target="../ink/ink950.xml"/><Relationship Id="rId55" Type="http://schemas.openxmlformats.org/officeDocument/2006/relationships/image" Target="../media/image934.png"/><Relationship Id="rId76" Type="http://schemas.openxmlformats.org/officeDocument/2006/relationships/customXml" Target="../ink/ink963.xml"/><Relationship Id="rId97" Type="http://schemas.openxmlformats.org/officeDocument/2006/relationships/image" Target="../media/image955.png"/><Relationship Id="rId7" Type="http://schemas.openxmlformats.org/officeDocument/2006/relationships/customXml" Target="../ink/ink928.xml"/><Relationship Id="rId71" Type="http://schemas.openxmlformats.org/officeDocument/2006/relationships/image" Target="../media/image942.png"/><Relationship Id="rId92" Type="http://schemas.openxmlformats.org/officeDocument/2006/relationships/customXml" Target="../ink/ink971.xml"/><Relationship Id="rId2" Type="http://schemas.openxmlformats.org/officeDocument/2006/relationships/customXml" Target="../ink/ink925.xml"/><Relationship Id="rId29" Type="http://schemas.openxmlformats.org/officeDocument/2006/relationships/customXml" Target="../ink/ink939.xml"/><Relationship Id="rId24" Type="http://schemas.openxmlformats.org/officeDocument/2006/relationships/image" Target="../media/image919.png"/><Relationship Id="rId40" Type="http://schemas.openxmlformats.org/officeDocument/2006/relationships/customXml" Target="../ink/ink945.xml"/><Relationship Id="rId45" Type="http://schemas.openxmlformats.org/officeDocument/2006/relationships/image" Target="../media/image929.png"/><Relationship Id="rId66" Type="http://schemas.openxmlformats.org/officeDocument/2006/relationships/customXml" Target="../ink/ink958.xml"/><Relationship Id="rId87" Type="http://schemas.openxmlformats.org/officeDocument/2006/relationships/image" Target="../media/image950.png"/><Relationship Id="rId61" Type="http://schemas.openxmlformats.org/officeDocument/2006/relationships/image" Target="../media/image937.png"/><Relationship Id="rId82" Type="http://schemas.openxmlformats.org/officeDocument/2006/relationships/customXml" Target="../ink/ink966.xml"/><Relationship Id="rId19" Type="http://schemas.openxmlformats.org/officeDocument/2006/relationships/customXml" Target="../ink/ink934.xml"/><Relationship Id="rId14" Type="http://schemas.openxmlformats.org/officeDocument/2006/relationships/image" Target="../media/image914.png"/><Relationship Id="rId30" Type="http://schemas.openxmlformats.org/officeDocument/2006/relationships/image" Target="../media/image922.png"/><Relationship Id="rId35" Type="http://schemas.openxmlformats.org/officeDocument/2006/relationships/customXml" Target="../ink/ink942.xml"/><Relationship Id="rId56" Type="http://schemas.openxmlformats.org/officeDocument/2006/relationships/customXml" Target="../ink/ink953.xml"/><Relationship Id="rId77" Type="http://schemas.openxmlformats.org/officeDocument/2006/relationships/image" Target="../media/image945.png"/><Relationship Id="rId100" Type="http://schemas.openxmlformats.org/officeDocument/2006/relationships/customXml" Target="../ink/ink975.xml"/><Relationship Id="rId8" Type="http://schemas.openxmlformats.org/officeDocument/2006/relationships/image" Target="../media/image911.png"/><Relationship Id="rId51" Type="http://schemas.openxmlformats.org/officeDocument/2006/relationships/image" Target="../media/image932.png"/><Relationship Id="rId72" Type="http://schemas.openxmlformats.org/officeDocument/2006/relationships/customXml" Target="../ink/ink961.xml"/><Relationship Id="rId93" Type="http://schemas.openxmlformats.org/officeDocument/2006/relationships/image" Target="../media/image953.png"/><Relationship Id="rId98" Type="http://schemas.openxmlformats.org/officeDocument/2006/relationships/customXml" Target="../ink/ink974.xml"/><Relationship Id="rId3" Type="http://schemas.openxmlformats.org/officeDocument/2006/relationships/image" Target="../media/image909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63.png"/><Relationship Id="rId18" Type="http://schemas.openxmlformats.org/officeDocument/2006/relationships/customXml" Target="../ink/ink984.xml"/><Relationship Id="rId26" Type="http://schemas.openxmlformats.org/officeDocument/2006/relationships/customXml" Target="../ink/ink988.xml"/><Relationship Id="rId21" Type="http://schemas.openxmlformats.org/officeDocument/2006/relationships/image" Target="../media/image967.png"/><Relationship Id="rId34" Type="http://schemas.openxmlformats.org/officeDocument/2006/relationships/customXml" Target="../ink/ink992.xml"/><Relationship Id="rId7" Type="http://schemas.openxmlformats.org/officeDocument/2006/relationships/image" Target="../media/image960.png"/><Relationship Id="rId12" Type="http://schemas.openxmlformats.org/officeDocument/2006/relationships/customXml" Target="../ink/ink981.xml"/><Relationship Id="rId17" Type="http://schemas.openxmlformats.org/officeDocument/2006/relationships/image" Target="../media/image965.png"/><Relationship Id="rId25" Type="http://schemas.openxmlformats.org/officeDocument/2006/relationships/image" Target="../media/image969.png"/><Relationship Id="rId33" Type="http://schemas.openxmlformats.org/officeDocument/2006/relationships/image" Target="../media/image973.png"/><Relationship Id="rId38" Type="http://schemas.openxmlformats.org/officeDocument/2006/relationships/hyperlink" Target="https://machinelearningmastery.com/a-gentle-introduction-to-positional-encoding-in-transformer-models-part-1/" TargetMode="External"/><Relationship Id="rId2" Type="http://schemas.openxmlformats.org/officeDocument/2006/relationships/customXml" Target="../ink/ink976.xml"/><Relationship Id="rId16" Type="http://schemas.openxmlformats.org/officeDocument/2006/relationships/customXml" Target="../ink/ink983.xml"/><Relationship Id="rId20" Type="http://schemas.openxmlformats.org/officeDocument/2006/relationships/customXml" Target="../ink/ink985.xml"/><Relationship Id="rId29" Type="http://schemas.openxmlformats.org/officeDocument/2006/relationships/image" Target="../media/image97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78.xml"/><Relationship Id="rId11" Type="http://schemas.openxmlformats.org/officeDocument/2006/relationships/image" Target="../media/image962.png"/><Relationship Id="rId24" Type="http://schemas.openxmlformats.org/officeDocument/2006/relationships/customXml" Target="../ink/ink987.xml"/><Relationship Id="rId32" Type="http://schemas.openxmlformats.org/officeDocument/2006/relationships/customXml" Target="../ink/ink991.xml"/><Relationship Id="rId37" Type="http://schemas.openxmlformats.org/officeDocument/2006/relationships/image" Target="../media/image976.png"/><Relationship Id="rId5" Type="http://schemas.openxmlformats.org/officeDocument/2006/relationships/image" Target="../media/image959.png"/><Relationship Id="rId15" Type="http://schemas.openxmlformats.org/officeDocument/2006/relationships/image" Target="../media/image964.png"/><Relationship Id="rId23" Type="http://schemas.openxmlformats.org/officeDocument/2006/relationships/image" Target="../media/image968.png"/><Relationship Id="rId28" Type="http://schemas.openxmlformats.org/officeDocument/2006/relationships/customXml" Target="../ink/ink989.xml"/><Relationship Id="rId36" Type="http://schemas.openxmlformats.org/officeDocument/2006/relationships/image" Target="../media/image975.png"/><Relationship Id="rId10" Type="http://schemas.openxmlformats.org/officeDocument/2006/relationships/customXml" Target="../ink/ink980.xml"/><Relationship Id="rId19" Type="http://schemas.openxmlformats.org/officeDocument/2006/relationships/image" Target="../media/image966.png"/><Relationship Id="rId31" Type="http://schemas.openxmlformats.org/officeDocument/2006/relationships/image" Target="../media/image972.png"/><Relationship Id="rId4" Type="http://schemas.openxmlformats.org/officeDocument/2006/relationships/customXml" Target="../ink/ink977.xml"/><Relationship Id="rId9" Type="http://schemas.openxmlformats.org/officeDocument/2006/relationships/image" Target="../media/image961.png"/><Relationship Id="rId14" Type="http://schemas.openxmlformats.org/officeDocument/2006/relationships/customXml" Target="../ink/ink982.xml"/><Relationship Id="rId22" Type="http://schemas.openxmlformats.org/officeDocument/2006/relationships/customXml" Target="../ink/ink986.xml"/><Relationship Id="rId27" Type="http://schemas.openxmlformats.org/officeDocument/2006/relationships/image" Target="../media/image970.png"/><Relationship Id="rId30" Type="http://schemas.openxmlformats.org/officeDocument/2006/relationships/customXml" Target="../ink/ink990.xml"/><Relationship Id="rId35" Type="http://schemas.openxmlformats.org/officeDocument/2006/relationships/image" Target="../media/image974.png"/><Relationship Id="rId8" Type="http://schemas.openxmlformats.org/officeDocument/2006/relationships/customXml" Target="../ink/ink979.xml"/><Relationship Id="rId3" Type="http://schemas.openxmlformats.org/officeDocument/2006/relationships/image" Target="../media/image958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34.png"/><Relationship Id="rId21" Type="http://schemas.openxmlformats.org/officeDocument/2006/relationships/image" Target="../media/image986.png"/><Relationship Id="rId42" Type="http://schemas.openxmlformats.org/officeDocument/2006/relationships/customXml" Target="../ink/ink1013.xml"/><Relationship Id="rId63" Type="http://schemas.openxmlformats.org/officeDocument/2006/relationships/image" Target="../media/image1007.png"/><Relationship Id="rId84" Type="http://schemas.openxmlformats.org/officeDocument/2006/relationships/customXml" Target="../ink/ink1034.xml"/><Relationship Id="rId138" Type="http://schemas.openxmlformats.org/officeDocument/2006/relationships/customXml" Target="../ink/ink1061.xml"/><Relationship Id="rId159" Type="http://schemas.openxmlformats.org/officeDocument/2006/relationships/image" Target="../media/image1055.png"/><Relationship Id="rId170" Type="http://schemas.openxmlformats.org/officeDocument/2006/relationships/customXml" Target="../ink/ink1077.xml"/><Relationship Id="rId191" Type="http://schemas.openxmlformats.org/officeDocument/2006/relationships/image" Target="../media/image1071.png"/><Relationship Id="rId107" Type="http://schemas.openxmlformats.org/officeDocument/2006/relationships/image" Target="../media/image1029.png"/><Relationship Id="rId11" Type="http://schemas.openxmlformats.org/officeDocument/2006/relationships/image" Target="../media/image981.png"/><Relationship Id="rId32" Type="http://schemas.openxmlformats.org/officeDocument/2006/relationships/customXml" Target="../ink/ink1008.xml"/><Relationship Id="rId53" Type="http://schemas.openxmlformats.org/officeDocument/2006/relationships/image" Target="../media/image1002.png"/><Relationship Id="rId74" Type="http://schemas.openxmlformats.org/officeDocument/2006/relationships/customXml" Target="../ink/ink1029.xml"/><Relationship Id="rId128" Type="http://schemas.openxmlformats.org/officeDocument/2006/relationships/customXml" Target="../ink/ink1056.xml"/><Relationship Id="rId149" Type="http://schemas.openxmlformats.org/officeDocument/2006/relationships/image" Target="../media/image1050.png"/><Relationship Id="rId5" Type="http://schemas.openxmlformats.org/officeDocument/2006/relationships/image" Target="../media/image978.png"/><Relationship Id="rId95" Type="http://schemas.openxmlformats.org/officeDocument/2006/relationships/image" Target="../media/image1023.png"/><Relationship Id="rId160" Type="http://schemas.openxmlformats.org/officeDocument/2006/relationships/customXml" Target="../ink/ink1072.xml"/><Relationship Id="rId181" Type="http://schemas.openxmlformats.org/officeDocument/2006/relationships/image" Target="../media/image1066.png"/><Relationship Id="rId22" Type="http://schemas.openxmlformats.org/officeDocument/2006/relationships/customXml" Target="../ink/ink1003.xml"/><Relationship Id="rId43" Type="http://schemas.openxmlformats.org/officeDocument/2006/relationships/image" Target="../media/image997.png"/><Relationship Id="rId64" Type="http://schemas.openxmlformats.org/officeDocument/2006/relationships/customXml" Target="../ink/ink1024.xml"/><Relationship Id="rId118" Type="http://schemas.openxmlformats.org/officeDocument/2006/relationships/customXml" Target="../ink/ink1051.xml"/><Relationship Id="rId139" Type="http://schemas.openxmlformats.org/officeDocument/2006/relationships/image" Target="../media/image1045.png"/><Relationship Id="rId85" Type="http://schemas.openxmlformats.org/officeDocument/2006/relationships/image" Target="../media/image1018.png"/><Relationship Id="rId150" Type="http://schemas.openxmlformats.org/officeDocument/2006/relationships/customXml" Target="../ink/ink1067.xml"/><Relationship Id="rId171" Type="http://schemas.openxmlformats.org/officeDocument/2006/relationships/image" Target="../media/image1061.png"/><Relationship Id="rId192" Type="http://schemas.openxmlformats.org/officeDocument/2006/relationships/customXml" Target="../ink/ink1088.xml"/><Relationship Id="rId12" Type="http://schemas.openxmlformats.org/officeDocument/2006/relationships/customXml" Target="../ink/ink998.xml"/><Relationship Id="rId33" Type="http://schemas.openxmlformats.org/officeDocument/2006/relationships/image" Target="../media/image992.png"/><Relationship Id="rId108" Type="http://schemas.openxmlformats.org/officeDocument/2006/relationships/customXml" Target="../ink/ink1046.xml"/><Relationship Id="rId129" Type="http://schemas.openxmlformats.org/officeDocument/2006/relationships/image" Target="../media/image1040.png"/><Relationship Id="rId54" Type="http://schemas.openxmlformats.org/officeDocument/2006/relationships/customXml" Target="../ink/ink1019.xml"/><Relationship Id="rId75" Type="http://schemas.openxmlformats.org/officeDocument/2006/relationships/image" Target="../media/image1013.png"/><Relationship Id="rId96" Type="http://schemas.openxmlformats.org/officeDocument/2006/relationships/customXml" Target="../ink/ink1040.xml"/><Relationship Id="rId140" Type="http://schemas.openxmlformats.org/officeDocument/2006/relationships/customXml" Target="../ink/ink1062.xml"/><Relationship Id="rId161" Type="http://schemas.openxmlformats.org/officeDocument/2006/relationships/image" Target="../media/image1056.png"/><Relationship Id="rId182" Type="http://schemas.openxmlformats.org/officeDocument/2006/relationships/customXml" Target="../ink/ink1083.xml"/><Relationship Id="rId6" Type="http://schemas.openxmlformats.org/officeDocument/2006/relationships/customXml" Target="../ink/ink995.xml"/><Relationship Id="rId23" Type="http://schemas.openxmlformats.org/officeDocument/2006/relationships/image" Target="../media/image987.png"/><Relationship Id="rId119" Type="http://schemas.openxmlformats.org/officeDocument/2006/relationships/image" Target="../media/image1035.png"/><Relationship Id="rId44" Type="http://schemas.openxmlformats.org/officeDocument/2006/relationships/customXml" Target="../ink/ink1014.xml"/><Relationship Id="rId65" Type="http://schemas.openxmlformats.org/officeDocument/2006/relationships/image" Target="../media/image1008.png"/><Relationship Id="rId86" Type="http://schemas.openxmlformats.org/officeDocument/2006/relationships/customXml" Target="../ink/ink1035.xml"/><Relationship Id="rId130" Type="http://schemas.openxmlformats.org/officeDocument/2006/relationships/customXml" Target="../ink/ink1057.xml"/><Relationship Id="rId151" Type="http://schemas.openxmlformats.org/officeDocument/2006/relationships/image" Target="../media/image1051.png"/><Relationship Id="rId172" Type="http://schemas.openxmlformats.org/officeDocument/2006/relationships/customXml" Target="../ink/ink1078.xml"/><Relationship Id="rId193" Type="http://schemas.openxmlformats.org/officeDocument/2006/relationships/image" Target="../media/image1072.png"/><Relationship Id="rId13" Type="http://schemas.openxmlformats.org/officeDocument/2006/relationships/image" Target="../media/image982.png"/><Relationship Id="rId109" Type="http://schemas.openxmlformats.org/officeDocument/2006/relationships/image" Target="../media/image1030.png"/><Relationship Id="rId34" Type="http://schemas.openxmlformats.org/officeDocument/2006/relationships/customXml" Target="../ink/ink1009.xml"/><Relationship Id="rId55" Type="http://schemas.openxmlformats.org/officeDocument/2006/relationships/image" Target="../media/image1003.png"/><Relationship Id="rId76" Type="http://schemas.openxmlformats.org/officeDocument/2006/relationships/customXml" Target="../ink/ink1030.xml"/><Relationship Id="rId97" Type="http://schemas.openxmlformats.org/officeDocument/2006/relationships/image" Target="../media/image1024.png"/><Relationship Id="rId120" Type="http://schemas.openxmlformats.org/officeDocument/2006/relationships/customXml" Target="../ink/ink1052.xml"/><Relationship Id="rId141" Type="http://schemas.openxmlformats.org/officeDocument/2006/relationships/image" Target="../media/image1046.png"/><Relationship Id="rId7" Type="http://schemas.openxmlformats.org/officeDocument/2006/relationships/image" Target="../media/image979.png"/><Relationship Id="rId162" Type="http://schemas.openxmlformats.org/officeDocument/2006/relationships/customXml" Target="../ink/ink1073.xml"/><Relationship Id="rId183" Type="http://schemas.openxmlformats.org/officeDocument/2006/relationships/image" Target="../media/image1067.png"/><Relationship Id="rId2" Type="http://schemas.openxmlformats.org/officeDocument/2006/relationships/customXml" Target="../ink/ink993.xml"/><Relationship Id="rId29" Type="http://schemas.openxmlformats.org/officeDocument/2006/relationships/image" Target="../media/image990.png"/><Relationship Id="rId24" Type="http://schemas.openxmlformats.org/officeDocument/2006/relationships/customXml" Target="../ink/ink1004.xml"/><Relationship Id="rId40" Type="http://schemas.openxmlformats.org/officeDocument/2006/relationships/customXml" Target="../ink/ink1012.xml"/><Relationship Id="rId45" Type="http://schemas.openxmlformats.org/officeDocument/2006/relationships/image" Target="../media/image998.png"/><Relationship Id="rId66" Type="http://schemas.openxmlformats.org/officeDocument/2006/relationships/customXml" Target="../ink/ink1025.xml"/><Relationship Id="rId87" Type="http://schemas.openxmlformats.org/officeDocument/2006/relationships/image" Target="../media/image1019.png"/><Relationship Id="rId110" Type="http://schemas.openxmlformats.org/officeDocument/2006/relationships/customXml" Target="../ink/ink1047.xml"/><Relationship Id="rId115" Type="http://schemas.openxmlformats.org/officeDocument/2006/relationships/image" Target="../media/image1033.png"/><Relationship Id="rId131" Type="http://schemas.openxmlformats.org/officeDocument/2006/relationships/image" Target="../media/image1041.png"/><Relationship Id="rId136" Type="http://schemas.openxmlformats.org/officeDocument/2006/relationships/customXml" Target="../ink/ink1060.xml"/><Relationship Id="rId157" Type="http://schemas.openxmlformats.org/officeDocument/2006/relationships/image" Target="../media/image1054.png"/><Relationship Id="rId178" Type="http://schemas.openxmlformats.org/officeDocument/2006/relationships/customXml" Target="../ink/ink1081.xml"/><Relationship Id="rId61" Type="http://schemas.openxmlformats.org/officeDocument/2006/relationships/image" Target="../media/image1006.png"/><Relationship Id="rId82" Type="http://schemas.openxmlformats.org/officeDocument/2006/relationships/customXml" Target="../ink/ink1033.xml"/><Relationship Id="rId152" Type="http://schemas.openxmlformats.org/officeDocument/2006/relationships/customXml" Target="../ink/ink1068.xml"/><Relationship Id="rId173" Type="http://schemas.openxmlformats.org/officeDocument/2006/relationships/image" Target="../media/image1062.png"/><Relationship Id="rId194" Type="http://schemas.openxmlformats.org/officeDocument/2006/relationships/customXml" Target="../ink/ink1089.xml"/><Relationship Id="rId199" Type="http://schemas.openxmlformats.org/officeDocument/2006/relationships/image" Target="../media/image1075.png"/><Relationship Id="rId19" Type="http://schemas.openxmlformats.org/officeDocument/2006/relationships/image" Target="../media/image985.png"/><Relationship Id="rId14" Type="http://schemas.openxmlformats.org/officeDocument/2006/relationships/customXml" Target="../ink/ink999.xml"/><Relationship Id="rId30" Type="http://schemas.openxmlformats.org/officeDocument/2006/relationships/customXml" Target="../ink/ink1007.xml"/><Relationship Id="rId35" Type="http://schemas.openxmlformats.org/officeDocument/2006/relationships/image" Target="../media/image993.png"/><Relationship Id="rId56" Type="http://schemas.openxmlformats.org/officeDocument/2006/relationships/customXml" Target="../ink/ink1020.xml"/><Relationship Id="rId77" Type="http://schemas.openxmlformats.org/officeDocument/2006/relationships/image" Target="../media/image1014.png"/><Relationship Id="rId100" Type="http://schemas.openxmlformats.org/officeDocument/2006/relationships/customXml" Target="../ink/ink1042.xml"/><Relationship Id="rId105" Type="http://schemas.openxmlformats.org/officeDocument/2006/relationships/image" Target="../media/image1028.png"/><Relationship Id="rId126" Type="http://schemas.openxmlformats.org/officeDocument/2006/relationships/customXml" Target="../ink/ink1055.xml"/><Relationship Id="rId147" Type="http://schemas.openxmlformats.org/officeDocument/2006/relationships/image" Target="../media/image1049.png"/><Relationship Id="rId168" Type="http://schemas.openxmlformats.org/officeDocument/2006/relationships/customXml" Target="../ink/ink1076.xml"/><Relationship Id="rId8" Type="http://schemas.openxmlformats.org/officeDocument/2006/relationships/customXml" Target="../ink/ink996.xml"/><Relationship Id="rId51" Type="http://schemas.openxmlformats.org/officeDocument/2006/relationships/image" Target="../media/image1001.png"/><Relationship Id="rId72" Type="http://schemas.openxmlformats.org/officeDocument/2006/relationships/customXml" Target="../ink/ink1028.xml"/><Relationship Id="rId93" Type="http://schemas.openxmlformats.org/officeDocument/2006/relationships/image" Target="../media/image1022.png"/><Relationship Id="rId98" Type="http://schemas.openxmlformats.org/officeDocument/2006/relationships/customXml" Target="../ink/ink1041.xml"/><Relationship Id="rId121" Type="http://schemas.openxmlformats.org/officeDocument/2006/relationships/image" Target="../media/image1036.png"/><Relationship Id="rId142" Type="http://schemas.openxmlformats.org/officeDocument/2006/relationships/customXml" Target="../ink/ink1063.xml"/><Relationship Id="rId163" Type="http://schemas.openxmlformats.org/officeDocument/2006/relationships/image" Target="../media/image1057.png"/><Relationship Id="rId184" Type="http://schemas.openxmlformats.org/officeDocument/2006/relationships/customXml" Target="../ink/ink1084.xml"/><Relationship Id="rId189" Type="http://schemas.openxmlformats.org/officeDocument/2006/relationships/image" Target="../media/image1070.png"/><Relationship Id="rId3" Type="http://schemas.openxmlformats.org/officeDocument/2006/relationships/image" Target="../media/image977.png"/><Relationship Id="rId25" Type="http://schemas.openxmlformats.org/officeDocument/2006/relationships/image" Target="../media/image988.png"/><Relationship Id="rId46" Type="http://schemas.openxmlformats.org/officeDocument/2006/relationships/customXml" Target="../ink/ink1015.xml"/><Relationship Id="rId67" Type="http://schemas.openxmlformats.org/officeDocument/2006/relationships/image" Target="../media/image1009.png"/><Relationship Id="rId116" Type="http://schemas.openxmlformats.org/officeDocument/2006/relationships/customXml" Target="../ink/ink1050.xml"/><Relationship Id="rId137" Type="http://schemas.openxmlformats.org/officeDocument/2006/relationships/image" Target="../media/image1044.png"/><Relationship Id="rId158" Type="http://schemas.openxmlformats.org/officeDocument/2006/relationships/customXml" Target="../ink/ink1071.xml"/><Relationship Id="rId20" Type="http://schemas.openxmlformats.org/officeDocument/2006/relationships/customXml" Target="../ink/ink1002.xml"/><Relationship Id="rId41" Type="http://schemas.openxmlformats.org/officeDocument/2006/relationships/image" Target="../media/image996.png"/><Relationship Id="rId62" Type="http://schemas.openxmlformats.org/officeDocument/2006/relationships/customXml" Target="../ink/ink1023.xml"/><Relationship Id="rId83" Type="http://schemas.openxmlformats.org/officeDocument/2006/relationships/image" Target="../media/image1017.png"/><Relationship Id="rId88" Type="http://schemas.openxmlformats.org/officeDocument/2006/relationships/customXml" Target="../ink/ink1036.xml"/><Relationship Id="rId111" Type="http://schemas.openxmlformats.org/officeDocument/2006/relationships/image" Target="../media/image1031.png"/><Relationship Id="rId132" Type="http://schemas.openxmlformats.org/officeDocument/2006/relationships/customXml" Target="../ink/ink1058.xml"/><Relationship Id="rId153" Type="http://schemas.openxmlformats.org/officeDocument/2006/relationships/image" Target="../media/image1052.png"/><Relationship Id="rId174" Type="http://schemas.openxmlformats.org/officeDocument/2006/relationships/customXml" Target="../ink/ink1079.xml"/><Relationship Id="rId179" Type="http://schemas.openxmlformats.org/officeDocument/2006/relationships/image" Target="../media/image1065.png"/><Relationship Id="rId195" Type="http://schemas.openxmlformats.org/officeDocument/2006/relationships/image" Target="../media/image1073.png"/><Relationship Id="rId190" Type="http://schemas.openxmlformats.org/officeDocument/2006/relationships/customXml" Target="../ink/ink1087.xml"/><Relationship Id="rId15" Type="http://schemas.openxmlformats.org/officeDocument/2006/relationships/image" Target="../media/image983.png"/><Relationship Id="rId36" Type="http://schemas.openxmlformats.org/officeDocument/2006/relationships/customXml" Target="../ink/ink1010.xml"/><Relationship Id="rId57" Type="http://schemas.openxmlformats.org/officeDocument/2006/relationships/image" Target="../media/image1004.png"/><Relationship Id="rId106" Type="http://schemas.openxmlformats.org/officeDocument/2006/relationships/customXml" Target="../ink/ink1045.xml"/><Relationship Id="rId127" Type="http://schemas.openxmlformats.org/officeDocument/2006/relationships/image" Target="../media/image1039.png"/><Relationship Id="rId10" Type="http://schemas.openxmlformats.org/officeDocument/2006/relationships/customXml" Target="../ink/ink997.xml"/><Relationship Id="rId31" Type="http://schemas.openxmlformats.org/officeDocument/2006/relationships/image" Target="../media/image991.png"/><Relationship Id="rId52" Type="http://schemas.openxmlformats.org/officeDocument/2006/relationships/customXml" Target="../ink/ink1018.xml"/><Relationship Id="rId73" Type="http://schemas.openxmlformats.org/officeDocument/2006/relationships/image" Target="../media/image1012.png"/><Relationship Id="rId78" Type="http://schemas.openxmlformats.org/officeDocument/2006/relationships/customXml" Target="../ink/ink1031.xml"/><Relationship Id="rId94" Type="http://schemas.openxmlformats.org/officeDocument/2006/relationships/customXml" Target="../ink/ink1039.xml"/><Relationship Id="rId99" Type="http://schemas.openxmlformats.org/officeDocument/2006/relationships/image" Target="../media/image1025.png"/><Relationship Id="rId101" Type="http://schemas.openxmlformats.org/officeDocument/2006/relationships/image" Target="../media/image1026.png"/><Relationship Id="rId122" Type="http://schemas.openxmlformats.org/officeDocument/2006/relationships/customXml" Target="../ink/ink1053.xml"/><Relationship Id="rId143" Type="http://schemas.openxmlformats.org/officeDocument/2006/relationships/image" Target="../media/image1047.png"/><Relationship Id="rId148" Type="http://schemas.openxmlformats.org/officeDocument/2006/relationships/customXml" Target="../ink/ink1066.xml"/><Relationship Id="rId164" Type="http://schemas.openxmlformats.org/officeDocument/2006/relationships/customXml" Target="../ink/ink1074.xml"/><Relationship Id="rId169" Type="http://schemas.openxmlformats.org/officeDocument/2006/relationships/image" Target="../media/image1060.png"/><Relationship Id="rId185" Type="http://schemas.openxmlformats.org/officeDocument/2006/relationships/image" Target="../media/image1068.png"/><Relationship Id="rId4" Type="http://schemas.openxmlformats.org/officeDocument/2006/relationships/customXml" Target="../ink/ink994.xml"/><Relationship Id="rId9" Type="http://schemas.openxmlformats.org/officeDocument/2006/relationships/image" Target="../media/image980.png"/><Relationship Id="rId180" Type="http://schemas.openxmlformats.org/officeDocument/2006/relationships/customXml" Target="../ink/ink1082.xml"/><Relationship Id="rId26" Type="http://schemas.openxmlformats.org/officeDocument/2006/relationships/customXml" Target="../ink/ink1005.xml"/><Relationship Id="rId47" Type="http://schemas.openxmlformats.org/officeDocument/2006/relationships/image" Target="../media/image999.png"/><Relationship Id="rId68" Type="http://schemas.openxmlformats.org/officeDocument/2006/relationships/customXml" Target="../ink/ink1026.xml"/><Relationship Id="rId89" Type="http://schemas.openxmlformats.org/officeDocument/2006/relationships/image" Target="../media/image1020.png"/><Relationship Id="rId112" Type="http://schemas.openxmlformats.org/officeDocument/2006/relationships/customXml" Target="../ink/ink1048.xml"/><Relationship Id="rId133" Type="http://schemas.openxmlformats.org/officeDocument/2006/relationships/image" Target="../media/image1042.png"/><Relationship Id="rId154" Type="http://schemas.openxmlformats.org/officeDocument/2006/relationships/customXml" Target="../ink/ink1069.xml"/><Relationship Id="rId175" Type="http://schemas.openxmlformats.org/officeDocument/2006/relationships/image" Target="../media/image1063.png"/><Relationship Id="rId196" Type="http://schemas.openxmlformats.org/officeDocument/2006/relationships/customXml" Target="../ink/ink1090.xml"/><Relationship Id="rId200" Type="http://schemas.openxmlformats.org/officeDocument/2006/relationships/customXml" Target="../ink/ink1092.xml"/><Relationship Id="rId16" Type="http://schemas.openxmlformats.org/officeDocument/2006/relationships/customXml" Target="../ink/ink1000.xml"/><Relationship Id="rId37" Type="http://schemas.openxmlformats.org/officeDocument/2006/relationships/image" Target="../media/image994.png"/><Relationship Id="rId58" Type="http://schemas.openxmlformats.org/officeDocument/2006/relationships/customXml" Target="../ink/ink1021.xml"/><Relationship Id="rId79" Type="http://schemas.openxmlformats.org/officeDocument/2006/relationships/image" Target="../media/image1015.png"/><Relationship Id="rId102" Type="http://schemas.openxmlformats.org/officeDocument/2006/relationships/customXml" Target="../ink/ink1043.xml"/><Relationship Id="rId123" Type="http://schemas.openxmlformats.org/officeDocument/2006/relationships/image" Target="../media/image1037.png"/><Relationship Id="rId144" Type="http://schemas.openxmlformats.org/officeDocument/2006/relationships/customXml" Target="../ink/ink1064.xml"/><Relationship Id="rId90" Type="http://schemas.openxmlformats.org/officeDocument/2006/relationships/customXml" Target="../ink/ink1037.xml"/><Relationship Id="rId165" Type="http://schemas.openxmlformats.org/officeDocument/2006/relationships/image" Target="../media/image1058.png"/><Relationship Id="rId186" Type="http://schemas.openxmlformats.org/officeDocument/2006/relationships/customXml" Target="../ink/ink1085.xml"/><Relationship Id="rId27" Type="http://schemas.openxmlformats.org/officeDocument/2006/relationships/image" Target="../media/image989.png"/><Relationship Id="rId48" Type="http://schemas.openxmlformats.org/officeDocument/2006/relationships/customXml" Target="../ink/ink1016.xml"/><Relationship Id="rId69" Type="http://schemas.openxmlformats.org/officeDocument/2006/relationships/image" Target="../media/image1010.png"/><Relationship Id="rId113" Type="http://schemas.openxmlformats.org/officeDocument/2006/relationships/image" Target="../media/image1032.png"/><Relationship Id="rId134" Type="http://schemas.openxmlformats.org/officeDocument/2006/relationships/customXml" Target="../ink/ink1059.xml"/><Relationship Id="rId80" Type="http://schemas.openxmlformats.org/officeDocument/2006/relationships/customXml" Target="../ink/ink1032.xml"/><Relationship Id="rId155" Type="http://schemas.openxmlformats.org/officeDocument/2006/relationships/image" Target="../media/image1053.png"/><Relationship Id="rId176" Type="http://schemas.openxmlformats.org/officeDocument/2006/relationships/customXml" Target="../ink/ink1080.xml"/><Relationship Id="rId197" Type="http://schemas.openxmlformats.org/officeDocument/2006/relationships/image" Target="../media/image1074.png"/><Relationship Id="rId201" Type="http://schemas.openxmlformats.org/officeDocument/2006/relationships/image" Target="../media/image909.png"/><Relationship Id="rId17" Type="http://schemas.openxmlformats.org/officeDocument/2006/relationships/image" Target="../media/image984.png"/><Relationship Id="rId38" Type="http://schemas.openxmlformats.org/officeDocument/2006/relationships/customXml" Target="../ink/ink1011.xml"/><Relationship Id="rId59" Type="http://schemas.openxmlformats.org/officeDocument/2006/relationships/image" Target="../media/image1005.png"/><Relationship Id="rId103" Type="http://schemas.openxmlformats.org/officeDocument/2006/relationships/image" Target="../media/image1027.png"/><Relationship Id="rId124" Type="http://schemas.openxmlformats.org/officeDocument/2006/relationships/customXml" Target="../ink/ink1054.xml"/><Relationship Id="rId70" Type="http://schemas.openxmlformats.org/officeDocument/2006/relationships/customXml" Target="../ink/ink1027.xml"/><Relationship Id="rId91" Type="http://schemas.openxmlformats.org/officeDocument/2006/relationships/image" Target="../media/image1021.png"/><Relationship Id="rId145" Type="http://schemas.openxmlformats.org/officeDocument/2006/relationships/image" Target="../media/image1048.png"/><Relationship Id="rId166" Type="http://schemas.openxmlformats.org/officeDocument/2006/relationships/customXml" Target="../ink/ink1075.xml"/><Relationship Id="rId187" Type="http://schemas.openxmlformats.org/officeDocument/2006/relationships/image" Target="../media/image1069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006.xml"/><Relationship Id="rId49" Type="http://schemas.openxmlformats.org/officeDocument/2006/relationships/image" Target="../media/image1000.png"/><Relationship Id="rId114" Type="http://schemas.openxmlformats.org/officeDocument/2006/relationships/customXml" Target="../ink/ink1049.xml"/><Relationship Id="rId60" Type="http://schemas.openxmlformats.org/officeDocument/2006/relationships/customXml" Target="../ink/ink1022.xml"/><Relationship Id="rId81" Type="http://schemas.openxmlformats.org/officeDocument/2006/relationships/image" Target="../media/image1016.png"/><Relationship Id="rId135" Type="http://schemas.openxmlformats.org/officeDocument/2006/relationships/image" Target="../media/image1043.png"/><Relationship Id="rId156" Type="http://schemas.openxmlformats.org/officeDocument/2006/relationships/customXml" Target="../ink/ink1070.xml"/><Relationship Id="rId177" Type="http://schemas.openxmlformats.org/officeDocument/2006/relationships/image" Target="../media/image1064.png"/><Relationship Id="rId198" Type="http://schemas.openxmlformats.org/officeDocument/2006/relationships/customXml" Target="../ink/ink1091.xml"/><Relationship Id="rId18" Type="http://schemas.openxmlformats.org/officeDocument/2006/relationships/customXml" Target="../ink/ink1001.xml"/><Relationship Id="rId39" Type="http://schemas.openxmlformats.org/officeDocument/2006/relationships/image" Target="../media/image995.png"/><Relationship Id="rId50" Type="http://schemas.openxmlformats.org/officeDocument/2006/relationships/customXml" Target="../ink/ink1017.xml"/><Relationship Id="rId104" Type="http://schemas.openxmlformats.org/officeDocument/2006/relationships/customXml" Target="../ink/ink1044.xml"/><Relationship Id="rId125" Type="http://schemas.openxmlformats.org/officeDocument/2006/relationships/image" Target="../media/image1038.png"/><Relationship Id="rId146" Type="http://schemas.openxmlformats.org/officeDocument/2006/relationships/customXml" Target="../ink/ink1065.xml"/><Relationship Id="rId167" Type="http://schemas.openxmlformats.org/officeDocument/2006/relationships/image" Target="../media/image1059.png"/><Relationship Id="rId188" Type="http://schemas.openxmlformats.org/officeDocument/2006/relationships/customXml" Target="../ink/ink1086.xml"/><Relationship Id="rId71" Type="http://schemas.openxmlformats.org/officeDocument/2006/relationships/image" Target="../media/image1011.png"/><Relationship Id="rId92" Type="http://schemas.openxmlformats.org/officeDocument/2006/relationships/customXml" Target="../ink/ink1038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105.xml"/><Relationship Id="rId21" Type="http://schemas.openxmlformats.org/officeDocument/2006/relationships/image" Target="../media/image1085.png"/><Relationship Id="rId42" Type="http://schemas.openxmlformats.org/officeDocument/2006/relationships/customXml" Target="../ink/ink1113.xml"/><Relationship Id="rId47" Type="http://schemas.openxmlformats.org/officeDocument/2006/relationships/image" Target="../media/image1098.png"/><Relationship Id="rId63" Type="http://schemas.openxmlformats.org/officeDocument/2006/relationships/image" Target="../media/image1105.png"/><Relationship Id="rId68" Type="http://schemas.openxmlformats.org/officeDocument/2006/relationships/customXml" Target="../ink/ink1126.xml"/><Relationship Id="rId84" Type="http://schemas.openxmlformats.org/officeDocument/2006/relationships/customXml" Target="../ink/ink1134.xml"/><Relationship Id="rId89" Type="http://schemas.openxmlformats.org/officeDocument/2006/relationships/image" Target="../media/image1118.png"/><Relationship Id="rId112" Type="http://schemas.openxmlformats.org/officeDocument/2006/relationships/customXml" Target="../ink/ink1148.xml"/><Relationship Id="rId16" Type="http://schemas.openxmlformats.org/officeDocument/2006/relationships/customXml" Target="../ink/ink1100.xml"/><Relationship Id="rId107" Type="http://schemas.openxmlformats.org/officeDocument/2006/relationships/image" Target="../media/image1127.png"/><Relationship Id="rId11" Type="http://schemas.openxmlformats.org/officeDocument/2006/relationships/image" Target="../media/image1080.png"/><Relationship Id="rId32" Type="http://schemas.openxmlformats.org/officeDocument/2006/relationships/customXml" Target="../ink/ink1108.xml"/><Relationship Id="rId37" Type="http://schemas.openxmlformats.org/officeDocument/2006/relationships/image" Target="../media/image1093.png"/><Relationship Id="rId53" Type="http://schemas.openxmlformats.org/officeDocument/2006/relationships/image" Target="../media/image909.png"/><Relationship Id="rId58" Type="http://schemas.openxmlformats.org/officeDocument/2006/relationships/customXml" Target="../ink/ink1121.xml"/><Relationship Id="rId74" Type="http://schemas.openxmlformats.org/officeDocument/2006/relationships/customXml" Target="../ink/ink1129.xml"/><Relationship Id="rId79" Type="http://schemas.openxmlformats.org/officeDocument/2006/relationships/image" Target="../media/image1113.png"/><Relationship Id="rId102" Type="http://schemas.openxmlformats.org/officeDocument/2006/relationships/customXml" Target="../ink/ink1143.xml"/><Relationship Id="rId5" Type="http://schemas.openxmlformats.org/officeDocument/2006/relationships/image" Target="../media/image1077.png"/><Relationship Id="rId90" Type="http://schemas.openxmlformats.org/officeDocument/2006/relationships/customXml" Target="../ink/ink1137.xml"/><Relationship Id="rId95" Type="http://schemas.openxmlformats.org/officeDocument/2006/relationships/image" Target="../media/image1121.png"/><Relationship Id="rId22" Type="http://schemas.openxmlformats.org/officeDocument/2006/relationships/customXml" Target="../ink/ink1103.xml"/><Relationship Id="rId27" Type="http://schemas.openxmlformats.org/officeDocument/2006/relationships/image" Target="../media/image1088.png"/><Relationship Id="rId43" Type="http://schemas.openxmlformats.org/officeDocument/2006/relationships/image" Target="../media/image1096.png"/><Relationship Id="rId48" Type="http://schemas.openxmlformats.org/officeDocument/2006/relationships/customXml" Target="../ink/ink1116.xml"/><Relationship Id="rId64" Type="http://schemas.openxmlformats.org/officeDocument/2006/relationships/customXml" Target="../ink/ink1124.xml"/><Relationship Id="rId69" Type="http://schemas.openxmlformats.org/officeDocument/2006/relationships/image" Target="../media/image1108.png"/><Relationship Id="rId113" Type="http://schemas.openxmlformats.org/officeDocument/2006/relationships/image" Target="../media/image1130.png"/><Relationship Id="rId80" Type="http://schemas.openxmlformats.org/officeDocument/2006/relationships/customXml" Target="../ink/ink1132.xml"/><Relationship Id="rId85" Type="http://schemas.openxmlformats.org/officeDocument/2006/relationships/image" Target="../media/image1116.png"/><Relationship Id="rId12" Type="http://schemas.openxmlformats.org/officeDocument/2006/relationships/customXml" Target="../ink/ink1098.xml"/><Relationship Id="rId17" Type="http://schemas.openxmlformats.org/officeDocument/2006/relationships/image" Target="../media/image1083.png"/><Relationship Id="rId33" Type="http://schemas.openxmlformats.org/officeDocument/2006/relationships/image" Target="../media/image1091.png"/><Relationship Id="rId38" Type="http://schemas.openxmlformats.org/officeDocument/2006/relationships/customXml" Target="../ink/ink1111.xml"/><Relationship Id="rId59" Type="http://schemas.openxmlformats.org/officeDocument/2006/relationships/image" Target="../media/image1103.png"/><Relationship Id="rId103" Type="http://schemas.openxmlformats.org/officeDocument/2006/relationships/image" Target="../media/image1125.png"/><Relationship Id="rId108" Type="http://schemas.openxmlformats.org/officeDocument/2006/relationships/customXml" Target="../ink/ink1146.xml"/><Relationship Id="rId54" Type="http://schemas.openxmlformats.org/officeDocument/2006/relationships/customXml" Target="../ink/ink1119.xml"/><Relationship Id="rId70" Type="http://schemas.openxmlformats.org/officeDocument/2006/relationships/customXml" Target="../ink/ink1127.xml"/><Relationship Id="rId75" Type="http://schemas.openxmlformats.org/officeDocument/2006/relationships/image" Target="../media/image1111.png"/><Relationship Id="rId91" Type="http://schemas.openxmlformats.org/officeDocument/2006/relationships/image" Target="../media/image1119.png"/><Relationship Id="rId96" Type="http://schemas.openxmlformats.org/officeDocument/2006/relationships/customXml" Target="../ink/ink114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95.xml"/><Relationship Id="rId15" Type="http://schemas.openxmlformats.org/officeDocument/2006/relationships/image" Target="../media/image1082.png"/><Relationship Id="rId23" Type="http://schemas.openxmlformats.org/officeDocument/2006/relationships/image" Target="../media/image1086.png"/><Relationship Id="rId28" Type="http://schemas.openxmlformats.org/officeDocument/2006/relationships/customXml" Target="../ink/ink1106.xml"/><Relationship Id="rId36" Type="http://schemas.openxmlformats.org/officeDocument/2006/relationships/customXml" Target="../ink/ink1110.xml"/><Relationship Id="rId49" Type="http://schemas.openxmlformats.org/officeDocument/2006/relationships/image" Target="../media/image1099.png"/><Relationship Id="rId57" Type="http://schemas.openxmlformats.org/officeDocument/2006/relationships/image" Target="../media/image1102.png"/><Relationship Id="rId106" Type="http://schemas.openxmlformats.org/officeDocument/2006/relationships/customXml" Target="../ink/ink1145.xml"/><Relationship Id="rId10" Type="http://schemas.openxmlformats.org/officeDocument/2006/relationships/customXml" Target="../ink/ink1097.xml"/><Relationship Id="rId31" Type="http://schemas.openxmlformats.org/officeDocument/2006/relationships/image" Target="../media/image1090.png"/><Relationship Id="rId44" Type="http://schemas.openxmlformats.org/officeDocument/2006/relationships/customXml" Target="../ink/ink1114.xml"/><Relationship Id="rId52" Type="http://schemas.openxmlformats.org/officeDocument/2006/relationships/customXml" Target="../ink/ink1118.xml"/><Relationship Id="rId60" Type="http://schemas.openxmlformats.org/officeDocument/2006/relationships/customXml" Target="../ink/ink1122.xml"/><Relationship Id="rId65" Type="http://schemas.openxmlformats.org/officeDocument/2006/relationships/image" Target="../media/image1106.png"/><Relationship Id="rId73" Type="http://schemas.openxmlformats.org/officeDocument/2006/relationships/image" Target="../media/image1110.png"/><Relationship Id="rId78" Type="http://schemas.openxmlformats.org/officeDocument/2006/relationships/customXml" Target="../ink/ink1131.xml"/><Relationship Id="rId81" Type="http://schemas.openxmlformats.org/officeDocument/2006/relationships/image" Target="../media/image1114.png"/><Relationship Id="rId86" Type="http://schemas.openxmlformats.org/officeDocument/2006/relationships/customXml" Target="../ink/ink1135.xml"/><Relationship Id="rId94" Type="http://schemas.openxmlformats.org/officeDocument/2006/relationships/customXml" Target="../ink/ink1139.xml"/><Relationship Id="rId99" Type="http://schemas.openxmlformats.org/officeDocument/2006/relationships/image" Target="../media/image1123.png"/><Relationship Id="rId101" Type="http://schemas.openxmlformats.org/officeDocument/2006/relationships/image" Target="../media/image1124.png"/><Relationship Id="rId4" Type="http://schemas.openxmlformats.org/officeDocument/2006/relationships/customXml" Target="../ink/ink1094.xml"/><Relationship Id="rId9" Type="http://schemas.openxmlformats.org/officeDocument/2006/relationships/image" Target="../media/image1079.png"/><Relationship Id="rId13" Type="http://schemas.openxmlformats.org/officeDocument/2006/relationships/image" Target="../media/image1081.png"/><Relationship Id="rId18" Type="http://schemas.openxmlformats.org/officeDocument/2006/relationships/customXml" Target="../ink/ink1101.xml"/><Relationship Id="rId39" Type="http://schemas.openxmlformats.org/officeDocument/2006/relationships/image" Target="../media/image1094.png"/><Relationship Id="rId109" Type="http://schemas.openxmlformats.org/officeDocument/2006/relationships/image" Target="../media/image1128.png"/><Relationship Id="rId34" Type="http://schemas.openxmlformats.org/officeDocument/2006/relationships/customXml" Target="../ink/ink1109.xml"/><Relationship Id="rId50" Type="http://schemas.openxmlformats.org/officeDocument/2006/relationships/customXml" Target="../ink/ink1117.xml"/><Relationship Id="rId55" Type="http://schemas.openxmlformats.org/officeDocument/2006/relationships/image" Target="../media/image1101.png"/><Relationship Id="rId76" Type="http://schemas.openxmlformats.org/officeDocument/2006/relationships/customXml" Target="../ink/ink1130.xml"/><Relationship Id="rId97" Type="http://schemas.openxmlformats.org/officeDocument/2006/relationships/image" Target="../media/image1122.png"/><Relationship Id="rId104" Type="http://schemas.openxmlformats.org/officeDocument/2006/relationships/customXml" Target="../ink/ink1144.xml"/><Relationship Id="rId7" Type="http://schemas.openxmlformats.org/officeDocument/2006/relationships/image" Target="../media/image1078.png"/><Relationship Id="rId71" Type="http://schemas.openxmlformats.org/officeDocument/2006/relationships/image" Target="../media/image1109.png"/><Relationship Id="rId92" Type="http://schemas.openxmlformats.org/officeDocument/2006/relationships/customXml" Target="../ink/ink1138.xml"/><Relationship Id="rId2" Type="http://schemas.openxmlformats.org/officeDocument/2006/relationships/customXml" Target="../ink/ink1093.xml"/><Relationship Id="rId29" Type="http://schemas.openxmlformats.org/officeDocument/2006/relationships/image" Target="../media/image1089.png"/><Relationship Id="rId24" Type="http://schemas.openxmlformats.org/officeDocument/2006/relationships/customXml" Target="../ink/ink1104.xml"/><Relationship Id="rId40" Type="http://schemas.openxmlformats.org/officeDocument/2006/relationships/customXml" Target="../ink/ink1112.xml"/><Relationship Id="rId45" Type="http://schemas.openxmlformats.org/officeDocument/2006/relationships/image" Target="../media/image1097.png"/><Relationship Id="rId66" Type="http://schemas.openxmlformats.org/officeDocument/2006/relationships/customXml" Target="../ink/ink1125.xml"/><Relationship Id="rId87" Type="http://schemas.openxmlformats.org/officeDocument/2006/relationships/image" Target="../media/image1117.png"/><Relationship Id="rId110" Type="http://schemas.openxmlformats.org/officeDocument/2006/relationships/customXml" Target="../ink/ink1147.xml"/><Relationship Id="rId61" Type="http://schemas.openxmlformats.org/officeDocument/2006/relationships/image" Target="../media/image1104.png"/><Relationship Id="rId82" Type="http://schemas.openxmlformats.org/officeDocument/2006/relationships/customXml" Target="../ink/ink1133.xml"/><Relationship Id="rId19" Type="http://schemas.openxmlformats.org/officeDocument/2006/relationships/image" Target="../media/image1084.png"/><Relationship Id="rId14" Type="http://schemas.openxmlformats.org/officeDocument/2006/relationships/customXml" Target="../ink/ink1099.xml"/><Relationship Id="rId30" Type="http://schemas.openxmlformats.org/officeDocument/2006/relationships/customXml" Target="../ink/ink1107.xml"/><Relationship Id="rId35" Type="http://schemas.openxmlformats.org/officeDocument/2006/relationships/image" Target="../media/image1092.png"/><Relationship Id="rId56" Type="http://schemas.openxmlformats.org/officeDocument/2006/relationships/customXml" Target="../ink/ink1120.xml"/><Relationship Id="rId77" Type="http://schemas.openxmlformats.org/officeDocument/2006/relationships/image" Target="../media/image1112.png"/><Relationship Id="rId100" Type="http://schemas.openxmlformats.org/officeDocument/2006/relationships/customXml" Target="../ink/ink1142.xml"/><Relationship Id="rId105" Type="http://schemas.openxmlformats.org/officeDocument/2006/relationships/image" Target="../media/image1126.png"/><Relationship Id="rId8" Type="http://schemas.openxmlformats.org/officeDocument/2006/relationships/customXml" Target="../ink/ink1096.xml"/><Relationship Id="rId51" Type="http://schemas.openxmlformats.org/officeDocument/2006/relationships/image" Target="../media/image1100.png"/><Relationship Id="rId72" Type="http://schemas.openxmlformats.org/officeDocument/2006/relationships/customXml" Target="../ink/ink1128.xml"/><Relationship Id="rId93" Type="http://schemas.openxmlformats.org/officeDocument/2006/relationships/image" Target="../media/image1120.png"/><Relationship Id="rId98" Type="http://schemas.openxmlformats.org/officeDocument/2006/relationships/customXml" Target="../ink/ink1141.xml"/><Relationship Id="rId3" Type="http://schemas.openxmlformats.org/officeDocument/2006/relationships/image" Target="../media/image1076.png"/><Relationship Id="rId25" Type="http://schemas.openxmlformats.org/officeDocument/2006/relationships/image" Target="../media/image1087.png"/><Relationship Id="rId46" Type="http://schemas.openxmlformats.org/officeDocument/2006/relationships/customXml" Target="../ink/ink1115.xml"/><Relationship Id="rId67" Type="http://schemas.openxmlformats.org/officeDocument/2006/relationships/image" Target="../media/image1107.png"/><Relationship Id="rId20" Type="http://schemas.openxmlformats.org/officeDocument/2006/relationships/customXml" Target="../ink/ink1102.xml"/><Relationship Id="rId41" Type="http://schemas.openxmlformats.org/officeDocument/2006/relationships/image" Target="../media/image1095.png"/><Relationship Id="rId62" Type="http://schemas.openxmlformats.org/officeDocument/2006/relationships/customXml" Target="../ink/ink1123.xml"/><Relationship Id="rId83" Type="http://schemas.openxmlformats.org/officeDocument/2006/relationships/image" Target="../media/image1115.png"/><Relationship Id="rId88" Type="http://schemas.openxmlformats.org/officeDocument/2006/relationships/customXml" Target="../ink/ink1136.xml"/><Relationship Id="rId111" Type="http://schemas.openxmlformats.org/officeDocument/2006/relationships/image" Target="../media/image11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8EB428E1-2471-D361-0BAC-5B58B03F6A52}"/>
              </a:ext>
            </a:extLst>
          </p:cNvPr>
          <p:cNvGrpSpPr/>
          <p:nvPr/>
        </p:nvGrpSpPr>
        <p:grpSpPr>
          <a:xfrm>
            <a:off x="6734907" y="31227"/>
            <a:ext cx="5007240" cy="3285720"/>
            <a:chOff x="6734907" y="31227"/>
            <a:chExt cx="5007240" cy="328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2CA09BF-8E54-2EEE-A7AD-3FCF2EC8370F}"/>
                    </a:ext>
                  </a:extLst>
                </p14:cNvPr>
                <p14:cNvContentPartPr/>
                <p14:nvPr/>
              </p14:nvContentPartPr>
              <p14:xfrm>
                <a:off x="7451307" y="822867"/>
                <a:ext cx="455760" cy="7650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2CA09BF-8E54-2EEE-A7AD-3FCF2EC8370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445187" y="816747"/>
                  <a:ext cx="468000" cy="77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8CE013C-8710-349A-336B-5C939F682C8D}"/>
                    </a:ext>
                  </a:extLst>
                </p14:cNvPr>
                <p14:cNvContentPartPr/>
                <p14:nvPr/>
              </p14:nvContentPartPr>
              <p14:xfrm>
                <a:off x="7625907" y="308427"/>
                <a:ext cx="364320" cy="279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8CE013C-8710-349A-336B-5C939F682C8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619787" y="302307"/>
                  <a:ext cx="3765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8E4ACD8-29A9-B81D-B070-25FE2A9143D8}"/>
                    </a:ext>
                  </a:extLst>
                </p14:cNvPr>
                <p14:cNvContentPartPr/>
                <p14:nvPr/>
              </p14:nvContentPartPr>
              <p14:xfrm>
                <a:off x="8282907" y="271707"/>
                <a:ext cx="22680" cy="202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8E4ACD8-29A9-B81D-B070-25FE2A9143D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76787" y="265587"/>
                  <a:ext cx="349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64AB1D7-2CFA-E2E9-569E-D696B96D0C7A}"/>
                    </a:ext>
                  </a:extLst>
                </p14:cNvPr>
                <p14:cNvContentPartPr/>
                <p14:nvPr/>
              </p14:nvContentPartPr>
              <p14:xfrm>
                <a:off x="9002187" y="516147"/>
                <a:ext cx="268560" cy="492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64AB1D7-2CFA-E2E9-569E-D696B96D0C7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96067" y="510027"/>
                  <a:ext cx="28080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7B3F4F7-E4D0-3D73-9022-DD704D283F37}"/>
                    </a:ext>
                  </a:extLst>
                </p14:cNvPr>
                <p14:cNvContentPartPr/>
                <p14:nvPr/>
              </p14:nvContentPartPr>
              <p14:xfrm>
                <a:off x="9316467" y="206187"/>
                <a:ext cx="429120" cy="155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7B3F4F7-E4D0-3D73-9022-DD704D283F3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10347" y="200067"/>
                  <a:ext cx="4413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28E4682-CEDE-7331-80E8-B1ECEFEBFE23}"/>
                    </a:ext>
                  </a:extLst>
                </p14:cNvPr>
                <p14:cNvContentPartPr/>
                <p14:nvPr/>
              </p14:nvContentPartPr>
              <p14:xfrm>
                <a:off x="10115307" y="309867"/>
                <a:ext cx="142920" cy="1371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28E4682-CEDE-7331-80E8-B1ECEFEBFE2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109187" y="303747"/>
                  <a:ext cx="1551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9CA33C3D-0E60-3562-EAD5-9593452A7E9E}"/>
                    </a:ext>
                  </a:extLst>
                </p14:cNvPr>
                <p14:cNvContentPartPr/>
                <p14:nvPr/>
              </p14:nvContentPartPr>
              <p14:xfrm>
                <a:off x="10027107" y="309867"/>
                <a:ext cx="675720" cy="455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9CA33C3D-0E60-3562-EAD5-9593452A7E9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020987" y="303747"/>
                  <a:ext cx="6879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86E48EC-0E3C-1FE5-EA51-8DE81FF63DBC}"/>
                    </a:ext>
                  </a:extLst>
                </p14:cNvPr>
                <p14:cNvContentPartPr/>
                <p14:nvPr/>
              </p14:nvContentPartPr>
              <p14:xfrm>
                <a:off x="9159147" y="584547"/>
                <a:ext cx="32400" cy="1035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86E48EC-0E3C-1FE5-EA51-8DE81FF63DB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53027" y="578427"/>
                  <a:ext cx="44640" cy="10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3EDC7AC-372E-FD5E-7209-3267D572E0F7}"/>
                    </a:ext>
                  </a:extLst>
                </p14:cNvPr>
                <p14:cNvContentPartPr/>
                <p14:nvPr/>
              </p14:nvContentPartPr>
              <p14:xfrm>
                <a:off x="9285147" y="98907"/>
                <a:ext cx="716040" cy="959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3EDC7AC-372E-FD5E-7209-3267D572E0F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279027" y="92787"/>
                  <a:ext cx="728280" cy="9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8B96855-7F1B-E7B1-3727-81140A2309AF}"/>
                    </a:ext>
                  </a:extLst>
                </p14:cNvPr>
                <p14:cNvContentPartPr/>
                <p14:nvPr/>
              </p14:nvContentPartPr>
              <p14:xfrm>
                <a:off x="7438707" y="1960107"/>
                <a:ext cx="372600" cy="479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8B96855-7F1B-E7B1-3727-81140A2309A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432587" y="1953987"/>
                  <a:ext cx="38484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2776C71-2AB8-E657-B7B6-7620501D72CB}"/>
                    </a:ext>
                  </a:extLst>
                </p14:cNvPr>
                <p14:cNvContentPartPr/>
                <p14:nvPr/>
              </p14:nvContentPartPr>
              <p14:xfrm>
                <a:off x="7810587" y="2379147"/>
                <a:ext cx="88200" cy="284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2776C71-2AB8-E657-B7B6-7620501D72C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804467" y="2373027"/>
                  <a:ext cx="1004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58E883A-1BC1-A8CF-9080-9135F19C6702}"/>
                    </a:ext>
                  </a:extLst>
                </p14:cNvPr>
                <p14:cNvContentPartPr/>
                <p14:nvPr/>
              </p14:nvContentPartPr>
              <p14:xfrm>
                <a:off x="9160587" y="2192667"/>
                <a:ext cx="317880" cy="459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58E883A-1BC1-A8CF-9080-9135F19C670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154467" y="2186547"/>
                  <a:ext cx="33012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C330288-71B8-B66F-6428-8BDC8720634C}"/>
                    </a:ext>
                  </a:extLst>
                </p14:cNvPr>
                <p14:cNvContentPartPr/>
                <p14:nvPr/>
              </p14:nvContentPartPr>
              <p14:xfrm>
                <a:off x="9648387" y="2544027"/>
                <a:ext cx="255600" cy="282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C330288-71B8-B66F-6428-8BDC8720634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642267" y="2537907"/>
                  <a:ext cx="2678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E00BFD4-15DF-6FE9-4A4C-A7E7115EF55B}"/>
                    </a:ext>
                  </a:extLst>
                </p14:cNvPr>
                <p14:cNvContentPartPr/>
                <p14:nvPr/>
              </p14:nvContentPartPr>
              <p14:xfrm>
                <a:off x="8231427" y="499587"/>
                <a:ext cx="935640" cy="1445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E00BFD4-15DF-6FE9-4A4C-A7E7115EF55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25307" y="493467"/>
                  <a:ext cx="947880" cy="14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46C5EF5-94ED-BE23-E36B-E089CD2E25ED}"/>
                    </a:ext>
                  </a:extLst>
                </p14:cNvPr>
                <p14:cNvContentPartPr/>
                <p14:nvPr/>
              </p14:nvContentPartPr>
              <p14:xfrm>
                <a:off x="8898507" y="1810347"/>
                <a:ext cx="241560" cy="301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46C5EF5-94ED-BE23-E36B-E089CD2E25E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892387" y="1804227"/>
                  <a:ext cx="2538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F37160E-8F04-917D-6909-F758E2FDC648}"/>
                    </a:ext>
                  </a:extLst>
                </p14:cNvPr>
                <p14:cNvContentPartPr/>
                <p14:nvPr/>
              </p14:nvContentPartPr>
              <p14:xfrm>
                <a:off x="7782867" y="1122027"/>
                <a:ext cx="1236240" cy="207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F37160E-8F04-917D-6909-F758E2FDC64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776747" y="1115907"/>
                  <a:ext cx="12484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7578B86-1B5A-4D94-2F1D-5C434B4C77A0}"/>
                    </a:ext>
                  </a:extLst>
                </p14:cNvPr>
                <p14:cNvContentPartPr/>
                <p14:nvPr/>
              </p14:nvContentPartPr>
              <p14:xfrm>
                <a:off x="6734907" y="31227"/>
                <a:ext cx="5007240" cy="3285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7578B86-1B5A-4D94-2F1D-5C434B4C77A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28787" y="25107"/>
                  <a:ext cx="5019480" cy="329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8E6DE08-C5F4-3B0A-8EB3-ABF07D2CFA5C}"/>
              </a:ext>
            </a:extLst>
          </p:cNvPr>
          <p:cNvGrpSpPr/>
          <p:nvPr/>
        </p:nvGrpSpPr>
        <p:grpSpPr>
          <a:xfrm>
            <a:off x="1369467" y="3566787"/>
            <a:ext cx="9658440" cy="2028960"/>
            <a:chOff x="1369467" y="3566787"/>
            <a:chExt cx="9658440" cy="20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837C0D3-C610-F097-96A0-36C60796FE2E}"/>
                    </a:ext>
                  </a:extLst>
                </p14:cNvPr>
                <p14:cNvContentPartPr/>
                <p14:nvPr/>
              </p14:nvContentPartPr>
              <p14:xfrm>
                <a:off x="1369467" y="3813027"/>
                <a:ext cx="548280" cy="12913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837C0D3-C610-F097-96A0-36C60796FE2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363347" y="3806907"/>
                  <a:ext cx="560520" cy="13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39E6082-1271-4D89-A07D-1AA6B778850F}"/>
                    </a:ext>
                  </a:extLst>
                </p14:cNvPr>
                <p14:cNvContentPartPr/>
                <p14:nvPr/>
              </p14:nvContentPartPr>
              <p14:xfrm>
                <a:off x="2152827" y="4692147"/>
                <a:ext cx="69120" cy="487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39E6082-1271-4D89-A07D-1AA6B778850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146707" y="4686027"/>
                  <a:ext cx="8136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6722FDA-D2D2-9DF8-DF50-D799EE244D02}"/>
                    </a:ext>
                  </a:extLst>
                </p14:cNvPr>
                <p14:cNvContentPartPr/>
                <p14:nvPr/>
              </p14:nvContentPartPr>
              <p14:xfrm>
                <a:off x="2239947" y="4317387"/>
                <a:ext cx="360" cy="14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6722FDA-D2D2-9DF8-DF50-D799EE244D0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33827" y="4311267"/>
                  <a:ext cx="126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72D0039-37BC-A419-1FDB-B795337A0319}"/>
                    </a:ext>
                  </a:extLst>
                </p14:cNvPr>
                <p14:cNvContentPartPr/>
                <p14:nvPr/>
              </p14:nvContentPartPr>
              <p14:xfrm>
                <a:off x="2546307" y="4459227"/>
                <a:ext cx="912600" cy="423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72D0039-37BC-A419-1FDB-B795337A031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540187" y="4453107"/>
                  <a:ext cx="92484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CA99A8C-5FB1-C703-B58E-E117A1F36841}"/>
                    </a:ext>
                  </a:extLst>
                </p14:cNvPr>
                <p14:cNvContentPartPr/>
                <p14:nvPr/>
              </p14:nvContentPartPr>
              <p14:xfrm>
                <a:off x="3961107" y="3791787"/>
                <a:ext cx="751680" cy="1121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CA99A8C-5FB1-C703-B58E-E117A1F3684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954987" y="3785667"/>
                  <a:ext cx="763920" cy="11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BA084C6-AAD8-9327-1AF8-C23B46CBB432}"/>
                    </a:ext>
                  </a:extLst>
                </p14:cNvPr>
                <p14:cNvContentPartPr/>
                <p14:nvPr/>
              </p14:nvContentPartPr>
              <p14:xfrm>
                <a:off x="4853547" y="4197507"/>
                <a:ext cx="636120" cy="698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BA084C6-AAD8-9327-1AF8-C23B46CBB43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47427" y="4191387"/>
                  <a:ext cx="648360" cy="71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22055D2-5626-446D-1BF6-E1A2D20D8522}"/>
                    </a:ext>
                  </a:extLst>
                </p14:cNvPr>
                <p14:cNvContentPartPr/>
                <p14:nvPr/>
              </p14:nvContentPartPr>
              <p14:xfrm>
                <a:off x="5402907" y="4183467"/>
                <a:ext cx="461520" cy="1101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22055D2-5626-446D-1BF6-E1A2D20D852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96787" y="4177347"/>
                  <a:ext cx="473760" cy="11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160311B-B391-61FA-3267-46A5E8A1924B}"/>
                    </a:ext>
                  </a:extLst>
                </p14:cNvPr>
                <p14:cNvContentPartPr/>
                <p14:nvPr/>
              </p14:nvContentPartPr>
              <p14:xfrm>
                <a:off x="6068187" y="4084107"/>
                <a:ext cx="1506600" cy="716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160311B-B391-61FA-3267-46A5E8A1924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62067" y="4077987"/>
                  <a:ext cx="1518840" cy="72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D69F8FA-2D6D-DD98-14EF-722B46049511}"/>
                    </a:ext>
                  </a:extLst>
                </p14:cNvPr>
                <p14:cNvContentPartPr/>
                <p14:nvPr/>
              </p14:nvContentPartPr>
              <p14:xfrm>
                <a:off x="7389747" y="4277067"/>
                <a:ext cx="503280" cy="351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D69F8FA-2D6D-DD98-14EF-722B4604951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383627" y="4270947"/>
                  <a:ext cx="51552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EC76C1D-DACB-24F1-E31B-2E746ABF2D71}"/>
                    </a:ext>
                  </a:extLst>
                </p14:cNvPr>
                <p14:cNvContentPartPr/>
                <p14:nvPr/>
              </p14:nvContentPartPr>
              <p14:xfrm>
                <a:off x="7994907" y="4007427"/>
                <a:ext cx="360" cy="1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EC76C1D-DACB-24F1-E31B-2E746ABF2D7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88787" y="4001307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E786703-C847-A66A-54CD-D987EF9A34FB}"/>
                    </a:ext>
                  </a:extLst>
                </p14:cNvPr>
                <p14:cNvContentPartPr/>
                <p14:nvPr/>
              </p14:nvContentPartPr>
              <p14:xfrm>
                <a:off x="8049987" y="3687387"/>
                <a:ext cx="1485720" cy="1908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E786703-C847-A66A-54CD-D987EF9A34F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043867" y="3681267"/>
                  <a:ext cx="1497960" cy="19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856911D-BE2B-A0C3-D63F-950E09E18F7F}"/>
                    </a:ext>
                  </a:extLst>
                </p14:cNvPr>
                <p14:cNvContentPartPr/>
                <p14:nvPr/>
              </p14:nvContentPartPr>
              <p14:xfrm>
                <a:off x="9828387" y="3566787"/>
                <a:ext cx="1199520" cy="851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856911D-BE2B-A0C3-D63F-950E09E18F7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822267" y="3560667"/>
                  <a:ext cx="1211760" cy="86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95C1287A-54BE-2849-2277-176A72C2E5A7}"/>
                  </a:ext>
                </a:extLst>
              </p14:cNvPr>
              <p14:cNvContentPartPr/>
              <p14:nvPr/>
            </p14:nvContentPartPr>
            <p14:xfrm>
              <a:off x="5068467" y="1151907"/>
              <a:ext cx="444240" cy="3582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95C1287A-54BE-2849-2277-176A72C2E5A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062347" y="1145787"/>
                <a:ext cx="456480" cy="37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283B2D1A-FF7C-E616-54E7-0314B3BF4C48}"/>
              </a:ext>
            </a:extLst>
          </p:cNvPr>
          <p:cNvGrpSpPr/>
          <p:nvPr/>
        </p:nvGrpSpPr>
        <p:grpSpPr>
          <a:xfrm>
            <a:off x="849627" y="434427"/>
            <a:ext cx="5003640" cy="2422800"/>
            <a:chOff x="849627" y="434427"/>
            <a:chExt cx="5003640" cy="242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B989409-423B-A468-AF8E-D7CAE9980B31}"/>
                    </a:ext>
                  </a:extLst>
                </p14:cNvPr>
                <p14:cNvContentPartPr/>
                <p14:nvPr/>
              </p14:nvContentPartPr>
              <p14:xfrm>
                <a:off x="1025667" y="2351787"/>
                <a:ext cx="459720" cy="4215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B989409-423B-A468-AF8E-D7CAE9980B3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19547" y="2345667"/>
                  <a:ext cx="47196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DC63AC2-0A7E-51D1-5D3B-ADB5CB3B3944}"/>
                    </a:ext>
                  </a:extLst>
                </p14:cNvPr>
                <p14:cNvContentPartPr/>
                <p14:nvPr/>
              </p14:nvContentPartPr>
              <p14:xfrm>
                <a:off x="1722267" y="2442867"/>
                <a:ext cx="32400" cy="382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DC63AC2-0A7E-51D1-5D3B-ADB5CB3B394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716147" y="2436747"/>
                  <a:ext cx="4464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E97AF40-E691-CEF7-48FA-EC3FA0CA229A}"/>
                    </a:ext>
                  </a:extLst>
                </p14:cNvPr>
                <p14:cNvContentPartPr/>
                <p14:nvPr/>
              </p14:nvContentPartPr>
              <p14:xfrm>
                <a:off x="2795787" y="2497587"/>
                <a:ext cx="499320" cy="2386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E97AF40-E691-CEF7-48FA-EC3FA0CA229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789667" y="2491467"/>
                  <a:ext cx="5115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3AD113F-A968-4E8F-0021-BFF7A52CE52A}"/>
                    </a:ext>
                  </a:extLst>
                </p14:cNvPr>
                <p14:cNvContentPartPr/>
                <p14:nvPr/>
              </p14:nvContentPartPr>
              <p14:xfrm>
                <a:off x="3566547" y="2428827"/>
                <a:ext cx="372240" cy="257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3AD113F-A968-4E8F-0021-BFF7A52CE52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560427" y="2422707"/>
                  <a:ext cx="3844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638F461-2EA0-8AC7-9CE0-D50A30DA3E81}"/>
                    </a:ext>
                  </a:extLst>
                </p14:cNvPr>
                <p14:cNvContentPartPr/>
                <p14:nvPr/>
              </p14:nvContentPartPr>
              <p14:xfrm>
                <a:off x="2918187" y="1502547"/>
                <a:ext cx="41400" cy="568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638F461-2EA0-8AC7-9CE0-D50A30DA3E8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912067" y="1496427"/>
                  <a:ext cx="5364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E0A46D0-04EC-F753-55E4-06BD85372AFA}"/>
                    </a:ext>
                  </a:extLst>
                </p14:cNvPr>
                <p14:cNvContentPartPr/>
                <p14:nvPr/>
              </p14:nvContentPartPr>
              <p14:xfrm>
                <a:off x="2959587" y="778227"/>
                <a:ext cx="225000" cy="356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E0A46D0-04EC-F753-55E4-06BD85372AF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953467" y="772107"/>
                  <a:ext cx="23724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441110E-EB15-14E5-D8BF-2F3DF2928683}"/>
                    </a:ext>
                  </a:extLst>
                </p14:cNvPr>
                <p14:cNvContentPartPr/>
                <p14:nvPr/>
              </p14:nvContentPartPr>
              <p14:xfrm>
                <a:off x="3351267" y="1088907"/>
                <a:ext cx="241920" cy="158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441110E-EB15-14E5-D8BF-2F3DF292868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345147" y="1082787"/>
                  <a:ext cx="2541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E867FE4-1AA9-C1A1-AAC3-9A1FE566F9F9}"/>
                    </a:ext>
                  </a:extLst>
                </p14:cNvPr>
                <p14:cNvContentPartPr/>
                <p14:nvPr/>
              </p14:nvContentPartPr>
              <p14:xfrm>
                <a:off x="849627" y="434427"/>
                <a:ext cx="1591560" cy="1065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E867FE4-1AA9-C1A1-AAC3-9A1FE566F9F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43507" y="428307"/>
                  <a:ext cx="1603800" cy="10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F0D38BD-2D41-CBA3-13FA-5735F8051149}"/>
                    </a:ext>
                  </a:extLst>
                </p14:cNvPr>
                <p14:cNvContentPartPr/>
                <p14:nvPr/>
              </p14:nvContentPartPr>
              <p14:xfrm>
                <a:off x="2678427" y="580587"/>
                <a:ext cx="1236960" cy="1073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F0D38BD-2D41-CBA3-13FA-5735F805114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672307" y="574467"/>
                  <a:ext cx="1249200" cy="10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E32DA9B-E0A3-004A-BDF2-884FCB6ADCD0}"/>
                    </a:ext>
                  </a:extLst>
                </p14:cNvPr>
                <p14:cNvContentPartPr/>
                <p14:nvPr/>
              </p14:nvContentPartPr>
              <p14:xfrm>
                <a:off x="4879827" y="2536107"/>
                <a:ext cx="502560" cy="296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E32DA9B-E0A3-004A-BDF2-884FCB6ADCD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873707" y="2529987"/>
                  <a:ext cx="51480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7325315-147B-64CD-275F-F28ACA9D3D26}"/>
                    </a:ext>
                  </a:extLst>
                </p14:cNvPr>
                <p14:cNvContentPartPr/>
                <p14:nvPr/>
              </p14:nvContentPartPr>
              <p14:xfrm>
                <a:off x="5556627" y="2529267"/>
                <a:ext cx="251280" cy="327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7325315-147B-64CD-275F-F28ACA9D3D2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550507" y="2523147"/>
                  <a:ext cx="2635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FEA00B8-9923-AD41-9694-808899619620}"/>
                    </a:ext>
                  </a:extLst>
                </p14:cNvPr>
                <p14:cNvContentPartPr/>
                <p14:nvPr/>
              </p14:nvContentPartPr>
              <p14:xfrm>
                <a:off x="4431627" y="434427"/>
                <a:ext cx="1421640" cy="11736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FEA00B8-9923-AD41-9694-80889961962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425507" y="428307"/>
                  <a:ext cx="1433880" cy="11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5F3D9F6-F880-7136-B9D8-20AE04C0C786}"/>
                    </a:ext>
                  </a:extLst>
                </p14:cNvPr>
                <p14:cNvContentPartPr/>
                <p14:nvPr/>
              </p14:nvContentPartPr>
              <p14:xfrm>
                <a:off x="2189547" y="928707"/>
                <a:ext cx="648360" cy="230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5F3D9F6-F880-7136-B9D8-20AE04C0C78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83427" y="922587"/>
                  <a:ext cx="6606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16C062A-A52B-9A7B-9D5B-BF87B3A6EC32}"/>
                    </a:ext>
                  </a:extLst>
                </p14:cNvPr>
                <p14:cNvContentPartPr/>
                <p14:nvPr/>
              </p14:nvContentPartPr>
              <p14:xfrm>
                <a:off x="3843387" y="890547"/>
                <a:ext cx="963360" cy="228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16C062A-A52B-9A7B-9D5B-BF87B3A6EC3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837267" y="884427"/>
                  <a:ext cx="9756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39ED52D-A193-B1C8-6C2A-9DED2483959C}"/>
                    </a:ext>
                  </a:extLst>
                </p14:cNvPr>
                <p14:cNvContentPartPr/>
                <p14:nvPr/>
              </p14:nvContentPartPr>
              <p14:xfrm>
                <a:off x="5133267" y="1412907"/>
                <a:ext cx="86040" cy="887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39ED52D-A193-B1C8-6C2A-9DED2483959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127147" y="1406787"/>
                  <a:ext cx="98280" cy="89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5C804DD-A88A-A34C-57D5-D9B112C47577}"/>
                    </a:ext>
                  </a:extLst>
                </p14:cNvPr>
                <p14:cNvContentPartPr/>
                <p14:nvPr/>
              </p14:nvContentPartPr>
              <p14:xfrm>
                <a:off x="4697667" y="821787"/>
                <a:ext cx="349560" cy="358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5C804DD-A88A-A34C-57D5-D9B112C4757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691547" y="815667"/>
                  <a:ext cx="36180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18DBCBE-24A8-F2ED-DC12-51468BFDA8AB}"/>
                    </a:ext>
                  </a:extLst>
                </p14:cNvPr>
                <p14:cNvContentPartPr/>
                <p14:nvPr/>
              </p14:nvContentPartPr>
              <p14:xfrm>
                <a:off x="5186547" y="1071627"/>
                <a:ext cx="227880" cy="273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18DBCBE-24A8-F2ED-DC12-51468BFDA8A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180427" y="1065507"/>
                  <a:ext cx="2401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AA62521-5E75-2210-544D-ED56FA193163}"/>
                    </a:ext>
                  </a:extLst>
                </p14:cNvPr>
                <p14:cNvContentPartPr/>
                <p14:nvPr/>
              </p14:nvContentPartPr>
              <p14:xfrm>
                <a:off x="2982987" y="511107"/>
                <a:ext cx="641160" cy="2394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AA62521-5E75-2210-544D-ED56FA19316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976867" y="504987"/>
                  <a:ext cx="6534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083322C-F722-3DB1-392F-4A1A168B9237}"/>
                    </a:ext>
                  </a:extLst>
                </p14:cNvPr>
                <p14:cNvContentPartPr/>
                <p14:nvPr/>
              </p14:nvContentPartPr>
              <p14:xfrm>
                <a:off x="1465227" y="1393467"/>
                <a:ext cx="87840" cy="666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083322C-F722-3DB1-392F-4A1A168B923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459107" y="1387347"/>
                  <a:ext cx="100080" cy="67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BBC457E-6F36-9F43-5AB8-5A22FB9E2ADB}"/>
                    </a:ext>
                  </a:extLst>
                </p14:cNvPr>
                <p14:cNvContentPartPr/>
                <p14:nvPr/>
              </p14:nvContentPartPr>
              <p14:xfrm>
                <a:off x="1208907" y="616587"/>
                <a:ext cx="360360" cy="530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BBC457E-6F36-9F43-5AB8-5A22FB9E2AD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202787" y="610467"/>
                  <a:ext cx="372600" cy="5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FDB54AF-716F-C2FD-607A-8175E7415133}"/>
                    </a:ext>
                  </a:extLst>
                </p14:cNvPr>
                <p14:cNvContentPartPr/>
                <p14:nvPr/>
              </p14:nvContentPartPr>
              <p14:xfrm>
                <a:off x="1761507" y="913587"/>
                <a:ext cx="26640" cy="231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FDB54AF-716F-C2FD-607A-8175E741513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755387" y="907467"/>
                  <a:ext cx="388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B80F9B2-83FE-E834-16EC-89EC8CDD2A53}"/>
                    </a:ext>
                  </a:extLst>
                </p14:cNvPr>
                <p14:cNvContentPartPr/>
                <p14:nvPr/>
              </p14:nvContentPartPr>
              <p14:xfrm>
                <a:off x="1337427" y="1226787"/>
                <a:ext cx="360" cy="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B80F9B2-83FE-E834-16EC-89EC8CDD2A5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331307" y="122066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3F92A97-97A7-AA8D-F505-4719765FB847}"/>
              </a:ext>
            </a:extLst>
          </p:cNvPr>
          <p:cNvGrpSpPr/>
          <p:nvPr/>
        </p:nvGrpSpPr>
        <p:grpSpPr>
          <a:xfrm>
            <a:off x="5267907" y="1786227"/>
            <a:ext cx="58320" cy="14040"/>
            <a:chOff x="5267907" y="1786227"/>
            <a:chExt cx="58320" cy="1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6C5113B-69BB-48F3-103E-3EA9F0030754}"/>
                    </a:ext>
                  </a:extLst>
                </p14:cNvPr>
                <p14:cNvContentPartPr/>
                <p14:nvPr/>
              </p14:nvContentPartPr>
              <p14:xfrm>
                <a:off x="5324427" y="1786227"/>
                <a:ext cx="1800" cy="1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6C5113B-69BB-48F3-103E-3EA9F003075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318307" y="1780107"/>
                  <a:ext cx="1404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1EC5EED-ABB9-EE7B-BDAE-E7DA67370FDE}"/>
                    </a:ext>
                  </a:extLst>
                </p14:cNvPr>
                <p14:cNvContentPartPr/>
                <p14:nvPr/>
              </p14:nvContentPartPr>
              <p14:xfrm>
                <a:off x="5267907" y="1799907"/>
                <a:ext cx="360" cy="3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1EC5EED-ABB9-EE7B-BDAE-E7DA67370FD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261787" y="179378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E884CD7D-D53C-3BE2-0B31-7A20F0ACDA67}"/>
                  </a:ext>
                </a:extLst>
              </p14:cNvPr>
              <p14:cNvContentPartPr/>
              <p14:nvPr/>
            </p14:nvContentPartPr>
            <p14:xfrm>
              <a:off x="1959507" y="5548587"/>
              <a:ext cx="1049760" cy="7963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E884CD7D-D53C-3BE2-0B31-7A20F0ACDA67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1953387" y="5542467"/>
                <a:ext cx="1062000" cy="80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C5EC8A29-BA59-E640-1F01-376452CA8A48}"/>
                  </a:ext>
                </a:extLst>
              </p14:cNvPr>
              <p14:cNvContentPartPr/>
              <p14:nvPr/>
            </p14:nvContentPartPr>
            <p14:xfrm>
              <a:off x="3348747" y="5463267"/>
              <a:ext cx="428400" cy="9770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C5EC8A29-BA59-E640-1F01-376452CA8A48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342627" y="5457147"/>
                <a:ext cx="440640" cy="9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94EA46FA-A146-71A7-F79D-AF5993DDD9CF}"/>
                  </a:ext>
                </a:extLst>
              </p14:cNvPr>
              <p14:cNvContentPartPr/>
              <p14:nvPr/>
            </p14:nvContentPartPr>
            <p14:xfrm>
              <a:off x="3720987" y="5888787"/>
              <a:ext cx="496080" cy="5202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94EA46FA-A146-71A7-F79D-AF5993DDD9CF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3714867" y="5882667"/>
                <a:ext cx="508320" cy="53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F90DA2B2-2165-2AB2-623D-BDFCFD71AD54}"/>
                  </a:ext>
                </a:extLst>
              </p14:cNvPr>
              <p14:cNvContentPartPr/>
              <p14:nvPr/>
            </p14:nvContentPartPr>
            <p14:xfrm>
              <a:off x="4298427" y="5921907"/>
              <a:ext cx="311040" cy="4921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F90DA2B2-2165-2AB2-623D-BDFCFD71AD54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4292307" y="5915787"/>
                <a:ext cx="323280" cy="5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3E98CFE7-ADB8-812B-AA39-BA5C3267D9CB}"/>
                  </a:ext>
                </a:extLst>
              </p14:cNvPr>
              <p14:cNvContentPartPr/>
              <p14:nvPr/>
            </p14:nvContentPartPr>
            <p14:xfrm>
              <a:off x="4731867" y="5632467"/>
              <a:ext cx="1828080" cy="10152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3E98CFE7-ADB8-812B-AA39-BA5C3267D9CB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4725747" y="5626347"/>
                <a:ext cx="1840320" cy="10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B33CFF24-7EE8-BC8E-4272-D4CA53647CBC}"/>
                  </a:ext>
                </a:extLst>
              </p14:cNvPr>
              <p14:cNvContentPartPr/>
              <p14:nvPr/>
            </p14:nvContentPartPr>
            <p14:xfrm>
              <a:off x="4079907" y="6642987"/>
              <a:ext cx="145080" cy="792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B33CFF24-7EE8-BC8E-4272-D4CA53647CBC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4073787" y="6636867"/>
                <a:ext cx="157320" cy="20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8C96A63-6ED7-1FDF-F376-3DA5CEA78433}"/>
              </a:ext>
            </a:extLst>
          </p:cNvPr>
          <p:cNvGrpSpPr/>
          <p:nvPr/>
        </p:nvGrpSpPr>
        <p:grpSpPr>
          <a:xfrm>
            <a:off x="6688827" y="5569467"/>
            <a:ext cx="4317480" cy="1060920"/>
            <a:chOff x="6688827" y="5569467"/>
            <a:chExt cx="4317480" cy="106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4790226-3FCA-86A4-F75B-B5066D4906C9}"/>
                    </a:ext>
                  </a:extLst>
                </p14:cNvPr>
                <p14:cNvContentPartPr/>
                <p14:nvPr/>
              </p14:nvContentPartPr>
              <p14:xfrm>
                <a:off x="6688827" y="6012987"/>
                <a:ext cx="679320" cy="871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4790226-3FCA-86A4-F75B-B5066D4906C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682707" y="6006867"/>
                  <a:ext cx="6915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6A630A0-9872-A30D-84B4-82E199D20AAC}"/>
                    </a:ext>
                  </a:extLst>
                </p14:cNvPr>
                <p14:cNvContentPartPr/>
                <p14:nvPr/>
              </p14:nvContentPartPr>
              <p14:xfrm>
                <a:off x="7022547" y="5765307"/>
                <a:ext cx="53640" cy="716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6A630A0-9872-A30D-84B4-82E199D20AA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016427" y="5759187"/>
                  <a:ext cx="65880" cy="72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5BB0DA3-6CFA-700C-81C9-76521E900000}"/>
                    </a:ext>
                  </a:extLst>
                </p14:cNvPr>
                <p14:cNvContentPartPr/>
                <p14:nvPr/>
              </p14:nvContentPartPr>
              <p14:xfrm>
                <a:off x="7554627" y="5569467"/>
                <a:ext cx="491400" cy="880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5BB0DA3-6CFA-700C-81C9-76521E90000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548507" y="5563347"/>
                  <a:ext cx="503640" cy="89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765872E-9103-009B-4133-678BBE0C2B34}"/>
                    </a:ext>
                  </a:extLst>
                </p14:cNvPr>
                <p14:cNvContentPartPr/>
                <p14:nvPr/>
              </p14:nvContentPartPr>
              <p14:xfrm>
                <a:off x="7613307" y="6035307"/>
                <a:ext cx="338040" cy="62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765872E-9103-009B-4133-678BBE0C2B34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607187" y="6029187"/>
                  <a:ext cx="3502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0DD6B20-5F87-689B-7EDF-72E9EF622A1A}"/>
                    </a:ext>
                  </a:extLst>
                </p14:cNvPr>
                <p14:cNvContentPartPr/>
                <p14:nvPr/>
              </p14:nvContentPartPr>
              <p14:xfrm>
                <a:off x="8337627" y="5706627"/>
                <a:ext cx="109080" cy="622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0DD6B20-5F87-689B-7EDF-72E9EF622A1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331507" y="5700507"/>
                  <a:ext cx="121320" cy="63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DF6A410-42D1-5EC9-A5BB-ABBEDCE1BCB3}"/>
                    </a:ext>
                  </a:extLst>
                </p14:cNvPr>
                <p14:cNvContentPartPr/>
                <p14:nvPr/>
              </p14:nvContentPartPr>
              <p14:xfrm>
                <a:off x="8136747" y="5983467"/>
                <a:ext cx="329040" cy="29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DF6A410-42D1-5EC9-A5BB-ABBEDCE1BCB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130627" y="5977347"/>
                  <a:ext cx="3412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16CAA84-96F9-D3A0-8B83-ED15C98D2960}"/>
                    </a:ext>
                  </a:extLst>
                </p14:cNvPr>
                <p14:cNvContentPartPr/>
                <p14:nvPr/>
              </p14:nvContentPartPr>
              <p14:xfrm>
                <a:off x="8649387" y="5692587"/>
                <a:ext cx="92520" cy="7009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16CAA84-96F9-D3A0-8B83-ED15C98D296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643267" y="5686467"/>
                  <a:ext cx="104760" cy="71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503FE90-F6FD-4089-FD8E-A7AFF3BAF465}"/>
                    </a:ext>
                  </a:extLst>
                </p14:cNvPr>
                <p14:cNvContentPartPr/>
                <p14:nvPr/>
              </p14:nvContentPartPr>
              <p14:xfrm>
                <a:off x="8385507" y="5663427"/>
                <a:ext cx="1359720" cy="732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503FE90-F6FD-4089-FD8E-A7AFF3BAF46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379387" y="5657307"/>
                  <a:ext cx="1371960" cy="74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7DBFFFD-2A8B-7D1D-74C0-A57F4C011FA4}"/>
                    </a:ext>
                  </a:extLst>
                </p14:cNvPr>
                <p14:cNvContentPartPr/>
                <p14:nvPr/>
              </p14:nvContentPartPr>
              <p14:xfrm>
                <a:off x="9451107" y="5942787"/>
                <a:ext cx="524160" cy="4017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7DBFFFD-2A8B-7D1D-74C0-A57F4C011FA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444987" y="5936667"/>
                  <a:ext cx="53640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A032F87-3ECB-AD95-E41A-6837B259E17B}"/>
                    </a:ext>
                  </a:extLst>
                </p14:cNvPr>
                <p14:cNvContentPartPr/>
                <p14:nvPr/>
              </p14:nvContentPartPr>
              <p14:xfrm>
                <a:off x="10022787" y="5670267"/>
                <a:ext cx="614520" cy="708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A032F87-3ECB-AD95-E41A-6837B259E17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0016667" y="5664147"/>
                  <a:ext cx="62676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6FB327F-0668-DDC9-FB3E-9DA1B07DCFA1}"/>
                    </a:ext>
                  </a:extLst>
                </p14:cNvPr>
                <p14:cNvContentPartPr/>
                <p14:nvPr/>
              </p14:nvContentPartPr>
              <p14:xfrm>
                <a:off x="9433827" y="6468027"/>
                <a:ext cx="1572480" cy="748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6FB327F-0668-DDC9-FB3E-9DA1B07DCFA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427707" y="6461907"/>
                  <a:ext cx="15847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17883E3-FB9F-FE62-9E81-96409741F943}"/>
                    </a:ext>
                  </a:extLst>
                </p14:cNvPr>
                <p14:cNvContentPartPr/>
                <p14:nvPr/>
              </p14:nvContentPartPr>
              <p14:xfrm>
                <a:off x="9507987" y="6574947"/>
                <a:ext cx="609120" cy="55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17883E3-FB9F-FE62-9E81-96409741F94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501867" y="6568827"/>
                  <a:ext cx="6213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E02F31A-FC1A-A7A2-8714-135FE5D5D744}"/>
                    </a:ext>
                  </a:extLst>
                </p14:cNvPr>
                <p14:cNvContentPartPr/>
                <p14:nvPr/>
              </p14:nvContentPartPr>
              <p14:xfrm>
                <a:off x="10783827" y="6376587"/>
                <a:ext cx="1080" cy="14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E02F31A-FC1A-A7A2-8714-135FE5D5D74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777707" y="6370467"/>
                  <a:ext cx="13320" cy="1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AAA9FF6D-C991-7E66-B41C-0D0BB20EF905}"/>
                  </a:ext>
                </a:extLst>
              </p14:cNvPr>
              <p14:cNvContentPartPr/>
              <p14:nvPr/>
            </p14:nvContentPartPr>
            <p14:xfrm>
              <a:off x="4389147" y="6768987"/>
              <a:ext cx="75960" cy="468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AAA9FF6D-C991-7E66-B41C-0D0BB20EF905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4383027" y="6762867"/>
                <a:ext cx="88200" cy="1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9452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A73264-0183-C4C3-83D0-90C3A918BA53}"/>
              </a:ext>
            </a:extLst>
          </p:cNvPr>
          <p:cNvSpPr txBox="1"/>
          <p:nvPr/>
        </p:nvSpPr>
        <p:spPr>
          <a:xfrm>
            <a:off x="3767667" y="313267"/>
            <a:ext cx="1866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SELF ATTENTION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5F02C4-97FD-F6D2-CDF9-5C82AE2AE758}"/>
              </a:ext>
            </a:extLst>
          </p:cNvPr>
          <p:cNvSpPr txBox="1"/>
          <p:nvPr/>
        </p:nvSpPr>
        <p:spPr>
          <a:xfrm>
            <a:off x="965200" y="1176867"/>
            <a:ext cx="766350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ATTENTION – ALL YOU NEED (PAPER)</a:t>
            </a:r>
          </a:p>
          <a:p>
            <a:endParaRPr lang="en-GB" dirty="0"/>
          </a:p>
          <a:p>
            <a:r>
              <a:rPr lang="en-GB" dirty="0"/>
              <a:t>S1: THE </a:t>
            </a:r>
            <a:r>
              <a:rPr lang="en-GB" dirty="0">
                <a:highlight>
                  <a:srgbClr val="FFFF00"/>
                </a:highlight>
              </a:rPr>
              <a:t>ANIMAL</a:t>
            </a:r>
            <a:r>
              <a:rPr lang="en-GB" dirty="0"/>
              <a:t> DIDN’T CROSS THE STREET BECAUSE </a:t>
            </a:r>
            <a:r>
              <a:rPr lang="en-GB" dirty="0">
                <a:highlight>
                  <a:srgbClr val="FFFF00"/>
                </a:highlight>
              </a:rPr>
              <a:t>IT</a:t>
            </a:r>
            <a:r>
              <a:rPr lang="en-GB" dirty="0"/>
              <a:t> WAS TOO TIRED.</a:t>
            </a:r>
          </a:p>
          <a:p>
            <a:endParaRPr lang="en-GB" dirty="0"/>
          </a:p>
          <a:p>
            <a:r>
              <a:rPr lang="en-GB" dirty="0"/>
              <a:t>S2: THE ANIMAL DIDN’T CROSS THE </a:t>
            </a:r>
            <a:r>
              <a:rPr lang="en-GB" dirty="0">
                <a:highlight>
                  <a:srgbClr val="FFFF00"/>
                </a:highlight>
              </a:rPr>
              <a:t>STREET</a:t>
            </a:r>
            <a:r>
              <a:rPr lang="en-GB" dirty="0"/>
              <a:t> BECAUSE </a:t>
            </a:r>
            <a:r>
              <a:rPr lang="en-GB" dirty="0">
                <a:highlight>
                  <a:srgbClr val="FFFF00"/>
                </a:highlight>
              </a:rPr>
              <a:t>IT</a:t>
            </a:r>
            <a:r>
              <a:rPr lang="en-GB" dirty="0"/>
              <a:t> WAS CONGESTED.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2E65957-7833-3FAF-89BD-45A29F6C5F36}"/>
                  </a:ext>
                </a:extLst>
              </p14:cNvPr>
              <p14:cNvContentPartPr/>
              <p14:nvPr/>
            </p14:nvContentPartPr>
            <p14:xfrm>
              <a:off x="2288187" y="3382467"/>
              <a:ext cx="720" cy="1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2E65957-7833-3FAF-89BD-45A29F6C5F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82067" y="3376347"/>
                <a:ext cx="12960" cy="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A19D75F-8B1C-DCF0-42D2-93AE67C2114A}"/>
                  </a:ext>
                </a:extLst>
              </p14:cNvPr>
              <p14:cNvContentPartPr/>
              <p14:nvPr/>
            </p14:nvContentPartPr>
            <p14:xfrm>
              <a:off x="1306827" y="3459867"/>
              <a:ext cx="663840" cy="673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A19D75F-8B1C-DCF0-42D2-93AE67C211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00707" y="3453747"/>
                <a:ext cx="676080" cy="68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D8004C4-3A5C-F3A4-1588-206257FFF379}"/>
                  </a:ext>
                </a:extLst>
              </p14:cNvPr>
              <p14:cNvContentPartPr/>
              <p14:nvPr/>
            </p14:nvContentPartPr>
            <p14:xfrm>
              <a:off x="2335707" y="3677667"/>
              <a:ext cx="103320" cy="758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D8004C4-3A5C-F3A4-1588-206257FFF37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29587" y="3671547"/>
                <a:ext cx="115560" cy="77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E61BFDC-A35F-EDE4-93F0-354D3B8C6E08}"/>
                  </a:ext>
                </a:extLst>
              </p14:cNvPr>
              <p14:cNvContentPartPr/>
              <p14:nvPr/>
            </p14:nvContentPartPr>
            <p14:xfrm>
              <a:off x="2802987" y="3273387"/>
              <a:ext cx="2380680" cy="883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E61BFDC-A35F-EDE4-93F0-354D3B8C6E0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96867" y="3267267"/>
                <a:ext cx="2392920" cy="89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B830EFD-CE61-2BD6-27AA-EE5DAC5E8AB0}"/>
                  </a:ext>
                </a:extLst>
              </p14:cNvPr>
              <p14:cNvContentPartPr/>
              <p14:nvPr/>
            </p14:nvContentPartPr>
            <p14:xfrm>
              <a:off x="3373947" y="2915907"/>
              <a:ext cx="613440" cy="575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B830EFD-CE61-2BD6-27AA-EE5DAC5E8AB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67827" y="2909787"/>
                <a:ext cx="625680" cy="58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43FAD0F-C05D-F346-90E4-566BD3268934}"/>
                  </a:ext>
                </a:extLst>
              </p14:cNvPr>
              <p14:cNvContentPartPr/>
              <p14:nvPr/>
            </p14:nvContentPartPr>
            <p14:xfrm>
              <a:off x="4147947" y="3054867"/>
              <a:ext cx="598680" cy="3776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43FAD0F-C05D-F346-90E4-566BD326893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41827" y="3048747"/>
                <a:ext cx="61092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7A0E75F-7DD3-56E7-C98D-02108E34E3C0}"/>
                  </a:ext>
                </a:extLst>
              </p14:cNvPr>
              <p14:cNvContentPartPr/>
              <p14:nvPr/>
            </p14:nvContentPartPr>
            <p14:xfrm>
              <a:off x="2836107" y="4348707"/>
              <a:ext cx="2667600" cy="2768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7A0E75F-7DD3-56E7-C98D-02108E34E3C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29987" y="4342587"/>
                <a:ext cx="267984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69D74FD-8E7B-E098-DB9C-8521FA0DC2E6}"/>
                  </a:ext>
                </a:extLst>
              </p14:cNvPr>
              <p14:cNvContentPartPr/>
              <p14:nvPr/>
            </p14:nvContentPartPr>
            <p14:xfrm>
              <a:off x="3779667" y="4043427"/>
              <a:ext cx="569520" cy="4402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69D74FD-8E7B-E098-DB9C-8521FA0DC2E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73547" y="4037307"/>
                <a:ext cx="581760" cy="45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797CA08-1FEF-B0E6-512A-1A1AA27F7E93}"/>
                  </a:ext>
                </a:extLst>
              </p14:cNvPr>
              <p14:cNvContentPartPr/>
              <p14:nvPr/>
            </p14:nvContentPartPr>
            <p14:xfrm>
              <a:off x="4424787" y="4127307"/>
              <a:ext cx="457560" cy="459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797CA08-1FEF-B0E6-512A-1A1AA27F7E9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418667" y="4121187"/>
                <a:ext cx="469800" cy="47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CFF42A6-7B67-F2BE-DDEC-66C8A1C9216F}"/>
                  </a:ext>
                </a:extLst>
              </p14:cNvPr>
              <p14:cNvContentPartPr/>
              <p14:nvPr/>
            </p14:nvContentPartPr>
            <p14:xfrm>
              <a:off x="2790027" y="4849467"/>
              <a:ext cx="2394720" cy="6346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CFF42A6-7B67-F2BE-DDEC-66C8A1C9216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783907" y="4843347"/>
                <a:ext cx="2406960" cy="64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D4ACE7C-2CD4-8907-3C7E-C10412911276}"/>
                  </a:ext>
                </a:extLst>
              </p14:cNvPr>
              <p14:cNvContentPartPr/>
              <p14:nvPr/>
            </p14:nvContentPartPr>
            <p14:xfrm>
              <a:off x="3594987" y="4815627"/>
              <a:ext cx="612720" cy="397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D4ACE7C-2CD4-8907-3C7E-C1041291127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88867" y="4809507"/>
                <a:ext cx="62496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48C03C7-8713-997B-FD28-8BFA4B22C1A7}"/>
                  </a:ext>
                </a:extLst>
              </p14:cNvPr>
              <p14:cNvContentPartPr/>
              <p14:nvPr/>
            </p14:nvContentPartPr>
            <p14:xfrm>
              <a:off x="4313907" y="5060427"/>
              <a:ext cx="385200" cy="3762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48C03C7-8713-997B-FD28-8BFA4B22C1A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07787" y="5053947"/>
                <a:ext cx="397440" cy="38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A992CB5-2C91-60B3-7E77-DAE9D0D25630}"/>
                  </a:ext>
                </a:extLst>
              </p14:cNvPr>
              <p14:cNvContentPartPr/>
              <p14:nvPr/>
            </p14:nvContentPartPr>
            <p14:xfrm>
              <a:off x="4999707" y="5583507"/>
              <a:ext cx="562680" cy="36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A992CB5-2C91-60B3-7E77-DAE9D0D2563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993587" y="5577387"/>
                <a:ext cx="57492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7815634-0D37-F26E-C715-4BE7D208505C}"/>
                  </a:ext>
                </a:extLst>
              </p14:cNvPr>
              <p14:cNvContentPartPr/>
              <p14:nvPr/>
            </p14:nvContentPartPr>
            <p14:xfrm>
              <a:off x="4995027" y="5514027"/>
              <a:ext cx="670320" cy="864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7815634-0D37-F26E-C715-4BE7D208505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988907" y="5507907"/>
                <a:ext cx="68256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ADC885D-2320-6C59-5B3A-4B300BEF2617}"/>
                  </a:ext>
                </a:extLst>
              </p14:cNvPr>
              <p14:cNvContentPartPr/>
              <p14:nvPr/>
            </p14:nvContentPartPr>
            <p14:xfrm>
              <a:off x="5164227" y="5276067"/>
              <a:ext cx="555840" cy="7250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ADC885D-2320-6C59-5B3A-4B300BEF261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158107" y="5269947"/>
                <a:ext cx="568080" cy="73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A8CCA6F-06FD-D862-0EAC-0C232BC99784}"/>
                  </a:ext>
                </a:extLst>
              </p14:cNvPr>
              <p14:cNvContentPartPr/>
              <p14:nvPr/>
            </p14:nvContentPartPr>
            <p14:xfrm>
              <a:off x="5396787" y="4579107"/>
              <a:ext cx="429120" cy="676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A8CCA6F-06FD-D862-0EAC-0C232BC9978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390667" y="4572987"/>
                <a:ext cx="44136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82BC69C-13C1-FA07-775C-E9F76C7D7347}"/>
                  </a:ext>
                </a:extLst>
              </p14:cNvPr>
              <p14:cNvContentPartPr/>
              <p14:nvPr/>
            </p14:nvContentPartPr>
            <p14:xfrm>
              <a:off x="5654907" y="4372107"/>
              <a:ext cx="272880" cy="5252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82BC69C-13C1-FA07-775C-E9F76C7D734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648787" y="4365987"/>
                <a:ext cx="285120" cy="53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D4CBF40-D9E1-6DA4-11EE-35E4DAE62C7C}"/>
                  </a:ext>
                </a:extLst>
              </p14:cNvPr>
              <p14:cNvContentPartPr/>
              <p14:nvPr/>
            </p14:nvContentPartPr>
            <p14:xfrm>
              <a:off x="5067027" y="3105267"/>
              <a:ext cx="277200" cy="4492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D4CBF40-D9E1-6DA4-11EE-35E4DAE62C7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060907" y="3099147"/>
                <a:ext cx="289440" cy="46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916C1C6-034A-52DC-765A-DF11CDF2038A}"/>
                  </a:ext>
                </a:extLst>
              </p14:cNvPr>
              <p14:cNvContentPartPr/>
              <p14:nvPr/>
            </p14:nvContentPartPr>
            <p14:xfrm>
              <a:off x="912627" y="3081507"/>
              <a:ext cx="2055960" cy="17679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916C1C6-034A-52DC-765A-DF11CDF2038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06507" y="3075387"/>
                <a:ext cx="2068200" cy="178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D9B71A5-216A-9A1C-8DD2-575E6C697E50}"/>
                  </a:ext>
                </a:extLst>
              </p14:cNvPr>
              <p14:cNvContentPartPr/>
              <p14:nvPr/>
            </p14:nvContentPartPr>
            <p14:xfrm>
              <a:off x="515187" y="2919147"/>
              <a:ext cx="361800" cy="7034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D9B71A5-216A-9A1C-8DD2-575E6C697E5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09067" y="2913027"/>
                <a:ext cx="374040" cy="71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A0172363-ED8C-8CC7-23A4-B0ED53206387}"/>
                  </a:ext>
                </a:extLst>
              </p14:cNvPr>
              <p14:cNvContentPartPr/>
              <p14:nvPr/>
            </p14:nvContentPartPr>
            <p14:xfrm>
              <a:off x="665307" y="3471747"/>
              <a:ext cx="371520" cy="6292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A0172363-ED8C-8CC7-23A4-B0ED5320638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59187" y="3465627"/>
                <a:ext cx="383760" cy="64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EC7ACC1-2938-2586-399F-E945BB121FBA}"/>
                  </a:ext>
                </a:extLst>
              </p14:cNvPr>
              <p14:cNvContentPartPr/>
              <p14:nvPr/>
            </p14:nvContentPartPr>
            <p14:xfrm>
              <a:off x="478107" y="3447987"/>
              <a:ext cx="549720" cy="8017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EC7ACC1-2938-2586-399F-E945BB121FB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71987" y="3441867"/>
                <a:ext cx="561960" cy="81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C60BF8C-8C6E-DAC3-11C0-CCD8752CF173}"/>
                  </a:ext>
                </a:extLst>
              </p14:cNvPr>
              <p14:cNvContentPartPr/>
              <p14:nvPr/>
            </p14:nvContentPartPr>
            <p14:xfrm>
              <a:off x="1095507" y="3190947"/>
              <a:ext cx="101520" cy="1216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C60BF8C-8C6E-DAC3-11C0-CCD8752CF17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89387" y="3184827"/>
                <a:ext cx="11376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4D3D82B-63E9-5944-95B2-ED9B42D28154}"/>
                  </a:ext>
                </a:extLst>
              </p14:cNvPr>
              <p14:cNvContentPartPr/>
              <p14:nvPr/>
            </p14:nvContentPartPr>
            <p14:xfrm>
              <a:off x="8821107" y="2866587"/>
              <a:ext cx="404640" cy="7239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4D3D82B-63E9-5944-95B2-ED9B42D2815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814987" y="2860467"/>
                <a:ext cx="416880" cy="73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EAABEE3C-9565-FF3A-654C-B187C7120F32}"/>
                  </a:ext>
                </a:extLst>
              </p14:cNvPr>
              <p14:cNvContentPartPr/>
              <p14:nvPr/>
            </p14:nvContentPartPr>
            <p14:xfrm>
              <a:off x="9010107" y="3362307"/>
              <a:ext cx="391320" cy="5122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EAABEE3C-9565-FF3A-654C-B187C7120F3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003987" y="3356187"/>
                <a:ext cx="403560" cy="52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2668B22-B9B1-04EF-17C6-6B70002605BC}"/>
                  </a:ext>
                </a:extLst>
              </p14:cNvPr>
              <p14:cNvContentPartPr/>
              <p14:nvPr/>
            </p14:nvContentPartPr>
            <p14:xfrm>
              <a:off x="9361467" y="3181947"/>
              <a:ext cx="10800" cy="54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2668B22-B9B1-04EF-17C6-6B70002605B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355347" y="3175827"/>
                <a:ext cx="2304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9A8C85B-CF5D-C557-2059-497ABBFADDC3}"/>
                  </a:ext>
                </a:extLst>
              </p14:cNvPr>
              <p14:cNvContentPartPr/>
              <p14:nvPr/>
            </p14:nvContentPartPr>
            <p14:xfrm>
              <a:off x="8525547" y="2704587"/>
              <a:ext cx="427320" cy="13593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9A8C85B-CF5D-C557-2059-497ABBFADDC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519427" y="2698467"/>
                <a:ext cx="439560" cy="137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B0DC6EC-027E-CE4F-73F9-F5D6A284C69F}"/>
                  </a:ext>
                </a:extLst>
              </p14:cNvPr>
              <p14:cNvContentPartPr/>
              <p14:nvPr/>
            </p14:nvContentPartPr>
            <p14:xfrm>
              <a:off x="9629307" y="2836707"/>
              <a:ext cx="131040" cy="8366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B0DC6EC-027E-CE4F-73F9-F5D6A284C69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623187" y="2830587"/>
                <a:ext cx="143280" cy="84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C5EB30C-FD80-D02E-AC5B-83992628C407}"/>
                  </a:ext>
                </a:extLst>
              </p14:cNvPr>
              <p14:cNvContentPartPr/>
              <p14:nvPr/>
            </p14:nvContentPartPr>
            <p14:xfrm>
              <a:off x="6321267" y="4306227"/>
              <a:ext cx="454680" cy="5850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C5EB30C-FD80-D02E-AC5B-83992628C40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315147" y="4300107"/>
                <a:ext cx="466920" cy="59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2028603-AC3D-0376-951B-014D035B9FBE}"/>
                  </a:ext>
                </a:extLst>
              </p14:cNvPr>
              <p14:cNvContentPartPr/>
              <p14:nvPr/>
            </p14:nvContentPartPr>
            <p14:xfrm>
              <a:off x="6927867" y="4731747"/>
              <a:ext cx="378720" cy="5749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2028603-AC3D-0376-951B-014D035B9FB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921747" y="4725627"/>
                <a:ext cx="390960" cy="58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BC80F8D-8DE2-890D-EE54-92720273AECF}"/>
                  </a:ext>
                </a:extLst>
              </p14:cNvPr>
              <p14:cNvContentPartPr/>
              <p14:nvPr/>
            </p14:nvContentPartPr>
            <p14:xfrm>
              <a:off x="7041627" y="4989507"/>
              <a:ext cx="314640" cy="2527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BC80F8D-8DE2-890D-EE54-92720273AEC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035507" y="4983387"/>
                <a:ext cx="32688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5653BBD8-BB14-D167-A11B-D9011528E335}"/>
                  </a:ext>
                </a:extLst>
              </p14:cNvPr>
              <p14:cNvContentPartPr/>
              <p14:nvPr/>
            </p14:nvContentPartPr>
            <p14:xfrm>
              <a:off x="7594227" y="4273107"/>
              <a:ext cx="451440" cy="7210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5653BBD8-BB14-D167-A11B-D9011528E33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588107" y="4266987"/>
                <a:ext cx="463680" cy="73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D97C409-D251-DA78-F4BF-CBADD0EF8B49}"/>
                  </a:ext>
                </a:extLst>
              </p14:cNvPr>
              <p14:cNvContentPartPr/>
              <p14:nvPr/>
            </p14:nvContentPartPr>
            <p14:xfrm>
              <a:off x="8042427" y="4750107"/>
              <a:ext cx="275040" cy="4442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D97C409-D251-DA78-F4BF-CBADD0EF8B4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036307" y="4743987"/>
                <a:ext cx="287280" cy="4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EE9B6BF0-27F9-7CF9-E15D-F9DFACED36F3}"/>
                  </a:ext>
                </a:extLst>
              </p14:cNvPr>
              <p14:cNvContentPartPr/>
              <p14:nvPr/>
            </p14:nvContentPartPr>
            <p14:xfrm>
              <a:off x="8268147" y="4633827"/>
              <a:ext cx="7560" cy="154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EE9B6BF0-27F9-7CF9-E15D-F9DFACED36F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262027" y="4627707"/>
                <a:ext cx="1980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BD6F413-2D11-BD03-65CC-C46786E029FF}"/>
                  </a:ext>
                </a:extLst>
              </p14:cNvPr>
              <p14:cNvContentPartPr/>
              <p14:nvPr/>
            </p14:nvContentPartPr>
            <p14:xfrm>
              <a:off x="8771067" y="4164387"/>
              <a:ext cx="255240" cy="8150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BD6F413-2D11-BD03-65CC-C46786E029F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764947" y="4158267"/>
                <a:ext cx="267480" cy="82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EAD8ED2-7D3F-D8D9-B3F5-114BA7713DCE}"/>
                  </a:ext>
                </a:extLst>
              </p14:cNvPr>
              <p14:cNvContentPartPr/>
              <p14:nvPr/>
            </p14:nvContentPartPr>
            <p14:xfrm>
              <a:off x="9170667" y="4225947"/>
              <a:ext cx="80640" cy="469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EAD8ED2-7D3F-D8D9-B3F5-114BA7713DC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164547" y="4219827"/>
                <a:ext cx="92880" cy="48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FD0A5E9-BB6A-C8FD-78EC-2A24330DE73D}"/>
                  </a:ext>
                </a:extLst>
              </p14:cNvPr>
              <p14:cNvContentPartPr/>
              <p14:nvPr/>
            </p14:nvContentPartPr>
            <p14:xfrm>
              <a:off x="9183987" y="4239987"/>
              <a:ext cx="344520" cy="3582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FD0A5E9-BB6A-C8FD-78EC-2A24330DE73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177867" y="4233867"/>
                <a:ext cx="35676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FFB2ECF-2764-75D3-4196-FA9F18412799}"/>
                  </a:ext>
                </a:extLst>
              </p14:cNvPr>
              <p14:cNvContentPartPr/>
              <p14:nvPr/>
            </p14:nvContentPartPr>
            <p14:xfrm>
              <a:off x="9249867" y="4529787"/>
              <a:ext cx="204840" cy="1303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FFB2ECF-2764-75D3-4196-FA9F1841279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243747" y="4523667"/>
                <a:ext cx="21708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BCC6F2F8-9204-A953-8481-762CD5DDD604}"/>
                  </a:ext>
                </a:extLst>
              </p14:cNvPr>
              <p14:cNvContentPartPr/>
              <p14:nvPr/>
            </p14:nvContentPartPr>
            <p14:xfrm>
              <a:off x="9437427" y="4583427"/>
              <a:ext cx="229680" cy="4665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BCC6F2F8-9204-A953-8481-762CD5DDD60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431307" y="4577307"/>
                <a:ext cx="241920" cy="4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FF2EDA3-935A-E676-4F3F-F7584C23F5AD}"/>
                  </a:ext>
                </a:extLst>
              </p14:cNvPr>
              <p14:cNvContentPartPr/>
              <p14:nvPr/>
            </p14:nvContentPartPr>
            <p14:xfrm>
              <a:off x="9777987" y="4499187"/>
              <a:ext cx="1080" cy="86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FF2EDA3-935A-E676-4F3F-F7584C23F5A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771867" y="4493067"/>
                <a:ext cx="1332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F1212F9-AC4B-19D5-D4A1-5229BC8CDA05}"/>
                  </a:ext>
                </a:extLst>
              </p14:cNvPr>
              <p14:cNvContentPartPr/>
              <p14:nvPr/>
            </p14:nvContentPartPr>
            <p14:xfrm>
              <a:off x="9699147" y="4225947"/>
              <a:ext cx="286560" cy="9630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F1212F9-AC4B-19D5-D4A1-5229BC8CDA0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693027" y="4219827"/>
                <a:ext cx="298800" cy="9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A02EDEC-59E6-2471-0FF6-C5A6C4654847}"/>
                  </a:ext>
                </a:extLst>
              </p14:cNvPr>
              <p14:cNvContentPartPr/>
              <p14:nvPr/>
            </p14:nvContentPartPr>
            <p14:xfrm>
              <a:off x="6328827" y="5405667"/>
              <a:ext cx="474480" cy="603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A02EDEC-59E6-2471-0FF6-C5A6C465484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322707" y="5399547"/>
                <a:ext cx="486720" cy="61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AC855E1C-97B2-912D-0610-90FBBE29437C}"/>
                  </a:ext>
                </a:extLst>
              </p14:cNvPr>
              <p14:cNvContentPartPr/>
              <p14:nvPr/>
            </p14:nvContentPartPr>
            <p14:xfrm>
              <a:off x="6850827" y="5848827"/>
              <a:ext cx="266400" cy="4071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AC855E1C-97B2-912D-0610-90FBBE29437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844707" y="5842707"/>
                <a:ext cx="27864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C4133638-42A4-B79E-6EEB-47E49147D24D}"/>
                  </a:ext>
                </a:extLst>
              </p14:cNvPr>
              <p14:cNvContentPartPr/>
              <p14:nvPr/>
            </p14:nvContentPartPr>
            <p14:xfrm>
              <a:off x="7439427" y="5372907"/>
              <a:ext cx="402480" cy="6847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C4133638-42A4-B79E-6EEB-47E49147D24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433307" y="5366787"/>
                <a:ext cx="414720" cy="69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EB6D6C9E-CCB7-F2BA-3749-BB886724D4DE}"/>
                  </a:ext>
                </a:extLst>
              </p14:cNvPr>
              <p14:cNvContentPartPr/>
              <p14:nvPr/>
            </p14:nvContentPartPr>
            <p14:xfrm>
              <a:off x="7934427" y="5940987"/>
              <a:ext cx="123120" cy="4611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EB6D6C9E-CCB7-F2BA-3749-BB886724D4DE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928307" y="5934867"/>
                <a:ext cx="135360" cy="47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6531F206-D1A1-1E2B-50F0-EFE00527710E}"/>
                  </a:ext>
                </a:extLst>
              </p14:cNvPr>
              <p14:cNvContentPartPr/>
              <p14:nvPr/>
            </p14:nvContentPartPr>
            <p14:xfrm>
              <a:off x="8064387" y="5727507"/>
              <a:ext cx="109440" cy="482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6531F206-D1A1-1E2B-50F0-EFE00527710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058267" y="5721387"/>
                <a:ext cx="12168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A895D65-8644-DDAB-AB9F-21777E1F0317}"/>
                  </a:ext>
                </a:extLst>
              </p14:cNvPr>
              <p14:cNvContentPartPr/>
              <p14:nvPr/>
            </p14:nvContentPartPr>
            <p14:xfrm>
              <a:off x="8531307" y="5241867"/>
              <a:ext cx="214200" cy="8460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A895D65-8644-DDAB-AB9F-21777E1F031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525187" y="5235747"/>
                <a:ext cx="226440" cy="85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8C4AEBC2-ADFC-D4CA-A1A8-4E177A63512C}"/>
                  </a:ext>
                </a:extLst>
              </p14:cNvPr>
              <p14:cNvContentPartPr/>
              <p14:nvPr/>
            </p14:nvContentPartPr>
            <p14:xfrm>
              <a:off x="9168147" y="5404587"/>
              <a:ext cx="279720" cy="3765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8C4AEBC2-ADFC-D4CA-A1A8-4E177A63512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162027" y="5398467"/>
                <a:ext cx="29196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87D1607-1456-088D-495B-C406321ED3A7}"/>
                  </a:ext>
                </a:extLst>
              </p14:cNvPr>
              <p14:cNvContentPartPr/>
              <p14:nvPr/>
            </p14:nvContentPartPr>
            <p14:xfrm>
              <a:off x="9370827" y="5743707"/>
              <a:ext cx="223560" cy="4809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87D1607-1456-088D-495B-C406321ED3A7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364707" y="5737587"/>
                <a:ext cx="235800" cy="49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7D53D4E-C69F-DC4B-7783-3428E179C0B3}"/>
                  </a:ext>
                </a:extLst>
              </p14:cNvPr>
              <p14:cNvContentPartPr/>
              <p14:nvPr/>
            </p14:nvContentPartPr>
            <p14:xfrm>
              <a:off x="9639747" y="5559027"/>
              <a:ext cx="45360" cy="540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7D53D4E-C69F-DC4B-7783-3428E179C0B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633627" y="5552907"/>
                <a:ext cx="5760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E3193B58-6B16-396E-5A8B-07A6AD1D5BFD}"/>
                  </a:ext>
                </a:extLst>
              </p14:cNvPr>
              <p14:cNvContentPartPr/>
              <p14:nvPr/>
            </p14:nvContentPartPr>
            <p14:xfrm>
              <a:off x="9634347" y="5282187"/>
              <a:ext cx="278280" cy="95508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E3193B58-6B16-396E-5A8B-07A6AD1D5BF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628227" y="5276067"/>
                <a:ext cx="290520" cy="9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190ABCED-8706-41F9-C0F7-580D008B5CB5}"/>
                  </a:ext>
                </a:extLst>
              </p14:cNvPr>
              <p14:cNvContentPartPr/>
              <p14:nvPr/>
            </p14:nvContentPartPr>
            <p14:xfrm>
              <a:off x="3204387" y="2615667"/>
              <a:ext cx="1967040" cy="34084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190ABCED-8706-41F9-C0F7-580D008B5CB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3198267" y="2609547"/>
                <a:ext cx="1979280" cy="342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0F87A9AD-918B-DEA0-822B-84DBE1D13F88}"/>
              </a:ext>
            </a:extLst>
          </p:cNvPr>
          <p:cNvGrpSpPr/>
          <p:nvPr/>
        </p:nvGrpSpPr>
        <p:grpSpPr>
          <a:xfrm>
            <a:off x="8188947" y="344067"/>
            <a:ext cx="980640" cy="822240"/>
            <a:chOff x="8188947" y="344067"/>
            <a:chExt cx="980640" cy="82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DDB798E-34F9-14BC-4D4B-C6D888E6E8A5}"/>
                    </a:ext>
                  </a:extLst>
                </p14:cNvPr>
                <p14:cNvContentPartPr/>
                <p14:nvPr/>
              </p14:nvContentPartPr>
              <p14:xfrm>
                <a:off x="8439147" y="808827"/>
                <a:ext cx="80640" cy="100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DDB798E-34F9-14BC-4D4B-C6D888E6E8A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33027" y="802707"/>
                  <a:ext cx="928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E38DE74-C9A2-76DB-1C40-7E5B89859F66}"/>
                    </a:ext>
                  </a:extLst>
                </p14:cNvPr>
                <p14:cNvContentPartPr/>
                <p14:nvPr/>
              </p14:nvContentPartPr>
              <p14:xfrm>
                <a:off x="8188947" y="674187"/>
                <a:ext cx="483120" cy="4921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E38DE74-C9A2-76DB-1C40-7E5B89859F6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182827" y="668067"/>
                  <a:ext cx="49536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02E5C99-48E1-168F-761C-397B5DD50AB5}"/>
                    </a:ext>
                  </a:extLst>
                </p14:cNvPr>
                <p14:cNvContentPartPr/>
                <p14:nvPr/>
              </p14:nvContentPartPr>
              <p14:xfrm>
                <a:off x="8764947" y="344067"/>
                <a:ext cx="404640" cy="95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02E5C99-48E1-168F-761C-397B5DD50AB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758827" y="337947"/>
                  <a:ext cx="4168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6D1EDD8-B167-F2C7-A77F-9313C5FB6B3D}"/>
                    </a:ext>
                  </a:extLst>
                </p14:cNvPr>
                <p14:cNvContentPartPr/>
                <p14:nvPr/>
              </p14:nvContentPartPr>
              <p14:xfrm>
                <a:off x="8909667" y="458907"/>
                <a:ext cx="37440" cy="3898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6D1EDD8-B167-F2C7-A77F-9313C5FB6B3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903547" y="452787"/>
                  <a:ext cx="49680" cy="40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055519CD-D7B4-E38B-914F-7DF589B46FD6}"/>
                  </a:ext>
                </a:extLst>
              </p14:cNvPr>
              <p14:cNvContentPartPr/>
              <p14:nvPr/>
            </p14:nvContentPartPr>
            <p14:xfrm>
              <a:off x="8132427" y="1492467"/>
              <a:ext cx="1002960" cy="662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055519CD-D7B4-E38B-914F-7DF589B46FD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126307" y="1486347"/>
                <a:ext cx="1015200" cy="7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E3BD8AD0-1B65-2D96-F277-83152288295B}"/>
              </a:ext>
            </a:extLst>
          </p:cNvPr>
          <p:cNvGrpSpPr/>
          <p:nvPr/>
        </p:nvGrpSpPr>
        <p:grpSpPr>
          <a:xfrm>
            <a:off x="9712467" y="664107"/>
            <a:ext cx="729720" cy="976680"/>
            <a:chOff x="9712467" y="664107"/>
            <a:chExt cx="729720" cy="97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56F013C-75AC-CFA9-2042-890346870315}"/>
                    </a:ext>
                  </a:extLst>
                </p14:cNvPr>
                <p14:cNvContentPartPr/>
                <p14:nvPr/>
              </p14:nvContentPartPr>
              <p14:xfrm>
                <a:off x="9712467" y="664107"/>
                <a:ext cx="512280" cy="418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56F013C-75AC-CFA9-2042-89034687031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706347" y="657987"/>
                  <a:ext cx="52452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A13411A-AC7B-246C-E665-97DC7CC612C7}"/>
                    </a:ext>
                  </a:extLst>
                </p14:cNvPr>
                <p14:cNvContentPartPr/>
                <p14:nvPr/>
              </p14:nvContentPartPr>
              <p14:xfrm>
                <a:off x="10147347" y="1065147"/>
                <a:ext cx="294840" cy="329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A13411A-AC7B-246C-E665-97DC7CC612C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141227" y="1059027"/>
                  <a:ext cx="30708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61B8650-02E0-ADA9-0741-CD4CD1B95921}"/>
                    </a:ext>
                  </a:extLst>
                </p14:cNvPr>
                <p14:cNvContentPartPr/>
                <p14:nvPr/>
              </p14:nvContentPartPr>
              <p14:xfrm>
                <a:off x="9750267" y="1587867"/>
                <a:ext cx="601920" cy="52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61B8650-02E0-ADA9-0741-CD4CD1B9592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744147" y="1581747"/>
                  <a:ext cx="61416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C71F0E0-AF54-C892-8EDA-D8C7B55021D6}"/>
              </a:ext>
            </a:extLst>
          </p:cNvPr>
          <p:cNvGrpSpPr/>
          <p:nvPr/>
        </p:nvGrpSpPr>
        <p:grpSpPr>
          <a:xfrm>
            <a:off x="11068587" y="712347"/>
            <a:ext cx="1056600" cy="1017360"/>
            <a:chOff x="11068587" y="712347"/>
            <a:chExt cx="1056600" cy="101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7AE97CF-608D-D496-E662-67A6948093DE}"/>
                    </a:ext>
                  </a:extLst>
                </p14:cNvPr>
                <p14:cNvContentPartPr/>
                <p14:nvPr/>
              </p14:nvContentPartPr>
              <p14:xfrm>
                <a:off x="11205747" y="712347"/>
                <a:ext cx="477000" cy="4068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7AE97CF-608D-D496-E662-67A6948093D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199627" y="706227"/>
                  <a:ext cx="48924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29594B5-E61D-11B2-F6D9-0F00A19D1DBD}"/>
                    </a:ext>
                  </a:extLst>
                </p14:cNvPr>
                <p14:cNvContentPartPr/>
                <p14:nvPr/>
              </p14:nvContentPartPr>
              <p14:xfrm>
                <a:off x="11616507" y="1044987"/>
                <a:ext cx="299880" cy="4478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29594B5-E61D-11B2-F6D9-0F00A19D1DB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610387" y="1038867"/>
                  <a:ext cx="31212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27C0A98-D5FF-5A67-1F04-FC9E3D5378AB}"/>
                    </a:ext>
                  </a:extLst>
                </p14:cNvPr>
                <p14:cNvContentPartPr/>
                <p14:nvPr/>
              </p14:nvContentPartPr>
              <p14:xfrm>
                <a:off x="11068587" y="1622787"/>
                <a:ext cx="1056600" cy="1069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27C0A98-D5FF-5A67-1F04-FC9E3D5378A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062467" y="1616667"/>
                  <a:ext cx="106884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6CAE449A-3C46-A16D-2A27-7A4792B9C487}"/>
              </a:ext>
            </a:extLst>
          </p:cNvPr>
          <p:cNvGrpSpPr/>
          <p:nvPr/>
        </p:nvGrpSpPr>
        <p:grpSpPr>
          <a:xfrm>
            <a:off x="5875587" y="2753547"/>
            <a:ext cx="2191680" cy="1222920"/>
            <a:chOff x="5875587" y="2753547"/>
            <a:chExt cx="2191680" cy="122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CE1026E-C31D-1DA9-F6E4-078882038FF6}"/>
                    </a:ext>
                  </a:extLst>
                </p14:cNvPr>
                <p14:cNvContentPartPr/>
                <p14:nvPr/>
              </p14:nvContentPartPr>
              <p14:xfrm>
                <a:off x="5875587" y="2804667"/>
                <a:ext cx="424080" cy="556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CE1026E-C31D-1DA9-F6E4-078882038FF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869467" y="2798547"/>
                  <a:ext cx="436320" cy="56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114CDB7-FA6A-F782-C943-38BE8E9A78A5}"/>
                    </a:ext>
                  </a:extLst>
                </p14:cNvPr>
                <p14:cNvContentPartPr/>
                <p14:nvPr/>
              </p14:nvContentPartPr>
              <p14:xfrm>
                <a:off x="6315867" y="2753547"/>
                <a:ext cx="183960" cy="6256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114CDB7-FA6A-F782-C943-38BE8E9A78A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09747" y="2747427"/>
                  <a:ext cx="196200" cy="6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F1B6291-B6AD-25A9-E41D-06E7D965B862}"/>
                    </a:ext>
                  </a:extLst>
                </p14:cNvPr>
                <p14:cNvContentPartPr/>
                <p14:nvPr/>
              </p14:nvContentPartPr>
              <p14:xfrm>
                <a:off x="6445827" y="3234507"/>
                <a:ext cx="416880" cy="618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F1B6291-B6AD-25A9-E41D-06E7D965B86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439707" y="3228387"/>
                  <a:ext cx="429120" cy="6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CC87C3E-1822-1404-DFA7-138D7492C7F7}"/>
                    </a:ext>
                  </a:extLst>
                </p14:cNvPr>
                <p14:cNvContentPartPr/>
                <p14:nvPr/>
              </p14:nvContentPartPr>
              <p14:xfrm>
                <a:off x="7130907" y="2778027"/>
                <a:ext cx="372240" cy="737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CC87C3E-1822-1404-DFA7-138D7492C7F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24787" y="2771907"/>
                  <a:ext cx="384480" cy="74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5F73883-F821-8471-9776-1EA13602E7E7}"/>
                    </a:ext>
                  </a:extLst>
                </p14:cNvPr>
                <p14:cNvContentPartPr/>
                <p14:nvPr/>
              </p14:nvContentPartPr>
              <p14:xfrm>
                <a:off x="7443387" y="3265107"/>
                <a:ext cx="296640" cy="652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5F73883-F821-8471-9776-1EA13602E7E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437267" y="3258987"/>
                  <a:ext cx="308880" cy="66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D16D090-3D14-2A95-7FDA-F7574A379BB1}"/>
                    </a:ext>
                  </a:extLst>
                </p14:cNvPr>
                <p14:cNvContentPartPr/>
                <p14:nvPr/>
              </p14:nvContentPartPr>
              <p14:xfrm>
                <a:off x="7661907" y="3186627"/>
                <a:ext cx="360" cy="3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D16D090-3D14-2A95-7FDA-F7574A379BB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655787" y="3180507"/>
                  <a:ext cx="126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DA67534-D66F-1D4A-7EF3-47B50788C060}"/>
                    </a:ext>
                  </a:extLst>
                </p14:cNvPr>
                <p14:cNvContentPartPr/>
                <p14:nvPr/>
              </p14:nvContentPartPr>
              <p14:xfrm>
                <a:off x="6075747" y="3880347"/>
                <a:ext cx="1991520" cy="96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DA67534-D66F-1D4A-7EF3-47B50788C06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069627" y="3874227"/>
                  <a:ext cx="2003760" cy="10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4AE6AC47-2A9F-ADFE-C49A-7EE5A2F560D8}"/>
                  </a:ext>
                </a:extLst>
              </p14:cNvPr>
              <p14:cNvContentPartPr/>
              <p14:nvPr/>
            </p14:nvContentPartPr>
            <p14:xfrm>
              <a:off x="3314187" y="4524387"/>
              <a:ext cx="1919160" cy="147024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4AE6AC47-2A9F-ADFE-C49A-7EE5A2F560D8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308067" y="4518267"/>
                <a:ext cx="1931400" cy="148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2294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5290DC-6A7F-38B4-ADA2-F632DC56E340}"/>
              </a:ext>
            </a:extLst>
          </p:cNvPr>
          <p:cNvSpPr txBox="1"/>
          <p:nvPr/>
        </p:nvSpPr>
        <p:spPr>
          <a:xfrm>
            <a:off x="194733" y="279400"/>
            <a:ext cx="10464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WHENEVER WE ARE TRYING TO COMPUTE NEW REPRESENTATION FOR SOMETHING </a:t>
            </a:r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WE WILL CALL THAT AS QUERY VECTOR ..</a:t>
            </a:r>
            <a:endParaRPr lang="en-US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653836C-7492-DD55-C069-409A6C3660B9}"/>
                  </a:ext>
                </a:extLst>
              </p14:cNvPr>
              <p14:cNvContentPartPr/>
              <p14:nvPr/>
            </p14:nvContentPartPr>
            <p14:xfrm>
              <a:off x="4548267" y="2621787"/>
              <a:ext cx="15120" cy="5986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653836C-7492-DD55-C069-409A6C3660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42147" y="2615307"/>
                <a:ext cx="27360" cy="61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BD5B9736-A8FA-3F03-C714-22F916138549}"/>
              </a:ext>
            </a:extLst>
          </p:cNvPr>
          <p:cNvGrpSpPr/>
          <p:nvPr/>
        </p:nvGrpSpPr>
        <p:grpSpPr>
          <a:xfrm>
            <a:off x="621387" y="1320027"/>
            <a:ext cx="6135120" cy="4426560"/>
            <a:chOff x="621387" y="1320027"/>
            <a:chExt cx="6135120" cy="442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8B6D4D0-CCFF-A081-5CF3-483A092ECD98}"/>
                    </a:ext>
                  </a:extLst>
                </p14:cNvPr>
                <p14:cNvContentPartPr/>
                <p14:nvPr/>
              </p14:nvContentPartPr>
              <p14:xfrm>
                <a:off x="2449107" y="1609827"/>
                <a:ext cx="360" cy="10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8B6D4D0-CCFF-A081-5CF3-483A092ECD9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42987" y="1603707"/>
                  <a:ext cx="1260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C165583-A915-47C1-82BC-E06ABB59FD3B}"/>
                    </a:ext>
                  </a:extLst>
                </p14:cNvPr>
                <p14:cNvContentPartPr/>
                <p14:nvPr/>
              </p14:nvContentPartPr>
              <p14:xfrm>
                <a:off x="1113867" y="1320027"/>
                <a:ext cx="704520" cy="953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C165583-A915-47C1-82BC-E06ABB59FD3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07747" y="1313907"/>
                  <a:ext cx="716760" cy="9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B6BE7FE-D4D4-FC46-5B70-475109EE62AC}"/>
                    </a:ext>
                  </a:extLst>
                </p14:cNvPr>
                <p14:cNvContentPartPr/>
                <p14:nvPr/>
              </p14:nvContentPartPr>
              <p14:xfrm>
                <a:off x="1669707" y="1815027"/>
                <a:ext cx="304920" cy="591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B6BE7FE-D4D4-FC46-5B70-475109EE62A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63587" y="1808907"/>
                  <a:ext cx="31716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0A57632-7BBA-B2C9-7D9D-9E7930FFE6DE}"/>
                    </a:ext>
                  </a:extLst>
                </p14:cNvPr>
                <p14:cNvContentPartPr/>
                <p14:nvPr/>
              </p14:nvContentPartPr>
              <p14:xfrm>
                <a:off x="2151747" y="1782267"/>
                <a:ext cx="754560" cy="601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0A57632-7BBA-B2C9-7D9D-9E7930FFE6D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45627" y="1776147"/>
                  <a:ext cx="766800" cy="61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95B1734-A148-35F7-5B83-AA869F0CCD09}"/>
                    </a:ext>
                  </a:extLst>
                </p14:cNvPr>
                <p14:cNvContentPartPr/>
                <p14:nvPr/>
              </p14:nvContentPartPr>
              <p14:xfrm>
                <a:off x="2900547" y="1776147"/>
                <a:ext cx="535680" cy="748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95B1734-A148-35F7-5B83-AA869F0CCD0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94427" y="1770027"/>
                  <a:ext cx="547920" cy="76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13A309E-646C-601E-6951-F54AB4424F21}"/>
                    </a:ext>
                  </a:extLst>
                </p14:cNvPr>
                <p14:cNvContentPartPr/>
                <p14:nvPr/>
              </p14:nvContentPartPr>
              <p14:xfrm>
                <a:off x="3609387" y="1551147"/>
                <a:ext cx="381960" cy="1236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13A309E-646C-601E-6951-F54AB4424F2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603267" y="1545027"/>
                  <a:ext cx="394200" cy="12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A2216E5-1188-36D0-770B-F9D93AA9766F}"/>
                    </a:ext>
                  </a:extLst>
                </p14:cNvPr>
                <p14:cNvContentPartPr/>
                <p14:nvPr/>
              </p14:nvContentPartPr>
              <p14:xfrm>
                <a:off x="3968307" y="1707387"/>
                <a:ext cx="751320" cy="911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A2216E5-1188-36D0-770B-F9D93AA9766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62187" y="1701267"/>
                  <a:ext cx="763560" cy="9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15683FE-FD5E-178B-981B-8CA44CEE897F}"/>
                    </a:ext>
                  </a:extLst>
                </p14:cNvPr>
                <p14:cNvContentPartPr/>
                <p14:nvPr/>
              </p14:nvContentPartPr>
              <p14:xfrm>
                <a:off x="4888827" y="2347107"/>
                <a:ext cx="317520" cy="731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15683FE-FD5E-178B-981B-8CA44CEE897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82707" y="2340987"/>
                  <a:ext cx="329760" cy="74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15E1775-DEC8-406B-032C-96630AD0E8FD}"/>
                    </a:ext>
                  </a:extLst>
                </p14:cNvPr>
                <p14:cNvContentPartPr/>
                <p14:nvPr/>
              </p14:nvContentPartPr>
              <p14:xfrm>
                <a:off x="5288787" y="1888827"/>
                <a:ext cx="396720" cy="588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15E1775-DEC8-406B-032C-96630AD0E8F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82667" y="1882707"/>
                  <a:ext cx="40896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4D4CF87-CFC1-2831-E4CA-348AACCB9D9F}"/>
                    </a:ext>
                  </a:extLst>
                </p14:cNvPr>
                <p14:cNvContentPartPr/>
                <p14:nvPr/>
              </p14:nvContentPartPr>
              <p14:xfrm>
                <a:off x="5409387" y="2191947"/>
                <a:ext cx="380520" cy="266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4D4CF87-CFC1-2831-E4CA-348AACCB9D9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403267" y="2185827"/>
                  <a:ext cx="3927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AD708DB-1C20-E701-9074-C70355ACC2DD}"/>
                    </a:ext>
                  </a:extLst>
                </p14:cNvPr>
                <p14:cNvContentPartPr/>
                <p14:nvPr/>
              </p14:nvContentPartPr>
              <p14:xfrm>
                <a:off x="5550507" y="1516227"/>
                <a:ext cx="414360" cy="1343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AD708DB-1C20-E701-9074-C70355ACC2D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544387" y="1510107"/>
                  <a:ext cx="426600" cy="13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3A3E8C0-C881-0704-88C2-80537A9DF478}"/>
                    </a:ext>
                  </a:extLst>
                </p14:cNvPr>
                <p14:cNvContentPartPr/>
                <p14:nvPr/>
              </p14:nvContentPartPr>
              <p14:xfrm>
                <a:off x="5371587" y="2371227"/>
                <a:ext cx="439920" cy="653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3A3E8C0-C881-0704-88C2-80537A9DF47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365467" y="2365107"/>
                  <a:ext cx="452160" cy="66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01A598B-9930-AC6C-BFD5-B360819C97B4}"/>
                    </a:ext>
                  </a:extLst>
                </p14:cNvPr>
                <p14:cNvContentPartPr/>
                <p14:nvPr/>
              </p14:nvContentPartPr>
              <p14:xfrm>
                <a:off x="5752107" y="2089347"/>
                <a:ext cx="161280" cy="101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01A598B-9930-AC6C-BFD5-B360819C97B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45987" y="2083227"/>
                  <a:ext cx="1735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B59BA9F-C2B5-97FB-D635-2E99EE88DE7E}"/>
                    </a:ext>
                  </a:extLst>
                </p14:cNvPr>
                <p14:cNvContentPartPr/>
                <p14:nvPr/>
              </p14:nvContentPartPr>
              <p14:xfrm>
                <a:off x="966627" y="4973307"/>
                <a:ext cx="391320" cy="489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B59BA9F-C2B5-97FB-D635-2E99EE88DE7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60507" y="4967187"/>
                  <a:ext cx="40356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865B60E-A716-6260-13CE-4DB5D55C89F3}"/>
                    </a:ext>
                  </a:extLst>
                </p14:cNvPr>
                <p14:cNvContentPartPr/>
                <p14:nvPr/>
              </p14:nvContentPartPr>
              <p14:xfrm>
                <a:off x="1568907" y="5320707"/>
                <a:ext cx="38520" cy="300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865B60E-A716-6260-13CE-4DB5D55C89F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62787" y="5314587"/>
                  <a:ext cx="507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06380DC-0841-B289-D1CA-3A3065DCCD10}"/>
                    </a:ext>
                  </a:extLst>
                </p14:cNvPr>
                <p14:cNvContentPartPr/>
                <p14:nvPr/>
              </p14:nvContentPartPr>
              <p14:xfrm>
                <a:off x="2983347" y="4980867"/>
                <a:ext cx="541080" cy="415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06380DC-0841-B289-D1CA-3A3065DCCD1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77227" y="4974747"/>
                  <a:ext cx="55332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C761E42-6C11-2BCF-6346-DB4AB10D4EFA}"/>
                    </a:ext>
                  </a:extLst>
                </p14:cNvPr>
                <p14:cNvContentPartPr/>
                <p14:nvPr/>
              </p14:nvContentPartPr>
              <p14:xfrm>
                <a:off x="3711987" y="5261667"/>
                <a:ext cx="326160" cy="345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C761E42-6C11-2BCF-6346-DB4AB10D4EF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05867" y="5255547"/>
                  <a:ext cx="33840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D481D19-6C3A-806D-B759-9C0643DED18B}"/>
                    </a:ext>
                  </a:extLst>
                </p14:cNvPr>
                <p14:cNvContentPartPr/>
                <p14:nvPr/>
              </p14:nvContentPartPr>
              <p14:xfrm>
                <a:off x="5679387" y="4883667"/>
                <a:ext cx="531000" cy="3502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D481D19-6C3A-806D-B759-9C0643DED18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73267" y="4877547"/>
                  <a:ext cx="5432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5845B48-36C0-3858-C874-37788247A832}"/>
                    </a:ext>
                  </a:extLst>
                </p14:cNvPr>
                <p14:cNvContentPartPr/>
                <p14:nvPr/>
              </p14:nvContentPartPr>
              <p14:xfrm>
                <a:off x="6429267" y="5145747"/>
                <a:ext cx="327240" cy="600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5845B48-36C0-3858-C874-37788247A83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423147" y="5139627"/>
                  <a:ext cx="339480" cy="61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BC961D0-C93D-A2B6-C4BF-2AC01B3B0782}"/>
                    </a:ext>
                  </a:extLst>
                </p14:cNvPr>
                <p14:cNvContentPartPr/>
                <p14:nvPr/>
              </p14:nvContentPartPr>
              <p14:xfrm>
                <a:off x="621387" y="3818427"/>
                <a:ext cx="309600" cy="1035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BC961D0-C93D-A2B6-C4BF-2AC01B3B078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5267" y="3812307"/>
                  <a:ext cx="321840" cy="10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9492368-9312-7502-9765-A936CAAF58A9}"/>
                    </a:ext>
                  </a:extLst>
                </p14:cNvPr>
                <p14:cNvContentPartPr/>
                <p14:nvPr/>
              </p14:nvContentPartPr>
              <p14:xfrm>
                <a:off x="885987" y="3199227"/>
                <a:ext cx="541440" cy="444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9492368-9312-7502-9765-A936CAAF58A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79867" y="3193107"/>
                  <a:ext cx="55368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39A4627-1110-41BE-B1B0-324E7E8021F6}"/>
                    </a:ext>
                  </a:extLst>
                </p14:cNvPr>
                <p14:cNvContentPartPr/>
                <p14:nvPr/>
              </p14:nvContentPartPr>
              <p14:xfrm>
                <a:off x="1639107" y="3026787"/>
                <a:ext cx="12600" cy="426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39A4627-1110-41BE-B1B0-324E7E8021F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32987" y="3020667"/>
                  <a:ext cx="2484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39D0D38-2783-932F-7C8C-33861974DFE6}"/>
                    </a:ext>
                  </a:extLst>
                </p14:cNvPr>
                <p14:cNvContentPartPr/>
                <p14:nvPr/>
              </p14:nvContentPartPr>
              <p14:xfrm>
                <a:off x="2855907" y="3974667"/>
                <a:ext cx="230040" cy="858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39D0D38-2783-932F-7C8C-33861974DFE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849787" y="3968547"/>
                  <a:ext cx="242280" cy="87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F94C9D0-028B-D82F-85C2-7831B3F43341}"/>
                    </a:ext>
                  </a:extLst>
                </p14:cNvPr>
                <p14:cNvContentPartPr/>
                <p14:nvPr/>
              </p14:nvContentPartPr>
              <p14:xfrm>
                <a:off x="2966427" y="3124707"/>
                <a:ext cx="392760" cy="513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F94C9D0-028B-D82F-85C2-7831B3F4334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960307" y="3118227"/>
                  <a:ext cx="405000" cy="52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29328B6-5910-3329-35D6-CF3419D01B0C}"/>
                    </a:ext>
                  </a:extLst>
                </p14:cNvPr>
                <p14:cNvContentPartPr/>
                <p14:nvPr/>
              </p14:nvContentPartPr>
              <p14:xfrm>
                <a:off x="3552147" y="3117867"/>
                <a:ext cx="344160" cy="357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29328B6-5910-3329-35D6-CF3419D01B0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546027" y="3111747"/>
                  <a:ext cx="3564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B858637-9C4F-DC01-92D5-73674AB8E7A2}"/>
                    </a:ext>
                  </a:extLst>
                </p14:cNvPr>
                <p14:cNvContentPartPr/>
                <p14:nvPr/>
              </p14:nvContentPartPr>
              <p14:xfrm>
                <a:off x="5286987" y="3853707"/>
                <a:ext cx="529560" cy="944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B858637-9C4F-DC01-92D5-73674AB8E7A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280867" y="3847587"/>
                  <a:ext cx="541800" cy="9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1B7B7D0-BE7C-2EA0-1F51-45E543ACB573}"/>
                    </a:ext>
                  </a:extLst>
                </p14:cNvPr>
                <p14:cNvContentPartPr/>
                <p14:nvPr/>
              </p14:nvContentPartPr>
              <p14:xfrm>
                <a:off x="5712147" y="3134067"/>
                <a:ext cx="468720" cy="506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1B7B7D0-BE7C-2EA0-1F51-45E543ACB57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06027" y="3127947"/>
                  <a:ext cx="48096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8D8D83C-7054-7D4A-EA40-E2073F2C2E18}"/>
                    </a:ext>
                  </a:extLst>
                </p14:cNvPr>
                <p14:cNvContentPartPr/>
                <p14:nvPr/>
              </p14:nvContentPartPr>
              <p14:xfrm>
                <a:off x="6302187" y="3165747"/>
                <a:ext cx="240480" cy="485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8D8D83C-7054-7D4A-EA40-E2073F2C2E1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96067" y="3159627"/>
                  <a:ext cx="252720" cy="49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1FAFFBF-1BCE-E66E-B46F-EDF783EB89DE}"/>
              </a:ext>
            </a:extLst>
          </p:cNvPr>
          <p:cNvGrpSpPr/>
          <p:nvPr/>
        </p:nvGrpSpPr>
        <p:grpSpPr>
          <a:xfrm>
            <a:off x="901107" y="4256547"/>
            <a:ext cx="624240" cy="475920"/>
            <a:chOff x="901107" y="4256547"/>
            <a:chExt cx="624240" cy="47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4B29B13-7DB5-C06F-79EE-D9E94BF0FED0}"/>
                    </a:ext>
                  </a:extLst>
                </p14:cNvPr>
                <p14:cNvContentPartPr/>
                <p14:nvPr/>
              </p14:nvContentPartPr>
              <p14:xfrm>
                <a:off x="901107" y="4256547"/>
                <a:ext cx="222120" cy="291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4B29B13-7DB5-C06F-79EE-D9E94BF0FED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94987" y="4250427"/>
                  <a:ext cx="2343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4B23A56-DB2F-FB28-75FE-2B27F37C8305}"/>
                    </a:ext>
                  </a:extLst>
                </p14:cNvPr>
                <p14:cNvContentPartPr/>
                <p14:nvPr/>
              </p14:nvContentPartPr>
              <p14:xfrm>
                <a:off x="1186587" y="4419267"/>
                <a:ext cx="338760" cy="313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4B23A56-DB2F-FB28-75FE-2B27F37C830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80467" y="4413147"/>
                  <a:ext cx="351000" cy="32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D624950-C581-13A8-140D-EAA7E56E079B}"/>
              </a:ext>
            </a:extLst>
          </p:cNvPr>
          <p:cNvGrpSpPr/>
          <p:nvPr/>
        </p:nvGrpSpPr>
        <p:grpSpPr>
          <a:xfrm>
            <a:off x="3244347" y="4232427"/>
            <a:ext cx="558000" cy="440640"/>
            <a:chOff x="3244347" y="4232427"/>
            <a:chExt cx="558000" cy="44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513A18D-C19B-EE09-8C84-F18BA9839B60}"/>
                    </a:ext>
                  </a:extLst>
                </p14:cNvPr>
                <p14:cNvContentPartPr/>
                <p14:nvPr/>
              </p14:nvContentPartPr>
              <p14:xfrm>
                <a:off x="3244347" y="4232427"/>
                <a:ext cx="280800" cy="336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513A18D-C19B-EE09-8C84-F18BA9839B6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238227" y="4226307"/>
                  <a:ext cx="2930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04322E9-8681-B004-472C-34321BD1D75F}"/>
                    </a:ext>
                  </a:extLst>
                </p14:cNvPr>
                <p14:cNvContentPartPr/>
                <p14:nvPr/>
              </p14:nvContentPartPr>
              <p14:xfrm>
                <a:off x="3555747" y="4361307"/>
                <a:ext cx="246600" cy="311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04322E9-8681-B004-472C-34321BD1D75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549627" y="4355187"/>
                  <a:ext cx="258840" cy="32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C35CA37-3046-F4DB-3880-6FE28FCEAE8F}"/>
              </a:ext>
            </a:extLst>
          </p:cNvPr>
          <p:cNvGrpSpPr/>
          <p:nvPr/>
        </p:nvGrpSpPr>
        <p:grpSpPr>
          <a:xfrm>
            <a:off x="5794587" y="4140987"/>
            <a:ext cx="697680" cy="391320"/>
            <a:chOff x="5794587" y="4140987"/>
            <a:chExt cx="697680" cy="39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FD54042-843F-56DC-4435-B9F0A63CB0BB}"/>
                    </a:ext>
                  </a:extLst>
                </p14:cNvPr>
                <p14:cNvContentPartPr/>
                <p14:nvPr/>
              </p14:nvContentPartPr>
              <p14:xfrm>
                <a:off x="5794587" y="4140987"/>
                <a:ext cx="380160" cy="306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FD54042-843F-56DC-4435-B9F0A63CB0B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788467" y="4134867"/>
                  <a:ext cx="39240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846F44B-503C-6AA5-47AC-F63EBF38DB48}"/>
                    </a:ext>
                  </a:extLst>
                </p14:cNvPr>
                <p14:cNvContentPartPr/>
                <p14:nvPr/>
              </p14:nvContentPartPr>
              <p14:xfrm>
                <a:off x="6210027" y="4253667"/>
                <a:ext cx="282240" cy="278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846F44B-503C-6AA5-47AC-F63EBF38DB4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03907" y="4247547"/>
                  <a:ext cx="294480" cy="29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969BBAA-9EEB-C948-C662-976DDF6F2BF0}"/>
                  </a:ext>
                </a:extLst>
              </p14:cNvPr>
              <p14:cNvContentPartPr/>
              <p14:nvPr/>
            </p14:nvContentPartPr>
            <p14:xfrm>
              <a:off x="2338227" y="3034347"/>
              <a:ext cx="360" cy="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969BBAA-9EEB-C948-C662-976DDF6F2BF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332107" y="3028227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B952FB49-27E1-4719-0035-FF9E6269751D}"/>
              </a:ext>
            </a:extLst>
          </p:cNvPr>
          <p:cNvGrpSpPr/>
          <p:nvPr/>
        </p:nvGrpSpPr>
        <p:grpSpPr>
          <a:xfrm>
            <a:off x="646947" y="885867"/>
            <a:ext cx="7666560" cy="2419920"/>
            <a:chOff x="646947" y="885867"/>
            <a:chExt cx="7666560" cy="241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4FFCBFC-2EF5-A0DD-7600-67BE110CCA74}"/>
                    </a:ext>
                  </a:extLst>
                </p14:cNvPr>
                <p14:cNvContentPartPr/>
                <p14:nvPr/>
              </p14:nvContentPartPr>
              <p14:xfrm>
                <a:off x="646947" y="885867"/>
                <a:ext cx="5937120" cy="24199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4FFCBFC-2EF5-A0DD-7600-67BE110CCA7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0827" y="879747"/>
                  <a:ext cx="5949360" cy="24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273314C-DE63-CA67-3D2F-FC43E404E98E}"/>
                    </a:ext>
                  </a:extLst>
                </p14:cNvPr>
                <p14:cNvContentPartPr/>
                <p14:nvPr/>
              </p14:nvContentPartPr>
              <p14:xfrm>
                <a:off x="6745347" y="2015547"/>
                <a:ext cx="442440" cy="302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273314C-DE63-CA67-3D2F-FC43E404E98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39227" y="2009427"/>
                  <a:ext cx="4546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99C06D5-834B-72A1-F2FE-4171F6F94B38}"/>
                    </a:ext>
                  </a:extLst>
                </p14:cNvPr>
                <p14:cNvContentPartPr/>
                <p14:nvPr/>
              </p14:nvContentPartPr>
              <p14:xfrm>
                <a:off x="6823827" y="2167827"/>
                <a:ext cx="321840" cy="88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99C06D5-834B-72A1-F2FE-4171F6F94B3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17707" y="2161707"/>
                  <a:ext cx="3340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768690A-72A9-1A4F-94DD-9112E7ABBAB4}"/>
                    </a:ext>
                  </a:extLst>
                </p14:cNvPr>
                <p14:cNvContentPartPr/>
                <p14:nvPr/>
              </p14:nvContentPartPr>
              <p14:xfrm>
                <a:off x="7509627" y="1512627"/>
                <a:ext cx="418680" cy="627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768690A-72A9-1A4F-94DD-9112E7ABBAB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503507" y="1506507"/>
                  <a:ext cx="430920" cy="63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A1D1576-45B5-746A-1325-D0549DB6F470}"/>
                    </a:ext>
                  </a:extLst>
                </p14:cNvPr>
                <p14:cNvContentPartPr/>
                <p14:nvPr/>
              </p14:nvContentPartPr>
              <p14:xfrm>
                <a:off x="8245107" y="1617747"/>
                <a:ext cx="68400" cy="3826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A1D1576-45B5-746A-1325-D0549DB6F47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38987" y="1611627"/>
                  <a:ext cx="80640" cy="39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08220429-27F5-F35B-383E-C88B32F5B46F}"/>
                  </a:ext>
                </a:extLst>
              </p14:cNvPr>
              <p14:cNvContentPartPr/>
              <p14:nvPr/>
            </p14:nvContentPartPr>
            <p14:xfrm>
              <a:off x="768627" y="2683347"/>
              <a:ext cx="1383840" cy="12589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08220429-27F5-F35B-383E-C88B32F5B46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62507" y="2677227"/>
                <a:ext cx="1396080" cy="12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ECFC674C-883B-37EE-C62B-CEB2CEAAE551}"/>
                  </a:ext>
                </a:extLst>
              </p14:cNvPr>
              <p14:cNvContentPartPr/>
              <p14:nvPr/>
            </p14:nvContentPartPr>
            <p14:xfrm>
              <a:off x="1297467" y="5623107"/>
              <a:ext cx="1224720" cy="12049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ECFC674C-883B-37EE-C62B-CEB2CEAAE55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291347" y="5616987"/>
                <a:ext cx="1236960" cy="121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D06D3255-16F0-0560-E5B6-77765C32FFCC}"/>
              </a:ext>
            </a:extLst>
          </p:cNvPr>
          <p:cNvGrpSpPr/>
          <p:nvPr/>
        </p:nvGrpSpPr>
        <p:grpSpPr>
          <a:xfrm>
            <a:off x="8687187" y="1568067"/>
            <a:ext cx="536760" cy="492840"/>
            <a:chOff x="8687187" y="1568067"/>
            <a:chExt cx="536760" cy="49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8A9E7B8-77C7-4966-C4FE-6F46798C0756}"/>
                    </a:ext>
                  </a:extLst>
                </p14:cNvPr>
                <p14:cNvContentPartPr/>
                <p14:nvPr/>
              </p14:nvContentPartPr>
              <p14:xfrm>
                <a:off x="8687187" y="1568067"/>
                <a:ext cx="11880" cy="425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8A9E7B8-77C7-4966-C4FE-6F46798C075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681067" y="1561947"/>
                  <a:ext cx="2412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CC20D0B-5195-DAB2-DB1B-62EF5076CFB7}"/>
                    </a:ext>
                  </a:extLst>
                </p14:cNvPr>
                <p14:cNvContentPartPr/>
                <p14:nvPr/>
              </p14:nvContentPartPr>
              <p14:xfrm>
                <a:off x="8703747" y="1617027"/>
                <a:ext cx="230400" cy="2113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CC20D0B-5195-DAB2-DB1B-62EF5076CFB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697627" y="1610907"/>
                  <a:ext cx="2426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651819B-90EE-48ED-2F4F-8F81B75B17B2}"/>
                    </a:ext>
                  </a:extLst>
                </p14:cNvPr>
                <p14:cNvContentPartPr/>
                <p14:nvPr/>
              </p14:nvContentPartPr>
              <p14:xfrm>
                <a:off x="8732547" y="1794867"/>
                <a:ext cx="239400" cy="1562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651819B-90EE-48ED-2F4F-8F81B75B17B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726427" y="1788747"/>
                  <a:ext cx="2516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594F003-9BB5-3ADB-8517-D3766C0C54CB}"/>
                    </a:ext>
                  </a:extLst>
                </p14:cNvPr>
                <p14:cNvContentPartPr/>
                <p14:nvPr/>
              </p14:nvContentPartPr>
              <p14:xfrm>
                <a:off x="9197667" y="1813947"/>
                <a:ext cx="26280" cy="246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594F003-9BB5-3ADB-8517-D3766C0C54C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191547" y="1807827"/>
                  <a:ext cx="38520" cy="25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B0FC9618-1447-3F77-C0FA-2595F3DE56A5}"/>
              </a:ext>
            </a:extLst>
          </p:cNvPr>
          <p:cNvGrpSpPr/>
          <p:nvPr/>
        </p:nvGrpSpPr>
        <p:grpSpPr>
          <a:xfrm>
            <a:off x="9614547" y="1587507"/>
            <a:ext cx="464040" cy="493200"/>
            <a:chOff x="9614547" y="1587507"/>
            <a:chExt cx="464040" cy="49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39C08FD-B6B3-4044-2936-DA221518D7F2}"/>
                    </a:ext>
                  </a:extLst>
                </p14:cNvPr>
                <p14:cNvContentPartPr/>
                <p14:nvPr/>
              </p14:nvContentPartPr>
              <p14:xfrm>
                <a:off x="9614547" y="1685787"/>
                <a:ext cx="464040" cy="132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39C08FD-B6B3-4044-2936-DA221518D7F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608427" y="1679667"/>
                  <a:ext cx="4762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40004DB-7912-A01C-149A-DE8F8A4268B3}"/>
                    </a:ext>
                  </a:extLst>
                </p14:cNvPr>
                <p14:cNvContentPartPr/>
                <p14:nvPr/>
              </p14:nvContentPartPr>
              <p14:xfrm>
                <a:off x="9813267" y="1587507"/>
                <a:ext cx="28440" cy="493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40004DB-7912-A01C-149A-DE8F8A4268B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807147" y="1581387"/>
                  <a:ext cx="40680" cy="50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D6DE64D3-D7C3-60EB-8CC9-BD111AC97B1A}"/>
                  </a:ext>
                </a:extLst>
              </p14:cNvPr>
              <p14:cNvContentPartPr/>
              <p14:nvPr/>
            </p14:nvContentPartPr>
            <p14:xfrm>
              <a:off x="651267" y="2680827"/>
              <a:ext cx="1762920" cy="12718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D6DE64D3-D7C3-60EB-8CC9-BD111AC97B1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45147" y="2674707"/>
                <a:ext cx="1775160" cy="12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4DF62F81-0C92-1E91-9B75-3D32FAC56DC2}"/>
                  </a:ext>
                </a:extLst>
              </p14:cNvPr>
              <p14:cNvContentPartPr/>
              <p14:nvPr/>
            </p14:nvContentPartPr>
            <p14:xfrm>
              <a:off x="3727107" y="5592507"/>
              <a:ext cx="1385280" cy="12380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4DF62F81-0C92-1E91-9B75-3D32FAC56DC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720987" y="5586387"/>
                <a:ext cx="1397520" cy="125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9844305-CFEC-AFA2-A2DC-541FFA3D7DC8}"/>
              </a:ext>
            </a:extLst>
          </p:cNvPr>
          <p:cNvGrpSpPr/>
          <p:nvPr/>
        </p:nvGrpSpPr>
        <p:grpSpPr>
          <a:xfrm>
            <a:off x="7723827" y="2349987"/>
            <a:ext cx="2879640" cy="815760"/>
            <a:chOff x="7723827" y="2349987"/>
            <a:chExt cx="2879640" cy="81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29170CE-BAD9-B641-CA54-A757F98807E4}"/>
                    </a:ext>
                  </a:extLst>
                </p14:cNvPr>
                <p14:cNvContentPartPr/>
                <p14:nvPr/>
              </p14:nvContentPartPr>
              <p14:xfrm>
                <a:off x="7723827" y="2349987"/>
                <a:ext cx="524520" cy="693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29170CE-BAD9-B641-CA54-A757F98807E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717707" y="2343867"/>
                  <a:ext cx="536760" cy="70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893C4B1-80DC-14B7-0285-E719869B87AC}"/>
                    </a:ext>
                  </a:extLst>
                </p14:cNvPr>
                <p14:cNvContentPartPr/>
                <p14:nvPr/>
              </p14:nvContentPartPr>
              <p14:xfrm>
                <a:off x="8399547" y="2564547"/>
                <a:ext cx="55440" cy="417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893C4B1-80DC-14B7-0285-E719869B87A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393427" y="2558427"/>
                  <a:ext cx="6768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D6D7E98-009A-18F3-AD80-77B9B00F1539}"/>
                    </a:ext>
                  </a:extLst>
                </p14:cNvPr>
                <p14:cNvContentPartPr/>
                <p14:nvPr/>
              </p14:nvContentPartPr>
              <p14:xfrm>
                <a:off x="8706627" y="2407587"/>
                <a:ext cx="127440" cy="758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D6D7E98-009A-18F3-AD80-77B9B00F153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700507" y="2401467"/>
                  <a:ext cx="139680" cy="77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69E41E9-18A1-0241-AE41-6B7D71566BD4}"/>
                    </a:ext>
                  </a:extLst>
                </p14:cNvPr>
                <p14:cNvContentPartPr/>
                <p14:nvPr/>
              </p14:nvContentPartPr>
              <p14:xfrm>
                <a:off x="8787987" y="2404707"/>
                <a:ext cx="351360" cy="392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69E41E9-18A1-0241-AE41-6B7D71566BD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781867" y="2398587"/>
                  <a:ext cx="36360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E6FB4FE-8BD8-3F01-62C5-234FD45E4C20}"/>
                    </a:ext>
                  </a:extLst>
                </p14:cNvPr>
                <p14:cNvContentPartPr/>
                <p14:nvPr/>
              </p14:nvContentPartPr>
              <p14:xfrm>
                <a:off x="8771787" y="2697027"/>
                <a:ext cx="325800" cy="3088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E6FB4FE-8BD8-3F01-62C5-234FD45E4C2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65667" y="2690907"/>
                  <a:ext cx="33804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90B9F32-30A2-4288-7663-168CB34D72C8}"/>
                    </a:ext>
                  </a:extLst>
                </p14:cNvPr>
                <p14:cNvContentPartPr/>
                <p14:nvPr/>
              </p14:nvContentPartPr>
              <p14:xfrm>
                <a:off x="9379467" y="2588667"/>
                <a:ext cx="487440" cy="4420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90B9F32-30A2-4288-7663-168CB34D72C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373347" y="2582547"/>
                  <a:ext cx="49968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0B90D20-05E7-DA5D-D000-8B0F588EDCAE}"/>
                    </a:ext>
                  </a:extLst>
                </p14:cNvPr>
                <p14:cNvContentPartPr/>
                <p14:nvPr/>
              </p14:nvContentPartPr>
              <p14:xfrm>
                <a:off x="10132947" y="2543667"/>
                <a:ext cx="470520" cy="1494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0B90D20-05E7-DA5D-D000-8B0F588EDCA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126827" y="2537547"/>
                  <a:ext cx="4827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B13B7312-5A9A-639C-306F-316EBE51C94D}"/>
                    </a:ext>
                  </a:extLst>
                </p14:cNvPr>
                <p14:cNvContentPartPr/>
                <p14:nvPr/>
              </p14:nvContentPartPr>
              <p14:xfrm>
                <a:off x="10222587" y="2416587"/>
                <a:ext cx="66960" cy="699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B13B7312-5A9A-639C-306F-316EBE51C94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216467" y="2410467"/>
                  <a:ext cx="79200" cy="71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A0A2B2D8-2B5A-13F8-03EB-BCDDD81C2AB5}"/>
                  </a:ext>
                </a:extLst>
              </p14:cNvPr>
              <p14:cNvContentPartPr/>
              <p14:nvPr/>
            </p14:nvContentPartPr>
            <p14:xfrm>
              <a:off x="1472067" y="3690627"/>
              <a:ext cx="720" cy="10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A0A2B2D8-2B5A-13F8-03EB-BCDDD81C2AB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465947" y="3684507"/>
                <a:ext cx="12960" cy="1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FE3DE85-4C31-3009-331D-DEDB1FB8E776}"/>
              </a:ext>
            </a:extLst>
          </p:cNvPr>
          <p:cNvGrpSpPr/>
          <p:nvPr/>
        </p:nvGrpSpPr>
        <p:grpSpPr>
          <a:xfrm>
            <a:off x="8062947" y="3505587"/>
            <a:ext cx="680040" cy="907560"/>
            <a:chOff x="8062947" y="3505587"/>
            <a:chExt cx="680040" cy="90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F36DC38-2D35-BBDA-3A9D-89F33D7C0B24}"/>
                    </a:ext>
                  </a:extLst>
                </p14:cNvPr>
                <p14:cNvContentPartPr/>
                <p14:nvPr/>
              </p14:nvContentPartPr>
              <p14:xfrm>
                <a:off x="8062947" y="3505587"/>
                <a:ext cx="508680" cy="7480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F36DC38-2D35-BBDA-3A9D-89F33D7C0B2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056827" y="3499467"/>
                  <a:ext cx="520920" cy="76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7A33811-04BB-A4A2-6392-7007141B83EB}"/>
                    </a:ext>
                  </a:extLst>
                </p14:cNvPr>
                <p14:cNvContentPartPr/>
                <p14:nvPr/>
              </p14:nvContentPartPr>
              <p14:xfrm>
                <a:off x="8652267" y="3696387"/>
                <a:ext cx="90720" cy="7167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7A33811-04BB-A4A2-6392-7007141B83E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646147" y="3690267"/>
                  <a:ext cx="102960" cy="72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613C58DC-4133-AFB2-2C02-98D73110A045}"/>
              </a:ext>
            </a:extLst>
          </p:cNvPr>
          <p:cNvGrpSpPr/>
          <p:nvPr/>
        </p:nvGrpSpPr>
        <p:grpSpPr>
          <a:xfrm>
            <a:off x="9147987" y="3440427"/>
            <a:ext cx="986400" cy="830520"/>
            <a:chOff x="9147987" y="3440427"/>
            <a:chExt cx="986400" cy="83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0798FE4-2EFA-D407-B85B-BE503D495A3A}"/>
                    </a:ext>
                  </a:extLst>
                </p14:cNvPr>
                <p14:cNvContentPartPr/>
                <p14:nvPr/>
              </p14:nvContentPartPr>
              <p14:xfrm>
                <a:off x="9147987" y="3477507"/>
                <a:ext cx="47160" cy="5868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0798FE4-2EFA-D407-B85B-BE503D495A3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141867" y="3471387"/>
                  <a:ext cx="59400" cy="59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4372721-24CC-8789-AEF1-AECFB6C9D591}"/>
                    </a:ext>
                  </a:extLst>
                </p14:cNvPr>
                <p14:cNvContentPartPr/>
                <p14:nvPr/>
              </p14:nvContentPartPr>
              <p14:xfrm>
                <a:off x="9203067" y="3440427"/>
                <a:ext cx="408960" cy="3888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4372721-24CC-8789-AEF1-AECFB6C9D59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196947" y="3434307"/>
                  <a:ext cx="42120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FDF8E72-566B-444F-5396-C79D76CD494F}"/>
                    </a:ext>
                  </a:extLst>
                </p14:cNvPr>
                <p14:cNvContentPartPr/>
                <p14:nvPr/>
              </p14:nvContentPartPr>
              <p14:xfrm>
                <a:off x="9232587" y="3755787"/>
                <a:ext cx="226440" cy="342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FDF8E72-566B-444F-5396-C79D76CD494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26467" y="3749667"/>
                  <a:ext cx="2386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90491A3-E9A9-C797-605D-95B2E58E2BD3}"/>
                    </a:ext>
                  </a:extLst>
                </p14:cNvPr>
                <p14:cNvContentPartPr/>
                <p14:nvPr/>
              </p14:nvContentPartPr>
              <p14:xfrm>
                <a:off x="9593667" y="3516387"/>
                <a:ext cx="540720" cy="754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90491A3-E9A9-C797-605D-95B2E58E2BD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587547" y="3510267"/>
                  <a:ext cx="552960" cy="76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17DC87AB-CF4F-BED5-D046-D442FA9F532E}"/>
                  </a:ext>
                </a:extLst>
              </p14:cNvPr>
              <p14:cNvContentPartPr/>
              <p14:nvPr/>
            </p14:nvContentPartPr>
            <p14:xfrm>
              <a:off x="1561707" y="3849747"/>
              <a:ext cx="360" cy="3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17DC87AB-CF4F-BED5-D046-D442FA9F532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555587" y="3843627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B347574E-A236-C8C3-924B-8D3CDF41F2D3}"/>
              </a:ext>
            </a:extLst>
          </p:cNvPr>
          <p:cNvGrpSpPr/>
          <p:nvPr/>
        </p:nvGrpSpPr>
        <p:grpSpPr>
          <a:xfrm>
            <a:off x="701307" y="5613387"/>
            <a:ext cx="1268280" cy="1001520"/>
            <a:chOff x="701307" y="5613387"/>
            <a:chExt cx="1268280" cy="100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A6AA33B-A7B8-6164-E4CF-FDD7CC081EB2}"/>
                    </a:ext>
                  </a:extLst>
                </p14:cNvPr>
                <p14:cNvContentPartPr/>
                <p14:nvPr/>
              </p14:nvContentPartPr>
              <p14:xfrm>
                <a:off x="701307" y="5613387"/>
                <a:ext cx="752400" cy="983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A6AA33B-A7B8-6164-E4CF-FDD7CC081EB2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95187" y="5607267"/>
                  <a:ext cx="764640" cy="9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8D1D25E-9FD2-C6B1-758D-E4AFCFBDB567}"/>
                    </a:ext>
                  </a:extLst>
                </p14:cNvPr>
                <p14:cNvContentPartPr/>
                <p14:nvPr/>
              </p14:nvContentPartPr>
              <p14:xfrm>
                <a:off x="1589067" y="6079587"/>
                <a:ext cx="138600" cy="404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8D1D25E-9FD2-C6B1-758D-E4AFCFBDB567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1582947" y="6073467"/>
                  <a:ext cx="15084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10C808A-BC29-3DF4-7F1F-23DD0CC87DC5}"/>
                    </a:ext>
                  </a:extLst>
                </p14:cNvPr>
                <p14:cNvContentPartPr/>
                <p14:nvPr/>
              </p14:nvContentPartPr>
              <p14:xfrm>
                <a:off x="1545867" y="6334107"/>
                <a:ext cx="185040" cy="215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10C808A-BC29-3DF4-7F1F-23DD0CC87DC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539747" y="6327987"/>
                  <a:ext cx="1972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3E6A0E6-A846-6E53-9A9D-535A834D5194}"/>
                    </a:ext>
                  </a:extLst>
                </p14:cNvPr>
                <p14:cNvContentPartPr/>
                <p14:nvPr/>
              </p14:nvContentPartPr>
              <p14:xfrm>
                <a:off x="1957707" y="6253827"/>
                <a:ext cx="11880" cy="361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3E6A0E6-A846-6E53-9A9D-535A834D519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951587" y="6247707"/>
                  <a:ext cx="2412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3D76FAF-D49D-3D15-7761-D733A94D6BD8}"/>
                    </a:ext>
                  </a:extLst>
                </p14:cNvPr>
                <p14:cNvContentPartPr/>
                <p14:nvPr/>
              </p14:nvContentPartPr>
              <p14:xfrm>
                <a:off x="854667" y="5746587"/>
                <a:ext cx="328680" cy="252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3D76FAF-D49D-3D15-7761-D733A94D6BD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48547" y="5740467"/>
                  <a:ext cx="3409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0044C61-D02E-7F7C-0AF7-30C5BC6396FE}"/>
                    </a:ext>
                  </a:extLst>
                </p14:cNvPr>
                <p14:cNvContentPartPr/>
                <p14:nvPr/>
              </p14:nvContentPartPr>
              <p14:xfrm>
                <a:off x="1261467" y="5713467"/>
                <a:ext cx="168120" cy="288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0044C61-D02E-7F7C-0AF7-30C5BC6396F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255347" y="5707347"/>
                  <a:ext cx="1803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7252C96-6DC6-30CC-C39E-FA7C59C734CB}"/>
                    </a:ext>
                  </a:extLst>
                </p14:cNvPr>
                <p14:cNvContentPartPr/>
                <p14:nvPr/>
              </p14:nvContentPartPr>
              <p14:xfrm>
                <a:off x="1825587" y="6006147"/>
                <a:ext cx="720" cy="18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7252C96-6DC6-30CC-C39E-FA7C59C734C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819467" y="6000027"/>
                  <a:ext cx="12960" cy="1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FCE99792-77A8-37AE-604A-0B776495EBA9}"/>
                  </a:ext>
                </a:extLst>
              </p14:cNvPr>
              <p14:cNvContentPartPr/>
              <p14:nvPr/>
            </p14:nvContentPartPr>
            <p14:xfrm>
              <a:off x="762867" y="3583347"/>
              <a:ext cx="1262160" cy="2430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FCE99792-77A8-37AE-604A-0B776495EBA9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756747" y="3577227"/>
                <a:ext cx="127440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0B616B37-7AED-10C8-A463-25B9D26D84B5}"/>
                  </a:ext>
                </a:extLst>
              </p14:cNvPr>
              <p14:cNvContentPartPr/>
              <p14:nvPr/>
            </p14:nvContentPartPr>
            <p14:xfrm>
              <a:off x="1391787" y="6751707"/>
              <a:ext cx="803160" cy="417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0B616B37-7AED-10C8-A463-25B9D26D84B5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1385667" y="6745227"/>
                <a:ext cx="8154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09390390-C59E-0330-B641-C247C9413B88}"/>
                  </a:ext>
                </a:extLst>
              </p14:cNvPr>
              <p14:cNvContentPartPr/>
              <p14:nvPr/>
            </p14:nvContentPartPr>
            <p14:xfrm>
              <a:off x="1708227" y="5061147"/>
              <a:ext cx="49680" cy="1980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09390390-C59E-0330-B641-C247C9413B88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1702107" y="5055027"/>
                <a:ext cx="61920" cy="3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C5B826E5-C280-B6C0-6A7D-FCEF148190A9}"/>
                  </a:ext>
                </a:extLst>
              </p14:cNvPr>
              <p14:cNvContentPartPr/>
              <p14:nvPr/>
            </p14:nvContentPartPr>
            <p14:xfrm>
              <a:off x="7133427" y="1034907"/>
              <a:ext cx="3650040" cy="36500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C5B826E5-C280-B6C0-6A7D-FCEF148190A9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7127307" y="1028427"/>
                <a:ext cx="3662280" cy="36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CECA3CD1-987E-0F59-0136-99F23CE8578A}"/>
                  </a:ext>
                </a:extLst>
              </p14:cNvPr>
              <p14:cNvContentPartPr/>
              <p14:nvPr/>
            </p14:nvContentPartPr>
            <p14:xfrm>
              <a:off x="611667" y="3516747"/>
              <a:ext cx="3600" cy="360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CECA3CD1-987E-0F59-0136-99F23CE8578A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605547" y="3510627"/>
                <a:ext cx="15840" cy="1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13F62F0F-DEE5-3D9C-B41E-303EFCDCB1FA}"/>
              </a:ext>
            </a:extLst>
          </p:cNvPr>
          <p:cNvGrpSpPr/>
          <p:nvPr/>
        </p:nvGrpSpPr>
        <p:grpSpPr>
          <a:xfrm>
            <a:off x="1540107" y="4038027"/>
            <a:ext cx="680040" cy="852480"/>
            <a:chOff x="1540107" y="4038027"/>
            <a:chExt cx="680040" cy="85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66A4FDB4-29E8-CB9B-A810-F62A756B381C}"/>
                    </a:ext>
                  </a:extLst>
                </p14:cNvPr>
                <p14:cNvContentPartPr/>
                <p14:nvPr/>
              </p14:nvContentPartPr>
              <p14:xfrm>
                <a:off x="1960227" y="4470027"/>
                <a:ext cx="360" cy="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66A4FDB4-29E8-CB9B-A810-F62A756B381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954107" y="446390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60C3813-E8EC-9771-B881-7F33CBA324B7}"/>
                    </a:ext>
                  </a:extLst>
                </p14:cNvPr>
                <p14:cNvContentPartPr/>
                <p14:nvPr/>
              </p14:nvContentPartPr>
              <p14:xfrm>
                <a:off x="1540107" y="4038027"/>
                <a:ext cx="464040" cy="621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60C3813-E8EC-9771-B881-7F33CBA324B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533987" y="4031907"/>
                  <a:ext cx="476280" cy="63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6D05F0A-E4C8-0335-8C4D-15E9F58FA18D}"/>
                    </a:ext>
                  </a:extLst>
                </p14:cNvPr>
                <p14:cNvContentPartPr/>
                <p14:nvPr/>
              </p14:nvContentPartPr>
              <p14:xfrm>
                <a:off x="2187027" y="4482267"/>
                <a:ext cx="33120" cy="4082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6D05F0A-E4C8-0335-8C4D-15E9F58FA18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180907" y="4476147"/>
                  <a:ext cx="45360" cy="42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2F8E0CF4-0C09-DA2E-8961-EBE6775C1566}"/>
              </a:ext>
            </a:extLst>
          </p:cNvPr>
          <p:cNvGrpSpPr/>
          <p:nvPr/>
        </p:nvGrpSpPr>
        <p:grpSpPr>
          <a:xfrm>
            <a:off x="3820347" y="3951267"/>
            <a:ext cx="1088640" cy="902880"/>
            <a:chOff x="3820347" y="3951267"/>
            <a:chExt cx="1088640" cy="90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C0FA03D-3C1E-D580-F305-AF2090C7EAD0}"/>
                    </a:ext>
                  </a:extLst>
                </p14:cNvPr>
                <p14:cNvContentPartPr/>
                <p14:nvPr/>
              </p14:nvContentPartPr>
              <p14:xfrm>
                <a:off x="3820347" y="3951267"/>
                <a:ext cx="560520" cy="687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C0FA03D-3C1E-D580-F305-AF2090C7EAD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814227" y="3945147"/>
                  <a:ext cx="572760" cy="69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BC54A0F-C086-8973-0CB3-CD0F6431A335}"/>
                    </a:ext>
                  </a:extLst>
                </p14:cNvPr>
                <p14:cNvContentPartPr/>
                <p14:nvPr/>
              </p14:nvContentPartPr>
              <p14:xfrm>
                <a:off x="4581747" y="4526547"/>
                <a:ext cx="327240" cy="327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BC54A0F-C086-8973-0CB3-CD0F6431A33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575627" y="4520427"/>
                  <a:ext cx="339480" cy="33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4790897D-F6D7-5E27-FFE4-1B18F4928BFD}"/>
              </a:ext>
            </a:extLst>
          </p:cNvPr>
          <p:cNvGrpSpPr/>
          <p:nvPr/>
        </p:nvGrpSpPr>
        <p:grpSpPr>
          <a:xfrm>
            <a:off x="6690267" y="3799347"/>
            <a:ext cx="842040" cy="1096200"/>
            <a:chOff x="6690267" y="3799347"/>
            <a:chExt cx="842040" cy="109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419F9D6-A862-65D9-9132-3D580AB25353}"/>
                    </a:ext>
                  </a:extLst>
                </p14:cNvPr>
                <p14:cNvContentPartPr/>
                <p14:nvPr/>
              </p14:nvContentPartPr>
              <p14:xfrm>
                <a:off x="6690267" y="3799347"/>
                <a:ext cx="468360" cy="7513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419F9D6-A862-65D9-9132-3D580AB2535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684147" y="3793227"/>
                  <a:ext cx="480600" cy="7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0EF12BF-A0C3-1EC0-2118-5CA8C083E2E5}"/>
                    </a:ext>
                  </a:extLst>
                </p14:cNvPr>
                <p14:cNvContentPartPr/>
                <p14:nvPr/>
              </p14:nvContentPartPr>
              <p14:xfrm>
                <a:off x="7177347" y="4317027"/>
                <a:ext cx="354960" cy="5785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0EF12BF-A0C3-1EC0-2118-5CA8C083E2E5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7171227" y="4310907"/>
                  <a:ext cx="367200" cy="59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0364A8B1-0D86-C445-D38F-BF98AD371C42}"/>
                  </a:ext>
                </a:extLst>
              </p14:cNvPr>
              <p14:cNvContentPartPr/>
              <p14:nvPr/>
            </p14:nvContentPartPr>
            <p14:xfrm>
              <a:off x="8674587" y="5591787"/>
              <a:ext cx="720" cy="216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0364A8B1-0D86-C445-D38F-BF98AD371C42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8668467" y="5585667"/>
                <a:ext cx="12960" cy="1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2" name="Group 141">
            <a:extLst>
              <a:ext uri="{FF2B5EF4-FFF2-40B4-BE49-F238E27FC236}">
                <a16:creationId xmlns:a16="http://schemas.microsoft.com/office/drawing/2014/main" id="{961387FD-C70E-457F-2CBC-2B18B836D06C}"/>
              </a:ext>
            </a:extLst>
          </p:cNvPr>
          <p:cNvGrpSpPr/>
          <p:nvPr/>
        </p:nvGrpSpPr>
        <p:grpSpPr>
          <a:xfrm>
            <a:off x="129627" y="4671267"/>
            <a:ext cx="712080" cy="878040"/>
            <a:chOff x="129627" y="4671267"/>
            <a:chExt cx="712080" cy="87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55C7A14-FB2A-E19B-8B22-B3B493D33A40}"/>
                    </a:ext>
                  </a:extLst>
                </p14:cNvPr>
                <p14:cNvContentPartPr/>
                <p14:nvPr/>
              </p14:nvContentPartPr>
              <p14:xfrm>
                <a:off x="158427" y="5014347"/>
                <a:ext cx="286560" cy="3078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55C7A14-FB2A-E19B-8B22-B3B493D33A4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52307" y="5008227"/>
                  <a:ext cx="29880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FC3CFC4-3BAB-1E77-C209-98152BD2D4B0}"/>
                    </a:ext>
                  </a:extLst>
                </p14:cNvPr>
                <p14:cNvContentPartPr/>
                <p14:nvPr/>
              </p14:nvContentPartPr>
              <p14:xfrm>
                <a:off x="661347" y="4941627"/>
                <a:ext cx="16200" cy="3474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FC3CFC4-3BAB-1E77-C209-98152BD2D4B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55227" y="4935507"/>
                  <a:ext cx="284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B3DF690-DA59-D417-BEF3-720DB07294E6}"/>
                    </a:ext>
                  </a:extLst>
                </p14:cNvPr>
                <p14:cNvContentPartPr/>
                <p14:nvPr/>
              </p14:nvContentPartPr>
              <p14:xfrm>
                <a:off x="129627" y="4671267"/>
                <a:ext cx="712080" cy="8780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B3DF690-DA59-D417-BEF3-720DB07294E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23507" y="4665147"/>
                  <a:ext cx="724320" cy="89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FDC0F3E1-1E38-1DB6-46CD-01D4D0719032}"/>
              </a:ext>
            </a:extLst>
          </p:cNvPr>
          <p:cNvGrpSpPr/>
          <p:nvPr/>
        </p:nvGrpSpPr>
        <p:grpSpPr>
          <a:xfrm>
            <a:off x="2352627" y="4801947"/>
            <a:ext cx="4810320" cy="1807200"/>
            <a:chOff x="2352627" y="4801947"/>
            <a:chExt cx="4810320" cy="180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27EC4CF-BF2F-763C-1883-3A113BC41E25}"/>
                    </a:ext>
                  </a:extLst>
                </p14:cNvPr>
                <p14:cNvContentPartPr/>
                <p14:nvPr/>
              </p14:nvContentPartPr>
              <p14:xfrm>
                <a:off x="5743107" y="5556867"/>
                <a:ext cx="687960" cy="853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27EC4CF-BF2F-763C-1883-3A113BC41E2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736987" y="5550747"/>
                  <a:ext cx="700200" cy="86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6C4CD07-80BA-C9FD-9A38-D16EC60DFAC5}"/>
                    </a:ext>
                  </a:extLst>
                </p14:cNvPr>
                <p14:cNvContentPartPr/>
                <p14:nvPr/>
              </p14:nvContentPartPr>
              <p14:xfrm>
                <a:off x="6512787" y="6057267"/>
                <a:ext cx="298800" cy="459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6C4CD07-80BA-C9FD-9A38-D16EC60DFAC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506667" y="6051147"/>
                  <a:ext cx="31104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B3D291D-E815-9278-F2C8-5D7B90B49326}"/>
                    </a:ext>
                  </a:extLst>
                </p14:cNvPr>
                <p14:cNvContentPartPr/>
                <p14:nvPr/>
              </p14:nvContentPartPr>
              <p14:xfrm>
                <a:off x="6645987" y="6308547"/>
                <a:ext cx="118080" cy="158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B3D291D-E815-9278-F2C8-5D7B90B4932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639867" y="6302427"/>
                  <a:ext cx="1303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52380BB-C141-462C-79DD-9BED81A90401}"/>
                    </a:ext>
                  </a:extLst>
                </p14:cNvPr>
                <p14:cNvContentPartPr/>
                <p14:nvPr/>
              </p14:nvContentPartPr>
              <p14:xfrm>
                <a:off x="6887907" y="6245547"/>
                <a:ext cx="275040" cy="363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52380BB-C141-462C-79DD-9BED81A9040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881787" y="6239427"/>
                  <a:ext cx="28728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1FCC958-CDB8-9D14-9237-88ADBEEC8188}"/>
                    </a:ext>
                  </a:extLst>
                </p14:cNvPr>
                <p14:cNvContentPartPr/>
                <p14:nvPr/>
              </p14:nvContentPartPr>
              <p14:xfrm>
                <a:off x="5919507" y="5722827"/>
                <a:ext cx="283680" cy="236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1FCC958-CDB8-9D14-9237-88ADBEEC818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913387" y="5716707"/>
                  <a:ext cx="2959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4383CEE-36A7-1F64-0A35-E571D9CFA9DA}"/>
                    </a:ext>
                  </a:extLst>
                </p14:cNvPr>
                <p14:cNvContentPartPr/>
                <p14:nvPr/>
              </p14:nvContentPartPr>
              <p14:xfrm>
                <a:off x="6253227" y="5795907"/>
                <a:ext cx="218880" cy="228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4383CEE-36A7-1F64-0A35-E571D9CFA9D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247107" y="5789787"/>
                  <a:ext cx="2311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3FF1E94-21A6-9E40-F61E-022561C9956B}"/>
                    </a:ext>
                  </a:extLst>
                </p14:cNvPr>
                <p14:cNvContentPartPr/>
                <p14:nvPr/>
              </p14:nvContentPartPr>
              <p14:xfrm>
                <a:off x="3143907" y="5575947"/>
                <a:ext cx="522000" cy="915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3FF1E94-21A6-9E40-F61E-022561C9956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137787" y="5569827"/>
                  <a:ext cx="534240" cy="9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3A43623-9D34-ECA9-1713-66B39F24E215}"/>
                    </a:ext>
                  </a:extLst>
                </p14:cNvPr>
                <p14:cNvContentPartPr/>
                <p14:nvPr/>
              </p14:nvContentPartPr>
              <p14:xfrm>
                <a:off x="3944187" y="6024867"/>
                <a:ext cx="212760" cy="450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3A43623-9D34-ECA9-1713-66B39F24E21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938067" y="6018747"/>
                  <a:ext cx="22500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BE0DCD2-6474-498C-BC44-228EDC6D33A5}"/>
                    </a:ext>
                  </a:extLst>
                </p14:cNvPr>
                <p14:cNvContentPartPr/>
                <p14:nvPr/>
              </p14:nvContentPartPr>
              <p14:xfrm>
                <a:off x="4366467" y="6196227"/>
                <a:ext cx="316800" cy="230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BE0DCD2-6474-498C-BC44-228EDC6D33A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360347" y="6190107"/>
                  <a:ext cx="3290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BEE3DD1-25CC-6E13-72FA-AE28B97E7D75}"/>
                    </a:ext>
                  </a:extLst>
                </p14:cNvPr>
                <p14:cNvContentPartPr/>
                <p14:nvPr/>
              </p14:nvContentPartPr>
              <p14:xfrm>
                <a:off x="3301947" y="5812107"/>
                <a:ext cx="289440" cy="264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BEE3DD1-25CC-6E13-72FA-AE28B97E7D7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295827" y="5805987"/>
                  <a:ext cx="3016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1A03F9D-5293-C3EB-F599-ED04C1D71CF8}"/>
                    </a:ext>
                  </a:extLst>
                </p14:cNvPr>
                <p14:cNvContentPartPr/>
                <p14:nvPr/>
              </p14:nvContentPartPr>
              <p14:xfrm>
                <a:off x="3606507" y="5861427"/>
                <a:ext cx="236880" cy="240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1A03F9D-5293-C3EB-F599-ED04C1D71CF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600387" y="5855307"/>
                  <a:ext cx="24912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AA29F9E-3AA7-6486-3C68-434BF0DBCBB3}"/>
                    </a:ext>
                  </a:extLst>
                </p14:cNvPr>
                <p14:cNvContentPartPr/>
                <p14:nvPr/>
              </p14:nvContentPartPr>
              <p14:xfrm>
                <a:off x="2373867" y="5132787"/>
                <a:ext cx="120960" cy="2174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AA29F9E-3AA7-6486-3C68-434BF0DBCBB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367747" y="5126667"/>
                  <a:ext cx="1332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F02B839-08F1-E025-0112-D6BE39D3A6E2}"/>
                    </a:ext>
                  </a:extLst>
                </p14:cNvPr>
                <p14:cNvContentPartPr/>
                <p14:nvPr/>
              </p14:nvContentPartPr>
              <p14:xfrm>
                <a:off x="2581947" y="5105067"/>
                <a:ext cx="219960" cy="2530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F02B839-08F1-E025-0112-D6BE39D3A6E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75827" y="5098947"/>
                  <a:ext cx="2322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AFF01FA-6879-9058-1118-22B4E59AFF51}"/>
                    </a:ext>
                  </a:extLst>
                </p14:cNvPr>
                <p14:cNvContentPartPr/>
                <p14:nvPr/>
              </p14:nvContentPartPr>
              <p14:xfrm>
                <a:off x="2352627" y="4859547"/>
                <a:ext cx="562680" cy="7628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AFF01FA-6879-9058-1118-22B4E59AFF5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346507" y="4853427"/>
                  <a:ext cx="574920" cy="77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19660E9-529B-5102-3884-3FC35178B307}"/>
                    </a:ext>
                  </a:extLst>
                </p14:cNvPr>
                <p14:cNvContentPartPr/>
                <p14:nvPr/>
              </p14:nvContentPartPr>
              <p14:xfrm>
                <a:off x="4955067" y="4999587"/>
                <a:ext cx="255240" cy="2811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19660E9-529B-5102-3884-3FC35178B30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948947" y="4993467"/>
                  <a:ext cx="26748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5208756-903B-45FE-FF4E-C492AEFC3847}"/>
                    </a:ext>
                  </a:extLst>
                </p14:cNvPr>
                <p14:cNvContentPartPr/>
                <p14:nvPr/>
              </p14:nvContentPartPr>
              <p14:xfrm>
                <a:off x="5266827" y="5065107"/>
                <a:ext cx="161280" cy="3675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5208756-903B-45FE-FF4E-C492AEFC384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260707" y="5058987"/>
                  <a:ext cx="17352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05F28BD-BC29-F130-98CD-7B73B718D05C}"/>
                    </a:ext>
                  </a:extLst>
                </p14:cNvPr>
                <p14:cNvContentPartPr/>
                <p14:nvPr/>
              </p14:nvContentPartPr>
              <p14:xfrm>
                <a:off x="4813227" y="4801947"/>
                <a:ext cx="805680" cy="8056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05F28BD-BC29-F130-98CD-7B73B718D05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807107" y="4795827"/>
                  <a:ext cx="817920" cy="81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472FDA52-1F46-A570-AC2E-6806E3B5A8C5}"/>
              </a:ext>
            </a:extLst>
          </p:cNvPr>
          <p:cNvGrpSpPr/>
          <p:nvPr/>
        </p:nvGrpSpPr>
        <p:grpSpPr>
          <a:xfrm>
            <a:off x="8872947" y="4885107"/>
            <a:ext cx="3167280" cy="1279800"/>
            <a:chOff x="8872947" y="4885107"/>
            <a:chExt cx="3167280" cy="127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967D354-C4B6-855C-E7C5-2C9220DB0E8D}"/>
                    </a:ext>
                  </a:extLst>
                </p14:cNvPr>
                <p14:cNvContentPartPr/>
                <p14:nvPr/>
              </p14:nvContentPartPr>
              <p14:xfrm>
                <a:off x="8872947" y="5350947"/>
                <a:ext cx="595440" cy="3776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967D354-C4B6-855C-E7C5-2C9220DB0E8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866827" y="5344827"/>
                  <a:ext cx="60768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94A8241-A4F5-40F8-6F53-B9DE2E5AB7BA}"/>
                    </a:ext>
                  </a:extLst>
                </p14:cNvPr>
                <p14:cNvContentPartPr/>
                <p14:nvPr/>
              </p14:nvContentPartPr>
              <p14:xfrm>
                <a:off x="9644427" y="5381187"/>
                <a:ext cx="1086120" cy="2840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94A8241-A4F5-40F8-6F53-B9DE2E5AB7B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638307" y="5375067"/>
                  <a:ext cx="10983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EDF507A-C1BB-ED9B-C5E1-B50FDAEA059F}"/>
                    </a:ext>
                  </a:extLst>
                </p14:cNvPr>
                <p14:cNvContentPartPr/>
                <p14:nvPr/>
              </p14:nvContentPartPr>
              <p14:xfrm>
                <a:off x="9896067" y="5028027"/>
                <a:ext cx="324000" cy="2466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EDF507A-C1BB-ED9B-C5E1-B50FDAEA059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889947" y="5021907"/>
                  <a:ext cx="3362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61522D4-6443-C14A-C9C4-4DE44F9CE2F6}"/>
                    </a:ext>
                  </a:extLst>
                </p14:cNvPr>
                <p14:cNvContentPartPr/>
                <p14:nvPr/>
              </p14:nvContentPartPr>
              <p14:xfrm>
                <a:off x="10315827" y="5097147"/>
                <a:ext cx="241200" cy="2548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61522D4-6443-C14A-C9C4-4DE44F9CE2F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309707" y="5091027"/>
                  <a:ext cx="2534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6C55864-F5BB-A5A4-6FB8-F9D35FF4417E}"/>
                    </a:ext>
                  </a:extLst>
                </p14:cNvPr>
                <p14:cNvContentPartPr/>
                <p14:nvPr/>
              </p14:nvContentPartPr>
              <p14:xfrm>
                <a:off x="11105307" y="5150787"/>
                <a:ext cx="310680" cy="4312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6C55864-F5BB-A5A4-6FB8-F9D35FF4417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099187" y="5144667"/>
                  <a:ext cx="32292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4B87A8E-3E1E-07E7-9714-139B2A65DC34}"/>
                    </a:ext>
                  </a:extLst>
                </p14:cNvPr>
                <p14:cNvContentPartPr/>
                <p14:nvPr/>
              </p14:nvContentPartPr>
              <p14:xfrm>
                <a:off x="11314467" y="5623107"/>
                <a:ext cx="195480" cy="3916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4B87A8E-3E1E-07E7-9714-139B2A65DC3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308347" y="5616987"/>
                  <a:ext cx="20772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4E6A2AA-42C7-16C3-CE37-543C6190A66D}"/>
                    </a:ext>
                  </a:extLst>
                </p14:cNvPr>
                <p14:cNvContentPartPr/>
                <p14:nvPr/>
              </p14:nvContentPartPr>
              <p14:xfrm>
                <a:off x="11599947" y="5510787"/>
                <a:ext cx="3600" cy="273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4E6A2AA-42C7-16C3-CE37-543C6190A66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593827" y="5504667"/>
                  <a:ext cx="158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953B76B-6A3E-2EA1-A1D8-6C1BC8A866DC}"/>
                    </a:ext>
                  </a:extLst>
                </p14:cNvPr>
                <p14:cNvContentPartPr/>
                <p14:nvPr/>
              </p14:nvContentPartPr>
              <p14:xfrm>
                <a:off x="10903707" y="4885107"/>
                <a:ext cx="1136520" cy="12798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953B76B-6A3E-2EA1-A1D8-6C1BC8A866DC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897587" y="4878987"/>
                  <a:ext cx="1148760" cy="12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4150E72-7B68-2EE4-AC6F-BA04A4A09782}"/>
                    </a:ext>
                  </a:extLst>
                </p14:cNvPr>
                <p14:cNvContentPartPr/>
                <p14:nvPr/>
              </p14:nvContentPartPr>
              <p14:xfrm>
                <a:off x="11254707" y="5143227"/>
                <a:ext cx="360" cy="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4150E72-7B68-2EE4-AC6F-BA04A4A0978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248587" y="513710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74981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39CC49C-51EA-F182-D150-A38D803491A3}"/>
                  </a:ext>
                </a:extLst>
              </p14:cNvPr>
              <p14:cNvContentPartPr/>
              <p14:nvPr/>
            </p14:nvContentPartPr>
            <p14:xfrm>
              <a:off x="2493027" y="975147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39CC49C-51EA-F182-D150-A38D803491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86907" y="96902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2D89BA30-3E11-2D3A-C89E-93D9C75F2EE0}"/>
                  </a:ext>
                </a:extLst>
              </p14:cNvPr>
              <p14:cNvContentPartPr/>
              <p14:nvPr/>
            </p14:nvContentPartPr>
            <p14:xfrm>
              <a:off x="8097867" y="1516587"/>
              <a:ext cx="2478600" cy="9216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2D89BA30-3E11-2D3A-C89E-93D9C75F2E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91747" y="1510467"/>
                <a:ext cx="249084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65AF18C0-7E30-6872-D679-51C5E5BB1397}"/>
                  </a:ext>
                </a:extLst>
              </p14:cNvPr>
              <p14:cNvContentPartPr/>
              <p14:nvPr/>
            </p14:nvContentPartPr>
            <p14:xfrm>
              <a:off x="995427" y="2463747"/>
              <a:ext cx="1749240" cy="174924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65AF18C0-7E30-6872-D679-51C5E5BB139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9307" y="2457627"/>
                <a:ext cx="1761480" cy="176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78D4B41F-C696-3F30-119A-EDD3008C4005}"/>
                  </a:ext>
                </a:extLst>
              </p14:cNvPr>
              <p14:cNvContentPartPr/>
              <p14:nvPr/>
            </p14:nvContentPartPr>
            <p14:xfrm>
              <a:off x="3114387" y="4993827"/>
              <a:ext cx="720" cy="180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78D4B41F-C696-3F30-119A-EDD3008C400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08267" y="4987707"/>
                <a:ext cx="1296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ADE99F43-80FD-059D-AEED-D8105F4B02A5}"/>
                  </a:ext>
                </a:extLst>
              </p14:cNvPr>
              <p14:cNvContentPartPr/>
              <p14:nvPr/>
            </p14:nvContentPartPr>
            <p14:xfrm>
              <a:off x="900387" y="1343067"/>
              <a:ext cx="1395000" cy="72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ADE99F43-80FD-059D-AEED-D8105F4B02A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4267" y="1330827"/>
                <a:ext cx="140724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771C6ED4-3949-7722-C9B2-543246C2CE56}"/>
                  </a:ext>
                </a:extLst>
              </p14:cNvPr>
              <p14:cNvContentPartPr/>
              <p14:nvPr/>
            </p14:nvContentPartPr>
            <p14:xfrm>
              <a:off x="1270467" y="3881787"/>
              <a:ext cx="1393200" cy="22032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771C6ED4-3949-7722-C9B2-543246C2CE5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63987" y="3875667"/>
                <a:ext cx="140544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E837E900-A823-2672-3327-51D76BC9F390}"/>
                  </a:ext>
                </a:extLst>
              </p14:cNvPr>
              <p14:cNvContentPartPr/>
              <p14:nvPr/>
            </p14:nvContentPartPr>
            <p14:xfrm>
              <a:off x="986427" y="2676867"/>
              <a:ext cx="1315080" cy="5832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E837E900-A823-2672-3327-51D76BC9F39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80307" y="2670747"/>
                <a:ext cx="132732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64D994F-DE79-9973-EBF5-0745E7D37BA0}"/>
                  </a:ext>
                </a:extLst>
              </p14:cNvPr>
              <p14:cNvContentPartPr/>
              <p14:nvPr/>
            </p14:nvContentPartPr>
            <p14:xfrm>
              <a:off x="1102347" y="344787"/>
              <a:ext cx="549720" cy="547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64D994F-DE79-9973-EBF5-0745E7D37BA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96227" y="338667"/>
                <a:ext cx="561960" cy="55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2D3C6CF-06DA-C457-F189-138548650547}"/>
                  </a:ext>
                </a:extLst>
              </p14:cNvPr>
              <p14:cNvContentPartPr/>
              <p14:nvPr/>
            </p14:nvContentPartPr>
            <p14:xfrm>
              <a:off x="1727307" y="755547"/>
              <a:ext cx="54360" cy="388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2D3C6CF-06DA-C457-F189-13854865054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21187" y="749427"/>
                <a:ext cx="6660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53A6C5E-4FD7-8984-003F-7566641A941C}"/>
                  </a:ext>
                </a:extLst>
              </p14:cNvPr>
              <p14:cNvContentPartPr/>
              <p14:nvPr/>
            </p14:nvContentPartPr>
            <p14:xfrm>
              <a:off x="2173707" y="601107"/>
              <a:ext cx="496080" cy="24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53A6C5E-4FD7-8984-003F-7566641A941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67587" y="594987"/>
                <a:ext cx="5083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CF7CA7C-3A34-3A9E-B22D-6EC79C7F1183}"/>
                  </a:ext>
                </a:extLst>
              </p14:cNvPr>
              <p14:cNvContentPartPr/>
              <p14:nvPr/>
            </p14:nvContentPartPr>
            <p14:xfrm>
              <a:off x="2182347" y="945627"/>
              <a:ext cx="446040" cy="27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CF7CA7C-3A34-3A9E-B22D-6EC79C7F118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176227" y="939507"/>
                <a:ext cx="4582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8C07482-EF62-7E82-BF67-CE5897C7752C}"/>
                  </a:ext>
                </a:extLst>
              </p14:cNvPr>
              <p14:cNvContentPartPr/>
              <p14:nvPr/>
            </p14:nvContentPartPr>
            <p14:xfrm>
              <a:off x="2909187" y="405627"/>
              <a:ext cx="344160" cy="779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8C07482-EF62-7E82-BF67-CE5897C7752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903067" y="399507"/>
                <a:ext cx="356400" cy="79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749897D-AF2E-BCF6-33AD-0C461981C0C8}"/>
                  </a:ext>
                </a:extLst>
              </p14:cNvPr>
              <p14:cNvContentPartPr/>
              <p14:nvPr/>
            </p14:nvContentPartPr>
            <p14:xfrm>
              <a:off x="3433707" y="720987"/>
              <a:ext cx="135360" cy="301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749897D-AF2E-BCF6-33AD-0C461981C0C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427587" y="714867"/>
                <a:ext cx="147600" cy="31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92D5A06-172D-9128-4237-2DE88256BA5F}"/>
                  </a:ext>
                </a:extLst>
              </p14:cNvPr>
              <p14:cNvContentPartPr/>
              <p14:nvPr/>
            </p14:nvContentPartPr>
            <p14:xfrm>
              <a:off x="3795147" y="667707"/>
              <a:ext cx="660240" cy="315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92D5A06-172D-9128-4237-2DE88256BA5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789027" y="661587"/>
                <a:ext cx="67248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259FFD1-1B00-CDB4-F4D3-B6E841DD98D2}"/>
                  </a:ext>
                </a:extLst>
              </p14:cNvPr>
              <p14:cNvContentPartPr/>
              <p14:nvPr/>
            </p14:nvContentPartPr>
            <p14:xfrm>
              <a:off x="4440987" y="671667"/>
              <a:ext cx="419400" cy="479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259FFD1-1B00-CDB4-F4D3-B6E841DD98D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434867" y="665547"/>
                <a:ext cx="431640" cy="49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70E4474-031C-7F67-F3D5-55DFC7A05E3D}"/>
                  </a:ext>
                </a:extLst>
              </p14:cNvPr>
              <p14:cNvContentPartPr/>
              <p14:nvPr/>
            </p14:nvContentPartPr>
            <p14:xfrm>
              <a:off x="4861827" y="387267"/>
              <a:ext cx="243000" cy="9712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70E4474-031C-7F67-F3D5-55DFC7A05E3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855707" y="381147"/>
                <a:ext cx="255240" cy="9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98E84AC-4176-7357-53B8-0ADC41E34F83}"/>
                  </a:ext>
                </a:extLst>
              </p14:cNvPr>
              <p14:cNvContentPartPr/>
              <p14:nvPr/>
            </p14:nvContentPartPr>
            <p14:xfrm>
              <a:off x="5209947" y="540627"/>
              <a:ext cx="421920" cy="6390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98E84AC-4176-7357-53B8-0ADC41E34F8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203827" y="534507"/>
                <a:ext cx="434160" cy="65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D8D5A7B-63E9-68E6-5DEA-F38D23CC14E4}"/>
                  </a:ext>
                </a:extLst>
              </p14:cNvPr>
              <p14:cNvContentPartPr/>
              <p14:nvPr/>
            </p14:nvContentPartPr>
            <p14:xfrm>
              <a:off x="5667867" y="992427"/>
              <a:ext cx="38160" cy="461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D8D5A7B-63E9-68E6-5DEA-F38D23CC14E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661747" y="986307"/>
                <a:ext cx="50400" cy="47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DA0F9BF-6D82-DFCA-0521-501C36A78D5F}"/>
                  </a:ext>
                </a:extLst>
              </p14:cNvPr>
              <p14:cNvContentPartPr/>
              <p14:nvPr/>
            </p14:nvContentPartPr>
            <p14:xfrm>
              <a:off x="5886387" y="1028067"/>
              <a:ext cx="110160" cy="358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DA0F9BF-6D82-DFCA-0521-501C36A78D5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880267" y="1021947"/>
                <a:ext cx="12240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29DB3A3-3C76-77C4-D873-D012AD5A8180}"/>
                  </a:ext>
                </a:extLst>
              </p14:cNvPr>
              <p14:cNvContentPartPr/>
              <p14:nvPr/>
            </p14:nvContentPartPr>
            <p14:xfrm>
              <a:off x="6276627" y="458907"/>
              <a:ext cx="21240" cy="442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29DB3A3-3C76-77C4-D873-D012AD5A818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270507" y="452787"/>
                <a:ext cx="33480" cy="45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411DFA1-C804-9999-5430-C2B56E8421DB}"/>
                  </a:ext>
                </a:extLst>
              </p14:cNvPr>
              <p14:cNvContentPartPr/>
              <p14:nvPr/>
            </p14:nvContentPartPr>
            <p14:xfrm>
              <a:off x="6230187" y="547827"/>
              <a:ext cx="301680" cy="3330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411DFA1-C804-9999-5430-C2B56E8421D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224067" y="541707"/>
                <a:ext cx="31392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C91B488-E6B1-43A9-2C98-4F732F088E18}"/>
                  </a:ext>
                </a:extLst>
              </p14:cNvPr>
              <p14:cNvContentPartPr/>
              <p14:nvPr/>
            </p14:nvContentPartPr>
            <p14:xfrm>
              <a:off x="6294267" y="762027"/>
              <a:ext cx="207360" cy="3909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C91B488-E6B1-43A9-2C98-4F732F088E1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288147" y="755907"/>
                <a:ext cx="21960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200EB1D-356E-446C-C0F0-0B529C72CD05}"/>
                  </a:ext>
                </a:extLst>
              </p14:cNvPr>
              <p14:cNvContentPartPr/>
              <p14:nvPr/>
            </p14:nvContentPartPr>
            <p14:xfrm>
              <a:off x="6589827" y="966147"/>
              <a:ext cx="209880" cy="576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200EB1D-356E-446C-C0F0-0B529C72CD0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583707" y="960027"/>
                <a:ext cx="222120" cy="58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9BAFADE-B7E4-81C5-E003-A9CFE96692B2}"/>
                  </a:ext>
                </a:extLst>
              </p14:cNvPr>
              <p14:cNvContentPartPr/>
              <p14:nvPr/>
            </p14:nvContentPartPr>
            <p14:xfrm>
              <a:off x="6786027" y="791547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9BAFADE-B7E4-81C5-E003-A9CFE96692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79907" y="78542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B564432-804A-36B9-42D2-FDBC63840D02}"/>
                  </a:ext>
                </a:extLst>
              </p14:cNvPr>
              <p14:cNvContentPartPr/>
              <p14:nvPr/>
            </p14:nvContentPartPr>
            <p14:xfrm>
              <a:off x="6838227" y="333987"/>
              <a:ext cx="235080" cy="12146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B564432-804A-36B9-42D2-FDBC63840D0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832107" y="327867"/>
                <a:ext cx="247320" cy="12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F2CFC6D-4C77-DA08-AF00-3FEDF855FD51}"/>
                  </a:ext>
                </a:extLst>
              </p14:cNvPr>
              <p14:cNvContentPartPr/>
              <p14:nvPr/>
            </p14:nvContentPartPr>
            <p14:xfrm>
              <a:off x="7330707" y="924387"/>
              <a:ext cx="292680" cy="385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F2CFC6D-4C77-DA08-AF00-3FEDF855FD5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324587" y="918267"/>
                <a:ext cx="3049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BBCCB1C-550D-4620-6099-7A81C5B0836D}"/>
                  </a:ext>
                </a:extLst>
              </p14:cNvPr>
              <p14:cNvContentPartPr/>
              <p14:nvPr/>
            </p14:nvContentPartPr>
            <p14:xfrm>
              <a:off x="7347627" y="1070547"/>
              <a:ext cx="226800" cy="475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BBCCB1C-550D-4620-6099-7A81C5B0836D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341507" y="1064427"/>
                <a:ext cx="23904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67DFBC4-3AEB-4E6C-E5CD-27E41DD07994}"/>
                  </a:ext>
                </a:extLst>
              </p14:cNvPr>
              <p14:cNvContentPartPr/>
              <p14:nvPr/>
            </p14:nvContentPartPr>
            <p14:xfrm>
              <a:off x="7783227" y="671667"/>
              <a:ext cx="217440" cy="3664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67DFBC4-3AEB-4E6C-E5CD-27E41DD07994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777107" y="665547"/>
                <a:ext cx="22968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D8046D7-8EDF-A57E-E498-8AE452E9DEB3}"/>
                  </a:ext>
                </a:extLst>
              </p14:cNvPr>
              <p14:cNvContentPartPr/>
              <p14:nvPr/>
            </p14:nvContentPartPr>
            <p14:xfrm>
              <a:off x="8062227" y="925827"/>
              <a:ext cx="11160" cy="2739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D8046D7-8EDF-A57E-E498-8AE452E9DEB3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056107" y="919707"/>
                <a:ext cx="2340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A3EA29E-AFA4-3848-AE23-94E1C6FD0BAD}"/>
                  </a:ext>
                </a:extLst>
              </p14:cNvPr>
              <p14:cNvContentPartPr/>
              <p14:nvPr/>
            </p14:nvContentPartPr>
            <p14:xfrm>
              <a:off x="8255547" y="638907"/>
              <a:ext cx="219240" cy="3420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A3EA29E-AFA4-3848-AE23-94E1C6FD0BAD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8249427" y="632787"/>
                <a:ext cx="23148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BB577F4-A7E5-1BAA-FFCB-27BCBBA91617}"/>
                  </a:ext>
                </a:extLst>
              </p14:cNvPr>
              <p14:cNvContentPartPr/>
              <p14:nvPr/>
            </p14:nvContentPartPr>
            <p14:xfrm>
              <a:off x="8346267" y="868587"/>
              <a:ext cx="100440" cy="2188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BB577F4-A7E5-1BAA-FFCB-27BCBBA91617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340147" y="862467"/>
                <a:ext cx="11268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F84652B-36E5-0464-1BA8-4D490E99F1DA}"/>
                  </a:ext>
                </a:extLst>
              </p14:cNvPr>
              <p14:cNvContentPartPr/>
              <p14:nvPr/>
            </p14:nvContentPartPr>
            <p14:xfrm>
              <a:off x="8536347" y="1074507"/>
              <a:ext cx="29520" cy="2376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F84652B-36E5-0464-1BA8-4D490E99F1DA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530227" y="1068387"/>
                <a:ext cx="4176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A712A95-3885-ED88-4E4C-45B2A2556A51}"/>
                  </a:ext>
                </a:extLst>
              </p14:cNvPr>
              <p14:cNvContentPartPr/>
              <p14:nvPr/>
            </p14:nvContentPartPr>
            <p14:xfrm>
              <a:off x="8692227" y="875427"/>
              <a:ext cx="199440" cy="954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A712A95-3885-ED88-4E4C-45B2A2556A51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686107" y="869307"/>
                <a:ext cx="2116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50C758C-FC6F-C5C9-CA2C-DBAF37C18B64}"/>
                  </a:ext>
                </a:extLst>
              </p14:cNvPr>
              <p14:cNvContentPartPr/>
              <p14:nvPr/>
            </p14:nvContentPartPr>
            <p14:xfrm>
              <a:off x="8786547" y="719907"/>
              <a:ext cx="34560" cy="3884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50C758C-FC6F-C5C9-CA2C-DBAF37C18B64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780427" y="713787"/>
                <a:ext cx="46800" cy="40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75F85DA-E0B7-2DAF-903E-AC8FE2E135F1}"/>
                  </a:ext>
                </a:extLst>
              </p14:cNvPr>
              <p14:cNvContentPartPr/>
              <p14:nvPr/>
            </p14:nvContentPartPr>
            <p14:xfrm>
              <a:off x="9062307" y="696147"/>
              <a:ext cx="338760" cy="3805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75F85DA-E0B7-2DAF-903E-AC8FE2E135F1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056187" y="690027"/>
                <a:ext cx="35100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6024F5F-A868-646B-990E-95ADACC3AB40}"/>
                  </a:ext>
                </a:extLst>
              </p14:cNvPr>
              <p14:cNvContentPartPr/>
              <p14:nvPr/>
            </p14:nvContentPartPr>
            <p14:xfrm>
              <a:off x="9540027" y="1082787"/>
              <a:ext cx="10440" cy="3103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6024F5F-A868-646B-990E-95ADACC3AB4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9533907" y="1076667"/>
                <a:ext cx="2268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BFFFD05-1778-3403-DA2A-6229A1C99A53}"/>
                  </a:ext>
                </a:extLst>
              </p14:cNvPr>
              <p14:cNvContentPartPr/>
              <p14:nvPr/>
            </p14:nvContentPartPr>
            <p14:xfrm>
              <a:off x="9799587" y="684627"/>
              <a:ext cx="74160" cy="3477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BFFFD05-1778-3403-DA2A-6229A1C99A53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9793467" y="678507"/>
                <a:ext cx="864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AA2D677-116D-7038-BDA5-4FECEB53DCA4}"/>
                  </a:ext>
                </a:extLst>
              </p14:cNvPr>
              <p14:cNvContentPartPr/>
              <p14:nvPr/>
            </p14:nvContentPartPr>
            <p14:xfrm>
              <a:off x="9738387" y="803787"/>
              <a:ext cx="287280" cy="1980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AA2D677-116D-7038-BDA5-4FECEB53DCA4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732267" y="797667"/>
                <a:ext cx="29952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FE0006E-2EE9-B888-F289-2356A6A8A306}"/>
                  </a:ext>
                </a:extLst>
              </p14:cNvPr>
              <p14:cNvContentPartPr/>
              <p14:nvPr/>
            </p14:nvContentPartPr>
            <p14:xfrm>
              <a:off x="9851067" y="1004667"/>
              <a:ext cx="131040" cy="1342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FE0006E-2EE9-B888-F289-2356A6A8A306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844947" y="998547"/>
                <a:ext cx="14328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1CB672B-AA27-3672-A0DE-4913A8A75762}"/>
                  </a:ext>
                </a:extLst>
              </p14:cNvPr>
              <p14:cNvContentPartPr/>
              <p14:nvPr/>
            </p14:nvContentPartPr>
            <p14:xfrm>
              <a:off x="10095507" y="1076667"/>
              <a:ext cx="248400" cy="2106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1CB672B-AA27-3672-A0DE-4913A8A75762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0089387" y="1070547"/>
                <a:ext cx="26064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B120C39-4CE4-7D9B-1C78-303D6A85490D}"/>
                  </a:ext>
                </a:extLst>
              </p14:cNvPr>
              <p14:cNvContentPartPr/>
              <p14:nvPr/>
            </p14:nvContentPartPr>
            <p14:xfrm>
              <a:off x="10415547" y="873627"/>
              <a:ext cx="216000" cy="655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B120C39-4CE4-7D9B-1C78-303D6A85490D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0409427" y="867507"/>
                <a:ext cx="2282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9B1E67A-3354-05CD-2FBE-5B44D576DA7D}"/>
                  </a:ext>
                </a:extLst>
              </p14:cNvPr>
              <p14:cNvContentPartPr/>
              <p14:nvPr/>
            </p14:nvContentPartPr>
            <p14:xfrm>
              <a:off x="10492587" y="818547"/>
              <a:ext cx="21600" cy="4532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9B1E67A-3354-05CD-2FBE-5B44D576DA7D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10486467" y="812427"/>
                <a:ext cx="33840" cy="46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19CB670-E304-EDF3-0D2B-44AC57B82A96}"/>
                  </a:ext>
                </a:extLst>
              </p14:cNvPr>
              <p14:cNvContentPartPr/>
              <p14:nvPr/>
            </p14:nvContentPartPr>
            <p14:xfrm>
              <a:off x="10730547" y="776067"/>
              <a:ext cx="366120" cy="4028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19CB670-E304-EDF3-0D2B-44AC57B82A96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10724427" y="769947"/>
                <a:ext cx="37836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44F3536-71DA-7463-88D3-E18ED877750D}"/>
                  </a:ext>
                </a:extLst>
              </p14:cNvPr>
              <p14:cNvContentPartPr/>
              <p14:nvPr/>
            </p14:nvContentPartPr>
            <p14:xfrm>
              <a:off x="11154987" y="1046427"/>
              <a:ext cx="73440" cy="3229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44F3536-71DA-7463-88D3-E18ED877750D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11148867" y="1040307"/>
                <a:ext cx="8568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EA4573D-7B03-2A1A-9141-E21D74E7654B}"/>
                  </a:ext>
                </a:extLst>
              </p14:cNvPr>
              <p14:cNvContentPartPr/>
              <p14:nvPr/>
            </p14:nvContentPartPr>
            <p14:xfrm>
              <a:off x="11381787" y="741867"/>
              <a:ext cx="42480" cy="3535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EA4573D-7B03-2A1A-9141-E21D74E7654B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11375667" y="735747"/>
                <a:ext cx="54720" cy="36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CB9D4B9-C357-C915-C0E5-FD979A39C860}"/>
                  </a:ext>
                </a:extLst>
              </p14:cNvPr>
              <p14:cNvContentPartPr/>
              <p14:nvPr/>
            </p14:nvContentPartPr>
            <p14:xfrm>
              <a:off x="11387907" y="803067"/>
              <a:ext cx="305280" cy="2318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CB9D4B9-C357-C915-C0E5-FD979A39C860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11381787" y="796947"/>
                <a:ext cx="317520" cy="2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4D7A5D8-CC44-8243-1494-0D547A46DA48}"/>
                  </a:ext>
                </a:extLst>
              </p14:cNvPr>
              <p14:cNvContentPartPr/>
              <p14:nvPr/>
            </p14:nvContentPartPr>
            <p14:xfrm>
              <a:off x="11432907" y="1050027"/>
              <a:ext cx="164880" cy="1252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4D7A5D8-CC44-8243-1494-0D547A46DA48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1426787" y="1043907"/>
                <a:ext cx="17712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60C56B3F-7CBA-56E2-5984-D4A15C544D76}"/>
                  </a:ext>
                </a:extLst>
              </p14:cNvPr>
              <p14:cNvContentPartPr/>
              <p14:nvPr/>
            </p14:nvContentPartPr>
            <p14:xfrm>
              <a:off x="11634147" y="1118787"/>
              <a:ext cx="253080" cy="3801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60C56B3F-7CBA-56E2-5984-D4A15C544D76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11628027" y="1112667"/>
                <a:ext cx="265320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0C38ADC-B90E-8929-5EB4-D55137853EE4}"/>
                  </a:ext>
                </a:extLst>
              </p14:cNvPr>
              <p14:cNvContentPartPr/>
              <p14:nvPr/>
            </p14:nvContentPartPr>
            <p14:xfrm>
              <a:off x="1142307" y="1744827"/>
              <a:ext cx="650160" cy="6566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0C38ADC-B90E-8929-5EB4-D55137853EE4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1136187" y="1738707"/>
                <a:ext cx="662400" cy="66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3A0C050-D1E0-59B3-B55F-784F2DD695E8}"/>
                  </a:ext>
                </a:extLst>
              </p14:cNvPr>
              <p14:cNvContentPartPr/>
              <p14:nvPr/>
            </p14:nvContentPartPr>
            <p14:xfrm>
              <a:off x="1818387" y="2059827"/>
              <a:ext cx="522000" cy="5932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3A0C050-D1E0-59B3-B55F-784F2DD695E8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1812267" y="2053707"/>
                <a:ext cx="534240" cy="60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CDC6E81D-815D-163C-6036-5E420A1E1B50}"/>
                  </a:ext>
                </a:extLst>
              </p14:cNvPr>
              <p14:cNvContentPartPr/>
              <p14:nvPr/>
            </p14:nvContentPartPr>
            <p14:xfrm>
              <a:off x="2635227" y="2065587"/>
              <a:ext cx="392040" cy="518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CDC6E81D-815D-163C-6036-5E420A1E1B50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2629107" y="2059467"/>
                <a:ext cx="40428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949AAED9-06E5-4C6F-A00A-03D09B68ED0D}"/>
                  </a:ext>
                </a:extLst>
              </p14:cNvPr>
              <p14:cNvContentPartPr/>
              <p14:nvPr/>
            </p14:nvContentPartPr>
            <p14:xfrm>
              <a:off x="2743227" y="2356467"/>
              <a:ext cx="316080" cy="327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949AAED9-06E5-4C6F-A00A-03D09B68ED0D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2737107" y="2350347"/>
                <a:ext cx="3283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C80BD4C-A244-A067-47A2-BFEFC5332500}"/>
                  </a:ext>
                </a:extLst>
              </p14:cNvPr>
              <p14:cNvContentPartPr/>
              <p14:nvPr/>
            </p14:nvContentPartPr>
            <p14:xfrm>
              <a:off x="3361707" y="1597587"/>
              <a:ext cx="264240" cy="8744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C80BD4C-A244-A067-47A2-BFEFC5332500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3355587" y="1591467"/>
                <a:ext cx="276480" cy="88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557E50B-3357-3CAF-E2D6-F018C269E910}"/>
                  </a:ext>
                </a:extLst>
              </p14:cNvPr>
              <p14:cNvContentPartPr/>
              <p14:nvPr/>
            </p14:nvContentPartPr>
            <p14:xfrm>
              <a:off x="3706587" y="1899627"/>
              <a:ext cx="93240" cy="4618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557E50B-3357-3CAF-E2D6-F018C269E910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3700467" y="1893507"/>
                <a:ext cx="105480" cy="47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04C10A5-5612-634C-BDEC-4D616D786229}"/>
                  </a:ext>
                </a:extLst>
              </p14:cNvPr>
              <p14:cNvContentPartPr/>
              <p14:nvPr/>
            </p14:nvContentPartPr>
            <p14:xfrm>
              <a:off x="4087467" y="1935267"/>
              <a:ext cx="442800" cy="3697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04C10A5-5612-634C-BDEC-4D616D786229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4081347" y="1929147"/>
                <a:ext cx="45504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48FE4E4-E8FF-E7C6-FC04-DA45B8106DCE}"/>
                  </a:ext>
                </a:extLst>
              </p14:cNvPr>
              <p14:cNvContentPartPr/>
              <p14:nvPr/>
            </p14:nvContentPartPr>
            <p14:xfrm>
              <a:off x="4688307" y="1984227"/>
              <a:ext cx="300960" cy="4161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48FE4E4-E8FF-E7C6-FC04-DA45B8106DCE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4682187" y="1978107"/>
                <a:ext cx="31320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F7F7AB2-6A32-B638-5FEE-8AA624B3B1FC}"/>
                  </a:ext>
                </a:extLst>
              </p14:cNvPr>
              <p14:cNvContentPartPr/>
              <p14:nvPr/>
            </p14:nvContentPartPr>
            <p14:xfrm>
              <a:off x="5153067" y="1613787"/>
              <a:ext cx="193680" cy="8830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F7F7AB2-6A32-B638-5FEE-8AA624B3B1FC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5146947" y="1607667"/>
                <a:ext cx="205920" cy="89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6BDEC00-F3EE-1BBF-CE06-02208D026873}"/>
                  </a:ext>
                </a:extLst>
              </p14:cNvPr>
              <p14:cNvContentPartPr/>
              <p14:nvPr/>
            </p14:nvContentPartPr>
            <p14:xfrm>
              <a:off x="5372307" y="1810707"/>
              <a:ext cx="465120" cy="5785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6BDEC00-F3EE-1BBF-CE06-02208D026873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5366187" y="1804587"/>
                <a:ext cx="477360" cy="59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CB0977B-DBAD-3273-3A11-264FD198071E}"/>
                  </a:ext>
                </a:extLst>
              </p14:cNvPr>
              <p14:cNvContentPartPr/>
              <p14:nvPr/>
            </p14:nvContentPartPr>
            <p14:xfrm>
              <a:off x="5954787" y="2305707"/>
              <a:ext cx="127080" cy="2494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CB0977B-DBAD-3273-3A11-264FD198071E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5948667" y="2299587"/>
                <a:ext cx="13932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EA9CF1D1-A9D7-2B51-F625-8DE75C4D520A}"/>
                  </a:ext>
                </a:extLst>
              </p14:cNvPr>
              <p14:cNvContentPartPr/>
              <p14:nvPr/>
            </p14:nvContentPartPr>
            <p14:xfrm>
              <a:off x="6247107" y="2319387"/>
              <a:ext cx="113040" cy="3164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EA9CF1D1-A9D7-2B51-F625-8DE75C4D520A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6240987" y="2313267"/>
                <a:ext cx="12528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31D3F0A-AEFE-7A17-03EB-531C78B27BE9}"/>
                  </a:ext>
                </a:extLst>
              </p14:cNvPr>
              <p14:cNvContentPartPr/>
              <p14:nvPr/>
            </p14:nvContentPartPr>
            <p14:xfrm>
              <a:off x="6498027" y="1751667"/>
              <a:ext cx="12600" cy="451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31D3F0A-AEFE-7A17-03EB-531C78B27BE9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6491907" y="1745547"/>
                <a:ext cx="24840" cy="46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EDDE9A2-548D-925E-B8F3-ACAB83BA86C5}"/>
                  </a:ext>
                </a:extLst>
              </p14:cNvPr>
              <p14:cNvContentPartPr/>
              <p14:nvPr/>
            </p14:nvContentPartPr>
            <p14:xfrm>
              <a:off x="6492987" y="1812147"/>
              <a:ext cx="277200" cy="2653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EDDE9A2-548D-925E-B8F3-ACAB83BA86C5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6486867" y="1806027"/>
                <a:ext cx="289440" cy="27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72D9E77-2DE5-7695-55F1-68C8AB9EAE06}"/>
                  </a:ext>
                </a:extLst>
              </p14:cNvPr>
              <p14:cNvContentPartPr/>
              <p14:nvPr/>
            </p14:nvContentPartPr>
            <p14:xfrm>
              <a:off x="6649227" y="2051907"/>
              <a:ext cx="149400" cy="2206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72D9E77-2DE5-7695-55F1-68C8AB9EAE06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6643107" y="2045787"/>
                <a:ext cx="16164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F5F56F1C-291E-00FD-EB2A-11B52DADD6D0}"/>
                  </a:ext>
                </a:extLst>
              </p14:cNvPr>
              <p14:cNvContentPartPr/>
              <p14:nvPr/>
            </p14:nvContentPartPr>
            <p14:xfrm>
              <a:off x="6756867" y="2184387"/>
              <a:ext cx="214200" cy="5263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F5F56F1C-291E-00FD-EB2A-11B52DADD6D0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6750747" y="2178267"/>
                <a:ext cx="226440" cy="53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FE5C98C-2B44-B78E-C9DD-8D3FAF23F6F3}"/>
                  </a:ext>
                </a:extLst>
              </p14:cNvPr>
              <p14:cNvContentPartPr/>
              <p14:nvPr/>
            </p14:nvContentPartPr>
            <p14:xfrm>
              <a:off x="6934707" y="2029227"/>
              <a:ext cx="1080" cy="144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FE5C98C-2B44-B78E-C9DD-8D3FAF23F6F3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6928587" y="2023107"/>
                <a:ext cx="1332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0843B8B-CCE0-B5EC-B4DC-A4E665ADF974}"/>
                  </a:ext>
                </a:extLst>
              </p14:cNvPr>
              <p14:cNvContentPartPr/>
              <p14:nvPr/>
            </p14:nvContentPartPr>
            <p14:xfrm>
              <a:off x="7114347" y="1651227"/>
              <a:ext cx="113040" cy="10998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0843B8B-CCE0-B5EC-B4DC-A4E665ADF974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7108227" y="1645107"/>
                <a:ext cx="125280" cy="11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E0935596-2817-DFBE-0B72-2EBFA64CA915}"/>
                  </a:ext>
                </a:extLst>
              </p14:cNvPr>
              <p14:cNvContentPartPr/>
              <p14:nvPr/>
            </p14:nvContentPartPr>
            <p14:xfrm>
              <a:off x="7527987" y="2141547"/>
              <a:ext cx="231480" cy="169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E0935596-2817-DFBE-0B72-2EBFA64CA915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7521867" y="2135427"/>
                <a:ext cx="2437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6EDF5CC-C37A-43CA-9D9C-97D47D0728A0}"/>
                  </a:ext>
                </a:extLst>
              </p14:cNvPr>
              <p14:cNvContentPartPr/>
              <p14:nvPr/>
            </p14:nvContentPartPr>
            <p14:xfrm>
              <a:off x="7607187" y="2339547"/>
              <a:ext cx="236880" cy="158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6EDF5CC-C37A-43CA-9D9C-97D47D0728A0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7601067" y="2333427"/>
                <a:ext cx="24912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AEC0FD30-7089-3E17-2FBC-1AA8B2041758}"/>
                  </a:ext>
                </a:extLst>
              </p14:cNvPr>
              <p14:cNvContentPartPr/>
              <p14:nvPr/>
            </p14:nvContentPartPr>
            <p14:xfrm>
              <a:off x="7909227" y="1896747"/>
              <a:ext cx="319680" cy="7016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AEC0FD30-7089-3E17-2FBC-1AA8B2041758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7903107" y="1890627"/>
                <a:ext cx="331920" cy="71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98A23C7C-356F-AB89-E8B2-C7256409F69F}"/>
                  </a:ext>
                </a:extLst>
              </p14:cNvPr>
              <p14:cNvContentPartPr/>
              <p14:nvPr/>
            </p14:nvContentPartPr>
            <p14:xfrm>
              <a:off x="8349867" y="2392467"/>
              <a:ext cx="132840" cy="22212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98A23C7C-356F-AB89-E8B2-C7256409F69F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8343747" y="2386347"/>
                <a:ext cx="14508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5B6B3EB1-8E9D-6B29-9C86-313B8E77FF99}"/>
                  </a:ext>
                </a:extLst>
              </p14:cNvPr>
              <p14:cNvContentPartPr/>
              <p14:nvPr/>
            </p14:nvContentPartPr>
            <p14:xfrm>
              <a:off x="8564787" y="1917627"/>
              <a:ext cx="240480" cy="4485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5B6B3EB1-8E9D-6B29-9C86-313B8E77FF99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8558667" y="1911507"/>
                <a:ext cx="252720" cy="46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287D4504-BEB6-76E2-B867-77C05C1CCADF}"/>
                  </a:ext>
                </a:extLst>
              </p14:cNvPr>
              <p14:cNvContentPartPr/>
              <p14:nvPr/>
            </p14:nvContentPartPr>
            <p14:xfrm>
              <a:off x="8685387" y="2171067"/>
              <a:ext cx="186840" cy="2181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287D4504-BEB6-76E2-B867-77C05C1CCADF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8679267" y="2164947"/>
                <a:ext cx="19908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9F742379-3635-3B45-6111-9975DED457D2}"/>
                  </a:ext>
                </a:extLst>
              </p14:cNvPr>
              <p14:cNvContentPartPr/>
              <p14:nvPr/>
            </p14:nvContentPartPr>
            <p14:xfrm>
              <a:off x="9016587" y="2285907"/>
              <a:ext cx="16920" cy="3348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9F742379-3635-3B45-6111-9975DED457D2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9010467" y="2279787"/>
                <a:ext cx="2916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EE62A34-8C7F-0DFF-74FC-7FA083E96379}"/>
                  </a:ext>
                </a:extLst>
              </p14:cNvPr>
              <p14:cNvContentPartPr/>
              <p14:nvPr/>
            </p14:nvContentPartPr>
            <p14:xfrm>
              <a:off x="9144747" y="2175027"/>
              <a:ext cx="294480" cy="824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EE62A34-8C7F-0DFF-74FC-7FA083E96379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9138627" y="2168907"/>
                <a:ext cx="30672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2F380994-116E-7119-BE6D-EB66F29EB686}"/>
                  </a:ext>
                </a:extLst>
              </p14:cNvPr>
              <p14:cNvContentPartPr/>
              <p14:nvPr/>
            </p14:nvContentPartPr>
            <p14:xfrm>
              <a:off x="9320067" y="2027067"/>
              <a:ext cx="9000" cy="4788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2F380994-116E-7119-BE6D-EB66F29EB686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9313947" y="2020947"/>
                <a:ext cx="21240" cy="49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C2FF3809-6163-956D-1590-7227145D3FF4}"/>
                  </a:ext>
                </a:extLst>
              </p14:cNvPr>
              <p14:cNvContentPartPr/>
              <p14:nvPr/>
            </p14:nvContentPartPr>
            <p14:xfrm>
              <a:off x="9568467" y="2019507"/>
              <a:ext cx="434880" cy="4903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C2FF3809-6163-956D-1590-7227145D3FF4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9562347" y="2013387"/>
                <a:ext cx="447120" cy="50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87C5BFC8-F77D-6148-1991-F23E27B7418F}"/>
                  </a:ext>
                </a:extLst>
              </p14:cNvPr>
              <p14:cNvContentPartPr/>
              <p14:nvPr/>
            </p14:nvContentPartPr>
            <p14:xfrm>
              <a:off x="10035027" y="2386347"/>
              <a:ext cx="219240" cy="2883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87C5BFC8-F77D-6148-1991-F23E27B7418F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10028907" y="2380227"/>
                <a:ext cx="23148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43A7688E-564C-70DE-111F-102D73E387B1}"/>
                  </a:ext>
                </a:extLst>
              </p14:cNvPr>
              <p14:cNvContentPartPr/>
              <p14:nvPr/>
            </p14:nvContentPartPr>
            <p14:xfrm>
              <a:off x="10284147" y="2038947"/>
              <a:ext cx="259560" cy="4114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43A7688E-564C-70DE-111F-102D73E387B1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10278027" y="2032827"/>
                <a:ext cx="27180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C251F9A2-F4BC-603C-D5C9-FF845EE5A61C}"/>
                  </a:ext>
                </a:extLst>
              </p14:cNvPr>
              <p14:cNvContentPartPr/>
              <p14:nvPr/>
            </p14:nvContentPartPr>
            <p14:xfrm>
              <a:off x="10315107" y="2258907"/>
              <a:ext cx="200520" cy="1465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C251F9A2-F4BC-603C-D5C9-FF845EE5A61C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10308987" y="2252787"/>
                <a:ext cx="21276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79811F3E-1D8E-7CB5-89C2-066B8A5CC214}"/>
                  </a:ext>
                </a:extLst>
              </p14:cNvPr>
              <p14:cNvContentPartPr/>
              <p14:nvPr/>
            </p14:nvContentPartPr>
            <p14:xfrm>
              <a:off x="10576467" y="2427027"/>
              <a:ext cx="233280" cy="2498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79811F3E-1D8E-7CB5-89C2-066B8A5CC214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10570347" y="2420907"/>
                <a:ext cx="245520" cy="26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703E4E9-E5DE-013F-0EE6-4B1A11587B9A}"/>
                  </a:ext>
                </a:extLst>
              </p14:cNvPr>
              <p14:cNvContentPartPr/>
              <p14:nvPr/>
            </p14:nvContentPartPr>
            <p14:xfrm>
              <a:off x="10733067" y="2284467"/>
              <a:ext cx="177480" cy="370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703E4E9-E5DE-013F-0EE6-4B1A11587B9A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10726947" y="2278347"/>
                <a:ext cx="1897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60889B14-A4C1-B32A-347B-F8EA5E123AC7}"/>
                  </a:ext>
                </a:extLst>
              </p14:cNvPr>
              <p14:cNvContentPartPr/>
              <p14:nvPr/>
            </p14:nvContentPartPr>
            <p14:xfrm>
              <a:off x="10811907" y="2218947"/>
              <a:ext cx="20880" cy="3693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60889B14-A4C1-B32A-347B-F8EA5E123AC7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10805787" y="2212827"/>
                <a:ext cx="3312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3C7B2F06-B7A1-9AD5-7185-98701161981B}"/>
                  </a:ext>
                </a:extLst>
              </p14:cNvPr>
              <p14:cNvContentPartPr/>
              <p14:nvPr/>
            </p14:nvContentPartPr>
            <p14:xfrm>
              <a:off x="11055987" y="2108427"/>
              <a:ext cx="253440" cy="4071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3C7B2F06-B7A1-9AD5-7185-98701161981B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11049867" y="2102307"/>
                <a:ext cx="26568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CC26A890-BF09-F05F-70DE-74024C132EB4}"/>
                  </a:ext>
                </a:extLst>
              </p14:cNvPr>
              <p14:cNvContentPartPr/>
              <p14:nvPr/>
            </p14:nvContentPartPr>
            <p14:xfrm>
              <a:off x="11375307" y="2562387"/>
              <a:ext cx="194040" cy="1544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CC26A890-BF09-F05F-70DE-74024C132EB4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11369187" y="2556267"/>
                <a:ext cx="20628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16FDA0F6-0701-8B33-E160-50F6DCA54AC4}"/>
                  </a:ext>
                </a:extLst>
              </p14:cNvPr>
              <p14:cNvContentPartPr/>
              <p14:nvPr/>
            </p14:nvContentPartPr>
            <p14:xfrm>
              <a:off x="11666907" y="2105907"/>
              <a:ext cx="197640" cy="30708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16FDA0F6-0701-8B33-E160-50F6DCA54AC4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11660787" y="2099787"/>
                <a:ext cx="20988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9C72F356-ED2A-030A-5C2D-3AB8FB1263B0}"/>
                  </a:ext>
                </a:extLst>
              </p14:cNvPr>
              <p14:cNvContentPartPr/>
              <p14:nvPr/>
            </p14:nvContentPartPr>
            <p14:xfrm>
              <a:off x="11676987" y="2370147"/>
              <a:ext cx="146880" cy="11160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9C72F356-ED2A-030A-5C2D-3AB8FB1263B0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11670867" y="2364027"/>
                <a:ext cx="15912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F862E3B4-C3B2-7DB2-95C7-5F7E8090ACE8}"/>
                  </a:ext>
                </a:extLst>
              </p14:cNvPr>
              <p14:cNvContentPartPr/>
              <p14:nvPr/>
            </p14:nvContentPartPr>
            <p14:xfrm>
              <a:off x="11863107" y="2517027"/>
              <a:ext cx="151560" cy="3826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F862E3B4-C3B2-7DB2-95C7-5F7E8090ACE8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11856987" y="2510907"/>
                <a:ext cx="16380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FF988237-65E1-4AC2-11E6-B85758BF2B15}"/>
                  </a:ext>
                </a:extLst>
              </p14:cNvPr>
              <p14:cNvContentPartPr/>
              <p14:nvPr/>
            </p14:nvContentPartPr>
            <p14:xfrm>
              <a:off x="1361187" y="2995467"/>
              <a:ext cx="709920" cy="4222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FF988237-65E1-4AC2-11E6-B85758BF2B15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1355067" y="2989347"/>
                <a:ext cx="722160" cy="43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7465BC66-26B0-BB35-1C5A-0C7538EC2CAC}"/>
                  </a:ext>
                </a:extLst>
              </p14:cNvPr>
              <p14:cNvContentPartPr/>
              <p14:nvPr/>
            </p14:nvContentPartPr>
            <p14:xfrm>
              <a:off x="2153547" y="3148827"/>
              <a:ext cx="302760" cy="51012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7465BC66-26B0-BB35-1C5A-0C7538EC2CAC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2147427" y="3142707"/>
                <a:ext cx="315000" cy="52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C7A2BABD-F5F7-C427-FA16-8FD02BD72C4F}"/>
                  </a:ext>
                </a:extLst>
              </p14:cNvPr>
              <p14:cNvContentPartPr/>
              <p14:nvPr/>
            </p14:nvContentPartPr>
            <p14:xfrm>
              <a:off x="2621187" y="3176187"/>
              <a:ext cx="257760" cy="4860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C7A2BABD-F5F7-C427-FA16-8FD02BD72C4F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2615067" y="3170067"/>
                <a:ext cx="27000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8BF5D24F-D0A6-31C3-6C15-CA883F5912C1}"/>
                  </a:ext>
                </a:extLst>
              </p14:cNvPr>
              <p14:cNvContentPartPr/>
              <p14:nvPr/>
            </p14:nvContentPartPr>
            <p14:xfrm>
              <a:off x="2727747" y="3437547"/>
              <a:ext cx="378000" cy="86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8BF5D24F-D0A6-31C3-6C15-CA883F5912C1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2721627" y="3431427"/>
                <a:ext cx="39024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729FB81-5714-A187-83D0-0FDE531CA662}"/>
                  </a:ext>
                </a:extLst>
              </p14:cNvPr>
              <p14:cNvContentPartPr/>
              <p14:nvPr/>
            </p14:nvContentPartPr>
            <p14:xfrm>
              <a:off x="3364947" y="2846427"/>
              <a:ext cx="318960" cy="5929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729FB81-5714-A187-83D0-0FDE531CA662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3358827" y="2840307"/>
                <a:ext cx="331200" cy="60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4DC69051-0967-E5A2-1B8D-9D585C529337}"/>
                  </a:ext>
                </a:extLst>
              </p14:cNvPr>
              <p14:cNvContentPartPr/>
              <p14:nvPr/>
            </p14:nvContentPartPr>
            <p14:xfrm>
              <a:off x="3672387" y="3036507"/>
              <a:ext cx="162360" cy="4266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4DC69051-0967-E5A2-1B8D-9D585C529337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3666267" y="3030387"/>
                <a:ext cx="174600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484E479D-DD2A-17EB-BCDF-FAEF9189FAD6}"/>
                  </a:ext>
                </a:extLst>
              </p14:cNvPr>
              <p14:cNvContentPartPr/>
              <p14:nvPr/>
            </p14:nvContentPartPr>
            <p14:xfrm>
              <a:off x="4001787" y="2996907"/>
              <a:ext cx="537840" cy="39600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484E479D-DD2A-17EB-BCDF-FAEF9189FAD6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3995667" y="2990787"/>
                <a:ext cx="55008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68DFD099-9FA5-59C7-B9D9-A8537F54BEDF}"/>
                  </a:ext>
                </a:extLst>
              </p14:cNvPr>
              <p14:cNvContentPartPr/>
              <p14:nvPr/>
            </p14:nvContentPartPr>
            <p14:xfrm>
              <a:off x="4614507" y="3034347"/>
              <a:ext cx="332280" cy="42804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68DFD099-9FA5-59C7-B9D9-A8537F54BEDF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4608387" y="3028227"/>
                <a:ext cx="344520" cy="44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9FFB0BB1-3FBE-060E-1C6B-68CF956E9D86}"/>
                  </a:ext>
                </a:extLst>
              </p14:cNvPr>
              <p14:cNvContentPartPr/>
              <p14:nvPr/>
            </p14:nvContentPartPr>
            <p14:xfrm>
              <a:off x="4916187" y="2825187"/>
              <a:ext cx="157680" cy="8341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9FFB0BB1-3FBE-060E-1C6B-68CF956E9D86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4910067" y="2819067"/>
                <a:ext cx="169920" cy="84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2296BF90-82E1-DB1D-DA88-B904D06AB427}"/>
                  </a:ext>
                </a:extLst>
              </p14:cNvPr>
              <p14:cNvContentPartPr/>
              <p14:nvPr/>
            </p14:nvContentPartPr>
            <p14:xfrm>
              <a:off x="5272227" y="2890347"/>
              <a:ext cx="259560" cy="61524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2296BF90-82E1-DB1D-DA88-B904D06AB427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5266107" y="2884227"/>
                <a:ext cx="271800" cy="62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7518B0D0-4794-C957-3B68-E84BBA69EA16}"/>
                  </a:ext>
                </a:extLst>
              </p14:cNvPr>
              <p14:cNvContentPartPr/>
              <p14:nvPr/>
            </p14:nvContentPartPr>
            <p14:xfrm>
              <a:off x="5668947" y="3333507"/>
              <a:ext cx="186840" cy="43164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7518B0D0-4794-C957-3B68-E84BBA69EA16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5662827" y="3327387"/>
                <a:ext cx="199080" cy="44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C1F5AF75-8697-7162-CD0E-C98B57C26E90}"/>
                  </a:ext>
                </a:extLst>
              </p14:cNvPr>
              <p14:cNvContentPartPr/>
              <p14:nvPr/>
            </p14:nvContentPartPr>
            <p14:xfrm>
              <a:off x="5885307" y="3329187"/>
              <a:ext cx="171000" cy="47412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C1F5AF75-8697-7162-CD0E-C98B57C26E90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5879187" y="3323067"/>
                <a:ext cx="183240" cy="48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D2FEA17C-E65C-8949-9728-9894C43CDB5B}"/>
                  </a:ext>
                </a:extLst>
              </p14:cNvPr>
              <p14:cNvContentPartPr/>
              <p14:nvPr/>
            </p14:nvContentPartPr>
            <p14:xfrm>
              <a:off x="6236307" y="2974587"/>
              <a:ext cx="346320" cy="50004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D2FEA17C-E65C-8949-9728-9894C43CDB5B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6230187" y="2968467"/>
                <a:ext cx="358560" cy="51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8BDE2CF9-3807-43EB-26B9-4D0CCACC3D7E}"/>
                  </a:ext>
                </a:extLst>
              </p14:cNvPr>
              <p14:cNvContentPartPr/>
              <p14:nvPr/>
            </p14:nvContentPartPr>
            <p14:xfrm>
              <a:off x="6573267" y="3260787"/>
              <a:ext cx="140760" cy="4842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8BDE2CF9-3807-43EB-26B9-4D0CCACC3D7E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6567147" y="3254667"/>
                <a:ext cx="153000" cy="4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B90DDCF8-1160-2350-DFA6-25C33A80E475}"/>
                  </a:ext>
                </a:extLst>
              </p14:cNvPr>
              <p14:cNvContentPartPr/>
              <p14:nvPr/>
            </p14:nvContentPartPr>
            <p14:xfrm>
              <a:off x="6745347" y="3066387"/>
              <a:ext cx="360" cy="3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B90DDCF8-1160-2350-DFA6-25C33A80E4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39227" y="306026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C52BF64D-3AA6-9D6F-7472-6067A5DF8D3E}"/>
                  </a:ext>
                </a:extLst>
              </p14:cNvPr>
              <p14:cNvContentPartPr/>
              <p14:nvPr/>
            </p14:nvContentPartPr>
            <p14:xfrm>
              <a:off x="6887187" y="2846427"/>
              <a:ext cx="155520" cy="10144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C52BF64D-3AA6-9D6F-7472-6067A5DF8D3E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6881067" y="2840307"/>
                <a:ext cx="167760" cy="10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37039FCC-F274-1344-BC9F-0B56EB38A236}"/>
                  </a:ext>
                </a:extLst>
              </p14:cNvPr>
              <p14:cNvContentPartPr/>
              <p14:nvPr/>
            </p14:nvContentPartPr>
            <p14:xfrm>
              <a:off x="7172667" y="3268347"/>
              <a:ext cx="187560" cy="900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37039FCC-F274-1344-BC9F-0B56EB38A236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166547" y="3262227"/>
                <a:ext cx="1998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BD57BB3-D981-A992-F142-EF5A4BA97EA1}"/>
                  </a:ext>
                </a:extLst>
              </p14:cNvPr>
              <p14:cNvContentPartPr/>
              <p14:nvPr/>
            </p14:nvContentPartPr>
            <p14:xfrm>
              <a:off x="7223067" y="3585147"/>
              <a:ext cx="298800" cy="183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BD57BB3-D981-A992-F142-EF5A4BA97EA1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7216947" y="3579027"/>
                <a:ext cx="31104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7C1A5DE5-7C2E-09E8-9728-A80A7C024B45}"/>
                  </a:ext>
                </a:extLst>
              </p14:cNvPr>
              <p14:cNvContentPartPr/>
              <p14:nvPr/>
            </p14:nvContentPartPr>
            <p14:xfrm>
              <a:off x="7707267" y="3102747"/>
              <a:ext cx="264600" cy="6321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7C1A5DE5-7C2E-09E8-9728-A80A7C024B45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7701147" y="3096627"/>
                <a:ext cx="276840" cy="64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F8175846-A5C5-684F-B05D-F4AA2A2BE8B6}"/>
                  </a:ext>
                </a:extLst>
              </p14:cNvPr>
              <p14:cNvContentPartPr/>
              <p14:nvPr/>
            </p14:nvContentPartPr>
            <p14:xfrm>
              <a:off x="7966467" y="3596667"/>
              <a:ext cx="281160" cy="5007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F8175846-A5C5-684F-B05D-F4AA2A2BE8B6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7960347" y="3590547"/>
                <a:ext cx="293400" cy="51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1A8A44C4-D589-B452-4D15-FC823CD79CBB}"/>
                  </a:ext>
                </a:extLst>
              </p14:cNvPr>
              <p14:cNvContentPartPr/>
              <p14:nvPr/>
            </p14:nvContentPartPr>
            <p14:xfrm>
              <a:off x="8297307" y="3109227"/>
              <a:ext cx="326880" cy="4982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1A8A44C4-D589-B452-4D15-FC823CD79CBB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8291187" y="3103107"/>
                <a:ext cx="339120" cy="51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EBAEAAFE-C5DF-69BD-34CF-4C6F811ECC74}"/>
                  </a:ext>
                </a:extLst>
              </p14:cNvPr>
              <p14:cNvContentPartPr/>
              <p14:nvPr/>
            </p14:nvContentPartPr>
            <p14:xfrm>
              <a:off x="8447067" y="3357627"/>
              <a:ext cx="144360" cy="32832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EBAEAAFE-C5DF-69BD-34CF-4C6F811ECC74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8440947" y="3351507"/>
                <a:ext cx="156600" cy="3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B3010EEF-7654-8D3A-4038-0B6BBF8FA51B}"/>
                  </a:ext>
                </a:extLst>
              </p14:cNvPr>
              <p14:cNvContentPartPr/>
              <p14:nvPr/>
            </p14:nvContentPartPr>
            <p14:xfrm>
              <a:off x="8753427" y="3485067"/>
              <a:ext cx="64440" cy="3740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B3010EEF-7654-8D3A-4038-0B6BBF8FA51B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747307" y="3478947"/>
                <a:ext cx="7668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429E1D43-0781-5D2D-5E95-01121B822F6A}"/>
                  </a:ext>
                </a:extLst>
              </p14:cNvPr>
              <p14:cNvContentPartPr/>
              <p14:nvPr/>
            </p14:nvContentPartPr>
            <p14:xfrm>
              <a:off x="8866827" y="3432507"/>
              <a:ext cx="356400" cy="6444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429E1D43-0781-5D2D-5E95-01121B822F6A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8860707" y="3426387"/>
                <a:ext cx="36864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82233085-A7DF-13D9-B706-EE02F85E6F6C}"/>
                  </a:ext>
                </a:extLst>
              </p14:cNvPr>
              <p14:cNvContentPartPr/>
              <p14:nvPr/>
            </p14:nvContentPartPr>
            <p14:xfrm>
              <a:off x="9047547" y="3206067"/>
              <a:ext cx="35280" cy="6019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82233085-A7DF-13D9-B706-EE02F85E6F6C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9041427" y="3199947"/>
                <a:ext cx="47520" cy="61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66055C80-4E62-B4E2-465B-DC86156C03EB}"/>
                  </a:ext>
                </a:extLst>
              </p14:cNvPr>
              <p14:cNvContentPartPr/>
              <p14:nvPr/>
            </p14:nvContentPartPr>
            <p14:xfrm>
              <a:off x="9367227" y="3131907"/>
              <a:ext cx="183600" cy="7178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66055C80-4E62-B4E2-465B-DC86156C03EB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9361107" y="3125787"/>
                <a:ext cx="195840" cy="73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85F64DF8-995B-6C0B-EBB6-C4042C81CCA7}"/>
                  </a:ext>
                </a:extLst>
              </p14:cNvPr>
              <p14:cNvContentPartPr/>
              <p14:nvPr/>
            </p14:nvContentPartPr>
            <p14:xfrm>
              <a:off x="9540027" y="3554547"/>
              <a:ext cx="177840" cy="43128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85F64DF8-995B-6C0B-EBB6-C4042C81CCA7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9533907" y="3548427"/>
                <a:ext cx="190080" cy="44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D2897376-B9BC-8F8D-F969-AEE3C9C1FAC5}"/>
                  </a:ext>
                </a:extLst>
              </p14:cNvPr>
              <p14:cNvContentPartPr/>
              <p14:nvPr/>
            </p14:nvContentPartPr>
            <p14:xfrm>
              <a:off x="9907947" y="3084747"/>
              <a:ext cx="384480" cy="58572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D2897376-B9BC-8F8D-F969-AEE3C9C1FAC5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9901827" y="3078627"/>
                <a:ext cx="396720" cy="59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DB6C1553-1CF4-32BC-E621-231777C67A16}"/>
                  </a:ext>
                </a:extLst>
              </p14:cNvPr>
              <p14:cNvContentPartPr/>
              <p14:nvPr/>
            </p14:nvContentPartPr>
            <p14:xfrm>
              <a:off x="10353987" y="3651027"/>
              <a:ext cx="150840" cy="28512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DB6C1553-1CF4-32BC-E621-231777C67A16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10347867" y="3644907"/>
                <a:ext cx="16308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CACBFFBE-F2F7-94EC-FD69-AA4308901518}"/>
                  </a:ext>
                </a:extLst>
              </p14:cNvPr>
              <p14:cNvContentPartPr/>
              <p14:nvPr/>
            </p14:nvContentPartPr>
            <p14:xfrm>
              <a:off x="10624707" y="3509547"/>
              <a:ext cx="211320" cy="543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CACBFFBE-F2F7-94EC-FD69-AA4308901518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10618587" y="3503427"/>
                <a:ext cx="22356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2A2703F9-13B9-4780-A753-BD5DF83777B6}"/>
                  </a:ext>
                </a:extLst>
              </p14:cNvPr>
              <p14:cNvContentPartPr/>
              <p14:nvPr/>
            </p14:nvContentPartPr>
            <p14:xfrm>
              <a:off x="10700667" y="3435387"/>
              <a:ext cx="43200" cy="4777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2A2703F9-13B9-4780-A753-BD5DF83777B6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10694547" y="3429267"/>
                <a:ext cx="55440" cy="48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01A3572F-375B-9256-3182-572BBCCFEE9E}"/>
                  </a:ext>
                </a:extLst>
              </p14:cNvPr>
              <p14:cNvContentPartPr/>
              <p14:nvPr/>
            </p14:nvContentPartPr>
            <p14:xfrm>
              <a:off x="10843947" y="3369507"/>
              <a:ext cx="295200" cy="50292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01A3572F-375B-9256-3182-572BBCCFEE9E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10837827" y="3363387"/>
                <a:ext cx="307440" cy="51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8D080D0D-528E-9239-1EDA-597C81C68A16}"/>
                  </a:ext>
                </a:extLst>
              </p14:cNvPr>
              <p14:cNvContentPartPr/>
              <p14:nvPr/>
            </p14:nvContentPartPr>
            <p14:xfrm>
              <a:off x="11063547" y="3654267"/>
              <a:ext cx="220680" cy="5112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8D080D0D-528E-9239-1EDA-597C81C68A16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11057427" y="3648147"/>
                <a:ext cx="232920" cy="52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7DAC94D2-A698-9FE6-C396-CB8CDA6D5F20}"/>
                  </a:ext>
                </a:extLst>
              </p14:cNvPr>
              <p14:cNvContentPartPr/>
              <p14:nvPr/>
            </p14:nvContentPartPr>
            <p14:xfrm>
              <a:off x="11424627" y="3313707"/>
              <a:ext cx="333360" cy="50400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7DAC94D2-A698-9FE6-C396-CB8CDA6D5F20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1418507" y="3307587"/>
                <a:ext cx="345600" cy="51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FF2304C5-77B0-1D14-013D-79AECE9C3E26}"/>
                  </a:ext>
                </a:extLst>
              </p14:cNvPr>
              <p14:cNvContentPartPr/>
              <p14:nvPr/>
            </p14:nvContentPartPr>
            <p14:xfrm>
              <a:off x="11518587" y="3601707"/>
              <a:ext cx="96120" cy="2754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FF2304C5-77B0-1D14-013D-79AECE9C3E26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11512467" y="3595587"/>
                <a:ext cx="10836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244016A0-74CA-1224-E48B-DEA2AC85BAF9}"/>
                  </a:ext>
                </a:extLst>
              </p14:cNvPr>
              <p14:cNvContentPartPr/>
              <p14:nvPr/>
            </p14:nvContentPartPr>
            <p14:xfrm>
              <a:off x="11420667" y="3832107"/>
              <a:ext cx="344880" cy="4989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244016A0-74CA-1224-E48B-DEA2AC85BAF9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11414547" y="3825987"/>
                <a:ext cx="357120" cy="51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91B0F1C4-3787-3A4F-A811-335C755D141B}"/>
                  </a:ext>
                </a:extLst>
              </p14:cNvPr>
              <p14:cNvContentPartPr/>
              <p14:nvPr/>
            </p14:nvContentPartPr>
            <p14:xfrm>
              <a:off x="798507" y="174507"/>
              <a:ext cx="1468800" cy="132588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91B0F1C4-3787-3A4F-A811-335C755D141B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792387" y="168387"/>
                <a:ext cx="1481040" cy="13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FB44D667-01B5-74D9-6A54-50143FF163EA}"/>
                  </a:ext>
                </a:extLst>
              </p14:cNvPr>
              <p14:cNvContentPartPr/>
              <p14:nvPr/>
            </p14:nvContentPartPr>
            <p14:xfrm>
              <a:off x="776547" y="1389867"/>
              <a:ext cx="1797480" cy="161928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FB44D667-01B5-74D9-6A54-50143FF163EA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770427" y="1383747"/>
                <a:ext cx="1809720" cy="163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880DD426-1FEF-0CA4-D351-0AE69CBDA3A5}"/>
                  </a:ext>
                </a:extLst>
              </p14:cNvPr>
              <p14:cNvContentPartPr/>
              <p14:nvPr/>
            </p14:nvContentPartPr>
            <p14:xfrm>
              <a:off x="639747" y="1234347"/>
              <a:ext cx="1825200" cy="16128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880DD426-1FEF-0CA4-D351-0AE69CBDA3A5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633627" y="1228227"/>
                <a:ext cx="183744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37B0CBC8-15AE-B65F-8BDD-E3691CFB4966}"/>
                  </a:ext>
                </a:extLst>
              </p14:cNvPr>
              <p14:cNvContentPartPr/>
              <p14:nvPr/>
            </p14:nvContentPartPr>
            <p14:xfrm>
              <a:off x="443547" y="1386267"/>
              <a:ext cx="1038960" cy="366480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37B0CBC8-15AE-B65F-8BDD-E3691CFB4966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437427" y="1380147"/>
                <a:ext cx="1051200" cy="367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66D71E9D-4B0B-8A0C-3DA0-62DDCDAEF63A}"/>
              </a:ext>
            </a:extLst>
          </p:cNvPr>
          <p:cNvGrpSpPr/>
          <p:nvPr/>
        </p:nvGrpSpPr>
        <p:grpSpPr>
          <a:xfrm>
            <a:off x="1948707" y="4504227"/>
            <a:ext cx="1258560" cy="1198080"/>
            <a:chOff x="1948707" y="4504227"/>
            <a:chExt cx="1258560" cy="119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979BE12-7C43-7133-C5FD-5BBD1C2F2290}"/>
                    </a:ext>
                  </a:extLst>
                </p14:cNvPr>
                <p14:cNvContentPartPr/>
                <p14:nvPr/>
              </p14:nvContentPartPr>
              <p14:xfrm>
                <a:off x="1948707" y="4504227"/>
                <a:ext cx="570960" cy="9068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979BE12-7C43-7133-C5FD-5BBD1C2F229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942587" y="4498107"/>
                  <a:ext cx="583200" cy="9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559FD7D-4E40-D170-AABE-8A24C7A586F5}"/>
                    </a:ext>
                  </a:extLst>
                </p14:cNvPr>
                <p14:cNvContentPartPr/>
                <p14:nvPr/>
              </p14:nvContentPartPr>
              <p14:xfrm>
                <a:off x="2683107" y="5078067"/>
                <a:ext cx="20880" cy="6231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559FD7D-4E40-D170-AABE-8A24C7A586F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676987" y="5071947"/>
                  <a:ext cx="33120" cy="63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C6B26F2-3C57-B8A7-F6B5-70FADBFC6AC9}"/>
                    </a:ext>
                  </a:extLst>
                </p14:cNvPr>
                <p14:cNvContentPartPr/>
                <p14:nvPr/>
              </p14:nvContentPartPr>
              <p14:xfrm>
                <a:off x="2712987" y="5137107"/>
                <a:ext cx="494280" cy="5652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C6B26F2-3C57-B8A7-F6B5-70FADBFC6AC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706867" y="5130987"/>
                  <a:ext cx="50652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866E356-AB24-80E2-D69D-77FE010A495C}"/>
                    </a:ext>
                  </a:extLst>
                </p14:cNvPr>
                <p14:cNvContentPartPr/>
                <p14:nvPr/>
              </p14:nvContentPartPr>
              <p14:xfrm>
                <a:off x="3013947" y="4815987"/>
                <a:ext cx="121320" cy="1450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866E356-AB24-80E2-D69D-77FE010A495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007827" y="4809867"/>
                  <a:ext cx="133560" cy="15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A854D355-30BC-E265-B14C-B0C4C1ED2A58}"/>
                  </a:ext>
                </a:extLst>
              </p14:cNvPr>
              <p14:cNvContentPartPr/>
              <p14:nvPr/>
            </p14:nvContentPartPr>
            <p14:xfrm>
              <a:off x="3817107" y="4728867"/>
              <a:ext cx="433440" cy="1224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A854D355-30BC-E265-B14C-B0C4C1ED2A58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810987" y="4722747"/>
                <a:ext cx="44568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BA0433FB-166A-C878-7F7F-91A2CAA36198}"/>
                  </a:ext>
                </a:extLst>
              </p14:cNvPr>
              <p14:cNvContentPartPr/>
              <p14:nvPr/>
            </p14:nvContentPartPr>
            <p14:xfrm>
              <a:off x="3761307" y="4970067"/>
              <a:ext cx="393840" cy="8064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BA0433FB-166A-C878-7F7F-91A2CAA36198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3755187" y="4963947"/>
                <a:ext cx="406080" cy="9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Group 193">
            <a:extLst>
              <a:ext uri="{FF2B5EF4-FFF2-40B4-BE49-F238E27FC236}">
                <a16:creationId xmlns:a16="http://schemas.microsoft.com/office/drawing/2014/main" id="{3666F1B3-BAC2-BDA1-FE12-9DC5E4E12582}"/>
              </a:ext>
            </a:extLst>
          </p:cNvPr>
          <p:cNvGrpSpPr/>
          <p:nvPr/>
        </p:nvGrpSpPr>
        <p:grpSpPr>
          <a:xfrm>
            <a:off x="4617747" y="4356267"/>
            <a:ext cx="4448880" cy="1778040"/>
            <a:chOff x="4617747" y="4356267"/>
            <a:chExt cx="4448880" cy="177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AB3A2B9-DC00-6957-A601-B3B7EA152836}"/>
                    </a:ext>
                  </a:extLst>
                </p14:cNvPr>
                <p14:cNvContentPartPr/>
                <p14:nvPr/>
              </p14:nvContentPartPr>
              <p14:xfrm>
                <a:off x="4617747" y="4450947"/>
                <a:ext cx="477000" cy="7722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AB3A2B9-DC00-6957-A601-B3B7EA15283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611627" y="4444827"/>
                  <a:ext cx="489240" cy="78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AAC108D3-8EF9-8CAA-225F-08DF1EDD6E61}"/>
                    </a:ext>
                  </a:extLst>
                </p14:cNvPr>
                <p14:cNvContentPartPr/>
                <p14:nvPr/>
              </p14:nvContentPartPr>
              <p14:xfrm>
                <a:off x="5069547" y="4489107"/>
                <a:ext cx="2039040" cy="13276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AAC108D3-8EF9-8CAA-225F-08DF1EDD6E6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063427" y="4482987"/>
                  <a:ext cx="2051280" cy="13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A93012E-B565-6B58-68F9-0788A5A0A77C}"/>
                    </a:ext>
                  </a:extLst>
                </p14:cNvPr>
                <p14:cNvContentPartPr/>
                <p14:nvPr/>
              </p14:nvContentPartPr>
              <p14:xfrm>
                <a:off x="6920307" y="4769187"/>
                <a:ext cx="433800" cy="3805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A93012E-B565-6B58-68F9-0788A5A0A77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914187" y="4763067"/>
                  <a:ext cx="44604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1C51F1B-0B89-5081-124A-DFE7E8556CE2}"/>
                    </a:ext>
                  </a:extLst>
                </p14:cNvPr>
                <p14:cNvContentPartPr/>
                <p14:nvPr/>
              </p14:nvContentPartPr>
              <p14:xfrm>
                <a:off x="6849027" y="4683507"/>
                <a:ext cx="464040" cy="6098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1C51F1B-0B89-5081-124A-DFE7E8556CE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842907" y="4677387"/>
                  <a:ext cx="47628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8E40607-9E58-C781-863B-F9D0E6C687EF}"/>
                    </a:ext>
                  </a:extLst>
                </p14:cNvPr>
                <p14:cNvContentPartPr/>
                <p14:nvPr/>
              </p14:nvContentPartPr>
              <p14:xfrm>
                <a:off x="7445907" y="4450587"/>
                <a:ext cx="375120" cy="11898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8E40607-9E58-C781-863B-F9D0E6C687E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439787" y="4444467"/>
                  <a:ext cx="387360" cy="12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1E8ADA2-FD90-338F-7FAF-9466CE9295A8}"/>
                    </a:ext>
                  </a:extLst>
                </p14:cNvPr>
                <p14:cNvContentPartPr/>
                <p14:nvPr/>
              </p14:nvContentPartPr>
              <p14:xfrm>
                <a:off x="8066187" y="4781067"/>
                <a:ext cx="393480" cy="5803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1E8ADA2-FD90-338F-7FAF-9466CE9295A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060067" y="4774947"/>
                  <a:ext cx="405720" cy="59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CE67C9F-2DCA-C2A3-DC80-91CF8935452F}"/>
                    </a:ext>
                  </a:extLst>
                </p14:cNvPr>
                <p14:cNvContentPartPr/>
                <p14:nvPr/>
              </p14:nvContentPartPr>
              <p14:xfrm>
                <a:off x="8524827" y="5154027"/>
                <a:ext cx="227160" cy="5875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CE67C9F-2DCA-C2A3-DC80-91CF8935452F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518707" y="5147907"/>
                  <a:ext cx="239400" cy="59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59750FBD-FAAD-450F-45F4-33217FC49EB5}"/>
                    </a:ext>
                  </a:extLst>
                </p14:cNvPr>
                <p14:cNvContentPartPr/>
                <p14:nvPr/>
              </p14:nvContentPartPr>
              <p14:xfrm>
                <a:off x="8731827" y="5224587"/>
                <a:ext cx="334800" cy="5900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59750FBD-FAAD-450F-45F4-33217FC49EB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725707" y="5218467"/>
                  <a:ext cx="347040" cy="60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C9750C7-4515-B015-35A6-923E374FF084}"/>
                    </a:ext>
                  </a:extLst>
                </p14:cNvPr>
                <p14:cNvContentPartPr/>
                <p14:nvPr/>
              </p14:nvContentPartPr>
              <p14:xfrm>
                <a:off x="8676747" y="4356267"/>
                <a:ext cx="369000" cy="17780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C9750C7-4515-B015-35A6-923E374FF08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670627" y="4350147"/>
                  <a:ext cx="381240" cy="1790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21222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0DEA6F1A-056F-959D-1B7E-120FF30FF415}"/>
              </a:ext>
            </a:extLst>
          </p:cNvPr>
          <p:cNvGrpSpPr/>
          <p:nvPr/>
        </p:nvGrpSpPr>
        <p:grpSpPr>
          <a:xfrm>
            <a:off x="1409427" y="459093"/>
            <a:ext cx="1083600" cy="1260000"/>
            <a:chOff x="1409427" y="459093"/>
            <a:chExt cx="1083600" cy="126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C402FE3-389D-A951-9A32-DEC5F712F22B}"/>
                    </a:ext>
                  </a:extLst>
                </p14:cNvPr>
                <p14:cNvContentPartPr/>
                <p14:nvPr/>
              </p14:nvContentPartPr>
              <p14:xfrm>
                <a:off x="1409427" y="459093"/>
                <a:ext cx="759960" cy="10587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C402FE3-389D-A951-9A32-DEC5F712F22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03307" y="452973"/>
                  <a:ext cx="772200" cy="10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6401957-AF37-291E-A384-9FF05EEBA7D3}"/>
                    </a:ext>
                  </a:extLst>
                </p14:cNvPr>
                <p14:cNvContentPartPr/>
                <p14:nvPr/>
              </p14:nvContentPartPr>
              <p14:xfrm>
                <a:off x="2175507" y="1198173"/>
                <a:ext cx="14760" cy="520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6401957-AF37-291E-A384-9FF05EEBA7D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69387" y="1192053"/>
                  <a:ext cx="2700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DC499C0-54EA-A9F1-CDB1-AB2754097A6F}"/>
                    </a:ext>
                  </a:extLst>
                </p14:cNvPr>
                <p14:cNvContentPartPr/>
                <p14:nvPr/>
              </p14:nvContentPartPr>
              <p14:xfrm>
                <a:off x="2464587" y="1236693"/>
                <a:ext cx="28440" cy="464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DC499C0-54EA-A9F1-CDB1-AB2754097A6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58467" y="1230573"/>
                  <a:ext cx="40680" cy="47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9C64A9-16DF-F544-44A6-408ABF7CB98D}"/>
              </a:ext>
            </a:extLst>
          </p:cNvPr>
          <p:cNvGrpSpPr/>
          <p:nvPr/>
        </p:nvGrpSpPr>
        <p:grpSpPr>
          <a:xfrm>
            <a:off x="1314027" y="2309853"/>
            <a:ext cx="1362960" cy="1412280"/>
            <a:chOff x="1314027" y="2309853"/>
            <a:chExt cx="1362960" cy="141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6CC9C00-683A-4412-E3D2-E62231F652C7}"/>
                    </a:ext>
                  </a:extLst>
                </p14:cNvPr>
                <p14:cNvContentPartPr/>
                <p14:nvPr/>
              </p14:nvContentPartPr>
              <p14:xfrm>
                <a:off x="1314027" y="2309853"/>
                <a:ext cx="793080" cy="1126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6CC9C00-683A-4412-E3D2-E62231F652C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07907" y="2303733"/>
                  <a:ext cx="805320" cy="11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2A0D9F8-3045-498D-1108-F88066619B0A}"/>
                    </a:ext>
                  </a:extLst>
                </p14:cNvPr>
                <p14:cNvContentPartPr/>
                <p14:nvPr/>
              </p14:nvContentPartPr>
              <p14:xfrm>
                <a:off x="2022867" y="2912133"/>
                <a:ext cx="60120" cy="810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2A0D9F8-3045-498D-1108-F88066619B0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16747" y="2906013"/>
                  <a:ext cx="72360" cy="82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A21D562-8CBE-7634-FCDE-FFCA867657BD}"/>
                    </a:ext>
                  </a:extLst>
                </p14:cNvPr>
                <p14:cNvContentPartPr/>
                <p14:nvPr/>
              </p14:nvContentPartPr>
              <p14:xfrm>
                <a:off x="2324547" y="3043533"/>
                <a:ext cx="352440" cy="468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A21D562-8CBE-7634-FCDE-FFCA867657B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18427" y="3037413"/>
                  <a:ext cx="364680" cy="48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6D8391-CC04-6976-0DA5-56EF881DC4F1}"/>
              </a:ext>
            </a:extLst>
          </p:cNvPr>
          <p:cNvGrpSpPr/>
          <p:nvPr/>
        </p:nvGrpSpPr>
        <p:grpSpPr>
          <a:xfrm>
            <a:off x="1301067" y="4175733"/>
            <a:ext cx="1102320" cy="1895760"/>
            <a:chOff x="1301067" y="4175733"/>
            <a:chExt cx="1102320" cy="189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57626AA-7B6A-4546-FACC-E6219B182E2A}"/>
                    </a:ext>
                  </a:extLst>
                </p14:cNvPr>
                <p14:cNvContentPartPr/>
                <p14:nvPr/>
              </p14:nvContentPartPr>
              <p14:xfrm>
                <a:off x="1301067" y="4175733"/>
                <a:ext cx="715320" cy="1166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57626AA-7B6A-4546-FACC-E6219B182E2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94947" y="4169613"/>
                  <a:ext cx="727560" cy="11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EA41AEC-6817-A33D-9B2B-F1E078EBF969}"/>
                    </a:ext>
                  </a:extLst>
                </p14:cNvPr>
                <p14:cNvContentPartPr/>
                <p14:nvPr/>
              </p14:nvContentPartPr>
              <p14:xfrm>
                <a:off x="1861947" y="5024253"/>
                <a:ext cx="15120" cy="608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EA41AEC-6817-A33D-9B2B-F1E078EBF96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55827" y="5018133"/>
                  <a:ext cx="2736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9FCD8EA-5244-DD61-FD5B-10499F7344C5}"/>
                    </a:ext>
                  </a:extLst>
                </p14:cNvPr>
                <p14:cNvContentPartPr/>
                <p14:nvPr/>
              </p14:nvContentPartPr>
              <p14:xfrm>
                <a:off x="2020347" y="5241693"/>
                <a:ext cx="383040" cy="829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9FCD8EA-5244-DD61-FD5B-10499F7344C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14227" y="5235573"/>
                  <a:ext cx="395280" cy="84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4669314-E24C-E9C2-E499-45499FC3E2E5}"/>
                  </a:ext>
                </a:extLst>
              </p14:cNvPr>
              <p14:cNvContentPartPr/>
              <p14:nvPr/>
            </p14:nvContentPartPr>
            <p14:xfrm>
              <a:off x="5231547" y="2498493"/>
              <a:ext cx="720" cy="2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4669314-E24C-E9C2-E499-45499FC3E2E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25427" y="2492373"/>
                <a:ext cx="1296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04B1F84-D53D-56B7-4492-07BF91790274}"/>
                  </a:ext>
                </a:extLst>
              </p14:cNvPr>
              <p14:cNvContentPartPr/>
              <p14:nvPr/>
            </p14:nvContentPartPr>
            <p14:xfrm>
              <a:off x="6177987" y="-9987"/>
              <a:ext cx="312120" cy="6530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04B1F84-D53D-56B7-4492-07BF9179027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171867" y="-16107"/>
                <a:ext cx="324360" cy="6543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1FCB55F2-EA4E-A8CE-5ADF-428E7AB0E0AD}"/>
              </a:ext>
            </a:extLst>
          </p:cNvPr>
          <p:cNvGrpSpPr/>
          <p:nvPr/>
        </p:nvGrpSpPr>
        <p:grpSpPr>
          <a:xfrm>
            <a:off x="4196547" y="2552840"/>
            <a:ext cx="785520" cy="704520"/>
            <a:chOff x="4196547" y="2552840"/>
            <a:chExt cx="785520" cy="70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8FC3056-5B82-338E-7706-033DDB84380B}"/>
                    </a:ext>
                  </a:extLst>
                </p14:cNvPr>
                <p14:cNvContentPartPr/>
                <p14:nvPr/>
              </p14:nvContentPartPr>
              <p14:xfrm>
                <a:off x="4196547" y="2552840"/>
                <a:ext cx="36720" cy="385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8FC3056-5B82-338E-7706-033DDB84380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90427" y="2546720"/>
                  <a:ext cx="4896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17E59A5-7820-8173-72E4-664017CFF48C}"/>
                    </a:ext>
                  </a:extLst>
                </p14:cNvPr>
                <p14:cNvContentPartPr/>
                <p14:nvPr/>
              </p14:nvContentPartPr>
              <p14:xfrm>
                <a:off x="4223547" y="2587400"/>
                <a:ext cx="264600" cy="336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17E59A5-7820-8173-72E4-664017CFF48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217427" y="2581280"/>
                  <a:ext cx="2768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0F579FC-A138-135A-1B87-80C8057685D9}"/>
                    </a:ext>
                  </a:extLst>
                </p14:cNvPr>
                <p14:cNvContentPartPr/>
                <p14:nvPr/>
              </p14:nvContentPartPr>
              <p14:xfrm>
                <a:off x="4355667" y="2881880"/>
                <a:ext cx="87840" cy="208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0F579FC-A138-135A-1B87-80C8057685D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49547" y="2875760"/>
                  <a:ext cx="1000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ED2DF9C-066F-4698-0C7D-39DE7D19FAED}"/>
                    </a:ext>
                  </a:extLst>
                </p14:cNvPr>
                <p14:cNvContentPartPr/>
                <p14:nvPr/>
              </p14:nvContentPartPr>
              <p14:xfrm>
                <a:off x="4547187" y="2960000"/>
                <a:ext cx="434880" cy="297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ED2DF9C-066F-4698-0C7D-39DE7D19FAE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41067" y="2953880"/>
                  <a:ext cx="447120" cy="30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2733F45-46A7-F905-6591-5024B49CC0F7}"/>
              </a:ext>
            </a:extLst>
          </p:cNvPr>
          <p:cNvGrpSpPr/>
          <p:nvPr/>
        </p:nvGrpSpPr>
        <p:grpSpPr>
          <a:xfrm>
            <a:off x="3448467" y="4408280"/>
            <a:ext cx="1618560" cy="1352160"/>
            <a:chOff x="3448467" y="4408280"/>
            <a:chExt cx="1618560" cy="135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E5C89AC-43EA-457C-6080-5390B6B9B80C}"/>
                    </a:ext>
                  </a:extLst>
                </p14:cNvPr>
                <p14:cNvContentPartPr/>
                <p14:nvPr/>
              </p14:nvContentPartPr>
              <p14:xfrm>
                <a:off x="3448467" y="4492880"/>
                <a:ext cx="402840" cy="750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E5C89AC-43EA-457C-6080-5390B6B9B80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42347" y="4486400"/>
                  <a:ext cx="415080" cy="76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6BF9C0A-F1B9-D448-981F-476A29F6059A}"/>
                    </a:ext>
                  </a:extLst>
                </p14:cNvPr>
                <p14:cNvContentPartPr/>
                <p14:nvPr/>
              </p14:nvContentPartPr>
              <p14:xfrm>
                <a:off x="4001427" y="4893200"/>
                <a:ext cx="78120" cy="484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6BF9C0A-F1B9-D448-981F-476A29F6059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95307" y="4887080"/>
                  <a:ext cx="9036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7BD0C19-43D6-4209-7775-1ED2864F9AC6}"/>
                    </a:ext>
                  </a:extLst>
                </p14:cNvPr>
                <p14:cNvContentPartPr/>
                <p14:nvPr/>
              </p14:nvContentPartPr>
              <p14:xfrm>
                <a:off x="4410027" y="4408280"/>
                <a:ext cx="82080" cy="619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7BD0C19-43D6-4209-7775-1ED2864F9AC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403907" y="4402160"/>
                  <a:ext cx="94320" cy="6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7C65059-8B39-339B-2473-84E8E20E3D6D}"/>
                    </a:ext>
                  </a:extLst>
                </p14:cNvPr>
                <p14:cNvContentPartPr/>
                <p14:nvPr/>
              </p14:nvContentPartPr>
              <p14:xfrm>
                <a:off x="4410747" y="4588640"/>
                <a:ext cx="329400" cy="374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7C65059-8B39-339B-2473-84E8E20E3D6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04627" y="4582520"/>
                  <a:ext cx="34164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1EC6F47-5E82-6A74-D046-FC2481AA55F0}"/>
                    </a:ext>
                  </a:extLst>
                </p14:cNvPr>
                <p14:cNvContentPartPr/>
                <p14:nvPr/>
              </p14:nvContentPartPr>
              <p14:xfrm>
                <a:off x="4514427" y="4840280"/>
                <a:ext cx="75600" cy="336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1EC6F47-5E82-6A74-D046-FC2481AA55F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08307" y="4834160"/>
                  <a:ext cx="878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165CDEC-C452-CAF4-2621-58466F13EF7E}"/>
                    </a:ext>
                  </a:extLst>
                </p14:cNvPr>
                <p14:cNvContentPartPr/>
                <p14:nvPr/>
              </p14:nvContentPartPr>
              <p14:xfrm>
                <a:off x="4627467" y="5076800"/>
                <a:ext cx="439560" cy="683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165CDEC-C452-CAF4-2621-58466F13EF7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21347" y="5070680"/>
                  <a:ext cx="451800" cy="69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43251FC-12F1-7E61-DA7C-356D24BA421D}"/>
              </a:ext>
            </a:extLst>
          </p:cNvPr>
          <p:cNvGrpSpPr/>
          <p:nvPr/>
        </p:nvGrpSpPr>
        <p:grpSpPr>
          <a:xfrm>
            <a:off x="2640627" y="2591000"/>
            <a:ext cx="1193400" cy="933840"/>
            <a:chOff x="2640627" y="2591000"/>
            <a:chExt cx="1193400" cy="93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635810F-F2A7-5ABA-42F5-D46C96A31C0E}"/>
                    </a:ext>
                  </a:extLst>
                </p14:cNvPr>
                <p14:cNvContentPartPr/>
                <p14:nvPr/>
              </p14:nvContentPartPr>
              <p14:xfrm>
                <a:off x="3382227" y="2591000"/>
                <a:ext cx="267120" cy="700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635810F-F2A7-5ABA-42F5-D46C96A31C0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76107" y="2584880"/>
                  <a:ext cx="279360" cy="71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D391F14-E5D1-DBB3-D3EF-09D7E6F33510}"/>
                    </a:ext>
                  </a:extLst>
                </p14:cNvPr>
                <p14:cNvContentPartPr/>
                <p14:nvPr/>
              </p14:nvContentPartPr>
              <p14:xfrm>
                <a:off x="3730707" y="3084200"/>
                <a:ext cx="103320" cy="440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D391F14-E5D1-DBB3-D3EF-09D7E6F3351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24587" y="3078080"/>
                  <a:ext cx="11556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E098AFE-01DF-8E5D-1CF7-B1578AB6F427}"/>
                    </a:ext>
                  </a:extLst>
                </p14:cNvPr>
                <p14:cNvContentPartPr/>
                <p14:nvPr/>
              </p14:nvContentPartPr>
              <p14:xfrm>
                <a:off x="2640627" y="2861720"/>
                <a:ext cx="554400" cy="210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E098AFE-01DF-8E5D-1CF7-B1578AB6F42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34507" y="2855600"/>
                  <a:ext cx="566640" cy="22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83E5687-EA14-ED46-F717-5E5DD7C5BA15}"/>
                  </a:ext>
                </a:extLst>
              </p14:cNvPr>
              <p14:cNvContentPartPr/>
              <p14:nvPr/>
            </p14:nvContentPartPr>
            <p14:xfrm>
              <a:off x="2504187" y="4754240"/>
              <a:ext cx="469080" cy="3488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83E5687-EA14-ED46-F717-5E5DD7C5BA1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498067" y="4748120"/>
                <a:ext cx="481320" cy="36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534592E2-4A5D-B04C-CC58-03D6A21886CC}"/>
              </a:ext>
            </a:extLst>
          </p:cNvPr>
          <p:cNvGrpSpPr/>
          <p:nvPr/>
        </p:nvGrpSpPr>
        <p:grpSpPr>
          <a:xfrm>
            <a:off x="6336747" y="81080"/>
            <a:ext cx="3317400" cy="6292440"/>
            <a:chOff x="6336747" y="81080"/>
            <a:chExt cx="3317400" cy="629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E707157-D8DE-4906-D65D-2D51252B4ED0}"/>
                    </a:ext>
                  </a:extLst>
                </p14:cNvPr>
                <p14:cNvContentPartPr/>
                <p14:nvPr/>
              </p14:nvContentPartPr>
              <p14:xfrm>
                <a:off x="6392547" y="353240"/>
                <a:ext cx="516600" cy="918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E707157-D8DE-4906-D65D-2D51252B4ED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86427" y="347120"/>
                  <a:ext cx="528840" cy="9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89181D0-5762-AB67-ECF4-F6E4024C3255}"/>
                    </a:ext>
                  </a:extLst>
                </p14:cNvPr>
                <p14:cNvContentPartPr/>
                <p14:nvPr/>
              </p14:nvContentPartPr>
              <p14:xfrm>
                <a:off x="6879987" y="1087280"/>
                <a:ext cx="162720" cy="383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89181D0-5762-AB67-ECF4-F6E4024C325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873867" y="1081160"/>
                  <a:ext cx="17496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33B4CB1-5D0A-0D08-F204-39BAF05DE735}"/>
                    </a:ext>
                  </a:extLst>
                </p14:cNvPr>
                <p14:cNvContentPartPr/>
                <p14:nvPr/>
              </p14:nvContentPartPr>
              <p14:xfrm>
                <a:off x="7213707" y="1093400"/>
                <a:ext cx="82440" cy="318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33B4CB1-5D0A-0D08-F204-39BAF05DE73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207587" y="1087280"/>
                  <a:ext cx="9468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31F88D3-C24B-1264-3221-DCDFE4BCE747}"/>
                    </a:ext>
                  </a:extLst>
                </p14:cNvPr>
                <p14:cNvContentPartPr/>
                <p14:nvPr/>
              </p14:nvContentPartPr>
              <p14:xfrm>
                <a:off x="6336747" y="2298680"/>
                <a:ext cx="453960" cy="783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31F88D3-C24B-1264-3221-DCDFE4BCE74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30627" y="2292560"/>
                  <a:ext cx="466200" cy="79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FD6488B-5D5F-364C-3FE5-BD079F19D73A}"/>
                    </a:ext>
                  </a:extLst>
                </p14:cNvPr>
                <p14:cNvContentPartPr/>
                <p14:nvPr/>
              </p14:nvContentPartPr>
              <p14:xfrm>
                <a:off x="6741747" y="2817080"/>
                <a:ext cx="257760" cy="391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FD6488B-5D5F-364C-3FE5-BD079F19D73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735627" y="2810960"/>
                  <a:ext cx="27000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CD05BFC-125D-B6F3-01F1-FA28AB7AE0CE}"/>
                    </a:ext>
                  </a:extLst>
                </p14:cNvPr>
                <p14:cNvContentPartPr/>
                <p14:nvPr/>
              </p14:nvContentPartPr>
              <p14:xfrm>
                <a:off x="7134867" y="2853080"/>
                <a:ext cx="336240" cy="367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CD05BFC-125D-B6F3-01F1-FA28AB7AE0C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28747" y="2846960"/>
                  <a:ext cx="34848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1422D57-AE43-014A-B8F5-ECD4A254AB1E}"/>
                    </a:ext>
                  </a:extLst>
                </p14:cNvPr>
                <p14:cNvContentPartPr/>
                <p14:nvPr/>
              </p14:nvContentPartPr>
              <p14:xfrm>
                <a:off x="6428187" y="4321160"/>
                <a:ext cx="627840" cy="986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1422D57-AE43-014A-B8F5-ECD4A254AB1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422067" y="4315040"/>
                  <a:ext cx="640080" cy="9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B4F861D-62EB-1C55-D96B-8A9633064A07}"/>
                    </a:ext>
                  </a:extLst>
                </p14:cNvPr>
                <p14:cNvContentPartPr/>
                <p14:nvPr/>
              </p14:nvContentPartPr>
              <p14:xfrm>
                <a:off x="6883227" y="5060600"/>
                <a:ext cx="343440" cy="500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B4F861D-62EB-1C55-D96B-8A9633064A0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77107" y="5054480"/>
                  <a:ext cx="35568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D99EC4F-6B99-BC93-3340-9BE5ECE9A29B}"/>
                    </a:ext>
                  </a:extLst>
                </p14:cNvPr>
                <p14:cNvContentPartPr/>
                <p14:nvPr/>
              </p14:nvContentPartPr>
              <p14:xfrm>
                <a:off x="7431147" y="5028560"/>
                <a:ext cx="194040" cy="520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D99EC4F-6B99-BC93-3340-9BE5ECE9A29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425027" y="5022440"/>
                  <a:ext cx="20628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88A9CDE-DA23-7876-3C3B-36B4B808E139}"/>
                    </a:ext>
                  </a:extLst>
                </p14:cNvPr>
                <p14:cNvContentPartPr/>
                <p14:nvPr/>
              </p14:nvContentPartPr>
              <p14:xfrm>
                <a:off x="7749027" y="859400"/>
                <a:ext cx="316080" cy="311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88A9CDE-DA23-7876-3C3B-36B4B808E13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742907" y="853280"/>
                  <a:ext cx="32832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9C26280-6CFD-77D6-D92B-677A15651E1E}"/>
                    </a:ext>
                  </a:extLst>
                </p14:cNvPr>
                <p14:cNvContentPartPr/>
                <p14:nvPr/>
              </p14:nvContentPartPr>
              <p14:xfrm>
                <a:off x="8313147" y="689480"/>
                <a:ext cx="237600" cy="716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9C26280-6CFD-77D6-D92B-677A15651E1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307027" y="683360"/>
                  <a:ext cx="249840" cy="72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10CA546-7214-7F4B-87F7-6DA5130F4F4C}"/>
                    </a:ext>
                  </a:extLst>
                </p14:cNvPr>
                <p14:cNvContentPartPr/>
                <p14:nvPr/>
              </p14:nvContentPartPr>
              <p14:xfrm>
                <a:off x="8541387" y="1342880"/>
                <a:ext cx="288360" cy="304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10CA546-7214-7F4B-87F7-6DA5130F4F4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535267" y="1336760"/>
                  <a:ext cx="3006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1B894C7-E580-C77E-D42B-4D4A4B240BAA}"/>
                    </a:ext>
                  </a:extLst>
                </p14:cNvPr>
                <p14:cNvContentPartPr/>
                <p14:nvPr/>
              </p14:nvContentPartPr>
              <p14:xfrm>
                <a:off x="8814267" y="785600"/>
                <a:ext cx="362160" cy="515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1B894C7-E580-C77E-D42B-4D4A4B240BA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808147" y="779480"/>
                  <a:ext cx="37440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D38C719-4E97-E9FA-5A50-E1A86435F7B8}"/>
                    </a:ext>
                  </a:extLst>
                </p14:cNvPr>
                <p14:cNvContentPartPr/>
                <p14:nvPr/>
              </p14:nvContentPartPr>
              <p14:xfrm>
                <a:off x="8934507" y="1052720"/>
                <a:ext cx="132480" cy="2340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D38C719-4E97-E9FA-5A50-E1A86435F7B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928387" y="1046600"/>
                  <a:ext cx="1447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DF3B59B-C960-3AC1-7F5B-5EBF9888C88B}"/>
                    </a:ext>
                  </a:extLst>
                </p14:cNvPr>
                <p14:cNvContentPartPr/>
                <p14:nvPr/>
              </p14:nvContentPartPr>
              <p14:xfrm>
                <a:off x="9259947" y="1189880"/>
                <a:ext cx="53280" cy="208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DF3B59B-C960-3AC1-7F5B-5EBF9888C88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253827" y="1183760"/>
                  <a:ext cx="655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8161518-E09D-1E96-C713-4BD438765097}"/>
                    </a:ext>
                  </a:extLst>
                </p14:cNvPr>
                <p14:cNvContentPartPr/>
                <p14:nvPr/>
              </p14:nvContentPartPr>
              <p14:xfrm>
                <a:off x="7506027" y="2736440"/>
                <a:ext cx="397440" cy="301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8161518-E09D-1E96-C713-4BD43876509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499907" y="2730320"/>
                  <a:ext cx="4096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DC595BF-02CB-78BD-8A89-CFCDF7DB7AD2}"/>
                    </a:ext>
                  </a:extLst>
                </p14:cNvPr>
                <p14:cNvContentPartPr/>
                <p14:nvPr/>
              </p14:nvContentPartPr>
              <p14:xfrm>
                <a:off x="8156547" y="2565800"/>
                <a:ext cx="302040" cy="6490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DC595BF-02CB-78BD-8A89-CFCDF7DB7AD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150427" y="2559680"/>
                  <a:ext cx="314280" cy="6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A2D9B66-3096-EFEA-EB4A-B250241134BF}"/>
                    </a:ext>
                  </a:extLst>
                </p14:cNvPr>
                <p14:cNvContentPartPr/>
                <p14:nvPr/>
              </p14:nvContentPartPr>
              <p14:xfrm>
                <a:off x="8478387" y="3082400"/>
                <a:ext cx="225720" cy="3092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A2D9B66-3096-EFEA-EB4A-B250241134B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72267" y="3076280"/>
                  <a:ext cx="2379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0A49977-9F94-208B-E587-027A39611187}"/>
                    </a:ext>
                  </a:extLst>
                </p14:cNvPr>
                <p14:cNvContentPartPr/>
                <p14:nvPr/>
              </p14:nvContentPartPr>
              <p14:xfrm>
                <a:off x="8748387" y="2638880"/>
                <a:ext cx="255960" cy="505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0A49977-9F94-208B-E587-027A3961118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742267" y="2632760"/>
                  <a:ext cx="26820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9E61E3A-7930-9415-FB10-9B6A285A907A}"/>
                    </a:ext>
                  </a:extLst>
                </p14:cNvPr>
                <p14:cNvContentPartPr/>
                <p14:nvPr/>
              </p14:nvContentPartPr>
              <p14:xfrm>
                <a:off x="8875827" y="3014360"/>
                <a:ext cx="107640" cy="154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9E61E3A-7930-9415-FB10-9B6A285A907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69707" y="3008240"/>
                  <a:ext cx="1198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AE7F61A-A06E-1A89-40E2-9D7FBED92CFA}"/>
                    </a:ext>
                  </a:extLst>
                </p14:cNvPr>
                <p14:cNvContentPartPr/>
                <p14:nvPr/>
              </p14:nvContentPartPr>
              <p14:xfrm>
                <a:off x="9030627" y="3093200"/>
                <a:ext cx="284760" cy="387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AE7F61A-A06E-1A89-40E2-9D7FBED92CF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024507" y="3087080"/>
                  <a:ext cx="29700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80EDB1F-B4AA-45A5-D682-735E6B2D73E7}"/>
                    </a:ext>
                  </a:extLst>
                </p14:cNvPr>
                <p14:cNvContentPartPr/>
                <p14:nvPr/>
              </p14:nvContentPartPr>
              <p14:xfrm>
                <a:off x="7544907" y="4476320"/>
                <a:ext cx="502200" cy="385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80EDB1F-B4AA-45A5-D682-735E6B2D73E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538787" y="4470200"/>
                  <a:ext cx="51444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69D3AEC-352A-0597-AAE6-055461FF7124}"/>
                    </a:ext>
                  </a:extLst>
                </p14:cNvPr>
                <p14:cNvContentPartPr/>
                <p14:nvPr/>
              </p14:nvContentPartPr>
              <p14:xfrm>
                <a:off x="8191107" y="4379120"/>
                <a:ext cx="193680" cy="550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69D3AEC-352A-0597-AAE6-055461FF712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184987" y="4373000"/>
                  <a:ext cx="205920" cy="5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F7767A9-5858-402A-7D23-B52985EBE2AF}"/>
                    </a:ext>
                  </a:extLst>
                </p14:cNvPr>
                <p14:cNvContentPartPr/>
                <p14:nvPr/>
              </p14:nvContentPartPr>
              <p14:xfrm>
                <a:off x="8436267" y="4781960"/>
                <a:ext cx="177840" cy="268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F7767A9-5858-402A-7D23-B52985EBE2A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30147" y="4775840"/>
                  <a:ext cx="19008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0E18700-AAB4-364D-15DB-FA4A61539F60}"/>
                    </a:ext>
                  </a:extLst>
                </p14:cNvPr>
                <p14:cNvContentPartPr/>
                <p14:nvPr/>
              </p14:nvContentPartPr>
              <p14:xfrm>
                <a:off x="8715267" y="4509080"/>
                <a:ext cx="255240" cy="413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0E18700-AAB4-364D-15DB-FA4A61539F6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709147" y="4502960"/>
                  <a:ext cx="26748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4502BA3-6D00-86E3-F29D-AA150A9E420C}"/>
                    </a:ext>
                  </a:extLst>
                </p14:cNvPr>
                <p14:cNvContentPartPr/>
                <p14:nvPr/>
              </p14:nvContentPartPr>
              <p14:xfrm>
                <a:off x="8994267" y="4790240"/>
                <a:ext cx="217080" cy="411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4502BA3-6D00-86E3-F29D-AA150A9E420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988147" y="4784120"/>
                  <a:ext cx="22932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36777F3-BB35-FCEE-A55F-4C0A4B388923}"/>
                    </a:ext>
                  </a:extLst>
                </p14:cNvPr>
                <p14:cNvContentPartPr/>
                <p14:nvPr/>
              </p14:nvContentPartPr>
              <p14:xfrm>
                <a:off x="8766027" y="4775840"/>
                <a:ext cx="230400" cy="171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36777F3-BB35-FCEE-A55F-4C0A4B38892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759907" y="4769720"/>
                  <a:ext cx="2426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3219333-1646-2991-F7D4-5C057DD21CA9}"/>
                    </a:ext>
                  </a:extLst>
                </p14:cNvPr>
                <p14:cNvContentPartPr/>
                <p14:nvPr/>
              </p14:nvContentPartPr>
              <p14:xfrm>
                <a:off x="9552627" y="81080"/>
                <a:ext cx="101520" cy="6292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3219333-1646-2991-F7D4-5C057DD21CA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546507" y="74960"/>
                  <a:ext cx="113760" cy="630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824FF99-D18E-05A2-A2BF-FBF398ABD577}"/>
              </a:ext>
            </a:extLst>
          </p:cNvPr>
          <p:cNvGrpSpPr/>
          <p:nvPr/>
        </p:nvGrpSpPr>
        <p:grpSpPr>
          <a:xfrm>
            <a:off x="9479547" y="683720"/>
            <a:ext cx="1005120" cy="986760"/>
            <a:chOff x="9479547" y="683720"/>
            <a:chExt cx="1005120" cy="98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2BC48D8-A4F2-8717-58D9-FD63D53EB99D}"/>
                    </a:ext>
                  </a:extLst>
                </p14:cNvPr>
                <p14:cNvContentPartPr/>
                <p14:nvPr/>
              </p14:nvContentPartPr>
              <p14:xfrm>
                <a:off x="9479547" y="683720"/>
                <a:ext cx="507960" cy="700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2BC48D8-A4F2-8717-58D9-FD63D53EB99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473427" y="677600"/>
                  <a:ext cx="520200" cy="71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EC8AB29-06A0-6B58-B27C-EF531A0ECB00}"/>
                    </a:ext>
                  </a:extLst>
                </p14:cNvPr>
                <p14:cNvContentPartPr/>
                <p14:nvPr/>
              </p14:nvContentPartPr>
              <p14:xfrm>
                <a:off x="9883107" y="1238840"/>
                <a:ext cx="230400" cy="4158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EC8AB29-06A0-6B58-B27C-EF531A0ECB0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876987" y="1232720"/>
                  <a:ext cx="24264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636E973-0FB8-AFCA-685F-5CFE219B47F0}"/>
                    </a:ext>
                  </a:extLst>
                </p14:cNvPr>
                <p14:cNvContentPartPr/>
                <p14:nvPr/>
              </p14:nvContentPartPr>
              <p14:xfrm>
                <a:off x="10363707" y="1238840"/>
                <a:ext cx="120960" cy="431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636E973-0FB8-AFCA-685F-5CFE219B47F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357587" y="1232720"/>
                  <a:ext cx="133200" cy="44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B9C9C68-D250-AA55-D65F-3450E540A085}"/>
              </a:ext>
            </a:extLst>
          </p:cNvPr>
          <p:cNvGrpSpPr/>
          <p:nvPr/>
        </p:nvGrpSpPr>
        <p:grpSpPr>
          <a:xfrm>
            <a:off x="9720027" y="2408120"/>
            <a:ext cx="973440" cy="1029960"/>
            <a:chOff x="9720027" y="2408120"/>
            <a:chExt cx="973440" cy="102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B5033ED-0221-5DAB-FFFC-345B696EF503}"/>
                    </a:ext>
                  </a:extLst>
                </p14:cNvPr>
                <p14:cNvContentPartPr/>
                <p14:nvPr/>
              </p14:nvContentPartPr>
              <p14:xfrm>
                <a:off x="9720027" y="2408120"/>
                <a:ext cx="317160" cy="785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B5033ED-0221-5DAB-FFFC-345B696EF50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713907" y="2402000"/>
                  <a:ext cx="329400" cy="79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519B9C3-F87F-0ECF-6036-EE51FD2AD7F6}"/>
                    </a:ext>
                  </a:extLst>
                </p14:cNvPr>
                <p14:cNvContentPartPr/>
                <p14:nvPr/>
              </p14:nvContentPartPr>
              <p14:xfrm>
                <a:off x="10160667" y="2929760"/>
                <a:ext cx="211680" cy="5083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519B9C3-F87F-0ECF-6036-EE51FD2AD7F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154547" y="2923640"/>
                  <a:ext cx="22392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1E8724B-3038-745F-DF37-EFCCF8BF32D8}"/>
                    </a:ext>
                  </a:extLst>
                </p14:cNvPr>
                <p14:cNvContentPartPr/>
                <p14:nvPr/>
              </p14:nvContentPartPr>
              <p14:xfrm>
                <a:off x="10379187" y="3032360"/>
                <a:ext cx="314280" cy="325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1E8724B-3038-745F-DF37-EFCCF8BF32D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373067" y="3026240"/>
                  <a:ext cx="326520" cy="33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CBD3A54-0322-A7B0-AD3C-BF9B1F024550}"/>
              </a:ext>
            </a:extLst>
          </p:cNvPr>
          <p:cNvGrpSpPr/>
          <p:nvPr/>
        </p:nvGrpSpPr>
        <p:grpSpPr>
          <a:xfrm>
            <a:off x="9884187" y="4105520"/>
            <a:ext cx="664920" cy="1301040"/>
            <a:chOff x="9884187" y="4105520"/>
            <a:chExt cx="664920" cy="130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0CABA4A-D82A-96ED-18B6-A3C0F3965209}"/>
                    </a:ext>
                  </a:extLst>
                </p14:cNvPr>
                <p14:cNvContentPartPr/>
                <p14:nvPr/>
              </p14:nvContentPartPr>
              <p14:xfrm>
                <a:off x="9884187" y="4105520"/>
                <a:ext cx="361440" cy="7430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0CABA4A-D82A-96ED-18B6-A3C0F39652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878067" y="4099400"/>
                  <a:ext cx="373680" cy="75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FCAB8BA-FE8F-AD8E-7FD5-E0F6F21B6118}"/>
                    </a:ext>
                  </a:extLst>
                </p14:cNvPr>
                <p14:cNvContentPartPr/>
                <p14:nvPr/>
              </p14:nvContentPartPr>
              <p14:xfrm>
                <a:off x="10153467" y="4591160"/>
                <a:ext cx="226440" cy="583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FCAB8BA-FE8F-AD8E-7FD5-E0F6F21B611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147347" y="4585040"/>
                  <a:ext cx="238680" cy="5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AB2429D-69E3-0B04-D32C-097AAA57CC09}"/>
                    </a:ext>
                  </a:extLst>
                </p14:cNvPr>
                <p14:cNvContentPartPr/>
                <p14:nvPr/>
              </p14:nvContentPartPr>
              <p14:xfrm>
                <a:off x="10365867" y="4778720"/>
                <a:ext cx="183240" cy="6278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AB2429D-69E3-0B04-D32C-097AAA57CC0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359747" y="4772600"/>
                  <a:ext cx="195480" cy="64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A335DD9-7833-B84E-190F-9E46A3F980B2}"/>
                  </a:ext>
                </a:extLst>
              </p14:cNvPr>
              <p14:cNvContentPartPr/>
              <p14:nvPr/>
            </p14:nvContentPartPr>
            <p14:xfrm>
              <a:off x="10649907" y="945080"/>
              <a:ext cx="281880" cy="22464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A335DD9-7833-B84E-190F-9E46A3F980B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0643787" y="938960"/>
                <a:ext cx="294120" cy="23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8B7A3311-7FBE-4808-6B24-F2500E66F393}"/>
              </a:ext>
            </a:extLst>
          </p:cNvPr>
          <p:cNvGrpSpPr/>
          <p:nvPr/>
        </p:nvGrpSpPr>
        <p:grpSpPr>
          <a:xfrm>
            <a:off x="11056707" y="648080"/>
            <a:ext cx="812880" cy="801000"/>
            <a:chOff x="11056707" y="648080"/>
            <a:chExt cx="812880" cy="80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E22BBDC-95A2-3974-354B-4C17097B6275}"/>
                    </a:ext>
                  </a:extLst>
                </p14:cNvPr>
                <p14:cNvContentPartPr/>
                <p14:nvPr/>
              </p14:nvContentPartPr>
              <p14:xfrm>
                <a:off x="11056707" y="648080"/>
                <a:ext cx="243360" cy="4658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E22BBDC-95A2-3974-354B-4C17097B627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050587" y="641960"/>
                  <a:ext cx="25560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EBD8395-97B9-9321-350C-910F524E142C}"/>
                    </a:ext>
                  </a:extLst>
                </p14:cNvPr>
                <p14:cNvContentPartPr/>
                <p14:nvPr/>
              </p14:nvContentPartPr>
              <p14:xfrm>
                <a:off x="11176947" y="1113920"/>
                <a:ext cx="130320" cy="3351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EBD8395-97B9-9321-350C-910F524E142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170827" y="1107800"/>
                  <a:ext cx="1425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154CAF7-27A0-AA62-5C3E-73B46AEE3C9C}"/>
                    </a:ext>
                  </a:extLst>
                </p14:cNvPr>
                <p14:cNvContentPartPr/>
                <p14:nvPr/>
              </p14:nvContentPartPr>
              <p14:xfrm>
                <a:off x="11403027" y="728360"/>
                <a:ext cx="324360" cy="514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154CAF7-27A0-AA62-5C3E-73B46AEE3C9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396907" y="722240"/>
                  <a:ext cx="33660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161FF56-F6A9-202B-F02D-E35CCF5161D4}"/>
                    </a:ext>
                  </a:extLst>
                </p14:cNvPr>
                <p14:cNvContentPartPr/>
                <p14:nvPr/>
              </p14:nvContentPartPr>
              <p14:xfrm>
                <a:off x="11835027" y="1097000"/>
                <a:ext cx="34560" cy="283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161FF56-F6A9-202B-F02D-E35CCF5161D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828907" y="1090880"/>
                  <a:ext cx="46800" cy="29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4EE80AB0-3177-595F-75C9-F0C1AF945957}"/>
              </a:ext>
            </a:extLst>
          </p:cNvPr>
          <p:cNvGrpSpPr/>
          <p:nvPr/>
        </p:nvGrpSpPr>
        <p:grpSpPr>
          <a:xfrm>
            <a:off x="10647747" y="2566160"/>
            <a:ext cx="1419120" cy="862920"/>
            <a:chOff x="10647747" y="2566160"/>
            <a:chExt cx="1419120" cy="86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85B8DB4-80C8-C8F0-B744-36CE83EF7705}"/>
                    </a:ext>
                  </a:extLst>
                </p14:cNvPr>
                <p14:cNvContentPartPr/>
                <p14:nvPr/>
              </p14:nvContentPartPr>
              <p14:xfrm>
                <a:off x="10647747" y="2665880"/>
                <a:ext cx="405360" cy="2905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85B8DB4-80C8-C8F0-B744-36CE83EF770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641627" y="2659760"/>
                  <a:ext cx="4176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4B0F726-377E-30C8-5EF3-95A2D958D71A}"/>
                    </a:ext>
                  </a:extLst>
                </p14:cNvPr>
                <p14:cNvContentPartPr/>
                <p14:nvPr/>
              </p14:nvContentPartPr>
              <p14:xfrm>
                <a:off x="11212947" y="2566160"/>
                <a:ext cx="172440" cy="533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4B0F726-377E-30C8-5EF3-95A2D958D71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206827" y="2560040"/>
                  <a:ext cx="18468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1102F00-F966-630A-E452-6C67103EABB0}"/>
                    </a:ext>
                  </a:extLst>
                </p14:cNvPr>
                <p14:cNvContentPartPr/>
                <p14:nvPr/>
              </p14:nvContentPartPr>
              <p14:xfrm>
                <a:off x="11321307" y="3014000"/>
                <a:ext cx="144720" cy="415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1102F00-F966-630A-E452-6C67103EABB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315187" y="3007880"/>
                  <a:ext cx="15696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5492995-94FA-3B5C-E6A0-4C0C6CDC6299}"/>
                    </a:ext>
                  </a:extLst>
                </p14:cNvPr>
                <p14:cNvContentPartPr/>
                <p14:nvPr/>
              </p14:nvContentPartPr>
              <p14:xfrm>
                <a:off x="11630547" y="2674880"/>
                <a:ext cx="182160" cy="5929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5492995-94FA-3B5C-E6A0-4C0C6CDC629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624427" y="2668760"/>
                  <a:ext cx="19440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6F8B44B-E96F-3891-B550-F5B693AF423B}"/>
                    </a:ext>
                  </a:extLst>
                </p14:cNvPr>
                <p14:cNvContentPartPr/>
                <p14:nvPr/>
              </p14:nvContentPartPr>
              <p14:xfrm>
                <a:off x="11782827" y="3113000"/>
                <a:ext cx="284040" cy="2984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6F8B44B-E96F-3891-B550-F5B693AF423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776707" y="3106880"/>
                  <a:ext cx="296280" cy="31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3870926-CEDD-D64D-6EEC-8F38F8D10C9A}"/>
              </a:ext>
            </a:extLst>
          </p:cNvPr>
          <p:cNvGrpSpPr/>
          <p:nvPr/>
        </p:nvGrpSpPr>
        <p:grpSpPr>
          <a:xfrm>
            <a:off x="10677267" y="4075280"/>
            <a:ext cx="1391400" cy="1193400"/>
            <a:chOff x="10677267" y="4075280"/>
            <a:chExt cx="1391400" cy="119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EB7BD5B-D4CF-3B1B-7C4D-A496718BA373}"/>
                    </a:ext>
                  </a:extLst>
                </p14:cNvPr>
                <p14:cNvContentPartPr/>
                <p14:nvPr/>
              </p14:nvContentPartPr>
              <p14:xfrm>
                <a:off x="10677267" y="4326200"/>
                <a:ext cx="430920" cy="239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EB7BD5B-D4CF-3B1B-7C4D-A496718BA37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671147" y="4320080"/>
                  <a:ext cx="4431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E658FCE-066A-D984-36B1-F625C82D2FB6}"/>
                    </a:ext>
                  </a:extLst>
                </p14:cNvPr>
                <p14:cNvContentPartPr/>
                <p14:nvPr/>
              </p14:nvContentPartPr>
              <p14:xfrm>
                <a:off x="11271267" y="4075280"/>
                <a:ext cx="166680" cy="629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E658FCE-066A-D984-36B1-F625C82D2FB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265147" y="4069160"/>
                  <a:ext cx="178920" cy="64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08DD56A-3978-7AD5-5434-40093F5E12E7}"/>
                    </a:ext>
                  </a:extLst>
                </p14:cNvPr>
                <p14:cNvContentPartPr/>
                <p14:nvPr/>
              </p14:nvContentPartPr>
              <p14:xfrm>
                <a:off x="11399427" y="4640120"/>
                <a:ext cx="130320" cy="4309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08DD56A-3978-7AD5-5434-40093F5E12E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393307" y="4634000"/>
                  <a:ext cx="14256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B310AC6-F0C7-350E-8240-FFFDDE2D2193}"/>
                    </a:ext>
                  </a:extLst>
                </p14:cNvPr>
                <p14:cNvContentPartPr/>
                <p14:nvPr/>
              </p14:nvContentPartPr>
              <p14:xfrm>
                <a:off x="11678787" y="4268240"/>
                <a:ext cx="228960" cy="639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B310AC6-F0C7-350E-8240-FFFDDE2D219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672667" y="4262120"/>
                  <a:ext cx="241200" cy="65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80AA743-59AE-95C3-00CB-ECC8523F92D2}"/>
                    </a:ext>
                  </a:extLst>
                </p14:cNvPr>
                <p14:cNvContentPartPr/>
                <p14:nvPr/>
              </p14:nvContentPartPr>
              <p14:xfrm>
                <a:off x="11775267" y="4749560"/>
                <a:ext cx="293400" cy="5191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80AA743-59AE-95C3-00CB-ECC8523F92D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769147" y="4743440"/>
                  <a:ext cx="305640" cy="53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7E16B5DD-E7DF-056F-18EF-C66C710A1A54}"/>
                  </a:ext>
                </a:extLst>
              </p14:cNvPr>
              <p14:cNvContentPartPr/>
              <p14:nvPr/>
            </p14:nvContentPartPr>
            <p14:xfrm>
              <a:off x="3072627" y="119600"/>
              <a:ext cx="2247840" cy="159264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7E16B5DD-E7DF-056F-18EF-C66C710A1A54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3066507" y="113480"/>
                <a:ext cx="2260080" cy="160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20DD02DF-D6B6-D82B-E471-C5A2A69972B0}"/>
                  </a:ext>
                </a:extLst>
              </p14:cNvPr>
              <p14:cNvContentPartPr/>
              <p14:nvPr/>
            </p14:nvContentPartPr>
            <p14:xfrm>
              <a:off x="3075867" y="1963880"/>
              <a:ext cx="1920960" cy="19209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20DD02DF-D6B6-D82B-E471-C5A2A69972B0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3069747" y="1957400"/>
                <a:ext cx="1933200" cy="193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B951E48-8AA5-FE19-DFB2-AF4579A3EAED}"/>
              </a:ext>
            </a:extLst>
          </p:cNvPr>
          <p:cNvGrpSpPr/>
          <p:nvPr/>
        </p:nvGrpSpPr>
        <p:grpSpPr>
          <a:xfrm>
            <a:off x="2622627" y="448280"/>
            <a:ext cx="2086200" cy="1006200"/>
            <a:chOff x="2622627" y="448280"/>
            <a:chExt cx="2086200" cy="100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132B9A4-8F21-62F1-6815-A0032C62124B}"/>
                    </a:ext>
                  </a:extLst>
                </p14:cNvPr>
                <p14:cNvContentPartPr/>
                <p14:nvPr/>
              </p14:nvContentPartPr>
              <p14:xfrm>
                <a:off x="2622627" y="897200"/>
                <a:ext cx="584280" cy="344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132B9A4-8F21-62F1-6815-A0032C62124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616507" y="891080"/>
                  <a:ext cx="59652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3A1BA2B-8EE8-F5A6-3398-F0A21C4F1DD8}"/>
                    </a:ext>
                  </a:extLst>
                </p14:cNvPr>
                <p14:cNvContentPartPr/>
                <p14:nvPr/>
              </p14:nvContentPartPr>
              <p14:xfrm>
                <a:off x="3381147" y="517760"/>
                <a:ext cx="366120" cy="7030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3A1BA2B-8EE8-F5A6-3398-F0A21C4F1DD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375027" y="511640"/>
                  <a:ext cx="378360" cy="71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7E6FB3C-C8FE-65D2-ABC0-75B54DDDFCE1}"/>
                    </a:ext>
                  </a:extLst>
                </p14:cNvPr>
                <p14:cNvContentPartPr/>
                <p14:nvPr/>
              </p14:nvContentPartPr>
              <p14:xfrm>
                <a:off x="3798387" y="1059200"/>
                <a:ext cx="51840" cy="395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7E6FB3C-C8FE-65D2-ABC0-75B54DDDFCE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792267" y="1053080"/>
                  <a:ext cx="6408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08DC2F-E03A-FC2E-63E3-C4329BDEFCD2}"/>
                    </a:ext>
                  </a:extLst>
                </p14:cNvPr>
                <p14:cNvContentPartPr/>
                <p14:nvPr/>
              </p14:nvContentPartPr>
              <p14:xfrm>
                <a:off x="4224267" y="448280"/>
                <a:ext cx="1440" cy="585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08DC2F-E03A-FC2E-63E3-C4329BDEFCD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218147" y="442160"/>
                  <a:ext cx="13680" cy="59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663DE57-40FF-B850-9FBD-078C892C39E3}"/>
                    </a:ext>
                  </a:extLst>
                </p14:cNvPr>
                <p14:cNvContentPartPr/>
                <p14:nvPr/>
              </p14:nvContentPartPr>
              <p14:xfrm>
                <a:off x="4281867" y="547640"/>
                <a:ext cx="287640" cy="335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663DE57-40FF-B850-9FBD-078C892C39E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275747" y="541520"/>
                  <a:ext cx="29988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285C409-E7D1-094F-B5D0-5C5F72518E97}"/>
                    </a:ext>
                  </a:extLst>
                </p14:cNvPr>
                <p14:cNvContentPartPr/>
                <p14:nvPr/>
              </p14:nvContentPartPr>
              <p14:xfrm>
                <a:off x="4297347" y="756080"/>
                <a:ext cx="137160" cy="270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285C409-E7D1-094F-B5D0-5C5F72518E9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291227" y="749960"/>
                  <a:ext cx="1494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79F870B-5A6D-C32B-6FA8-76FF87795FF6}"/>
                    </a:ext>
                  </a:extLst>
                </p14:cNvPr>
                <p14:cNvContentPartPr/>
                <p14:nvPr/>
              </p14:nvContentPartPr>
              <p14:xfrm>
                <a:off x="4670667" y="870920"/>
                <a:ext cx="38160" cy="433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79F870B-5A6D-C32B-6FA8-76FF87795FF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664547" y="864800"/>
                  <a:ext cx="5040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647D2B9-6DF9-3D2D-867D-37370199A0CC}"/>
                    </a:ext>
                  </a:extLst>
                </p14:cNvPr>
                <p14:cNvContentPartPr/>
                <p14:nvPr/>
              </p14:nvContentPartPr>
              <p14:xfrm>
                <a:off x="4120947" y="883160"/>
                <a:ext cx="720" cy="10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647D2B9-6DF9-3D2D-867D-37370199A0C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114827" y="877040"/>
                  <a:ext cx="12960" cy="1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7DE97793-7F15-4376-4E71-BF7A90A39AC6}"/>
                  </a:ext>
                </a:extLst>
              </p14:cNvPr>
              <p14:cNvContentPartPr/>
              <p14:nvPr/>
            </p14:nvContentPartPr>
            <p14:xfrm>
              <a:off x="1458027" y="1956320"/>
              <a:ext cx="10080" cy="3600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7DE97793-7F15-4376-4E71-BF7A90A39AC6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451907" y="1950200"/>
                <a:ext cx="2232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C85D7A42-3E80-CFE7-FE16-A65A08E12399}"/>
                  </a:ext>
                </a:extLst>
              </p14:cNvPr>
              <p14:cNvContentPartPr/>
              <p14:nvPr/>
            </p14:nvContentPartPr>
            <p14:xfrm>
              <a:off x="6345387" y="1802773"/>
              <a:ext cx="2846520" cy="15264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C85D7A42-3E80-CFE7-FE16-A65A08E12399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6339267" y="1796293"/>
                <a:ext cx="285876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5BE414CB-DCE8-F11F-1A6D-3E519B9695DB}"/>
                  </a:ext>
                </a:extLst>
              </p14:cNvPr>
              <p14:cNvContentPartPr/>
              <p14:nvPr/>
            </p14:nvContentPartPr>
            <p14:xfrm>
              <a:off x="8071587" y="160453"/>
              <a:ext cx="1490400" cy="19501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5BE414CB-DCE8-F11F-1A6D-3E519B9695DB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8065467" y="154333"/>
                <a:ext cx="1502640" cy="19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9EA7F773-BE1B-5F51-2DCD-737266856BCE}"/>
                  </a:ext>
                </a:extLst>
              </p14:cNvPr>
              <p14:cNvContentPartPr/>
              <p14:nvPr/>
            </p14:nvContentPartPr>
            <p14:xfrm>
              <a:off x="8556507" y="3877093"/>
              <a:ext cx="360" cy="36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9EA7F773-BE1B-5F51-2DCD-737266856BCE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8550387" y="387097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C108127F-7037-0104-9821-A053122BC19D}"/>
                  </a:ext>
                </a:extLst>
              </p14:cNvPr>
              <p14:cNvContentPartPr/>
              <p14:nvPr/>
            </p14:nvContentPartPr>
            <p14:xfrm>
              <a:off x="8063307" y="2221093"/>
              <a:ext cx="1663920" cy="15098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C108127F-7037-0104-9821-A053122BC19D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8057187" y="2214973"/>
                <a:ext cx="1676160" cy="152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D0596919-CBB5-7353-DAE6-4B942EBAC715}"/>
                  </a:ext>
                </a:extLst>
              </p14:cNvPr>
              <p14:cNvContentPartPr/>
              <p14:nvPr/>
            </p14:nvContentPartPr>
            <p14:xfrm>
              <a:off x="7867467" y="3841093"/>
              <a:ext cx="1641960" cy="16419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D0596919-CBB5-7353-DAE6-4B942EBAC715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7861347" y="3834973"/>
                <a:ext cx="1654200" cy="165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0689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F29B5E0-BCCE-EECF-E95E-1CDE96181ACB}"/>
                  </a:ext>
                </a:extLst>
              </p14:cNvPr>
              <p14:cNvContentPartPr/>
              <p14:nvPr/>
            </p14:nvContentPartPr>
            <p14:xfrm>
              <a:off x="1305027" y="654387"/>
              <a:ext cx="801000" cy="727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F29B5E0-BCCE-EECF-E95E-1CDE96181A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8907" y="648267"/>
                <a:ext cx="813240" cy="73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41D8BC9-C23D-B577-50CE-129FCC952487}"/>
                  </a:ext>
                </a:extLst>
              </p14:cNvPr>
              <p14:cNvContentPartPr/>
              <p14:nvPr/>
            </p14:nvContentPartPr>
            <p14:xfrm>
              <a:off x="2442267" y="1086027"/>
              <a:ext cx="12600" cy="833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41D8BC9-C23D-B577-50CE-129FCC95248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36147" y="1079907"/>
                <a:ext cx="24840" cy="84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A434EA2-C240-4687-77D1-97A94B087A52}"/>
                  </a:ext>
                </a:extLst>
              </p14:cNvPr>
              <p14:cNvContentPartPr/>
              <p14:nvPr/>
            </p14:nvContentPartPr>
            <p14:xfrm>
              <a:off x="4749867" y="478707"/>
              <a:ext cx="969480" cy="1234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A434EA2-C240-4687-77D1-97A94B087A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43747" y="472587"/>
                <a:ext cx="981720" cy="12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F5F0CDF-614E-7B18-B808-EA9430012DA4}"/>
                  </a:ext>
                </a:extLst>
              </p14:cNvPr>
              <p14:cNvContentPartPr/>
              <p14:nvPr/>
            </p14:nvContentPartPr>
            <p14:xfrm>
              <a:off x="5980347" y="1348467"/>
              <a:ext cx="37080" cy="947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F5F0CDF-614E-7B18-B808-EA9430012DA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74227" y="1342347"/>
                <a:ext cx="49320" cy="9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EEE03EC-CBAB-5A9A-2E15-B03722A630A7}"/>
                  </a:ext>
                </a:extLst>
              </p14:cNvPr>
              <p14:cNvContentPartPr/>
              <p14:nvPr/>
            </p14:nvContentPartPr>
            <p14:xfrm>
              <a:off x="6626907" y="299787"/>
              <a:ext cx="766800" cy="13737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EEE03EC-CBAB-5A9A-2E15-B03722A630A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620787" y="293667"/>
                <a:ext cx="779040" cy="138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224EFC3-EECC-C1E7-DC2E-D18A2E058B71}"/>
                  </a:ext>
                </a:extLst>
              </p14:cNvPr>
              <p14:cNvContentPartPr/>
              <p14:nvPr/>
            </p14:nvContentPartPr>
            <p14:xfrm>
              <a:off x="7443747" y="1430907"/>
              <a:ext cx="720" cy="1183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224EFC3-EECC-C1E7-DC2E-D18A2E058B7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430787" y="1424787"/>
                <a:ext cx="25200" cy="119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B52E6FEB-2A4D-582F-D2A4-6C196377DB20}"/>
              </a:ext>
            </a:extLst>
          </p:cNvPr>
          <p:cNvGrpSpPr/>
          <p:nvPr/>
        </p:nvGrpSpPr>
        <p:grpSpPr>
          <a:xfrm>
            <a:off x="1559187" y="3115347"/>
            <a:ext cx="1265400" cy="1077840"/>
            <a:chOff x="1559187" y="3115347"/>
            <a:chExt cx="1265400" cy="107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5CEE6AD-B747-F1BE-9E7F-9936EA0716D4}"/>
                    </a:ext>
                  </a:extLst>
                </p14:cNvPr>
                <p14:cNvContentPartPr/>
                <p14:nvPr/>
              </p14:nvContentPartPr>
              <p14:xfrm>
                <a:off x="1559187" y="3115347"/>
                <a:ext cx="383040" cy="634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5CEE6AD-B747-F1BE-9E7F-9936EA0716D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53067" y="3109227"/>
                  <a:ext cx="395280" cy="64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F3E5E1F-0FC3-BFE5-2A3D-42411DF30E6B}"/>
                    </a:ext>
                  </a:extLst>
                </p14:cNvPr>
                <p14:cNvContentPartPr/>
                <p14:nvPr/>
              </p14:nvContentPartPr>
              <p14:xfrm>
                <a:off x="2115027" y="3528267"/>
                <a:ext cx="709560" cy="664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F3E5E1F-0FC3-BFE5-2A3D-42411DF30E6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08907" y="3522147"/>
                  <a:ext cx="721800" cy="67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377B5B2-D15A-EE99-D501-54CD78A62BFC}"/>
              </a:ext>
            </a:extLst>
          </p:cNvPr>
          <p:cNvGrpSpPr/>
          <p:nvPr/>
        </p:nvGrpSpPr>
        <p:grpSpPr>
          <a:xfrm>
            <a:off x="727587" y="145347"/>
            <a:ext cx="2785680" cy="6540120"/>
            <a:chOff x="727587" y="145347"/>
            <a:chExt cx="2785680" cy="654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C583453-1B28-8588-4183-FD44A0089BF3}"/>
                    </a:ext>
                  </a:extLst>
                </p14:cNvPr>
                <p14:cNvContentPartPr/>
                <p14:nvPr/>
              </p14:nvContentPartPr>
              <p14:xfrm>
                <a:off x="1172547" y="2619627"/>
                <a:ext cx="2017800" cy="2097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C583453-1B28-8588-4183-FD44A0089BF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66427" y="2613507"/>
                  <a:ext cx="2030040" cy="21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6197699-5E3E-42FF-19FE-24AC433518D4}"/>
                    </a:ext>
                  </a:extLst>
                </p14:cNvPr>
                <p14:cNvContentPartPr/>
                <p14:nvPr/>
              </p14:nvContentPartPr>
              <p14:xfrm>
                <a:off x="727587" y="145347"/>
                <a:ext cx="2400120" cy="2083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6197699-5E3E-42FF-19FE-24AC433518D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1467" y="139227"/>
                  <a:ext cx="2412360" cy="20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357EA11-6741-6C2A-693A-FB0DB606B32D}"/>
                    </a:ext>
                  </a:extLst>
                </p14:cNvPr>
                <p14:cNvContentPartPr/>
                <p14:nvPr/>
              </p14:nvContentPartPr>
              <p14:xfrm>
                <a:off x="1714707" y="5284707"/>
                <a:ext cx="595440" cy="876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357EA11-6741-6C2A-693A-FB0DB606B32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08587" y="5278587"/>
                  <a:ext cx="607680" cy="88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D221EAA-30A5-8C7F-8FCD-0CA99E1D1916}"/>
                    </a:ext>
                  </a:extLst>
                </p14:cNvPr>
                <p14:cNvContentPartPr/>
                <p14:nvPr/>
              </p14:nvContentPartPr>
              <p14:xfrm>
                <a:off x="2522547" y="5390547"/>
                <a:ext cx="485640" cy="785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D221EAA-30A5-8C7F-8FCD-0CA99E1D191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16427" y="5384427"/>
                  <a:ext cx="497880" cy="79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A077EE8-2ED0-61E9-917C-CF37E1A0F951}"/>
                    </a:ext>
                  </a:extLst>
                </p14:cNvPr>
                <p14:cNvContentPartPr/>
                <p14:nvPr/>
              </p14:nvContentPartPr>
              <p14:xfrm>
                <a:off x="1421667" y="4809507"/>
                <a:ext cx="2091600" cy="1875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A077EE8-2ED0-61E9-917C-CF37E1A0F95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415547" y="4803387"/>
                  <a:ext cx="2103840" cy="188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2AF2698-E1D4-6E9D-5CD5-7196D5ADC8B5}"/>
                  </a:ext>
                </a:extLst>
              </p14:cNvPr>
              <p14:cNvContentPartPr/>
              <p14:nvPr/>
            </p14:nvContentPartPr>
            <p14:xfrm>
              <a:off x="3531267" y="3503787"/>
              <a:ext cx="433800" cy="468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2AF2698-E1D4-6E9D-5CD5-7196D5ADC8B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525147" y="3497667"/>
                <a:ext cx="44604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826A8CD-F7E5-5E83-3969-349C173DD365}"/>
                  </a:ext>
                </a:extLst>
              </p14:cNvPr>
              <p14:cNvContentPartPr/>
              <p14:nvPr/>
            </p14:nvContentPartPr>
            <p14:xfrm>
              <a:off x="3572667" y="3734907"/>
              <a:ext cx="418680" cy="1224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826A8CD-F7E5-5E83-3969-349C173DD36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566547" y="3728787"/>
                <a:ext cx="43092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9E95637-005C-3E98-44E4-CA655C9D3A07}"/>
                  </a:ext>
                </a:extLst>
              </p14:cNvPr>
              <p14:cNvContentPartPr/>
              <p14:nvPr/>
            </p14:nvContentPartPr>
            <p14:xfrm>
              <a:off x="7555347" y="2873427"/>
              <a:ext cx="434160" cy="6184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9E95637-005C-3E98-44E4-CA655C9D3A0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549227" y="2867307"/>
                <a:ext cx="446400" cy="63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1D92219-415F-4A6C-539D-EE501CA2609D}"/>
                  </a:ext>
                </a:extLst>
              </p14:cNvPr>
              <p14:cNvContentPartPr/>
              <p14:nvPr/>
            </p14:nvContentPartPr>
            <p14:xfrm>
              <a:off x="7794387" y="3341067"/>
              <a:ext cx="433800" cy="731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1D92219-415F-4A6C-539D-EE501CA2609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788267" y="3334947"/>
                <a:ext cx="446040" cy="74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B85A2BF-47BB-11E0-5FF0-9778033125F0}"/>
                  </a:ext>
                </a:extLst>
              </p14:cNvPr>
              <p14:cNvContentPartPr/>
              <p14:nvPr/>
            </p14:nvContentPartPr>
            <p14:xfrm>
              <a:off x="8340147" y="3123987"/>
              <a:ext cx="11520" cy="709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B85A2BF-47BB-11E0-5FF0-9778033125F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334027" y="3117867"/>
                <a:ext cx="23760" cy="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C2C167F-544F-1264-3CE9-5EE3E22417E6}"/>
                  </a:ext>
                </a:extLst>
              </p14:cNvPr>
              <p14:cNvContentPartPr/>
              <p14:nvPr/>
            </p14:nvContentPartPr>
            <p14:xfrm>
              <a:off x="4802067" y="3009147"/>
              <a:ext cx="769680" cy="471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C2C167F-544F-1264-3CE9-5EE3E22417E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795947" y="3003027"/>
                <a:ext cx="78192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4168A41-3F49-9568-F555-530ECBF2FE3C}"/>
                  </a:ext>
                </a:extLst>
              </p14:cNvPr>
              <p14:cNvContentPartPr/>
              <p14:nvPr/>
            </p14:nvContentPartPr>
            <p14:xfrm>
              <a:off x="4641147" y="3113547"/>
              <a:ext cx="920880" cy="8625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4168A41-3F49-9568-F555-530ECBF2FE3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635027" y="3107427"/>
                <a:ext cx="933120" cy="87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5806520-7F6A-A9B7-1BE6-0B9E2B3C72B8}"/>
                  </a:ext>
                </a:extLst>
              </p14:cNvPr>
              <p14:cNvContentPartPr/>
              <p14:nvPr/>
            </p14:nvContentPartPr>
            <p14:xfrm>
              <a:off x="4844907" y="2349627"/>
              <a:ext cx="368280" cy="4881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5806520-7F6A-A9B7-1BE6-0B9E2B3C72B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838787" y="2343507"/>
                <a:ext cx="380520" cy="50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A52AA5A-AE4C-5271-7237-A153656D077C}"/>
                  </a:ext>
                </a:extLst>
              </p14:cNvPr>
              <p14:cNvContentPartPr/>
              <p14:nvPr/>
            </p14:nvContentPartPr>
            <p14:xfrm>
              <a:off x="5819067" y="2936427"/>
              <a:ext cx="715680" cy="8694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A52AA5A-AE4C-5271-7237-A153656D077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812947" y="2930307"/>
                <a:ext cx="727920" cy="88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0469AF4-B352-0B1D-E004-ABCFE784894A}"/>
                  </a:ext>
                </a:extLst>
              </p14:cNvPr>
              <p14:cNvContentPartPr/>
              <p14:nvPr/>
            </p14:nvContentPartPr>
            <p14:xfrm>
              <a:off x="6478587" y="3621147"/>
              <a:ext cx="505800" cy="6426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0469AF4-B352-0B1D-E004-ABCFE784894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472467" y="3615027"/>
                <a:ext cx="518040" cy="65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326E971-2B74-1197-1D69-E4E8ADC9A5CB}"/>
                  </a:ext>
                </a:extLst>
              </p14:cNvPr>
              <p14:cNvContentPartPr/>
              <p14:nvPr/>
            </p14:nvContentPartPr>
            <p14:xfrm>
              <a:off x="6805827" y="3724827"/>
              <a:ext cx="430200" cy="8326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326E971-2B74-1197-1D69-E4E8ADC9A5C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799707" y="3718707"/>
                <a:ext cx="442440" cy="84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A4F5DF6-81BC-88B9-DE4D-E0E8E8218419}"/>
                  </a:ext>
                </a:extLst>
              </p14:cNvPr>
              <p14:cNvContentPartPr/>
              <p14:nvPr/>
            </p14:nvContentPartPr>
            <p14:xfrm>
              <a:off x="7256907" y="3491547"/>
              <a:ext cx="73080" cy="928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A4F5DF6-81BC-88B9-DE4D-E0E8E821841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250787" y="3485427"/>
                <a:ext cx="85320" cy="10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F61E9900-2A6B-CE22-1382-E3D6D49D095E}"/>
              </a:ext>
            </a:extLst>
          </p:cNvPr>
          <p:cNvGrpSpPr/>
          <p:nvPr/>
        </p:nvGrpSpPr>
        <p:grpSpPr>
          <a:xfrm>
            <a:off x="8654787" y="3209667"/>
            <a:ext cx="2677320" cy="961200"/>
            <a:chOff x="8654787" y="3209667"/>
            <a:chExt cx="2677320" cy="96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E345338-D5C2-B2D0-09AC-F259C4C9FB34}"/>
                    </a:ext>
                  </a:extLst>
                </p14:cNvPr>
                <p14:cNvContentPartPr/>
                <p14:nvPr/>
              </p14:nvContentPartPr>
              <p14:xfrm>
                <a:off x="8654787" y="3495867"/>
                <a:ext cx="440280" cy="85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E345338-D5C2-B2D0-09AC-F259C4C9FB3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648667" y="3489747"/>
                  <a:ext cx="4525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3224C37-F9C9-8E9B-214D-C9C69BFB4F2E}"/>
                    </a:ext>
                  </a:extLst>
                </p14:cNvPr>
                <p14:cNvContentPartPr/>
                <p14:nvPr/>
              </p14:nvContentPartPr>
              <p14:xfrm>
                <a:off x="8664507" y="3670107"/>
                <a:ext cx="421560" cy="173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3224C37-F9C9-8E9B-214D-C9C69BFB4F2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658387" y="3663987"/>
                  <a:ext cx="4338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5DE446E-751B-7C79-DE6E-F505104408F9}"/>
                    </a:ext>
                  </a:extLst>
                </p14:cNvPr>
                <p14:cNvContentPartPr/>
                <p14:nvPr/>
              </p14:nvContentPartPr>
              <p14:xfrm>
                <a:off x="9046467" y="3209667"/>
                <a:ext cx="681480" cy="717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5DE446E-751B-7C79-DE6E-F505104408F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040347" y="3203547"/>
                  <a:ext cx="693720" cy="72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5F8B13A-76DA-F5BE-DFD5-72B4369275AE}"/>
                    </a:ext>
                  </a:extLst>
                </p14:cNvPr>
                <p14:cNvContentPartPr/>
                <p14:nvPr/>
              </p14:nvContentPartPr>
              <p14:xfrm>
                <a:off x="9532467" y="3827067"/>
                <a:ext cx="225000" cy="320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5F8B13A-76DA-F5BE-DFD5-72B4369275A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526347" y="3820947"/>
                  <a:ext cx="23724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D368CE3-F83E-8870-FE19-AF32D9B73143}"/>
                    </a:ext>
                  </a:extLst>
                </p14:cNvPr>
                <p14:cNvContentPartPr/>
                <p14:nvPr/>
              </p14:nvContentPartPr>
              <p14:xfrm>
                <a:off x="9924867" y="3828147"/>
                <a:ext cx="85320" cy="342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D368CE3-F83E-8870-FE19-AF32D9B7314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918747" y="3822027"/>
                  <a:ext cx="9756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D62912F-DABB-C6E4-1F97-1D8691F86F16}"/>
                    </a:ext>
                  </a:extLst>
                </p14:cNvPr>
                <p14:cNvContentPartPr/>
                <p14:nvPr/>
              </p14:nvContentPartPr>
              <p14:xfrm>
                <a:off x="10295667" y="3395787"/>
                <a:ext cx="247680" cy="295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D62912F-DABB-C6E4-1F97-1D8691F86F1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289547" y="3389667"/>
                  <a:ext cx="25992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A3810CF-7F89-39E0-023F-367A37564340}"/>
                    </a:ext>
                  </a:extLst>
                </p14:cNvPr>
                <p14:cNvContentPartPr/>
                <p14:nvPr/>
              </p14:nvContentPartPr>
              <p14:xfrm>
                <a:off x="10592307" y="3696387"/>
                <a:ext cx="68760" cy="3704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A3810CF-7F89-39E0-023F-367A3756434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586187" y="3690267"/>
                  <a:ext cx="8100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1EAE826-7D2F-719C-19BA-37AD974D6C4C}"/>
                    </a:ext>
                  </a:extLst>
                </p14:cNvPr>
                <p14:cNvContentPartPr/>
                <p14:nvPr/>
              </p14:nvContentPartPr>
              <p14:xfrm>
                <a:off x="10907667" y="3686307"/>
                <a:ext cx="424440" cy="69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1EAE826-7D2F-719C-19BA-37AD974D6C4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901547" y="3680187"/>
                  <a:ext cx="4366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3186E89-7683-0798-8ACE-94756EE3E923}"/>
                    </a:ext>
                  </a:extLst>
                </p14:cNvPr>
                <p14:cNvContentPartPr/>
                <p14:nvPr/>
              </p14:nvContentPartPr>
              <p14:xfrm>
                <a:off x="11034747" y="3523587"/>
                <a:ext cx="147600" cy="453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3186E89-7683-0798-8ACE-94756EE3E92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028627" y="3517467"/>
                  <a:ext cx="159840" cy="46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4BE77A32-6503-C45F-6ADF-CF993A157CAA}"/>
              </a:ext>
            </a:extLst>
          </p:cNvPr>
          <p:cNvGrpSpPr/>
          <p:nvPr/>
        </p:nvGrpSpPr>
        <p:grpSpPr>
          <a:xfrm>
            <a:off x="8610147" y="4377867"/>
            <a:ext cx="2777760" cy="2106720"/>
            <a:chOff x="8610147" y="4377867"/>
            <a:chExt cx="2777760" cy="210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B881696-2AD3-B8C8-A281-339E79A1732F}"/>
                    </a:ext>
                  </a:extLst>
                </p14:cNvPr>
                <p14:cNvContentPartPr/>
                <p14:nvPr/>
              </p14:nvContentPartPr>
              <p14:xfrm>
                <a:off x="8925507" y="4377867"/>
                <a:ext cx="595800" cy="576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B881696-2AD3-B8C8-A281-339E79A1732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919387" y="4371747"/>
                  <a:ext cx="608040" cy="58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D63D903-DA19-ED6A-D16F-430C2D99A9B0}"/>
                    </a:ext>
                  </a:extLst>
                </p14:cNvPr>
                <p14:cNvContentPartPr/>
                <p14:nvPr/>
              </p14:nvContentPartPr>
              <p14:xfrm>
                <a:off x="9387747" y="4824627"/>
                <a:ext cx="228240" cy="403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D63D903-DA19-ED6A-D16F-430C2D99A9B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381627" y="4818507"/>
                  <a:ext cx="24048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21B6432-29BF-7170-CFD6-CFB21EF239F7}"/>
                    </a:ext>
                  </a:extLst>
                </p14:cNvPr>
                <p14:cNvContentPartPr/>
                <p14:nvPr/>
              </p14:nvContentPartPr>
              <p14:xfrm>
                <a:off x="9817947" y="4894107"/>
                <a:ext cx="183600" cy="373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21B6432-29BF-7170-CFD6-CFB21EF239F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811827" y="4887987"/>
                  <a:ext cx="19584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ED9571F-D09C-8F68-BFFC-F46E29631F95}"/>
                    </a:ext>
                  </a:extLst>
                </p14:cNvPr>
                <p14:cNvContentPartPr/>
                <p14:nvPr/>
              </p14:nvContentPartPr>
              <p14:xfrm>
                <a:off x="10300347" y="4575507"/>
                <a:ext cx="251280" cy="391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ED9571F-D09C-8F68-BFFC-F46E29631F9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294227" y="4569387"/>
                  <a:ext cx="26352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8671924-0DC7-F36C-8A21-6D47DF331CE1}"/>
                    </a:ext>
                  </a:extLst>
                </p14:cNvPr>
                <p14:cNvContentPartPr/>
                <p14:nvPr/>
              </p14:nvContentPartPr>
              <p14:xfrm>
                <a:off x="10496907" y="4857747"/>
                <a:ext cx="317520" cy="321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8671924-0DC7-F36C-8A21-6D47DF331CE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490787" y="4851627"/>
                  <a:ext cx="3297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5E2FACF-5873-EC4C-679A-54CC4E04E62C}"/>
                    </a:ext>
                  </a:extLst>
                </p14:cNvPr>
                <p14:cNvContentPartPr/>
                <p14:nvPr/>
              </p14:nvContentPartPr>
              <p14:xfrm>
                <a:off x="11036187" y="4733907"/>
                <a:ext cx="351720" cy="51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5E2FACF-5873-EC4C-679A-54CC4E04E62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030067" y="4727787"/>
                  <a:ext cx="3639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C3F309C-BD58-69A5-D4C7-5165E5BFFA3B}"/>
                    </a:ext>
                  </a:extLst>
                </p14:cNvPr>
                <p14:cNvContentPartPr/>
                <p14:nvPr/>
              </p14:nvContentPartPr>
              <p14:xfrm>
                <a:off x="11077227" y="4563627"/>
                <a:ext cx="99720" cy="501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C3F309C-BD58-69A5-D4C7-5165E5BFFA3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071107" y="4557507"/>
                  <a:ext cx="11196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122A064-CA81-2552-19A2-C394F9669572}"/>
                    </a:ext>
                  </a:extLst>
                </p14:cNvPr>
                <p14:cNvContentPartPr/>
                <p14:nvPr/>
              </p14:nvContentPartPr>
              <p14:xfrm>
                <a:off x="8610147" y="5359587"/>
                <a:ext cx="489600" cy="707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122A064-CA81-2552-19A2-C394F966957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604027" y="5353467"/>
                  <a:ext cx="501840" cy="71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0B4443F-1434-E9BF-E61F-6146DA85BD7C}"/>
                    </a:ext>
                  </a:extLst>
                </p14:cNvPr>
                <p14:cNvContentPartPr/>
                <p14:nvPr/>
              </p14:nvContentPartPr>
              <p14:xfrm>
                <a:off x="9149427" y="5865747"/>
                <a:ext cx="255960" cy="390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0B4443F-1434-E9BF-E61F-6146DA85BD7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143307" y="5859627"/>
                  <a:ext cx="26820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053C186-3593-E98E-AEF4-E31D7E8232F9}"/>
                    </a:ext>
                  </a:extLst>
                </p14:cNvPr>
                <p14:cNvContentPartPr/>
                <p14:nvPr/>
              </p14:nvContentPartPr>
              <p14:xfrm>
                <a:off x="9565227" y="5929107"/>
                <a:ext cx="270000" cy="362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053C186-3593-E98E-AEF4-E31D7E8232F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559107" y="5922987"/>
                  <a:ext cx="28224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0547B6C-0985-BC4C-B834-ADBA15B831CE}"/>
                    </a:ext>
                  </a:extLst>
                </p14:cNvPr>
                <p14:cNvContentPartPr/>
                <p14:nvPr/>
              </p14:nvContentPartPr>
              <p14:xfrm>
                <a:off x="10141227" y="5703027"/>
                <a:ext cx="278640" cy="339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0547B6C-0985-BC4C-B834-ADBA15B831C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135107" y="5696907"/>
                  <a:ext cx="2908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3EC81E9-84BF-D7A5-BB2A-B275B3840755}"/>
                    </a:ext>
                  </a:extLst>
                </p14:cNvPr>
                <p14:cNvContentPartPr/>
                <p14:nvPr/>
              </p14:nvContentPartPr>
              <p14:xfrm>
                <a:off x="10398267" y="5962227"/>
                <a:ext cx="315720" cy="522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3EC81E9-84BF-D7A5-BB2A-B275B384075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392147" y="5956107"/>
                  <a:ext cx="327960" cy="53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5816DB5-3005-9580-2694-4FBB220131CF}"/>
              </a:ext>
            </a:extLst>
          </p:cNvPr>
          <p:cNvGrpSpPr/>
          <p:nvPr/>
        </p:nvGrpSpPr>
        <p:grpSpPr>
          <a:xfrm>
            <a:off x="7656147" y="1095747"/>
            <a:ext cx="391680" cy="316080"/>
            <a:chOff x="7656147" y="1095747"/>
            <a:chExt cx="391680" cy="31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6D636D2-F764-2669-4BA9-DA01D92B7101}"/>
                    </a:ext>
                  </a:extLst>
                </p14:cNvPr>
                <p14:cNvContentPartPr/>
                <p14:nvPr/>
              </p14:nvContentPartPr>
              <p14:xfrm>
                <a:off x="7656147" y="1095747"/>
                <a:ext cx="328320" cy="468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6D636D2-F764-2669-4BA9-DA01D92B710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650027" y="1089627"/>
                  <a:ext cx="3405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5F7C078-A85B-8F0C-B0AE-F0D447C9870C}"/>
                    </a:ext>
                  </a:extLst>
                </p14:cNvPr>
                <p14:cNvContentPartPr/>
                <p14:nvPr/>
              </p14:nvContentPartPr>
              <p14:xfrm>
                <a:off x="7682067" y="1306347"/>
                <a:ext cx="365760" cy="105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5F7C078-A85B-8F0C-B0AE-F0D447C9870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675947" y="1300227"/>
                  <a:ext cx="37800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55117F3-F952-F319-F69A-C1E132632B5E}"/>
              </a:ext>
            </a:extLst>
          </p:cNvPr>
          <p:cNvGrpSpPr/>
          <p:nvPr/>
        </p:nvGrpSpPr>
        <p:grpSpPr>
          <a:xfrm>
            <a:off x="6109947" y="1274307"/>
            <a:ext cx="325080" cy="1065240"/>
            <a:chOff x="6109947" y="1274307"/>
            <a:chExt cx="325080" cy="106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AF5DE1A-F4C1-E3E1-7E03-E3CF5AB118B5}"/>
                    </a:ext>
                  </a:extLst>
                </p14:cNvPr>
                <p14:cNvContentPartPr/>
                <p14:nvPr/>
              </p14:nvContentPartPr>
              <p14:xfrm>
                <a:off x="6109947" y="1466547"/>
                <a:ext cx="267840" cy="873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AF5DE1A-F4C1-E3E1-7E03-E3CF5AB118B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103827" y="1460427"/>
                  <a:ext cx="280080" cy="88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19C8837-B163-9777-4C1D-10B02B8E8752}"/>
                    </a:ext>
                  </a:extLst>
                </p14:cNvPr>
                <p14:cNvContentPartPr/>
                <p14:nvPr/>
              </p14:nvContentPartPr>
              <p14:xfrm>
                <a:off x="6428187" y="1274307"/>
                <a:ext cx="6840" cy="52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19C8837-B163-9777-4C1D-10B02B8E875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422067" y="1268187"/>
                  <a:ext cx="1908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ED9B6088-7CD8-0F0C-CE78-1B83479260C8}"/>
              </a:ext>
            </a:extLst>
          </p:cNvPr>
          <p:cNvGrpSpPr/>
          <p:nvPr/>
        </p:nvGrpSpPr>
        <p:grpSpPr>
          <a:xfrm>
            <a:off x="8410347" y="321747"/>
            <a:ext cx="3594240" cy="2146320"/>
            <a:chOff x="8410347" y="321747"/>
            <a:chExt cx="3594240" cy="214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22FBD3E-32E6-DB0B-F913-B7D29C07FC9C}"/>
                    </a:ext>
                  </a:extLst>
                </p14:cNvPr>
                <p14:cNvContentPartPr/>
                <p14:nvPr/>
              </p14:nvContentPartPr>
              <p14:xfrm>
                <a:off x="8410347" y="321747"/>
                <a:ext cx="558000" cy="735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22FBD3E-32E6-DB0B-F913-B7D29C07FC9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404227" y="315627"/>
                  <a:ext cx="570240" cy="74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EE09310-7565-7D44-33DE-EF489BF6890D}"/>
                    </a:ext>
                  </a:extLst>
                </p14:cNvPr>
                <p14:cNvContentPartPr/>
                <p14:nvPr/>
              </p14:nvContentPartPr>
              <p14:xfrm>
                <a:off x="8857827" y="804147"/>
                <a:ext cx="47520" cy="379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EE09310-7565-7D44-33DE-EF489BF6890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851707" y="798027"/>
                  <a:ext cx="5976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FBE8093-5B49-4126-8F46-77EFBC837663}"/>
                    </a:ext>
                  </a:extLst>
                </p14:cNvPr>
                <p14:cNvContentPartPr/>
                <p14:nvPr/>
              </p14:nvContentPartPr>
              <p14:xfrm>
                <a:off x="9132507" y="845187"/>
                <a:ext cx="29520" cy="402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FBE8093-5B49-4126-8F46-77EFBC83766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126387" y="839067"/>
                  <a:ext cx="4176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F50A312-934B-B7CE-664F-5A832F8A7DBC}"/>
                    </a:ext>
                  </a:extLst>
                </p14:cNvPr>
                <p14:cNvContentPartPr/>
                <p14:nvPr/>
              </p14:nvContentPartPr>
              <p14:xfrm>
                <a:off x="9421227" y="465747"/>
                <a:ext cx="262080" cy="358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F50A312-934B-B7CE-664F-5A832F8A7DB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415107" y="459627"/>
                  <a:ext cx="27432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5009D61-ECC5-4F61-6E61-3AAE08724338}"/>
                    </a:ext>
                  </a:extLst>
                </p14:cNvPr>
                <p14:cNvContentPartPr/>
                <p14:nvPr/>
              </p14:nvContentPartPr>
              <p14:xfrm>
                <a:off x="9773667" y="814947"/>
                <a:ext cx="77040" cy="374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5009D61-ECC5-4F61-6E61-3AAE0872433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767547" y="808827"/>
                  <a:ext cx="8928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B06911B-01BD-B585-BB77-B023BA20E353}"/>
                    </a:ext>
                  </a:extLst>
                </p14:cNvPr>
                <p14:cNvContentPartPr/>
                <p14:nvPr/>
              </p14:nvContentPartPr>
              <p14:xfrm>
                <a:off x="10083627" y="756627"/>
                <a:ext cx="336960" cy="40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B06911B-01BD-B585-BB77-B023BA20E35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077507" y="750507"/>
                  <a:ext cx="3492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CE3CAF1-B0F8-FC03-34E3-C9C1AE844383}"/>
                    </a:ext>
                  </a:extLst>
                </p14:cNvPr>
                <p14:cNvContentPartPr/>
                <p14:nvPr/>
              </p14:nvContentPartPr>
              <p14:xfrm>
                <a:off x="10224027" y="624147"/>
                <a:ext cx="124200" cy="562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CE3CAF1-B0F8-FC03-34E3-C9C1AE84438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217907" y="618027"/>
                  <a:ext cx="13644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6C86D40-A653-EEC3-488F-2A6B37BA3626}"/>
                    </a:ext>
                  </a:extLst>
                </p14:cNvPr>
                <p14:cNvContentPartPr/>
                <p14:nvPr/>
              </p14:nvContentPartPr>
              <p14:xfrm>
                <a:off x="10515987" y="483387"/>
                <a:ext cx="543960" cy="718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6C86D40-A653-EEC3-488F-2A6B37BA362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509867" y="477267"/>
                  <a:ext cx="556200" cy="73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2584D86-4619-4394-8E37-E6A4BABFAC7C}"/>
                    </a:ext>
                  </a:extLst>
                </p14:cNvPr>
                <p14:cNvContentPartPr/>
                <p14:nvPr/>
              </p14:nvContentPartPr>
              <p14:xfrm>
                <a:off x="10987227" y="976227"/>
                <a:ext cx="126000" cy="4852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2584D86-4619-4394-8E37-E6A4BABFAC7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981107" y="970107"/>
                  <a:ext cx="13824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47F5DFC-C4F1-222F-38BD-4405CBA1212F}"/>
                    </a:ext>
                  </a:extLst>
                </p14:cNvPr>
                <p14:cNvContentPartPr/>
                <p14:nvPr/>
              </p14:nvContentPartPr>
              <p14:xfrm>
                <a:off x="11184507" y="1081707"/>
                <a:ext cx="219600" cy="377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47F5DFC-C4F1-222F-38BD-4405CBA1212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178387" y="1075587"/>
                  <a:ext cx="23184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EBC778C-4C0C-FC13-FA34-7269C810673C}"/>
                    </a:ext>
                  </a:extLst>
                </p14:cNvPr>
                <p14:cNvContentPartPr/>
                <p14:nvPr/>
              </p14:nvContentPartPr>
              <p14:xfrm>
                <a:off x="11500947" y="678507"/>
                <a:ext cx="196920" cy="3751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EBC778C-4C0C-FC13-FA34-7269C810673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494827" y="672387"/>
                  <a:ext cx="20916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D1AF9BE-F418-D3B1-185A-C30F0CC51244}"/>
                    </a:ext>
                  </a:extLst>
                </p14:cNvPr>
                <p14:cNvContentPartPr/>
                <p14:nvPr/>
              </p14:nvContentPartPr>
              <p14:xfrm>
                <a:off x="11682747" y="1108347"/>
                <a:ext cx="321840" cy="2678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D1AF9BE-F418-D3B1-185A-C30F0CC5124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676627" y="1102227"/>
                  <a:ext cx="33408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FF773EB-3CAA-993F-9ED0-20ADFDEBD5A2}"/>
                    </a:ext>
                  </a:extLst>
                </p14:cNvPr>
                <p14:cNvContentPartPr/>
                <p14:nvPr/>
              </p14:nvContentPartPr>
              <p14:xfrm>
                <a:off x="8620947" y="1583187"/>
                <a:ext cx="420120" cy="93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FF773EB-3CAA-993F-9ED0-20ADFDEBD5A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614827" y="1577067"/>
                  <a:ext cx="4323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D64609E-78EA-398E-D9DC-1BB701C0E15F}"/>
                    </a:ext>
                  </a:extLst>
                </p14:cNvPr>
                <p14:cNvContentPartPr/>
                <p14:nvPr/>
              </p14:nvContentPartPr>
              <p14:xfrm>
                <a:off x="8734347" y="1453227"/>
                <a:ext cx="152640" cy="543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D64609E-78EA-398E-D9DC-1BB701C0E15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728227" y="1447107"/>
                  <a:ext cx="164880" cy="55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904F876-FC58-D63F-C71E-53CE050AAB6B}"/>
                    </a:ext>
                  </a:extLst>
                </p14:cNvPr>
                <p14:cNvContentPartPr/>
                <p14:nvPr/>
              </p14:nvContentPartPr>
              <p14:xfrm>
                <a:off x="9214227" y="1544307"/>
                <a:ext cx="404280" cy="637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904F876-FC58-D63F-C71E-53CE050AAB6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08107" y="1538187"/>
                  <a:ext cx="41652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EA0E159-131E-1FD2-B242-4643E1C098F2}"/>
                    </a:ext>
                  </a:extLst>
                </p14:cNvPr>
                <p14:cNvContentPartPr/>
                <p14:nvPr/>
              </p14:nvContentPartPr>
              <p14:xfrm>
                <a:off x="9694107" y="1890987"/>
                <a:ext cx="99000" cy="4269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EA0E159-131E-1FD2-B242-4643E1C098F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687987" y="1884867"/>
                  <a:ext cx="11124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5789FF2-B932-2646-49F2-147BAD69D1AC}"/>
                    </a:ext>
                  </a:extLst>
                </p14:cNvPr>
                <p14:cNvContentPartPr/>
                <p14:nvPr/>
              </p14:nvContentPartPr>
              <p14:xfrm>
                <a:off x="9906147" y="1963347"/>
                <a:ext cx="234720" cy="504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5789FF2-B932-2646-49F2-147BAD69D1A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900027" y="1957227"/>
                  <a:ext cx="24696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7DD8B12-E40A-0B30-16DE-0017EBB3A48C}"/>
                    </a:ext>
                  </a:extLst>
                </p14:cNvPr>
                <p14:cNvContentPartPr/>
                <p14:nvPr/>
              </p14:nvContentPartPr>
              <p14:xfrm>
                <a:off x="10283787" y="1727187"/>
                <a:ext cx="354240" cy="4759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7DD8B12-E40A-0B30-16DE-0017EBB3A48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277667" y="1721067"/>
                  <a:ext cx="36648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4CA8F30-7CD3-C72A-08F3-8CBBCE447AF1}"/>
                    </a:ext>
                  </a:extLst>
                </p14:cNvPr>
                <p14:cNvContentPartPr/>
                <p14:nvPr/>
              </p14:nvContentPartPr>
              <p14:xfrm>
                <a:off x="10620027" y="1923027"/>
                <a:ext cx="269640" cy="519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4CA8F30-7CD3-C72A-08F3-8CBBCE447AF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613907" y="1916907"/>
                  <a:ext cx="281880" cy="53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979B901-FF78-FA8C-B2E2-C003946A1151}"/>
              </a:ext>
            </a:extLst>
          </p:cNvPr>
          <p:cNvGrpSpPr/>
          <p:nvPr/>
        </p:nvGrpSpPr>
        <p:grpSpPr>
          <a:xfrm>
            <a:off x="3705867" y="4130547"/>
            <a:ext cx="3183840" cy="2822960"/>
            <a:chOff x="3705867" y="4130547"/>
            <a:chExt cx="3183840" cy="282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8E9C5DF-9542-0E78-91B3-C2BE344F9203}"/>
                    </a:ext>
                  </a:extLst>
                </p14:cNvPr>
                <p14:cNvContentPartPr/>
                <p14:nvPr/>
              </p14:nvContentPartPr>
              <p14:xfrm>
                <a:off x="4563747" y="4180227"/>
                <a:ext cx="317880" cy="534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8E9C5DF-9542-0E78-91B3-C2BE344F920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57627" y="4174107"/>
                  <a:ext cx="330120" cy="54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BC4A51E-0691-9231-D455-C85815EB101B}"/>
                    </a:ext>
                  </a:extLst>
                </p14:cNvPr>
                <p14:cNvContentPartPr/>
                <p14:nvPr/>
              </p14:nvContentPartPr>
              <p14:xfrm>
                <a:off x="4938867" y="4130547"/>
                <a:ext cx="36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BC4A51E-0691-9231-D455-C85815EB101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932747" y="412442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D0206AB-640D-312D-9AE6-5E77722FFD99}"/>
                    </a:ext>
                  </a:extLst>
                </p14:cNvPr>
                <p14:cNvContentPartPr/>
                <p14:nvPr/>
              </p14:nvContentPartPr>
              <p14:xfrm>
                <a:off x="5147307" y="4340067"/>
                <a:ext cx="181440" cy="55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D0206AB-640D-312D-9AE6-5E77722FFD9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141187" y="4333947"/>
                  <a:ext cx="1936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758DE22-941D-8DBD-767D-A5A5DE60EFAD}"/>
                    </a:ext>
                  </a:extLst>
                </p14:cNvPr>
                <p14:cNvContentPartPr/>
                <p14:nvPr/>
              </p14:nvContentPartPr>
              <p14:xfrm>
                <a:off x="5112387" y="4521867"/>
                <a:ext cx="261000" cy="52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758DE22-941D-8DBD-767D-A5A5DE60EFA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106267" y="4515747"/>
                  <a:ext cx="2732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5A23DA3-09B0-4E20-257C-F264148B2B87}"/>
                    </a:ext>
                  </a:extLst>
                </p14:cNvPr>
                <p14:cNvContentPartPr/>
                <p14:nvPr/>
              </p14:nvContentPartPr>
              <p14:xfrm>
                <a:off x="5510547" y="4171227"/>
                <a:ext cx="114120" cy="496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5A23DA3-09B0-4E20-257C-F264148B2B8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04427" y="4165107"/>
                  <a:ext cx="12636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60E1A8E-583B-0ADB-38F0-2CA10A74EB59}"/>
                    </a:ext>
                  </a:extLst>
                </p14:cNvPr>
                <p14:cNvContentPartPr/>
                <p14:nvPr/>
              </p14:nvContentPartPr>
              <p14:xfrm>
                <a:off x="3705867" y="5395587"/>
                <a:ext cx="492120" cy="46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60E1A8E-583B-0ADB-38F0-2CA10A74EB5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699747" y="5389467"/>
                  <a:ext cx="5043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1644508-067B-FCB2-E253-5991C4A58E0A}"/>
                    </a:ext>
                  </a:extLst>
                </p14:cNvPr>
                <p14:cNvContentPartPr/>
                <p14:nvPr/>
              </p14:nvContentPartPr>
              <p14:xfrm>
                <a:off x="3830427" y="5618067"/>
                <a:ext cx="302400" cy="1540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1644508-067B-FCB2-E253-5991C4A58E0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824307" y="5611947"/>
                  <a:ext cx="3146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F455589-11E5-B1F5-156C-3FBDAB7ACBB4}"/>
                    </a:ext>
                  </a:extLst>
                </p14:cNvPr>
                <p14:cNvContentPartPr/>
                <p14:nvPr/>
              </p14:nvContentPartPr>
              <p14:xfrm>
                <a:off x="4478427" y="4814547"/>
                <a:ext cx="537840" cy="754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F455589-11E5-B1F5-156C-3FBDAB7ACBB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472307" y="4808427"/>
                  <a:ext cx="550080" cy="76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0106AF0-001D-28D7-BE43-E438FF834FE5}"/>
                    </a:ext>
                  </a:extLst>
                </p14:cNvPr>
                <p14:cNvContentPartPr/>
                <p14:nvPr/>
              </p14:nvContentPartPr>
              <p14:xfrm>
                <a:off x="4842747" y="5351667"/>
                <a:ext cx="240840" cy="4114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0106AF0-001D-28D7-BE43-E438FF834FE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36627" y="5345547"/>
                  <a:ext cx="25308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0338F2A-D3BC-651B-CFEC-599E9430A966}"/>
                    </a:ext>
                  </a:extLst>
                </p14:cNvPr>
                <p14:cNvContentPartPr/>
                <p14:nvPr/>
              </p14:nvContentPartPr>
              <p14:xfrm>
                <a:off x="5196987" y="5408187"/>
                <a:ext cx="49320" cy="2376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0338F2A-D3BC-651B-CFEC-599E9430A96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190867" y="5402067"/>
                  <a:ext cx="615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157706D-57EB-D8AD-33B6-9B5AA3DFB54A}"/>
                    </a:ext>
                  </a:extLst>
                </p14:cNvPr>
                <p14:cNvContentPartPr/>
                <p14:nvPr/>
              </p14:nvContentPartPr>
              <p14:xfrm>
                <a:off x="4467987" y="5800587"/>
                <a:ext cx="315360" cy="410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157706D-57EB-D8AD-33B6-9B5AA3DFB54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461867" y="5794467"/>
                  <a:ext cx="32760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6C283F9-3D55-DE6B-0D62-7875A1592A76}"/>
                    </a:ext>
                  </a:extLst>
                </p14:cNvPr>
                <p14:cNvContentPartPr/>
                <p14:nvPr/>
              </p14:nvContentPartPr>
              <p14:xfrm>
                <a:off x="4723587" y="6059067"/>
                <a:ext cx="244080" cy="3758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6C283F9-3D55-DE6B-0D62-7875A1592A7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717467" y="6052947"/>
                  <a:ext cx="25632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776C323-85AF-C7BE-C551-C016D4E6AABA}"/>
                    </a:ext>
                  </a:extLst>
                </p14:cNvPr>
                <p14:cNvContentPartPr/>
                <p14:nvPr/>
              </p14:nvContentPartPr>
              <p14:xfrm>
                <a:off x="5035707" y="6204507"/>
                <a:ext cx="151560" cy="205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776C323-85AF-C7BE-C551-C016D4E6AAB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029587" y="6198387"/>
                  <a:ext cx="1638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0BCD667-5683-6242-960C-8B2D2A72F2BC}"/>
                    </a:ext>
                  </a:extLst>
                </p14:cNvPr>
                <p14:cNvContentPartPr/>
                <p14:nvPr/>
              </p14:nvContentPartPr>
              <p14:xfrm>
                <a:off x="4583547" y="6525987"/>
                <a:ext cx="288360" cy="293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0BCD667-5683-6242-960C-8B2D2A72F2B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577427" y="6519867"/>
                  <a:ext cx="3006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03BAF9B-B06C-A6AE-8397-85FE13B1B45D}"/>
                    </a:ext>
                  </a:extLst>
                </p14:cNvPr>
                <p14:cNvContentPartPr/>
                <p14:nvPr/>
              </p14:nvContentPartPr>
              <p14:xfrm>
                <a:off x="4918707" y="6695187"/>
                <a:ext cx="235440" cy="2296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03BAF9B-B06C-A6AE-8397-85FE13B1B45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912587" y="6689067"/>
                  <a:ext cx="2476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CCA31C2-9421-0896-F28C-1E8257F5C6D5}"/>
                    </a:ext>
                  </a:extLst>
                </p14:cNvPr>
                <p14:cNvContentPartPr/>
                <p14:nvPr/>
              </p14:nvContentPartPr>
              <p14:xfrm>
                <a:off x="5256027" y="6689987"/>
                <a:ext cx="203760" cy="263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CCA31C2-9421-0896-F28C-1E8257F5C6D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249907" y="6683867"/>
                  <a:ext cx="2160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07DA6F3-AC15-2FBF-A78B-F306C4DACB9A}"/>
                    </a:ext>
                  </a:extLst>
                </p14:cNvPr>
                <p14:cNvContentPartPr/>
                <p14:nvPr/>
              </p14:nvContentPartPr>
              <p14:xfrm>
                <a:off x="5681547" y="6460307"/>
                <a:ext cx="332280" cy="278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07DA6F3-AC15-2FBF-A78B-F306C4DACB9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675427" y="6454187"/>
                  <a:ext cx="3445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E724F75-4725-BE00-13F8-BC4D545865C9}"/>
                    </a:ext>
                  </a:extLst>
                </p14:cNvPr>
                <p14:cNvContentPartPr/>
                <p14:nvPr/>
              </p14:nvContentPartPr>
              <p14:xfrm>
                <a:off x="6175467" y="6628787"/>
                <a:ext cx="187200" cy="2822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E724F75-4725-BE00-13F8-BC4D545865C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169347" y="6622667"/>
                  <a:ext cx="1994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576272D-CC33-418E-146A-A34B496A198F}"/>
                    </a:ext>
                  </a:extLst>
                </p14:cNvPr>
                <p14:cNvContentPartPr/>
                <p14:nvPr/>
              </p14:nvContentPartPr>
              <p14:xfrm>
                <a:off x="6550587" y="5987627"/>
                <a:ext cx="339120" cy="694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576272D-CC33-418E-146A-A34B496A198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544467" y="5981507"/>
                  <a:ext cx="3513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521669E-1A20-713F-D018-333523BF1F71}"/>
                    </a:ext>
                  </a:extLst>
                </p14:cNvPr>
                <p14:cNvContentPartPr/>
                <p14:nvPr/>
              </p14:nvContentPartPr>
              <p14:xfrm>
                <a:off x="6653547" y="5887547"/>
                <a:ext cx="56160" cy="437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521669E-1A20-713F-D018-333523BF1F7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647427" y="5881427"/>
                  <a:ext cx="6840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A1D6883-B900-835D-1162-510924CC4CB3}"/>
                    </a:ext>
                  </a:extLst>
                </p14:cNvPr>
                <p14:cNvContentPartPr/>
                <p14:nvPr/>
              </p14:nvContentPartPr>
              <p14:xfrm>
                <a:off x="5474187" y="5880347"/>
                <a:ext cx="241560" cy="3405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A1D6883-B900-835D-1162-510924CC4CB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468067" y="5874227"/>
                  <a:ext cx="25380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FD51FBC-7714-E0C2-B481-7A4CA5E702C7}"/>
                    </a:ext>
                  </a:extLst>
                </p14:cNvPr>
                <p14:cNvContentPartPr/>
                <p14:nvPr/>
              </p14:nvContentPartPr>
              <p14:xfrm>
                <a:off x="5829507" y="6056747"/>
                <a:ext cx="381960" cy="2012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FD51FBC-7714-E0C2-B481-7A4CA5E702C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823387" y="6050627"/>
                  <a:ext cx="39420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CED99A0E-9617-FC7C-DB2E-A5AD497877FF}"/>
              </a:ext>
            </a:extLst>
          </p:cNvPr>
          <p:cNvGrpSpPr/>
          <p:nvPr/>
        </p:nvGrpSpPr>
        <p:grpSpPr>
          <a:xfrm>
            <a:off x="5602347" y="4983947"/>
            <a:ext cx="513000" cy="663120"/>
            <a:chOff x="5602347" y="4983947"/>
            <a:chExt cx="513000" cy="66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A0C0C17-6033-13DD-D895-BA9C3D915D4D}"/>
                    </a:ext>
                  </a:extLst>
                </p14:cNvPr>
                <p14:cNvContentPartPr/>
                <p14:nvPr/>
              </p14:nvContentPartPr>
              <p14:xfrm>
                <a:off x="5602347" y="4983947"/>
                <a:ext cx="330840" cy="4280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A0C0C17-6033-13DD-D895-BA9C3D915D4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596227" y="4977827"/>
                  <a:ext cx="34308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27DF59D-A4F6-784B-F1FD-42BE9077A9C3}"/>
                    </a:ext>
                  </a:extLst>
                </p14:cNvPr>
                <p14:cNvContentPartPr/>
                <p14:nvPr/>
              </p14:nvContentPartPr>
              <p14:xfrm>
                <a:off x="6068907" y="5275187"/>
                <a:ext cx="46440" cy="3718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27DF59D-A4F6-784B-F1FD-42BE9077A9C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062787" y="5269067"/>
                  <a:ext cx="58680" cy="38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B84ACAFC-93CB-227F-A234-A976FD949215}"/>
              </a:ext>
            </a:extLst>
          </p:cNvPr>
          <p:cNvGrpSpPr/>
          <p:nvPr/>
        </p:nvGrpSpPr>
        <p:grpSpPr>
          <a:xfrm>
            <a:off x="6509547" y="4943987"/>
            <a:ext cx="466200" cy="506880"/>
            <a:chOff x="6509547" y="4943987"/>
            <a:chExt cx="466200" cy="50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25674D7-100C-588B-CC63-868CBD06AAF6}"/>
                    </a:ext>
                  </a:extLst>
                </p14:cNvPr>
                <p14:cNvContentPartPr/>
                <p14:nvPr/>
              </p14:nvContentPartPr>
              <p14:xfrm>
                <a:off x="6509547" y="5042627"/>
                <a:ext cx="466200" cy="975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25674D7-100C-588B-CC63-868CBD06AAF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503427" y="5036507"/>
                  <a:ext cx="4784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A468F62-2AA9-A0D8-6D06-1C24523895F6}"/>
                    </a:ext>
                  </a:extLst>
                </p14:cNvPr>
                <p14:cNvContentPartPr/>
                <p14:nvPr/>
              </p14:nvContentPartPr>
              <p14:xfrm>
                <a:off x="6712947" y="4943987"/>
                <a:ext cx="60480" cy="506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A468F62-2AA9-A0D8-6D06-1C24523895F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706827" y="4937867"/>
                  <a:ext cx="72720" cy="51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4C88A128-E4DE-3F4E-75C8-7435AECBF240}"/>
                  </a:ext>
                </a:extLst>
              </p14:cNvPr>
              <p14:cNvContentPartPr/>
              <p14:nvPr/>
            </p14:nvContentPartPr>
            <p14:xfrm>
              <a:off x="9333387" y="42227"/>
              <a:ext cx="839160" cy="12772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4C88A128-E4DE-3F4E-75C8-7435AECBF240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9327267" y="36107"/>
                <a:ext cx="851400" cy="128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406B99E4-5221-14A1-BF5F-37393D74B538}"/>
                  </a:ext>
                </a:extLst>
              </p14:cNvPr>
              <p14:cNvContentPartPr/>
              <p14:nvPr/>
            </p14:nvContentPartPr>
            <p14:xfrm>
              <a:off x="10108827" y="3051827"/>
              <a:ext cx="863640" cy="11160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406B99E4-5221-14A1-BF5F-37393D74B538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0102707" y="3045707"/>
                <a:ext cx="875880" cy="11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FE17A9D8-8188-20B4-589A-2EE6DF19267E}"/>
                  </a:ext>
                </a:extLst>
              </p14:cNvPr>
              <p14:cNvContentPartPr/>
              <p14:nvPr/>
            </p14:nvContentPartPr>
            <p14:xfrm>
              <a:off x="5427387" y="4643387"/>
              <a:ext cx="1048320" cy="114480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FE17A9D8-8188-20B4-589A-2EE6DF19267E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421267" y="4637267"/>
                <a:ext cx="1060560" cy="11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BDA967F8-AC07-50E9-A48A-4E31726086A3}"/>
                  </a:ext>
                </a:extLst>
              </p14:cNvPr>
              <p14:cNvContentPartPr/>
              <p14:nvPr/>
            </p14:nvContentPartPr>
            <p14:xfrm>
              <a:off x="8308827" y="124307"/>
              <a:ext cx="1212120" cy="126792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BDA967F8-AC07-50E9-A48A-4E31726086A3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8302707" y="118187"/>
                <a:ext cx="1224360" cy="128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8753D963-AB9B-8E45-EDFD-750EA9CD0B24}"/>
                  </a:ext>
                </a:extLst>
              </p14:cNvPr>
              <p14:cNvContentPartPr/>
              <p14:nvPr/>
            </p14:nvContentPartPr>
            <p14:xfrm>
              <a:off x="9049707" y="2662307"/>
              <a:ext cx="1188000" cy="176976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8753D963-AB9B-8E45-EDFD-750EA9CD0B24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9043587" y="2656187"/>
                <a:ext cx="1200240" cy="178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4A11E516-8CF3-3588-F6BC-61996629F355}"/>
                  </a:ext>
                </a:extLst>
              </p14:cNvPr>
              <p14:cNvContentPartPr/>
              <p14:nvPr/>
            </p14:nvContentPartPr>
            <p14:xfrm>
              <a:off x="4321107" y="4569587"/>
              <a:ext cx="1196280" cy="137844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4A11E516-8CF3-3588-F6BC-61996629F355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314987" y="4563467"/>
                <a:ext cx="1208520" cy="139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5B853A84-5E80-E8EE-AA52-4A6FD33E35C9}"/>
                  </a:ext>
                </a:extLst>
              </p14:cNvPr>
              <p14:cNvContentPartPr/>
              <p14:nvPr/>
            </p14:nvContentPartPr>
            <p14:xfrm>
              <a:off x="8136387" y="1170107"/>
              <a:ext cx="1318680" cy="20448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5B853A84-5E80-E8EE-AA52-4A6FD33E35C9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8130267" y="1163987"/>
                <a:ext cx="133092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55627149-1F1E-A6DE-D8E2-20619A89A5F2}"/>
                  </a:ext>
                </a:extLst>
              </p14:cNvPr>
              <p14:cNvContentPartPr/>
              <p14:nvPr/>
            </p14:nvContentPartPr>
            <p14:xfrm>
              <a:off x="9078867" y="4196267"/>
              <a:ext cx="1240200" cy="16812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55627149-1F1E-A6DE-D8E2-20619A89A5F2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9072747" y="4190147"/>
                <a:ext cx="125244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958BB478-EA90-A9A3-BB31-295B4E730297}"/>
                  </a:ext>
                </a:extLst>
              </p14:cNvPr>
              <p14:cNvContentPartPr/>
              <p14:nvPr/>
            </p14:nvContentPartPr>
            <p14:xfrm>
              <a:off x="4211667" y="5694227"/>
              <a:ext cx="1379520" cy="2001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958BB478-EA90-A9A3-BB31-295B4E730297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4205547" y="5688107"/>
                <a:ext cx="1391760" cy="21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D8A366D9-267F-7340-7BC3-F942D59805C5}"/>
              </a:ext>
            </a:extLst>
          </p:cNvPr>
          <p:cNvGrpSpPr/>
          <p:nvPr/>
        </p:nvGrpSpPr>
        <p:grpSpPr>
          <a:xfrm>
            <a:off x="747" y="1873187"/>
            <a:ext cx="1298520" cy="3689280"/>
            <a:chOff x="747" y="1873187"/>
            <a:chExt cx="1298520" cy="368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1997B7D-7648-C4B7-FF73-3DF85E88B900}"/>
                    </a:ext>
                  </a:extLst>
                </p14:cNvPr>
                <p14:cNvContentPartPr/>
                <p14:nvPr/>
              </p14:nvContentPartPr>
              <p14:xfrm>
                <a:off x="167067" y="1873187"/>
                <a:ext cx="884880" cy="17182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1997B7D-7648-C4B7-FF73-3DF85E88B90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60947" y="1867067"/>
                  <a:ext cx="897120" cy="173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055E503-18CC-78FD-821F-CC49D403DFAA}"/>
                    </a:ext>
                  </a:extLst>
                </p14:cNvPr>
                <p14:cNvContentPartPr/>
                <p14:nvPr/>
              </p14:nvContentPartPr>
              <p14:xfrm>
                <a:off x="747" y="3633947"/>
                <a:ext cx="1298520" cy="1188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055E503-18CC-78FD-821F-CC49D403DFA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-5373" y="3627827"/>
                  <a:ext cx="13107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B957326-D084-24B6-C22E-8F489A27AFE7}"/>
                    </a:ext>
                  </a:extLst>
                </p14:cNvPr>
                <p14:cNvContentPartPr/>
                <p14:nvPr/>
              </p14:nvContentPartPr>
              <p14:xfrm>
                <a:off x="67707" y="3755627"/>
                <a:ext cx="1173240" cy="18068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B957326-D084-24B6-C22E-8F489A27AFE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1587" y="3749507"/>
                  <a:ext cx="1185480" cy="181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A4F8381F-ECC9-20D3-3479-CA3DF4151712}"/>
                  </a:ext>
                </a:extLst>
              </p14:cNvPr>
              <p14:cNvContentPartPr/>
              <p14:nvPr/>
            </p14:nvContentPartPr>
            <p14:xfrm>
              <a:off x="237987" y="548747"/>
              <a:ext cx="324000" cy="7693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A4F8381F-ECC9-20D3-3479-CA3DF4151712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231867" y="542627"/>
                <a:ext cx="336240" cy="78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90CAE079-5D70-64AE-774F-9E4BFE01A212}"/>
                  </a:ext>
                </a:extLst>
              </p14:cNvPr>
              <p14:cNvContentPartPr/>
              <p14:nvPr/>
            </p14:nvContentPartPr>
            <p14:xfrm>
              <a:off x="692307" y="1019267"/>
              <a:ext cx="53640" cy="29916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90CAE079-5D70-64AE-774F-9E4BFE01A212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686187" y="1013147"/>
                <a:ext cx="6588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BC6A2483-877E-7F93-3286-3C85BFE1FD83}"/>
                  </a:ext>
                </a:extLst>
              </p14:cNvPr>
              <p14:cNvContentPartPr/>
              <p14:nvPr/>
            </p14:nvContentPartPr>
            <p14:xfrm>
              <a:off x="466227" y="2445227"/>
              <a:ext cx="352440" cy="8456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BC6A2483-877E-7F93-3286-3C85BFE1FD83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460107" y="2439107"/>
                <a:ext cx="364680" cy="85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F15C2B13-8E13-3CBE-1EE3-E636C0683FCB}"/>
                  </a:ext>
                </a:extLst>
              </p14:cNvPr>
              <p14:cNvContentPartPr/>
              <p14:nvPr/>
            </p14:nvContentPartPr>
            <p14:xfrm>
              <a:off x="916947" y="3099347"/>
              <a:ext cx="169200" cy="34668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F15C2B13-8E13-3CBE-1EE3-E636C0683FCB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910827" y="3093227"/>
                <a:ext cx="18144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D5DF7C0F-1D7A-DD77-CA7E-212F385EC9E0}"/>
                  </a:ext>
                </a:extLst>
              </p14:cNvPr>
              <p14:cNvContentPartPr/>
              <p14:nvPr/>
            </p14:nvContentPartPr>
            <p14:xfrm>
              <a:off x="597627" y="4623227"/>
              <a:ext cx="164160" cy="91908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D5DF7C0F-1D7A-DD77-CA7E-212F385EC9E0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591507" y="4617107"/>
                <a:ext cx="176400" cy="93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505B14C7-2662-6F87-AF18-2CB30986ECAE}"/>
              </a:ext>
            </a:extLst>
          </p:cNvPr>
          <p:cNvGrpSpPr/>
          <p:nvPr/>
        </p:nvGrpSpPr>
        <p:grpSpPr>
          <a:xfrm>
            <a:off x="8670987" y="1367027"/>
            <a:ext cx="496080" cy="114480"/>
            <a:chOff x="8670987" y="1367027"/>
            <a:chExt cx="496080" cy="11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950EEE6-279F-25BD-74AE-10E4B168EE08}"/>
                    </a:ext>
                  </a:extLst>
                </p14:cNvPr>
                <p14:cNvContentPartPr/>
                <p14:nvPr/>
              </p14:nvContentPartPr>
              <p14:xfrm>
                <a:off x="8790867" y="1476107"/>
                <a:ext cx="3240" cy="3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950EEE6-279F-25BD-74AE-10E4B168EE0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784747" y="1469987"/>
                  <a:ext cx="154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88812D3-2560-F216-D490-BADFB6EFC060}"/>
                    </a:ext>
                  </a:extLst>
                </p14:cNvPr>
                <p14:cNvContentPartPr/>
                <p14:nvPr/>
              </p14:nvContentPartPr>
              <p14:xfrm>
                <a:off x="8683587" y="1473227"/>
                <a:ext cx="360" cy="82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88812D3-2560-F216-D490-BADFB6EFC06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677467" y="1467107"/>
                  <a:ext cx="126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98FDFA5-7350-22BA-5184-5E30581C2022}"/>
                    </a:ext>
                  </a:extLst>
                </p14:cNvPr>
                <p14:cNvContentPartPr/>
                <p14:nvPr/>
              </p14:nvContentPartPr>
              <p14:xfrm>
                <a:off x="8670987" y="1439387"/>
                <a:ext cx="1440" cy="90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98FDFA5-7350-22BA-5184-5E30581C202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664867" y="1433267"/>
                  <a:ext cx="136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1583FD2-206C-D768-6C21-D6F45DCCBA89}"/>
                    </a:ext>
                  </a:extLst>
                </p14:cNvPr>
                <p14:cNvContentPartPr/>
                <p14:nvPr/>
              </p14:nvContentPartPr>
              <p14:xfrm>
                <a:off x="9166707" y="1367027"/>
                <a:ext cx="360" cy="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1583FD2-206C-D768-6C21-D6F45DCCBA8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160587" y="1360907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910A662-6B72-B630-9E98-216625EAE6B0}"/>
                    </a:ext>
                  </a:extLst>
                </p14:cNvPr>
                <p14:cNvContentPartPr/>
                <p14:nvPr/>
              </p14:nvContentPartPr>
              <p14:xfrm>
                <a:off x="8710947" y="1406267"/>
                <a:ext cx="10800" cy="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910A662-6B72-B630-9E98-216625EAE6B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704827" y="1400147"/>
                  <a:ext cx="2304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18142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995F3F5-F96D-D4CB-7940-2F6DE08F6612}"/>
                  </a:ext>
                </a:extLst>
              </p14:cNvPr>
              <p14:cNvContentPartPr/>
              <p14:nvPr/>
            </p14:nvContentPartPr>
            <p14:xfrm>
              <a:off x="1502307" y="1888827"/>
              <a:ext cx="1656360" cy="3913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995F3F5-F96D-D4CB-7940-2F6DE08F66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5827" y="1882347"/>
                <a:ext cx="1668600" cy="40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64E411FE-5DE8-5F26-0B4A-CCD917F0E3CA}"/>
              </a:ext>
            </a:extLst>
          </p:cNvPr>
          <p:cNvGrpSpPr/>
          <p:nvPr/>
        </p:nvGrpSpPr>
        <p:grpSpPr>
          <a:xfrm>
            <a:off x="1202721" y="253920"/>
            <a:ext cx="8718120" cy="4668854"/>
            <a:chOff x="1058787" y="-33947"/>
            <a:chExt cx="8718120" cy="4668854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948BDFE-8B75-28CB-0227-DB21D781FCAF}"/>
                    </a:ext>
                  </a:extLst>
                </p14:cNvPr>
                <p14:cNvContentPartPr/>
                <p14:nvPr/>
              </p14:nvContentPartPr>
              <p14:xfrm>
                <a:off x="1716867" y="3100227"/>
                <a:ext cx="489240" cy="477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948BDFE-8B75-28CB-0227-DB21D781FCA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10747" y="3094107"/>
                  <a:ext cx="50148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8BE2DEE-8956-EAFD-7DD8-56DC7B014FA3}"/>
                    </a:ext>
                  </a:extLst>
                </p14:cNvPr>
                <p14:cNvContentPartPr/>
                <p14:nvPr/>
              </p14:nvContentPartPr>
              <p14:xfrm>
                <a:off x="2286387" y="3379587"/>
                <a:ext cx="45720" cy="670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8BE2DEE-8956-EAFD-7DD8-56DC7B014FA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80267" y="3373467"/>
                  <a:ext cx="57960" cy="68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49A8772-AE16-65AA-9E7B-CB77157255A7}"/>
                    </a:ext>
                  </a:extLst>
                </p14:cNvPr>
                <p14:cNvContentPartPr/>
                <p14:nvPr/>
              </p14:nvContentPartPr>
              <p14:xfrm>
                <a:off x="1851507" y="1907547"/>
                <a:ext cx="280080" cy="906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49A8772-AE16-65AA-9E7B-CB77157255A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45387" y="1901427"/>
                  <a:ext cx="292320" cy="9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1E29B54-619B-7142-C7F4-EF562F822453}"/>
                    </a:ext>
                  </a:extLst>
                </p14:cNvPr>
                <p14:cNvContentPartPr/>
                <p14:nvPr/>
              </p14:nvContentPartPr>
              <p14:xfrm>
                <a:off x="1694187" y="1069107"/>
                <a:ext cx="969840" cy="932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1E29B54-619B-7142-C7F4-EF562F82245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88067" y="1062987"/>
                  <a:ext cx="982080" cy="9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E905B55-2165-00EB-0111-BB03CBF44987}"/>
                    </a:ext>
                  </a:extLst>
                </p14:cNvPr>
                <p14:cNvContentPartPr/>
                <p14:nvPr/>
              </p14:nvContentPartPr>
              <p14:xfrm>
                <a:off x="2052387" y="1200147"/>
                <a:ext cx="383400" cy="666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E905B55-2165-00EB-0111-BB03CBF4498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46267" y="1194027"/>
                  <a:ext cx="395640" cy="67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E512392-FAA3-3D84-6EC3-439492C57E5A}"/>
                    </a:ext>
                  </a:extLst>
                </p14:cNvPr>
                <p14:cNvContentPartPr/>
                <p14:nvPr/>
              </p14:nvContentPartPr>
              <p14:xfrm>
                <a:off x="2672667" y="1273227"/>
                <a:ext cx="1054440" cy="448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E512392-FAA3-3D84-6EC3-439492C57E5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66547" y="1267107"/>
                  <a:ext cx="106668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37E74BB-E188-85B1-02C3-A05A67BFF806}"/>
                    </a:ext>
                  </a:extLst>
                </p14:cNvPr>
                <p14:cNvContentPartPr/>
                <p14:nvPr/>
              </p14:nvContentPartPr>
              <p14:xfrm>
                <a:off x="4353147" y="963987"/>
                <a:ext cx="307080" cy="7966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37E74BB-E188-85B1-02C3-A05A67BFF80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347027" y="957867"/>
                  <a:ext cx="319320" cy="80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3447A6A-9B84-014C-266A-4E79B7491A1D}"/>
                    </a:ext>
                  </a:extLst>
                </p14:cNvPr>
                <p14:cNvContentPartPr/>
                <p14:nvPr/>
              </p14:nvContentPartPr>
              <p14:xfrm>
                <a:off x="4794867" y="1440627"/>
                <a:ext cx="345600" cy="362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3447A6A-9B84-014C-266A-4E79B7491A1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88747" y="1434507"/>
                  <a:ext cx="35784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9419DAE-215A-E732-C85F-A559CCEA4874}"/>
                    </a:ext>
                  </a:extLst>
                </p14:cNvPr>
                <p14:cNvContentPartPr/>
                <p14:nvPr/>
              </p14:nvContentPartPr>
              <p14:xfrm>
                <a:off x="4117707" y="684987"/>
                <a:ext cx="1110960" cy="1661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9419DAE-215A-E732-C85F-A559CCEA487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11587" y="678867"/>
                  <a:ext cx="1123200" cy="167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1A78082-F6EA-1961-96CE-E8B113844BF7}"/>
                    </a:ext>
                  </a:extLst>
                </p14:cNvPr>
                <p14:cNvContentPartPr/>
                <p14:nvPr/>
              </p14:nvContentPartPr>
              <p14:xfrm>
                <a:off x="4411827" y="2237307"/>
                <a:ext cx="128880" cy="1460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1A78082-F6EA-1961-96CE-E8B113844BF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05707" y="2231187"/>
                  <a:ext cx="141120" cy="14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1DA6EA5-1809-55BC-0E87-7CE26E6AEFEE}"/>
                    </a:ext>
                  </a:extLst>
                </p14:cNvPr>
                <p14:cNvContentPartPr/>
                <p14:nvPr/>
              </p14:nvContentPartPr>
              <p14:xfrm>
                <a:off x="4230747" y="2386347"/>
                <a:ext cx="590400" cy="476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1DA6EA5-1809-55BC-0E87-7CE26E6AEFE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24627" y="2380227"/>
                  <a:ext cx="60264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F697941-26FA-9EE1-C54B-7B2A48189664}"/>
                    </a:ext>
                  </a:extLst>
                </p14:cNvPr>
                <p14:cNvContentPartPr/>
                <p14:nvPr/>
              </p14:nvContentPartPr>
              <p14:xfrm>
                <a:off x="4332987" y="3652467"/>
                <a:ext cx="1000800" cy="781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F697941-26FA-9EE1-C54B-7B2A4818966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26867" y="3646347"/>
                  <a:ext cx="1013040" cy="79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1E00192-1F89-5380-8D66-92D86510D472}"/>
                    </a:ext>
                  </a:extLst>
                </p14:cNvPr>
                <p14:cNvContentPartPr/>
                <p14:nvPr/>
              </p14:nvContentPartPr>
              <p14:xfrm>
                <a:off x="5286987" y="1254867"/>
                <a:ext cx="1518480" cy="500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1E00192-1F89-5380-8D66-92D86510D47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80867" y="1248747"/>
                  <a:ext cx="153072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5FB8204-8B2C-09BD-877D-196D530FCF3E}"/>
                    </a:ext>
                  </a:extLst>
                </p14:cNvPr>
                <p14:cNvContentPartPr/>
                <p14:nvPr/>
              </p14:nvContentPartPr>
              <p14:xfrm>
                <a:off x="7387587" y="871827"/>
                <a:ext cx="632880" cy="1235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5FB8204-8B2C-09BD-877D-196D530FCF3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381467" y="865707"/>
                  <a:ext cx="645120" cy="12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4F41098-6B5F-262C-7D11-F5F425F14E71}"/>
                    </a:ext>
                  </a:extLst>
                </p14:cNvPr>
                <p14:cNvContentPartPr/>
                <p14:nvPr/>
              </p14:nvContentPartPr>
              <p14:xfrm>
                <a:off x="7211547" y="687507"/>
                <a:ext cx="1243800" cy="1796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4F41098-6B5F-262C-7D11-F5F425F14E7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205427" y="681387"/>
                  <a:ext cx="1256040" cy="180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6473EDB-29DE-DFD0-CBEB-E1DBF754C137}"/>
                    </a:ext>
                  </a:extLst>
                </p14:cNvPr>
                <p14:cNvContentPartPr/>
                <p14:nvPr/>
              </p14:nvContentPartPr>
              <p14:xfrm>
                <a:off x="7652187" y="2451507"/>
                <a:ext cx="115560" cy="1623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6473EDB-29DE-DFD0-CBEB-E1DBF754C13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646067" y="2445387"/>
                  <a:ext cx="127800" cy="163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A1801E6-D16C-E6E6-EE18-E5CA236684EF}"/>
                    </a:ext>
                  </a:extLst>
                </p14:cNvPr>
                <p14:cNvContentPartPr/>
                <p14:nvPr/>
              </p14:nvContentPartPr>
              <p14:xfrm>
                <a:off x="7470387" y="2401107"/>
                <a:ext cx="660240" cy="479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A1801E6-D16C-E6E6-EE18-E5CA236684E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64267" y="2394987"/>
                  <a:ext cx="67248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E966856-C5BA-FEBD-012D-18DAEF4751B3}"/>
                    </a:ext>
                  </a:extLst>
                </p14:cNvPr>
                <p14:cNvContentPartPr/>
                <p14:nvPr/>
              </p14:nvContentPartPr>
              <p14:xfrm>
                <a:off x="7538067" y="3991947"/>
                <a:ext cx="851760" cy="642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E966856-C5BA-FEBD-012D-18DAEF4751B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31947" y="3985827"/>
                  <a:ext cx="86400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C76FA0D-5611-019E-5989-1A558E555E7C}"/>
                    </a:ext>
                  </a:extLst>
                </p14:cNvPr>
                <p14:cNvContentPartPr/>
                <p14:nvPr/>
              </p14:nvContentPartPr>
              <p14:xfrm>
                <a:off x="1996227" y="531987"/>
                <a:ext cx="453960" cy="433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C76FA0D-5611-019E-5989-1A558E555E7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990107" y="525867"/>
                  <a:ext cx="46620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F627A99-1849-2152-E537-41BAA8A23C75}"/>
                    </a:ext>
                  </a:extLst>
                </p14:cNvPr>
                <p14:cNvContentPartPr/>
                <p14:nvPr/>
              </p14:nvContentPartPr>
              <p14:xfrm>
                <a:off x="2537307" y="746547"/>
                <a:ext cx="78840" cy="364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F627A99-1849-2152-E537-41BAA8A23C7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531187" y="740427"/>
                  <a:ext cx="9108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5119906-0D58-EA6E-3913-36DC9A1068C7}"/>
                    </a:ext>
                  </a:extLst>
                </p14:cNvPr>
                <p14:cNvContentPartPr/>
                <p14:nvPr/>
              </p14:nvContentPartPr>
              <p14:xfrm>
                <a:off x="4361067" y="322107"/>
                <a:ext cx="672480" cy="437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5119906-0D58-EA6E-3913-36DC9A1068C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54947" y="315987"/>
                  <a:ext cx="68472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7F1B94C-BFBD-A5A6-8851-F3B7CC118F8F}"/>
                    </a:ext>
                  </a:extLst>
                </p14:cNvPr>
                <p14:cNvContentPartPr/>
                <p14:nvPr/>
              </p14:nvContentPartPr>
              <p14:xfrm>
                <a:off x="5196987" y="554307"/>
                <a:ext cx="445320" cy="216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7F1B94C-BFBD-A5A6-8851-F3B7CC118F8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190867" y="548187"/>
                  <a:ext cx="4575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2CF387A-3BC0-0662-6DF2-1EE263AEFA4F}"/>
                    </a:ext>
                  </a:extLst>
                </p14:cNvPr>
                <p14:cNvContentPartPr/>
                <p14:nvPr/>
              </p14:nvContentPartPr>
              <p14:xfrm>
                <a:off x="7706547" y="268107"/>
                <a:ext cx="801000" cy="278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2CF387A-3BC0-0662-6DF2-1EE263AEFA4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00427" y="261987"/>
                  <a:ext cx="8132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7C7A636-5EC7-755C-45F1-D15F2965181E}"/>
                    </a:ext>
                  </a:extLst>
                </p14:cNvPr>
                <p14:cNvContentPartPr/>
                <p14:nvPr/>
              </p14:nvContentPartPr>
              <p14:xfrm>
                <a:off x="8492067" y="365307"/>
                <a:ext cx="439200" cy="526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7C7A636-5EC7-755C-45F1-D15F2965181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485947" y="359187"/>
                  <a:ext cx="45144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1536884-0353-8D63-E1CB-B1A2AEE8857E}"/>
                    </a:ext>
                  </a:extLst>
                </p14:cNvPr>
                <p14:cNvContentPartPr/>
                <p14:nvPr/>
              </p14:nvContentPartPr>
              <p14:xfrm>
                <a:off x="5934267" y="932307"/>
                <a:ext cx="1100160" cy="1339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1536884-0353-8D63-E1CB-B1A2AEE8857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28147" y="926187"/>
                  <a:ext cx="1112400" cy="13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F817B17-12B5-3211-A2C3-5FC912E3034A}"/>
                    </a:ext>
                  </a:extLst>
                </p14:cNvPr>
                <p14:cNvContentPartPr/>
                <p14:nvPr/>
              </p14:nvContentPartPr>
              <p14:xfrm>
                <a:off x="6950907" y="1816467"/>
                <a:ext cx="1818360" cy="588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F817B17-12B5-3211-A2C3-5FC912E3034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944787" y="1810347"/>
                  <a:ext cx="183060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EBAE631-8A53-BED2-FC72-3338CAB5C6F0}"/>
                    </a:ext>
                  </a:extLst>
                </p14:cNvPr>
                <p14:cNvContentPartPr/>
                <p14:nvPr/>
              </p14:nvContentPartPr>
              <p14:xfrm>
                <a:off x="4110147" y="1939947"/>
                <a:ext cx="1272600" cy="180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EBAE631-8A53-BED2-FC72-3338CAB5C6F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104027" y="1933827"/>
                  <a:ext cx="1284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7F79443-CCE5-2431-C441-B6B22444085B}"/>
                    </a:ext>
                  </a:extLst>
                </p14:cNvPr>
                <p14:cNvContentPartPr/>
                <p14:nvPr/>
              </p14:nvContentPartPr>
              <p14:xfrm>
                <a:off x="7342587" y="-11613"/>
                <a:ext cx="2434320" cy="1160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7F79443-CCE5-2431-C441-B6B22444085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336467" y="-17733"/>
                  <a:ext cx="2446560" cy="11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60FFBD6-D30C-C6CF-0179-C672FD4FCE3B}"/>
                    </a:ext>
                  </a:extLst>
                </p14:cNvPr>
                <p14:cNvContentPartPr/>
                <p14:nvPr/>
              </p14:nvContentPartPr>
              <p14:xfrm>
                <a:off x="3827187" y="-33947"/>
                <a:ext cx="2116800" cy="1085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60FFBD6-D30C-C6CF-0179-C672FD4FCE3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21067" y="-40067"/>
                  <a:ext cx="2129040" cy="10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E3AA2BC-A77D-47F3-C8AB-321F47F9C565}"/>
                    </a:ext>
                  </a:extLst>
                </p14:cNvPr>
                <p14:cNvContentPartPr/>
                <p14:nvPr/>
              </p14:nvContentPartPr>
              <p14:xfrm>
                <a:off x="1058787" y="129133"/>
                <a:ext cx="2392200" cy="1335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E3AA2BC-A77D-47F3-C8AB-321F47F9C56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52667" y="123013"/>
                  <a:ext cx="2404440" cy="134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2EECD8C-4869-94AE-01DA-F1916C344DE7}"/>
                  </a:ext>
                </a:extLst>
              </p14:cNvPr>
              <p14:cNvContentPartPr/>
              <p14:nvPr/>
            </p14:nvContentPartPr>
            <p14:xfrm>
              <a:off x="3327867" y="5712013"/>
              <a:ext cx="4320" cy="61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2EECD8C-4869-94AE-01DA-F1916C344DE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321747" y="5705893"/>
                <a:ext cx="16560" cy="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CAFE148-E2C5-360C-607C-FA88995DBDDD}"/>
                  </a:ext>
                </a:extLst>
              </p14:cNvPr>
              <p14:cNvContentPartPr/>
              <p14:nvPr/>
            </p14:nvContentPartPr>
            <p14:xfrm>
              <a:off x="4095747" y="1153707"/>
              <a:ext cx="1359000" cy="13586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CAFE148-E2C5-360C-607C-FA88995DBDD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089267" y="1147587"/>
                <a:ext cx="1371240" cy="13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FFD0491-1202-25CE-DB2F-DA1A126C0097}"/>
                  </a:ext>
                </a:extLst>
              </p14:cNvPr>
              <p14:cNvContentPartPr/>
              <p14:nvPr/>
            </p14:nvContentPartPr>
            <p14:xfrm>
              <a:off x="2567907" y="2571387"/>
              <a:ext cx="668520" cy="8197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FFD0491-1202-25CE-DB2F-DA1A126C009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561787" y="2565267"/>
                <a:ext cx="680760" cy="83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FF8910A8-30E1-E940-6929-C5384BFC1687}"/>
              </a:ext>
            </a:extLst>
          </p:cNvPr>
          <p:cNvGrpSpPr/>
          <p:nvPr/>
        </p:nvGrpSpPr>
        <p:grpSpPr>
          <a:xfrm>
            <a:off x="3839427" y="4671267"/>
            <a:ext cx="4771440" cy="1203480"/>
            <a:chOff x="3839427" y="4671267"/>
            <a:chExt cx="4771440" cy="120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FA9672A-3365-4F40-8CDB-A845BD25E42B}"/>
                    </a:ext>
                  </a:extLst>
                </p14:cNvPr>
                <p14:cNvContentPartPr/>
                <p14:nvPr/>
              </p14:nvContentPartPr>
              <p14:xfrm>
                <a:off x="3839427" y="4671267"/>
                <a:ext cx="268920" cy="660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FA9672A-3365-4F40-8CDB-A845BD25E42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33307" y="4665147"/>
                  <a:ext cx="281160" cy="67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1A4DA06-CBFA-2712-BA55-28EA8B3AD53B}"/>
                    </a:ext>
                  </a:extLst>
                </p14:cNvPr>
                <p14:cNvContentPartPr/>
                <p14:nvPr/>
              </p14:nvContentPartPr>
              <p14:xfrm>
                <a:off x="4111227" y="5285787"/>
                <a:ext cx="169560" cy="269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1A4DA06-CBFA-2712-BA55-28EA8B3AD53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05107" y="5279667"/>
                  <a:ext cx="1818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60930D5-A614-F6BB-FBFD-8ABC7D20B05E}"/>
                    </a:ext>
                  </a:extLst>
                </p14:cNvPr>
                <p14:cNvContentPartPr/>
                <p14:nvPr/>
              </p14:nvContentPartPr>
              <p14:xfrm>
                <a:off x="4389867" y="5178147"/>
                <a:ext cx="20880" cy="328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60930D5-A614-F6BB-FBFD-8ABC7D20B05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83747" y="5172027"/>
                  <a:ext cx="3312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E17B89E-25ED-7021-C8F6-27279CD7A287}"/>
                    </a:ext>
                  </a:extLst>
                </p14:cNvPr>
                <p14:cNvContentPartPr/>
                <p14:nvPr/>
              </p14:nvContentPartPr>
              <p14:xfrm>
                <a:off x="4624227" y="4896987"/>
                <a:ext cx="199800" cy="244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E17B89E-25ED-7021-C8F6-27279CD7A28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618107" y="4890867"/>
                  <a:ext cx="2120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B8510F6-EFC2-AE33-B114-A53678493B77}"/>
                    </a:ext>
                  </a:extLst>
                </p14:cNvPr>
                <p14:cNvContentPartPr/>
                <p14:nvPr/>
              </p14:nvContentPartPr>
              <p14:xfrm>
                <a:off x="4977387" y="5162307"/>
                <a:ext cx="49320" cy="206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B8510F6-EFC2-AE33-B114-A53678493B7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971267" y="5156187"/>
                  <a:ext cx="615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0174A1C-F319-E004-810C-212352E0F1E4}"/>
                    </a:ext>
                  </a:extLst>
                </p14:cNvPr>
                <p14:cNvContentPartPr/>
                <p14:nvPr/>
              </p14:nvContentPartPr>
              <p14:xfrm>
                <a:off x="5307507" y="4797987"/>
                <a:ext cx="335880" cy="456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0174A1C-F319-E004-810C-212352E0F1E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301387" y="4791867"/>
                  <a:ext cx="34812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4A051B1-348D-2DF7-21AD-D469CA02C2F8}"/>
                    </a:ext>
                  </a:extLst>
                </p14:cNvPr>
                <p14:cNvContentPartPr/>
                <p14:nvPr/>
              </p14:nvContentPartPr>
              <p14:xfrm>
                <a:off x="5734827" y="5182827"/>
                <a:ext cx="282960" cy="253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4A051B1-348D-2DF7-21AD-D469CA02C2F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728707" y="5176707"/>
                  <a:ext cx="295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409C14E-5EED-7390-13AE-361A67B946F3}"/>
                    </a:ext>
                  </a:extLst>
                </p14:cNvPr>
                <p14:cNvContentPartPr/>
                <p14:nvPr/>
              </p14:nvContentPartPr>
              <p14:xfrm>
                <a:off x="6058467" y="4842987"/>
                <a:ext cx="154800" cy="504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409C14E-5EED-7390-13AE-361A67B946F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052347" y="4836867"/>
                  <a:ext cx="16704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CC44BDC-B085-47EE-6F49-E4C8F4846E2C}"/>
                    </a:ext>
                  </a:extLst>
                </p14:cNvPr>
                <p14:cNvContentPartPr/>
                <p14:nvPr/>
              </p14:nvContentPartPr>
              <p14:xfrm>
                <a:off x="6354027" y="4768107"/>
                <a:ext cx="265680" cy="303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CC44BDC-B085-47EE-6F49-E4C8F4846E2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47907" y="4761987"/>
                  <a:ext cx="2779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978A155-674E-DCA8-7DF6-6EBDFFB49131}"/>
                    </a:ext>
                  </a:extLst>
                </p14:cNvPr>
                <p14:cNvContentPartPr/>
                <p14:nvPr/>
              </p14:nvContentPartPr>
              <p14:xfrm>
                <a:off x="6639507" y="5098587"/>
                <a:ext cx="178200" cy="240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978A155-674E-DCA8-7DF6-6EBDFFB4913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633387" y="5092467"/>
                  <a:ext cx="1904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81FE5A3-071A-9AAD-ADED-0CEF290B1DF0}"/>
                    </a:ext>
                  </a:extLst>
                </p14:cNvPr>
                <p14:cNvContentPartPr/>
                <p14:nvPr/>
              </p14:nvContentPartPr>
              <p14:xfrm>
                <a:off x="7127667" y="4958187"/>
                <a:ext cx="285120" cy="334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81FE5A3-071A-9AAD-ADED-0CEF290B1DF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121547" y="4952067"/>
                  <a:ext cx="2973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5D3EB23-C582-C054-7963-D041C52D897E}"/>
                    </a:ext>
                  </a:extLst>
                </p14:cNvPr>
                <p14:cNvContentPartPr/>
                <p14:nvPr/>
              </p14:nvContentPartPr>
              <p14:xfrm>
                <a:off x="7521867" y="5327907"/>
                <a:ext cx="178200" cy="240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5D3EB23-C582-C054-7963-D041C52D897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515747" y="5321787"/>
                  <a:ext cx="1904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C5FD5B0-E4BE-93FA-A97F-0A8FE59872E9}"/>
                    </a:ext>
                  </a:extLst>
                </p14:cNvPr>
                <p14:cNvContentPartPr/>
                <p14:nvPr/>
              </p14:nvContentPartPr>
              <p14:xfrm>
                <a:off x="7827867" y="5358867"/>
                <a:ext cx="173160" cy="339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C5FD5B0-E4BE-93FA-A97F-0A8FE59872E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821747" y="5352747"/>
                  <a:ext cx="18540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4A301B8-728E-29A0-CF3A-83A0B2A95418}"/>
                    </a:ext>
                  </a:extLst>
                </p14:cNvPr>
                <p14:cNvContentPartPr/>
                <p14:nvPr/>
              </p14:nvContentPartPr>
              <p14:xfrm>
                <a:off x="8260587" y="5162307"/>
                <a:ext cx="183240" cy="265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4A301B8-728E-29A0-CF3A-83A0B2A9541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54467" y="5156187"/>
                  <a:ext cx="1954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0BAA3AB-74CA-BB63-DFB0-21006C9BB7CC}"/>
                    </a:ext>
                  </a:extLst>
                </p14:cNvPr>
                <p14:cNvContentPartPr/>
                <p14:nvPr/>
              </p14:nvContentPartPr>
              <p14:xfrm>
                <a:off x="8432307" y="5445627"/>
                <a:ext cx="178560" cy="429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0BAA3AB-74CA-BB63-DFB0-21006C9BB7C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426187" y="5439507"/>
                  <a:ext cx="19080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FEBBFD3-8570-8659-CF17-20B3EF1BC94E}"/>
                    </a:ext>
                  </a:extLst>
                </p14:cNvPr>
                <p14:cNvContentPartPr/>
                <p14:nvPr/>
              </p14:nvContentPartPr>
              <p14:xfrm>
                <a:off x="6942987" y="5052867"/>
                <a:ext cx="154080" cy="42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FEBBFD3-8570-8659-CF17-20B3EF1BC94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36867" y="5046747"/>
                  <a:ext cx="1663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70C6D11-32A3-A8D1-2F2E-2298A1994005}"/>
                    </a:ext>
                  </a:extLst>
                </p14:cNvPr>
                <p14:cNvContentPartPr/>
                <p14:nvPr/>
              </p14:nvContentPartPr>
              <p14:xfrm>
                <a:off x="7016427" y="4974027"/>
                <a:ext cx="20520" cy="231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70C6D11-32A3-A8D1-2F2E-2298A199400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010307" y="4967907"/>
                  <a:ext cx="327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0475C60-0593-EB9B-0847-9E6188520009}"/>
                    </a:ext>
                  </a:extLst>
                </p14:cNvPr>
                <p14:cNvContentPartPr/>
                <p14:nvPr/>
              </p14:nvContentPartPr>
              <p14:xfrm>
                <a:off x="5028507" y="4958547"/>
                <a:ext cx="152640" cy="49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0475C60-0593-EB9B-0847-9E618852000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022387" y="4952427"/>
                  <a:ext cx="1648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2C9E0D4-7CF6-4504-D45D-CA4AA5B225FB}"/>
                    </a:ext>
                  </a:extLst>
                </p14:cNvPr>
                <p14:cNvContentPartPr/>
                <p14:nvPr/>
              </p14:nvContentPartPr>
              <p14:xfrm>
                <a:off x="5122467" y="4862067"/>
                <a:ext cx="32040" cy="224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2C9E0D4-7CF6-4504-D45D-CA4AA5B225F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116347" y="4855947"/>
                  <a:ext cx="44280" cy="23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FA7D352-5F1A-747E-055D-A20EB93A8E06}"/>
                  </a:ext>
                </a:extLst>
              </p14:cNvPr>
              <p14:cNvContentPartPr/>
              <p14:nvPr/>
            </p14:nvContentPartPr>
            <p14:xfrm>
              <a:off x="4853547" y="5638587"/>
              <a:ext cx="295560" cy="255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FA7D352-5F1A-747E-055D-A20EB93A8E06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847427" y="5632467"/>
                <a:ext cx="3078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1C85F5E-820B-0249-57DB-D567C4BE2630}"/>
                  </a:ext>
                </a:extLst>
              </p14:cNvPr>
              <p14:cNvContentPartPr/>
              <p14:nvPr/>
            </p14:nvContentPartPr>
            <p14:xfrm>
              <a:off x="6591627" y="5633547"/>
              <a:ext cx="348480" cy="2448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1C85F5E-820B-0249-57DB-D567C4BE2630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585507" y="5627427"/>
                <a:ext cx="36072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60F7F2E4-A870-34BC-2CEE-2B5743FAF9B9}"/>
                  </a:ext>
                </a:extLst>
              </p14:cNvPr>
              <p14:cNvContentPartPr/>
              <p14:nvPr/>
            </p14:nvContentPartPr>
            <p14:xfrm>
              <a:off x="8225307" y="6065187"/>
              <a:ext cx="653040" cy="8172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60F7F2E4-A870-34BC-2CEE-2B5743FAF9B9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219187" y="6059067"/>
                <a:ext cx="66528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D88ECC22-4C9B-7BEE-E31E-B1ABCC0C61D4}"/>
              </a:ext>
            </a:extLst>
          </p:cNvPr>
          <p:cNvGrpSpPr/>
          <p:nvPr/>
        </p:nvGrpSpPr>
        <p:grpSpPr>
          <a:xfrm>
            <a:off x="4809627" y="5712387"/>
            <a:ext cx="800640" cy="835920"/>
            <a:chOff x="4809627" y="5712387"/>
            <a:chExt cx="800640" cy="83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B3A7C6A-7DB8-C96B-5184-F6EE1C6C8735}"/>
                    </a:ext>
                  </a:extLst>
                </p14:cNvPr>
                <p14:cNvContentPartPr/>
                <p14:nvPr/>
              </p14:nvContentPartPr>
              <p14:xfrm>
                <a:off x="4809627" y="5712387"/>
                <a:ext cx="317160" cy="552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B3A7C6A-7DB8-C96B-5184-F6EE1C6C873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803507" y="5706267"/>
                  <a:ext cx="32940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E1E39CC-237E-A486-30C7-54B6E9D81670}"/>
                    </a:ext>
                  </a:extLst>
                </p14:cNvPr>
                <p14:cNvContentPartPr/>
                <p14:nvPr/>
              </p14:nvContentPartPr>
              <p14:xfrm>
                <a:off x="5155587" y="6138987"/>
                <a:ext cx="236160" cy="2307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E1E39CC-237E-A486-30C7-54B6E9D8167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149467" y="6132867"/>
                  <a:ext cx="2484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40C368E-1FE9-AD72-0C6B-774FA55D3FBC}"/>
                    </a:ext>
                  </a:extLst>
                </p14:cNvPr>
                <p14:cNvContentPartPr/>
                <p14:nvPr/>
              </p14:nvContentPartPr>
              <p14:xfrm>
                <a:off x="5579667" y="6169227"/>
                <a:ext cx="30600" cy="379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40C368E-1FE9-AD72-0C6B-774FA55D3FB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573547" y="6163107"/>
                  <a:ext cx="42840" cy="39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39C1DD1-358F-A1D9-DDDB-C6C06F91657D}"/>
              </a:ext>
            </a:extLst>
          </p:cNvPr>
          <p:cNvGrpSpPr/>
          <p:nvPr/>
        </p:nvGrpSpPr>
        <p:grpSpPr>
          <a:xfrm>
            <a:off x="6503787" y="5656587"/>
            <a:ext cx="703440" cy="884160"/>
            <a:chOff x="6503787" y="5656587"/>
            <a:chExt cx="703440" cy="88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3FCF3E4-8FDE-39B7-3FB0-C9491F5AE45B}"/>
                    </a:ext>
                  </a:extLst>
                </p14:cNvPr>
                <p14:cNvContentPartPr/>
                <p14:nvPr/>
              </p14:nvContentPartPr>
              <p14:xfrm>
                <a:off x="6503787" y="5656587"/>
                <a:ext cx="317520" cy="567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3FCF3E4-8FDE-39B7-3FB0-C9491F5AE45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497667" y="5650467"/>
                  <a:ext cx="32976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D7F0A02-1E6D-55E4-AECE-5D84FA62E2A7}"/>
                    </a:ext>
                  </a:extLst>
                </p14:cNvPr>
                <p14:cNvContentPartPr/>
                <p14:nvPr/>
              </p14:nvContentPartPr>
              <p14:xfrm>
                <a:off x="6605667" y="6358587"/>
                <a:ext cx="259200" cy="182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D7F0A02-1E6D-55E4-AECE-5D84FA62E2A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99547" y="6352467"/>
                  <a:ext cx="2714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A77A979-7F9F-C235-9747-17051D2ABA54}"/>
                    </a:ext>
                  </a:extLst>
                </p14:cNvPr>
                <p14:cNvContentPartPr/>
                <p14:nvPr/>
              </p14:nvContentPartPr>
              <p14:xfrm>
                <a:off x="6949107" y="6369747"/>
                <a:ext cx="258120" cy="1573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A77A979-7F9F-C235-9747-17051D2ABA5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42987" y="6363627"/>
                  <a:ext cx="27036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2449CA0-7FA2-F233-CCB0-A7FCDC878B31}"/>
              </a:ext>
            </a:extLst>
          </p:cNvPr>
          <p:cNvGrpSpPr/>
          <p:nvPr/>
        </p:nvGrpSpPr>
        <p:grpSpPr>
          <a:xfrm>
            <a:off x="8413587" y="6062667"/>
            <a:ext cx="1043640" cy="704880"/>
            <a:chOff x="8413587" y="6062667"/>
            <a:chExt cx="1043640" cy="70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9F9A2B3-B00E-5A0E-9DD8-C35C01578D2A}"/>
                    </a:ext>
                  </a:extLst>
                </p14:cNvPr>
                <p14:cNvContentPartPr/>
                <p14:nvPr/>
              </p14:nvContentPartPr>
              <p14:xfrm>
                <a:off x="8413587" y="6062667"/>
                <a:ext cx="317520" cy="513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9F9A2B3-B00E-5A0E-9DD8-C35C01578D2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07467" y="6056547"/>
                  <a:ext cx="32976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6F1ED78-BB6A-CCE1-C6FB-E62F5D40FBF2}"/>
                    </a:ext>
                  </a:extLst>
                </p14:cNvPr>
                <p14:cNvContentPartPr/>
                <p14:nvPr/>
              </p14:nvContentPartPr>
              <p14:xfrm>
                <a:off x="8857467" y="6393507"/>
                <a:ext cx="329040" cy="2750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6F1ED78-BB6A-CCE1-C6FB-E62F5D40FBF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851347" y="6387387"/>
                  <a:ext cx="34128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1AE132B-9FF7-36F9-9EEB-650842AE066E}"/>
                    </a:ext>
                  </a:extLst>
                </p14:cNvPr>
                <p14:cNvContentPartPr/>
                <p14:nvPr/>
              </p14:nvContentPartPr>
              <p14:xfrm>
                <a:off x="9308547" y="6486387"/>
                <a:ext cx="148680" cy="2811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1AE132B-9FF7-36F9-9EEB-650842AE066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302427" y="6480267"/>
                  <a:ext cx="160920" cy="29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25725163-8BE5-75B8-C0F8-BE335284A9C4}"/>
                  </a:ext>
                </a:extLst>
              </p14:cNvPr>
              <p14:cNvContentPartPr/>
              <p14:nvPr/>
            </p14:nvContentPartPr>
            <p14:xfrm>
              <a:off x="5202747" y="6703107"/>
              <a:ext cx="253080" cy="216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25725163-8BE5-75B8-C0F8-BE335284A9C4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196627" y="6696987"/>
                <a:ext cx="26532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8977C557-7748-913A-046E-2D60CF419490}"/>
                  </a:ext>
                </a:extLst>
              </p14:cNvPr>
              <p14:cNvContentPartPr/>
              <p14:nvPr/>
            </p14:nvContentPartPr>
            <p14:xfrm>
              <a:off x="6534747" y="6805707"/>
              <a:ext cx="352800" cy="255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8977C557-7748-913A-046E-2D60CF419490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6528627" y="6799587"/>
                <a:ext cx="3650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572510D3-707B-0E28-A224-441D8943E393}"/>
                  </a:ext>
                </a:extLst>
              </p14:cNvPr>
              <p14:cNvContentPartPr/>
              <p14:nvPr/>
            </p14:nvContentPartPr>
            <p14:xfrm>
              <a:off x="8679267" y="6885627"/>
              <a:ext cx="725400" cy="54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572510D3-707B-0E28-A224-441D8943E393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672787" y="6879147"/>
                <a:ext cx="73764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E35D2537-25C1-CF9F-13D0-52565DB7189B}"/>
                  </a:ext>
                </a:extLst>
              </p14:cNvPr>
              <p14:cNvContentPartPr/>
              <p14:nvPr/>
            </p14:nvContentPartPr>
            <p14:xfrm>
              <a:off x="3597507" y="4396787"/>
              <a:ext cx="914760" cy="14223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E35D2537-25C1-CF9F-13D0-52565DB7189B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591387" y="4390667"/>
                <a:ext cx="927000" cy="143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816E3330-F2D4-38FD-7C7C-A864A093C755}"/>
                  </a:ext>
                </a:extLst>
              </p14:cNvPr>
              <p14:cNvContentPartPr/>
              <p14:nvPr/>
            </p14:nvContentPartPr>
            <p14:xfrm>
              <a:off x="3629907" y="5732387"/>
              <a:ext cx="935640" cy="1137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816E3330-F2D4-38FD-7C7C-A864A093C755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623787" y="5726267"/>
                <a:ext cx="94788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EFD39541-92A5-22E1-91A4-0B61F8845BAF}"/>
                  </a:ext>
                </a:extLst>
              </p14:cNvPr>
              <p14:cNvContentPartPr/>
              <p14:nvPr/>
            </p14:nvContentPartPr>
            <p14:xfrm>
              <a:off x="1672947" y="4751027"/>
              <a:ext cx="373680" cy="8748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EFD39541-92A5-22E1-91A4-0B61F8845BAF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666827" y="4744547"/>
                <a:ext cx="385920" cy="9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D753399-582B-2255-BA21-F3278BBBBDC3}"/>
              </a:ext>
            </a:extLst>
          </p:cNvPr>
          <p:cNvGrpSpPr/>
          <p:nvPr/>
        </p:nvGrpSpPr>
        <p:grpSpPr>
          <a:xfrm>
            <a:off x="321507" y="2500667"/>
            <a:ext cx="3512880" cy="4376520"/>
            <a:chOff x="321507" y="2500667"/>
            <a:chExt cx="3512880" cy="437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8F688E0-35C3-3CE8-94B1-5AC9B32D7215}"/>
                    </a:ext>
                  </a:extLst>
                </p14:cNvPr>
                <p14:cNvContentPartPr/>
                <p14:nvPr/>
              </p14:nvContentPartPr>
              <p14:xfrm>
                <a:off x="2463507" y="4411547"/>
                <a:ext cx="1060200" cy="659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8F688E0-35C3-3CE8-94B1-5AC9B32D721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457387" y="4405427"/>
                  <a:ext cx="1072440" cy="67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5EC35FA-49B5-7BE8-70B6-6A02E9156729}"/>
                    </a:ext>
                  </a:extLst>
                </p14:cNvPr>
                <p14:cNvContentPartPr/>
                <p14:nvPr/>
              </p14:nvContentPartPr>
              <p14:xfrm>
                <a:off x="738387" y="4156667"/>
                <a:ext cx="365760" cy="5612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5EC35FA-49B5-7BE8-70B6-6A02E915672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32267" y="4150547"/>
                  <a:ext cx="378000" cy="57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233896D-A02D-9C48-C7B3-E6E1CD48A6FB}"/>
                    </a:ext>
                  </a:extLst>
                </p14:cNvPr>
                <p14:cNvContentPartPr/>
                <p14:nvPr/>
              </p14:nvContentPartPr>
              <p14:xfrm>
                <a:off x="1215747" y="4547267"/>
                <a:ext cx="163800" cy="25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233896D-A02D-9C48-C7B3-E6E1CD48A6F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209627" y="4541147"/>
                  <a:ext cx="1760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FB2A541-EA63-05AB-CEE6-7A77923A51F3}"/>
                    </a:ext>
                  </a:extLst>
                </p14:cNvPr>
                <p14:cNvContentPartPr/>
                <p14:nvPr/>
              </p14:nvContentPartPr>
              <p14:xfrm>
                <a:off x="1402947" y="4177547"/>
                <a:ext cx="192600" cy="386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FB2A541-EA63-05AB-CEE6-7A77923A51F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396827" y="4171427"/>
                  <a:ext cx="20484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2F06587-14E6-F7DB-999A-6566DA19588A}"/>
                    </a:ext>
                  </a:extLst>
                </p14:cNvPr>
                <p14:cNvContentPartPr/>
                <p14:nvPr/>
              </p14:nvContentPartPr>
              <p14:xfrm>
                <a:off x="1437147" y="4460867"/>
                <a:ext cx="205920" cy="151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2F06587-14E6-F7DB-999A-6566DA19588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431027" y="4454747"/>
                  <a:ext cx="2181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E938C73-EBB0-E447-BC27-CF76F2D513ED}"/>
                    </a:ext>
                  </a:extLst>
                </p14:cNvPr>
                <p14:cNvContentPartPr/>
                <p14:nvPr/>
              </p14:nvContentPartPr>
              <p14:xfrm>
                <a:off x="1831347" y="4407587"/>
                <a:ext cx="19800" cy="188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E938C73-EBB0-E447-BC27-CF76F2D513E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825227" y="4401467"/>
                  <a:ext cx="320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CF20568-D4E7-EE29-2AAB-9BE730739530}"/>
                    </a:ext>
                  </a:extLst>
                </p14:cNvPr>
                <p14:cNvContentPartPr/>
                <p14:nvPr/>
              </p14:nvContentPartPr>
              <p14:xfrm>
                <a:off x="882747" y="5006987"/>
                <a:ext cx="287640" cy="545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CF20568-D4E7-EE29-2AAB-9BE73073953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76627" y="5000867"/>
                  <a:ext cx="29988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7B6964D-F1C2-B822-1C38-58FDC0AE0A91}"/>
                    </a:ext>
                  </a:extLst>
                </p14:cNvPr>
                <p14:cNvContentPartPr/>
                <p14:nvPr/>
              </p14:nvContentPartPr>
              <p14:xfrm>
                <a:off x="1338867" y="5353667"/>
                <a:ext cx="110880" cy="2422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7B6964D-F1C2-B822-1C38-58FDC0AE0A9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332747" y="5347547"/>
                  <a:ext cx="1231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139FDC4-CC18-8E8E-5B6B-209F956CD93F}"/>
                    </a:ext>
                  </a:extLst>
                </p14:cNvPr>
                <p14:cNvContentPartPr/>
                <p14:nvPr/>
              </p14:nvContentPartPr>
              <p14:xfrm>
                <a:off x="1552347" y="4903307"/>
                <a:ext cx="241200" cy="4446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139FDC4-CC18-8E8E-5B6B-209F956CD93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546227" y="4897187"/>
                  <a:ext cx="25344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96E1234-A7CB-CD1F-8DF8-3081C6189CD4}"/>
                    </a:ext>
                  </a:extLst>
                </p14:cNvPr>
                <p14:cNvContentPartPr/>
                <p14:nvPr/>
              </p14:nvContentPartPr>
              <p14:xfrm>
                <a:off x="1616787" y="5193827"/>
                <a:ext cx="144000" cy="1339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96E1234-A7CB-CD1F-8DF8-3081C6189CD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610667" y="5187707"/>
                  <a:ext cx="1562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78A83B6-F6BF-07F1-2947-2838368F9E67}"/>
                    </a:ext>
                  </a:extLst>
                </p14:cNvPr>
                <p14:cNvContentPartPr/>
                <p14:nvPr/>
              </p14:nvContentPartPr>
              <p14:xfrm>
                <a:off x="1937547" y="5191307"/>
                <a:ext cx="269640" cy="2376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78A83B6-F6BF-07F1-2947-2838368F9E6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931427" y="5185187"/>
                  <a:ext cx="2818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3FB7DAF-2276-3B6A-C19B-DBC9E1BB9530}"/>
                    </a:ext>
                  </a:extLst>
                </p14:cNvPr>
                <p14:cNvContentPartPr/>
                <p14:nvPr/>
              </p14:nvContentPartPr>
              <p14:xfrm>
                <a:off x="985347" y="5964587"/>
                <a:ext cx="483480" cy="484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3FB7DAF-2276-3B6A-C19B-DBC9E1BB953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79227" y="5958467"/>
                  <a:ext cx="49572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19288F4-E39C-1B7E-72A7-9BACEB739838}"/>
                    </a:ext>
                  </a:extLst>
                </p14:cNvPr>
                <p14:cNvContentPartPr/>
                <p14:nvPr/>
              </p14:nvContentPartPr>
              <p14:xfrm>
                <a:off x="1495107" y="6313067"/>
                <a:ext cx="286200" cy="388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19288F4-E39C-1B7E-72A7-9BACEB73983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488987" y="6306947"/>
                  <a:ext cx="29844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4868329-57E9-44BB-90B3-A94A75151575}"/>
                    </a:ext>
                  </a:extLst>
                </p14:cNvPr>
                <p14:cNvContentPartPr/>
                <p14:nvPr/>
              </p14:nvContentPartPr>
              <p14:xfrm>
                <a:off x="1840347" y="5857667"/>
                <a:ext cx="237960" cy="519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4868329-57E9-44BB-90B3-A94A7515157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834227" y="5851547"/>
                  <a:ext cx="250200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74E7645-062A-6CB0-2BFE-5DCD115B4D2A}"/>
                    </a:ext>
                  </a:extLst>
                </p14:cNvPr>
                <p14:cNvContentPartPr/>
                <p14:nvPr/>
              </p14:nvContentPartPr>
              <p14:xfrm>
                <a:off x="1981827" y="6098867"/>
                <a:ext cx="190800" cy="2120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74E7645-062A-6CB0-2BFE-5DCD115B4D2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975707" y="6092747"/>
                  <a:ext cx="2030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3A11241-32E3-71C8-3F34-490F0284203C}"/>
                    </a:ext>
                  </a:extLst>
                </p14:cNvPr>
                <p14:cNvContentPartPr/>
                <p14:nvPr/>
              </p14:nvContentPartPr>
              <p14:xfrm>
                <a:off x="2303667" y="6170147"/>
                <a:ext cx="383760" cy="4770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3A11241-32E3-71C8-3F34-490F0284203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297547" y="6164027"/>
                  <a:ext cx="39600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46E00C4-B000-5907-99A8-840F2D61F4BD}"/>
                    </a:ext>
                  </a:extLst>
                </p14:cNvPr>
                <p14:cNvContentPartPr/>
                <p14:nvPr/>
              </p14:nvContentPartPr>
              <p14:xfrm>
                <a:off x="1693107" y="5477507"/>
                <a:ext cx="951120" cy="287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46E00C4-B000-5907-99A8-840F2D61F4B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686987" y="5471387"/>
                  <a:ext cx="96336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5B7F82B-D58C-2438-33E2-349ECB4AAFF4}"/>
                    </a:ext>
                  </a:extLst>
                </p14:cNvPr>
                <p14:cNvContentPartPr/>
                <p14:nvPr/>
              </p14:nvContentPartPr>
              <p14:xfrm>
                <a:off x="2228067" y="6624107"/>
                <a:ext cx="871560" cy="253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5B7F82B-D58C-2438-33E2-349ECB4AAFF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221947" y="6617987"/>
                  <a:ext cx="8838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CEF67D3-7DEA-2138-4E3B-0620B0555F59}"/>
                    </a:ext>
                  </a:extLst>
                </p14:cNvPr>
                <p14:cNvContentPartPr/>
                <p14:nvPr/>
              </p14:nvContentPartPr>
              <p14:xfrm>
                <a:off x="933507" y="3510827"/>
                <a:ext cx="590760" cy="647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CEF67D3-7DEA-2138-4E3B-0620B0555F5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27387" y="3504707"/>
                  <a:ext cx="603000" cy="65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4C72841-75E2-81E0-2FD7-1FDAABE96C54}"/>
                    </a:ext>
                  </a:extLst>
                </p14:cNvPr>
                <p14:cNvContentPartPr/>
                <p14:nvPr/>
              </p14:nvContentPartPr>
              <p14:xfrm>
                <a:off x="545067" y="2864267"/>
                <a:ext cx="478080" cy="277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4C72841-75E2-81E0-2FD7-1FDAABE96C5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38947" y="2858147"/>
                  <a:ext cx="4903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C9ADED0-7F13-903D-1D5E-779B79C91919}"/>
                    </a:ext>
                  </a:extLst>
                </p14:cNvPr>
                <p14:cNvContentPartPr/>
                <p14:nvPr/>
              </p14:nvContentPartPr>
              <p14:xfrm>
                <a:off x="1131507" y="2918987"/>
                <a:ext cx="117000" cy="335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C9ADED0-7F13-903D-1D5E-779B79C9191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25387" y="2912867"/>
                  <a:ext cx="12924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F1F8ACD-E49D-66B2-A01B-989D5D0BCF5F}"/>
                    </a:ext>
                  </a:extLst>
                </p14:cNvPr>
                <p14:cNvContentPartPr/>
                <p14:nvPr/>
              </p14:nvContentPartPr>
              <p14:xfrm>
                <a:off x="2329587" y="5075387"/>
                <a:ext cx="376200" cy="186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F1F8ACD-E49D-66B2-A01B-989D5D0BCF5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323467" y="5069267"/>
                  <a:ext cx="3884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F63DCCA-4AB0-B219-D997-14B4428DF94B}"/>
                    </a:ext>
                  </a:extLst>
                </p14:cNvPr>
                <p14:cNvContentPartPr/>
                <p14:nvPr/>
              </p14:nvContentPartPr>
              <p14:xfrm>
                <a:off x="2848707" y="5014547"/>
                <a:ext cx="604440" cy="3326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F63DCCA-4AB0-B219-D997-14B4428DF94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842587" y="5008427"/>
                  <a:ext cx="61668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660177F-88B8-2ED6-E659-90B6011B5B00}"/>
                    </a:ext>
                  </a:extLst>
                </p14:cNvPr>
                <p14:cNvContentPartPr/>
                <p14:nvPr/>
              </p14:nvContentPartPr>
              <p14:xfrm>
                <a:off x="2649627" y="6018947"/>
                <a:ext cx="403920" cy="1818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660177F-88B8-2ED6-E659-90B6011B5B0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643507" y="6012827"/>
                  <a:ext cx="4161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199C90D-0848-5274-4989-F8D958AC5D02}"/>
                    </a:ext>
                  </a:extLst>
                </p14:cNvPr>
                <p14:cNvContentPartPr/>
                <p14:nvPr/>
              </p14:nvContentPartPr>
              <p14:xfrm>
                <a:off x="3176667" y="5905547"/>
                <a:ext cx="285840" cy="2642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199C90D-0848-5274-4989-F8D958AC5D0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170547" y="5899427"/>
                  <a:ext cx="2980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E612169-EA7D-F544-CBEC-ECD0026D9542}"/>
                    </a:ext>
                  </a:extLst>
                </p14:cNvPr>
                <p14:cNvContentPartPr/>
                <p14:nvPr/>
              </p14:nvContentPartPr>
              <p14:xfrm>
                <a:off x="3557907" y="6110387"/>
                <a:ext cx="215280" cy="376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E612169-EA7D-F544-CBEC-ECD0026D954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551787" y="6104267"/>
                  <a:ext cx="22752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7BE3864-50CD-66B5-8438-E1AC4E6BD7D4}"/>
                    </a:ext>
                  </a:extLst>
                </p14:cNvPr>
                <p14:cNvContentPartPr/>
                <p14:nvPr/>
              </p14:nvContentPartPr>
              <p14:xfrm>
                <a:off x="2930427" y="5669027"/>
                <a:ext cx="903960" cy="10486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7BE3864-50CD-66B5-8438-E1AC4E6BD7D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924307" y="5662907"/>
                  <a:ext cx="916200" cy="10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699C22C-F678-DF3A-242D-A29FFD073934}"/>
                    </a:ext>
                  </a:extLst>
                </p14:cNvPr>
                <p14:cNvContentPartPr/>
                <p14:nvPr/>
              </p14:nvContentPartPr>
              <p14:xfrm>
                <a:off x="2750067" y="4753907"/>
                <a:ext cx="734760" cy="9151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699C22C-F678-DF3A-242D-A29FFD07393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743947" y="4747787"/>
                  <a:ext cx="747000" cy="9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2FDF189-D021-5C6B-510C-F526193CD534}"/>
                    </a:ext>
                  </a:extLst>
                </p14:cNvPr>
                <p14:cNvContentPartPr/>
                <p14:nvPr/>
              </p14:nvContentPartPr>
              <p14:xfrm>
                <a:off x="321507" y="2500667"/>
                <a:ext cx="1349280" cy="1400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2FDF189-D021-5C6B-510C-F526193CD53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15387" y="2494547"/>
                  <a:ext cx="1361520" cy="1412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04979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3DD99-7774-CC60-BFCB-EAF087EC8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98D8AEC-95AB-B4B3-FBAF-6C2B6FA46C4F}"/>
                  </a:ext>
                </a:extLst>
              </p14:cNvPr>
              <p14:cNvContentPartPr/>
              <p14:nvPr/>
            </p14:nvContentPartPr>
            <p14:xfrm>
              <a:off x="2405907" y="5184987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98D8AEC-95AB-B4B3-FBAF-6C2B6FA46C4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99787" y="517886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5A2A873-8C53-E3D1-D8AD-038457E3FB00}"/>
                  </a:ext>
                </a:extLst>
              </p14:cNvPr>
              <p14:cNvContentPartPr/>
              <p14:nvPr/>
            </p14:nvContentPartPr>
            <p14:xfrm>
              <a:off x="5294547" y="169467"/>
              <a:ext cx="2494080" cy="11469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5A2A873-8C53-E3D1-D8AD-038457E3FB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88427" y="162987"/>
                <a:ext cx="2506320" cy="1159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770C88CE-9024-4653-5682-F5AD5E76D2B3}"/>
              </a:ext>
            </a:extLst>
          </p:cNvPr>
          <p:cNvGrpSpPr/>
          <p:nvPr/>
        </p:nvGrpSpPr>
        <p:grpSpPr>
          <a:xfrm>
            <a:off x="1094067" y="307707"/>
            <a:ext cx="10443600" cy="6259680"/>
            <a:chOff x="1094067" y="307707"/>
            <a:chExt cx="10443600" cy="625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8B2FA6E-E724-A3BD-85E6-C5062B8CA987}"/>
                    </a:ext>
                  </a:extLst>
                </p14:cNvPr>
                <p14:cNvContentPartPr/>
                <p14:nvPr/>
              </p14:nvContentPartPr>
              <p14:xfrm>
                <a:off x="4859307" y="4445187"/>
                <a:ext cx="271800" cy="1249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8B2FA6E-E724-A3BD-85E6-C5062B8CA98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853187" y="4439067"/>
                  <a:ext cx="284040" cy="12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880250F-8C44-9637-DAAA-3131BB652F2B}"/>
                    </a:ext>
                  </a:extLst>
                </p14:cNvPr>
                <p14:cNvContentPartPr/>
                <p14:nvPr/>
              </p14:nvContentPartPr>
              <p14:xfrm>
                <a:off x="4883787" y="6016587"/>
                <a:ext cx="464040" cy="524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880250F-8C44-9637-DAAA-3131BB652F2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77667" y="6010467"/>
                  <a:ext cx="47628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E546A4D-AB41-9768-28D6-75D13AC5C79D}"/>
                    </a:ext>
                  </a:extLst>
                </p14:cNvPr>
                <p14:cNvContentPartPr/>
                <p14:nvPr/>
              </p14:nvContentPartPr>
              <p14:xfrm>
                <a:off x="1964187" y="4591347"/>
                <a:ext cx="384120" cy="11062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E546A4D-AB41-9768-28D6-75D13AC5C79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58067" y="4585227"/>
                  <a:ext cx="396360" cy="11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67513C8-AA0E-A0C8-CFBE-FF91927D0A11}"/>
                    </a:ext>
                  </a:extLst>
                </p14:cNvPr>
                <p14:cNvContentPartPr/>
                <p14:nvPr/>
              </p14:nvContentPartPr>
              <p14:xfrm>
                <a:off x="1711827" y="5962227"/>
                <a:ext cx="508680" cy="605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67513C8-AA0E-A0C8-CFBE-FF91927D0A1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05707" y="5956107"/>
                  <a:ext cx="520920" cy="61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A52AC56-F5FC-DCEF-5811-5307FAA223DA}"/>
                    </a:ext>
                  </a:extLst>
                </p14:cNvPr>
                <p14:cNvContentPartPr/>
                <p14:nvPr/>
              </p14:nvContentPartPr>
              <p14:xfrm>
                <a:off x="3413907" y="4563267"/>
                <a:ext cx="329760" cy="1131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A52AC56-F5FC-DCEF-5811-5307FAA223D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07787" y="4557147"/>
                  <a:ext cx="342000" cy="11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9BD852F-8BAB-771D-E388-88B46845F501}"/>
                    </a:ext>
                  </a:extLst>
                </p14:cNvPr>
                <p14:cNvContentPartPr/>
                <p14:nvPr/>
              </p14:nvContentPartPr>
              <p14:xfrm>
                <a:off x="3190707" y="5950707"/>
                <a:ext cx="412920" cy="355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9BD852F-8BAB-771D-E388-88B46845F50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84587" y="5944587"/>
                  <a:ext cx="42516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DDED2E5-B1E6-9DDA-A3C4-F7BE268B7343}"/>
                    </a:ext>
                  </a:extLst>
                </p14:cNvPr>
                <p14:cNvContentPartPr/>
                <p14:nvPr/>
              </p14:nvContentPartPr>
              <p14:xfrm>
                <a:off x="1094067" y="3123627"/>
                <a:ext cx="3071160" cy="1360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DDED2E5-B1E6-9DDA-A3C4-F7BE268B734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87947" y="3117507"/>
                  <a:ext cx="3083400" cy="13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922D19F-50FF-A74B-D590-06B758BDA769}"/>
                    </a:ext>
                  </a:extLst>
                </p14:cNvPr>
                <p14:cNvContentPartPr/>
                <p14:nvPr/>
              </p14:nvContentPartPr>
              <p14:xfrm>
                <a:off x="1911987" y="3508107"/>
                <a:ext cx="414720" cy="557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922D19F-50FF-A74B-D590-06B758BDA76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05867" y="3501987"/>
                  <a:ext cx="426960" cy="56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2D8A1BB-C452-DF63-86EB-B0CC96F98BE7}"/>
                    </a:ext>
                  </a:extLst>
                </p14:cNvPr>
                <p14:cNvContentPartPr/>
                <p14:nvPr/>
              </p14:nvContentPartPr>
              <p14:xfrm>
                <a:off x="2367387" y="3179427"/>
                <a:ext cx="319320" cy="92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2D8A1BB-C452-DF63-86EB-B0CC96F98BE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361267" y="3173307"/>
                  <a:ext cx="3315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37E2C59-15FF-ED03-F825-507837A47C58}"/>
                    </a:ext>
                  </a:extLst>
                </p14:cNvPr>
                <p14:cNvContentPartPr/>
                <p14:nvPr/>
              </p14:nvContentPartPr>
              <p14:xfrm>
                <a:off x="2587707" y="3222627"/>
                <a:ext cx="25560" cy="427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37E2C59-15FF-ED03-F825-507837A47C5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81587" y="3216507"/>
                  <a:ext cx="3780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60C4435-A4CB-DC58-059C-7161D1CB8769}"/>
                    </a:ext>
                  </a:extLst>
                </p14:cNvPr>
                <p14:cNvContentPartPr/>
                <p14:nvPr/>
              </p14:nvContentPartPr>
              <p14:xfrm>
                <a:off x="2895507" y="3425667"/>
                <a:ext cx="439920" cy="485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60C4435-A4CB-DC58-059C-7161D1CB876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89387" y="3419547"/>
                  <a:ext cx="45216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6BC6F01-D7E6-6193-5DBD-85A7C6CB7A1C}"/>
                    </a:ext>
                  </a:extLst>
                </p14:cNvPr>
                <p14:cNvContentPartPr/>
                <p14:nvPr/>
              </p14:nvContentPartPr>
              <p14:xfrm>
                <a:off x="3013947" y="3688467"/>
                <a:ext cx="296640" cy="316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6BC6F01-D7E6-6193-5DBD-85A7C6CB7A1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07827" y="3682347"/>
                  <a:ext cx="3088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1FA7C94-FCBD-B15F-1935-AAAD423B944C}"/>
                    </a:ext>
                  </a:extLst>
                </p14:cNvPr>
                <p14:cNvContentPartPr/>
                <p14:nvPr/>
              </p14:nvContentPartPr>
              <p14:xfrm>
                <a:off x="2271627" y="2576067"/>
                <a:ext cx="402120" cy="577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1FA7C94-FCBD-B15F-1935-AAAD423B944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65507" y="2569947"/>
                  <a:ext cx="41436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7E3D13-F293-46B6-3E43-BD114CE09F2A}"/>
                    </a:ext>
                  </a:extLst>
                </p14:cNvPr>
                <p14:cNvContentPartPr/>
                <p14:nvPr/>
              </p14:nvContentPartPr>
              <p14:xfrm>
                <a:off x="1743867" y="1574187"/>
                <a:ext cx="516240" cy="583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7E3D13-F293-46B6-3E43-BD114CE09F2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737747" y="1568067"/>
                  <a:ext cx="528480" cy="5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DAD7C1B-E738-3937-F603-1FEC6B2BDF21}"/>
                    </a:ext>
                  </a:extLst>
                </p14:cNvPr>
                <p14:cNvContentPartPr/>
                <p14:nvPr/>
              </p14:nvContentPartPr>
              <p14:xfrm>
                <a:off x="2257227" y="1219587"/>
                <a:ext cx="300960" cy="56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DAD7C1B-E738-3937-F603-1FEC6B2BDF2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51107" y="1213467"/>
                  <a:ext cx="3132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2060DE7-67EF-B89F-D627-DCA3F1D338D7}"/>
                    </a:ext>
                  </a:extLst>
                </p14:cNvPr>
                <p14:cNvContentPartPr/>
                <p14:nvPr/>
              </p14:nvContentPartPr>
              <p14:xfrm>
                <a:off x="2388987" y="1287627"/>
                <a:ext cx="25560" cy="496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2060DE7-67EF-B89F-D627-DCA3F1D338D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382867" y="1281507"/>
                  <a:ext cx="3780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2D3A236-68DD-CEA7-4DA4-7996AD3BBC0A}"/>
                    </a:ext>
                  </a:extLst>
                </p14:cNvPr>
                <p14:cNvContentPartPr/>
                <p14:nvPr/>
              </p14:nvContentPartPr>
              <p14:xfrm>
                <a:off x="2529387" y="1470867"/>
                <a:ext cx="333000" cy="619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2D3A236-68DD-CEA7-4DA4-7996AD3BBC0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23267" y="1464747"/>
                  <a:ext cx="345240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89DB273-013B-3497-9ACD-8524ECD33CC3}"/>
                    </a:ext>
                  </a:extLst>
                </p14:cNvPr>
                <p14:cNvContentPartPr/>
                <p14:nvPr/>
              </p14:nvContentPartPr>
              <p14:xfrm>
                <a:off x="2847987" y="1369347"/>
                <a:ext cx="409680" cy="1177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89DB273-013B-3497-9ACD-8524ECD33CC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841867" y="1363227"/>
                  <a:ext cx="421920" cy="11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1BFA352-1854-7DF3-5AD8-B599439B7365}"/>
                    </a:ext>
                  </a:extLst>
                </p14:cNvPr>
                <p14:cNvContentPartPr/>
                <p14:nvPr/>
              </p14:nvContentPartPr>
              <p14:xfrm>
                <a:off x="3128787" y="1759947"/>
                <a:ext cx="974880" cy="581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1BFA352-1854-7DF3-5AD8-B599439B736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22667" y="1753827"/>
                  <a:ext cx="98712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90A9FF3-0708-BD82-193E-CCFDB3B12466}"/>
                    </a:ext>
                  </a:extLst>
                </p14:cNvPr>
                <p14:cNvContentPartPr/>
                <p14:nvPr/>
              </p14:nvContentPartPr>
              <p14:xfrm>
                <a:off x="3611547" y="1959387"/>
                <a:ext cx="494640" cy="478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90A9FF3-0708-BD82-193E-CCFDB3B1246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05427" y="1953267"/>
                  <a:ext cx="5068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1D50FB7-8206-709F-57AE-28415B83FE38}"/>
                    </a:ext>
                  </a:extLst>
                </p14:cNvPr>
                <p14:cNvContentPartPr/>
                <p14:nvPr/>
              </p14:nvContentPartPr>
              <p14:xfrm>
                <a:off x="1372707" y="810987"/>
                <a:ext cx="3269520" cy="1904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1D50FB7-8206-709F-57AE-28415B83FE3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366587" y="804867"/>
                  <a:ext cx="3281760" cy="19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A159248-B234-7E75-679A-92D9190583CC}"/>
                    </a:ext>
                  </a:extLst>
                </p14:cNvPr>
                <p14:cNvContentPartPr/>
                <p14:nvPr/>
              </p14:nvContentPartPr>
              <p14:xfrm>
                <a:off x="3485547" y="354507"/>
                <a:ext cx="1467360" cy="689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A159248-B234-7E75-679A-92D9190583C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479427" y="348387"/>
                  <a:ext cx="147960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1881E7D-A2AE-2DE1-B6FE-81B408CCA28B}"/>
                    </a:ext>
                  </a:extLst>
                </p14:cNvPr>
                <p14:cNvContentPartPr/>
                <p14:nvPr/>
              </p14:nvContentPartPr>
              <p14:xfrm>
                <a:off x="5314347" y="361707"/>
                <a:ext cx="285840" cy="554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1881E7D-A2AE-2DE1-B6FE-81B408CCA28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308227" y="355587"/>
                  <a:ext cx="298080" cy="56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7472385-C718-DC28-C341-0D159884B0B9}"/>
                    </a:ext>
                  </a:extLst>
                </p14:cNvPr>
                <p14:cNvContentPartPr/>
                <p14:nvPr/>
              </p14:nvContentPartPr>
              <p14:xfrm>
                <a:off x="5770107" y="307707"/>
                <a:ext cx="478080" cy="1036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7472385-C718-DC28-C341-0D159884B0B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763987" y="301587"/>
                  <a:ext cx="490320" cy="10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54AD298-7200-6498-A986-E4052696EADD}"/>
                    </a:ext>
                  </a:extLst>
                </p14:cNvPr>
                <p14:cNvContentPartPr/>
                <p14:nvPr/>
              </p14:nvContentPartPr>
              <p14:xfrm>
                <a:off x="6215787" y="475107"/>
                <a:ext cx="810720" cy="476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54AD298-7200-6498-A986-E4052696EAD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209667" y="468987"/>
                  <a:ext cx="82296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FD4DE4D-CE1C-7D29-B391-9EA0377E5B24}"/>
                    </a:ext>
                  </a:extLst>
                </p14:cNvPr>
                <p14:cNvContentPartPr/>
                <p14:nvPr/>
              </p14:nvContentPartPr>
              <p14:xfrm>
                <a:off x="7162587" y="605787"/>
                <a:ext cx="459000" cy="337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FD4DE4D-CE1C-7D29-B391-9EA0377E5B2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156467" y="599667"/>
                  <a:ext cx="47124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0D853D9-4954-99E2-9616-A3E04BFE9AA6}"/>
                    </a:ext>
                  </a:extLst>
                </p14:cNvPr>
                <p14:cNvContentPartPr/>
                <p14:nvPr/>
              </p14:nvContentPartPr>
              <p14:xfrm>
                <a:off x="7290027" y="583467"/>
                <a:ext cx="440640" cy="5590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0D853D9-4954-99E2-9616-A3E04BFE9AA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83907" y="577347"/>
                  <a:ext cx="45288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2DAEB8D-8F0D-94F8-557C-81CD08EE0D1F}"/>
                    </a:ext>
                  </a:extLst>
                </p14:cNvPr>
                <p14:cNvContentPartPr/>
                <p14:nvPr/>
              </p14:nvContentPartPr>
              <p14:xfrm>
                <a:off x="5124627" y="2428467"/>
                <a:ext cx="3946320" cy="2332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2DAEB8D-8F0D-94F8-557C-81CD08EE0D1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18507" y="2422347"/>
                  <a:ext cx="3958560" cy="23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3B89CA3-6379-988A-A29A-A51179914267}"/>
                    </a:ext>
                  </a:extLst>
                </p14:cNvPr>
                <p14:cNvContentPartPr/>
                <p14:nvPr/>
              </p14:nvContentPartPr>
              <p14:xfrm>
                <a:off x="7760187" y="591027"/>
                <a:ext cx="1220040" cy="860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3B89CA3-6379-988A-A29A-A5117991426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754067" y="584907"/>
                  <a:ext cx="1232280" cy="87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CFCB844-D168-6F13-BB3C-EFCCD7ECD48C}"/>
                    </a:ext>
                  </a:extLst>
                </p14:cNvPr>
                <p14:cNvContentPartPr/>
                <p14:nvPr/>
              </p14:nvContentPartPr>
              <p14:xfrm>
                <a:off x="8786907" y="1642227"/>
                <a:ext cx="423720" cy="417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CFCB844-D168-6F13-BB3C-EFCCD7ECD48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80787" y="1636107"/>
                  <a:ext cx="43596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CA9F968-A060-9562-A016-3A2991E74D29}"/>
                    </a:ext>
                  </a:extLst>
                </p14:cNvPr>
                <p14:cNvContentPartPr/>
                <p14:nvPr/>
              </p14:nvContentPartPr>
              <p14:xfrm>
                <a:off x="9364347" y="1591467"/>
                <a:ext cx="723960" cy="485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CA9F968-A060-9562-A016-3A2991E74D2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358227" y="1585347"/>
                  <a:ext cx="73620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68D4108-A060-95F1-37FE-9328DB42E331}"/>
                    </a:ext>
                  </a:extLst>
                </p14:cNvPr>
                <p14:cNvContentPartPr/>
                <p14:nvPr/>
              </p14:nvContentPartPr>
              <p14:xfrm>
                <a:off x="10038267" y="1607307"/>
                <a:ext cx="75240" cy="496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68D4108-A060-95F1-37FE-9328DB42E33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032147" y="1601187"/>
                  <a:ext cx="8748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67830F5-A42F-EA20-982F-1153A510EF2B}"/>
                    </a:ext>
                  </a:extLst>
                </p14:cNvPr>
                <p14:cNvContentPartPr/>
                <p14:nvPr/>
              </p14:nvContentPartPr>
              <p14:xfrm>
                <a:off x="10014507" y="1786587"/>
                <a:ext cx="383760" cy="270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67830F5-A42F-EA20-982F-1153A510EF2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008387" y="1780467"/>
                  <a:ext cx="3960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C8303AF-89BF-23C9-8A64-59C4A467CBC8}"/>
                    </a:ext>
                  </a:extLst>
                </p14:cNvPr>
                <p14:cNvContentPartPr/>
                <p14:nvPr/>
              </p14:nvContentPartPr>
              <p14:xfrm>
                <a:off x="10501587" y="1592547"/>
                <a:ext cx="1080" cy="90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C8303AF-89BF-23C9-8A64-59C4A467CBC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495467" y="1586427"/>
                  <a:ext cx="133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49ABCEF-B1A2-FDD3-76FC-6EAB7B3A45D6}"/>
                    </a:ext>
                  </a:extLst>
                </p14:cNvPr>
                <p14:cNvContentPartPr/>
                <p14:nvPr/>
              </p14:nvContentPartPr>
              <p14:xfrm>
                <a:off x="10511667" y="1767147"/>
                <a:ext cx="139320" cy="475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49ABCEF-B1A2-FDD3-76FC-6EAB7B3A45D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505547" y="1761027"/>
                  <a:ext cx="15156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7141A80-91EA-91EE-33FA-33AC28BEA0CD}"/>
                    </a:ext>
                  </a:extLst>
                </p14:cNvPr>
                <p14:cNvContentPartPr/>
                <p14:nvPr/>
              </p14:nvContentPartPr>
              <p14:xfrm>
                <a:off x="10757547" y="1679307"/>
                <a:ext cx="506880" cy="1000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7141A80-91EA-91EE-33FA-33AC28BEA0C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51427" y="1673187"/>
                  <a:ext cx="519120" cy="10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CF4429A-BAC7-15DE-5FDA-9987CC6C8796}"/>
                    </a:ext>
                  </a:extLst>
                </p14:cNvPr>
                <p14:cNvContentPartPr/>
                <p14:nvPr/>
              </p14:nvContentPartPr>
              <p14:xfrm>
                <a:off x="8349507" y="1365387"/>
                <a:ext cx="3188160" cy="1041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CF4429A-BAC7-15DE-5FDA-9987CC6C879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343387" y="1359267"/>
                  <a:ext cx="3200400" cy="10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85D47AC-AAB4-6A24-1EE1-ED8F99B3BDBA}"/>
                    </a:ext>
                  </a:extLst>
                </p14:cNvPr>
                <p14:cNvContentPartPr/>
                <p14:nvPr/>
              </p14:nvContentPartPr>
              <p14:xfrm>
                <a:off x="9006507" y="2134347"/>
                <a:ext cx="251640" cy="304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85D47AC-AAB4-6A24-1EE1-ED8F99B3BDB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000387" y="2128227"/>
                  <a:ext cx="2638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72654C5-66A4-817A-7317-F4BFD70F7FD6}"/>
                    </a:ext>
                  </a:extLst>
                </p14:cNvPr>
                <p14:cNvContentPartPr/>
                <p14:nvPr/>
              </p14:nvContentPartPr>
              <p14:xfrm>
                <a:off x="8701587" y="1136427"/>
                <a:ext cx="593640" cy="304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72654C5-66A4-817A-7317-F4BFD70F7FD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695467" y="1130307"/>
                  <a:ext cx="605880" cy="31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F5C1595-41E5-A1F2-A426-CC9C7F73A5BA}"/>
                  </a:ext>
                </a:extLst>
              </p14:cNvPr>
              <p14:cNvContentPartPr/>
              <p14:nvPr/>
            </p14:nvContentPartPr>
            <p14:xfrm>
              <a:off x="11379627" y="1948227"/>
              <a:ext cx="473400" cy="14162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F5C1595-41E5-A1F2-A426-CC9C7F73A5B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373507" y="1942107"/>
                <a:ext cx="485640" cy="142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4E690CD-5BF4-B986-747C-B80C2E9B2C14}"/>
                  </a:ext>
                </a:extLst>
              </p14:cNvPr>
              <p14:cNvContentPartPr/>
              <p14:nvPr/>
            </p14:nvContentPartPr>
            <p14:xfrm>
              <a:off x="10627587" y="3594867"/>
              <a:ext cx="624240" cy="6105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4E690CD-5BF4-B986-747C-B80C2E9B2C1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621467" y="3588747"/>
                <a:ext cx="636480" cy="62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B9CDF0E-3927-EE55-3193-0F5CA5706815}"/>
                  </a:ext>
                </a:extLst>
              </p14:cNvPr>
              <p14:cNvContentPartPr/>
              <p14:nvPr/>
            </p14:nvContentPartPr>
            <p14:xfrm>
              <a:off x="11456307" y="3611787"/>
              <a:ext cx="157680" cy="7455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B9CDF0E-3927-EE55-3193-0F5CA570681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1450187" y="3605667"/>
                <a:ext cx="169920" cy="757800"/>
              </a:xfrm>
              <a:prstGeom prst="rect">
                <a:avLst/>
              </a:prstGeom>
            </p:spPr>
          </p:pic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31AE2AC2-8EED-EBB7-F3F2-7F8F9D499ECF}"/>
              </a:ext>
            </a:extLst>
          </p:cNvPr>
          <p:cNvSpPr txBox="1"/>
          <p:nvPr/>
        </p:nvSpPr>
        <p:spPr>
          <a:xfrm>
            <a:off x="7127894" y="4563267"/>
            <a:ext cx="1828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SCALED DOT PRODUCT HEAD .. SELF ATTENTION.. </a:t>
            </a:r>
          </a:p>
        </p:txBody>
      </p:sp>
    </p:spTree>
    <p:extLst>
      <p:ext uri="{BB962C8B-B14F-4D97-AF65-F5344CB8AC3E}">
        <p14:creationId xmlns:p14="http://schemas.microsoft.com/office/powerpoint/2010/main" val="2677442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80378-6513-AEF5-BEA9-9025253C6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FC5067-F86B-38CF-4A06-A4C1CBD7FB21}"/>
              </a:ext>
            </a:extLst>
          </p:cNvPr>
          <p:cNvSpPr txBox="1"/>
          <p:nvPr/>
        </p:nvSpPr>
        <p:spPr>
          <a:xfrm>
            <a:off x="558799" y="338667"/>
            <a:ext cx="87799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CNN, we used to have multiple filters. </a:t>
            </a:r>
            <a:r>
              <a:rPr lang="en-GB" dirty="0">
                <a:sym typeface="Wingdings" panose="05000000000000000000" pitchFamily="2" charset="2"/>
              </a:rPr>
              <a:t> Why ?  Each filter/kernel is learning some different abstract representation.</a:t>
            </a:r>
          </a:p>
          <a:p>
            <a:endParaRPr lang="en-GB" dirty="0">
              <a:sym typeface="Wingdings" panose="05000000000000000000" pitchFamily="2" charset="2"/>
            </a:endParaRP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Motivation of MULTI-HEADED ATTENTION : If we can have multiple filters in CNN, why not we can have multiple SELF ATTENTION heads.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9F89892-CEC8-553B-CEB8-263C5D9F6BA8}"/>
                  </a:ext>
                </a:extLst>
              </p14:cNvPr>
              <p14:cNvContentPartPr/>
              <p14:nvPr/>
            </p14:nvContentPartPr>
            <p14:xfrm>
              <a:off x="2748627" y="2337747"/>
              <a:ext cx="1440" cy="18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9F89892-CEC8-553B-CEB8-263C5D9F6B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42507" y="2331627"/>
                <a:ext cx="1368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D2F9558-66DB-3F69-55E9-FDC5F7BA8A3F}"/>
                  </a:ext>
                </a:extLst>
              </p14:cNvPr>
              <p14:cNvContentPartPr/>
              <p14:nvPr/>
            </p14:nvContentPartPr>
            <p14:xfrm>
              <a:off x="1162107" y="2721507"/>
              <a:ext cx="671400" cy="558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D2F9558-66DB-3F69-55E9-FDC5F7BA8A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55987" y="2715387"/>
                <a:ext cx="683640" cy="57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5B95480-081D-280A-5349-C37DD48DFA87}"/>
                  </a:ext>
                </a:extLst>
              </p14:cNvPr>
              <p14:cNvContentPartPr/>
              <p14:nvPr/>
            </p14:nvContentPartPr>
            <p14:xfrm>
              <a:off x="1920267" y="3240267"/>
              <a:ext cx="432360" cy="447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5B95480-081D-280A-5349-C37DD48DFA8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14147" y="3234147"/>
                <a:ext cx="444600" cy="45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8A7985B-3549-F02F-2FC9-EB564C652D7B}"/>
                  </a:ext>
                </a:extLst>
              </p14:cNvPr>
              <p14:cNvContentPartPr/>
              <p14:nvPr/>
            </p14:nvContentPartPr>
            <p14:xfrm>
              <a:off x="3524787" y="2783427"/>
              <a:ext cx="802080" cy="475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8A7985B-3549-F02F-2FC9-EB564C652D7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18667" y="2777307"/>
                <a:ext cx="814320" cy="48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5E465DB-2DFD-6008-7C5E-B42438A4F775}"/>
                  </a:ext>
                </a:extLst>
              </p14:cNvPr>
              <p14:cNvContentPartPr/>
              <p14:nvPr/>
            </p14:nvContentPartPr>
            <p14:xfrm>
              <a:off x="4403187" y="3099507"/>
              <a:ext cx="437760" cy="564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5E465DB-2DFD-6008-7C5E-B42438A4F77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97067" y="3093387"/>
                <a:ext cx="450000" cy="57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984BD57-1A78-2E2A-DAC9-5588B95CC432}"/>
                  </a:ext>
                </a:extLst>
              </p14:cNvPr>
              <p14:cNvContentPartPr/>
              <p14:nvPr/>
            </p14:nvContentPartPr>
            <p14:xfrm>
              <a:off x="4454307" y="3501627"/>
              <a:ext cx="349920" cy="2415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984BD57-1A78-2E2A-DAC9-5588B95CC43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48187" y="3495507"/>
                <a:ext cx="36216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069827E-2F64-A814-592F-EA230D30786F}"/>
                  </a:ext>
                </a:extLst>
              </p14:cNvPr>
              <p14:cNvContentPartPr/>
              <p14:nvPr/>
            </p14:nvContentPartPr>
            <p14:xfrm>
              <a:off x="5941107" y="2698827"/>
              <a:ext cx="846720" cy="541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069827E-2F64-A814-592F-EA230D30786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934987" y="2692707"/>
                <a:ext cx="858960" cy="55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AD7519A-0457-D6B4-2B67-C338485D24B0}"/>
                  </a:ext>
                </a:extLst>
              </p14:cNvPr>
              <p14:cNvContentPartPr/>
              <p14:nvPr/>
            </p14:nvContentPartPr>
            <p14:xfrm>
              <a:off x="6810867" y="3187707"/>
              <a:ext cx="403560" cy="5230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AD7519A-0457-D6B4-2B67-C338485D24B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804747" y="3181587"/>
                <a:ext cx="415800" cy="53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6B92383-9FCC-8DE2-960E-8E4415F0327F}"/>
                  </a:ext>
                </a:extLst>
              </p14:cNvPr>
              <p14:cNvContentPartPr/>
              <p14:nvPr/>
            </p14:nvContentPartPr>
            <p14:xfrm>
              <a:off x="2058147" y="2441427"/>
              <a:ext cx="7560" cy="359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6B92383-9FCC-8DE2-960E-8E4415F0327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52027" y="2435307"/>
                <a:ext cx="1980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2AC924F-198E-1FE1-7478-D0081A39080F}"/>
                  </a:ext>
                </a:extLst>
              </p14:cNvPr>
              <p14:cNvContentPartPr/>
              <p14:nvPr/>
            </p14:nvContentPartPr>
            <p14:xfrm>
              <a:off x="4565907" y="2443947"/>
              <a:ext cx="20160" cy="389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2AC924F-198E-1FE1-7478-D0081A39080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559787" y="2437827"/>
                <a:ext cx="3240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6DB6E26-2435-82DB-DCBD-5B2B3B5573C3}"/>
                  </a:ext>
                </a:extLst>
              </p14:cNvPr>
              <p14:cNvContentPartPr/>
              <p14:nvPr/>
            </p14:nvContentPartPr>
            <p14:xfrm>
              <a:off x="7017147" y="2362587"/>
              <a:ext cx="10080" cy="232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6DB6E26-2435-82DB-DCBD-5B2B3B5573C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011027" y="2356467"/>
                <a:ext cx="2232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9D92BFD-4F23-7CAB-25B0-EDAF1702B69F}"/>
                  </a:ext>
                </a:extLst>
              </p14:cNvPr>
              <p14:cNvContentPartPr/>
              <p14:nvPr/>
            </p14:nvContentPartPr>
            <p14:xfrm>
              <a:off x="616347" y="2207067"/>
              <a:ext cx="2257920" cy="17762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9D92BFD-4F23-7CAB-25B0-EDAF1702B69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10227" y="2200947"/>
                <a:ext cx="2270160" cy="178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BABBDE0-C76E-B6C9-8B63-9CC3D8006422}"/>
                  </a:ext>
                </a:extLst>
              </p14:cNvPr>
              <p14:cNvContentPartPr/>
              <p14:nvPr/>
            </p14:nvContentPartPr>
            <p14:xfrm>
              <a:off x="3255507" y="2058387"/>
              <a:ext cx="2178000" cy="20347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BABBDE0-C76E-B6C9-8B63-9CC3D800642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249387" y="2052267"/>
                <a:ext cx="2190240" cy="20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D5552A3-863A-3F64-AA7C-0473E7BF8291}"/>
                  </a:ext>
                </a:extLst>
              </p14:cNvPr>
              <p14:cNvContentPartPr/>
              <p14:nvPr/>
            </p14:nvContentPartPr>
            <p14:xfrm>
              <a:off x="5650587" y="1921227"/>
              <a:ext cx="2342880" cy="2044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D5552A3-863A-3F64-AA7C-0473E7BF829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644467" y="1915107"/>
                <a:ext cx="2355120" cy="20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A9D98EA-B775-C915-9427-4B810C3047BE}"/>
                  </a:ext>
                </a:extLst>
              </p14:cNvPr>
              <p14:cNvContentPartPr/>
              <p14:nvPr/>
            </p14:nvContentPartPr>
            <p14:xfrm>
              <a:off x="1193787" y="4515027"/>
              <a:ext cx="798840" cy="6217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A9D98EA-B775-C915-9427-4B810C3047B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87667" y="4508907"/>
                <a:ext cx="811080" cy="63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A370F84-8201-EA97-A1E1-E3546A7336B6}"/>
                  </a:ext>
                </a:extLst>
              </p14:cNvPr>
              <p14:cNvContentPartPr/>
              <p14:nvPr/>
            </p14:nvContentPartPr>
            <p14:xfrm>
              <a:off x="2056707" y="4157547"/>
              <a:ext cx="363960" cy="3906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A370F84-8201-EA97-A1E1-E3546A7336B6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050587" y="4151427"/>
                <a:ext cx="376200" cy="4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3E5F916-5212-7A1E-F4A0-899A503A1584}"/>
                  </a:ext>
                </a:extLst>
              </p14:cNvPr>
              <p14:cNvContentPartPr/>
              <p14:nvPr/>
            </p14:nvContentPartPr>
            <p14:xfrm>
              <a:off x="2142747" y="4873947"/>
              <a:ext cx="567000" cy="6040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3E5F916-5212-7A1E-F4A0-899A503A158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136627" y="4867827"/>
                <a:ext cx="579240" cy="61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F744AA7-6CAE-EBA9-95AE-9398639FBBD0}"/>
                  </a:ext>
                </a:extLst>
              </p14:cNvPr>
              <p14:cNvContentPartPr/>
              <p14:nvPr/>
            </p14:nvContentPartPr>
            <p14:xfrm>
              <a:off x="3909627" y="4647147"/>
              <a:ext cx="672120" cy="5076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F744AA7-6CAE-EBA9-95AE-9398639FBBD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903507" y="4641027"/>
                <a:ext cx="684360" cy="51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45CB286-DC17-59B5-48E1-17537CAE8033}"/>
                  </a:ext>
                </a:extLst>
              </p14:cNvPr>
              <p14:cNvContentPartPr/>
              <p14:nvPr/>
            </p14:nvContentPartPr>
            <p14:xfrm>
              <a:off x="4618827" y="4323147"/>
              <a:ext cx="361800" cy="2656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45CB286-DC17-59B5-48E1-17537CAE803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612707" y="4317027"/>
                <a:ext cx="37404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01D530A-1090-7409-B80E-7FE33EDAE817}"/>
                  </a:ext>
                </a:extLst>
              </p14:cNvPr>
              <p14:cNvContentPartPr/>
              <p14:nvPr/>
            </p14:nvContentPartPr>
            <p14:xfrm>
              <a:off x="4746267" y="4949907"/>
              <a:ext cx="406440" cy="5554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01D530A-1090-7409-B80E-7FE33EDAE81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740147" y="4943787"/>
                <a:ext cx="418680" cy="56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659B8E4-26A1-71C2-BCED-3C0929F97997}"/>
                  </a:ext>
                </a:extLst>
              </p14:cNvPr>
              <p14:cNvContentPartPr/>
              <p14:nvPr/>
            </p14:nvContentPartPr>
            <p14:xfrm>
              <a:off x="6451947" y="4551027"/>
              <a:ext cx="651960" cy="5652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659B8E4-26A1-71C2-BCED-3C0929F9799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445827" y="4544907"/>
                <a:ext cx="664200" cy="57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ABDFD7F-5167-0D64-FAEB-B35B6A8C8A52}"/>
                  </a:ext>
                </a:extLst>
              </p14:cNvPr>
              <p14:cNvContentPartPr/>
              <p14:nvPr/>
            </p14:nvContentPartPr>
            <p14:xfrm>
              <a:off x="7252587" y="4033347"/>
              <a:ext cx="254880" cy="3974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ABDFD7F-5167-0D64-FAEB-B35B6A8C8A5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246467" y="4027227"/>
                <a:ext cx="26712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7EBE335-4BD1-8954-E9D3-B9BD15EEDD23}"/>
                  </a:ext>
                </a:extLst>
              </p14:cNvPr>
              <p14:cNvContentPartPr/>
              <p14:nvPr/>
            </p14:nvContentPartPr>
            <p14:xfrm>
              <a:off x="7174107" y="4922907"/>
              <a:ext cx="503640" cy="5227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7EBE335-4BD1-8954-E9D3-B9BD15EEDD2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167987" y="4916787"/>
                <a:ext cx="515880" cy="53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33EEA07D-4B6B-1072-24CB-D989E69021CE}"/>
                  </a:ext>
                </a:extLst>
              </p14:cNvPr>
              <p14:cNvContentPartPr/>
              <p14:nvPr/>
            </p14:nvContentPartPr>
            <p14:xfrm>
              <a:off x="1523547" y="5800227"/>
              <a:ext cx="456480" cy="4276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33EEA07D-4B6B-1072-24CB-D989E69021C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517427" y="5794107"/>
                <a:ext cx="468720" cy="43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8C51D3D-4C20-03C9-529F-D29188F69C1E}"/>
                  </a:ext>
                </a:extLst>
              </p14:cNvPr>
              <p14:cNvContentPartPr/>
              <p14:nvPr/>
            </p14:nvContentPartPr>
            <p14:xfrm>
              <a:off x="2171907" y="5505387"/>
              <a:ext cx="265680" cy="4633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8C51D3D-4C20-03C9-529F-D29188F69C1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165787" y="5499267"/>
                <a:ext cx="277920" cy="47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0D18EB0-AC42-2D26-5056-63F14587F5C4}"/>
                  </a:ext>
                </a:extLst>
              </p14:cNvPr>
              <p14:cNvContentPartPr/>
              <p14:nvPr/>
            </p14:nvContentPartPr>
            <p14:xfrm>
              <a:off x="2378547" y="6150507"/>
              <a:ext cx="344880" cy="4471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0D18EB0-AC42-2D26-5056-63F14587F5C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372427" y="6144387"/>
                <a:ext cx="357120" cy="459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BF252C0A-DA7E-826C-AB1B-F3474783D4F5}"/>
              </a:ext>
            </a:extLst>
          </p:cNvPr>
          <p:cNvGrpSpPr/>
          <p:nvPr/>
        </p:nvGrpSpPr>
        <p:grpSpPr>
          <a:xfrm>
            <a:off x="4377627" y="5593947"/>
            <a:ext cx="1154160" cy="912240"/>
            <a:chOff x="4377627" y="5593947"/>
            <a:chExt cx="1154160" cy="91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EFFA961-1AEE-8FA0-2C78-11A98EF075E5}"/>
                    </a:ext>
                  </a:extLst>
                </p14:cNvPr>
                <p14:cNvContentPartPr/>
                <p14:nvPr/>
              </p14:nvContentPartPr>
              <p14:xfrm>
                <a:off x="4377627" y="5945307"/>
                <a:ext cx="510480" cy="353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EFFA961-1AEE-8FA0-2C78-11A98EF075E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371507" y="5939187"/>
                  <a:ext cx="52272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03F093B-A59C-CC42-3EEF-9AC71776203C}"/>
                    </a:ext>
                  </a:extLst>
                </p14:cNvPr>
                <p14:cNvContentPartPr/>
                <p14:nvPr/>
              </p14:nvContentPartPr>
              <p14:xfrm>
                <a:off x="5153427" y="6484587"/>
                <a:ext cx="30600" cy="12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03F093B-A59C-CC42-3EEF-9AC71776203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147307" y="6478467"/>
                  <a:ext cx="428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EBE4868-7E92-39E3-F5AD-7C3D0CDB86E9}"/>
                    </a:ext>
                  </a:extLst>
                </p14:cNvPr>
                <p14:cNvContentPartPr/>
                <p14:nvPr/>
              </p14:nvContentPartPr>
              <p14:xfrm>
                <a:off x="5142627" y="5633547"/>
                <a:ext cx="248040" cy="339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EBE4868-7E92-39E3-F5AD-7C3D0CDB86E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136507" y="5627427"/>
                  <a:ext cx="2602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F794068-59F9-4E07-CB3B-BCEA459A7D45}"/>
                    </a:ext>
                  </a:extLst>
                </p14:cNvPr>
                <p14:cNvContentPartPr/>
                <p14:nvPr/>
              </p14:nvContentPartPr>
              <p14:xfrm>
                <a:off x="5036427" y="6223947"/>
                <a:ext cx="352440" cy="282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F794068-59F9-4E07-CB3B-BCEA459A7D4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30307" y="6217827"/>
                  <a:ext cx="3646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C39AC3F-8987-FF29-913B-B412D5A118A8}"/>
                    </a:ext>
                  </a:extLst>
                </p14:cNvPr>
                <p14:cNvContentPartPr/>
                <p14:nvPr/>
              </p14:nvContentPartPr>
              <p14:xfrm>
                <a:off x="5210307" y="6375507"/>
                <a:ext cx="157320" cy="116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C39AC3F-8987-FF29-913B-B412D5A118A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204187" y="6369387"/>
                  <a:ext cx="1695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4873DB2-D723-8B9E-7F4F-89CDA74BF536}"/>
                    </a:ext>
                  </a:extLst>
                </p14:cNvPr>
                <p14:cNvContentPartPr/>
                <p14:nvPr/>
              </p14:nvContentPartPr>
              <p14:xfrm>
                <a:off x="5183667" y="5593947"/>
                <a:ext cx="348120" cy="393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4873DB2-D723-8B9E-7F4F-89CDA74BF53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177547" y="5587827"/>
                  <a:ext cx="360360" cy="40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00714CE-EED8-A788-7647-DC27B06E2DDC}"/>
              </a:ext>
            </a:extLst>
          </p:cNvPr>
          <p:cNvGrpSpPr/>
          <p:nvPr/>
        </p:nvGrpSpPr>
        <p:grpSpPr>
          <a:xfrm>
            <a:off x="6863787" y="5425827"/>
            <a:ext cx="1031040" cy="1090080"/>
            <a:chOff x="6863787" y="5425827"/>
            <a:chExt cx="1031040" cy="109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04E5781-DB5D-FCFB-FE1D-6E0FE3B6E65A}"/>
                    </a:ext>
                  </a:extLst>
                </p14:cNvPr>
                <p14:cNvContentPartPr/>
                <p14:nvPr/>
              </p14:nvContentPartPr>
              <p14:xfrm>
                <a:off x="6863787" y="5870067"/>
                <a:ext cx="554760" cy="407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04E5781-DB5D-FCFB-FE1D-6E0FE3B6E65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57667" y="5863947"/>
                  <a:ext cx="56700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5F6B67A-2692-E987-31EE-53095CED22EB}"/>
                    </a:ext>
                  </a:extLst>
                </p14:cNvPr>
                <p14:cNvContentPartPr/>
                <p14:nvPr/>
              </p14:nvContentPartPr>
              <p14:xfrm>
                <a:off x="7546707" y="5425827"/>
                <a:ext cx="348120" cy="385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5F6B67A-2692-E987-31EE-53095CED22E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540587" y="5419707"/>
                  <a:ext cx="3603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5AE0701-DC55-5CC6-58F1-C4A5BDC76608}"/>
                    </a:ext>
                  </a:extLst>
                </p14:cNvPr>
                <p14:cNvContentPartPr/>
                <p14:nvPr/>
              </p14:nvContentPartPr>
              <p14:xfrm>
                <a:off x="7551747" y="6196947"/>
                <a:ext cx="287280" cy="318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5AE0701-DC55-5CC6-58F1-C4A5BDC7660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545627" y="6190827"/>
                  <a:ext cx="299520" cy="33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8FB01F8-370D-2666-E01F-7B50D1F8040E}"/>
                  </a:ext>
                </a:extLst>
              </p14:cNvPr>
              <p14:cNvContentPartPr/>
              <p14:nvPr/>
            </p14:nvContentPartPr>
            <p14:xfrm>
              <a:off x="8342667" y="5246907"/>
              <a:ext cx="8640" cy="97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8FB01F8-370D-2666-E01F-7B50D1F8040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336547" y="5240787"/>
                <a:ext cx="20880" cy="2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857D6189-6CA8-073F-B6E3-78BC73F6B2EB}"/>
              </a:ext>
            </a:extLst>
          </p:cNvPr>
          <p:cNvGrpSpPr/>
          <p:nvPr/>
        </p:nvGrpSpPr>
        <p:grpSpPr>
          <a:xfrm>
            <a:off x="8389107" y="5507187"/>
            <a:ext cx="37080" cy="344160"/>
            <a:chOff x="8389107" y="5507187"/>
            <a:chExt cx="3708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5680624-DF52-0B64-577C-A0BD296D0FC0}"/>
                    </a:ext>
                  </a:extLst>
                </p14:cNvPr>
                <p14:cNvContentPartPr/>
                <p14:nvPr/>
              </p14:nvContentPartPr>
              <p14:xfrm>
                <a:off x="8396667" y="5507187"/>
                <a:ext cx="720" cy="52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5680624-DF52-0B64-577C-A0BD296D0FC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390547" y="5501067"/>
                  <a:ext cx="129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6BF197E-5A18-C502-6E27-0D2EB8132749}"/>
                    </a:ext>
                  </a:extLst>
                </p14:cNvPr>
                <p14:cNvContentPartPr/>
                <p14:nvPr/>
              </p14:nvContentPartPr>
              <p14:xfrm>
                <a:off x="8422587" y="5733627"/>
                <a:ext cx="720" cy="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6BF197E-5A18-C502-6E27-0D2EB813274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416467" y="5727507"/>
                  <a:ext cx="1296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7F5C837-C910-ECBE-B80F-6275C48F0B37}"/>
                    </a:ext>
                  </a:extLst>
                </p14:cNvPr>
                <p14:cNvContentPartPr/>
                <p14:nvPr/>
              </p14:nvContentPartPr>
              <p14:xfrm>
                <a:off x="8389107" y="5849187"/>
                <a:ext cx="37080" cy="2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7F5C837-C910-ECBE-B80F-6275C48F0B3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382987" y="5843067"/>
                  <a:ext cx="49320" cy="1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9BF5044-9E80-61D4-AD40-A047E7DA58FB}"/>
                  </a:ext>
                </a:extLst>
              </p14:cNvPr>
              <p14:cNvContentPartPr/>
              <p14:nvPr/>
            </p14:nvContentPartPr>
            <p14:xfrm>
              <a:off x="2023587" y="1557627"/>
              <a:ext cx="360" cy="3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9BF5044-9E80-61D4-AD40-A047E7DA58F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017467" y="155150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A790864-AA84-2113-9473-34142E15EFFD}"/>
                  </a:ext>
                </a:extLst>
              </p14:cNvPr>
              <p14:cNvContentPartPr/>
              <p14:nvPr/>
            </p14:nvContentPartPr>
            <p14:xfrm>
              <a:off x="1998027" y="1557627"/>
              <a:ext cx="2784960" cy="514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A790864-AA84-2113-9473-34142E15EFF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944027" y="1449627"/>
                <a:ext cx="289260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53723103-98F9-AE6A-64AD-8DEE516E63A7}"/>
                  </a:ext>
                </a:extLst>
              </p14:cNvPr>
              <p14:cNvContentPartPr/>
              <p14:nvPr/>
            </p14:nvContentPartPr>
            <p14:xfrm>
              <a:off x="6222627" y="2217867"/>
              <a:ext cx="360" cy="3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53723103-98F9-AE6A-64AD-8DEE516E63A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168987" y="2110227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5106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F6AD7-B0EB-5E67-A146-A2076B32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74383DE-2977-D841-EAB2-28C05EF6F922}"/>
              </a:ext>
            </a:extLst>
          </p:cNvPr>
          <p:cNvGrpSpPr/>
          <p:nvPr/>
        </p:nvGrpSpPr>
        <p:grpSpPr>
          <a:xfrm>
            <a:off x="1388187" y="2518107"/>
            <a:ext cx="2514960" cy="1968120"/>
            <a:chOff x="1388187" y="2518107"/>
            <a:chExt cx="2514960" cy="196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2F84A79-E35B-DC8C-3A2A-2D1278A3A788}"/>
                    </a:ext>
                  </a:extLst>
                </p14:cNvPr>
                <p14:cNvContentPartPr/>
                <p14:nvPr/>
              </p14:nvContentPartPr>
              <p14:xfrm>
                <a:off x="1388187" y="2653827"/>
                <a:ext cx="57600" cy="753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2F84A79-E35B-DC8C-3A2A-2D1278A3A78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82067" y="2647707"/>
                  <a:ext cx="69840" cy="76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9076E58-1160-7D9E-BBD9-E50B9F0C918C}"/>
                    </a:ext>
                  </a:extLst>
                </p14:cNvPr>
                <p14:cNvContentPartPr/>
                <p14:nvPr/>
              </p14:nvContentPartPr>
              <p14:xfrm>
                <a:off x="1525707" y="2536107"/>
                <a:ext cx="2257200" cy="860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9076E58-1160-7D9E-BBD9-E50B9F0C918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19587" y="2529987"/>
                  <a:ext cx="2269440" cy="87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62A7C13-E816-9BD5-A092-4C5C8C426583}"/>
                    </a:ext>
                  </a:extLst>
                </p14:cNvPr>
                <p14:cNvContentPartPr/>
                <p14:nvPr/>
              </p14:nvContentPartPr>
              <p14:xfrm>
                <a:off x="1668267" y="2813667"/>
                <a:ext cx="443880" cy="275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62A7C13-E816-9BD5-A092-4C5C8C42658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62147" y="2807547"/>
                  <a:ext cx="4561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482E703-9493-3DE3-AAFB-2441ADC014D7}"/>
                    </a:ext>
                  </a:extLst>
                </p14:cNvPr>
                <p14:cNvContentPartPr/>
                <p14:nvPr/>
              </p14:nvContentPartPr>
              <p14:xfrm>
                <a:off x="2196387" y="2664627"/>
                <a:ext cx="16200" cy="130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482E703-9493-3DE3-AAFB-2441ADC014D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90267" y="2658507"/>
                  <a:ext cx="284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55BA83C-0456-4EE0-E730-CD403AEEE4E7}"/>
                    </a:ext>
                  </a:extLst>
                </p14:cNvPr>
                <p14:cNvContentPartPr/>
                <p14:nvPr/>
              </p14:nvContentPartPr>
              <p14:xfrm>
                <a:off x="2176947" y="3001227"/>
                <a:ext cx="189720" cy="255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55BA83C-0456-4EE0-E730-CD403AEEE4E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70827" y="2995107"/>
                  <a:ext cx="2019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47AFAA7-260B-82C8-8954-2EB742D29DC4}"/>
                    </a:ext>
                  </a:extLst>
                </p14:cNvPr>
                <p14:cNvContentPartPr/>
                <p14:nvPr/>
              </p14:nvContentPartPr>
              <p14:xfrm>
                <a:off x="2593467" y="2853627"/>
                <a:ext cx="338040" cy="196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47AFAA7-260B-82C8-8954-2EB742D29DC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87347" y="2847507"/>
                  <a:ext cx="3502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EDF6C83-8025-E63C-BBC4-DA5E3A4A2EFF}"/>
                    </a:ext>
                  </a:extLst>
                </p14:cNvPr>
                <p14:cNvContentPartPr/>
                <p14:nvPr/>
              </p14:nvContentPartPr>
              <p14:xfrm>
                <a:off x="2929707" y="2630427"/>
                <a:ext cx="221040" cy="194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EDF6C83-8025-E63C-BBC4-DA5E3A4A2EF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23587" y="2624307"/>
                  <a:ext cx="2332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EEBE5F5-5F2B-30A9-8677-ECED592FDDB4}"/>
                    </a:ext>
                  </a:extLst>
                </p14:cNvPr>
                <p14:cNvContentPartPr/>
                <p14:nvPr/>
              </p14:nvContentPartPr>
              <p14:xfrm>
                <a:off x="2979747" y="3012027"/>
                <a:ext cx="243720" cy="292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EEBE5F5-5F2B-30A9-8677-ECED592FDDB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73627" y="3005907"/>
                  <a:ext cx="2559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0ACAE2C-7B59-CAB3-B353-F7F65C46E532}"/>
                    </a:ext>
                  </a:extLst>
                </p14:cNvPr>
                <p14:cNvContentPartPr/>
                <p14:nvPr/>
              </p14:nvContentPartPr>
              <p14:xfrm>
                <a:off x="3022227" y="3187347"/>
                <a:ext cx="127440" cy="137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0ACAE2C-7B59-CAB3-B353-F7F65C46E53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16107" y="3181227"/>
                  <a:ext cx="1396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5355425-2B27-B0A1-C596-8EF39B3ADAFD}"/>
                    </a:ext>
                  </a:extLst>
                </p14:cNvPr>
                <p14:cNvContentPartPr/>
                <p14:nvPr/>
              </p14:nvContentPartPr>
              <p14:xfrm>
                <a:off x="2955627" y="2518107"/>
                <a:ext cx="104400" cy="396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5355425-2B27-B0A1-C596-8EF39B3ADAF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49507" y="2511987"/>
                  <a:ext cx="11664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02EF9A8-1415-CFD7-0775-CAC3F914FE69}"/>
                    </a:ext>
                  </a:extLst>
                </p14:cNvPr>
                <p14:cNvContentPartPr/>
                <p14:nvPr/>
              </p14:nvContentPartPr>
              <p14:xfrm>
                <a:off x="3299067" y="2825547"/>
                <a:ext cx="263520" cy="238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02EF9A8-1415-CFD7-0775-CAC3F914FE6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92947" y="2819427"/>
                  <a:ext cx="2757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34C715B-B24A-EECD-F5FF-1A7C84F52BD6}"/>
                    </a:ext>
                  </a:extLst>
                </p14:cNvPr>
                <p14:cNvContentPartPr/>
                <p14:nvPr/>
              </p14:nvContentPartPr>
              <p14:xfrm>
                <a:off x="3678147" y="2937507"/>
                <a:ext cx="225000" cy="377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34C715B-B24A-EECD-F5FF-1A7C84F52BD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672027" y="2931387"/>
                  <a:ext cx="23724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BA44262-C18E-AB0C-A79D-01E10570A2F9}"/>
                    </a:ext>
                  </a:extLst>
                </p14:cNvPr>
                <p14:cNvContentPartPr/>
                <p14:nvPr/>
              </p14:nvContentPartPr>
              <p14:xfrm>
                <a:off x="3557547" y="2610987"/>
                <a:ext cx="29160" cy="281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BA44262-C18E-AB0C-A79D-01E10570A2F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51427" y="2604867"/>
                  <a:ext cx="414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C9A48A2-765E-072D-4C95-D159BE706AF0}"/>
                    </a:ext>
                  </a:extLst>
                </p14:cNvPr>
                <p14:cNvContentPartPr/>
                <p14:nvPr/>
              </p14:nvContentPartPr>
              <p14:xfrm>
                <a:off x="2372427" y="3637347"/>
                <a:ext cx="83160" cy="848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C9A48A2-765E-072D-4C95-D159BE706AF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366307" y="3631227"/>
                  <a:ext cx="95400" cy="86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004968C-E9F3-4BD6-3FE9-F3968AC42D66}"/>
                    </a:ext>
                  </a:extLst>
                </p14:cNvPr>
                <p14:cNvContentPartPr/>
                <p14:nvPr/>
              </p14:nvContentPartPr>
              <p14:xfrm>
                <a:off x="2123667" y="3516027"/>
                <a:ext cx="554400" cy="380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004968C-E9F3-4BD6-3FE9-F3968AC42D6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117547" y="3509907"/>
                  <a:ext cx="566640" cy="39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92F88C8-702B-F55F-4612-A9B9C2ACF450}"/>
              </a:ext>
            </a:extLst>
          </p:cNvPr>
          <p:cNvGrpSpPr/>
          <p:nvPr/>
        </p:nvGrpSpPr>
        <p:grpSpPr>
          <a:xfrm>
            <a:off x="1949067" y="4699707"/>
            <a:ext cx="705240" cy="1006920"/>
            <a:chOff x="1949067" y="4699707"/>
            <a:chExt cx="705240" cy="100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2F7878D-AF7C-4849-2BA4-C837FE995F6D}"/>
                    </a:ext>
                  </a:extLst>
                </p14:cNvPr>
                <p14:cNvContentPartPr/>
                <p14:nvPr/>
              </p14:nvContentPartPr>
              <p14:xfrm>
                <a:off x="1949067" y="4699707"/>
                <a:ext cx="496440" cy="505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2F7878D-AF7C-4849-2BA4-C837FE995F6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42947" y="4693587"/>
                  <a:ext cx="50868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42028C4-7793-2D23-9915-B90165986012}"/>
                    </a:ext>
                  </a:extLst>
                </p14:cNvPr>
                <p14:cNvContentPartPr/>
                <p14:nvPr/>
              </p14:nvContentPartPr>
              <p14:xfrm>
                <a:off x="2538747" y="5072667"/>
                <a:ext cx="115560" cy="633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42028C4-7793-2D23-9915-B9016598601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532627" y="5066547"/>
                  <a:ext cx="127800" cy="64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57BCAC4-3007-9986-BE86-9EDEDA36A64E}"/>
              </a:ext>
            </a:extLst>
          </p:cNvPr>
          <p:cNvGrpSpPr/>
          <p:nvPr/>
        </p:nvGrpSpPr>
        <p:grpSpPr>
          <a:xfrm>
            <a:off x="1872387" y="595347"/>
            <a:ext cx="911520" cy="1612440"/>
            <a:chOff x="1872387" y="595347"/>
            <a:chExt cx="911520" cy="161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31DCC2B-16E4-63F2-3070-916D7D39A286}"/>
                    </a:ext>
                  </a:extLst>
                </p14:cNvPr>
                <p14:cNvContentPartPr/>
                <p14:nvPr/>
              </p14:nvContentPartPr>
              <p14:xfrm>
                <a:off x="2100987" y="1595427"/>
                <a:ext cx="441000" cy="612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31DCC2B-16E4-63F2-3070-916D7D39A28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094867" y="1589307"/>
                  <a:ext cx="45324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EACE193-508D-FE86-972E-5A9E9EC684B5}"/>
                    </a:ext>
                  </a:extLst>
                </p14:cNvPr>
                <p14:cNvContentPartPr/>
                <p14:nvPr/>
              </p14:nvContentPartPr>
              <p14:xfrm>
                <a:off x="2464947" y="1581747"/>
                <a:ext cx="223560" cy="177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EACE193-508D-FE86-972E-5A9E9EC684B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458827" y="1575627"/>
                  <a:ext cx="2358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223A234-6017-06DD-F33C-576F7BBD110C}"/>
                    </a:ext>
                  </a:extLst>
                </p14:cNvPr>
                <p14:cNvContentPartPr/>
                <p14:nvPr/>
              </p14:nvContentPartPr>
              <p14:xfrm>
                <a:off x="1872387" y="595347"/>
                <a:ext cx="637920" cy="480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223A234-6017-06DD-F33C-576F7BBD110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866267" y="589227"/>
                  <a:ext cx="65016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D8BE357-1B74-B309-78E3-E0B639535509}"/>
                    </a:ext>
                  </a:extLst>
                </p14:cNvPr>
                <p14:cNvContentPartPr/>
                <p14:nvPr/>
              </p14:nvContentPartPr>
              <p14:xfrm>
                <a:off x="2764827" y="888027"/>
                <a:ext cx="19080" cy="600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D8BE357-1B74-B309-78E3-E0B63953550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758707" y="881907"/>
                  <a:ext cx="31320" cy="61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C884986-A8F1-43B1-3A52-9388F383F4BA}"/>
              </a:ext>
            </a:extLst>
          </p:cNvPr>
          <p:cNvGrpSpPr/>
          <p:nvPr/>
        </p:nvGrpSpPr>
        <p:grpSpPr>
          <a:xfrm>
            <a:off x="5268267" y="4762347"/>
            <a:ext cx="686520" cy="743400"/>
            <a:chOff x="5268267" y="4762347"/>
            <a:chExt cx="686520" cy="74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809E253-4A22-7C08-024E-AA859DA3D69C}"/>
                    </a:ext>
                  </a:extLst>
                </p14:cNvPr>
                <p14:cNvContentPartPr/>
                <p14:nvPr/>
              </p14:nvContentPartPr>
              <p14:xfrm>
                <a:off x="5268267" y="4762347"/>
                <a:ext cx="510480" cy="429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809E253-4A22-7C08-024E-AA859DA3D69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62147" y="4756227"/>
                  <a:ext cx="52272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7956925-5AB7-E386-B441-E8FF768D56EC}"/>
                    </a:ext>
                  </a:extLst>
                </p14:cNvPr>
                <p14:cNvContentPartPr/>
                <p14:nvPr/>
              </p14:nvContentPartPr>
              <p14:xfrm>
                <a:off x="5898627" y="5055027"/>
                <a:ext cx="56160" cy="450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7956925-5AB7-E386-B441-E8FF768D56E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92507" y="5048907"/>
                  <a:ext cx="68400" cy="46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BCAF685-7C37-6ED3-BC93-A8033E5CF0D8}"/>
                  </a:ext>
                </a:extLst>
              </p14:cNvPr>
              <p14:cNvContentPartPr/>
              <p14:nvPr/>
            </p14:nvContentPartPr>
            <p14:xfrm>
              <a:off x="2705787" y="161547"/>
              <a:ext cx="43920" cy="3135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BCAF685-7C37-6ED3-BC93-A8033E5CF0D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699667" y="155427"/>
                <a:ext cx="56160" cy="32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76EB2581-EE51-289A-F698-7B2FC9674A3C}"/>
              </a:ext>
            </a:extLst>
          </p:cNvPr>
          <p:cNvGrpSpPr/>
          <p:nvPr/>
        </p:nvGrpSpPr>
        <p:grpSpPr>
          <a:xfrm>
            <a:off x="4415787" y="-101973"/>
            <a:ext cx="2880360" cy="4578480"/>
            <a:chOff x="4415787" y="-101973"/>
            <a:chExt cx="2880360" cy="457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61BEFFA-0267-20A1-EE25-929B3BE58B85}"/>
                    </a:ext>
                  </a:extLst>
                </p14:cNvPr>
                <p14:cNvContentPartPr/>
                <p14:nvPr/>
              </p14:nvContentPartPr>
              <p14:xfrm>
                <a:off x="5411547" y="3389667"/>
                <a:ext cx="319320" cy="1086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61BEFFA-0267-20A1-EE25-929B3BE58B8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05427" y="3383547"/>
                  <a:ext cx="331560" cy="10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77B9A40-0290-953B-CD63-B06DED709396}"/>
                    </a:ext>
                  </a:extLst>
                </p14:cNvPr>
                <p14:cNvContentPartPr/>
                <p14:nvPr/>
              </p14:nvContentPartPr>
              <p14:xfrm>
                <a:off x="4415787" y="2027427"/>
                <a:ext cx="2880360" cy="1294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77B9A40-0290-953B-CD63-B06DED70939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09667" y="2021307"/>
                  <a:ext cx="2892600" cy="13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A005B57-EB70-47A3-D14F-7A5113838A00}"/>
                    </a:ext>
                  </a:extLst>
                </p14:cNvPr>
                <p14:cNvContentPartPr/>
                <p14:nvPr/>
              </p14:nvContentPartPr>
              <p14:xfrm>
                <a:off x="4728267" y="2515227"/>
                <a:ext cx="329400" cy="263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A005B57-EB70-47A3-D14F-7A5113838A0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22147" y="2509107"/>
                  <a:ext cx="3416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06709AD-4A48-E875-AE80-91CF86B6A09A}"/>
                    </a:ext>
                  </a:extLst>
                </p14:cNvPr>
                <p14:cNvContentPartPr/>
                <p14:nvPr/>
              </p14:nvContentPartPr>
              <p14:xfrm>
                <a:off x="5000787" y="2254227"/>
                <a:ext cx="330840" cy="195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06709AD-4A48-E875-AE80-91CF86B6A09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994667" y="2248107"/>
                  <a:ext cx="3430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A23E1FE-A30C-F800-C41D-75321F3A4C3A}"/>
                    </a:ext>
                  </a:extLst>
                </p14:cNvPr>
                <p14:cNvContentPartPr/>
                <p14:nvPr/>
              </p14:nvContentPartPr>
              <p14:xfrm>
                <a:off x="5110587" y="2694867"/>
                <a:ext cx="303840" cy="297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A23E1FE-A30C-F800-C41D-75321F3A4C3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104467" y="2688747"/>
                  <a:ext cx="31608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AA5AD57-1324-05D9-CB79-7ED401C1C669}"/>
                    </a:ext>
                  </a:extLst>
                </p14:cNvPr>
                <p14:cNvContentPartPr/>
                <p14:nvPr/>
              </p14:nvContentPartPr>
              <p14:xfrm>
                <a:off x="5635827" y="2581467"/>
                <a:ext cx="442800" cy="2138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AA5AD57-1324-05D9-CB79-7ED401C1C66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629707" y="2575347"/>
                  <a:ext cx="4550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3D4C7F6-CCAB-481B-68AB-68A8FA7E544A}"/>
                    </a:ext>
                  </a:extLst>
                </p14:cNvPr>
                <p14:cNvContentPartPr/>
                <p14:nvPr/>
              </p14:nvContentPartPr>
              <p14:xfrm>
                <a:off x="6057027" y="2277627"/>
                <a:ext cx="108360" cy="161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3D4C7F6-CCAB-481B-68AB-68A8FA7E544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050907" y="2271507"/>
                  <a:ext cx="1206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4F9AA63-9969-5E19-A525-FC51FF13BFA8}"/>
                    </a:ext>
                  </a:extLst>
                </p14:cNvPr>
                <p14:cNvContentPartPr/>
                <p14:nvPr/>
              </p14:nvContentPartPr>
              <p14:xfrm>
                <a:off x="6154227" y="2802867"/>
                <a:ext cx="52200" cy="249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4F9AA63-9969-5E19-A525-FC51FF13BFA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148107" y="2796747"/>
                  <a:ext cx="644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A520C1F-612E-521A-BEFB-588A9B4D778B}"/>
                    </a:ext>
                  </a:extLst>
                </p14:cNvPr>
                <p14:cNvContentPartPr/>
                <p14:nvPr/>
              </p14:nvContentPartPr>
              <p14:xfrm>
                <a:off x="6169707" y="2841027"/>
                <a:ext cx="184320" cy="133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A520C1F-612E-521A-BEFB-588A9B4D778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63587" y="2834907"/>
                  <a:ext cx="1965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1F3625C-C043-E069-442C-B56717D2AA44}"/>
                    </a:ext>
                  </a:extLst>
                </p14:cNvPr>
                <p14:cNvContentPartPr/>
                <p14:nvPr/>
              </p14:nvContentPartPr>
              <p14:xfrm>
                <a:off x="6233427" y="2894667"/>
                <a:ext cx="132840" cy="168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1F3625C-C043-E069-442C-B56717D2AA4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27307" y="2888547"/>
                  <a:ext cx="1450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A369187-FF13-FDC2-E1B2-F343215D7BEA}"/>
                    </a:ext>
                  </a:extLst>
                </p14:cNvPr>
                <p14:cNvContentPartPr/>
                <p14:nvPr/>
              </p14:nvContentPartPr>
              <p14:xfrm>
                <a:off x="6422067" y="2579307"/>
                <a:ext cx="326880" cy="162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A369187-FF13-FDC2-E1B2-F343215D7BE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415947" y="2573187"/>
                  <a:ext cx="3391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67B7D8B-C2D3-8B28-F047-2BDEC9A163BA}"/>
                    </a:ext>
                  </a:extLst>
                </p14:cNvPr>
                <p14:cNvContentPartPr/>
                <p14:nvPr/>
              </p14:nvContentPartPr>
              <p14:xfrm>
                <a:off x="6707547" y="2266467"/>
                <a:ext cx="274320" cy="131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67B7D8B-C2D3-8B28-F047-2BDEC9A163B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701427" y="2260347"/>
                  <a:ext cx="286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6A0639F-6612-6A80-03DC-1233C26950DC}"/>
                    </a:ext>
                  </a:extLst>
                </p14:cNvPr>
                <p14:cNvContentPartPr/>
                <p14:nvPr/>
              </p14:nvContentPartPr>
              <p14:xfrm>
                <a:off x="6939387" y="2679027"/>
                <a:ext cx="177120" cy="239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6A0639F-6612-6A80-03DC-1233C26950D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933267" y="2672907"/>
                  <a:ext cx="1893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41AD157-7ADC-9F82-5409-5FC47D85A35A}"/>
                    </a:ext>
                  </a:extLst>
                </p14:cNvPr>
                <p14:cNvContentPartPr/>
                <p14:nvPr/>
              </p14:nvContentPartPr>
              <p14:xfrm>
                <a:off x="5654907" y="1100067"/>
                <a:ext cx="522360" cy="834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41AD157-7ADC-9F82-5409-5FC47D85A35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648787" y="1093947"/>
                  <a:ext cx="534600" cy="84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4EC0D80-3FCF-575D-04AA-9B346D7A6528}"/>
                    </a:ext>
                  </a:extLst>
                </p14:cNvPr>
                <p14:cNvContentPartPr/>
                <p14:nvPr/>
              </p14:nvContentPartPr>
              <p14:xfrm>
                <a:off x="5376267" y="452427"/>
                <a:ext cx="469800" cy="403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4EC0D80-3FCF-575D-04AA-9B346D7A652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370147" y="446307"/>
                  <a:ext cx="48204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27CA368-B0B9-48D7-81F4-243FCB369DD4}"/>
                    </a:ext>
                  </a:extLst>
                </p14:cNvPr>
                <p14:cNvContentPartPr/>
                <p14:nvPr/>
              </p14:nvContentPartPr>
              <p14:xfrm>
                <a:off x="6022827" y="744387"/>
                <a:ext cx="34920" cy="440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27CA368-B0B9-48D7-81F4-243FCB369DD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016707" y="738267"/>
                  <a:ext cx="4716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2F0EC60-F853-35F1-FC9D-7227A0EDC952}"/>
                    </a:ext>
                  </a:extLst>
                </p14:cNvPr>
                <p14:cNvContentPartPr/>
                <p14:nvPr/>
              </p14:nvContentPartPr>
              <p14:xfrm>
                <a:off x="5881347" y="103947"/>
                <a:ext cx="525240" cy="256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2F0EC60-F853-35F1-FC9D-7227A0EDC95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875227" y="97827"/>
                  <a:ext cx="5374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76F4494-F819-CDB2-B58C-1125972B9C0B}"/>
                    </a:ext>
                  </a:extLst>
                </p14:cNvPr>
                <p14:cNvContentPartPr/>
                <p14:nvPr/>
              </p14:nvContentPartPr>
              <p14:xfrm>
                <a:off x="5732307" y="-101973"/>
                <a:ext cx="901440" cy="524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76F4494-F819-CDB2-B58C-1125972B9C0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726187" y="-108093"/>
                  <a:ext cx="91368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494190F-62C4-3C9D-D9D1-F45FDB9CC047}"/>
                    </a:ext>
                  </a:extLst>
                </p14:cNvPr>
                <p14:cNvContentPartPr/>
                <p14:nvPr/>
              </p14:nvContentPartPr>
              <p14:xfrm>
                <a:off x="4896747" y="2008973"/>
                <a:ext cx="815760" cy="504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494190F-62C4-3C9D-D9D1-F45FDB9CC04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890627" y="2002853"/>
                  <a:ext cx="828000" cy="51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6C9B4890-96E7-4C02-3971-9335E872B175}"/>
                  </a:ext>
                </a:extLst>
              </p14:cNvPr>
              <p14:cNvContentPartPr/>
              <p14:nvPr/>
            </p14:nvContentPartPr>
            <p14:xfrm>
              <a:off x="9828027" y="4755413"/>
              <a:ext cx="770040" cy="7653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6C9B4890-96E7-4C02-3971-9335E872B17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821907" y="4749293"/>
                <a:ext cx="782280" cy="77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C43576BB-B84D-FB26-A8F0-530E2F448477}"/>
                  </a:ext>
                </a:extLst>
              </p14:cNvPr>
              <p14:cNvContentPartPr/>
              <p14:nvPr/>
            </p14:nvContentPartPr>
            <p14:xfrm>
              <a:off x="10683027" y="5371733"/>
              <a:ext cx="130320" cy="66924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C43576BB-B84D-FB26-A8F0-530E2F44847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676907" y="5365613"/>
                <a:ext cx="142560" cy="68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17531FF0-0896-959A-C420-0A55002BBE0B}"/>
                  </a:ext>
                </a:extLst>
              </p14:cNvPr>
              <p14:cNvContentPartPr/>
              <p14:nvPr/>
            </p14:nvContentPartPr>
            <p14:xfrm>
              <a:off x="10229427" y="88013"/>
              <a:ext cx="309960" cy="2484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17531FF0-0896-959A-C420-0A55002BBE0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223307" y="81893"/>
                <a:ext cx="32220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7C226C54-52E7-627C-3363-100EC123AAE7}"/>
                  </a:ext>
                </a:extLst>
              </p14:cNvPr>
              <p14:cNvContentPartPr/>
              <p14:nvPr/>
            </p14:nvContentPartPr>
            <p14:xfrm>
              <a:off x="7725627" y="2520893"/>
              <a:ext cx="2520" cy="54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7C226C54-52E7-627C-3363-100EC123AAE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719507" y="2514773"/>
                <a:ext cx="1476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CC4575AF-5EFE-F8A6-6D9F-895D14CE638B}"/>
                  </a:ext>
                </a:extLst>
              </p14:cNvPr>
              <p14:cNvContentPartPr/>
              <p14:nvPr/>
            </p14:nvContentPartPr>
            <p14:xfrm>
              <a:off x="8126667" y="2586053"/>
              <a:ext cx="22320" cy="828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CC4575AF-5EFE-F8A6-6D9F-895D14CE638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120547" y="2579933"/>
                <a:ext cx="34560" cy="2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432E4582-672F-DC0D-BE0D-F7AA9B14AA0F}"/>
              </a:ext>
            </a:extLst>
          </p:cNvPr>
          <p:cNvGrpSpPr/>
          <p:nvPr/>
        </p:nvGrpSpPr>
        <p:grpSpPr>
          <a:xfrm>
            <a:off x="8604747" y="2403173"/>
            <a:ext cx="387000" cy="89640"/>
            <a:chOff x="8604747" y="2403173"/>
            <a:chExt cx="387000" cy="8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B08EC3A-686E-94DB-B75D-B0B1D029F9DE}"/>
                    </a:ext>
                  </a:extLst>
                </p14:cNvPr>
                <p14:cNvContentPartPr/>
                <p14:nvPr/>
              </p14:nvContentPartPr>
              <p14:xfrm>
                <a:off x="8604747" y="2492453"/>
                <a:ext cx="360" cy="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B08EC3A-686E-94DB-B75D-B0B1D029F9D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98627" y="248633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8C8E4F2-33E9-A608-075F-F9F6F20DA29D}"/>
                    </a:ext>
                  </a:extLst>
                </p14:cNvPr>
                <p14:cNvContentPartPr/>
                <p14:nvPr/>
              </p14:nvContentPartPr>
              <p14:xfrm>
                <a:off x="8876187" y="2462573"/>
                <a:ext cx="360" cy="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8C8E4F2-33E9-A608-075F-F9F6F20DA29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870067" y="245645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7D41343-A98B-58B8-C85B-643D2BC8ED7A}"/>
                    </a:ext>
                  </a:extLst>
                </p14:cNvPr>
                <p14:cNvContentPartPr/>
                <p14:nvPr/>
              </p14:nvContentPartPr>
              <p14:xfrm>
                <a:off x="8991387" y="2403173"/>
                <a:ext cx="360" cy="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7D41343-A98B-58B8-C85B-643D2BC8ED7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985267" y="239705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CF206374-2C07-92BB-4307-3CE7224987A5}"/>
              </a:ext>
            </a:extLst>
          </p:cNvPr>
          <p:cNvGrpSpPr/>
          <p:nvPr/>
        </p:nvGrpSpPr>
        <p:grpSpPr>
          <a:xfrm>
            <a:off x="9322587" y="-133387"/>
            <a:ext cx="2809440" cy="4607280"/>
            <a:chOff x="9322587" y="-133387"/>
            <a:chExt cx="2809440" cy="460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C775D88-860E-F6D1-D554-6FA7BD368DFC}"/>
                    </a:ext>
                  </a:extLst>
                </p14:cNvPr>
                <p14:cNvContentPartPr/>
                <p14:nvPr/>
              </p14:nvContentPartPr>
              <p14:xfrm>
                <a:off x="9630747" y="2298053"/>
                <a:ext cx="406080" cy="3416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C775D88-860E-F6D1-D554-6FA7BD368DF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624627" y="2291933"/>
                  <a:ext cx="41832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EAC8976-F8B5-72DB-6412-FEDBB28C95C4}"/>
                    </a:ext>
                  </a:extLst>
                </p14:cNvPr>
                <p14:cNvContentPartPr/>
                <p14:nvPr/>
              </p14:nvContentPartPr>
              <p14:xfrm>
                <a:off x="9969867" y="1912493"/>
                <a:ext cx="303120" cy="274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EAC8976-F8B5-72DB-6412-FEDBB28C95C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963747" y="1906373"/>
                  <a:ext cx="31536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8D7221F-82C8-2578-93FC-4C34718C1E4B}"/>
                    </a:ext>
                  </a:extLst>
                </p14:cNvPr>
                <p14:cNvContentPartPr/>
                <p14:nvPr/>
              </p14:nvContentPartPr>
              <p14:xfrm>
                <a:off x="10094067" y="2063333"/>
                <a:ext cx="176760" cy="281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8D7221F-82C8-2578-93FC-4C34718C1E4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087947" y="2057213"/>
                  <a:ext cx="1890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7BB8B9A-293C-D324-A5A6-E28CCE25AF67}"/>
                    </a:ext>
                  </a:extLst>
                </p14:cNvPr>
                <p14:cNvContentPartPr/>
                <p14:nvPr/>
              </p14:nvContentPartPr>
              <p14:xfrm>
                <a:off x="10091547" y="2541053"/>
                <a:ext cx="241200" cy="415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7BB8B9A-293C-D324-A5A6-E28CCE25AF6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085427" y="2534933"/>
                  <a:ext cx="25344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F1EB94D-8C8B-0CAB-7C01-0DCA61CBC0A1}"/>
                    </a:ext>
                  </a:extLst>
                </p14:cNvPr>
                <p14:cNvContentPartPr/>
                <p14:nvPr/>
              </p14:nvContentPartPr>
              <p14:xfrm>
                <a:off x="10572147" y="2391293"/>
                <a:ext cx="364320" cy="319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F1EB94D-8C8B-0CAB-7C01-0DCA61CBC0A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566027" y="2385173"/>
                  <a:ext cx="3765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2144E4F-F4A1-D1E6-C8BE-67A1154C9EBE}"/>
                    </a:ext>
                  </a:extLst>
                </p14:cNvPr>
                <p14:cNvContentPartPr/>
                <p14:nvPr/>
              </p14:nvContentPartPr>
              <p14:xfrm>
                <a:off x="10990467" y="2025533"/>
                <a:ext cx="142920" cy="337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2144E4F-F4A1-D1E6-C8BE-67A1154C9EB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984347" y="2019413"/>
                  <a:ext cx="15516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DDEF8A0-9B01-BEE7-CD6C-5CE97C94684D}"/>
                    </a:ext>
                  </a:extLst>
                </p14:cNvPr>
                <p14:cNvContentPartPr/>
                <p14:nvPr/>
              </p14:nvContentPartPr>
              <p14:xfrm>
                <a:off x="11003787" y="2590013"/>
                <a:ext cx="273600" cy="3477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DDEF8A0-9B01-BEE7-CD6C-5CE97C94684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997667" y="2583893"/>
                  <a:ext cx="28584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2E45542-431C-FCFD-9D36-B8CEAAC986F3}"/>
                    </a:ext>
                  </a:extLst>
                </p14:cNvPr>
                <p14:cNvContentPartPr/>
                <p14:nvPr/>
              </p14:nvContentPartPr>
              <p14:xfrm>
                <a:off x="11502387" y="2429813"/>
                <a:ext cx="270360" cy="288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2E45542-431C-FCFD-9D36-B8CEAAC986F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496267" y="2423693"/>
                  <a:ext cx="2826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0C536C4-B808-F0F5-7142-E92124774687}"/>
                    </a:ext>
                  </a:extLst>
                </p14:cNvPr>
                <p14:cNvContentPartPr/>
                <p14:nvPr/>
              </p14:nvContentPartPr>
              <p14:xfrm>
                <a:off x="11874987" y="2051813"/>
                <a:ext cx="143280" cy="3117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0C536C4-B808-F0F5-7142-E9212477468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868867" y="2045693"/>
                  <a:ext cx="15552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E50A761-33BF-33AE-41C6-3404A413ACED}"/>
                    </a:ext>
                  </a:extLst>
                </p14:cNvPr>
                <p14:cNvContentPartPr/>
                <p14:nvPr/>
              </p14:nvContentPartPr>
              <p14:xfrm>
                <a:off x="11819907" y="2664533"/>
                <a:ext cx="210240" cy="180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E50A761-33BF-33AE-41C6-3404A413ACE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813787" y="2658413"/>
                  <a:ext cx="2224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7EA488E-5853-C72A-AFBE-DD91AA5D8095}"/>
                    </a:ext>
                  </a:extLst>
                </p14:cNvPr>
                <p14:cNvContentPartPr/>
                <p14:nvPr/>
              </p14:nvContentPartPr>
              <p14:xfrm>
                <a:off x="9322587" y="1669493"/>
                <a:ext cx="2809440" cy="17056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7EA488E-5853-C72A-AFBE-DD91AA5D809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316467" y="1663373"/>
                  <a:ext cx="2821680" cy="171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1256FB0-5B72-C28F-3989-F21DCC605B1F}"/>
                    </a:ext>
                  </a:extLst>
                </p14:cNvPr>
                <p14:cNvContentPartPr/>
                <p14:nvPr/>
              </p14:nvContentPartPr>
              <p14:xfrm>
                <a:off x="10090827" y="865613"/>
                <a:ext cx="304200" cy="9039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1256FB0-5B72-C28F-3989-F21DCC605B1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084707" y="859493"/>
                  <a:ext cx="316440" cy="9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46DB736-9677-46FF-4C8C-2E05C771E5C3}"/>
                    </a:ext>
                  </a:extLst>
                </p14:cNvPr>
                <p14:cNvContentPartPr/>
                <p14:nvPr/>
              </p14:nvContentPartPr>
              <p14:xfrm>
                <a:off x="9647667" y="208973"/>
                <a:ext cx="411840" cy="3754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46DB736-9677-46FF-4C8C-2E05C771E5C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641547" y="202853"/>
                  <a:ext cx="42408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34B5699-DF5C-FFAC-3855-72706085AAB2}"/>
                    </a:ext>
                  </a:extLst>
                </p14:cNvPr>
                <p14:cNvContentPartPr/>
                <p14:nvPr/>
              </p14:nvContentPartPr>
              <p14:xfrm>
                <a:off x="10153107" y="436133"/>
                <a:ext cx="55800" cy="307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34B5699-DF5C-FFAC-3855-72706085AAB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146987" y="430013"/>
                  <a:ext cx="6804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0DC7D04-9E5F-ABF3-5C67-C9DB290D3597}"/>
                    </a:ext>
                  </a:extLst>
                </p14:cNvPr>
                <p14:cNvContentPartPr/>
                <p14:nvPr/>
              </p14:nvContentPartPr>
              <p14:xfrm>
                <a:off x="10189827" y="3315053"/>
                <a:ext cx="286920" cy="11588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0DC7D04-9E5F-ABF3-5C67-C9DB290D359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183707" y="3308933"/>
                  <a:ext cx="299160" cy="11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337B7BF-4FE5-D821-DDC6-566150414F70}"/>
                    </a:ext>
                  </a:extLst>
                </p14:cNvPr>
                <p14:cNvContentPartPr/>
                <p14:nvPr/>
              </p14:nvContentPartPr>
              <p14:xfrm>
                <a:off x="10153467" y="3261053"/>
                <a:ext cx="579960" cy="657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337B7BF-4FE5-D821-DDC6-566150414F7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147347" y="3254933"/>
                  <a:ext cx="592200" cy="66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A505727-7B40-0D04-A485-B17975735506}"/>
                    </a:ext>
                  </a:extLst>
                </p14:cNvPr>
                <p14:cNvContentPartPr/>
                <p14:nvPr/>
              </p14:nvContentPartPr>
              <p14:xfrm>
                <a:off x="10098387" y="-133387"/>
                <a:ext cx="1046160" cy="5468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A505727-7B40-0D04-A485-B1797573550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092267" y="-139507"/>
                  <a:ext cx="105840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14DE490-806B-A394-CFB8-07C55B9AD1FA}"/>
                    </a:ext>
                  </a:extLst>
                </p14:cNvPr>
                <p14:cNvContentPartPr/>
                <p14:nvPr/>
              </p14:nvContentPartPr>
              <p14:xfrm>
                <a:off x="9903627" y="1682453"/>
                <a:ext cx="756720" cy="613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14DE490-806B-A394-CFB8-07C55B9AD1F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897507" y="1676333"/>
                  <a:ext cx="768960" cy="62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91C10789-6736-3832-E445-1E0E87154FBE}"/>
              </a:ext>
            </a:extLst>
          </p:cNvPr>
          <p:cNvGrpSpPr/>
          <p:nvPr/>
        </p:nvGrpSpPr>
        <p:grpSpPr>
          <a:xfrm>
            <a:off x="925227" y="-111787"/>
            <a:ext cx="6815520" cy="6893640"/>
            <a:chOff x="925227" y="-111787"/>
            <a:chExt cx="6815520" cy="689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C847443-CB8D-103C-6F5E-FE9B2B28070E}"/>
                    </a:ext>
                  </a:extLst>
                </p14:cNvPr>
                <p14:cNvContentPartPr/>
                <p14:nvPr/>
              </p14:nvContentPartPr>
              <p14:xfrm>
                <a:off x="2412027" y="1447013"/>
                <a:ext cx="360" cy="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C847443-CB8D-103C-6F5E-FE9B2B28070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405907" y="1440893"/>
                  <a:ext cx="1260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36FECF7-E074-044A-9BBC-38CA7EBA9396}"/>
                    </a:ext>
                  </a:extLst>
                </p14:cNvPr>
                <p14:cNvContentPartPr/>
                <p14:nvPr/>
              </p14:nvContentPartPr>
              <p14:xfrm>
                <a:off x="925227" y="-111787"/>
                <a:ext cx="3118320" cy="6173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36FECF7-E074-044A-9BBC-38CA7EBA939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19107" y="-117907"/>
                  <a:ext cx="3130560" cy="618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791E3FA-2383-65AF-468D-1ABA933ADBBB}"/>
                    </a:ext>
                  </a:extLst>
                </p14:cNvPr>
                <p14:cNvContentPartPr/>
                <p14:nvPr/>
              </p14:nvContentPartPr>
              <p14:xfrm>
                <a:off x="2827827" y="5966813"/>
                <a:ext cx="739080" cy="629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791E3FA-2383-65AF-468D-1ABA933ADBB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821707" y="5960693"/>
                  <a:ext cx="751320" cy="64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D981869-5658-27B6-950D-A830CB3E5C2B}"/>
                    </a:ext>
                  </a:extLst>
                </p14:cNvPr>
                <p14:cNvContentPartPr/>
                <p14:nvPr/>
              </p14:nvContentPartPr>
              <p14:xfrm>
                <a:off x="3754827" y="6030533"/>
                <a:ext cx="215280" cy="5778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D981869-5658-27B6-950D-A830CB3E5C2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48707" y="6024413"/>
                  <a:ext cx="227520" cy="5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C1F7C40-A5BE-4F3A-4AEA-6FCB1411A5FC}"/>
                    </a:ext>
                  </a:extLst>
                </p14:cNvPr>
                <p14:cNvContentPartPr/>
                <p14:nvPr/>
              </p14:nvContentPartPr>
              <p14:xfrm>
                <a:off x="4102587" y="6100373"/>
                <a:ext cx="1005840" cy="681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C1F7C40-A5BE-4F3A-4AEA-6FCB1411A5F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096467" y="6094253"/>
                  <a:ext cx="1018080" cy="6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CB4C195-F178-F991-ED6E-4F19ABE44DBE}"/>
                    </a:ext>
                  </a:extLst>
                </p14:cNvPr>
                <p14:cNvContentPartPr/>
                <p14:nvPr/>
              </p14:nvContentPartPr>
              <p14:xfrm>
                <a:off x="5298147" y="6126293"/>
                <a:ext cx="32400" cy="628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CB4C195-F178-F991-ED6E-4F19ABE44DB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292027" y="6120173"/>
                  <a:ext cx="44640" cy="64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6665B19-FD22-8E59-5EC2-72D7EF24C686}"/>
                    </a:ext>
                  </a:extLst>
                </p14:cNvPr>
                <p14:cNvContentPartPr/>
                <p14:nvPr/>
              </p14:nvContentPartPr>
              <p14:xfrm>
                <a:off x="4462227" y="-97747"/>
                <a:ext cx="3278520" cy="5718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6665B19-FD22-8E59-5EC2-72D7EF24C68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456107" y="-103867"/>
                  <a:ext cx="3290760" cy="5730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F69DE59C-EDAD-FAEF-1280-F3530C94DF30}"/>
                  </a:ext>
                </a:extLst>
              </p14:cNvPr>
              <p14:cNvContentPartPr/>
              <p14:nvPr/>
            </p14:nvContentPartPr>
            <p14:xfrm>
              <a:off x="7983747" y="2549693"/>
              <a:ext cx="360" cy="10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F69DE59C-EDAD-FAEF-1280-F3530C94DF30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977627" y="2543573"/>
                <a:ext cx="12600" cy="1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21C938B-AC0F-717F-FA77-C92237DA9A4B}"/>
              </a:ext>
            </a:extLst>
          </p:cNvPr>
          <p:cNvGrpSpPr/>
          <p:nvPr/>
        </p:nvGrpSpPr>
        <p:grpSpPr>
          <a:xfrm>
            <a:off x="8529147" y="-361267"/>
            <a:ext cx="3793320" cy="6580080"/>
            <a:chOff x="8529147" y="-361267"/>
            <a:chExt cx="3793320" cy="658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F259573-D274-FF52-275E-91D4FA93C844}"/>
                    </a:ext>
                  </a:extLst>
                </p14:cNvPr>
                <p14:cNvContentPartPr/>
                <p14:nvPr/>
              </p14:nvContentPartPr>
              <p14:xfrm>
                <a:off x="8833347" y="-361267"/>
                <a:ext cx="3489120" cy="65800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F259573-D274-FF52-275E-91D4FA93C84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827227" y="-367387"/>
                  <a:ext cx="3501360" cy="65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FCCBE70-AAF4-316E-0B05-61A3287B1E6C}"/>
                    </a:ext>
                  </a:extLst>
                </p14:cNvPr>
                <p14:cNvContentPartPr/>
                <p14:nvPr/>
              </p14:nvContentPartPr>
              <p14:xfrm>
                <a:off x="8529147" y="2521253"/>
                <a:ext cx="8280" cy="32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FCCBE70-AAF4-316E-0B05-61A3287B1E6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523027" y="2515133"/>
                  <a:ext cx="2052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4CFEBB1-DB6C-8AF3-7CE1-0EE9B48B46F4}"/>
                    </a:ext>
                  </a:extLst>
                </p14:cNvPr>
                <p14:cNvContentPartPr/>
                <p14:nvPr/>
              </p14:nvContentPartPr>
              <p14:xfrm>
                <a:off x="8936667" y="2601533"/>
                <a:ext cx="360" cy="3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4CFEBB1-DB6C-8AF3-7CE1-0EE9B48B46F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930547" y="2595413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90189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94618-A8D7-C794-7F31-8053E01B4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0C197A80-5C4D-9353-A327-10438404C587}"/>
              </a:ext>
            </a:extLst>
          </p:cNvPr>
          <p:cNvGrpSpPr/>
          <p:nvPr/>
        </p:nvGrpSpPr>
        <p:grpSpPr>
          <a:xfrm>
            <a:off x="998667" y="102147"/>
            <a:ext cx="10057320" cy="5487840"/>
            <a:chOff x="998667" y="102147"/>
            <a:chExt cx="10057320" cy="548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51A3C9B-ACC7-6989-4871-6504C53EF4F9}"/>
                    </a:ext>
                  </a:extLst>
                </p14:cNvPr>
                <p14:cNvContentPartPr/>
                <p14:nvPr/>
              </p14:nvContentPartPr>
              <p14:xfrm>
                <a:off x="998667" y="1224627"/>
                <a:ext cx="728640" cy="7070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51A3C9B-ACC7-6989-4871-6504C53EF4F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92547" y="1218507"/>
                  <a:ext cx="740880" cy="71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E539763-CD31-2A75-F253-61CB882E8640}"/>
                    </a:ext>
                  </a:extLst>
                </p14:cNvPr>
                <p14:cNvContentPartPr/>
                <p14:nvPr/>
              </p14:nvContentPartPr>
              <p14:xfrm>
                <a:off x="1908387" y="1781187"/>
                <a:ext cx="52200" cy="514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E539763-CD31-2A75-F253-61CB882E864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02267" y="1775067"/>
                  <a:ext cx="6444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1604C34-934A-3AF0-2360-E761F948E007}"/>
                    </a:ext>
                  </a:extLst>
                </p14:cNvPr>
                <p14:cNvContentPartPr/>
                <p14:nvPr/>
              </p14:nvContentPartPr>
              <p14:xfrm>
                <a:off x="2077227" y="610827"/>
                <a:ext cx="99720" cy="432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1604C34-934A-3AF0-2360-E761F948E00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71107" y="604707"/>
                  <a:ext cx="11196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494A9FD-C3CB-2A04-BACB-6184B1733D20}"/>
                    </a:ext>
                  </a:extLst>
                </p14:cNvPr>
                <p14:cNvContentPartPr/>
                <p14:nvPr/>
              </p14:nvContentPartPr>
              <p14:xfrm>
                <a:off x="5136147" y="1221027"/>
                <a:ext cx="757080" cy="599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494A9FD-C3CB-2A04-BACB-6184B1733D2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30027" y="1214907"/>
                  <a:ext cx="76932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13809D9-18BF-8974-FF0E-061C9E86B902}"/>
                    </a:ext>
                  </a:extLst>
                </p14:cNvPr>
                <p14:cNvContentPartPr/>
                <p14:nvPr/>
              </p14:nvContentPartPr>
              <p14:xfrm>
                <a:off x="6113547" y="1609467"/>
                <a:ext cx="69480" cy="578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13809D9-18BF-8974-FF0E-061C9E86B90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07427" y="1603347"/>
                  <a:ext cx="8172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60A0548-73F0-31DE-A1F8-D025E0AA0219}"/>
                    </a:ext>
                  </a:extLst>
                </p14:cNvPr>
                <p14:cNvContentPartPr/>
                <p14:nvPr/>
              </p14:nvContentPartPr>
              <p14:xfrm>
                <a:off x="6224427" y="382227"/>
                <a:ext cx="590760" cy="500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60A0548-73F0-31DE-A1F8-D025E0AA021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18307" y="376107"/>
                  <a:ext cx="60300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594FC75-26DA-D81A-AA86-B89D3055A38B}"/>
                    </a:ext>
                  </a:extLst>
                </p14:cNvPr>
                <p14:cNvContentPartPr/>
                <p14:nvPr/>
              </p14:nvContentPartPr>
              <p14:xfrm>
                <a:off x="9358947" y="1123827"/>
                <a:ext cx="756360" cy="606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594FC75-26DA-D81A-AA86-B89D3055A38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352827" y="1117707"/>
                  <a:ext cx="76860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726FE33-4BD6-A093-E3AB-F1670EC053AA}"/>
                    </a:ext>
                  </a:extLst>
                </p14:cNvPr>
                <p14:cNvContentPartPr/>
                <p14:nvPr/>
              </p14:nvContentPartPr>
              <p14:xfrm>
                <a:off x="10219347" y="1754547"/>
                <a:ext cx="49320" cy="437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726FE33-4BD6-A093-E3AB-F1670EC053A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213227" y="1748427"/>
                  <a:ext cx="6156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97D82C7-3182-810B-896E-CBB869C5F6DC}"/>
                    </a:ext>
                  </a:extLst>
                </p14:cNvPr>
                <p14:cNvContentPartPr/>
                <p14:nvPr/>
              </p14:nvContentPartPr>
              <p14:xfrm>
                <a:off x="10598427" y="530187"/>
                <a:ext cx="457560" cy="6037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97D82C7-3182-810B-896E-CBB869C5F6D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592307" y="524067"/>
                  <a:ext cx="469800" cy="61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5DCBF2E-AD51-09C2-82A0-813EE4C0F73C}"/>
                    </a:ext>
                  </a:extLst>
                </p14:cNvPr>
                <p14:cNvContentPartPr/>
                <p14:nvPr/>
              </p14:nvContentPartPr>
              <p14:xfrm>
                <a:off x="1588347" y="2416227"/>
                <a:ext cx="2150640" cy="1723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5DCBF2E-AD51-09C2-82A0-813EE4C0F73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82227" y="2410107"/>
                  <a:ext cx="2162880" cy="173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6FA67F8-1B06-0E9B-D8F8-BD7B197E4C30}"/>
                    </a:ext>
                  </a:extLst>
                </p14:cNvPr>
                <p14:cNvContentPartPr/>
                <p14:nvPr/>
              </p14:nvContentPartPr>
              <p14:xfrm>
                <a:off x="4331907" y="2278707"/>
                <a:ext cx="1272240" cy="1670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6FA67F8-1B06-0E9B-D8F8-BD7B197E4C3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25787" y="2272587"/>
                  <a:ext cx="1284480" cy="168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482C450-149A-027B-5037-5BD46FD969F7}"/>
                    </a:ext>
                  </a:extLst>
                </p14:cNvPr>
                <p14:cNvContentPartPr/>
                <p14:nvPr/>
              </p14:nvContentPartPr>
              <p14:xfrm>
                <a:off x="5031387" y="2127147"/>
                <a:ext cx="4462920" cy="1881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482C450-149A-027B-5037-5BD46FD969F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25267" y="2121027"/>
                  <a:ext cx="4475160" cy="18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353D86A-A56B-157B-81EC-505F8C284D8F}"/>
                    </a:ext>
                  </a:extLst>
                </p14:cNvPr>
                <p14:cNvContentPartPr/>
                <p14:nvPr/>
              </p14:nvContentPartPr>
              <p14:xfrm>
                <a:off x="1214307" y="4097427"/>
                <a:ext cx="8138880" cy="1492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353D86A-A56B-157B-81EC-505F8C284D8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08187" y="4091307"/>
                  <a:ext cx="8151120" cy="15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2F93CC9-B36F-35BE-1186-E3F6EA3E440B}"/>
                    </a:ext>
                  </a:extLst>
                </p14:cNvPr>
                <p14:cNvContentPartPr/>
                <p14:nvPr/>
              </p14:nvContentPartPr>
              <p14:xfrm>
                <a:off x="2365587" y="4186707"/>
                <a:ext cx="122040" cy="46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2F93CC9-B36F-35BE-1186-E3F6EA3E440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359467" y="4180587"/>
                  <a:ext cx="1342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CEFBF2D-F3EE-2D2F-6E29-CB149C853415}"/>
                    </a:ext>
                  </a:extLst>
                </p14:cNvPr>
                <p14:cNvContentPartPr/>
                <p14:nvPr/>
              </p14:nvContentPartPr>
              <p14:xfrm>
                <a:off x="1982547" y="4502067"/>
                <a:ext cx="734040" cy="751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CEFBF2D-F3EE-2D2F-6E29-CB149C85341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76427" y="4495947"/>
                  <a:ext cx="746280" cy="76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E40D9CC-991B-87E7-7A57-C94631679CEE}"/>
                    </a:ext>
                  </a:extLst>
                </p14:cNvPr>
                <p14:cNvContentPartPr/>
                <p14:nvPr/>
              </p14:nvContentPartPr>
              <p14:xfrm>
                <a:off x="2632347" y="4729587"/>
                <a:ext cx="427680" cy="372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E40D9CC-991B-87E7-7A57-C94631679CE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26227" y="4723467"/>
                  <a:ext cx="43992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C1FF399-B877-ABF9-5031-D1DC6B8DA271}"/>
                    </a:ext>
                  </a:extLst>
                </p14:cNvPr>
                <p14:cNvContentPartPr/>
                <p14:nvPr/>
              </p14:nvContentPartPr>
              <p14:xfrm>
                <a:off x="3222387" y="4526187"/>
                <a:ext cx="614160" cy="649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C1FF399-B877-ABF9-5031-D1DC6B8DA27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216267" y="4520067"/>
                  <a:ext cx="626400" cy="66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5C4E7F4-0217-584C-913F-DE3FAA662FEF}"/>
                    </a:ext>
                  </a:extLst>
                </p14:cNvPr>
                <p14:cNvContentPartPr/>
                <p14:nvPr/>
              </p14:nvContentPartPr>
              <p14:xfrm>
                <a:off x="4028427" y="4423947"/>
                <a:ext cx="361080" cy="757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5C4E7F4-0217-584C-913F-DE3FAA662FE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22307" y="4417827"/>
                  <a:ext cx="373320" cy="77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F9BF9C7-87C6-624D-88AE-828EB782542D}"/>
                    </a:ext>
                  </a:extLst>
                </p14:cNvPr>
                <p14:cNvContentPartPr/>
                <p14:nvPr/>
              </p14:nvContentPartPr>
              <p14:xfrm>
                <a:off x="4416507" y="4385787"/>
                <a:ext cx="410040" cy="720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F9BF9C7-87C6-624D-88AE-828EB782542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10387" y="4379667"/>
                  <a:ext cx="422280" cy="73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7CFC9D7-76B8-58C4-F81C-AB78137E4756}"/>
                    </a:ext>
                  </a:extLst>
                </p14:cNvPr>
                <p14:cNvContentPartPr/>
                <p14:nvPr/>
              </p14:nvContentPartPr>
              <p14:xfrm>
                <a:off x="4434867" y="4729587"/>
                <a:ext cx="261000" cy="124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7CFC9D7-76B8-58C4-F81C-AB78137E475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428747" y="4723467"/>
                  <a:ext cx="2732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6E9532C-3E60-6F51-A864-2B44F821586D}"/>
                    </a:ext>
                  </a:extLst>
                </p14:cNvPr>
                <p14:cNvContentPartPr/>
                <p14:nvPr/>
              </p14:nvContentPartPr>
              <p14:xfrm>
                <a:off x="4916547" y="4389387"/>
                <a:ext cx="482760" cy="131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6E9532C-3E60-6F51-A864-2B44F821586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10427" y="4383267"/>
                  <a:ext cx="495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A19E015-0151-9F39-701C-A214F7BD5652}"/>
                    </a:ext>
                  </a:extLst>
                </p14:cNvPr>
                <p14:cNvContentPartPr/>
                <p14:nvPr/>
              </p14:nvContentPartPr>
              <p14:xfrm>
                <a:off x="5167827" y="4517187"/>
                <a:ext cx="36720" cy="593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A19E015-0151-9F39-701C-A214F7BD565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61707" y="4511067"/>
                  <a:ext cx="48960" cy="6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AF71027-D4F2-9CC4-4254-C7C0AD53E2C8}"/>
                    </a:ext>
                  </a:extLst>
                </p14:cNvPr>
                <p14:cNvContentPartPr/>
                <p14:nvPr/>
              </p14:nvContentPartPr>
              <p14:xfrm>
                <a:off x="5373747" y="4443027"/>
                <a:ext cx="585000" cy="716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AF71027-D4F2-9CC4-4254-C7C0AD53E2C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367627" y="4436907"/>
                  <a:ext cx="597240" cy="72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4DF9D37-5BA6-D057-EBA0-5BB27BE4F7C5}"/>
                    </a:ext>
                  </a:extLst>
                </p14:cNvPr>
                <p14:cNvContentPartPr/>
                <p14:nvPr/>
              </p14:nvContentPartPr>
              <p14:xfrm>
                <a:off x="5963067" y="4554267"/>
                <a:ext cx="557640" cy="533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4DF9D37-5BA6-D057-EBA0-5BB27BE4F7C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56947" y="4548147"/>
                  <a:ext cx="56988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55F57BD-32AB-1EF0-685A-06EF715D8AD7}"/>
                    </a:ext>
                  </a:extLst>
                </p14:cNvPr>
                <p14:cNvContentPartPr/>
                <p14:nvPr/>
              </p14:nvContentPartPr>
              <p14:xfrm>
                <a:off x="6622587" y="4474707"/>
                <a:ext cx="358560" cy="789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55F57BD-32AB-1EF0-685A-06EF715D8AD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16467" y="4468587"/>
                  <a:ext cx="370800" cy="80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D398E8E-6760-8D9D-9F22-04CC0F6D5884}"/>
                    </a:ext>
                  </a:extLst>
                </p14:cNvPr>
                <p14:cNvContentPartPr/>
                <p14:nvPr/>
              </p14:nvContentPartPr>
              <p14:xfrm>
                <a:off x="6454107" y="4718067"/>
                <a:ext cx="484920" cy="1544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D398E8E-6760-8D9D-9F22-04CC0F6D588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47987" y="4711947"/>
                  <a:ext cx="4971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D74E4A6-C9FC-28DB-237D-3D72881EB771}"/>
                    </a:ext>
                  </a:extLst>
                </p14:cNvPr>
                <p14:cNvContentPartPr/>
                <p14:nvPr/>
              </p14:nvContentPartPr>
              <p14:xfrm>
                <a:off x="7104627" y="4359867"/>
                <a:ext cx="385200" cy="759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D74E4A6-C9FC-28DB-237D-3D72881EB77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98507" y="4353747"/>
                  <a:ext cx="397440" cy="77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28AF30B-B77F-86EC-D160-42A3EAB6CF49}"/>
                    </a:ext>
                  </a:extLst>
                </p14:cNvPr>
                <p14:cNvContentPartPr/>
                <p14:nvPr/>
              </p14:nvContentPartPr>
              <p14:xfrm>
                <a:off x="7437267" y="4309467"/>
                <a:ext cx="1241280" cy="803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28AF30B-B77F-86EC-D160-42A3EAB6CF4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431147" y="4303347"/>
                  <a:ext cx="1253520" cy="81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05311EE-D1A7-6166-6C3D-9A1B0AFED458}"/>
                    </a:ext>
                  </a:extLst>
                </p14:cNvPr>
                <p14:cNvContentPartPr/>
                <p14:nvPr/>
              </p14:nvContentPartPr>
              <p14:xfrm>
                <a:off x="2500947" y="2442507"/>
                <a:ext cx="288360" cy="726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05311EE-D1A7-6166-6C3D-9A1B0AFED45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494827" y="2436387"/>
                  <a:ext cx="300600" cy="73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0F44AEE-A46F-4763-DC53-1825400EABE1}"/>
                    </a:ext>
                  </a:extLst>
                </p14:cNvPr>
                <p14:cNvContentPartPr/>
                <p14:nvPr/>
              </p14:nvContentPartPr>
              <p14:xfrm>
                <a:off x="3094947" y="2502987"/>
                <a:ext cx="342360" cy="963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0F44AEE-A46F-4763-DC53-1825400EABE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088827" y="2496867"/>
                  <a:ext cx="354600" cy="9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EDC48F0-DC86-16C4-17BF-631BB79C7E51}"/>
                    </a:ext>
                  </a:extLst>
                </p14:cNvPr>
                <p14:cNvContentPartPr/>
                <p14:nvPr/>
              </p14:nvContentPartPr>
              <p14:xfrm>
                <a:off x="5514507" y="2579667"/>
                <a:ext cx="304920" cy="626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EDC48F0-DC86-16C4-17BF-631BB79C7E5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08387" y="2573547"/>
                  <a:ext cx="317160" cy="6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E22FBAC-39C9-5535-8275-57731E52BC8D}"/>
                    </a:ext>
                  </a:extLst>
                </p14:cNvPr>
                <p14:cNvContentPartPr/>
                <p14:nvPr/>
              </p14:nvContentPartPr>
              <p14:xfrm>
                <a:off x="6105627" y="2637267"/>
                <a:ext cx="342000" cy="768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E22FBAC-39C9-5535-8275-57731E52BC8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99507" y="2631147"/>
                  <a:ext cx="354240" cy="78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65B8247-0CB5-3FBE-EA64-15ED49516942}"/>
                    </a:ext>
                  </a:extLst>
                </p14:cNvPr>
                <p14:cNvContentPartPr/>
                <p14:nvPr/>
              </p14:nvContentPartPr>
              <p14:xfrm>
                <a:off x="4420827" y="102147"/>
                <a:ext cx="588960" cy="833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65B8247-0CB5-3FBE-EA64-15ED4951694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414707" y="96027"/>
                  <a:ext cx="601200" cy="84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6B1B9FE-2415-2129-A25D-0BA07A77B5DF}"/>
              </a:ext>
            </a:extLst>
          </p:cNvPr>
          <p:cNvGrpSpPr/>
          <p:nvPr/>
        </p:nvGrpSpPr>
        <p:grpSpPr>
          <a:xfrm>
            <a:off x="9506187" y="4518987"/>
            <a:ext cx="2495520" cy="1968120"/>
            <a:chOff x="9506187" y="4518987"/>
            <a:chExt cx="2495520" cy="196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7E4CA1E-28E9-D2FC-DD92-1A286A4CE8AE}"/>
                    </a:ext>
                  </a:extLst>
                </p14:cNvPr>
                <p14:cNvContentPartPr/>
                <p14:nvPr/>
              </p14:nvContentPartPr>
              <p14:xfrm>
                <a:off x="9506187" y="4518987"/>
                <a:ext cx="500040" cy="695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7E4CA1E-28E9-D2FC-DD92-1A286A4CE8A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500067" y="4512867"/>
                  <a:ext cx="512280" cy="70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7DBFB47-306E-2AEB-4E95-43FFCF154994}"/>
                    </a:ext>
                  </a:extLst>
                </p14:cNvPr>
                <p14:cNvContentPartPr/>
                <p14:nvPr/>
              </p14:nvContentPartPr>
              <p14:xfrm>
                <a:off x="10054107" y="4551387"/>
                <a:ext cx="393480" cy="7185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7DBFB47-306E-2AEB-4E95-43FFCF15499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047987" y="4545267"/>
                  <a:ext cx="405720" cy="73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835A8A9-5FD8-2899-DC42-5B34CFA267FC}"/>
                    </a:ext>
                  </a:extLst>
                </p14:cNvPr>
                <p14:cNvContentPartPr/>
                <p14:nvPr/>
              </p14:nvContentPartPr>
              <p14:xfrm>
                <a:off x="10587987" y="4683147"/>
                <a:ext cx="384840" cy="421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835A8A9-5FD8-2899-DC42-5B34CFA267F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581867" y="4677027"/>
                  <a:ext cx="39708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041D33B-62B6-E37E-83E0-FB7A626B15BE}"/>
                    </a:ext>
                  </a:extLst>
                </p14:cNvPr>
                <p14:cNvContentPartPr/>
                <p14:nvPr/>
              </p14:nvContentPartPr>
              <p14:xfrm>
                <a:off x="10659267" y="4693587"/>
                <a:ext cx="237600" cy="4910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041D33B-62B6-E37E-83E0-FB7A626B15B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653147" y="4687467"/>
                  <a:ext cx="24984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0F299BF-F6C2-E9FC-24F4-D29F3BB48B5F}"/>
                    </a:ext>
                  </a:extLst>
                </p14:cNvPr>
                <p14:cNvContentPartPr/>
                <p14:nvPr/>
              </p14:nvContentPartPr>
              <p14:xfrm>
                <a:off x="11124027" y="4674507"/>
                <a:ext cx="371160" cy="617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0F299BF-F6C2-E9FC-24F4-D29F3BB48B5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117907" y="4668387"/>
                  <a:ext cx="383400" cy="62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157EF77-F985-53CB-0305-6CD0F75A70E5}"/>
                    </a:ext>
                  </a:extLst>
                </p14:cNvPr>
                <p14:cNvContentPartPr/>
                <p14:nvPr/>
              </p14:nvContentPartPr>
              <p14:xfrm>
                <a:off x="9637947" y="5556147"/>
                <a:ext cx="546840" cy="96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157EF77-F985-53CB-0305-6CD0F75A70E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631827" y="5550027"/>
                  <a:ext cx="5590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65096E9-077A-EE8C-AB2F-1CEE9AA9A85D}"/>
                    </a:ext>
                  </a:extLst>
                </p14:cNvPr>
                <p14:cNvContentPartPr/>
                <p14:nvPr/>
              </p14:nvContentPartPr>
              <p14:xfrm>
                <a:off x="9618147" y="5793027"/>
                <a:ext cx="563040" cy="60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65096E9-077A-EE8C-AB2F-1CEE9AA9A85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612027" y="5786907"/>
                  <a:ext cx="5752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3CA4ED1-96A8-8214-3D5C-68F85BA3C746}"/>
                    </a:ext>
                  </a:extLst>
                </p14:cNvPr>
                <p14:cNvContentPartPr/>
                <p14:nvPr/>
              </p14:nvContentPartPr>
              <p14:xfrm>
                <a:off x="10347147" y="5507187"/>
                <a:ext cx="493560" cy="552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3CA4ED1-96A8-8214-3D5C-68F85BA3C74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341027" y="5501067"/>
                  <a:ext cx="50580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3EECADE-C1D5-7D5D-9E4A-B78D871BB59D}"/>
                    </a:ext>
                  </a:extLst>
                </p14:cNvPr>
                <p14:cNvContentPartPr/>
                <p14:nvPr/>
              </p14:nvContentPartPr>
              <p14:xfrm>
                <a:off x="10493307" y="5483067"/>
                <a:ext cx="487080" cy="90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3EECADE-C1D5-7D5D-9E4A-B78D871BB59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487187" y="5476947"/>
                  <a:ext cx="4993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3BD0E4F-5840-168B-0B3C-09B80BE09098}"/>
                    </a:ext>
                  </a:extLst>
                </p14:cNvPr>
                <p14:cNvContentPartPr/>
                <p14:nvPr/>
              </p14:nvContentPartPr>
              <p14:xfrm>
                <a:off x="11077227" y="5578827"/>
                <a:ext cx="83520" cy="559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3BD0E4F-5840-168B-0B3C-09B80BE0909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071107" y="5572707"/>
                  <a:ext cx="9576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49116B2-C690-F0A2-C61E-931BB251D0EE}"/>
                    </a:ext>
                  </a:extLst>
                </p14:cNvPr>
                <p14:cNvContentPartPr/>
                <p14:nvPr/>
              </p14:nvContentPartPr>
              <p14:xfrm>
                <a:off x="11295747" y="5708067"/>
                <a:ext cx="369000" cy="347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49116B2-C690-F0A2-C61E-931BB251D0E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289627" y="5701947"/>
                  <a:ext cx="3812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FA7EE65-2A9A-88F2-E11D-D0A5225C7369}"/>
                    </a:ext>
                  </a:extLst>
                </p14:cNvPr>
                <p14:cNvContentPartPr/>
                <p14:nvPr/>
              </p14:nvContentPartPr>
              <p14:xfrm>
                <a:off x="10208547" y="5259867"/>
                <a:ext cx="1793160" cy="12272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FA7EE65-2A9A-88F2-E11D-D0A5225C736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202427" y="5253747"/>
                  <a:ext cx="1805400" cy="1239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48280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4CACD-92F0-F03B-F657-A829E4229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1A1DBC-E147-B2DB-C00E-8170C53A0CB4}"/>
              </a:ext>
            </a:extLst>
          </p:cNvPr>
          <p:cNvSpPr txBox="1"/>
          <p:nvPr/>
        </p:nvSpPr>
        <p:spPr>
          <a:xfrm>
            <a:off x="1507067" y="753532"/>
            <a:ext cx="872913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TRANSFORMERS</a:t>
            </a:r>
          </a:p>
          <a:p>
            <a:endParaRPr lang="en-GB" dirty="0"/>
          </a:p>
          <a:p>
            <a:r>
              <a:rPr lang="en-GB" dirty="0"/>
              <a:t>2 PARTS (ENCODER + DECODER)</a:t>
            </a:r>
          </a:p>
          <a:p>
            <a:endParaRPr lang="en-GB" dirty="0"/>
          </a:p>
          <a:p>
            <a:r>
              <a:rPr lang="en-GB" dirty="0"/>
              <a:t>* ENCODER  (SELF ATTENTION + MULTI HEADED SELF ATTENTION + LAYER NORMALIZATION + FEED FWD. NN + SKIP NETWORKS CONNECTION + POSITIONAL ENCODING)</a:t>
            </a:r>
          </a:p>
          <a:p>
            <a:endParaRPr lang="en-GB" dirty="0"/>
          </a:p>
          <a:p>
            <a:r>
              <a:rPr lang="en-GB" dirty="0">
                <a:hlinkClick r:id="rId2"/>
              </a:rPr>
              <a:t>https://medium.com/@abhishekjainindore24/transformer-architecture-part-1-encoder-d90835db56b5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* DECODER (MASKED SELEF ATTENTION , MASKED MULTI SELF ATTENTION, CROSS ATTENTION, LAYER NORM, FEED FWD. NN, LINEAR, SOFTMAX.. )</a:t>
            </a:r>
          </a:p>
          <a:p>
            <a:endParaRPr lang="en-GB" dirty="0"/>
          </a:p>
          <a:p>
            <a:r>
              <a:rPr lang="en-GB" dirty="0"/>
              <a:t>MULTIPLE BLOCKS .. </a:t>
            </a:r>
          </a:p>
          <a:p>
            <a:endParaRPr lang="en-GB" dirty="0"/>
          </a:p>
          <a:p>
            <a:r>
              <a:rPr lang="en-GB" dirty="0">
                <a:hlinkClick r:id="rId3"/>
              </a:rPr>
              <a:t>https://jalammar.github.io/illustrated-transformer/</a:t>
            </a:r>
            <a:endParaRPr lang="en-GB" dirty="0"/>
          </a:p>
          <a:p>
            <a:r>
              <a:rPr lang="en-GB" dirty="0"/>
              <a:t>CODE: https://d2l.ai/chapter_attention-mechanisms-and-transformers/transformer.html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5751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03A46-C10E-983F-7187-1A72ED119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B5253E-FA5A-7BB0-A6A5-8107C10AF634}"/>
              </a:ext>
            </a:extLst>
          </p:cNvPr>
          <p:cNvSpPr txBox="1"/>
          <p:nvPr/>
        </p:nvSpPr>
        <p:spPr>
          <a:xfrm>
            <a:off x="1642533" y="897467"/>
            <a:ext cx="8533170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VARIANTS OF TRANSFORMER</a:t>
            </a:r>
          </a:p>
          <a:p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ONLY ENCODER ARCHITECTURE – BERT </a:t>
            </a:r>
            <a:r>
              <a:rPr lang="en-GB" dirty="0">
                <a:sym typeface="Wingdings" panose="05000000000000000000" pitchFamily="2" charset="2"/>
              </a:rPr>
              <a:t> ROBERTA, DISTILLBERT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ONLY DECODER PART OF TRANSFORMER  GPT, CHATGPT, LLAMA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ym typeface="Wingdings" panose="05000000000000000000" pitchFamily="2" charset="2"/>
            </a:endParaRPr>
          </a:p>
          <a:p>
            <a:r>
              <a:rPr lang="en-GB" dirty="0">
                <a:sym typeface="Wingdings" panose="05000000000000000000" pitchFamily="2" charset="2"/>
              </a:rPr>
              <a:t>OUT OF SCOPE (BETTER TO READ OF YOUR OWN) ..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OPTIMIZATION – </a:t>
            </a:r>
            <a:r>
              <a:rPr lang="en-GB" dirty="0" err="1">
                <a:sym typeface="Wingdings" panose="05000000000000000000" pitchFamily="2" charset="2"/>
              </a:rPr>
              <a:t>LoRA</a:t>
            </a:r>
            <a:r>
              <a:rPr lang="en-GB" dirty="0">
                <a:sym typeface="Wingdings" panose="05000000000000000000" pitchFamily="2" charset="2"/>
              </a:rPr>
              <a:t>, KV CACHE, FAST ATTENTION, LOCAL/BLOCK ATTENTION 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ym typeface="Wingdings" panose="05000000000000000000" pitchFamily="2" charset="2"/>
              </a:rPr>
              <a:t>GROUPED QUERY ATTENTION (GQA), PAGED ATTENTION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0347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3F9A14-2266-7A0A-BA5A-B60A64C8729F}"/>
              </a:ext>
            </a:extLst>
          </p:cNvPr>
          <p:cNvSpPr txBox="1"/>
          <p:nvPr/>
        </p:nvSpPr>
        <p:spPr>
          <a:xfrm>
            <a:off x="1634067" y="745067"/>
            <a:ext cx="263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POSITIONAL ENCODING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7004C34-680A-5CA7-F05A-2E49A763E789}"/>
                  </a:ext>
                </a:extLst>
              </p14:cNvPr>
              <p14:cNvContentPartPr/>
              <p14:nvPr/>
            </p14:nvContentPartPr>
            <p14:xfrm>
              <a:off x="1574667" y="1083507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7004C34-680A-5CA7-F05A-2E49A763E7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68547" y="107738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C94E0D8-BF23-1355-3453-96B8FB81A5B4}"/>
                  </a:ext>
                </a:extLst>
              </p14:cNvPr>
              <p14:cNvContentPartPr/>
              <p14:nvPr/>
            </p14:nvContentPartPr>
            <p14:xfrm>
              <a:off x="8387667" y="3481107"/>
              <a:ext cx="7920" cy="108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C94E0D8-BF23-1355-3453-96B8FB81A5B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81547" y="3474987"/>
                <a:ext cx="20160" cy="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E6CBBC32-31CC-CCC2-0C49-CEA6BD8D5DBD}"/>
                  </a:ext>
                </a:extLst>
              </p14:cNvPr>
              <p14:cNvContentPartPr/>
              <p14:nvPr/>
            </p14:nvContentPartPr>
            <p14:xfrm>
              <a:off x="2088387" y="4242867"/>
              <a:ext cx="3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E6CBBC32-31CC-CCC2-0C49-CEA6BD8D5D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82267" y="423674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C172E55-AAFF-4D0F-36D1-C0B19A3A8F0F}"/>
                  </a:ext>
                </a:extLst>
              </p14:cNvPr>
              <p14:cNvContentPartPr/>
              <p14:nvPr/>
            </p14:nvContentPartPr>
            <p14:xfrm>
              <a:off x="2159307" y="4378947"/>
              <a:ext cx="8280" cy="2048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C172E55-AAFF-4D0F-36D1-C0B19A3A8F0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53187" y="4372827"/>
                <a:ext cx="2052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CFC8544-92C6-55E4-14F4-006BEEC6282D}"/>
                  </a:ext>
                </a:extLst>
              </p14:cNvPr>
              <p14:cNvContentPartPr/>
              <p14:nvPr/>
            </p14:nvContentPartPr>
            <p14:xfrm>
              <a:off x="1738467" y="4906347"/>
              <a:ext cx="590760" cy="6051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CFC8544-92C6-55E4-14F4-006BEEC6282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732347" y="4900227"/>
                <a:ext cx="603000" cy="61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5F53E3D-1F48-CC1F-912F-2087FD375302}"/>
                  </a:ext>
                </a:extLst>
              </p14:cNvPr>
              <p14:cNvContentPartPr/>
              <p14:nvPr/>
            </p14:nvContentPartPr>
            <p14:xfrm>
              <a:off x="2472507" y="5206227"/>
              <a:ext cx="304560" cy="5097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5F53E3D-1F48-CC1F-912F-2087FD37530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66387" y="5200107"/>
                <a:ext cx="316800" cy="52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BB248F81-4C3E-4ECE-F7F7-2816963F814F}"/>
                  </a:ext>
                </a:extLst>
              </p14:cNvPr>
              <p14:cNvContentPartPr/>
              <p14:nvPr/>
            </p14:nvContentPartPr>
            <p14:xfrm>
              <a:off x="3007107" y="5013267"/>
              <a:ext cx="597240" cy="3819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BB248F81-4C3E-4ECE-F7F7-2816963F814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000987" y="5007147"/>
                <a:ext cx="60948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9FDA586-F194-2AC2-CB4A-0F63E24A147A}"/>
                  </a:ext>
                </a:extLst>
              </p14:cNvPr>
              <p14:cNvContentPartPr/>
              <p14:nvPr/>
            </p14:nvContentPartPr>
            <p14:xfrm>
              <a:off x="3850587" y="4670187"/>
              <a:ext cx="324000" cy="6883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9FDA586-F194-2AC2-CB4A-0F63E24A147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844467" y="4664067"/>
                <a:ext cx="336240" cy="70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F52B0FC-29A6-CD73-DE94-0E9DF2CD824E}"/>
                  </a:ext>
                </a:extLst>
              </p14:cNvPr>
              <p14:cNvContentPartPr/>
              <p14:nvPr/>
            </p14:nvContentPartPr>
            <p14:xfrm>
              <a:off x="4098627" y="5239347"/>
              <a:ext cx="442800" cy="4017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F52B0FC-29A6-CD73-DE94-0E9DF2CD824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092507" y="5233227"/>
                <a:ext cx="455040" cy="4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881E63C-6AB4-C23E-6B22-D7FF1C0C8927}"/>
                  </a:ext>
                </a:extLst>
              </p14:cNvPr>
              <p14:cNvContentPartPr/>
              <p14:nvPr/>
            </p14:nvContentPartPr>
            <p14:xfrm>
              <a:off x="4750587" y="5062587"/>
              <a:ext cx="479160" cy="885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881E63C-6AB4-C23E-6B22-D7FF1C0C892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744467" y="5056467"/>
                <a:ext cx="4914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9187835-8FA7-840A-C303-318795B54ADD}"/>
                  </a:ext>
                </a:extLst>
              </p14:cNvPr>
              <p14:cNvContentPartPr/>
              <p14:nvPr/>
            </p14:nvContentPartPr>
            <p14:xfrm>
              <a:off x="5044707" y="4782147"/>
              <a:ext cx="15120" cy="43344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9187835-8FA7-840A-C303-318795B54AD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038587" y="4776027"/>
                <a:ext cx="27360" cy="4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C3AE686-1253-44A0-2C06-D80E9F1E1B8F}"/>
                  </a:ext>
                </a:extLst>
              </p14:cNvPr>
              <p14:cNvContentPartPr/>
              <p14:nvPr/>
            </p14:nvContentPartPr>
            <p14:xfrm>
              <a:off x="5615307" y="4571547"/>
              <a:ext cx="344880" cy="7664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C3AE686-1253-44A0-2C06-D80E9F1E1B8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609187" y="4565427"/>
                <a:ext cx="357120" cy="77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9F807219-D865-9104-703F-B50B8C18C73D}"/>
                  </a:ext>
                </a:extLst>
              </p14:cNvPr>
              <p14:cNvContentPartPr/>
              <p14:nvPr/>
            </p14:nvContentPartPr>
            <p14:xfrm>
              <a:off x="5901507" y="5112267"/>
              <a:ext cx="447120" cy="5493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9F807219-D865-9104-703F-B50B8C18C73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895387" y="5106147"/>
                <a:ext cx="459360" cy="56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59FF065-2558-5E57-D7F9-CF8E68E1BC96}"/>
                  </a:ext>
                </a:extLst>
              </p14:cNvPr>
              <p14:cNvContentPartPr/>
              <p14:nvPr/>
            </p14:nvContentPartPr>
            <p14:xfrm>
              <a:off x="7004187" y="4906347"/>
              <a:ext cx="698760" cy="2624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59FF065-2558-5E57-D7F9-CF8E68E1BC96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998067" y="4900227"/>
                <a:ext cx="71100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29FE9F58-5D66-9768-BCE6-AF55DC6F86CF}"/>
                  </a:ext>
                </a:extLst>
              </p14:cNvPr>
              <p14:cNvContentPartPr/>
              <p14:nvPr/>
            </p14:nvContentPartPr>
            <p14:xfrm>
              <a:off x="8035587" y="4776747"/>
              <a:ext cx="525600" cy="5724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29FE9F58-5D66-9768-BCE6-AF55DC6F86CF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029467" y="4770627"/>
                <a:ext cx="537840" cy="58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5ECD018A-4280-D47D-7420-C903233AA19E}"/>
                  </a:ext>
                </a:extLst>
              </p14:cNvPr>
              <p14:cNvContentPartPr/>
              <p14:nvPr/>
            </p14:nvContentPartPr>
            <p14:xfrm>
              <a:off x="8466147" y="4534107"/>
              <a:ext cx="55800" cy="1897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5ECD018A-4280-D47D-7420-C903233AA19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460027" y="4527987"/>
                <a:ext cx="6804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CBAD887-0C75-FF8A-AB9A-B15810BA02ED}"/>
                  </a:ext>
                </a:extLst>
              </p14:cNvPr>
              <p14:cNvContentPartPr/>
              <p14:nvPr/>
            </p14:nvContentPartPr>
            <p14:xfrm>
              <a:off x="5265387" y="1340547"/>
              <a:ext cx="2113560" cy="47178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CBAD887-0C75-FF8A-AB9A-B15810BA02E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259267" y="1334427"/>
                <a:ext cx="2125800" cy="47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B3B7C9ED-FC34-1E90-009E-97F077339E01}"/>
                  </a:ext>
                </a:extLst>
              </p14:cNvPr>
              <p14:cNvContentPartPr/>
              <p14:nvPr/>
            </p14:nvContentPartPr>
            <p14:xfrm>
              <a:off x="6299307" y="2592627"/>
              <a:ext cx="741600" cy="8712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B3B7C9ED-FC34-1E90-009E-97F077339E0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293187" y="2586507"/>
                <a:ext cx="7538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D3695B93-A202-3808-8234-4C4280B11773}"/>
                  </a:ext>
                </a:extLst>
              </p14:cNvPr>
              <p14:cNvContentPartPr/>
              <p14:nvPr/>
            </p14:nvContentPartPr>
            <p14:xfrm>
              <a:off x="6621867" y="2643027"/>
              <a:ext cx="360" cy="3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D3695B93-A202-3808-8234-4C4280B1177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15747" y="2636907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17313EDE-9BCE-FE6C-0BB6-19B93150B0A3}"/>
              </a:ext>
            </a:extLst>
          </p:cNvPr>
          <p:cNvGrpSpPr/>
          <p:nvPr/>
        </p:nvGrpSpPr>
        <p:grpSpPr>
          <a:xfrm>
            <a:off x="1669707" y="1492827"/>
            <a:ext cx="7357320" cy="2323800"/>
            <a:chOff x="1669707" y="1492827"/>
            <a:chExt cx="7357320" cy="232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F68347D-8AC6-7048-8F02-52B4F69CB3D4}"/>
                    </a:ext>
                  </a:extLst>
                </p14:cNvPr>
                <p14:cNvContentPartPr/>
                <p14:nvPr/>
              </p14:nvContentPartPr>
              <p14:xfrm>
                <a:off x="1669707" y="1862907"/>
                <a:ext cx="591120" cy="5378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F68347D-8AC6-7048-8F02-52B4F69CB3D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663587" y="1856787"/>
                  <a:ext cx="60336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7684A63-1752-319E-9C8B-7AEA55FC2374}"/>
                    </a:ext>
                  </a:extLst>
                </p14:cNvPr>
                <p14:cNvContentPartPr/>
                <p14:nvPr/>
              </p14:nvContentPartPr>
              <p14:xfrm>
                <a:off x="2626947" y="2099787"/>
                <a:ext cx="110520" cy="477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7684A63-1752-319E-9C8B-7AEA55FC237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620827" y="2093667"/>
                  <a:ext cx="12276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05B62AB-2BF7-B9F3-0A73-16B509C45E6F}"/>
                    </a:ext>
                  </a:extLst>
                </p14:cNvPr>
                <p14:cNvContentPartPr/>
                <p14:nvPr/>
              </p14:nvContentPartPr>
              <p14:xfrm>
                <a:off x="3161187" y="2277627"/>
                <a:ext cx="928440" cy="260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05B62AB-2BF7-B9F3-0A73-16B509C45E6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55067" y="2271507"/>
                  <a:ext cx="9406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9E87392-7700-E6F9-6935-96755A5DF926}"/>
                    </a:ext>
                  </a:extLst>
                </p14:cNvPr>
                <p14:cNvContentPartPr/>
                <p14:nvPr/>
              </p14:nvContentPartPr>
              <p14:xfrm>
                <a:off x="4566627" y="1956507"/>
                <a:ext cx="424080" cy="474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9E87392-7700-E6F9-6935-96755A5DF92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560507" y="1950387"/>
                  <a:ext cx="43632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4C64C5E-B13A-8219-4611-A9E31D858A05}"/>
                    </a:ext>
                  </a:extLst>
                </p14:cNvPr>
                <p14:cNvContentPartPr/>
                <p14:nvPr/>
              </p14:nvContentPartPr>
              <p14:xfrm>
                <a:off x="5298147" y="1974867"/>
                <a:ext cx="51120" cy="3927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4C64C5E-B13A-8219-4611-A9E31D858A0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92027" y="1968747"/>
                  <a:ext cx="6336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6848884-3BAC-11DA-CB5A-7A478EEDF35B}"/>
                    </a:ext>
                  </a:extLst>
                </p14:cNvPr>
                <p14:cNvContentPartPr/>
                <p14:nvPr/>
              </p14:nvContentPartPr>
              <p14:xfrm>
                <a:off x="1785267" y="2906907"/>
                <a:ext cx="428040" cy="396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6848884-3BAC-11DA-CB5A-7A478EEDF35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79147" y="2900787"/>
                  <a:ext cx="44028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70D366B-3224-A800-BF73-5446F499BED9}"/>
                    </a:ext>
                  </a:extLst>
                </p14:cNvPr>
                <p14:cNvContentPartPr/>
                <p14:nvPr/>
              </p14:nvContentPartPr>
              <p14:xfrm>
                <a:off x="2408427" y="2988987"/>
                <a:ext cx="275760" cy="312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70D366B-3224-A800-BF73-5446F499BED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402307" y="2982867"/>
                  <a:ext cx="2880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DF7C8C5-A9A4-82D3-0004-D88E32C34767}"/>
                    </a:ext>
                  </a:extLst>
                </p14:cNvPr>
                <p14:cNvContentPartPr/>
                <p14:nvPr/>
              </p14:nvContentPartPr>
              <p14:xfrm>
                <a:off x="3030867" y="3063507"/>
                <a:ext cx="466560" cy="223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DF7C8C5-A9A4-82D3-0004-D88E32C3476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24747" y="3057387"/>
                  <a:ext cx="4788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DD87FB8-DB7A-B0F1-1FA4-B6DCC9B73316}"/>
                    </a:ext>
                  </a:extLst>
                </p14:cNvPr>
                <p14:cNvContentPartPr/>
                <p14:nvPr/>
              </p14:nvContentPartPr>
              <p14:xfrm>
                <a:off x="4091787" y="2991147"/>
                <a:ext cx="280080" cy="2822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DD87FB8-DB7A-B0F1-1FA4-B6DCC9B7331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085667" y="2985027"/>
                  <a:ext cx="29232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FE3433D-4A65-35E9-245D-437F58DDAAB0}"/>
                    </a:ext>
                  </a:extLst>
                </p14:cNvPr>
                <p14:cNvContentPartPr/>
                <p14:nvPr/>
              </p14:nvContentPartPr>
              <p14:xfrm>
                <a:off x="4538187" y="2980347"/>
                <a:ext cx="332640" cy="326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FE3433D-4A65-35E9-245D-437F58DDAAB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532067" y="2974227"/>
                  <a:ext cx="34488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90F4A35-7565-4966-6374-497155F51286}"/>
                    </a:ext>
                  </a:extLst>
                </p14:cNvPr>
                <p14:cNvContentPartPr/>
                <p14:nvPr/>
              </p14:nvContentPartPr>
              <p14:xfrm>
                <a:off x="2118627" y="3808347"/>
                <a:ext cx="2520" cy="8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90F4A35-7565-4966-6374-497155F5128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112507" y="3802227"/>
                  <a:ext cx="147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130C27E-B1AE-A556-9196-FE33BD0A2910}"/>
                    </a:ext>
                  </a:extLst>
                </p14:cNvPr>
                <p14:cNvContentPartPr/>
                <p14:nvPr/>
              </p14:nvContentPartPr>
              <p14:xfrm>
                <a:off x="5203107" y="3108507"/>
                <a:ext cx="567000" cy="42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130C27E-B1AE-A556-9196-FE33BD0A291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96987" y="3102387"/>
                  <a:ext cx="5792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807E978-3BF0-F1C4-6824-F247F2163345}"/>
                    </a:ext>
                  </a:extLst>
                </p14:cNvPr>
                <p14:cNvContentPartPr/>
                <p14:nvPr/>
              </p14:nvContentPartPr>
              <p14:xfrm>
                <a:off x="5450067" y="2929587"/>
                <a:ext cx="6480" cy="4986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807E978-3BF0-F1C4-6824-F247F216334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443947" y="2923467"/>
                  <a:ext cx="1872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BB4DD8E-B83E-F37B-D56F-54F4334334CA}"/>
                    </a:ext>
                  </a:extLst>
                </p14:cNvPr>
                <p14:cNvContentPartPr/>
                <p14:nvPr/>
              </p14:nvContentPartPr>
              <p14:xfrm>
                <a:off x="5979627" y="2964147"/>
                <a:ext cx="201600" cy="554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BB4DD8E-B83E-F37B-D56F-54F4334334C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973507" y="2958027"/>
                  <a:ext cx="21384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7E855F5-1F8B-939A-E516-6B9135AE0DEA}"/>
                    </a:ext>
                  </a:extLst>
                </p14:cNvPr>
                <p14:cNvContentPartPr/>
                <p14:nvPr/>
              </p14:nvContentPartPr>
              <p14:xfrm>
                <a:off x="6381387" y="3050907"/>
                <a:ext cx="348840" cy="395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7E855F5-1F8B-939A-E516-6B9135AE0DE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375267" y="3044787"/>
                  <a:ext cx="36108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8AA1A06-6A33-AAC6-2633-D88D503BF37A}"/>
                    </a:ext>
                  </a:extLst>
                </p14:cNvPr>
                <p14:cNvContentPartPr/>
                <p14:nvPr/>
              </p14:nvContentPartPr>
              <p14:xfrm>
                <a:off x="7625547" y="2162427"/>
                <a:ext cx="473040" cy="303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8AA1A06-6A33-AAC6-2633-D88D503BF37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619427" y="2156307"/>
                  <a:ext cx="4852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C140FE4-ECCA-BCCC-C45A-55411DF46DCF}"/>
                    </a:ext>
                  </a:extLst>
                </p14:cNvPr>
                <p14:cNvContentPartPr/>
                <p14:nvPr/>
              </p14:nvContentPartPr>
              <p14:xfrm>
                <a:off x="8371827" y="2062707"/>
                <a:ext cx="266400" cy="339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C140FE4-ECCA-BCCC-C45A-55411DF46DC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365707" y="2056587"/>
                  <a:ext cx="27864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0623F82-7D9F-7A5B-4391-55F6E1E63E38}"/>
                    </a:ext>
                  </a:extLst>
                </p14:cNvPr>
                <p14:cNvContentPartPr/>
                <p14:nvPr/>
              </p14:nvContentPartPr>
              <p14:xfrm>
                <a:off x="8704107" y="2349627"/>
                <a:ext cx="95040" cy="298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0623F82-7D9F-7A5B-4391-55F6E1E63E3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697987" y="2343507"/>
                  <a:ext cx="10728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D49CA16-A97E-9B62-367A-4971208B9D06}"/>
                    </a:ext>
                  </a:extLst>
                </p14:cNvPr>
                <p14:cNvContentPartPr/>
                <p14:nvPr/>
              </p14:nvContentPartPr>
              <p14:xfrm>
                <a:off x="8975187" y="1730427"/>
                <a:ext cx="36000" cy="1868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D49CA16-A97E-9B62-367A-4971208B9D0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969067" y="1724307"/>
                  <a:ext cx="482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9E6097D-1E72-FC9F-12AB-5E15ACCE4346}"/>
                    </a:ext>
                  </a:extLst>
                </p14:cNvPr>
                <p14:cNvContentPartPr/>
                <p14:nvPr/>
              </p14:nvContentPartPr>
              <p14:xfrm>
                <a:off x="7530147" y="3255747"/>
                <a:ext cx="568080" cy="189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9E6097D-1E72-FC9F-12AB-5E15ACCE434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524027" y="3249627"/>
                  <a:ext cx="5803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ABE2A8E-FC65-9A56-4913-54A120A93BC9}"/>
                    </a:ext>
                  </a:extLst>
                </p14:cNvPr>
                <p14:cNvContentPartPr/>
                <p14:nvPr/>
              </p14:nvContentPartPr>
              <p14:xfrm>
                <a:off x="8399547" y="3177267"/>
                <a:ext cx="275400" cy="338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ABE2A8E-FC65-9A56-4913-54A120A93BC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393427" y="3171147"/>
                  <a:ext cx="28764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C855C91-D778-9F09-A803-234ADD9E74EF}"/>
                    </a:ext>
                  </a:extLst>
                </p14:cNvPr>
                <p14:cNvContentPartPr/>
                <p14:nvPr/>
              </p14:nvContentPartPr>
              <p14:xfrm>
                <a:off x="8673867" y="3499107"/>
                <a:ext cx="241200" cy="223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C855C91-D778-9F09-A803-234ADD9E74E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667747" y="3492987"/>
                  <a:ext cx="2534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C8012F9-8007-0637-DA25-34F8F7DB51B3}"/>
                    </a:ext>
                  </a:extLst>
                </p14:cNvPr>
                <p14:cNvContentPartPr/>
                <p14:nvPr/>
              </p14:nvContentPartPr>
              <p14:xfrm>
                <a:off x="8874747" y="2991507"/>
                <a:ext cx="152280" cy="274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C8012F9-8007-0637-DA25-34F8F7DB51B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868627" y="2985387"/>
                  <a:ext cx="1645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3ED69B3-D3BB-715F-556C-78541F680E43}"/>
                    </a:ext>
                  </a:extLst>
                </p14:cNvPr>
                <p14:cNvContentPartPr/>
                <p14:nvPr/>
              </p14:nvContentPartPr>
              <p14:xfrm>
                <a:off x="5592987" y="2110227"/>
                <a:ext cx="477360" cy="2469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3ED69B3-D3BB-715F-556C-78541F680E4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586867" y="2104107"/>
                  <a:ext cx="4896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9920AA1-D54F-FC55-503E-5A865D517095}"/>
                    </a:ext>
                  </a:extLst>
                </p14:cNvPr>
                <p14:cNvContentPartPr/>
                <p14:nvPr/>
              </p14:nvContentPartPr>
              <p14:xfrm>
                <a:off x="5757507" y="2028147"/>
                <a:ext cx="89280" cy="5878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9920AA1-D54F-FC55-503E-5A865D51709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51387" y="2022027"/>
                  <a:ext cx="10152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D652EBA-5E8C-3450-2579-63345404B567}"/>
                    </a:ext>
                  </a:extLst>
                </p14:cNvPr>
                <p14:cNvContentPartPr/>
                <p14:nvPr/>
              </p14:nvContentPartPr>
              <p14:xfrm>
                <a:off x="6499467" y="2046867"/>
                <a:ext cx="54720" cy="466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D652EBA-5E8C-3450-2579-63345404B56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493347" y="2040747"/>
                  <a:ext cx="6696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564EC70-1997-01D7-40AE-50BBD1992C2E}"/>
                    </a:ext>
                  </a:extLst>
                </p14:cNvPr>
                <p14:cNvContentPartPr/>
                <p14:nvPr/>
              </p14:nvContentPartPr>
              <p14:xfrm>
                <a:off x="6599547" y="1928787"/>
                <a:ext cx="361800" cy="346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564EC70-1997-01D7-40AE-50BBD1992C2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593427" y="1922667"/>
                  <a:ext cx="37404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E1D8614-BB13-B9DA-AC26-F6DA22E33A9A}"/>
                    </a:ext>
                  </a:extLst>
                </p14:cNvPr>
                <p14:cNvContentPartPr/>
                <p14:nvPr/>
              </p14:nvContentPartPr>
              <p14:xfrm>
                <a:off x="7075107" y="2059467"/>
                <a:ext cx="92520" cy="353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E1D8614-BB13-B9DA-AC26-F6DA22E33A9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068987" y="2053347"/>
                  <a:ext cx="1047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2EB2C71-F018-7F8F-5943-AF041B46AB89}"/>
                    </a:ext>
                  </a:extLst>
                </p14:cNvPr>
                <p14:cNvContentPartPr/>
                <p14:nvPr/>
              </p14:nvContentPartPr>
              <p14:xfrm>
                <a:off x="4188627" y="1564467"/>
                <a:ext cx="1509480" cy="1145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2EB2C71-F018-7F8F-5943-AF041B46AB8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82507" y="1558347"/>
                  <a:ext cx="1521720" cy="11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8EC2C6C-0490-580E-D3C8-1A6343A922A4}"/>
                    </a:ext>
                  </a:extLst>
                </p14:cNvPr>
                <p14:cNvContentPartPr/>
                <p14:nvPr/>
              </p14:nvContentPartPr>
              <p14:xfrm>
                <a:off x="6076467" y="1492827"/>
                <a:ext cx="1487520" cy="1555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8EC2C6C-0490-580E-D3C8-1A6343A922A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070347" y="1486707"/>
                  <a:ext cx="1499760" cy="156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00A8336D-9990-D7EB-D83F-236852BCAA40}"/>
                  </a:ext>
                </a:extLst>
              </p14:cNvPr>
              <p14:cNvContentPartPr/>
              <p14:nvPr/>
            </p14:nvContentPartPr>
            <p14:xfrm>
              <a:off x="4839507" y="811707"/>
              <a:ext cx="508320" cy="68508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00A8336D-9990-D7EB-D83F-236852BCAA4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833387" y="805587"/>
                <a:ext cx="520560" cy="69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4E2A65A1-83ED-BAF4-1554-9DE713064FC3}"/>
                  </a:ext>
                </a:extLst>
              </p14:cNvPr>
              <p14:cNvContentPartPr/>
              <p14:nvPr/>
            </p14:nvContentPartPr>
            <p14:xfrm>
              <a:off x="6796827" y="579507"/>
              <a:ext cx="463320" cy="49752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4E2A65A1-83ED-BAF4-1554-9DE713064FC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790707" y="573387"/>
                <a:ext cx="475560" cy="50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7987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C7C1062-9838-5B34-C2EF-0B3EF806B4E4}"/>
              </a:ext>
            </a:extLst>
          </p:cNvPr>
          <p:cNvGrpSpPr/>
          <p:nvPr/>
        </p:nvGrpSpPr>
        <p:grpSpPr>
          <a:xfrm>
            <a:off x="1287027" y="530907"/>
            <a:ext cx="1318680" cy="975600"/>
            <a:chOff x="1287027" y="530907"/>
            <a:chExt cx="1318680" cy="97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A1BFABA-83B6-1A6F-CEF8-BC4530415134}"/>
                    </a:ext>
                  </a:extLst>
                </p14:cNvPr>
                <p14:cNvContentPartPr/>
                <p14:nvPr/>
              </p14:nvContentPartPr>
              <p14:xfrm>
                <a:off x="1821987" y="762747"/>
                <a:ext cx="463320" cy="4050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A1BFABA-83B6-1A6F-CEF8-BC453041513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15867" y="756627"/>
                  <a:ext cx="47556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53600DC-0F61-CADD-E027-D02574E710AA}"/>
                    </a:ext>
                  </a:extLst>
                </p14:cNvPr>
                <p14:cNvContentPartPr/>
                <p14:nvPr/>
              </p14:nvContentPartPr>
              <p14:xfrm>
                <a:off x="2508507" y="1027707"/>
                <a:ext cx="97200" cy="462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53600DC-0F61-CADD-E027-D02574E710A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02387" y="1021587"/>
                  <a:ext cx="10944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20F1963-0B19-0B96-52C2-7395B7B8EC2D}"/>
                    </a:ext>
                  </a:extLst>
                </p14:cNvPr>
                <p14:cNvContentPartPr/>
                <p14:nvPr/>
              </p14:nvContentPartPr>
              <p14:xfrm>
                <a:off x="1287027" y="530907"/>
                <a:ext cx="325440" cy="975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20F1963-0B19-0B96-52C2-7395B7B8EC2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80907" y="524787"/>
                  <a:ext cx="337680" cy="9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87B2BA9-CA57-1DF6-F159-7E00C598C466}"/>
              </a:ext>
            </a:extLst>
          </p:cNvPr>
          <p:cNvGrpSpPr/>
          <p:nvPr/>
        </p:nvGrpSpPr>
        <p:grpSpPr>
          <a:xfrm>
            <a:off x="3060387" y="957507"/>
            <a:ext cx="738360" cy="646560"/>
            <a:chOff x="3060387" y="957507"/>
            <a:chExt cx="738360" cy="64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9B21A36-B581-668A-1D40-799052748B99}"/>
                    </a:ext>
                  </a:extLst>
                </p14:cNvPr>
                <p14:cNvContentPartPr/>
                <p14:nvPr/>
              </p14:nvContentPartPr>
              <p14:xfrm>
                <a:off x="3060387" y="957507"/>
                <a:ext cx="452520" cy="380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9B21A36-B581-668A-1D40-799052748B9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54267" y="951387"/>
                  <a:ext cx="46476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8B367CB-D946-DC51-CE32-B1BCD89BFCAF}"/>
                    </a:ext>
                  </a:extLst>
                </p14:cNvPr>
                <p14:cNvContentPartPr/>
                <p14:nvPr/>
              </p14:nvContentPartPr>
              <p14:xfrm>
                <a:off x="3638187" y="1251987"/>
                <a:ext cx="160560" cy="352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8B367CB-D946-DC51-CE32-B1BCD89BFCA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632067" y="1245867"/>
                  <a:ext cx="172800" cy="36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E788045-A399-1971-4FAA-82453A719583}"/>
              </a:ext>
            </a:extLst>
          </p:cNvPr>
          <p:cNvGrpSpPr/>
          <p:nvPr/>
        </p:nvGrpSpPr>
        <p:grpSpPr>
          <a:xfrm>
            <a:off x="4460787" y="808827"/>
            <a:ext cx="972000" cy="809280"/>
            <a:chOff x="4460787" y="808827"/>
            <a:chExt cx="972000" cy="80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69718AE-53D5-F697-9104-7D14CD723D01}"/>
                    </a:ext>
                  </a:extLst>
                </p14:cNvPr>
                <p14:cNvContentPartPr/>
                <p14:nvPr/>
              </p14:nvContentPartPr>
              <p14:xfrm>
                <a:off x="4460787" y="808827"/>
                <a:ext cx="628920" cy="398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69718AE-53D5-F697-9104-7D14CD723D0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54667" y="802707"/>
                  <a:ext cx="64116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6B4B5D8-7CAA-F60E-F245-A3C8C7A41363}"/>
                    </a:ext>
                  </a:extLst>
                </p14:cNvPr>
                <p14:cNvContentPartPr/>
                <p14:nvPr/>
              </p14:nvContentPartPr>
              <p14:xfrm>
                <a:off x="5233347" y="1132467"/>
                <a:ext cx="199440" cy="485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6B4B5D8-7CAA-F60E-F245-A3C8C7A4136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27227" y="1126347"/>
                  <a:ext cx="211680" cy="49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E2109A8-3CA8-B0C5-3A8E-602A414B7B61}"/>
                  </a:ext>
                </a:extLst>
              </p14:cNvPr>
              <p14:cNvContentPartPr/>
              <p14:nvPr/>
            </p14:nvContentPartPr>
            <p14:xfrm>
              <a:off x="6323787" y="1152267"/>
              <a:ext cx="34200" cy="64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E2109A8-3CA8-B0C5-3A8E-602A414B7B6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317667" y="1146147"/>
                <a:ext cx="4644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67674EC-6987-B619-3A9C-E2318BE37A04}"/>
                  </a:ext>
                </a:extLst>
              </p14:cNvPr>
              <p14:cNvContentPartPr/>
              <p14:nvPr/>
            </p14:nvContentPartPr>
            <p14:xfrm>
              <a:off x="6899787" y="1134627"/>
              <a:ext cx="175680" cy="147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67674EC-6987-B619-3A9C-E2318BE37A0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93667" y="1128507"/>
                <a:ext cx="18792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C56A5CE-7832-FDD7-0F0F-539FA35D3863}"/>
                  </a:ext>
                </a:extLst>
              </p14:cNvPr>
              <p14:cNvContentPartPr/>
              <p14:nvPr/>
            </p14:nvContentPartPr>
            <p14:xfrm>
              <a:off x="7594227" y="1098267"/>
              <a:ext cx="57600" cy="36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C56A5CE-7832-FDD7-0F0F-539FA35D386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588107" y="1092147"/>
                <a:ext cx="69840" cy="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BC433F5-E6F8-8D93-EF92-A0EDDCBAF9F4}"/>
                  </a:ext>
                </a:extLst>
              </p14:cNvPr>
              <p14:cNvContentPartPr/>
              <p14:nvPr/>
            </p14:nvContentPartPr>
            <p14:xfrm>
              <a:off x="8245107" y="1089627"/>
              <a:ext cx="31320" cy="10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BC433F5-E6F8-8D93-EF92-A0EDDCBAF9F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238987" y="1083507"/>
                <a:ext cx="43560" cy="1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6A6AD826-0172-3E48-9CCC-30F1CAE1A056}"/>
              </a:ext>
            </a:extLst>
          </p:cNvPr>
          <p:cNvGrpSpPr/>
          <p:nvPr/>
        </p:nvGrpSpPr>
        <p:grpSpPr>
          <a:xfrm>
            <a:off x="9310347" y="707667"/>
            <a:ext cx="2683440" cy="1315800"/>
            <a:chOff x="9310347" y="707667"/>
            <a:chExt cx="2683440" cy="131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1E064EC-9CEE-62F3-CF04-044E398B1A78}"/>
                    </a:ext>
                  </a:extLst>
                </p14:cNvPr>
                <p14:cNvContentPartPr/>
                <p14:nvPr/>
              </p14:nvContentPartPr>
              <p14:xfrm>
                <a:off x="9310347" y="708747"/>
                <a:ext cx="743400" cy="619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1E064EC-9CEE-62F3-CF04-044E398B1A7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304227" y="702627"/>
                  <a:ext cx="755640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76801BE-8A23-544E-7DB3-5CDA4B566A70}"/>
                    </a:ext>
                  </a:extLst>
                </p14:cNvPr>
                <p14:cNvContentPartPr/>
                <p14:nvPr/>
              </p14:nvContentPartPr>
              <p14:xfrm>
                <a:off x="10210707" y="1302747"/>
                <a:ext cx="284400" cy="547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76801BE-8A23-544E-7DB3-5CDA4B566A7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204587" y="1296627"/>
                  <a:ext cx="29664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9E6C23B-435F-CE58-0128-F579917B1DE4}"/>
                    </a:ext>
                  </a:extLst>
                </p14:cNvPr>
                <p14:cNvContentPartPr/>
                <p14:nvPr/>
              </p14:nvContentPartPr>
              <p14:xfrm>
                <a:off x="10545507" y="1470867"/>
                <a:ext cx="359280" cy="457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9E6C23B-435F-CE58-0128-F579917B1DE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539387" y="1464747"/>
                  <a:ext cx="37152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1E98BE0-611D-0588-B8BB-A3BAEF6AD99C}"/>
                    </a:ext>
                  </a:extLst>
                </p14:cNvPr>
                <p14:cNvContentPartPr/>
                <p14:nvPr/>
              </p14:nvContentPartPr>
              <p14:xfrm>
                <a:off x="11145987" y="1542507"/>
                <a:ext cx="320760" cy="480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1E98BE0-611D-0588-B8BB-A3BAEF6AD99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139867" y="1536387"/>
                  <a:ext cx="33300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BA86C09-1EB9-F995-F265-70C114178629}"/>
                    </a:ext>
                  </a:extLst>
                </p14:cNvPr>
                <p14:cNvContentPartPr/>
                <p14:nvPr/>
              </p14:nvContentPartPr>
              <p14:xfrm>
                <a:off x="11542707" y="707667"/>
                <a:ext cx="451080" cy="1190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BA86C09-1EB9-F995-F265-70C11417862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536587" y="701547"/>
                  <a:ext cx="463320" cy="120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2EA1FDC-D2FC-5277-1BE7-D9E70B9FBC72}"/>
                  </a:ext>
                </a:extLst>
              </p14:cNvPr>
              <p14:cNvContentPartPr/>
              <p14:nvPr/>
            </p14:nvContentPartPr>
            <p14:xfrm>
              <a:off x="242307" y="807027"/>
              <a:ext cx="612720" cy="5587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2EA1FDC-D2FC-5277-1BE7-D9E70B9FBC7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36187" y="800907"/>
                <a:ext cx="624960" cy="570960"/>
              </a:xfrm>
              <a:prstGeom prst="rect">
                <a:avLst/>
              </a:prstGeom>
            </p:spPr>
          </p:pic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48D8ED47-4E8C-6795-5771-9BB0108569DA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48667" y="1850307"/>
            <a:ext cx="2600688" cy="128605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09198F3-6CA2-82E7-1782-E0FF68618E7D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447617" y="1850307"/>
            <a:ext cx="6977290" cy="4048049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C5813C1-1420-EEFD-8F80-E02BBBD5FA8F}"/>
              </a:ext>
            </a:extLst>
          </p:cNvPr>
          <p:cNvSpPr txBox="1"/>
          <p:nvPr/>
        </p:nvSpPr>
        <p:spPr>
          <a:xfrm>
            <a:off x="670467" y="59444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8"/>
              </a:rPr>
              <a:t>A Gentle Introduction to Positional Encoding in Transformer Models, Part 1 - MachineLearningMastery.com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1785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120BF-F604-523A-AF63-E38179790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B47A5E7-81D5-9E2C-CC8F-B8D3F729B548}"/>
                  </a:ext>
                </a:extLst>
              </p14:cNvPr>
              <p14:cNvContentPartPr/>
              <p14:nvPr/>
            </p14:nvContentPartPr>
            <p14:xfrm>
              <a:off x="6478587" y="2761453"/>
              <a:ext cx="1900800" cy="22438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B47A5E7-81D5-9E2C-CC8F-B8D3F729B5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72467" y="2755333"/>
                <a:ext cx="1913040" cy="225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D018259-FA4D-5366-DBDC-D20096FBB64F}"/>
                  </a:ext>
                </a:extLst>
              </p14:cNvPr>
              <p14:cNvContentPartPr/>
              <p14:nvPr/>
            </p14:nvContentPartPr>
            <p14:xfrm>
              <a:off x="10095867" y="3575773"/>
              <a:ext cx="1083600" cy="12906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D018259-FA4D-5366-DBDC-D20096FBB64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89747" y="3569653"/>
                <a:ext cx="1095840" cy="130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BC01166-FB42-2898-58A4-0DBC8FFC8329}"/>
                  </a:ext>
                </a:extLst>
              </p14:cNvPr>
              <p14:cNvContentPartPr/>
              <p14:nvPr/>
            </p14:nvContentPartPr>
            <p14:xfrm>
              <a:off x="8912187" y="3521773"/>
              <a:ext cx="1081800" cy="15944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BC01166-FB42-2898-58A4-0DBC8FFC832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06067" y="3515653"/>
                <a:ext cx="1094040" cy="160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D8859C0-4999-5DBC-0C59-BFB253B9B0C2}"/>
                  </a:ext>
                </a:extLst>
              </p14:cNvPr>
              <p14:cNvContentPartPr/>
              <p14:nvPr/>
            </p14:nvContentPartPr>
            <p14:xfrm>
              <a:off x="9063387" y="2861173"/>
              <a:ext cx="2577600" cy="468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D8859C0-4999-5DBC-0C59-BFB253B9B0C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57267" y="2854693"/>
                <a:ext cx="2589840" cy="1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76A35966-00CB-CBD0-A02D-12B6884A13D5}"/>
              </a:ext>
            </a:extLst>
          </p:cNvPr>
          <p:cNvGrpSpPr/>
          <p:nvPr/>
        </p:nvGrpSpPr>
        <p:grpSpPr>
          <a:xfrm>
            <a:off x="74187" y="-88653"/>
            <a:ext cx="12027600" cy="6850786"/>
            <a:chOff x="74187" y="-88653"/>
            <a:chExt cx="12027600" cy="6850786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445ACDC-5778-30E4-CC30-392C5EC5E186}"/>
                    </a:ext>
                  </a:extLst>
                </p14:cNvPr>
                <p14:cNvContentPartPr/>
                <p14:nvPr/>
              </p14:nvContentPartPr>
              <p14:xfrm>
                <a:off x="4446027" y="1069107"/>
                <a:ext cx="254880" cy="37108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445ACDC-5778-30E4-CC30-392C5EC5E18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39907" y="1062987"/>
                  <a:ext cx="267120" cy="37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C3731B1-AAE4-4BC0-2BEC-4407DE6A8A63}"/>
                    </a:ext>
                  </a:extLst>
                </p14:cNvPr>
                <p14:cNvContentPartPr/>
                <p14:nvPr/>
              </p14:nvContentPartPr>
              <p14:xfrm>
                <a:off x="2766267" y="2434587"/>
                <a:ext cx="6154200" cy="429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C3731B1-AAE4-4BC0-2BEC-4407DE6A8A6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60147" y="2428467"/>
                  <a:ext cx="616644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965D2AD-B6F7-7A34-A490-A0C62189A675}"/>
                    </a:ext>
                  </a:extLst>
                </p14:cNvPr>
                <p14:cNvContentPartPr/>
                <p14:nvPr/>
              </p14:nvContentPartPr>
              <p14:xfrm>
                <a:off x="4700187" y="392307"/>
                <a:ext cx="4521960" cy="44316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965D2AD-B6F7-7A34-A490-A0C62189A67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94067" y="386187"/>
                  <a:ext cx="4534200" cy="444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20291C0-EA7D-9409-254E-B57A6F7CBD99}"/>
                    </a:ext>
                  </a:extLst>
                </p14:cNvPr>
                <p14:cNvContentPartPr/>
                <p14:nvPr/>
              </p14:nvContentPartPr>
              <p14:xfrm>
                <a:off x="4595067" y="243627"/>
                <a:ext cx="124920" cy="962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20291C0-EA7D-9409-254E-B57A6F7CBD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588947" y="237507"/>
                  <a:ext cx="137160" cy="9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446AD8A-0B12-3BAC-79C1-6A9D1659A9BD}"/>
                    </a:ext>
                  </a:extLst>
                </p14:cNvPr>
                <p14:cNvContentPartPr/>
                <p14:nvPr/>
              </p14:nvContentPartPr>
              <p14:xfrm>
                <a:off x="4657707" y="144987"/>
                <a:ext cx="36000" cy="1215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446AD8A-0B12-3BAC-79C1-6A9D1659A9B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51587" y="138867"/>
                  <a:ext cx="48240" cy="12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42CFDA9-2FA6-6712-F734-BF290288707B}"/>
                    </a:ext>
                  </a:extLst>
                </p14:cNvPr>
                <p14:cNvContentPartPr/>
                <p14:nvPr/>
              </p14:nvContentPartPr>
              <p14:xfrm>
                <a:off x="4575267" y="4102467"/>
                <a:ext cx="239760" cy="1776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42CFDA9-2FA6-6712-F734-BF290288707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69147" y="4096347"/>
                  <a:ext cx="252000" cy="178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B0B1313-AF4C-41B5-7791-AA45AAD06745}"/>
                    </a:ext>
                  </a:extLst>
                </p14:cNvPr>
                <p14:cNvContentPartPr/>
                <p14:nvPr/>
              </p14:nvContentPartPr>
              <p14:xfrm>
                <a:off x="4173147" y="4526907"/>
                <a:ext cx="307440" cy="1744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B0B1313-AF4C-41B5-7791-AA45AAD0674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67027" y="4520787"/>
                  <a:ext cx="319680" cy="175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75F4E25-8B11-5D67-57DB-CA2A78F70C4E}"/>
                    </a:ext>
                  </a:extLst>
                </p14:cNvPr>
                <p14:cNvContentPartPr/>
                <p14:nvPr/>
              </p14:nvContentPartPr>
              <p14:xfrm>
                <a:off x="4596867" y="5536347"/>
                <a:ext cx="100440" cy="754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75F4E25-8B11-5D67-57DB-CA2A78F70C4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90747" y="5530227"/>
                  <a:ext cx="112680" cy="7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0ED4D7B-430A-A02D-8391-6C2EBF59B1BE}"/>
                    </a:ext>
                  </a:extLst>
                </p14:cNvPr>
                <p14:cNvContentPartPr/>
                <p14:nvPr/>
              </p14:nvContentPartPr>
              <p14:xfrm>
                <a:off x="4834107" y="2614587"/>
                <a:ext cx="109800" cy="3470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0ED4D7B-430A-A02D-8391-6C2EBF59B1B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27987" y="2608467"/>
                  <a:ext cx="12204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DB43F63-CFDB-424D-6AF2-D2F4F70590E1}"/>
                    </a:ext>
                  </a:extLst>
                </p14:cNvPr>
                <p14:cNvContentPartPr/>
                <p14:nvPr/>
              </p14:nvContentPartPr>
              <p14:xfrm>
                <a:off x="4631427" y="2741307"/>
                <a:ext cx="234000" cy="47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DB43F63-CFDB-424D-6AF2-D2F4F70590E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625307" y="2735187"/>
                  <a:ext cx="2462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A347C1C-6131-DEE5-30EE-6D6FED1C2876}"/>
                    </a:ext>
                  </a:extLst>
                </p14:cNvPr>
                <p14:cNvContentPartPr/>
                <p14:nvPr/>
              </p14:nvContentPartPr>
              <p14:xfrm>
                <a:off x="8786187" y="314187"/>
                <a:ext cx="1768680" cy="75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A347C1C-6131-DEE5-30EE-6D6FED1C287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780067" y="308067"/>
                  <a:ext cx="17809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842410D-D645-A2F1-B194-74D46CF8765E}"/>
                    </a:ext>
                  </a:extLst>
                </p14:cNvPr>
                <p14:cNvContentPartPr/>
                <p14:nvPr/>
              </p14:nvContentPartPr>
              <p14:xfrm>
                <a:off x="4675707" y="-88653"/>
                <a:ext cx="46800" cy="691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842410D-D645-A2F1-B194-74D46CF8765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69587" y="-94773"/>
                  <a:ext cx="59040" cy="70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6CFE879-1094-FB3B-05AF-EFA49BB25972}"/>
                    </a:ext>
                  </a:extLst>
                </p14:cNvPr>
                <p14:cNvContentPartPr/>
                <p14:nvPr/>
              </p14:nvContentPartPr>
              <p14:xfrm>
                <a:off x="4308147" y="252613"/>
                <a:ext cx="762480" cy="154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6CFE879-1094-FB3B-05AF-EFA49BB2597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02027" y="246493"/>
                  <a:ext cx="774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54F0600-FE34-C46A-912E-3751AD090D53}"/>
                    </a:ext>
                  </a:extLst>
                </p14:cNvPr>
                <p14:cNvContentPartPr/>
                <p14:nvPr/>
              </p14:nvContentPartPr>
              <p14:xfrm>
                <a:off x="9246987" y="3815533"/>
                <a:ext cx="402840" cy="707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54F0600-FE34-C46A-912E-3751AD090D5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240867" y="3809413"/>
                  <a:ext cx="415080" cy="72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D4695FD-3A85-E411-7F83-4FA1DEB628BC}"/>
                    </a:ext>
                  </a:extLst>
                </p14:cNvPr>
                <p14:cNvContentPartPr/>
                <p14:nvPr/>
              </p14:nvContentPartPr>
              <p14:xfrm>
                <a:off x="9378387" y="4977973"/>
                <a:ext cx="17280" cy="35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D4695FD-3A85-E411-7F83-4FA1DEB628B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372267" y="4971853"/>
                  <a:ext cx="295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B616924-089D-FF0B-FE05-3D90EF86B517}"/>
                    </a:ext>
                  </a:extLst>
                </p14:cNvPr>
                <p14:cNvContentPartPr/>
                <p14:nvPr/>
              </p14:nvContentPartPr>
              <p14:xfrm>
                <a:off x="10315107" y="3875293"/>
                <a:ext cx="256320" cy="663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B616924-089D-FF0B-FE05-3D90EF86B51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308987" y="3869173"/>
                  <a:ext cx="268560" cy="67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3CA3943-B212-3743-E4E5-DE4ECD308387}"/>
                    </a:ext>
                  </a:extLst>
                </p14:cNvPr>
                <p14:cNvContentPartPr/>
                <p14:nvPr/>
              </p14:nvContentPartPr>
              <p14:xfrm>
                <a:off x="10341387" y="5272093"/>
                <a:ext cx="2160" cy="12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3CA3943-B212-3743-E4E5-DE4ECD30838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335267" y="5265973"/>
                  <a:ext cx="144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7394E89-E46D-0565-754A-10F322091ECE}"/>
                    </a:ext>
                  </a:extLst>
                </p14:cNvPr>
                <p14:cNvContentPartPr/>
                <p14:nvPr/>
              </p14:nvContentPartPr>
              <p14:xfrm>
                <a:off x="7121187" y="3828133"/>
                <a:ext cx="175680" cy="20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7394E89-E46D-0565-754A-10F322091EC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15067" y="3822013"/>
                  <a:ext cx="1879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73432BC-1D5F-C140-7FC1-97859B02938E}"/>
                    </a:ext>
                  </a:extLst>
                </p14:cNvPr>
                <p14:cNvContentPartPr/>
                <p14:nvPr/>
              </p14:nvContentPartPr>
              <p14:xfrm>
                <a:off x="7014627" y="3780253"/>
                <a:ext cx="537480" cy="7761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73432BC-1D5F-C140-7FC1-97859B02938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008507" y="3774133"/>
                  <a:ext cx="549720" cy="78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EEE732D-1D18-B03B-2497-8F7781A20600}"/>
                    </a:ext>
                  </a:extLst>
                </p14:cNvPr>
                <p14:cNvContentPartPr/>
                <p14:nvPr/>
              </p14:nvContentPartPr>
              <p14:xfrm>
                <a:off x="7151067" y="3194533"/>
                <a:ext cx="481320" cy="499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EEE732D-1D18-B03B-2497-8F7781A2060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144947" y="3188413"/>
                  <a:ext cx="49356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14EB51A-1F06-7929-B311-06FF62D90885}"/>
                    </a:ext>
                  </a:extLst>
                </p14:cNvPr>
                <p14:cNvContentPartPr/>
                <p14:nvPr/>
              </p14:nvContentPartPr>
              <p14:xfrm>
                <a:off x="7643187" y="3055933"/>
                <a:ext cx="125280" cy="6454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14EB51A-1F06-7929-B311-06FF62D9088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637067" y="3049813"/>
                  <a:ext cx="137520" cy="65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169D10E-19E5-4C06-4860-9FB743AE7E9B}"/>
                    </a:ext>
                  </a:extLst>
                </p14:cNvPr>
                <p14:cNvContentPartPr/>
                <p14:nvPr/>
              </p14:nvContentPartPr>
              <p14:xfrm>
                <a:off x="7160067" y="3770173"/>
                <a:ext cx="834840" cy="117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169D10E-19E5-4C06-4860-9FB743AE7E9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153947" y="3764053"/>
                  <a:ext cx="8470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B90C43C-FBB7-382F-A2D1-379CF1EE3EF4}"/>
                    </a:ext>
                  </a:extLst>
                </p14:cNvPr>
                <p14:cNvContentPartPr/>
                <p14:nvPr/>
              </p14:nvContentPartPr>
              <p14:xfrm>
                <a:off x="8054307" y="3430693"/>
                <a:ext cx="1800" cy="9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B90C43C-FBB7-382F-A2D1-379CF1EE3EF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048187" y="3424573"/>
                  <a:ext cx="140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E4BC918-5A0C-3AFD-A094-1BAEEEB05A48}"/>
                    </a:ext>
                  </a:extLst>
                </p14:cNvPr>
                <p14:cNvContentPartPr/>
                <p14:nvPr/>
              </p14:nvContentPartPr>
              <p14:xfrm>
                <a:off x="9428067" y="2777293"/>
                <a:ext cx="296640" cy="748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E4BC918-5A0C-3AFD-A094-1BAEEEB05A4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421947" y="2771173"/>
                  <a:ext cx="308880" cy="76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CCE5351-00CE-26EC-A247-D9EEE83F89DB}"/>
                    </a:ext>
                  </a:extLst>
                </p14:cNvPr>
                <p14:cNvContentPartPr/>
                <p14:nvPr/>
              </p14:nvContentPartPr>
              <p14:xfrm>
                <a:off x="9625347" y="1800973"/>
                <a:ext cx="314640" cy="488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CCE5351-00CE-26EC-A247-D9EEE83F89D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619227" y="1794853"/>
                  <a:ext cx="32688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87810E4-075D-F99A-17FE-2E2FAE50FFDB}"/>
                    </a:ext>
                  </a:extLst>
                </p14:cNvPr>
                <p14:cNvContentPartPr/>
                <p14:nvPr/>
              </p14:nvContentPartPr>
              <p14:xfrm>
                <a:off x="9637947" y="2034253"/>
                <a:ext cx="193320" cy="248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87810E4-075D-F99A-17FE-2E2FAE50FFD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631827" y="2028133"/>
                  <a:ext cx="2055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D3A7C8A-C695-3CE7-C1D7-0873E7397127}"/>
                    </a:ext>
                  </a:extLst>
                </p14:cNvPr>
                <p14:cNvContentPartPr/>
                <p14:nvPr/>
              </p14:nvContentPartPr>
              <p14:xfrm>
                <a:off x="9997227" y="1872613"/>
                <a:ext cx="440640" cy="487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D3A7C8A-C695-3CE7-C1D7-0873E739712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991107" y="1866493"/>
                  <a:ext cx="45288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8F320B9-D17B-607A-0AF1-A075A603F95B}"/>
                    </a:ext>
                  </a:extLst>
                </p14:cNvPr>
                <p14:cNvContentPartPr/>
                <p14:nvPr/>
              </p14:nvContentPartPr>
              <p14:xfrm>
                <a:off x="9639387" y="934813"/>
                <a:ext cx="486720" cy="369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8F320B9-D17B-607A-0AF1-A075A603F95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633267" y="928693"/>
                  <a:ext cx="49896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BAB7D29-B3B8-AF04-5650-5AA158D07E1A}"/>
                    </a:ext>
                  </a:extLst>
                </p14:cNvPr>
                <p14:cNvContentPartPr/>
                <p14:nvPr/>
              </p14:nvContentPartPr>
              <p14:xfrm>
                <a:off x="10239507" y="861733"/>
                <a:ext cx="525240" cy="3315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BAB7D29-B3B8-AF04-5650-5AA158D07E1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233387" y="855613"/>
                  <a:ext cx="5374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2A6F859-3B0E-48FB-F9B4-2C5AB80CFF78}"/>
                    </a:ext>
                  </a:extLst>
                </p14:cNvPr>
                <p14:cNvContentPartPr/>
                <p14:nvPr/>
              </p14:nvContentPartPr>
              <p14:xfrm>
                <a:off x="10786347" y="2805733"/>
                <a:ext cx="391320" cy="8330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2A6F859-3B0E-48FB-F9B4-2C5AB80CFF7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780227" y="2799613"/>
                  <a:ext cx="403560" cy="84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8070201-ADF6-C5A6-1275-40BC7E97C407}"/>
                    </a:ext>
                  </a:extLst>
                </p14:cNvPr>
                <p14:cNvContentPartPr/>
                <p14:nvPr/>
              </p14:nvContentPartPr>
              <p14:xfrm>
                <a:off x="10967067" y="2057293"/>
                <a:ext cx="286920" cy="397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8070201-ADF6-C5A6-1275-40BC7E97C40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960947" y="2051173"/>
                  <a:ext cx="29916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9495D59-0014-E25C-0963-D2CA113C958A}"/>
                    </a:ext>
                  </a:extLst>
                </p14:cNvPr>
                <p14:cNvContentPartPr/>
                <p14:nvPr/>
              </p14:nvContentPartPr>
              <p14:xfrm>
                <a:off x="11549547" y="2148733"/>
                <a:ext cx="251280" cy="299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9495D59-0014-E25C-0963-D2CA113C958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543427" y="2142613"/>
                  <a:ext cx="2635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21A820B-86B1-6BB8-0EAB-82E7E188FFEE}"/>
                    </a:ext>
                  </a:extLst>
                </p14:cNvPr>
                <p14:cNvContentPartPr/>
                <p14:nvPr/>
              </p14:nvContentPartPr>
              <p14:xfrm>
                <a:off x="11266947" y="893053"/>
                <a:ext cx="246960" cy="382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21A820B-86B1-6BB8-0EAB-82E7E188FFE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260827" y="886933"/>
                  <a:ext cx="25920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15C5E3B-3344-67C2-9756-2F4EF07A051C}"/>
                    </a:ext>
                  </a:extLst>
                </p14:cNvPr>
                <p14:cNvContentPartPr/>
                <p14:nvPr/>
              </p14:nvContentPartPr>
              <p14:xfrm>
                <a:off x="11591667" y="1005013"/>
                <a:ext cx="37800" cy="3348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15C5E3B-3344-67C2-9756-2F4EF07A051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1585547" y="998893"/>
                  <a:ext cx="500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A85D4B7-3FDC-C8F5-D586-41DC80189D52}"/>
                    </a:ext>
                  </a:extLst>
                </p14:cNvPr>
                <p14:cNvContentPartPr/>
                <p14:nvPr/>
              </p14:nvContentPartPr>
              <p14:xfrm>
                <a:off x="8651187" y="503893"/>
                <a:ext cx="3450600" cy="24195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A85D4B7-3FDC-C8F5-D586-41DC80189D5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645067" y="497773"/>
                  <a:ext cx="3462840" cy="243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1B022D7-9F15-966B-C73D-8CD9884DCA70}"/>
                    </a:ext>
                  </a:extLst>
                </p14:cNvPr>
                <p14:cNvContentPartPr/>
                <p14:nvPr/>
              </p14:nvContentPartPr>
              <p14:xfrm>
                <a:off x="9046467" y="2700253"/>
                <a:ext cx="1807560" cy="103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1B022D7-9F15-966B-C73D-8CD9884DCA7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040347" y="2694133"/>
                  <a:ext cx="18198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11CD522-1B2C-8E9C-541E-D625CD163050}"/>
                    </a:ext>
                  </a:extLst>
                </p14:cNvPr>
                <p14:cNvContentPartPr/>
                <p14:nvPr/>
              </p14:nvContentPartPr>
              <p14:xfrm>
                <a:off x="9700587" y="3225493"/>
                <a:ext cx="47160" cy="2761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11CD522-1B2C-8E9C-541E-D625CD16305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94467" y="3219373"/>
                  <a:ext cx="594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FF89983-F8C2-D2C7-37AC-2CC9F14F1B25}"/>
                    </a:ext>
                  </a:extLst>
                </p14:cNvPr>
                <p14:cNvContentPartPr/>
                <p14:nvPr/>
              </p14:nvContentPartPr>
              <p14:xfrm>
                <a:off x="6378867" y="4557853"/>
                <a:ext cx="1386360" cy="8211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FF89983-F8C2-D2C7-37AC-2CC9F14F1B2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372747" y="4551733"/>
                  <a:ext cx="1398600" cy="83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45B358D-7BBA-5C67-A2F2-446F26B05579}"/>
                    </a:ext>
                  </a:extLst>
                </p14:cNvPr>
                <p14:cNvContentPartPr/>
                <p14:nvPr/>
              </p14:nvContentPartPr>
              <p14:xfrm>
                <a:off x="6192747" y="4368133"/>
                <a:ext cx="1769760" cy="11318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45B358D-7BBA-5C67-A2F2-446F26B0557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186627" y="4362013"/>
                  <a:ext cx="1782000" cy="11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FD6DAF7-7C71-9D2B-5FC6-43A6BFABEDA5}"/>
                    </a:ext>
                  </a:extLst>
                </p14:cNvPr>
                <p14:cNvContentPartPr/>
                <p14:nvPr/>
              </p14:nvContentPartPr>
              <p14:xfrm>
                <a:off x="7624827" y="2815813"/>
                <a:ext cx="71640" cy="1292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FD6DAF7-7C71-9D2B-5FC6-43A6BFABEDA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618707" y="2809693"/>
                  <a:ext cx="838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F7B9EB9-08AD-4952-C0FD-526CC58F35E5}"/>
                    </a:ext>
                  </a:extLst>
                </p14:cNvPr>
                <p14:cNvContentPartPr/>
                <p14:nvPr/>
              </p14:nvContentPartPr>
              <p14:xfrm>
                <a:off x="878787" y="1007533"/>
                <a:ext cx="689040" cy="794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F7B9EB9-08AD-4952-C0FD-526CC58F35E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72667" y="1001413"/>
                  <a:ext cx="701280" cy="80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FE4FF62-8A44-3948-C47A-3DF72E46AE10}"/>
                    </a:ext>
                  </a:extLst>
                </p14:cNvPr>
                <p14:cNvContentPartPr/>
                <p14:nvPr/>
              </p14:nvContentPartPr>
              <p14:xfrm>
                <a:off x="1765107" y="994213"/>
                <a:ext cx="258480" cy="669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FE4FF62-8A44-3948-C47A-3DF72E46AE1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758987" y="988093"/>
                  <a:ext cx="270720" cy="68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4C44C2E-57A0-859F-6C38-5F80EC3952F6}"/>
                    </a:ext>
                  </a:extLst>
                </p14:cNvPr>
                <p14:cNvContentPartPr/>
                <p14:nvPr/>
              </p14:nvContentPartPr>
              <p14:xfrm>
                <a:off x="1787787" y="1366093"/>
                <a:ext cx="297720" cy="164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4C44C2E-57A0-859F-6C38-5F80EC3952F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781667" y="1359973"/>
                  <a:ext cx="3099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C9F6486-AEBC-42A0-B00A-B73DDE632596}"/>
                    </a:ext>
                  </a:extLst>
                </p14:cNvPr>
                <p14:cNvContentPartPr/>
                <p14:nvPr/>
              </p14:nvContentPartPr>
              <p14:xfrm>
                <a:off x="2175147" y="461773"/>
                <a:ext cx="306000" cy="424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C9F6486-AEBC-42A0-B00A-B73DDE63259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169027" y="455653"/>
                  <a:ext cx="3182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217CDF5-7150-AA78-FEDA-4742CD0A4D0C}"/>
                    </a:ext>
                  </a:extLst>
                </p14:cNvPr>
                <p14:cNvContentPartPr/>
                <p14:nvPr/>
              </p14:nvContentPartPr>
              <p14:xfrm>
                <a:off x="2384307" y="567613"/>
                <a:ext cx="37440" cy="501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217CDF5-7150-AA78-FEDA-4742CD0A4D0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378187" y="561493"/>
                  <a:ext cx="49680" cy="51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7684CD1-1D14-F6D1-70D3-2083EA86CB98}"/>
                    </a:ext>
                  </a:extLst>
                </p14:cNvPr>
                <p14:cNvContentPartPr/>
                <p14:nvPr/>
              </p14:nvContentPartPr>
              <p14:xfrm>
                <a:off x="2665467" y="361333"/>
                <a:ext cx="313560" cy="1571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7684CD1-1D14-F6D1-70D3-2083EA86CB9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659347" y="355213"/>
                  <a:ext cx="325800" cy="158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CF8ADC7-FF3A-8FC6-004C-5F42E8C453EB}"/>
                    </a:ext>
                  </a:extLst>
                </p14:cNvPr>
                <p14:cNvContentPartPr/>
                <p14:nvPr/>
              </p14:nvContentPartPr>
              <p14:xfrm>
                <a:off x="592227" y="389773"/>
                <a:ext cx="378360" cy="1791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CF8ADC7-FF3A-8FC6-004C-5F42E8C453E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86107" y="383653"/>
                  <a:ext cx="390600" cy="180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ECF0E17-C16D-C02F-2504-D8EFF755FE70}"/>
                    </a:ext>
                  </a:extLst>
                </p14:cNvPr>
                <p14:cNvContentPartPr/>
                <p14:nvPr/>
              </p14:nvContentPartPr>
              <p14:xfrm>
                <a:off x="3210507" y="623773"/>
                <a:ext cx="634320" cy="8359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ECF0E17-C16D-C02F-2504-D8EFF755FE7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204387" y="617653"/>
                  <a:ext cx="646560" cy="84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5DCE146-83FB-6901-409A-517B9890A7F3}"/>
                    </a:ext>
                  </a:extLst>
                </p14:cNvPr>
                <p14:cNvContentPartPr/>
                <p14:nvPr/>
              </p14:nvContentPartPr>
              <p14:xfrm>
                <a:off x="891027" y="1668853"/>
                <a:ext cx="1702080" cy="519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5DCE146-83FB-6901-409A-517B9890A7F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84907" y="1662733"/>
                  <a:ext cx="1714320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2104FA2-7DF4-B258-33BE-F6F214CDC426}"/>
                    </a:ext>
                  </a:extLst>
                </p14:cNvPr>
                <p14:cNvContentPartPr/>
                <p14:nvPr/>
              </p14:nvContentPartPr>
              <p14:xfrm>
                <a:off x="1210707" y="1971613"/>
                <a:ext cx="885240" cy="7128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2104FA2-7DF4-B258-33BE-F6F214CDC42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204587" y="1965493"/>
                  <a:ext cx="897480" cy="72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56BAEED-3B61-1364-5489-27554E9270C1}"/>
                    </a:ext>
                  </a:extLst>
                </p14:cNvPr>
                <p14:cNvContentPartPr/>
                <p14:nvPr/>
              </p14:nvContentPartPr>
              <p14:xfrm>
                <a:off x="1923147" y="2047933"/>
                <a:ext cx="708120" cy="660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56BAEED-3B61-1364-5489-27554E9270C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917027" y="2041813"/>
                  <a:ext cx="720360" cy="67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4D15681-3088-4F97-16A6-88ED64282E0E}"/>
                    </a:ext>
                  </a:extLst>
                </p14:cNvPr>
                <p14:cNvContentPartPr/>
                <p14:nvPr/>
              </p14:nvContentPartPr>
              <p14:xfrm>
                <a:off x="74187" y="1385893"/>
                <a:ext cx="400320" cy="1221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4D15681-3088-4F97-16A6-88ED64282E0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8067" y="1379773"/>
                  <a:ext cx="412560" cy="12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138F46A-E3F9-0D47-699B-6304354E892D}"/>
                    </a:ext>
                  </a:extLst>
                </p14:cNvPr>
                <p14:cNvContentPartPr/>
                <p14:nvPr/>
              </p14:nvContentPartPr>
              <p14:xfrm>
                <a:off x="637227" y="1519813"/>
                <a:ext cx="671040" cy="21405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138F46A-E3F9-0D47-699B-6304354E892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31107" y="1513693"/>
                  <a:ext cx="683280" cy="21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54CC8F5-20BD-578B-070C-ADD3444F6B06}"/>
                    </a:ext>
                  </a:extLst>
                </p14:cNvPr>
                <p14:cNvContentPartPr/>
                <p14:nvPr/>
              </p14:nvContentPartPr>
              <p14:xfrm>
                <a:off x="2764107" y="411373"/>
                <a:ext cx="242280" cy="25369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54CC8F5-20BD-578B-070C-ADD3444F6B0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757987" y="405253"/>
                  <a:ext cx="254520" cy="254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0A60ED7-F1F0-D1E5-4231-B9F927A8FA1E}"/>
                    </a:ext>
                  </a:extLst>
                </p14:cNvPr>
                <p14:cNvContentPartPr/>
                <p14:nvPr/>
              </p14:nvContentPartPr>
              <p14:xfrm>
                <a:off x="78507" y="3085093"/>
                <a:ext cx="3248280" cy="5875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0A60ED7-F1F0-D1E5-4231-B9F927A8FA1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2387" y="3078973"/>
                  <a:ext cx="3260520" cy="59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7299434-2A21-5393-349F-DD9F8310DF7E}"/>
                    </a:ext>
                  </a:extLst>
                </p14:cNvPr>
                <p14:cNvContentPartPr/>
                <p14:nvPr/>
              </p14:nvContentPartPr>
              <p14:xfrm>
                <a:off x="295947" y="4476493"/>
                <a:ext cx="556560" cy="8438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7299434-2A21-5393-349F-DD9F8310DF7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89827" y="4470373"/>
                  <a:ext cx="568800" cy="85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A9D871A-AE9A-36E4-AC23-6D734513AD7D}"/>
                    </a:ext>
                  </a:extLst>
                </p14:cNvPr>
                <p14:cNvContentPartPr/>
                <p14:nvPr/>
              </p14:nvContentPartPr>
              <p14:xfrm>
                <a:off x="941067" y="4060693"/>
                <a:ext cx="334800" cy="19494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A9D871A-AE9A-36E4-AC23-6D734513AD7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34947" y="4054573"/>
                  <a:ext cx="347040" cy="19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0313469-E769-A52C-588E-22C8DD9ACF17}"/>
                    </a:ext>
                  </a:extLst>
                </p14:cNvPr>
                <p14:cNvContentPartPr/>
                <p14:nvPr/>
              </p14:nvContentPartPr>
              <p14:xfrm>
                <a:off x="1319427" y="4563253"/>
                <a:ext cx="529920" cy="740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0313469-E769-A52C-588E-22C8DD9ACF1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313307" y="4557133"/>
                  <a:ext cx="542160" cy="75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2014D7F-239F-6FF0-DEBA-51DDD3F7C473}"/>
                    </a:ext>
                  </a:extLst>
                </p14:cNvPr>
                <p14:cNvContentPartPr/>
                <p14:nvPr/>
              </p14:nvContentPartPr>
              <p14:xfrm>
                <a:off x="1955907" y="4511413"/>
                <a:ext cx="37080" cy="6462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2014D7F-239F-6FF0-DEBA-51DDD3F7C47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949787" y="4505293"/>
                  <a:ext cx="49320" cy="65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8B86F1C-686E-1D83-9637-14D90FD24CC4}"/>
                    </a:ext>
                  </a:extLst>
                </p14:cNvPr>
                <p14:cNvContentPartPr/>
                <p14:nvPr/>
              </p14:nvContentPartPr>
              <p14:xfrm>
                <a:off x="1915587" y="4626973"/>
                <a:ext cx="320040" cy="3445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8B86F1C-686E-1D83-9637-14D90FD24CC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909467" y="4620853"/>
                  <a:ext cx="3322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227E474-1278-3501-73BE-E0A6FC8D3997}"/>
                    </a:ext>
                  </a:extLst>
                </p14:cNvPr>
                <p14:cNvContentPartPr/>
                <p14:nvPr/>
              </p14:nvContentPartPr>
              <p14:xfrm>
                <a:off x="2040147" y="4897333"/>
                <a:ext cx="196560" cy="245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227E474-1278-3501-73BE-E0A6FC8D399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034027" y="4891213"/>
                  <a:ext cx="2088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99C8F2A-641A-1F8C-CFAA-9B1D72A3C348}"/>
                    </a:ext>
                  </a:extLst>
                </p14:cNvPr>
                <p14:cNvContentPartPr/>
                <p14:nvPr/>
              </p14:nvContentPartPr>
              <p14:xfrm>
                <a:off x="2147787" y="3976453"/>
                <a:ext cx="521640" cy="770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99C8F2A-641A-1F8C-CFAA-9B1D72A3C34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141667" y="3970333"/>
                  <a:ext cx="5338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B4DCE8C-4BE7-E753-3691-1E78264CC069}"/>
                    </a:ext>
                  </a:extLst>
                </p14:cNvPr>
                <p14:cNvContentPartPr/>
                <p14:nvPr/>
              </p14:nvContentPartPr>
              <p14:xfrm>
                <a:off x="2451267" y="4108573"/>
                <a:ext cx="66600" cy="4082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B4DCE8C-4BE7-E753-3691-1E78264CC06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445147" y="4102453"/>
                  <a:ext cx="7884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55E5632-DB3C-2081-7D61-E6DE8231B701}"/>
                    </a:ext>
                  </a:extLst>
                </p14:cNvPr>
                <p14:cNvContentPartPr/>
                <p14:nvPr/>
              </p14:nvContentPartPr>
              <p14:xfrm>
                <a:off x="2532627" y="4765213"/>
                <a:ext cx="616680" cy="1076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55E5632-DB3C-2081-7D61-E6DE8231B70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526507" y="4759093"/>
                  <a:ext cx="6289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F719F41-3510-B735-7B61-6540465BCE80}"/>
                    </a:ext>
                  </a:extLst>
                </p14:cNvPr>
                <p14:cNvContentPartPr/>
                <p14:nvPr/>
              </p14:nvContentPartPr>
              <p14:xfrm>
                <a:off x="2803347" y="4545973"/>
                <a:ext cx="51840" cy="9518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F719F41-3510-B735-7B61-6540465BCE8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797227" y="4539853"/>
                  <a:ext cx="64080" cy="9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CE671A5-3140-6361-3C50-514DB65A15C9}"/>
                    </a:ext>
                  </a:extLst>
                </p14:cNvPr>
                <p14:cNvContentPartPr/>
                <p14:nvPr/>
              </p14:nvContentPartPr>
              <p14:xfrm>
                <a:off x="3337227" y="4461013"/>
                <a:ext cx="9720" cy="842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CE671A5-3140-6361-3C50-514DB65A15C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331107" y="4454893"/>
                  <a:ext cx="21960" cy="85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6E1E134-BFC8-360A-1269-65CE96100868}"/>
                    </a:ext>
                  </a:extLst>
                </p14:cNvPr>
                <p14:cNvContentPartPr/>
                <p14:nvPr/>
              </p14:nvContentPartPr>
              <p14:xfrm>
                <a:off x="3329667" y="4370293"/>
                <a:ext cx="518400" cy="733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6E1E134-BFC8-360A-1269-65CE9610086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323547" y="4364173"/>
                  <a:ext cx="530640" cy="74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D255229-ABEA-8D9E-4194-23512F512A6A}"/>
                    </a:ext>
                  </a:extLst>
                </p14:cNvPr>
                <p14:cNvContentPartPr/>
                <p14:nvPr/>
              </p14:nvContentPartPr>
              <p14:xfrm>
                <a:off x="1135467" y="5043853"/>
                <a:ext cx="3352320" cy="5421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D255229-ABEA-8D9E-4194-23512F512A6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29347" y="5037733"/>
                  <a:ext cx="336456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950F3E6-8446-4915-2575-63FF8DA173B1}"/>
                    </a:ext>
                  </a:extLst>
                </p14:cNvPr>
                <p14:cNvContentPartPr/>
                <p14:nvPr/>
              </p14:nvContentPartPr>
              <p14:xfrm>
                <a:off x="1939707" y="5437693"/>
                <a:ext cx="1081800" cy="7423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950F3E6-8446-4915-2575-63FF8DA173B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933587" y="5431573"/>
                  <a:ext cx="1094040" cy="75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7C2CB71-28D3-537B-CB58-F9DD73021BDF}"/>
                    </a:ext>
                  </a:extLst>
                </p14:cNvPr>
                <p14:cNvContentPartPr/>
                <p14:nvPr/>
              </p14:nvContentPartPr>
              <p14:xfrm>
                <a:off x="2634867" y="5660893"/>
                <a:ext cx="677160" cy="5814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7C2CB71-28D3-537B-CB58-F9DD73021BD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628747" y="5654773"/>
                  <a:ext cx="68940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9701115-93A9-E50F-5695-CA5D7C40C2AA}"/>
                    </a:ext>
                  </a:extLst>
                </p14:cNvPr>
                <p14:cNvContentPartPr/>
                <p14:nvPr/>
              </p14:nvContentPartPr>
              <p14:xfrm>
                <a:off x="3211947" y="3634453"/>
                <a:ext cx="974160" cy="28580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9701115-93A9-E50F-5695-CA5D7C40C2A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205827" y="3628333"/>
                  <a:ext cx="986400" cy="28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449E169-6611-18F1-F92D-D591337904BD}"/>
                    </a:ext>
                  </a:extLst>
                </p14:cNvPr>
                <p14:cNvContentPartPr/>
                <p14:nvPr/>
              </p14:nvContentPartPr>
              <p14:xfrm>
                <a:off x="3132027" y="3940093"/>
                <a:ext cx="1168200" cy="1233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449E169-6611-18F1-F92D-D591337904B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125907" y="3933973"/>
                  <a:ext cx="1180440" cy="12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39F63E7-A248-85BF-83EB-0C2DA2BFE824}"/>
                    </a:ext>
                  </a:extLst>
                </p14:cNvPr>
                <p14:cNvContentPartPr/>
                <p14:nvPr/>
              </p14:nvContentPartPr>
              <p14:xfrm>
                <a:off x="5530707" y="5460373"/>
                <a:ext cx="1358640" cy="8866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39F63E7-A248-85BF-83EB-0C2DA2BFE82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524587" y="5454253"/>
                  <a:ext cx="1370880" cy="89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242E40E-D620-CC28-757B-27E3A32A658B}"/>
                    </a:ext>
                  </a:extLst>
                </p14:cNvPr>
                <p14:cNvContentPartPr/>
                <p14:nvPr/>
              </p14:nvContentPartPr>
              <p14:xfrm>
                <a:off x="4937067" y="5283253"/>
                <a:ext cx="376920" cy="12153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242E40E-D620-CC28-757B-27E3A32A658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930947" y="5277133"/>
                  <a:ext cx="389160" cy="12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DF110E3-DFDF-A456-BE6A-F896437A2ADF}"/>
                    </a:ext>
                  </a:extLst>
                </p14:cNvPr>
                <p14:cNvContentPartPr/>
                <p14:nvPr/>
              </p14:nvContentPartPr>
              <p14:xfrm>
                <a:off x="7117587" y="5275333"/>
                <a:ext cx="553680" cy="14868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DF110E3-DFDF-A456-BE6A-F896437A2AD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111467" y="5269213"/>
                  <a:ext cx="565920" cy="149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2B29BFD-694A-A861-D51C-630D0F3F9256}"/>
                    </a:ext>
                  </a:extLst>
                </p14:cNvPr>
                <p14:cNvContentPartPr/>
                <p14:nvPr/>
              </p14:nvContentPartPr>
              <p14:xfrm>
                <a:off x="6618627" y="5421853"/>
                <a:ext cx="362160" cy="1814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2B29BFD-694A-A861-D51C-630D0F3F925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612507" y="5415733"/>
                  <a:ext cx="3744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2628DDF-1F75-5117-C357-3AE213102E47}"/>
                    </a:ext>
                  </a:extLst>
                </p14:cNvPr>
                <p14:cNvContentPartPr/>
                <p14:nvPr/>
              </p14:nvContentPartPr>
              <p14:xfrm>
                <a:off x="7171587" y="5572693"/>
                <a:ext cx="297720" cy="702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2628DDF-1F75-5117-C357-3AE213102E4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165467" y="5566573"/>
                  <a:ext cx="3099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A5287F3-E24E-C962-5FDF-71177B9AA241}"/>
                    </a:ext>
                  </a:extLst>
                </p14:cNvPr>
                <p14:cNvContentPartPr/>
                <p14:nvPr/>
              </p14:nvContentPartPr>
              <p14:xfrm>
                <a:off x="7296147" y="5247973"/>
                <a:ext cx="205560" cy="47016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A5287F3-E24E-C962-5FDF-71177B9AA24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290027" y="5241853"/>
                  <a:ext cx="21780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D0B1C5D-8F16-FBD4-A4C3-696F50FBCC97}"/>
                    </a:ext>
                  </a:extLst>
                </p14:cNvPr>
                <p14:cNvContentPartPr/>
                <p14:nvPr/>
              </p14:nvContentPartPr>
              <p14:xfrm>
                <a:off x="6736707" y="5914333"/>
                <a:ext cx="70200" cy="392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D0B1C5D-8F16-FBD4-A4C3-696F50FBCC9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730587" y="5908213"/>
                  <a:ext cx="824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79E6696-CB8C-38D2-757F-AEE7EC3A671C}"/>
                    </a:ext>
                  </a:extLst>
                </p14:cNvPr>
                <p14:cNvContentPartPr/>
                <p14:nvPr/>
              </p14:nvContentPartPr>
              <p14:xfrm>
                <a:off x="6922107" y="5830453"/>
                <a:ext cx="428040" cy="2728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79E6696-CB8C-38D2-757F-AEE7EC3A671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915987" y="5824333"/>
                  <a:ext cx="4402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7D273DD-6A13-B628-94B5-434F8DE96453}"/>
                    </a:ext>
                  </a:extLst>
                </p14:cNvPr>
                <p14:cNvContentPartPr/>
                <p14:nvPr/>
              </p14:nvContentPartPr>
              <p14:xfrm>
                <a:off x="7510347" y="6051493"/>
                <a:ext cx="1440" cy="82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7D273DD-6A13-B628-94B5-434F8DE9645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504227" y="6045373"/>
                  <a:ext cx="136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19E2B56-322C-265D-7692-306C56DD1E13}"/>
                    </a:ext>
                  </a:extLst>
                </p14:cNvPr>
                <p14:cNvContentPartPr/>
                <p14:nvPr/>
              </p14:nvContentPartPr>
              <p14:xfrm>
                <a:off x="5634747" y="5725333"/>
                <a:ext cx="99000" cy="1080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19E2B56-322C-265D-7692-306C56DD1E1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628627" y="5719213"/>
                  <a:ext cx="1112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494F5EE-324D-7247-5565-1B6D02BAAAF8}"/>
                    </a:ext>
                  </a:extLst>
                </p14:cNvPr>
                <p14:cNvContentPartPr/>
                <p14:nvPr/>
              </p14:nvContentPartPr>
              <p14:xfrm>
                <a:off x="5887827" y="6298093"/>
                <a:ext cx="771480" cy="20808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494F5EE-324D-7247-5565-1B6D02BAAAF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881707" y="6291973"/>
                  <a:ext cx="7837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B888761-2C4E-B124-68A0-0E8FCB2C23CB}"/>
                    </a:ext>
                  </a:extLst>
                </p14:cNvPr>
                <p14:cNvContentPartPr/>
                <p14:nvPr/>
              </p14:nvContentPartPr>
              <p14:xfrm>
                <a:off x="5705307" y="5582773"/>
                <a:ext cx="5400" cy="90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B888761-2C4E-B124-68A0-0E8FCB2C23C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699187" y="5576653"/>
                  <a:ext cx="176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62B9ABD-BFEB-C2A6-6EBF-9E5606A3D97D}"/>
                    </a:ext>
                  </a:extLst>
                </p14:cNvPr>
                <p14:cNvContentPartPr/>
                <p14:nvPr/>
              </p14:nvContentPartPr>
              <p14:xfrm>
                <a:off x="5623587" y="5669173"/>
                <a:ext cx="18000" cy="172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62B9ABD-BFEB-C2A6-6EBF-9E5606A3D97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617467" y="5663053"/>
                  <a:ext cx="302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740CE35-3727-9530-B469-FA3F6B386103}"/>
                    </a:ext>
                  </a:extLst>
                </p14:cNvPr>
                <p14:cNvContentPartPr/>
                <p14:nvPr/>
              </p14:nvContentPartPr>
              <p14:xfrm>
                <a:off x="5991507" y="5653333"/>
                <a:ext cx="246600" cy="2696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740CE35-3727-9530-B469-FA3F6B38610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985387" y="5647213"/>
                  <a:ext cx="2588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C7CAC3F-6238-5AD5-BE82-A0C6E696F111}"/>
                    </a:ext>
                  </a:extLst>
                </p14:cNvPr>
                <p14:cNvContentPartPr/>
                <p14:nvPr/>
              </p14:nvContentPartPr>
              <p14:xfrm>
                <a:off x="5556627" y="5985253"/>
                <a:ext cx="131040" cy="1958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C7CAC3F-6238-5AD5-BE82-A0C6E696F11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550507" y="5979133"/>
                  <a:ext cx="1432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BE25B5A-FE5F-6A21-204B-8F8C40D84290}"/>
                    </a:ext>
                  </a:extLst>
                </p14:cNvPr>
                <p14:cNvContentPartPr/>
                <p14:nvPr/>
              </p14:nvContentPartPr>
              <p14:xfrm>
                <a:off x="5952987" y="5984893"/>
                <a:ext cx="190440" cy="2869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BE25B5A-FE5F-6A21-204B-8F8C40D8429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946867" y="5978773"/>
                  <a:ext cx="2026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2759CBC-A32A-3C87-B390-7289EF4DDE37}"/>
                    </a:ext>
                  </a:extLst>
                </p14:cNvPr>
                <p14:cNvContentPartPr/>
                <p14:nvPr/>
              </p14:nvContentPartPr>
              <p14:xfrm>
                <a:off x="6546267" y="5993533"/>
                <a:ext cx="264600" cy="2919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2759CBC-A32A-3C87-B390-7289EF4DDE3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540147" y="5987413"/>
                  <a:ext cx="2768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5CF8905-B434-9ADA-534C-96CEFD78131B}"/>
                    </a:ext>
                  </a:extLst>
                </p14:cNvPr>
                <p14:cNvContentPartPr/>
                <p14:nvPr/>
              </p14:nvContentPartPr>
              <p14:xfrm>
                <a:off x="7085547" y="5887693"/>
                <a:ext cx="270360" cy="3020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5CF8905-B434-9ADA-534C-96CEFD78131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079427" y="5881573"/>
                  <a:ext cx="2826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D090807-4FB0-4D25-CBC5-678ED8CA9868}"/>
                    </a:ext>
                  </a:extLst>
                </p14:cNvPr>
                <p14:cNvContentPartPr/>
                <p14:nvPr/>
              </p14:nvContentPartPr>
              <p14:xfrm>
                <a:off x="7456707" y="6391333"/>
                <a:ext cx="25920" cy="28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D090807-4FB0-4D25-CBC5-678ED8CA986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450587" y="6385213"/>
                  <a:ext cx="3816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59C4FE4-4640-3A33-E815-E1A98FE6428F}"/>
                    </a:ext>
                  </a:extLst>
                </p14:cNvPr>
                <p14:cNvContentPartPr/>
                <p14:nvPr/>
              </p14:nvContentPartPr>
              <p14:xfrm>
                <a:off x="6364467" y="5505373"/>
                <a:ext cx="145800" cy="252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59C4FE4-4640-3A33-E815-E1A98FE6428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358347" y="5499253"/>
                  <a:ext cx="158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AC764A2-3F17-7D52-7BA9-0C6B536FDC27}"/>
                    </a:ext>
                  </a:extLst>
                </p14:cNvPr>
                <p14:cNvContentPartPr/>
                <p14:nvPr/>
              </p14:nvContentPartPr>
              <p14:xfrm>
                <a:off x="6582987" y="5301973"/>
                <a:ext cx="429840" cy="3776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AC764A2-3F17-7D52-7BA9-0C6B536FDC2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576867" y="5295853"/>
                  <a:ext cx="44208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7E9E35E-80EC-139C-D99B-73B1EABA4871}"/>
                    </a:ext>
                  </a:extLst>
                </p14:cNvPr>
                <p14:cNvContentPartPr/>
                <p14:nvPr/>
              </p14:nvContentPartPr>
              <p14:xfrm>
                <a:off x="127467" y="4509973"/>
                <a:ext cx="604440" cy="7477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7E9E35E-80EC-139C-D99B-73B1EABA487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21347" y="4503853"/>
                  <a:ext cx="616680" cy="75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A7F104C-A596-8D9F-5067-4928BFCE729D}"/>
                    </a:ext>
                  </a:extLst>
                </p14:cNvPr>
                <p14:cNvContentPartPr/>
                <p14:nvPr/>
              </p14:nvContentPartPr>
              <p14:xfrm>
                <a:off x="3709467" y="5186413"/>
                <a:ext cx="360" cy="180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A7F104C-A596-8D9F-5067-4928BFCE729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703347" y="5180293"/>
                  <a:ext cx="12600" cy="1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C63D3544-A1AC-305C-021C-E69411FD1A96}"/>
                  </a:ext>
                </a:extLst>
              </p14:cNvPr>
              <p14:cNvContentPartPr/>
              <p14:nvPr/>
            </p14:nvContentPartPr>
            <p14:xfrm>
              <a:off x="9516267" y="6299173"/>
              <a:ext cx="360" cy="36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C63D3544-A1AC-305C-021C-E69411FD1A96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9510147" y="6293053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39" name="TextBox 138">
            <a:extLst>
              <a:ext uri="{FF2B5EF4-FFF2-40B4-BE49-F238E27FC236}">
                <a16:creationId xmlns:a16="http://schemas.microsoft.com/office/drawing/2014/main" id="{FAB4D8A6-13FE-9E0C-CE2B-9A24545011D0}"/>
              </a:ext>
            </a:extLst>
          </p:cNvPr>
          <p:cNvSpPr txBox="1"/>
          <p:nvPr/>
        </p:nvSpPr>
        <p:spPr>
          <a:xfrm>
            <a:off x="7738533" y="5291667"/>
            <a:ext cx="3901374" cy="1156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Bef>
                <a:spcPts val="1125"/>
              </a:spcBef>
              <a:spcAft>
                <a:spcPts val="1125"/>
              </a:spcAft>
              <a:buNone/>
            </a:pPr>
            <a:r>
              <a:rPr lang="en-GB" sz="1000" b="0" i="0" dirty="0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In the decoder, the self-attention layer is only allowed to attend to earlier positions in the output sequence. This is done by masking future positions (setting them to </a:t>
            </a:r>
            <a:r>
              <a:rPr lang="en-GB" sz="1000" b="0" i="0" dirty="0">
                <a:solidFill>
                  <a:srgbClr val="C7254E"/>
                </a:solidFill>
                <a:effectLst/>
                <a:latin typeface="Bitstream Vera Sans Mono"/>
              </a:rPr>
              <a:t>-inf</a:t>
            </a:r>
            <a:r>
              <a:rPr lang="en-GB" sz="1000" b="0" i="0" dirty="0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) before the </a:t>
            </a:r>
            <a:r>
              <a:rPr lang="en-GB" sz="1000" b="0" i="0" dirty="0" err="1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softmax</a:t>
            </a:r>
            <a:r>
              <a:rPr lang="en-GB" sz="1000" b="0" i="0" dirty="0">
                <a:solidFill>
                  <a:srgbClr val="222222"/>
                </a:solidFill>
                <a:effectLst/>
                <a:latin typeface="Helvetica" panose="020B0604020202020204" pitchFamily="34" charset="0"/>
              </a:rPr>
              <a:t> step in the self-attention calculation.</a:t>
            </a:r>
          </a:p>
          <a:p>
            <a:pPr>
              <a:buNone/>
            </a:pPr>
            <a:br>
              <a:rPr lang="en-GB" sz="1000" dirty="0"/>
            </a:b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2833233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E28DF-A755-2F07-E5C1-439CA5014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5C298F63-63DD-5102-8470-9F0A4581E8BC}"/>
              </a:ext>
            </a:extLst>
          </p:cNvPr>
          <p:cNvGrpSpPr/>
          <p:nvPr/>
        </p:nvGrpSpPr>
        <p:grpSpPr>
          <a:xfrm>
            <a:off x="957267" y="413187"/>
            <a:ext cx="3719880" cy="1151280"/>
            <a:chOff x="957267" y="413187"/>
            <a:chExt cx="3719880" cy="115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898EDD5-B2D8-99EB-C895-987E6CA898A6}"/>
                    </a:ext>
                  </a:extLst>
                </p14:cNvPr>
                <p14:cNvContentPartPr/>
                <p14:nvPr/>
              </p14:nvContentPartPr>
              <p14:xfrm>
                <a:off x="957267" y="548187"/>
                <a:ext cx="142920" cy="3697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898EDD5-B2D8-99EB-C895-987E6CA898A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51147" y="542067"/>
                  <a:ext cx="15516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087B1EA-B1FC-9D84-5FAB-9FA5052CF874}"/>
                    </a:ext>
                  </a:extLst>
                </p14:cNvPr>
                <p14:cNvContentPartPr/>
                <p14:nvPr/>
              </p14:nvContentPartPr>
              <p14:xfrm>
                <a:off x="1108467" y="413187"/>
                <a:ext cx="249840" cy="610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087B1EA-B1FC-9D84-5FAB-9FA5052CF87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02347" y="407067"/>
                  <a:ext cx="262080" cy="62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13A186C-DA06-EBD1-D535-7092218CD847}"/>
                    </a:ext>
                  </a:extLst>
                </p14:cNvPr>
                <p14:cNvContentPartPr/>
                <p14:nvPr/>
              </p14:nvContentPartPr>
              <p14:xfrm>
                <a:off x="1906587" y="553947"/>
                <a:ext cx="391680" cy="401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13A186C-DA06-EBD1-D535-7092218CD84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00467" y="547827"/>
                  <a:ext cx="40392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D99102F-F291-1D03-F785-588853CEC8E2}"/>
                    </a:ext>
                  </a:extLst>
                </p14:cNvPr>
                <p14:cNvContentPartPr/>
                <p14:nvPr/>
              </p14:nvContentPartPr>
              <p14:xfrm>
                <a:off x="2491587" y="629907"/>
                <a:ext cx="298800" cy="888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D99102F-F291-1D03-F785-588853CEC8E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85467" y="623787"/>
                  <a:ext cx="311040" cy="90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42EA988-7E49-92B0-D9C1-940508CFF360}"/>
                    </a:ext>
                  </a:extLst>
                </p14:cNvPr>
                <p14:cNvContentPartPr/>
                <p14:nvPr/>
              </p14:nvContentPartPr>
              <p14:xfrm>
                <a:off x="3128067" y="724587"/>
                <a:ext cx="320040" cy="406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42EA988-7E49-92B0-D9C1-940508CFF36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121947" y="718467"/>
                  <a:ext cx="33228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3036EDA-A031-54EF-3EFC-FA4A92ABFC56}"/>
                    </a:ext>
                  </a:extLst>
                </p14:cNvPr>
                <p14:cNvContentPartPr/>
                <p14:nvPr/>
              </p14:nvContentPartPr>
              <p14:xfrm>
                <a:off x="3583107" y="733947"/>
                <a:ext cx="1022760" cy="347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3036EDA-A031-54EF-3EFC-FA4A92ABFC5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76987" y="727827"/>
                  <a:ext cx="103500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2C234E7-2DC3-BE9D-4AE3-8D62313C1383}"/>
                    </a:ext>
                  </a:extLst>
                </p14:cNvPr>
                <p14:cNvContentPartPr/>
                <p14:nvPr/>
              </p14:nvContentPartPr>
              <p14:xfrm>
                <a:off x="2065347" y="1240827"/>
                <a:ext cx="2611800" cy="323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2C234E7-2DC3-BE9D-4AE3-8D62313C138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59227" y="1234707"/>
                  <a:ext cx="2624040" cy="33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80BEC69-1E4E-DFBD-38F8-D84B34F67834}"/>
              </a:ext>
            </a:extLst>
          </p:cNvPr>
          <p:cNvGrpSpPr/>
          <p:nvPr/>
        </p:nvGrpSpPr>
        <p:grpSpPr>
          <a:xfrm>
            <a:off x="3413547" y="1852107"/>
            <a:ext cx="394560" cy="366120"/>
            <a:chOff x="3413547" y="1852107"/>
            <a:chExt cx="394560" cy="36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D63643B-43B9-985D-A425-9C61F7AE5790}"/>
                    </a:ext>
                  </a:extLst>
                </p14:cNvPr>
                <p14:cNvContentPartPr/>
                <p14:nvPr/>
              </p14:nvContentPartPr>
              <p14:xfrm>
                <a:off x="3413547" y="1852107"/>
                <a:ext cx="388440" cy="288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D63643B-43B9-985D-A425-9C61F7AE579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407427" y="1845987"/>
                  <a:ext cx="40068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CA08C0F-EEA3-FCDA-5632-C4AC0DF97D21}"/>
                    </a:ext>
                  </a:extLst>
                </p14:cNvPr>
                <p14:cNvContentPartPr/>
                <p14:nvPr/>
              </p14:nvContentPartPr>
              <p14:xfrm>
                <a:off x="3492747" y="1854627"/>
                <a:ext cx="315360" cy="363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CA08C0F-EEA3-FCDA-5632-C4AC0DF97D2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86627" y="1848507"/>
                  <a:ext cx="327600" cy="37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CD651F6-DD29-1A88-8198-8F1F4D1567E8}"/>
              </a:ext>
            </a:extLst>
          </p:cNvPr>
          <p:cNvGrpSpPr/>
          <p:nvPr/>
        </p:nvGrpSpPr>
        <p:grpSpPr>
          <a:xfrm>
            <a:off x="6125427" y="445227"/>
            <a:ext cx="4650840" cy="1728000"/>
            <a:chOff x="6125427" y="445227"/>
            <a:chExt cx="4650840" cy="172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13F6B70-9BF3-29F2-87D9-DCD3DBEF5E41}"/>
                    </a:ext>
                  </a:extLst>
                </p14:cNvPr>
                <p14:cNvContentPartPr/>
                <p14:nvPr/>
              </p14:nvContentPartPr>
              <p14:xfrm>
                <a:off x="6125427" y="802707"/>
                <a:ext cx="10440" cy="275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13F6B70-9BF3-29F2-87D9-DCD3DBEF5E4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19307" y="796587"/>
                  <a:ext cx="2268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A6B94B8-45CB-90C4-603C-F82C4B007E6D}"/>
                    </a:ext>
                  </a:extLst>
                </p14:cNvPr>
                <p14:cNvContentPartPr/>
                <p14:nvPr/>
              </p14:nvContentPartPr>
              <p14:xfrm>
                <a:off x="6169707" y="591747"/>
                <a:ext cx="19080" cy="91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A6B94B8-45CB-90C4-603C-F82C4B007E6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63587" y="585627"/>
                  <a:ext cx="313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F1ACB19-AB90-2270-72D6-4DD29677C49C}"/>
                    </a:ext>
                  </a:extLst>
                </p14:cNvPr>
                <p14:cNvContentPartPr/>
                <p14:nvPr/>
              </p14:nvContentPartPr>
              <p14:xfrm>
                <a:off x="6319827" y="771747"/>
                <a:ext cx="315720" cy="345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F1ACB19-AB90-2270-72D6-4DD29677C49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313707" y="765627"/>
                  <a:ext cx="32796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46E11DE-6519-62E7-16BF-42B1F213C22E}"/>
                    </a:ext>
                  </a:extLst>
                </p14:cNvPr>
                <p14:cNvContentPartPr/>
                <p14:nvPr/>
              </p14:nvContentPartPr>
              <p14:xfrm>
                <a:off x="7884027" y="609747"/>
                <a:ext cx="216720" cy="354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46E11DE-6519-62E7-16BF-42B1F213C22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77907" y="603627"/>
                  <a:ext cx="22896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F7C83C6-EBAF-8500-8152-08E13AAAF4D8}"/>
                    </a:ext>
                  </a:extLst>
                </p14:cNvPr>
                <p14:cNvContentPartPr/>
                <p14:nvPr/>
              </p14:nvContentPartPr>
              <p14:xfrm>
                <a:off x="8246907" y="659067"/>
                <a:ext cx="640440" cy="285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F7C83C6-EBAF-8500-8152-08E13AAAF4D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40787" y="652947"/>
                  <a:ext cx="6526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418B5FD-7395-8E73-1396-2ED715F4122A}"/>
                    </a:ext>
                  </a:extLst>
                </p14:cNvPr>
                <p14:cNvContentPartPr/>
                <p14:nvPr/>
              </p14:nvContentPartPr>
              <p14:xfrm>
                <a:off x="9757107" y="445227"/>
                <a:ext cx="1019160" cy="677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418B5FD-7395-8E73-1396-2ED715F4122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750987" y="439107"/>
                  <a:ext cx="1031400" cy="68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ABC996F-758E-C6AE-0CF4-6B38BDF1234B}"/>
                    </a:ext>
                  </a:extLst>
                </p14:cNvPr>
                <p14:cNvContentPartPr/>
                <p14:nvPr/>
              </p14:nvContentPartPr>
              <p14:xfrm>
                <a:off x="6273387" y="1259187"/>
                <a:ext cx="3898800" cy="196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ABC996F-758E-C6AE-0CF4-6B38BDF1234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267267" y="1253067"/>
                  <a:ext cx="39110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8DD8D73-1ED4-665C-77E3-256B9B312018}"/>
                    </a:ext>
                  </a:extLst>
                </p14:cNvPr>
                <p14:cNvContentPartPr/>
                <p14:nvPr/>
              </p14:nvContentPartPr>
              <p14:xfrm>
                <a:off x="7764147" y="1593267"/>
                <a:ext cx="470160" cy="200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8DD8D73-1ED4-665C-77E3-256B9B31201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58027" y="1587147"/>
                  <a:ext cx="4824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11327D1-105F-EA4C-0419-6047951B3FA3}"/>
                    </a:ext>
                  </a:extLst>
                </p14:cNvPr>
                <p14:cNvContentPartPr/>
                <p14:nvPr/>
              </p14:nvContentPartPr>
              <p14:xfrm>
                <a:off x="8027307" y="1711347"/>
                <a:ext cx="28080" cy="4618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11327D1-105F-EA4C-0419-6047951B3FA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021187" y="1705227"/>
                  <a:ext cx="40320" cy="47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331AAF7-44DA-E908-D828-08427A2DD4BB}"/>
                  </a:ext>
                </a:extLst>
              </p14:cNvPr>
              <p14:cNvContentPartPr/>
              <p14:nvPr/>
            </p14:nvContentPartPr>
            <p14:xfrm>
              <a:off x="7851987" y="3259347"/>
              <a:ext cx="2227320" cy="25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331AAF7-44DA-E908-D828-08427A2DD4B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845867" y="3253227"/>
                <a:ext cx="2239560" cy="1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75C4A86B-B50C-9FC6-BF77-26AB4A0550B6}"/>
              </a:ext>
            </a:extLst>
          </p:cNvPr>
          <p:cNvGrpSpPr/>
          <p:nvPr/>
        </p:nvGrpSpPr>
        <p:grpSpPr>
          <a:xfrm>
            <a:off x="698427" y="3972507"/>
            <a:ext cx="577080" cy="874800"/>
            <a:chOff x="698427" y="3972507"/>
            <a:chExt cx="577080" cy="87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2E8A1F6-304F-F7AD-CBAD-C4F9923B3740}"/>
                    </a:ext>
                  </a:extLst>
                </p14:cNvPr>
                <p14:cNvContentPartPr/>
                <p14:nvPr/>
              </p14:nvContentPartPr>
              <p14:xfrm>
                <a:off x="698427" y="4191387"/>
                <a:ext cx="388800" cy="309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2E8A1F6-304F-F7AD-CBAD-C4F9923B374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92307" y="4185267"/>
                  <a:ext cx="40104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33FD41D-5A0E-628B-F62B-BC6E4BD54950}"/>
                    </a:ext>
                  </a:extLst>
                </p14:cNvPr>
                <p14:cNvContentPartPr/>
                <p14:nvPr/>
              </p14:nvContentPartPr>
              <p14:xfrm>
                <a:off x="1115307" y="3972507"/>
                <a:ext cx="160200" cy="874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33FD41D-5A0E-628B-F62B-BC6E4BD5495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09187" y="3966387"/>
                  <a:ext cx="172440" cy="88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881829B3-C438-0361-3B80-5ED0D1671F8C}"/>
                  </a:ext>
                </a:extLst>
              </p14:cNvPr>
              <p14:cNvContentPartPr/>
              <p14:nvPr/>
            </p14:nvContentPartPr>
            <p14:xfrm>
              <a:off x="7084107" y="6110907"/>
              <a:ext cx="39600" cy="100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881829B3-C438-0361-3B80-5ED0D1671F8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077987" y="6104787"/>
                <a:ext cx="51840" cy="2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B024006E-2C41-9935-EBE4-B14B4CCB096A}"/>
              </a:ext>
            </a:extLst>
          </p:cNvPr>
          <p:cNvGrpSpPr/>
          <p:nvPr/>
        </p:nvGrpSpPr>
        <p:grpSpPr>
          <a:xfrm>
            <a:off x="2301867" y="2796747"/>
            <a:ext cx="9962640" cy="3026160"/>
            <a:chOff x="2301867" y="2796747"/>
            <a:chExt cx="9962640" cy="302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0837417-3FB1-DD06-89B4-69D8DEFA9793}"/>
                    </a:ext>
                  </a:extLst>
                </p14:cNvPr>
                <p14:cNvContentPartPr/>
                <p14:nvPr/>
              </p14:nvContentPartPr>
              <p14:xfrm>
                <a:off x="2374587" y="2922747"/>
                <a:ext cx="1045080" cy="608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0837417-3FB1-DD06-89B4-69D8DEFA979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368467" y="2916627"/>
                  <a:ext cx="105732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BEFC655-149C-566C-BE75-64A2DE9F9AF3}"/>
                    </a:ext>
                  </a:extLst>
                </p14:cNvPr>
                <p14:cNvContentPartPr/>
                <p14:nvPr/>
              </p14:nvContentPartPr>
              <p14:xfrm>
                <a:off x="4048227" y="2919867"/>
                <a:ext cx="1466640" cy="367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BEFC655-149C-566C-BE75-64A2DE9F9AF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042107" y="2913747"/>
                  <a:ext cx="147888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66FB3AB-F143-BBAF-FFFC-1E3DA150A54A}"/>
                    </a:ext>
                  </a:extLst>
                </p14:cNvPr>
                <p14:cNvContentPartPr/>
                <p14:nvPr/>
              </p14:nvContentPartPr>
              <p14:xfrm>
                <a:off x="6044067" y="3001227"/>
                <a:ext cx="45720" cy="233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66FB3AB-F143-BBAF-FFFC-1E3DA150A54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37947" y="2995107"/>
                  <a:ext cx="579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F1966E8-2E6B-79E4-EA9E-2F04CCC97206}"/>
                    </a:ext>
                  </a:extLst>
                </p14:cNvPr>
                <p14:cNvContentPartPr/>
                <p14:nvPr/>
              </p14:nvContentPartPr>
              <p14:xfrm>
                <a:off x="6090867" y="2796747"/>
                <a:ext cx="360" cy="10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F1966E8-2E6B-79E4-EA9E-2F04CCC9720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84747" y="2790627"/>
                  <a:ext cx="1260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C5A8C1E-AD84-D473-C377-BD9300D7C058}"/>
                    </a:ext>
                  </a:extLst>
                </p14:cNvPr>
                <p14:cNvContentPartPr/>
                <p14:nvPr/>
              </p14:nvContentPartPr>
              <p14:xfrm>
                <a:off x="6041547" y="2974947"/>
                <a:ext cx="424800" cy="364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C5A8C1E-AD84-D473-C377-BD9300D7C05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035427" y="2968827"/>
                  <a:ext cx="43704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591E45C-D0F4-313E-BBE7-37A26DD3A66F}"/>
                    </a:ext>
                  </a:extLst>
                </p14:cNvPr>
                <p14:cNvContentPartPr/>
                <p14:nvPr/>
              </p14:nvContentPartPr>
              <p14:xfrm>
                <a:off x="2774187" y="3471747"/>
                <a:ext cx="3991680" cy="280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591E45C-D0F4-313E-BBE7-37A26DD3A66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768067" y="3465627"/>
                  <a:ext cx="40039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1E55ED4-8FCB-3C42-FB0F-625628DA97AD}"/>
                    </a:ext>
                  </a:extLst>
                </p14:cNvPr>
                <p14:cNvContentPartPr/>
                <p14:nvPr/>
              </p14:nvContentPartPr>
              <p14:xfrm>
                <a:off x="3417507" y="4313787"/>
                <a:ext cx="124920" cy="42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1E55ED4-8FCB-3C42-FB0F-625628DA97A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411387" y="4307667"/>
                  <a:ext cx="1371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E3C7098-F93C-1FA0-E537-83877DABE73A}"/>
                    </a:ext>
                  </a:extLst>
                </p14:cNvPr>
                <p14:cNvContentPartPr/>
                <p14:nvPr/>
              </p14:nvContentPartPr>
              <p14:xfrm>
                <a:off x="2301867" y="4252947"/>
                <a:ext cx="514080" cy="6127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E3C7098-F93C-1FA0-E537-83877DABE73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95747" y="4246827"/>
                  <a:ext cx="526320" cy="6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4BB420F-BC4D-7CD8-2CFA-BFE19D833F0D}"/>
                    </a:ext>
                  </a:extLst>
                </p14:cNvPr>
                <p14:cNvContentPartPr/>
                <p14:nvPr/>
              </p14:nvContentPartPr>
              <p14:xfrm>
                <a:off x="3201867" y="4205067"/>
                <a:ext cx="256680" cy="651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4BB420F-BC4D-7CD8-2CFA-BFE19D833F0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195747" y="4198947"/>
                  <a:ext cx="268920" cy="66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EAFE657-1866-EC8B-BA12-3908EC46FF5D}"/>
                    </a:ext>
                  </a:extLst>
                </p14:cNvPr>
                <p14:cNvContentPartPr/>
                <p14:nvPr/>
              </p14:nvContentPartPr>
              <p14:xfrm>
                <a:off x="3678507" y="4263747"/>
                <a:ext cx="589320" cy="546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EAFE657-1866-EC8B-BA12-3908EC46FF5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672387" y="4257627"/>
                  <a:ext cx="601560" cy="55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D5543DE-0A23-2FE6-A025-940A8D008D9F}"/>
                    </a:ext>
                  </a:extLst>
                </p14:cNvPr>
                <p14:cNvContentPartPr/>
                <p14:nvPr/>
              </p14:nvContentPartPr>
              <p14:xfrm>
                <a:off x="2369187" y="4909947"/>
                <a:ext cx="1837440" cy="192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D5543DE-0A23-2FE6-A025-940A8D008D9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63067" y="4903827"/>
                  <a:ext cx="184968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26D545C-F34E-88EB-6EAA-13EF66CF3E62}"/>
                    </a:ext>
                  </a:extLst>
                </p14:cNvPr>
                <p14:cNvContentPartPr/>
                <p14:nvPr/>
              </p14:nvContentPartPr>
              <p14:xfrm>
                <a:off x="5369067" y="4479387"/>
                <a:ext cx="411840" cy="2620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26D545C-F34E-88EB-6EAA-13EF66CF3E6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362947" y="4473267"/>
                  <a:ext cx="4240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37835D6-D13E-7CD0-465E-2119EFC12711}"/>
                    </a:ext>
                  </a:extLst>
                </p14:cNvPr>
                <p14:cNvContentPartPr/>
                <p14:nvPr/>
              </p14:nvContentPartPr>
              <p14:xfrm>
                <a:off x="5923107" y="4596387"/>
                <a:ext cx="186480" cy="6645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37835D6-D13E-7CD0-465E-2119EFC1271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916987" y="4590267"/>
                  <a:ext cx="198720" cy="67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14D82F3-B3F0-8E90-33F7-3DA623B38181}"/>
                    </a:ext>
                  </a:extLst>
                </p14:cNvPr>
                <p14:cNvContentPartPr/>
                <p14:nvPr/>
              </p14:nvContentPartPr>
              <p14:xfrm>
                <a:off x="6409467" y="4467147"/>
                <a:ext cx="68040" cy="427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14D82F3-B3F0-8E90-33F7-3DA623B3818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403347" y="4461027"/>
                  <a:ext cx="8028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8D2BF4C-9F6D-F6B1-6061-3D96B222E10E}"/>
                    </a:ext>
                  </a:extLst>
                </p14:cNvPr>
                <p14:cNvContentPartPr/>
                <p14:nvPr/>
              </p14:nvContentPartPr>
              <p14:xfrm>
                <a:off x="6333507" y="4392987"/>
                <a:ext cx="1269000" cy="619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8D2BF4C-9F6D-F6B1-6061-3D96B222E10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327387" y="4386867"/>
                  <a:ext cx="1281240" cy="63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BCDAF16-71C1-708E-8860-E15F01B0BFDC}"/>
                    </a:ext>
                  </a:extLst>
                </p14:cNvPr>
                <p14:cNvContentPartPr/>
                <p14:nvPr/>
              </p14:nvContentPartPr>
              <p14:xfrm>
                <a:off x="7929747" y="4589547"/>
                <a:ext cx="51840" cy="337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BCDAF16-71C1-708E-8860-E15F01B0BFD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923627" y="4583427"/>
                  <a:ext cx="6408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AECE42A-38A0-207C-BA80-215AD6E20AF2}"/>
                    </a:ext>
                  </a:extLst>
                </p14:cNvPr>
                <p14:cNvContentPartPr/>
                <p14:nvPr/>
              </p14:nvContentPartPr>
              <p14:xfrm>
                <a:off x="8017227" y="4385427"/>
                <a:ext cx="17640" cy="43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AECE42A-38A0-207C-BA80-215AD6E20AF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011107" y="4379307"/>
                  <a:ext cx="298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0299DB9-95B3-A073-BB21-835B86D210E5}"/>
                    </a:ext>
                  </a:extLst>
                </p14:cNvPr>
                <p14:cNvContentPartPr/>
                <p14:nvPr/>
              </p14:nvContentPartPr>
              <p14:xfrm>
                <a:off x="8166627" y="4548507"/>
                <a:ext cx="228600" cy="466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0299DB9-95B3-A073-BB21-835B86D210E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160507" y="4542387"/>
                  <a:ext cx="24084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D7F06C2-5C40-D781-0A9A-5DF68E586142}"/>
                    </a:ext>
                  </a:extLst>
                </p14:cNvPr>
                <p14:cNvContentPartPr/>
                <p14:nvPr/>
              </p14:nvContentPartPr>
              <p14:xfrm>
                <a:off x="9125667" y="4447707"/>
                <a:ext cx="272160" cy="552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D7F06C2-5C40-D781-0A9A-5DF68E58614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119547" y="4441587"/>
                  <a:ext cx="28440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FC37CC1-3E79-21BF-8490-547FA9B45993}"/>
                    </a:ext>
                  </a:extLst>
                </p14:cNvPr>
                <p14:cNvContentPartPr/>
                <p14:nvPr/>
              </p14:nvContentPartPr>
              <p14:xfrm>
                <a:off x="9257067" y="4760907"/>
                <a:ext cx="469800" cy="220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FC37CC1-3E79-21BF-8490-547FA9B4599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250947" y="4754787"/>
                  <a:ext cx="48204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1E58C14-AD05-B693-8F71-13D787BE5621}"/>
                    </a:ext>
                  </a:extLst>
                </p14:cNvPr>
                <p14:cNvContentPartPr/>
                <p14:nvPr/>
              </p14:nvContentPartPr>
              <p14:xfrm>
                <a:off x="10004787" y="4439067"/>
                <a:ext cx="163800" cy="6170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1E58C14-AD05-B693-8F71-13D787BE562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998667" y="4432947"/>
                  <a:ext cx="176040" cy="62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53EC45B-A76D-EA5F-B7B0-9390D3F23331}"/>
                    </a:ext>
                  </a:extLst>
                </p14:cNvPr>
                <p14:cNvContentPartPr/>
                <p14:nvPr/>
              </p14:nvContentPartPr>
              <p14:xfrm>
                <a:off x="10207467" y="4482987"/>
                <a:ext cx="380520" cy="610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53EC45B-A76D-EA5F-B7B0-9390D3F2333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201347" y="4476867"/>
                  <a:ext cx="392760" cy="62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E5245AD-A09F-C311-6772-53218674C060}"/>
                    </a:ext>
                  </a:extLst>
                </p14:cNvPr>
                <p14:cNvContentPartPr/>
                <p14:nvPr/>
              </p14:nvContentPartPr>
              <p14:xfrm>
                <a:off x="6836427" y="5101107"/>
                <a:ext cx="380880" cy="7218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E5245AD-A09F-C311-6772-53218674C06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830307" y="5094987"/>
                  <a:ext cx="393120" cy="73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27D1D5D-28B1-6FED-3C36-33BA8E9E33C6}"/>
                    </a:ext>
                  </a:extLst>
                </p14:cNvPr>
                <p14:cNvContentPartPr/>
                <p14:nvPr/>
              </p14:nvContentPartPr>
              <p14:xfrm>
                <a:off x="5671467" y="5050707"/>
                <a:ext cx="4622400" cy="3970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27D1D5D-28B1-6FED-3C36-33BA8E9E33C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665347" y="5044587"/>
                  <a:ext cx="463464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ECD83AA-B04B-68BB-DF2B-7EEFAC928321}"/>
                    </a:ext>
                  </a:extLst>
                </p14:cNvPr>
                <p14:cNvContentPartPr/>
                <p14:nvPr/>
              </p14:nvContentPartPr>
              <p14:xfrm>
                <a:off x="10995507" y="3706467"/>
                <a:ext cx="399600" cy="276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ECD83AA-B04B-68BB-DF2B-7EEFAC92832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989387" y="3700347"/>
                  <a:ext cx="4118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E431A21-24E3-7E77-B8F6-A91D7E7B0EA1}"/>
                    </a:ext>
                  </a:extLst>
                </p14:cNvPr>
                <p14:cNvContentPartPr/>
                <p14:nvPr/>
              </p14:nvContentPartPr>
              <p14:xfrm>
                <a:off x="11346147" y="3792507"/>
                <a:ext cx="177120" cy="2480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E431A21-24E3-7E77-B8F6-A91D7E7B0EA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340027" y="3786387"/>
                  <a:ext cx="1893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18EFAB6-E354-DC0D-BF33-6672FBA8835B}"/>
                    </a:ext>
                  </a:extLst>
                </p14:cNvPr>
                <p14:cNvContentPartPr/>
                <p14:nvPr/>
              </p14:nvContentPartPr>
              <p14:xfrm>
                <a:off x="11260827" y="4031547"/>
                <a:ext cx="24840" cy="2214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18EFAB6-E354-DC0D-BF33-6672FBA8835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254707" y="4025427"/>
                  <a:ext cx="370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29100DE-0744-0585-1BBE-F6B6DDDE3B8B}"/>
                    </a:ext>
                  </a:extLst>
                </p14:cNvPr>
                <p14:cNvContentPartPr/>
                <p14:nvPr/>
              </p14:nvContentPartPr>
              <p14:xfrm>
                <a:off x="10928907" y="4326027"/>
                <a:ext cx="993960" cy="87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29100DE-0744-0585-1BBE-F6B6DDDE3B8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922787" y="4319907"/>
                  <a:ext cx="10062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766862B-9F7F-BD06-7CC3-6B71F49FA2AD}"/>
                    </a:ext>
                  </a:extLst>
                </p14:cNvPr>
                <p14:cNvContentPartPr/>
                <p14:nvPr/>
              </p14:nvContentPartPr>
              <p14:xfrm>
                <a:off x="11115747" y="4782867"/>
                <a:ext cx="251280" cy="356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766862B-9F7F-BD06-7CC3-6B71F49FA2A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109627" y="4776747"/>
                  <a:ext cx="26352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20364D0-F2F1-4B3E-2F79-694B3CB43D27}"/>
                    </a:ext>
                  </a:extLst>
                </p14:cNvPr>
                <p14:cNvContentPartPr/>
                <p14:nvPr/>
              </p14:nvContentPartPr>
              <p14:xfrm>
                <a:off x="11484747" y="4889427"/>
                <a:ext cx="779760" cy="3952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20364D0-F2F1-4B3E-2F79-694B3CB43D2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478627" y="4883307"/>
                  <a:ext cx="79200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8584FB3-268E-61D4-1238-1D78896A61D8}"/>
                    </a:ext>
                  </a:extLst>
                </p14:cNvPr>
                <p14:cNvContentPartPr/>
                <p14:nvPr/>
              </p14:nvContentPartPr>
              <p14:xfrm>
                <a:off x="10620387" y="3621867"/>
                <a:ext cx="37440" cy="21960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8584FB3-268E-61D4-1238-1D78896A61D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614267" y="3615747"/>
                  <a:ext cx="49680" cy="22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FFCD79E-E300-E707-9948-6B249C239231}"/>
                    </a:ext>
                  </a:extLst>
                </p14:cNvPr>
                <p14:cNvContentPartPr/>
                <p14:nvPr/>
              </p14:nvContentPartPr>
              <p14:xfrm>
                <a:off x="5124627" y="3758667"/>
                <a:ext cx="5720760" cy="18936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FFCD79E-E300-E707-9948-6B249C23923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118507" y="3752547"/>
                  <a:ext cx="5733000" cy="19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B2899F9-874B-408E-2F59-2739F5659488}"/>
                    </a:ext>
                  </a:extLst>
                </p14:cNvPr>
                <p14:cNvContentPartPr/>
                <p14:nvPr/>
              </p14:nvContentPartPr>
              <p14:xfrm>
                <a:off x="7794387" y="3422067"/>
                <a:ext cx="439920" cy="3855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B2899F9-874B-408E-2F59-2739F565948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788267" y="3415947"/>
                  <a:ext cx="45216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756873A-7E8F-768B-CBBA-58101F77C201}"/>
                    </a:ext>
                  </a:extLst>
                </p14:cNvPr>
                <p14:cNvContentPartPr/>
                <p14:nvPr/>
              </p14:nvContentPartPr>
              <p14:xfrm>
                <a:off x="7905627" y="3377427"/>
                <a:ext cx="216000" cy="362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756873A-7E8F-768B-CBBA-58101F77C20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99507" y="3371307"/>
                  <a:ext cx="228240" cy="374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19474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3247868A9EF043AAFD763B509A33CB" ma:contentTypeVersion="32" ma:contentTypeDescription="Create a new document." ma:contentTypeScope="" ma:versionID="49e29cc773250fb22efa7541fc8a4712">
  <xsd:schema xmlns:xsd="http://www.w3.org/2001/XMLSchema" xmlns:xs="http://www.w3.org/2001/XMLSchema" xmlns:p="http://schemas.microsoft.com/office/2006/metadata/properties" xmlns:ns2="921d7e3d-ccf6-4c0a-83b2-6e8132303dda" xmlns:ns3="9e209dda-a78e-49a0-9b2f-f7ca81c34b7c" targetNamespace="http://schemas.microsoft.com/office/2006/metadata/properties" ma:root="true" ma:fieldsID="8e323d0c1f05f1d80d7a271d7d64525c" ns2:_="" ns3:_="">
    <xsd:import namespace="921d7e3d-ccf6-4c0a-83b2-6e8132303dda"/>
    <xsd:import namespace="9e209dda-a78e-49a0-9b2f-f7ca81c34b7c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1d7e3d-ccf6-4c0a-83b2-6e8132303dda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209dda-a78e-49a0-9b2f-f7ca81c34b7c" elementFormDefault="qualified">
    <xsd:import namespace="http://schemas.microsoft.com/office/2006/documentManagement/types"/>
    <xsd:import namespace="http://schemas.microsoft.com/office/infopath/2007/PartnerControls"/>
    <xsd:element name="TaxCatchAll" ma:index="38" nillable="true" ma:displayName="Taxonomy Catch All Column" ma:hidden="true" ma:list="{a0018add-e23d-4441-b071-bb6fc52e56ca}" ma:internalName="TaxCatchAll" ma:showField="CatchAllData" ma:web="9e209dda-a78e-49a0-9b2f-f7ca81c34b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lf_Registration_Enabled xmlns="921d7e3d-ccf6-4c0a-83b2-6e8132303dda" xsi:nil="true"/>
    <DefaultSectionNames xmlns="921d7e3d-ccf6-4c0a-83b2-6e8132303dda" xsi:nil="true"/>
    <Is_Collaboration_Space_Locked xmlns="921d7e3d-ccf6-4c0a-83b2-6e8132303dda" xsi:nil="true"/>
    <Teams_Channel_Section_Location xmlns="921d7e3d-ccf6-4c0a-83b2-6e8132303dda" xsi:nil="true"/>
    <AppVersion xmlns="921d7e3d-ccf6-4c0a-83b2-6e8132303dda" xsi:nil="true"/>
    <LMS_Mappings xmlns="921d7e3d-ccf6-4c0a-83b2-6e8132303dda" xsi:nil="true"/>
    <Invited_Students xmlns="921d7e3d-ccf6-4c0a-83b2-6e8132303dda" xsi:nil="true"/>
    <Math_Settings xmlns="921d7e3d-ccf6-4c0a-83b2-6e8132303dda" xsi:nil="true"/>
    <Templates xmlns="921d7e3d-ccf6-4c0a-83b2-6e8132303dda" xsi:nil="true"/>
    <FolderType xmlns="921d7e3d-ccf6-4c0a-83b2-6e8132303dda" xsi:nil="true"/>
    <Owner xmlns="921d7e3d-ccf6-4c0a-83b2-6e8132303dda">
      <UserInfo>
        <DisplayName/>
        <AccountId xsi:nil="true"/>
        <AccountType/>
      </UserInfo>
    </Owner>
    <Teachers xmlns="921d7e3d-ccf6-4c0a-83b2-6e8132303dda">
      <UserInfo>
        <DisplayName/>
        <AccountId xsi:nil="true"/>
        <AccountType/>
      </UserInfo>
    </Teachers>
    <Students xmlns="921d7e3d-ccf6-4c0a-83b2-6e8132303dda">
      <UserInfo>
        <DisplayName/>
        <AccountId xsi:nil="true"/>
        <AccountType/>
      </UserInfo>
    </Students>
    <Student_Groups xmlns="921d7e3d-ccf6-4c0a-83b2-6e8132303dda">
      <UserInfo>
        <DisplayName/>
        <AccountId xsi:nil="true"/>
        <AccountType/>
      </UserInfo>
    </Student_Groups>
    <Distribution_Groups xmlns="921d7e3d-ccf6-4c0a-83b2-6e8132303dda" xsi:nil="true"/>
    <TeamsChannelId xmlns="921d7e3d-ccf6-4c0a-83b2-6e8132303dda" xsi:nil="true"/>
    <IsNotebookLocked xmlns="921d7e3d-ccf6-4c0a-83b2-6e8132303dda" xsi:nil="true"/>
    <NotebookType xmlns="921d7e3d-ccf6-4c0a-83b2-6e8132303dda" xsi:nil="true"/>
    <CultureName xmlns="921d7e3d-ccf6-4c0a-83b2-6e8132303dda" xsi:nil="true"/>
    <Invited_Teachers xmlns="921d7e3d-ccf6-4c0a-83b2-6e8132303dda" xsi:nil="true"/>
    <Has_Teacher_Only_SectionGroup xmlns="921d7e3d-ccf6-4c0a-83b2-6e8132303dda" xsi:nil="true"/>
    <lcf76f155ced4ddcb4097134ff3c332f xmlns="921d7e3d-ccf6-4c0a-83b2-6e8132303dda">
      <Terms xmlns="http://schemas.microsoft.com/office/infopath/2007/PartnerControls"/>
    </lcf76f155ced4ddcb4097134ff3c332f>
    <TaxCatchAll xmlns="9e209dda-a78e-49a0-9b2f-f7ca81c34b7c" xsi:nil="true"/>
  </documentManagement>
</p:properties>
</file>

<file path=customXml/itemProps1.xml><?xml version="1.0" encoding="utf-8"?>
<ds:datastoreItem xmlns:ds="http://schemas.openxmlformats.org/officeDocument/2006/customXml" ds:itemID="{5C4CB80E-0019-445C-A0EA-9DCDC284AD7B}"/>
</file>

<file path=customXml/itemProps2.xml><?xml version="1.0" encoding="utf-8"?>
<ds:datastoreItem xmlns:ds="http://schemas.openxmlformats.org/officeDocument/2006/customXml" ds:itemID="{76BA1DBD-0043-4107-ADE6-3343C4D79129}"/>
</file>

<file path=customXml/itemProps3.xml><?xml version="1.0" encoding="utf-8"?>
<ds:datastoreItem xmlns:ds="http://schemas.openxmlformats.org/officeDocument/2006/customXml" ds:itemID="{D6DC1AA8-65D4-47C5-874D-F9A61AC71D85}"/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332</Words>
  <Application>Microsoft Office PowerPoint</Application>
  <PresentationFormat>Widescreen</PresentationFormat>
  <Paragraphs>42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Bitstream Vera Sans Mono</vt:lpstr>
      <vt:lpstr>Helvetica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Goel (DSAI)</dc:creator>
  <cp:lastModifiedBy>Aakash Goel (DSAI)</cp:lastModifiedBy>
  <cp:revision>11</cp:revision>
  <dcterms:created xsi:type="dcterms:W3CDTF">2026-05-01T14:50:00Z</dcterms:created>
  <dcterms:modified xsi:type="dcterms:W3CDTF">2026-05-10T11:45:13Z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0x010100483247868A9EF043AAFD763B509A33CB</vt:lpwstr>
  </property>
</Properties>
</file>