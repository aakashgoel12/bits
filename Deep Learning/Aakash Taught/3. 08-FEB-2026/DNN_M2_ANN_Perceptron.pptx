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7.xml" ContentType="application/inkml+xml"/>
  <Override PartName="/ppt/ink/ink21.xml" ContentType="application/inkml+xml"/>
  <Override PartName="/ppt/ink/ink16.xml" ContentType="application/inkml+xml"/>
  <Override PartName="/ppt/ink/ink22.xml" ContentType="application/inkml+xml"/>
  <Override PartName="/ppt/ink/ink20.xml" ContentType="application/inkml+xml"/>
  <Override PartName="/ppt/ink/ink15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Metadata/LabelInfo.xml" ContentType="application/vnd.ms-office.classificationlabel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86" r:id="rId4"/>
    <p:sldId id="287" r:id="rId5"/>
    <p:sldId id="302" r:id="rId6"/>
    <p:sldId id="303" r:id="rId7"/>
    <p:sldId id="304" r:id="rId8"/>
    <p:sldId id="288" r:id="rId9"/>
    <p:sldId id="289" r:id="rId10"/>
    <p:sldId id="290" r:id="rId11"/>
    <p:sldId id="305" r:id="rId12"/>
    <p:sldId id="306" r:id="rId13"/>
    <p:sldId id="307" r:id="rId14"/>
    <p:sldId id="308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1C12C4-A1A8-4A4A-8DC1-9A2683A6B42E}">
  <a:tblStyle styleId="{4A1C12C4-A1A8-4A4A-8DC1-9A2683A6B4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301" autoAdjust="0"/>
  </p:normalViewPr>
  <p:slideViewPr>
    <p:cSldViewPr snapToGrid="0">
      <p:cViewPr varScale="1">
        <p:scale>
          <a:sx n="104" d="100"/>
          <a:sy n="104" d="100"/>
        </p:scale>
        <p:origin x="85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8T10:25:19.7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13210 4475 0,'0'2'0,"2"12"0,-2-14 0,3 22 16,6 30-16,4 4 15,8-5-15,10-11 16,-1-10-16,8-6 16,8-10-16,5-7 15,5-11-15,9-17 16,-3-7-16,0-12 16,-7-5-1,-6 0-15,-11 2 16,-6-2-16,-10-3 15,-10-1-15,-7-5 16,-13-2-16,-11 3 16,-7 5-16,-6 5 15,-5 4-15,-1 6 16,1 5-16,5 9 16,8 7-16,6 3 15,18 9 1,-16-5-16,16 5 15,0 0-15</inkml:trace>
  <inkml:trace contextRef="#ctx0" brushRef="#br0" timeOffset="713.93">13541 4179 0,'0'0'0,"-6"-2"15,6 2-15,-34-2 16,4 1-16,-3 1 16,3 1-16,4 2 15,3 4 1,0 5-16,-4 9 15,-2 16-15,4 8 16,3 5-16,6-1 16,6-3-16,4 1 15,8 2-15,10 1 16,11-6-16,19-8 16,17-12-16,18-16 15</inkml:trace>
  <inkml:trace contextRef="#ctx0" brushRef="#br0" timeOffset="2198.46">16662 4041 0,'0'0'0,"0"0"16,0 0-16,0 0 16,0 0-16,0 0 15,6 7-15,1 3 16,5 4-1,2 3-15,2 1 16,1 3-16,4 2 16,3 8-16,3 5 15,4 5-15,0 3 16,0-1-16,3 2 16,-1 0-16,-2-9 15,1-1-15,1-3 16,-1-1-1,-3-5-15,-8-6 16,-4-6-16,-4-3 16,-13-11-16,16 13 15,-16-13-15,0 0 16,0 0-16</inkml:trace>
  <inkml:trace contextRef="#ctx0" brushRef="#br0" timeOffset="2880.8">17212 4022 0,'0'0'0,"0"0"0,0 0 15,0 0-15,0 0 16,0 0-16,-2 3 16,2-3-16,-8 11 15,-4 6-15,-6 10 16,-6 8-16,-5 4 15,-2 6 1,-4 8-16,1 6 16,1 1-16,1-3 15,2-4-15,2-1 16,0-2-16,5-6 16,2-9-16,7-7 15,4-9-15,1-4 16,4-2-16,5-13 15,-9 16-15,9-16 16,0 0 0,-5 12-16,5-12 15,0 0-15,0 0 16,0 0-16,-8 10 16,8-10-16,0 0 15,0 0-15,0 0 16,0 0-1,0 0-15,0 0 16,-8 12-16,8-12 16,0 0-16,-18 15 15,18-15-15,-14 9 16,14-9-16,0 0 16,0 0-16,0 0 15,-13 10-15,13-10 16,0 0-16,0 0 15,0 0 1</inkml:trace>
  <inkml:trace contextRef="#ctx0" brushRef="#br0" timeOffset="8198.25">13765 5828 0,'0'0'0,"0"0"0,0 0 0,0 5 16,0-5-1,6 26-15,13 12 16,23 18-16,11 7 15,12-5-15,9-2 16,0-4-16,4-1 16,1-1-16,-8-6 15,-4-2-15,-12-7 16,-7-18-16</inkml:trace>
  <inkml:trace contextRef="#ctx0" brushRef="#br0" timeOffset="8480.37">14484 5923 0,'0'0'0,"0"0"16,0 0-16,0 0 15,0 0 1,-4 2-16,-5 7 15,-19 23-15,-22 22 16,-9 10-16,6-5 16,-1-1-16,0 1 15,5-1-15,1 0 16,8-6-16,3 1 16,3-3-16,7 2 15,7-6 1</inkml:trace>
  <inkml:trace contextRef="#ctx0" brushRef="#br0" timeOffset="9130.57">17019 5921 0,'0'0'0,"0"0"0,0 0 0,0 0 16,-4-5-16,4 5 16,-27-9-16,-22 8 15,-23 7-15,-5 13 16,2 9-16,4 5 16,6 6-16,4 4 15,8 0-15,8 0 16,10 3-1,8-1-15,9-2 16,12 2-16,10-4 16,16-3-16,15-4 15,18-12-15,18-8 16,8-10-16,8-22 16,-10-7-16,-2-13 15,-8-6-15,-11 1 16,-10-2-1,-15 6-15,-8 2 16,-8 1-16,-9-5 16,-6-1-16,-7 2 15,-10 5-15,-3 2 16,-7 4-16,-9 3 16,-8 0-16,-1 9 15,1 5 1,6 7-16,-1 3 15,1 4-15,4 1 16</inkml:trace>
  <inkml:trace contextRef="#ctx0" brushRef="#br0" timeOffset="10897.37">12665 6146 0,'0'0'0,"0"0"15,0 0 1,-5-1-16,5 1 16,0 0-16,0 0 15,0 0-15,11-30 16,36-25-16,39-31 16,20-6-16,15-4 15,17-10-15,7 3 16,13-7-16,11-5 15,6 0-15,17-14 16,0 5 0,11-8-16,2-2 15,7-4-15,10-6 16,-2-2-16,14-5 16,-7 2-16,6-5 15,-10 5-15,-4 0 16,-4 5-16,0-1 15,8-5-15,-9 11 16,6 6 0,-16 15-16,-3 5 15,-25 16-15,-12 7 16,-26 14-16,-21 11 16,-23 13-16,-23 11 15,-22 11-15,-18 12 16,-12 6-1,-19 12-15,16-9 0,-16 9 16,0 0 0</inkml:trace>
  <inkml:trace contextRef="#ctx0" brushRef="#br0" timeOffset="15364.04">15629 4063 0,'0'0'0,"-5"-4"0,5 4 0,0 0 15,-32-24-15,-5-5 16,-8-4-16,-7-5 16,-4-2-16,-5-1 15,-4-4-15,-1-2 16,-4-5 0,6-9-16,5-7 15,9 3-15,2-3 16,8 1-16,6 5 15,6 7-15,6 11 16,3 7-16,5 8 16,3 7-16,4 8 15,7 14-15,-8-14 16,8 14-16,0 0 16,-33 4-1,3 12-15,-1 8 16,3 8-16,0 8 15,1 6-15,4 2 16,7-2-16,8-6 16,3-6-16,3-6 15,4-4-15,0-4 16,3-4-16,-3-2 16,2-4-16,-4-10 15,3 10 1,-3-10-16,0 0 15,0 0-15,0 0 16,0 0-16,6-17 16,-5-2-16,0-7 15,0-6-15,1-1 16,-2 0-16,2 4 16,0 3-1,0 7-15,1 6 16,-3 13-16,4-15 15,-4 15-15,8-11 16,-8 11-16,42-13 16,5 7-16,10 4 15,8 2-15,2 0 16,-4 4-16,0 0 16,-7 0-1,-8 3-15,-11 1 16,-3 3-16</inkml:trace>
  <inkml:trace contextRef="#ctx0" brushRef="#br0" timeOffset="18997.36">17673 6058 0,'0'0'15,"0"0"-15,-1 2 0,1-2 16,0 0-16,0 12 16,0-12-1,8 19-15,-2-4 16,4 2-16,4 0 16,9-3-16,22-5 15,36-19-15,58-50 16,62-69-16,23-36 15</inkml:trace>
  <inkml:trace contextRef="#ctx0" brushRef="#br0" timeOffset="27230.42">16117 8153 0,'0'0'0,"0"0"0,0 0 0,0 0 0,0 0 15,0 0-15,0 0 16,0 0-16,0 0 15,0 0-15,3 3 16,-3-3 0,35 6-16,18-2 15,18-4-15,13-4 16,13-3-16,16-2 16,20-4-16,7-3 15,0 2-15,1-1 16,-11 1-16,-1-1 15,-10 4-15,-12 0 16,-16 2-16,-15 2 16,-18 2-1,-14 2-15,-10 1 16,-5-2-16,-1 1 16,3 1-16,2 0 15,3 0-15,1 3 16</inkml:trace>
  <inkml:trace contextRef="#ctx0" brushRef="#br0" timeOffset="51063.88">17572 11082 0,'0'0'0,"0"0"0,0 0 16,7-6-16,-7 6 16,13-16-16,-13 16 15,14-14-15,-14 14 16,20-15-16,-3 3 15,5-1-15,0 1 16,-1-2-16,-1 3 16,1-3-1,0 2-15,-2 0 16,-1 1-16,1-1 16,-1 1-16,0 2 15,1-4-15,0 2 16,1-1-16,-1 1 15,0-2-15,4-1 16,2-3-16,10-4 16,-1-3-1,0-2-15,-5 4 16,-2 1-16,0-1 16,-1-1-16,2-1 15,-1 1-15,-2 3 16,0-2-16,0 2 15,0 1-15,1 2 16,2 2-16,-1 0 16,2 3-16,-4 0 15,0 0 1,-3 2-16,2-2 16,0 0-16,0 0 15,2 0-15,-2 1 16,-1-1-16,0 0 15,1 1-15,3-2 16,4-4-16,1-3 16,-2 0-1,-1-1-15,-2 3 16,1-2-16,-1 1 16,1 1-16,0 0 15,-2 1-15,-1 1 16,-1 3-16,0 2 15,0 2-15,-2 1 16,1 1-16,-2-2 16,1 3-16,1-1 15,2-1 1,4-1-16,-2-1 16,-1 3-16,-1-3 15,0 2-15,-2-2 16,1-1-16,-2-1 15,-2 0-15,3-4 16,-1-1-16,1 1 16,-3 0-16,-2 2 15,-1 1-15,1-2 16,2 2 0,-1 0-16,0 0 15,-2 4-15,-17 9 16,28-12-16,-28 12 15,27-11-15,-12 4 16,4-1-16,6-2 16,4-4-1,4-4-15,3-9 16,-2-2-16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8T10:27:41.9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19688 6266 0,'0'0'0,"0"0"0,0 0 0,0 0 15,0 0-15,-12 8 16,-13 9-16,-8 8 16,-6 3-16,1-1 15,-3 3 1,1-2-16,6-2 16,2-1-16,6 0 15,5 5-15,1 9 16,2 0-16,4 1 15,2 1-15,2-2 16,3 4-16,4 6 16,4 3-16,5 3 15,3 0-15,2-7 16,2-3 0,0-5-16,5 5 15,5 4-15,2 2 16,5 1-16,-2-7 15,10-3-15,5-6 16,6-4-16,3-1 16,4-8-1,7-6-15,0-10 16,-1-3-16,-5-6 16,1 0-16,6-7 15,2-6-15,-5-8 16,0-12-16,-1-2 15,8-12-15,0-7 16,-12 2-16,1-5 16,-6 1-16,-7 0 15,-2-1 1,-8 6-16,-7 4 16,-6-3-16,-5 5 15,-7-1-15,-3 0 16,-1 1-16,-5 4 15,-2 4-15,-5 5 16,-4 1-16,-5-1 16,-5 0-16,-6 1 15,-6-2-15,-1 4 16,-10 2 0,-1 2-16,-3 6 15,-3 3-15,2 1 16,1 1-16,1 4 15,-4 0-15,1 8 16,-2 2-16,2 4 16,-3 1-16,3 3 15,-3 2-15,4 1 16,9-2 0,4 1-16,5 0 15,0 4-15,-1 11 16,-3 15-16</inkml:trace>
  <inkml:trace contextRef="#ctx0" brushRef="#br0" timeOffset="4047.26">17190 5721 0,'0'0'0,"0"0"16,0 0-16,0 0 15,3 3 1,-3-3-16,0 0 15,27 24-15,4-2 16,8 0-16,6-1 16,12 0-16,10-1 15,8 1-15,1-1 16,-3-1-16,1 1 16,0 0-1,1-1-15,4 0 0,-5-2 16,-3 0-1,-2 0-15,-6-1 16,-4-3-16,-1-3 16,-7 1-16,-5-1 15,-7-3-15,-8 0 16,-4-2-16,-4 1 16,0-4-16,2 4 15,1-2-15,1 2 16,0 2-1,-2 1-15,-2-1 16,-3 0-16,1 1 16,1 0-16,2 3 15,1-1-15,2 2 16,-4-2-16,1 0 16,0 0-16,-2-3 15,1 2-15,-3-3 16,-2 2-16,2-3 15,0 3 1,1-2-16,0 1 16,1-1-16,-1 2 15,-4-3-15,-17-6 16,23 9-16,-23-9 16,0 0-16,0 0 15,17 3-15,-17-3 16,0 0-16,0 0 15,7-10 1,-7 10-16,0 0 16,-6-17-16,-1 6 15,-2-6-15,-3-3 16,-2-6-16,0 1 16,1-1-16,1 5 15,0-2 1,1 1-16,-1 2 15,1 2-15,3 3 16,2 4-16,6 11 16,-8-11-16,8 11 15,0 0-15,-5-11 16,5 11-16,0 0 16,0 0-16,-6-10 15,6 10-15,0 0 16,-10-11-16,10 11 15,-13-12 1,13 12-16,-18-14 16,18 14-16,-24-21 15,7 7-15,0 0 16,-1 0-16,4 2 16,14 12-16,-18-15 15,18 15-15,0 0 16,-8-12-16,8 12 15,0 0 1,0 0-16,0 0 16,13 30-16,2 2 15,7 11-15,3 2 16,2 2-16,-2-4 16,-2-3-16,-1-3 15,-1-1-15,-1-4 16,-4-2-16,-7-7 15,-1-6 1,-3-3-16,-3-3 16,-2-11-16,0 19 15,-5-4-15,-17 7 16,-30 16-16,-35 14 16,-18 4-16,5-8 15,4-3-15,17-12 16,16-8-1,22-10-15,17-6 16,24-9-16,-16 7 16</inkml:trace>
  <inkml:trace contextRef="#ctx0" brushRef="#br0" timeOffset="4880.12">16973 7114 0,'0'0'0,"0"0"0,0 0 0,0 0 0,0 0 15,0 0-15,0 0 16,16 3-16,21 5 16,31 3-16,28-4 15,17-6-15,10-5 16,9-5-16,17-5 15,0-6 1,5-1-16,-4 0 16,-11 3-16,3 0 15,-9 2-15,-4 0 16,-13 1-16,-19 4 16,-7 1-16,-16 3 15,-20 2-15,-16 2 16,-16 2-1,-22 1-15,20-2 16,-20 2-16,0 0 16,0 0-16,0 0 15,-1-15-15,-6 1 16,-9-4-16,-9-4 16,-6 0-16,-2 1 15,2 6-15,8 3 16,6 5-16,17 7 15,-21-9 1,21 9-16,0 0 16,0 0-16,0 0 15,0 0-15,0 0 16,0 0-16,0 0 16,49 18-16,1-1 15,-3-1-15,-3 4 16,-7 7-16,-12 0 15,-7-2-15,-7 0 16,-6 1-16,-8 0 16,-4 4-1,-5-3-15,-2-3 16,-4-2-16,0-1 16,-1-2-16,0-1 15,1-1-15,-1-2 16</inkml:trace>
  <inkml:trace contextRef="#ctx0" brushRef="#br0" timeOffset="5897.33">17337 9049 0,'0'0'0,"0"0"0,-1-2 15,1 2-15,-1-19 16,10-12-16,33-33 16,33-19-16,30-16 15,17-3-15,10-6 16,9-6-16,8-5 15,-4 3-15,0 0 16,-3 10-16,-11 8 16,-5 9-1,-11 7-15,-14 11 16,-6 4-16,-7 8 16,-9 12-16,-11 13 15,-10 6-15,-19 11 16,-12 7-16,-9 3 15,-18 7-15,17-7 16,-17 7 0,0 0-16,0 0 15,0 0-15,-44 7 16,-33 3-16,7 5 16,9-4-16,11 0 15,8-5-15,4 1 16,8-2-16,10-2 15,3-3-15,17 0 16,-21-2-16,21 2 16,0 0-1,0 0-15,-16-4 16,16 4-16,0 0 16,0 0-16,6-11 15,15-2-15,28-2 16,18-4-16,6 3 15,-1 4-15,-3 7 16,-14 3-16,-12 6 16,-11 3-1,-8 1-15,-9 4 16,-5 0-16,-6 8 16,-8 12-16,-13 19 15,-24 23-15,-14 10 16,-8 3-16,5-12 15</inkml:trace>
  <inkml:trace contextRef="#ctx0" brushRef="#br0" timeOffset="8897.36">17886 5172 0,'0'0'0,"0"0"16,0 0-16,0 0 15,0 0 1,0 0-16,0 0 15,0 0-15</inkml:trace>
  <inkml:trace contextRef="#ctx0" brushRef="#br0" timeOffset="9446.31">17899 5022 0,'0'0'0,"0"0"0,0 0 16,0 0-16,0 0 15,-5 9-15,0 3 16,-3 6-16,-1 2 16,0 7-16,0 4 15,-3 9-15,1 5 16,2 1-16,2-6 16,1-10-1,4-6-15,1-8 16,0-7-16,1-9 15,0 10-15,0-10 16,0 0-16,18-8 16,3-10-16,-3-5 15,-8 6-15,-3 3 16,-7 14-16,7-12 16,-7 12-1,0 0-15,0 0 16,20 8-16,-10 4 15,1 4-15,-1 0 16,4 5-16,0 0 16,6 0-16,6-5 15,0-12-15,4-10 16,6-20-16,5-16 16,3-10-16,-4-7 15,-6 7 1,-5 2-16,-10 9 15,-8 8-15,-5 13 16,-3 5-16,-3 15 16,4-12-16,-4 12 15,0 0-15,11 16 16</inkml:trace>
  <inkml:trace contextRef="#ctx0" brushRef="#br0" timeOffset="9663.77">18443 5397 0,'0'0'0,"0"0"0,0 0 0,0 0 16,0 0-16,0 5 15,-1 7 1,0 12-16,-2 11 15,1 21-15,-1 8 16</inkml:trace>
  <inkml:trace contextRef="#ctx0" brushRef="#br0" timeOffset="10347.04">17553 6406 0,'0'0'0,"0"5"16,0 7-16,0 20 16,0 32-16,0 7 15,3-10-15,0-16 16,1-18-16,-2-10 16,0-7-16,-2-10 15,0 0-15,22-6 16,12-25-1,4-15-15,-6 5 16,-11 12-16,-10 15 16,-11 14-16,0 0 15,0 0-15,13 12 16,-5 13-16,-2 0 16,-3-8-16,0-6 15,-3-11-15,0 0 16,0 0-1,0 0-15,30-45 16,-12 3-16,0-3 16,-2 4-16,-2 7 15,-3 6-15,-1 9 16,-1 7-16,-9 12 16,22-4-16</inkml:trace>
  <inkml:trace contextRef="#ctx0" brushRef="#br0" timeOffset="10663.37">17912 6648 0,'0'0'0,"0"0"15,0 0-15,11-5 16,14-6-16,16-6 16,0 1-16,-6 1 15,-3 3 1,-5 4-16,-2 6 15,-5 4-15,-4 6 16,-5 3-16,-8 11 16,-7 9-16,-6 1 15,-1-2-15,4-9 16,0-5-16,1-3 16,6-13-16,-2 13 15,19-5-15,29-3 16,18-3-16,1-7 15,-17-5 1,-9 0-16,-12 3 16</inkml:trace>
  <inkml:trace contextRef="#ctx0" brushRef="#br0" timeOffset="11380.5">17505 7844 0,'0'2'0,"-1"14"0,-1 11 16,-3 32-16,0 5 16,2-19-16,0-9 15,2-8-15,1-13 16,0-4-16,0-11 16,0 0-16,0 0 15,14-11-15,4-9 16,-1-2-16,-2 6 15,-15 16 1,12-13-16,-12 13 16,18 10-16,-1 7 15,8 5-15,-2-2 16,-1-4-16,-3-11 16,0-9-16,3-15 15,4-25-15,7-20 16,-1-18-16,-1-5 15,-8 11 1,-4 11-16,-8 21 16,-4 20-16,-5 12 15,-2 12-15,0 0 16,17 16-16,5 28 16,3 18-16,-8-1 15,-7-14-15</inkml:trace>
  <inkml:trace contextRef="#ctx0" brushRef="#br0" timeOffset="11746.47">17996 8004 0,'0'0'0,"0"-5"0,2-6 16,12-16-16,11-16 16,8 0-16,-1 4 15,2 4-15,-7 10 16,-5 10-1,-5 8-15,-17 7 16,0 0-16,0 0 16,-1 29-16,-31 22 15,-7-1-15,4-3 16,7-10-16,9-10 16,7-2-16,10 3 15,4-4-15,7-1 16,1-1-16,6 1 15,-2-3 1,0 3-16,-1-2 16,-5 9-16,-6 12 15,-13 14-15,-27 15 16,-12 1-16,-12-7 16,5-19-16,1-3 15,-3-6-15</inkml:trace>
  <inkml:trace contextRef="#ctx0" brushRef="#br0" timeOffset="16547.64">16264 5078 0,'0'0'0,"0"0"0,0 0 16,0 0-16,5 6 15,5 9-15,14 20 16,9 10 0,10 10-16,2 2 15,-4-1-15,-2-6 16,-7-6-16,-9-11 15,-7-5-15,-5-8 16,-4-5-16,-3 0 16</inkml:trace>
  <inkml:trace contextRef="#ctx0" brushRef="#br0" timeOffset="16746.59">16578 5213 0,'0'0'0,"0"0"15,0 0-15,0 0 16,0 5-16,0 8 16,0 11-16,-1 13 15,-5 11-15,-3-2 16,-3-1 0,-1-1-16,-2 1 15,-1 1-15,2-4 16,3-9-16</inkml:trace>
  <inkml:trace contextRef="#ctx0" brushRef="#br0" timeOffset="16930.08">16774 5559 0,'0'0'0,"0"0"15,0 0 1,0 0-16,0 0 15,2 15-15,2 21 16,4 18-16,-1 2 16,-2 3-16,-2-4 15</inkml:trace>
  <inkml:trace contextRef="#ctx0" brushRef="#br0" timeOffset="17314.49">16226 6806 0,'0'0'0,"0"0"15,0 0-15,4 10 16,5 19-16,7 20 16,8 10-1,3-2-15,8-1 16,3-8-16,-4-5 15,-3-9-15,-2-8 16,-4-10-16,-25-16 16</inkml:trace>
  <inkml:trace contextRef="#ctx0" brushRef="#br0" timeOffset="17496.53">16454 6847 0,'0'0'0,"0"0"0,0 0 0,-8 13 16,-11 21-16,-10 23 15,-1 3-15,4-5 16,2-2-16,-1 5 16,7 0-16,8-2 15,5-8-15</inkml:trace>
  <inkml:trace contextRef="#ctx0" brushRef="#br0" timeOffset="17863.68">16602 7171 0,'0'0'0,"0"0"15,0 0-15,4-2 16,-4 2-1,17-1-15,-17 1 16,27 11-16,-17 8 16,-2 20-16,-6 9 15,-8 4-15,-4-5 16,-2-12-16,1-3 16,-1-4-16,0-3 15,4-9 1,5-4-16,9-1 15,16 3-15,14 9 16,15-8-16,3 0 16,-4-4-16,-9-3 15,-11-1-15,-6 8 16,-10 15-16,-7 7 16</inkml:trace>
  <inkml:trace contextRef="#ctx0" brushRef="#br0" timeOffset="18113.49">16566 8396 0,'0'0'0,"0"0"16,0 0-1,5 7-15,5 11 16,16 23-16,17 20 16,7 5-16,4-1 15,-3-7-15,-10-13 16,-9-11-16,-4-4 16,-6-6-16,-7-9 15,-15-15-15</inkml:trace>
  <inkml:trace contextRef="#ctx0" brushRef="#br0" timeOffset="18346.27">16837 8534 0,'0'0'0,"0"0"15,0 1-15,0-1 16,0 28-1,-5 4-15,-8 17 16,-8 5-16,-11 11 16,-4 10-16,5-8 15,3-11-15,15-28 16</inkml:trace>
  <inkml:trace contextRef="#ctx0" brushRef="#br0" timeOffset="18763.31">17042 8743 0,'0'0'0,"2"-2"0,-2 2 0,0 0 0,11-12 16,-11 12-16,25-15 15,-25 15-15,25 4 16,-25-4-1,13 28-15,-13-4 16,-5 5-16,0 2 16,-2-12-16,2-4 15,2-2-15,-1-2 16,2 0-16,1-1 16,2 6-16,4 13 15,1 6-15,2-3 16,-3-5-16,1 3 15,-2 2 1,-1-4-16,-2-6 16,1-11-16,-2-11 15,6 18-15,-2-8 16,5 10-16,0 9 16,-21 18-16,-14 5 15,-13 2-15,-9-6 16,11-13-16,4-3 15</inkml:trace>
  <inkml:trace contextRef="#ctx0" brushRef="#br0" timeOffset="22880.88">21187 6531 0,'0'0'0,"5"0"16,-5 0-16,36 0 15,28 0-15,30 0 16,-1 0-16,3 0 16,-17-5-16,-7-3 15,-11 0-15,-12 0 16,-17 2 0,-9 0-16,-7 1 15,-16 5-15,18-5 16,-18 5-16</inkml:trace>
  <inkml:trace contextRef="#ctx0" brushRef="#br0" timeOffset="23530.8">21116 6662 0,'0'0'0,"0"0"15,0 0-15,0 0 16,0 0-16,0 0 15,0 0-15,1 5 16,4 6-16,8 12 16,18 12-16,14 5 15,5-3-15,9-1 16,0-3-16,-5-7 16,-5-6-1,-15-4-15,-5-3 16,-5-2-16,-5-3 15,-3 1-15,-16-9 16,15 15-16,-15-15 16,0 18-16,-15 1 15,-18 7-15,-22 20 16,-10 4 0,11-9-16,0 1 15,-1-4-15,4-7 16,-10 7-16,9-7 15,10 18-15,7-2 16,15-23-16,5-9 16,-3-8-16,2-5 15,16-2 1,-23 5-16,23-5 16,0 0-16,0 0 15,-10 14-15,27-5 16,29-2-16,27 2 15,29 4-15,-8-5 16,15-19-16,-7-4 16,-6-7-16,-15 7 15,-13 2-15,-10 3 16,-16 2 0,-10 2-16,-10 2 15,-22 4-15,22-7 16,-22 7-16</inkml:trace>
  <inkml:trace contextRef="#ctx0" brushRef="#br0" timeOffset="26597.48">22030 6218 0,'0'-4'0,"-1"-9"0,-3-6 15,-5-12-15,1 3 16,-3 3-1,-2 1-15,-7-7 16,-10 3-16,-7-2 16,-12-10-16,0 9 15,-4 5-15,-1 14 16,-3 11-16,-3-6 16,7 3-16,0 6 15,8 8-15,6 9 16,3-4-16,3 2 15,-6 17 1,1 20-16,-1 3 16,3 5-16,1-4 15,-6 10-15,-4 8 16,4-6-16,-4 9 16,2-6-16,3-3 15,-3 1-15,7-7 16,0-2-1,8-10-15,-3 9 16,2 5-16,5 8 16,7-13-16,6-14 15,1 15-15,4-10 16,2-1-16,0 12 16,4-31-16,7 17 15,4 21-15,7-16 16,6 15-1,3-7-15,6-11 16,2 11-16,-3-8 16,-5-9-16,-3-3 15,1-5-15,8 7 16,14-8-16,3-4 16,0-6-16,-14-13 15,9 4-15,10 1 16,3 1-16,3 0 15,-9-6 1,5-2-16,4-1 16,4-10-16,7-19 15,-3 4-15,-6-4 16,7-1-16,-1-2 16,-6-3-16,9-16 15,-3-13-15,0-2 16,6-17-16,-8 11 15,-8 3 1,2-19-16,-21 3 16,-7 1-16,-5 1 15,-5 9-15,3 0 16,-7-3-16,-3 4 16,-5-3-16,-21-10 15,3 0-15,-17-11 16,0 7-16,1 2 15,3 1 1,-2-10-16,6 2 16,-3-5-16,-1 9 15,1 4-15,-9-5 16,1 4-16,-10-7 16,-4 27-16,2 18 15,-2 9-15,-6 10 16,-13-16-1,4 2-15,2-4 16,11 12-16,5 0 16,1 4-16,5 5 15,2 2-15,9 18 16,0 2-16,1-1 16,4 3-16,-1-3 15,1 5-15,16-8 16,-21 10-1,21-10-15,0 0 16,0 0-16,0 0 16,0 0-16,-16 11 15,16-11-15,0 0 16</inkml:trace>
  <inkml:trace contextRef="#ctx0" brushRef="#br0" timeOffset="32996.9">22498 7045 0,'0'0'0,"0"0"0,-4 1 0,4-1 15,0 0 1,0 0-16,0 0 15,0 0-15,36 6 16,-2-2-16,14 1 16,21-3-16,18 0 15,9-5-15,8-4 16,-5-5-16,-5 0 16,-7-3-16,-2 2 15,-6-1-15,-1-1 16,-6 2-1,-6 1-15,-3 1 16,-7 0-16,-7 2 16,-10 2-16,-13 4 15,-9 1-15,-17 2 16,15-3-16,-15 3 16,0 0-16,0 0 15,0 0-15,-5-16 16,-7 3-1,-7-2-15,-3-1 16,-2 1-16,1 0 16,-1 0-16,-1 0 15,0-1-15,-1 0 16,2 3-16,3-1 16,2 3-16,3 0 15,16 11 1,-26-16-16,26 16 15,-14-12-15,14 12 16,0 0-16,0 0 16,-12-12-16,12 12 15,0 0-15,0 0 16,0 0-16,0 0 16,17-4-1,9 6-15,11 3 16,7 4-16,-5-1 15,-4 4-15,-4-3 16,-4 3-16,-6-2 16,-3 0-16,-18-10 15,22 13-15,-22-13 16,12 12-16,-12-12 16,9 12-16,-9-12 15,2 19-15,-6-2 16,-10 11-1,-11 5-15,-9 8 16,-14 4-16,0 0 16,2-4-16,1-4 15,6-5-15,2-1 16,2-1-16,5-5 16,5-2-16,6-3 15,5-6 1,14-14-16</inkml:trace>
  <inkml:trace contextRef="#ctx0" brushRef="#br0" timeOffset="48029.73">20253 9075 0,'0'0'0,"0"-2"0,0 2 0,0 0 16,-11-12-16,-7-4 15,-7-1-15,-6 0 16,-6 5-16,-2-1 16,-7 8-16,-10 18 15,-4 12-15,-9 36 16,8-14-16,1 19 16,11 0-16,1 18 15,8 27 1,11-13-16,11 24 15,25 4-15,9-4 16,15 1-16,15-6 16,18-24-16,8-13 15,10-18-15,13-11 16,2-5-16,18-10 16,4-21-1,-10-21-15,18-40 16,-5-14-16,5-20 15,2-12-15,-17 6 16,1-18-16,-15-4 16,-17-14-16,-5 11 15,-18 9-15,-21-13 16,-8 16-16,-23-14 16,-14 12-16,-9 12 15,-25 4-15,-1 8 16,-17 14-1,-17 15-15,-8 9 16,-19 16-16,8 8 16,-5 7-16,7 5 15,3 0-15,6 3 16,15 3-16,15 1 16,6 6-16,11-2 15,11 1 1,3-2-16,3 7 15,-3 18-15,-6 9 16</inkml:trace>
  <inkml:trace contextRef="#ctx0" brushRef="#br0" timeOffset="48863.12">18095 9938 0,'0'0'0,"-3"-3"0,3 3 0,0 0 15,0 0-15,0 0 16,13-26-16,33-10 15,30-9 1,15-7-16,11 0 16,19-8-16,-12 6 15,2-1-15,1 0 16,-13 6-16,3 8 16,-19 12-16,-24 6 15,-5 4-15,-9 2 16,-11 4-1,-11 4-15,-6 1 16,-17 8-16,24-20 16,-24 20-16,9-9 15,-9 9-15,0 0 16,0-13-16,-10 1 16,-27 0-16,-18-4 15,1 9 1,-1-2-16,-2 3 15,2-3-15,-1 3 16,13 3-16,15 1 16,10 0-16,18 2 15,-22 0-15,22 0 16,0 0-16,-16 2 16,16-2-16,28 6 15,16 6-15,13 4 16,12-2-16,-10-8 15,2-1 1,-20-1-16,-13 0 16,-2 9-16,-8 10 15,-4-3-15,-10 8 16,-6 10-16,-10 16 16,-9 8-16,-10 5 15,2-21-15</inkml:trace>
  <inkml:trace contextRef="#ctx0" brushRef="#br0" timeOffset="49213.53">17134 10110 0,'0'0'0,"0"0"0,0 0 15,16 8 1,16 4-16,17 9 16,8 0-16,6 1 15,-4-5-15,-8-6 16,0 3-16</inkml:trace>
  <inkml:trace contextRef="#ctx0" brushRef="#br0" timeOffset="49447.02">17537 9951 0,'0'0'0,"0"0"16,-3 0-16,3 0 16,-24 17-16,-2 7 15,-11 21-15,-3 8 16,1 5-16,0 9 15,6 2-15,5-7 16,8-7 0,7-6-16</inkml:trace>
  <inkml:trace contextRef="#ctx0" brushRef="#br0" timeOffset="49613.29">17824 10207 0,'0'0'0,"0"0"15,0 0-15,0 0 16,5 6-16,4 10 16,5 16-16,2 15 15,-5 1-15</inkml:trace>
  <inkml:trace contextRef="#ctx0" brushRef="#br0" timeOffset="50430.32">17933 11563 0,'0'0'0,"15"-9"0,12-6 16,42-25-16,27-11 15,8-5-15,15-7 16,7-3-16,-6 2 15,0 1 1,9-5-16,-12 8 16,7-4-16,-7 3 15,-13 7-15,-14 6 16,-11 0-16,-16 6 16,-18 12-16,-8 6 15,-10 7-15,-12 6 16,-15 11-16,24-15 15,-24 15-15,9-9 16,-9 9 0,-10-16-16,-13 7 15,-20 3-15,-12-1 16,-3 7-16,1 2 16,7 3-16,6 3 15,11 5-15,10-3 16,23-10-16,-20 8 15,20-8-15,0 0 16,-4 13 0,18-3-16,20-4 15,18-2-15,-1-3 16,-2-7-16,-11 3 16,-11-1-16,-4 6 15,-5 8-15,-5 8 16,-4 3-16,-10 13 15,-9 8-15,-8-7 16</inkml:trace>
  <inkml:trace contextRef="#ctx0" brushRef="#br0" timeOffset="50813.64">16717 11319 0,'0'0'0,"0"0"0,0 0 16,0 0-16,11 8 16,9 6-16,14 9 15,14 9-15,4 7 16,5 3-16,-6 0 15,-4-1-15,2 0 16,-10-8 0,-7-6-16</inkml:trace>
  <inkml:trace contextRef="#ctx0" brushRef="#br0" timeOffset="51013.71">17172 11316 0,'0'0'0,"0"0"0,-6 1 16,6-1 0,-23 10-16,3 7 15,-9 22-15,0 9 16,1 8-16,6 3 16,6-6-16,5-4 15,9-12-15,2-11 16,0-26-16</inkml:trace>
  <inkml:trace contextRef="#ctx0" brushRef="#br0" timeOffset="51347.05">17475 11530 0,'0'0'0,"0"0"0,4-4 0,4-8 16,7-6-16,4-8 15,9-4-15,9 4 16,4 10 0,-2 12-16,-9 11 15,-8 6-15,-8 12 16,-12 14-16,-16 13 16,-10 9-16,-4-8 15,0-16-15,5-10 16,8-10-16,5-6 15,10-11-15,0 0 16,0 0-16,0 0 16,11-15-1,35-33-15,10-9 16,2 4-16,8-11 16</inkml:trace>
  <inkml:trace contextRef="#ctx0" brushRef="#br0" timeOffset="55013.38">16173 10046 0,'0'0'16,"0"0"-16,0 2 15,0-2-15,0 0 16,0 0-16,0 12 15,0-12-15,0 13 16,0 2-16,0 11 16,0 13-16,0 13 15,-1 12 1,-2-2-16,-1-4 0,-4-2 16,0-8-1,0-12-15,2-4 16,-2-9-16,1-5 15,-3-4-15,3-4 16,7-10-16,-15 3 16,4-14-16,1-13 15,5-4-15,14-9 16,13-3-16,7 2 16,6 3-16,-3 9 15,-4 8 1,-4 8-16,-3 10 15,-2 6-15,2 7 16,-4 11-16,0 2 16,-2 11-16,0 16 15,-2 1-15,-6-6 16,0-10-16,-4-12 16,0-2-1,-1-7-15,-2-17 16,12 12-16,17-22 15</inkml:trace>
  <inkml:trace contextRef="#ctx0" brushRef="#br0" timeOffset="55279.86">16701 9917 0,'0'0'0,"0"0"0,0 0 16,0 0-16,2 6 16,8 15-16,6 22 15,3 18-15,4 12 16,-4 10-16,0 10 16,-21 27-1,-13-5 1,-21-11-1,-11-17-15,1-28 16</inkml:trace>
  <inkml:trace contextRef="#ctx0" brushRef="#br0" timeOffset="55614.85">16189 9903 0,'0'0'0,"0"0"15,-2 4 1,-5 16-16,-15 29 15,-8 27-15,-5 27 16,-2 8-16,-2 19 16,8 1-16,8-11 15,8-9-15,33-3 32,19-13-32,19-24 15,3-23 1</inkml:trace>
  <inkml:trace contextRef="#ctx0" brushRef="#br0" timeOffset="65079.77">15957 11656 0,'0'0'0,"-2"-3"0,2 3 16,0 0-16,0 0 16,0 0-16,0 0 15,0 0-15,-10 16 16,10-3-16,0 3 15,0-1 1,0-2-16,-1-3 16,1-10-16,-3 14 15,3-14-15,0 0 16,0 0-16,0 0 16,-19-35-16,17-14 15,9-6-15,5 0 16,1 4-16,-4 17 15,-1 11 1,-4 8-16,-4 15 16,9-14-16,-9 14 15,0 0-15,29 14 16,-8 8-16,3 17 16,-1 6-16,0-4 15,-5-7-15,-4-9 16,-4-3-16,1-6 15,-4-2-15,-4-3 16,-3 2 0,0-2-16,0-11 15</inkml:trace>
  <inkml:trace contextRef="#ctx0" brushRef="#br0" timeOffset="65263.17">15878 11758 0,'0'0'0,"-5"0"16,5 0 0,0 0-16,0 0 15,0 0-15,0 0 16,0 0-16,0 0 16,51 5-16,-3-14 15,3-7-15,8-1 16,3-4-16</inkml:trace>
  <inkml:trace contextRef="#ctx0" brushRef="#br0" timeOffset="65562.95">16249 11459 0,'0'0'0,"0"0"0,-1-4 16,1 4-16,0 0 15,0 0-15,0 0 16,25 5 0,2 0-16,9 8 15,7 7-15,-5 11 16,-2 7-16,-14-4 16,-9 9-16,-9-1 15,-9-5-15,-9-1 16,-3-3-16,-7-2 15,-4 3-15,0-6 16,-8-1-16,0-7 16</inkml:trace>
  <inkml:trace contextRef="#ctx0" brushRef="#br0" timeOffset="65829.42">15694 11441 0,'0'0'0,"0"0"0,-8 5 15,8-5-15,-40 30 16,15 16-16,0 21 15,8 13-15,16 1 16,11 7 0,11-5-16,8 1 15,5-10-15,18-7 16,19-13-16</inkml:trace>
  <inkml:trace contextRef="#ctx0" brushRef="#br0" timeOffset="68063">18174 8903 0,'0'0'0,"0"0"0,0 2 16,0-2-16,0 0 15,8 19-15,-1 3 16,-1 6-16,0 2 16,-4-4-16,3-1 15,-1-1 1,-1 1-16,0-2 16,0-4-16,-1-5 15,1-3-15,-3-11 16,0 0-16,0 0 15,21 3-15,-21-3 16,20-6-16,-20 6 16,0 0-16,0 0 15,0 0 1,15-4-16,-15 4 16,0 0-16,7 17 15,-7-17-15,5 17 16,1-5-16,-6-12 15,19 12-15,-19-12 16,29-8-16,-12-4 16,1-9-1,-2-8-15,-2-2 16,-4-3-16,0-1 16,-3 7-16,-3 6 15,-2 11-15,-2 11 16,0 0-16,4-14 15,-4 14-15,0 0 16,0 0-16</inkml:trace>
  <inkml:trace contextRef="#ctx0" brushRef="#br0" timeOffset="68229.77">18503 9131 0,'0'0'0,"0"0"0,0 0 15,0 0-15,0 0 16,0 3-16,0-3 16,4 12-16,2 10 15,2 13-15,0 6 16,0 1 0,-3-7-16,0-6 15</inkml:trace>
  <inkml:trace contextRef="#ctx0" brushRef="#br0" timeOffset="70113.35">18282 10640 0,'0'0'16,"0"0"-16,0 0 0,0 0 0,2 8 15,3 6 1,2 11-16,7 7 15,-1-2-15,2-3 16,-5-10-16,-3-6 16,-7-11-16,13 12 15,-13-12-15,0 0 16,17 1 0,-17-1-16,19-9 0,-19 9 15,19-10 1,-19 10-16,0 0 15,19-10-15,-19 10 16,16 7-16,-16-7 16,0 0-16,18 9 15,-18-9-15,0 0 16,0 0-16,16 6 16,-16-6-16,24-22 15,-1-3 1,-2-12-16,-7-2 15,-6-1-15,-5 5 16,-1 5-16,-2 9 16,0 6-16,0 15 15,2-14-15,-2 14 16,0 0-16</inkml:trace>
  <inkml:trace contextRef="#ctx0" brushRef="#br0" timeOffset="70446.75">18775 10748 0,'0'0'0,"0"0"0,0 0 0,0-5 16,0 5-16,8-27 16,5 0-16,5 0 15,-2 7 1,-5 7-16,-11 13 15,14-11-15,-14 11 16,0 0-16,21 5 16,-15 9-16,-9 9 15,-5 5-15,-5 0 16,1-7-16,3-6 16,4-4-16,5-11 15,-5 10-15,5-10 16,26 9-1,13-9-15,10-10 16,9-14-16,-3 2 16,6-6-16,-1-2 15,-4 4-15</inkml:trace>
  <inkml:trace contextRef="#ctx0" brushRef="#br0" timeOffset="75996.72">22173 9506 0,'0'0'0,"0"-6"0,0 6 0,-3-19 16,1 5-16,0 1 16,0-2-16,-1 3 15,3 12-15,-14-15 16,0 6-16,-13-8 16,0-2-1</inkml:trace>
  <inkml:trace contextRef="#ctx0" brushRef="#br0" timeOffset="76879.52">21428 9371 0,'0'0'0,"0"0"0,0 0 16,0 0-16,13 0 15,19-1-15,21-11 16,9-22 0,4 6-16,-1-8 15,-8 7-15,9 14 16,5-2-16,-2 4 15,-7 0-15,-1 2 16,-18 2-16,3-2 16,-4-4-16,-10 4 15,-5-1-15,-10 5 16,2 0 0,-1 1-16,2 2 15,-4 0-15,-16 4 16,21-5-16,-21 5 15,0 0-15,15-4 16,-15 4-16,0 0 16,2-12-16,-2-4 15,-4-5-15,-8 7 16,-7-1-16,-5 3 16,0 1-1,-4-1-15,1 0 16,0 1-16,10 3 15,17 8-15,0 0 16,-18-8-16,18 8 16,0 0-16,0 0 15,0 0-15,0 0 16,0 0-16,38 0 16,11 1-1,1-1-15,2 0 16,4 4-16,-10 5 15,-2 6-15,-14 1 16,-11 1-16,-13 2 16,-13 10-16,-26 13 15,-23 18-15,-20 22 16,14-17 0,-18 18-16,31-33 15</inkml:trace>
  <inkml:trace contextRef="#ctx0" brushRef="#br0" timeOffset="77880.27">23218 8504 0,'0'0'0,"0"0"0,0 0 15,-6 2-15,6-2 16,0 0-16,0 0 16,0 0-16,0 0 15,0 0 1,-8 20-16,4 4 15,0 14-15,-2 10 16,-3 15-16,0 2 16,-2 3-16,2-5 15,-2-4-15,0-4 16,-3-5-16,3-9 16,1-7-1,3-12-15,3-5 16,-2-7-16,6-10 15,-6 17-15,6-17 16,-6 12-16,6-12 16,0 0-16,0 0 15,0 0-15,-12 10 16,12-10-16,0 0 16,0 0-16,0 0 15,0 0 1,0 0-16,0 0 15,0 0-15,0 0 16,-7-10-16,7 10 16,0 0-16,0 0 15,0 0-15,0 0 16,0 0-16,0 0 16,0 0-16,0 0 15,0 0-15,0 0 16,19 4-1</inkml:trace>
  <inkml:trace contextRef="#ctx0" brushRef="#br0" timeOffset="78596.5">23204 8438 0,'0'0'0,"0"0"16,0 0-16,0 0 16,0-3-16,0 3 15,2-11-15,6-2 16,7-9-16,14-6 16,13-1-16,8 3 15,6 5-15,1 7 16,-4 5-16,-5 6 15,-7 5 1,-3 5-16,-8 5 16,-4 7-16,-8 0 15,-8 7-15,-8 6 16,-17 5-16,-12 5 16,-17 2-16,-18 4 15,-13 2-15,0-3 16,10-15-1,11-10-15,15-10 16,4-6-16,8-2 16,4 2-16,4-3 15,19-3-15,-22 6 16,22-6-16,0 0 16</inkml:trace>
  <inkml:trace contextRef="#ctx0" brushRef="#br0" timeOffset="79046.28">24208 8201 0,'-3'6'0,"-6"12"0,-7 16 15,-28 53-15,-11 16 16,-4 4 0,-4 4-16,0 0 15,-7 14-15,9-17 16,2-2-16,10-14 16,1 2-1,7-5 1,13-25-1,7-11-15,14-22 16,6-8-16,3-8 16</inkml:trace>
  <inkml:trace contextRef="#ctx0" brushRef="#br0" timeOffset="79330.25">24288 8662 0,'0'0'0,"0"0"0,0 0 16,-4 6-16,-7 13 16,-8 20-16,-8 33 15,0 18 1,1 9-16,3 1 15,-2 9 1,3-14 0,6-22-16,2-26 15,10-31-15,4-16 16</inkml:trace>
  <inkml:trace contextRef="#ctx0" brushRef="#br0" timeOffset="79595.8">24285 8696 0,'0'0'0,"-3"-3"0,3 3 0,0 0 16,0 0-16,-8-12 16,8 12-16,0 0 15,4-14-15,8 2 16,27-5-16,21-5 15,13 5 1,5 0-16,-3 4 16,4 3-16,4 3 15,-15 4-15,-9 3 16,-7 1-16,-18 1 16</inkml:trace>
  <inkml:trace contextRef="#ctx0" brushRef="#br0" timeOffset="79829.56">24133 9074 0,'0'0'0,"0"0"16,0 0-1,0 0-15,0 0 16,0 0-16,18-10 16,38-15-16,37-17 15,19-5-15,6 5 16,498-107-16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8T10:38:52.025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3483 697 0,'0'0'0,"0"4"0,0-4 0,0 0 15,1 11-15,-1-11 16,-1 19-16,-1-1 15,-6 19 1,-4 4-16,-3 13 16,-2 4-16,1-4 15,0 2-15,3-8 16,5-8-16,4-5 16,2-7-16,6-2 15,1-5-15,0-8 16,-5-13-16,0 0 15,29-3 1,-2-11-16,6-10 16,-8 3-16,-7 4 15,-6 5-15,-12 12 16,11-15-16,-11 15 16,0 0-16,0 0 15,0 0-15,16 11 16,-9 2-16,0 1 15,1 1 1,-1-1-16,-3-4 16,-4-10-16,18 15 15,0-17-15,11-10 16,10-16-16,2-9 16,-7-8-16,-7-7 15,-9 4-15,-5 5 16,-9 11-16,-3 17 15,-1 2 1,0 13-16,0-17 16,0 17-16,0 0 15</inkml:trace>
  <inkml:trace contextRef="#ctx0" brushRef="#br0" timeOffset="250.55">3914 1225 0,'0'0'0,"0"0"16,0 0-16,-3 10 16,-2 11-16,-1 17 15,-3 1-15,3 0 16,0 2-16,2 2 15,3-5-15,2 4 16</inkml:trace>
  <inkml:trace contextRef="#ctx0" brushRef="#br0" timeOffset="933.6">4831 860 0,'0'0'0,"0"0"0,0 3 15,-2 10-15,1 24 16,-8 27-16,-5 8 15,3-7-15,-1-3 16,5-15 0,10-5-16,3-14 15,0-14-15,-6-14 16,12 13-16,-12-13 16,32-10-16,-11 1 15,-2 1-15,-19 8 16,26-10-16,-26 10 15,15-4-15,-15 4 16,26 15-16,-7 2 16,0 5-1,-2-2-15,-2-3 16,-2-3-16,-2-4 16,5-6-16,10-18 15,11-14-15,6-12 16,-6-6-16,-3-5 15,-9-5-15,-9 0 16,-5 8 0,-5 11-16,-4 14 15,-1 8-15,-1 4 16,0 11-16,0 0 16,0 0-16</inkml:trace>
  <inkml:trace contextRef="#ctx0" brushRef="#br0" timeOffset="1316.7">5418 1368 0,'0'0'0,"0"0"0,0 0 0,2-3 0,-2 3 15,20-17-15,-4 6 16,-1 2-16,2 5 15,3 7-15,1 7 16,1 11 0,-7 6-16,-6 5 15,-8 7-15,-4 1 16,-3 3-16,-5 1 16,-4 2-16,0-2 15,1-5-15,6-9 16,1-12-16,5-6 15,2-12-15,16 17 16,11-16-16,15-7 16,16-14-1,3-4-15,3-2 16,-5 0-16,-9 3 16,-5 4-16,-9 3 15,-10 12-15</inkml:trace>
  <inkml:trace contextRef="#ctx0" brushRef="#br0" timeOffset="5067.13">6491 1191 0,'0'0'0,"0"0"0,0 0 16,0 0-16,0 0 16,0 0-16,6 6 15,-6-6-15,45 22 16,3-6-16,9-2 16,-1-1-1,3-5-15,7-1 16,3-3-16,-1-2 15,-9-2-15,2-2 16,-3-2-16,-4 0 16,-2-3-16,-9 1 15,-7-2-15,-6 2 16,-8 0-16,-4 1 16,-18 5-1,23-14-15,-15 3 16,-2 1-16,-6 10 15,4-16-15,-7 6 16,-1-5-16,-8-6 16,-4-1-16,-1 3 15,-2-1-15,3 7 16,-1 2-16,0-2 16,17 13-16,-26-13 15,26 13 1,-16-6-16,16 6 15,0 0-15,0 0 16,0 0-16,0 0 16,0 0-16,0 0 15,0 0-15,1 10 16,20 3-16,9 5 16,2 3-16,-2-4 15,-4-4 1,-3-2-16,-3-1 15,-4-2-15,-16-8 16,17 12-16,-17-12 16,5 11-16,-5-11 15,4 11-15,-4-11 16,-4 21-16,-12 5 16,-13 20-1,-9 8-15,0-3 16</inkml:trace>
  <inkml:trace contextRef="#ctx0" brushRef="#br0" timeOffset="5783.48">8063 975 0,'0'0'0,"0"0"16,0 0-16,0-4 15,0 4-15,19 10 16,24 25-16,6 17 16,9 14-1,-2 0-15,1 7 16,-12 4-1,-24 0 1,-14-15-16,-11-18 16,-20-3-16,-9-6 15,-2-4-15,2-12 16,15-13-16,18-6 16,-25-29-16,25-31 15,29-43-15,23-25 16,11-2-1,6 9-15,-5 21 16,-3 11-16,-7 23 16,-6 15-16,1 10 15,-8 9-15,-3 10 16,-6 9-16</inkml:trace>
  <inkml:trace contextRef="#ctx0" brushRef="#br0" timeOffset="8000.51">9196 1055 0,'0'0'0,"0"-4"0,0 4 0,0 0 0,3-13 16,-3 13-1,1-20-15,-1 20 16,-10-17-16,10 17 16,-46 0-16,-2 20 15,-13 22-15,-5 5 16,8 8-16,10 12 16,13-7-1,14-6-15,8-14 16,9-15-16,1-10 0,3-15 15,0 0 1,30-5-16,14-30 16,6-14-16,-9 1 15,-10 7-15,-12 16 16,-7 8-16,-5 6 16,-7 11-16,0 0 15,16-5-15,-16 5 16,29 24-16,-3-2 15,0 4 1,2-4-16,11-16 16,3-17-16,4-6 15,2-14-15,-2-8 16,-6 2-16,-9 6 16,-8 11-16,-12 9 15,-11 11-15,0 0 16,22 18-1,-12 13-15,-3 8 16,-4-5-16,0-6 16,-3-9-16,0-7 15,0-12-15,0 12 16,0-12-16,0 0 16,0 0-16,26-17 15,-4 3-15,-4 2 16,-18 12-1,27-15-15,-27 15 16,28-5-16,-9 7 16,4 3-16,8 3 15,3 2-15,-2 0 16,2 1-16,-7-3 16,1 1-16,-2-1 15,1 4-15,3 4 16,-3 1-1,-5-2-15,0-1 16,-4 0-16,6 0 16,6-3-16,6-7 15,5-8-15,-3-12 16,3-5-16,-6-5 16,3-8-16,-2-3 15,-6-10-15,-7 2 16,-13 3-16,-8 10 15,-10 2 1,-9 9-16,-11 9 16,-14 12-16,-5 13 15,-7 13-15,1 7 16,6 7-16,8 5 16,11 5-16,15-1 15,5-7-15,8-8 16,8-8-16,5-4 15,8-5 1,14-13-16,9-17 16,10-21-16,6-20 15,-2-18-15,2-24 16,-4 1-16,-11 1 16,-11 4-16,-9 0 15,-8 6 1,-7 17-1,-6 21 1,-3 22-16,-1 14 16,0 10-16,0 0 15,0 0-15,-17 52 16,-6 37-16,4 10 16,6 17-16,6-8 15,4-10-15,6-13 16,-3-31-16,3 2 15,6-7-15,17-1 16,15-5 0,-8-20-16,12-16 15,8-20-15,12-17 16,21-20-16,-1-9 16,-7-3-16,-6-6 15,-24 10-15,-13 13 16,-14 12-16,-9 11 15,-7 12-15,-5 10 16,0 0 0,-14 19-16,-15 24 15,-1 3-15,-1 1 16,0 0-16,8-12 16,5-5-16,7-4 15,8-4-15,7-10 16,-4-12-16,27-2 15,5-22 1,0-8-16,-3-22 16,-1 0-16,-12-2 15,-11 9-15,-6 15 16,-9 9-16,0 12 16,10 11-16,-32-10 15,16 10-15,16 0 16,-21 0-16,21 0 15,0 0-15,0 0 16,0 0 0,61-26-16,2 5 15,-4 10-15,-7 5 16,-6 10-16,-8 14 16,-5 12-16,-8 4 15,-12-1-15,-6-4 16,-2-6-16,-3-4 15,-1-7-15,-1-12 16,0 11 0,0-11-16,0 0 15,19-8-15,20-22 16,6-11-16,-8 9 16,-11 10-16,-9 6 15,0 6-15,1 12 16,5 13-16,-2 9 15,-2 6-15,0 2 16,-3-2 0,-1-1-16,3-2 15,16-12-15,4-12 16,2-12-16,5-10 16,-3-5-16,-6 0 15,-6 1-15,-8 8 16,-7 2-16,-15 13 15,25-9 1,-7 13-16,3 5 16,4 1-16,-2 0 15,-1-1-15,0-8 16,4-7-16,0-3 16,-4 1-16,-4 3 15,-18 5-15,36 15 16,-4 11-16,7 9 15,1-1-15,-6-4 16,1-4-16,21-11 16,15-6-1</inkml:trace>
  <inkml:trace contextRef="#ctx0" brushRef="#br0" timeOffset="8500.08">13570 921 0,'0'2'0,"-3"14"16,-2 14-16,-12 52 15,-1 8-15,1-8 16,8-21 0,7-16-16,3-15 15,2-19-15,-3-11 16,49-12-16,15-50 16,-1-11-16,-18 9 15,-11 16-15,-16 25 16,4 15-16,1 11 15,-6 7-15,-4 2 16,0 9 0,0 5-16,-1-4 15,1 4-15,-1-3 16,16-10-16,14-11 16,12-21-16,12-19 15,-8-24-15,-6-2 16,-11-6-16,-14 15 15,-9 14-15,-9 13 16</inkml:trace>
  <inkml:trace contextRef="#ctx0" brushRef="#br0" timeOffset="9000.45">14854 1006 0,'4'-9'0,"5"-8"0,5-12 16,12-22-16,-6 5 15,-7 15 1,-12 17-16,-1 14 16,-34-6-16,-23 30 15,-14 29-15,6 14 16,7 13-16,22-13 16,6 0-16,15-13 15,16-16-15,16-8 16,14-8-16,24-15 15,17-18-15,15-28 16,6-16-16,-9-9 16,-23 15-1,-24 17-15,-12 10 16,-11 13-16,-14 9 16,28 14-16,-13 18 15,-4 13-15,-2 7 16,-3-1-16,0-11 15,-4-13-15,1-8 16,-1-6-16,-2-13 16,13 13-16</inkml:trace>
  <inkml:trace contextRef="#ctx0" brushRef="#br0" timeOffset="9134.33">15558 568 0,'0'0'0,"0"0"0,0 0 16,0 0-1</inkml:trace>
  <inkml:trace contextRef="#ctx0" brushRef="#br0" timeOffset="9367.27">15821 956 0,'0'0'0,"0"0"0,0-2 15,0 2 1,0 0-16,0 0 16,-33 39-16,4 30 15,11 25-15,-7 14 16,-1 22-16,-10 72 31,8-29-31</inkml:trace>
  <inkml:trace contextRef="#ctx0" brushRef="#br0" timeOffset="10084.37">16179 1049 0,'20'-28'0,"26"-35"15,0-2-15,46-71 16,-39 60-16,-17 21 16,-13 22-16,-12 16 15,-11 17-15,0 0 16,26 5-16,-16 36 15,-8 45-15,-20 29 16,-8 8-16,1-18 16,6-10 15,7-32-31,10-29 16,6-20-16,12-14 15,37-36-15,29-27 16,-15-10-16,-18 21 15,-18 18-15,-6 13 16,9 20-16,-3 9 16,3 11-16,-1 12 15,-5 2 1,1-3-16,-9-6 16,1-12-16,14-13 15,9-22-15,7-31 16,0-14-16,-7-17 15,-10 7-15,-6 4 16,-10 15-16,-7 21 16,-6 19-16,-5 19 15,0 0-15,0 0 16,-17 33 0,-14 43-16,2 31 15,6-11-15,10-7 16,5-27-16,4-28 15,1-18-15,-14-14 16,-29-20-16,-22-37 16,9 5-16,27 13 15,12 9 1,11 13-16,9 15 16,0 0-16,66-10 15,122 7-15,41 11 16,28-1-16,-1 2 15</inkml:trace>
  <inkml:trace contextRef="#ctx0" brushRef="#br0" timeOffset="13617.34">1951 3183 0,'0'0'0,"0"0"0,0 0 15,0 0-15,0 0 16,-4 5-16,-5 21 16,-12 48-16,-4 27 15,6 6-15,6-11 16,8-14-1,9-11 1,12-22 0,11-22-16,7-15 15,-3-23-15,1-13 16,-3-3-16,-7 1 16,-2 7-16,-20 19 15,24-10 1,-8 23-16,1 9 15,3 15-15,0 3 16,1 1-16,-3-2 16,2-12-16,4-10 15,-3-12-15,2-13 16,5-16-16,7-28 16,-3-31-16,-5-1 15,-10 7 1,-7 21-16,-6 22 15,-1 13-15,0 8 16,-3 13-16,0 0 16,0 0-16</inkml:trace>
  <inkml:trace contextRef="#ctx0" brushRef="#br0" timeOffset="13850.38">2689 3863 0,'0'0'0,"0"0"0,-2 8 16,-6 23-16,-7 32 15,6 11-15,4-5 16,1-8-16,2-4 16,2-3-16,4-5 15,5-11-15,1-7 16,9-17-1</inkml:trace>
  <inkml:trace contextRef="#ctx0" brushRef="#br0" timeOffset="14067.26">3046 3669 0,'0'0'0,"0"-3"0,0 3 0,0 0 15,4-12-15,4-1 16,24-9-16,23-5 16,16 3-16,2 6 15,1 4-15,-5 5 16,-7 2-16,-10 3 16,-7 2-16,-14 2 15,-1 8-15</inkml:trace>
  <inkml:trace contextRef="#ctx0" brushRef="#br0" timeOffset="14266.72">3208 3994 0,'0'0'0,"0"0"0,0 0 0,0 0 16,2 5-16,-2-5 15,45 15-15,29-15 16,20-14-16,5-3 15,8-10 1,-2-1-16,-7-3 16,-3-1-16</inkml:trace>
  <inkml:trace contextRef="#ctx0" brushRef="#br0" timeOffset="14600.72">4360 3577 0,'0'0'0,"-4"0"0,4 0 15,-20 29-15,-5 19 16,4 10-16,7-4 16,9-6-16,8-10 15,7-1-15,10-11 16,5-9-16,3-8 15,6-16 1,-4-9-16,1-16 16,-2-30-16,-2-7 15,-11-13-15,-11 1 16,-5 16-16,-6 8 16,-2 16-16,1 14 15,1 13 1,6 14-16,-3-10 31</inkml:trace>
  <inkml:trace contextRef="#ctx0" brushRef="#br0" timeOffset="14734.14">4922 3322 0,'0'0'0,"0"0"0,2-3 16</inkml:trace>
  <inkml:trace contextRef="#ctx0" brushRef="#br0" timeOffset="15066.58">5528 2877 0,'0'0'0,"7"-6"0,-7 6 16,36-23-16,4 10 16,4 11-16,-8 13 15,-6 22-15,-9 24 16,-14 25-16,-18 8 16,-29 7-16,-12 3 15,-5-3-15,8-22 16,17-25-16,7-14 15,11-7-15,14 0 16,8-6 0,10-11-16,19-10 15,24-23-15,12-6 16,3-9-16,-10 2 16,-5 2-16,-13 7 15,-13 4-15,-12 10 16</inkml:trace>
  <inkml:trace contextRef="#ctx0" brushRef="#br0" timeOffset="15867.39">7736 3026 0,'0'0'0,"0"0"15,0 0-15,0 0 16,-4 9-16,-3 10 16,-6 18-16,-1 11 15,5 5-15,7 0 16,6 1-16,19 4 31,4-10-15,4-14-16,-1-19 15,-3-13-15,-7-2 16,-2-2-16,-18 2 16,27 2-16,-9 15 15,7 13-15,2 6 16,-7-2-16,-1-6 15,3 7-15,3-7 16,9-19 0,-6-15-16,9-26 15,11-28-15,14-31 16,4-26-16,-17-1 16,-12 5-16,-22 31 15,-10 24-15,-5 22 16,-3 17-16,3 19 15,0 0 1,0 0-16,-4 34 16,1 16-16</inkml:trace>
  <inkml:trace contextRef="#ctx0" brushRef="#br0" timeOffset="16183.29">8547 3567 0,'0'0'0,"0"0"0,0 2 16,1 9-16,1 15 16,1 20-1,-1 3-15,-5 1 16,0-1-16,1-4 16,-1-9-16,4-11 15,3-5-15,-1-10 16,-3-10-16,9 13 15,-9-13-15,0 0 16,0 0 0,19-11-16,-11-3 15,-1-6-15,1-19 16,-2-4-16,-1 2 16</inkml:trace>
  <inkml:trace contextRef="#ctx0" brushRef="#br0" timeOffset="16584.3">8545 3759 0,'0'0'0,"0"0"0,0 0 0,0 0 15,0 0-15,7-3 16,19-11-16,23-12 16,5 4-16,3 6 15,-1 9-15,-7 14 16,-9 10-16,-12 7 15,-11 4-15,-11 19 16,-18 9 0,-24 26-16,-22 8 15,-24-8-15,-3 19 16,6-14-16,0 7 16,17-5-16,14-23 15,15-16-15,12-17 16,10-14-16,11-19 15,2 11-15,29-22 16,57-21 0,19-12-16,0 1 15,8-4-15,-25 14 16,5-4-16,-21 10 16,-15 5-16,-17 5 15,-10 4-15,-3 2 16,-3 1-16</inkml:trace>
  <inkml:trace contextRef="#ctx0" brushRef="#br0" timeOffset="16836.52">9725 3518 0,'0'0'0,"-4"-3"15,4 3-15,0 0 16,0 0-16,0 0 16,25-1-16,19 1 15,18 0-15,7 0 16,6 0-16,-14-1 15,-9-1 1</inkml:trace>
  <inkml:trace contextRef="#ctx0" brushRef="#br0" timeOffset="17066.55">9498 4059 0,'0'-3'0,"0"3"15,0 0-15,20-14 16,45-6-16,49-16 16,8 3-16,-1 1 15,-7 2 1,-16 4-16,-11 2 16,-17-2-16,-9 2 15,-12 5-15,-11 3 16</inkml:trace>
  <inkml:trace contextRef="#ctx0" brushRef="#br0" timeOffset="17384.05">10977 3598 0,'0'0'0,"0"0"0,0 0 15,0 0-15,9 3 16,13 8-16,17 7 15,9-2-15,10-8 16,-1-6 0,9-11-16,-4 1 15</inkml:trace>
  <inkml:trace contextRef="#ctx0" brushRef="#br0" timeOffset="17749.75">11749 3351 0,'0'0'0,"0"0"15,-10 7-15,-10 15 16,-23 21 0,-13 25-16,4 6 15,9 3-15,15-13 16,13-8-1,9-16 1,7-13-16,8-14 16,10-14-16,28-36 15,16-48 1,-8-5-16,-25 0 16,-16 11-16,-11 14 15,-5 14-15,-4 16 16,1 15-16,1 8 15,4 12-15,-7-13 16,7 13-16,0 0 16,0 0-16</inkml:trace>
  <inkml:trace contextRef="#ctx0" brushRef="#br0" timeOffset="17885.18">11963 3346 0,'0'0'0,"0"0"0,0 0 16,14-5-16,9-1 15</inkml:trace>
  <inkml:trace contextRef="#ctx0" brushRef="#br0" timeOffset="18084.96">12503 2880 0,'0'0'0,"0"0"16,0 0-16,0 0 16,0 4-16,0 10 15,0 18-15,0 25 16,0 10 0,-1 13-16,-6 2 15,-2-2-15,-2 34 31,0 1-31</inkml:trace>
  <inkml:trace contextRef="#ctx0" brushRef="#br0" timeOffset="19250.25">14531 3082 0,'0'0'0,"0"0"0,0 0 15,0 0-15,-2 22 16,-7 53-16,-4 46 16,-9 72 15,0-54-31,0-28 15,5-37-15,11-49 16,2-8-16,2-7 16,2-10-16,0 0 15,0 0-15,15-14 16,15-20-16,6-4 16,1-5-1,5 6-15,8 12 16,13 12-16,0 13 15,3 19-15,-8 16 16,-7 10-16,-5 10 16,-22-7-16,-14-5 15,-17 6-15,-21 1 16,-23-1-16,-16-3 16,-24-17-1,13-2-15,2-10 16,9-6-16,13-2 15,8-5-15,7 0 16,18-1-16,21-3 16,0 0-16</inkml:trace>
  <inkml:trace contextRef="#ctx0" brushRef="#br0" timeOffset="19433.93">15470 3889 0,'0'0'0,"6"0"15,-6 0-15,51 0 16,4 0-16,2 0 16,2-2-1,0 1-15,-11-2 16</inkml:trace>
  <inkml:trace contextRef="#ctx0" brushRef="#br0" timeOffset="19632.53">15317 4279 0,'0'0'0,"0"0"0,0 0 16,9 2-16,18 5 15,36 5-15,24-11 16,8-13-16,18-13 16,3-14-16,5-20 15</inkml:trace>
  <inkml:trace contextRef="#ctx0" brushRef="#br0" timeOffset="19916.74">16491 3776 0,'0'0'0,"-6"1"0,6-1 0,-43 13 16,-3 4-16,-9 17 16,1 8-16,-3 14 15,8 6-15,16-2 16,10-4-16,18-2 16,11-7-1,19-6-15,8-8 16,41-28-1,30-55 1,-6-56-16,-19-24 16,-50 29-16,-2 15 15,-19 4-15,-17 21 16,-10 25 0,-26 13-16,-90 27 0</inkml:trace>
  <inkml:trace contextRef="#ctx0" brushRef="#br0" timeOffset="25086.2">1733 5467 0,'0'0'0,"0"0"15,0 0-15,-7-1 16,7 1-16,0 0 15,-14 18-15,-6 33 16,-3 44-16,0 23 16,6-7-16,1-9 15,2 1 1,3-18-16,0-5 31,2-19-31,5-25 16,1-18-16,3-18 15,0 0-15,-7-31 16,1-22-16,4 5 16,4 4-16,4 4 15,4 8 1,4 5-16,4 6 16,6 8-16,9 9 15,9 4-15,2 4 16,4 2-16,-1-1 15,7-1-15,-2 1 16,-4-8-16,0-12 16,-2-17-16,6-6 15,0-12 1,-7-9-16,-11-8 16,-7 0-16,-9 5 15,-7 10-15,-6 13 16,-5 14-16,0 10 15,0 15-15,0 0 16,0 0-16,-23 54 16,7 43-16,3 6 15,8 0 1,1-1-16,1-16 16,1-11-16,-4-11 15,-2-11-15,1-8 16,1-9-16,5-7 15,7-1-15</inkml:trace>
  <inkml:trace contextRef="#ctx0" brushRef="#br0" timeOffset="25900.07">3203 5546 0,'0'0'0,"0"0"15,-7-3-15,7 3 16,-39 0-16,-3 17 16,-15 19-16,-10 19 15,-3 8 1,9-3-16,4 3 16,14 6-16,17-2 15,11-9-15,12-9 16,9-12-16,20 3 15,17-3-15,9 5 16,8-5-16,-17-12 16,2 2-16,4 1 15,-3-1-15,1 3 16,-13-8 0,-13-7-16,-11-5 15,-10-10-15,-10 22 16,-25-7-16,-6 4 15,-13-6-15,-13-6 16,-7-5-16,4-6 16,21 1-16,16-1 15,11 1-15,22 3 16</inkml:trace>
  <inkml:trace contextRef="#ctx0" brushRef="#br0" timeOffset="26652.34">3888 5535 0,'-2'1'0,"-9"13"0,11-14 0,-27 37 16,-38 57-16,3 53 15,13-9-15,13 15 16,12 1-16,16 53 31,16-25-31,8-46 16,33-22-16,-8-70 15,14-20-15,2-16 16,4-32-16</inkml:trace>
  <inkml:trace contextRef="#ctx0" brushRef="#br0" timeOffset="26883.77">4136 5899 0,'0'0'0,"0"0"0,0 0 16,0 0-16,6 0 16,-6 0-1,40 22-15,3 14 16,18 26-16,3 1 15,21 23 1,-3-10 0,-20-33-16,5-11 15</inkml:trace>
  <inkml:trace contextRef="#ctx0" brushRef="#br0" timeOffset="27067.07">4520 5757 0,'0'0'0,"-7"3"16,7-3-16,-50 48 15,-8 34-15,3 17 16,16 1 0,15 1-16,13-7 15,4 2-15,15-8 16</inkml:trace>
  <inkml:trace contextRef="#ctx0" brushRef="#br0" timeOffset="27316.27">4860 6191 0,'0'0'0,"2"1"0,0 12 15,7 26-15,5 28 16,-9 9-16,-5-6 16,-3-9-1,-2-14-15,-1-9 16</inkml:trace>
  <inkml:trace contextRef="#ctx0" brushRef="#br0" timeOffset="27617.11">5117 5543 0,'0'0'0,"0"0"0,0 0 16,10 7-16,22 17 16,27 38-16,2 31 15,-11 25-15,-13 8 16,-14 85 15,-23-43-31,-21 11 16,-2-20-16,-21-68 15,3 1-15,1-32 16,1-23-16,10-14 16</inkml:trace>
  <inkml:trace contextRef="#ctx0" brushRef="#br0" timeOffset="27917.22">5806 6160 0,'0'0'0,"11"3"0,-11-3 0,21 4 0,24 6 15,12-1-15,3-1 16,7 3-16,3-5 16,-2-3-16,-12-8 15,-11-2-15,3 2 16,-1 0-16,-11 1 16</inkml:trace>
  <inkml:trace contextRef="#ctx0" brushRef="#br0" timeOffset="28150.12">5830 6864 0,'0'0'0,"8"2"0,-8-2 0,53 5 16,9-8-16,16-7 15,4-2-15,-3-1 16,-5 0-16,-19 1 16,4-2-16,0-4 15,-4-3-15,-7 1 16</inkml:trace>
  <inkml:trace contextRef="#ctx0" brushRef="#br0" timeOffset="28699.95">6920 5921 0,'0'0'0,"3"-9"0,6-4 15,24-23-15,32 0 16,7 9-1,3 18-15,-7 17 16,-10 2-16,-10 23 16,-17 13-16,-20 25 15,-31 36-15,-23 8 16,-9 8-16,-40 37 31,6-31-31,12-25 16,22-37-1,34-42-15,8-11 16,10-14-16,-3 10 16,27-4-16,42-14 15,26-9-15,8-20 16,-19-4-16,-3-4 16,-12 3-16,-15 10 15,-13 7-15,-4 3 16</inkml:trace>
  <inkml:trace contextRef="#ctx0" brushRef="#br0" timeOffset="29850.64">10459 5930 0,'0'0'0,"0"0"0,0 6 16,0 15-16,-3 42 16,-7 36-16,-5 8 15,-10 10-15,-9 10 31,-8-31-15,2-24-16,20-37 16,20-35-16,0 0 15,0 0-15,3-83 16,11-53-16,9-14 16,10 3-16,8 6 15,2 18-15,-4 17 16,-1 25-16,-4 26 15,6 22 1,5 20-16,5 21 16,6 25-16,-4 29 15,-5 30-15,-13 9 16,-13 10-16,-8 5 31,-6-19-31,-2-11 16,-2-21-1,-3-25-15,-1-15 16</inkml:trace>
  <inkml:trace contextRef="#ctx0" brushRef="#br0" timeOffset="30100.27">10449 6272 0,'0'0'0,"0"0"0,0 0 16,8-2-16,16-8 15,28-8-15,21-4 16,4 4-16,-5 2 16,-9 3-16,-14 2 15,0 0-15,-3 3 16,-8 1-1,-14 0-15,-24 7 16,16-1-16</inkml:trace>
  <inkml:trace contextRef="#ctx0" brushRef="#br0" timeOffset="30917">11682 5675 0,'0'0'0,"-6"4"16,-4 8-16,-25 26 15,-20 35-15,6 24 16,0 15-16,2 28 15,15-4-15,4 0 16,13-4 0,41 4-1,23-27 1,23-21-16,39-34 16</inkml:trace>
  <inkml:trace contextRef="#ctx0" brushRef="#br0" timeOffset="31150.43">11911 6056 0,'0'0'0,"0"0"0,2 5 15,4 11-15,10 20 16,12 11-16,9 11 15,0-4-15,-4-7 16,-1-5-16,-6-12 16,-4-5-1,-3-5-15</inkml:trace>
  <inkml:trace contextRef="#ctx0" brushRef="#br0" timeOffset="31367.05">12080 5874 0,'0'0'0,"0"0"0,0 0 15,-4 5-15,-10 15 16,-16 38-16,-9 35 16,4 6-16,-3 3 15,5-11-15,4-8 16,5-14-16,3-12 15,2 2-15,6-9 16,2-4-16</inkml:trace>
  <inkml:trace contextRef="#ctx0" brushRef="#br0" timeOffset="32183.14">12547 6376 0,'0'0'0,"0"0"16,8 2-16,16 0 15,13 5-15,5 1 16,-2 9-16,3 13 16,-5 7-16,-14 12 15,-13 5 1,-18 5-16,-14 5 16,-4-9-16,-6-7 15,6-13-15,6-10 16,6-9-16,13-16 15,-11 13-15,11-13 16,0 0-16,38 14 16,26 0-16,12-16 15,16-11 1,-6-3-16,3-8 16,-11-9-16,-4-15 15</inkml:trace>
  <inkml:trace contextRef="#ctx0" brushRef="#br0" timeOffset="32416.41">13258 5836 0,'0'0'0,"0"0"0,6 5 16,14 6-16,27 23 15,15 35-15,-6 20 16,-15 14-16,-10 9 16,-27 8-16,-8-16 15,-10 10 1</inkml:trace>
  <inkml:trace contextRef="#ctx0" brushRef="#br0" timeOffset="32636.11">14112 6562 0,'0'0'0,"5"-1"0,-5 1 16,28-14-16,9 2 15,22-4-15,10 2 16,1 5-16,-11 1 16,-5 1-16,-3 3 15,-11 1 1</inkml:trace>
  <inkml:trace contextRef="#ctx0" brushRef="#br0" timeOffset="32834.56">14108 6989 0,'0'0'0,"0"0"0,11-1 16,18 1-16,34-1 15,20-9-15,6-3 16,8-4-16,0-9 15</inkml:trace>
  <inkml:trace contextRef="#ctx0" brushRef="#br0" timeOffset="33051.44">15151 6089 0,'0'0'0,"0"0"0,-1 4 16,-11 20-16,-11 57 16,-6 48-1,4 5-15,9-4 0,-1 14 32,5-38-17</inkml:trace>
  <inkml:trace contextRef="#ctx0" brushRef="#br0" timeOffset="36449.23">18671 5766 0,'0'0'0,"0"0"16,0 0-16,0 0 15,2 4 1,-2-4-16,31 32 15,3 2-15,5 6 16,1 1-16,14 15 16,0-2-16,-9-7 15,-9-12-15,-9-8 16,1 1-16,10 10 16,-9-8-16,-10-12 15,2-5-15</inkml:trace>
  <inkml:trace contextRef="#ctx0" brushRef="#br0" timeOffset="36649.8">19503 5774 0,'0'0'0,"0"0"0,-5 4 16,5-4-1,-18 28-15,-3 3 16,-13 23-16,-9 12 16,-1 1-16,8-5 15,2-9-15,4-2 16,-1-1-16</inkml:trace>
  <inkml:trace contextRef="#ctx0" brushRef="#br0" timeOffset="36933.36">19023 6260 0,'0'0'0,"5"3"15,-5-3-15,0 0 16,0 0-16,6 15 16,-6 1-16,0 11 15,0 13-15,0 6 16,-9 10-1,-12 22-15,1 5 16,-6 7-16,7-20 16,3-11-16,0-1 15,9-15-15,13-2 16,9-2-16,2-7 16,-8-19-16</inkml:trace>
  <inkml:trace contextRef="#ctx0" brushRef="#br0" timeOffset="37183.31">19700 6494 0,'0'0'0,"8"3"0,-8-3 0,0 0 0,46 10 16,13 1-16,5-1 15,1-3-15,-8-4 16,-12-3-16,-3-1 16,-3-1-16,-5 0 15</inkml:trace>
  <inkml:trace contextRef="#ctx0" brushRef="#br0" timeOffset="37450.19">19633 6798 0,'0'0'0,"0"0"16,7 2-16,18 1 15,29 3 1,20-4-16,1-13 16,1-8-16,-10-1 15,-10 1-15,-13 4 16,-13 3-16,-8 3 16,-6 2-16,-16 7 15</inkml:trace>
  <inkml:trace contextRef="#ctx0" brushRef="#br0" timeOffset="38217.07">21117 5930 0,'0'0'0,"0"4"0,0-4 15,-4 16-15,-6 13 16,-5 34-16,-16 46 16,6-7-16,-3 27 15,-10 48 1,8-35-1</inkml:trace>
  <inkml:trace contextRef="#ctx0" brushRef="#br0" timeOffset="38533.79">20903 6035 0,'3'-6'0,"-2"-12"0,4-8 15,4-23-15,0 3 16,1 5 0,5 3-16,11 1 15,8-2-15,14 5 16,9 4-16,10 14 16,0 12-16,-5 11 15,-7 17-15,-17 9 16,-10 13-16,-13 11 15,-17 7-15,-20 4 16,-23 0 0,-13-4-16,-8-3 15,2-7-15,16-17 16,11-10-16</inkml:trace>
  <inkml:trace contextRef="#ctx0" brushRef="#br0" timeOffset="39416.97">21652 6167 0,'0'0'0,"-1"-3"16,1 3-16,0 0 15,0 0-15,-26-4 16,-11 24-16,-11 18 15,4 11-15,9 6 16,2-1 0,5-4-16,5-10 15,8-12-15,10-17 16,5-11-16,0 0 16,35-5-16,5-18 15,6-16-15,-6 2 16,-12 7-16,-10 12 15,-7 7-15,-11 11 16,27-9-16,1 19 16,9 6-1,-2 3-15,-2-2 16,-6-1-16,10-11 16,11-17-16,5-12 15,-5-10-15,-9-11 16,-13 1-16,-15 9 15,-11 4-15,-10 6 16,-7 6-16,-3 11 16,-5 9-1,2 10-15,4 15 16,10 19-16,11 11 16,14 10-16,3 2 15,0-10-15,1 3 31,-15-3-31,-22-6 16,-5-9 0,5-18-16,7-14 15,10-11-15,0 0 16,-16 7-16,19-19 16,21-24-16,23-34 15,19-17-15,-1-2 16,3 4-16,-4 11 15,-15 15-15,-18 24 16,-15 15 0,-16 20-16,0 0 15,0 0-15,-57 6 16,10 19-16,13 8 16,7 10-16,15 16 15,-2 14-15,2 20 16,7-21-16,10-8 15,15-8-15,-10-15 16,-8-3-16,-22 8 16,-5 1-1,0-8-15,-7-8 16,-6-12-16,5-7 16</inkml:trace>
  <inkml:trace contextRef="#ctx0" brushRef="#br0" timeOffset="39899.5">22918 6415 0,'0'0'0,"4"-3"0,-4 3 0,0 0 0,23-11 16,14 0-16,24 7 16,5 4-16,-6 4 15,-11-1 1,-7-1-16</inkml:trace>
  <inkml:trace contextRef="#ctx0" brushRef="#br0" timeOffset="40084.07">22764 6694 0,'0'0'0,"0"0"0,0 0 0,0 0 16,18-3-16,33-4 15,32-2-15,13-1 16,-2-7-16,6-24 15</inkml:trace>
  <inkml:trace contextRef="#ctx0" brushRef="#br0" timeOffset="40266.49">23862 6218 0,'0'0'0,"0"4"0,0-4 0,0 16 0,0 36 16,-7 51-16,-20 35 16,-9 8-16</inkml:trace>
  <inkml:trace contextRef="#ctx0" brushRef="#br0" timeOffset="43132.46">3862 7692 0,'0'0'0,"0"0"0,2-4 0,-2 4 16,51-33-1,25-1-15,3 1 16,-1 13-16,-4 1 16,-13 10-16,-6 3 15,-13 3-15,-12 3 16,-11 9-16,-11 19 16,-16 38-16,-32 37 15,-7-2 1,-7 1-16,2-8 15,5-7-15,5-13 16,10-16-16,10-12 16,10-4-16,15-6 15,11-4-15,8-6 16,18-7-16,5-5 16,22-7-16,7-8 15,-9-5 1,-8-3-16,-7-1 15,3-4-15,3 0 16,-3 1-16,-6 1 16</inkml:trace>
  <inkml:trace contextRef="#ctx0" brushRef="#br0" timeOffset="43350.18">5281 7851 0,'0'0'0,"0"0"0,0 0 0,0 0 16,5 0-16,13 0 16,28 0-1,24-4-15,7-4 16,3-7-16,2-10 15,-3-6-15,-4-4 16,-9 7-16</inkml:trace>
  <inkml:trace contextRef="#ctx0" brushRef="#br0" timeOffset="43566.68">5298 8254 0,'0'0'0,"0"0"16,0 0-16,7-1 16,16-2-16,24-6 15,25-7-15,11-6 16,1-4-16,-5-9 16,-12-1-16,-12 4 15,-3-2 1,-10 5-16</inkml:trace>
  <inkml:trace contextRef="#ctx0" brushRef="#br0" timeOffset="44183.66">7071 7365 0,'0'0'0,"0"0"0,-5 0 16,5 0-16,0 0 16,-14 21-16,-3 16 15,-10 38-15,3 25 16,7-7-16,15-16 16,17-28-1,16-14 1,8-15-1,7-23-15,1-25 16,-1-26-16,-7 6 16,-16 14-16,-14 21 15,-9 13-15,0 0 16,12 25-16,-1 16 16,2 8-16,-3-5 15,-3-11-15,1-9 16,11-12-1,16-14-15,15-23 16,2-37-16,0-44 16,2-9-16,-13 1 15,-17 34-15,-12 25 16,-6 26-16,-6 29 31,0 0-31</inkml:trace>
  <inkml:trace contextRef="#ctx0" brushRef="#br0" timeOffset="44366.32">7839 7807 0,'0'0'0,"0"0"16,0 0-16,0 0 16,-1 17-16,-3 35 15,-1 27-15,0 13 16,-1-10-1,1 0-15,0-5 16,1-15-16,4-17 16,3-15-16</inkml:trace>
  <inkml:trace contextRef="#ctx0" brushRef="#br0" timeOffset="44583.57">8198 7763 0,'0'0'0,"0"0"0,0-2 16,0 2-16,0 0 15,37 0-15,17 15 16,2 8-16,17 16 16,-11 5-16,0 1 15,-11-6-15,-10-9 16</inkml:trace>
  <inkml:trace contextRef="#ctx0" brushRef="#br0" timeOffset="44782.87">8763 7562 0,'0'0'0,"-7"0"15,7 0-15,-48 23 16,-15 43-16,-6 9 15,5 33-15,17-9 16,4 0 0,11-8-16,5-18 15,6-7-15,9-15 16,5-11-16</inkml:trace>
  <inkml:trace contextRef="#ctx0" brushRef="#br0" timeOffset="44982.16">8933 7824 0,'0'0'0,"0"0"0,0 0 16,5 7-16,5 11 16,8 33-16,-5 30 15,-9 16 1,3 13-16,-3-18 0,-1-9 15,-1-4-15</inkml:trace>
  <inkml:trace contextRef="#ctx0" brushRef="#br0" timeOffset="45266.61">9440 8127 0,'0'0'0,"0"0"0,0 0 0,3 0 16,-3 0-16,46 0 15,17 0-15,25 0 16,2 0 0,7-2-16,4 0 15,-2-2-15</inkml:trace>
  <inkml:trace contextRef="#ctx0" brushRef="#br0" timeOffset="45483.46">9742 7808 0,'0'0'0,"-1"5"0,1-5 0,-5 17 16,-10 37-16,5 37 15,13 3-15,4-10 16,10 0-16,0 5 15</inkml:trace>
  <inkml:trace contextRef="#ctx0" brushRef="#br0" timeOffset="45883.18">10481 7729 0,'0'0'0,"0"0"16,0 4 0,2 7-16,5 23 15,1 12-15,0-4 16,1-7-16,4-13 16,3-7-16,8-13 15,0-11-15,-2-6 16,-6-1-16,-4 4 15,-12 12-15,0 0 16,0 0 0,10 43-16,-7 32 15,-3-6-15,2-15 16,-2-14-16,2-18 16,8-10-16,5-8 15,8-16-15,12-33 16,3-49-16,1-20 15,-15 21 1,-9 12-16,-6 27 16,-6 27-16,-3 27 15,0 0-15</inkml:trace>
  <inkml:trace contextRef="#ctx0" brushRef="#br0" timeOffset="46450.43">10934 8112 0,'0'0'0,"9"-3"0,-9 3 16,51-16-1,-3 17-15,-4 14 16,-14 8-16,-8 11 16,-9 16-16,-8 17 15,-9-7-15,-10-7 16,0-14-16,4-16 15,2-3-15,1-9 16,7-11 0,0 0-16,0 0 15,31-2-15,36-38 16,13-23-16,-2-16 16,-18-14-16,-21 14 15,-14-7-15,-11-8 16,-3 25-16,-7 15 15,-3 20 1,-1 18 0,-1 4-1,0 0-15,1 12 16,-2-10-16,2 10 16,0 0-16,0 0 15,0 0-15,0 0 16,0 0-16,0 0 15,0 0-15,12 17 16,16 23 0,12 19-16,6 6 15,-1 2-15,-1-7 16,0-3-16,3-9 16,3-12-16,3-2 15,-8-11-15,-12-9 16</inkml:trace>
  <inkml:trace contextRef="#ctx0" brushRef="#br0" timeOffset="46617.2">11780 7869 0,'-10'10'0,"-14"22"0,24-32 0,-32 50 16,-28 70-16,20-17 15,9-7-15,23-16 16</inkml:trace>
  <inkml:trace contextRef="#ctx0" brushRef="#br0" timeOffset="46915.47">12310 8110 0,'0'0'0,"7"-4"16,-7 4-16,32-7 16,1 11-1,2 16-15,-7 4 16,-10 19-16,-13 12 16,-11 8-16,-6 2 15,-2-17-15,3-13 16,3-10-16,2-9 15,5-6-15,15 4 16,28 0-16,23-4 16,6-12-1,4-7-15,7-6 16,0-4-16,-4-6 16,-10-15-16</inkml:trace>
  <inkml:trace contextRef="#ctx0" brushRef="#br0" timeOffset="47133.7">13131 8007 0,'0'0'0,"0"0"16,1-3-16,15-2 16,30-13-16,33-8 15,18-2-15,-8 2 16,-2 4-16,-6-1 15,-17 6-15,-11 4 16,-23-3-16,-17-7 16</inkml:trace>
  <inkml:trace contextRef="#ctx0" brushRef="#br0" timeOffset="47299.73">13372 7683 0,'0'0'0,"0"0"0,-3 9 15,-7 26-15,-10 51 16,5 28 0,7 7-16,8-5 15,13-15-15,6-16 16,2-24-16,-1-18 16,-1-10-16</inkml:trace>
  <inkml:trace contextRef="#ctx0" brushRef="#br0" timeOffset="47717.08">14127 7726 0,'0'0'0,"3"3"0,4 8 16,21 36-16,0 56 15,-9 19-15,-8-5 31,-7-21-31,-4-49 16,0-30-16,0-17 16,0-13-16,14-32 15,19-17 1,10 12-16,6 19 16,-3 17-16,-1 11 15,5 13-15,-1 10 16,-9 5-16,-16 1 15,-17-3-15,-13 9 16,-16 5-16,-23 10 16,-14 0-16,-6-10 15,6-7 1,10-8-16,8-5 16,9-3-16,10-2 15,6-6-15,16-6 16,-6 11-16,6-11 15</inkml:trace>
  <inkml:trace contextRef="#ctx0" brushRef="#br0" timeOffset="47852.44">14910 8299 0,'7'0'0,"10"-6"16,8 0-16,28-9 15,3 2-15,12-3 16,-3 2-16,1 3 15,-2 2-15,-1 4 16,-5 1-16</inkml:trace>
  <inkml:trace contextRef="#ctx0" brushRef="#br0" timeOffset="48033.97">15109 8520 0,'0'0'0,"0"0"0,0 0 16,0 6-16,0-6 16,18 17-16,29-6 15,33 1 1,32-14-16,8-6 16</inkml:trace>
  <inkml:trace contextRef="#ctx0" brushRef="#br0" timeOffset="49000.26">16651 8224 0,'0'0'0,"0"0"0,0 0 0,0 0 0,-3-3 16,3 3-16,-20 8 15,-15 25-15,-17 24 16,-3 8 0,10 0-16,12 2 15,7 0-15,12 0 16,10-5-1,14-10 1,12-14-16,10-14 16,7-18-16,-1-16 15,1-14-15,-5-17 16,-7-12-16,-8-2 16,-9 3-1,-10 13-15,-6 9 16,-3 4-16,-4 7 15,0 6-15,-2 7 16,-5 6-16,-2 9 16,3 10-16</inkml:trace>
  <inkml:trace contextRef="#ctx0" brushRef="#br0" timeOffset="49150.13">16925 8547 0,'0'0'0,"0"0"0,0 0 16,5-3-16,-5 3 15,32-5-15</inkml:trace>
  <inkml:trace contextRef="#ctx0" brushRef="#br0" timeOffset="49449.8">17325 8184 0,'0'0'0,"5"-1"0,-5 1 15,21-8-15,9 4 16,7 16 0,-2 10-16,-8 17 15,-10 16-15,-14 6 16,-21 11-16,-13 0 15,-7-3-15,0-10 16,9-15-16,8-13 16,6-9-16,9-10 15,6-12-15,3 13 16,25-3-16,21 2 16,18-19-1,2-3-15,0-12 16,3-8-16</inkml:trace>
  <inkml:trace contextRef="#ctx0" brushRef="#br0" timeOffset="49732.38">18065 8051 0,'0'0'0,"-2"3"0,2-3 16,-31 35-16,-12 29 16,-1 28-16,9 14 15,7 5-15,9-4 16,14 3 15,14-11-31,16-19 16,5-24-16,4-27 15,13-16-15,15-19 16,18-6-16</inkml:trace>
  <inkml:trace contextRef="#ctx0" brushRef="#br0" timeOffset="50266.75">18416 8437 0,'0'0'0,"0"0"0,-7-2 16,7 2-16,-30-3 15,15 1-15,15 2 16,-21 2-16,21-2 16,0 0-1,0 0-15,-18 1 16,18-1-16,0 0 15,0 0-15,0 0 16,0 0-16,-7 9 16,7-9-16,9 13 15,-9-13-15,21 11 16,-21-11-16,17 7 16,-17-7-1,0 0-15,20-1 16,-20 1-16,0 0 15,21-14-15,-21 14 16,14-18-16,-14 18 16,13-16-16,-13 16 15,0 0-15,7-12 16,-7 12-16,0 0 16,0 0-1,0 0-15,0 0 16,0 0-16,0 0 15,0 0-15,0 0 16,0 0-16,0 0 16,0 0-16,0 0 15,0 0-15</inkml:trace>
  <inkml:trace contextRef="#ctx0" brushRef="#br0" timeOffset="52199.42">18345 8579 0,'0'0'0,"-1"-5"0,1 5 0,-1-11 15,1 11 1,12-16-16,8 3 16,16 3-16,3 9 15,3 8-15,-4 8 16,-3 9-16,-8 7 16,-14 15-1,-18 4-15,-17 7 0,-8 3 16,-2-5-1,4-8-15,3-6 16,6-10-16,8-12 16,3-4-16,8-15 15,2 13-15,17-8 16,23-3-16,24-9 16,10-5-16,2-1 15,-12 2-15,7-5 16,-17 0-16</inkml:trace>
  <inkml:trace contextRef="#ctx0" brushRef="#br0" timeOffset="52450.88">18898 8351 0,'0'0'0,"0"0"0,0 0 16,9 11-16,18 17 16,24 36-16,-6 26 15,-6 64 1,-20-1 0,-29 7-16,6-48 15,-9-46-15,-7-17 16</inkml:trace>
  <inkml:trace contextRef="#ctx0" brushRef="#br0" timeOffset="63699.12">1074 11289 0,'0'0'0,"0"0"0,0 0 0,0 0 15,0 0-15,0 0 16,0 0 0,0 0-16,0 0 15,0 0-15,-4 3 16,4-3-16</inkml:trace>
  <inkml:trace contextRef="#ctx0" brushRef="#br0" timeOffset="73233.08">19468 8821 0,'0'0'0,"0"0"0,0 0 15,0 0-15,0-3 16,0 3-16,0 0 16,0 0-16,0 0 15,0 0-15,40-19 16,2 8-16,7-1 16,-3 4-16,-8 1 15,-8 3 1,-8 1-16,-5 3 15,-17 0-15,23 6 16,-23-6-16,14 14 16</inkml:trace>
  <inkml:trace contextRef="#ctx0" brushRef="#br0" timeOffset="74216.28">20461 8609 0,'0'0'0,"0"0"0,0 0 0,0 0 16,0 0-16,0 0 16,0 0-16,0 0 15,-2 2-15,2-2 16,-8 22-1,-3 9-15,-4 12 16,-1 3-16,2 0 16,1 0-16,8-7 15,3-3-15,5-7 16,1-4-16,5-2 16,2-7-16,3-5 15,4-9 1,5-13-16,5-15 15,3-15-15,-5-8 16,-10 3-16,-4-3 16,-8 2-16,-5 9 15,-6 5-15,-5 7 16,-3 6-16,1 5 16,2 4-16,12 11 31,-18 2-31,5 13 15</inkml:trace>
  <inkml:trace contextRef="#ctx0" brushRef="#br0" timeOffset="74416.94">20784 8905 0,'0'0'0,"0"0"0,0 0 0,0 0 15,0 0-15,0 7 16,0-7-16,8 27 16,-3-12-16</inkml:trace>
  <inkml:trace contextRef="#ctx0" brushRef="#br0" timeOffset="74749.39">21039 8518 0,'0'0'0,"0"0"0,0 0 16,0 3-16,2 15 15,4 35 1,0 42-16,-7 2 16,-6-7-16,1 0 15,-4-16 1,-2-17 0,0-21-16,1-22 15,11-14-15,-16 10 16,16-10-16,0 0 15,-21-3 1,21 3-16,0 0 16,-8-23-16</inkml:trace>
  <inkml:trace contextRef="#ctx0" brushRef="#br0" timeOffset="76215.84">21622 8474 0,'0'0'0,"0"0"0,0 0 0,-3-2 16,3 2-16,0 0 16,-31-4-16,4 9 15,-15 24-15,-4 10 16,-1 21-1,9 8-15,11-1 16,9 5-16,8 0 16,17 4-16,5-4 15,9-8-15,1-7 16,3-12-16,5-1 16,6 0-16,4-11 15,1-5-15,-6-14 16,-2-11-16</inkml:trace>
  <inkml:trace contextRef="#ctx0" brushRef="#br0" timeOffset="76449.84">21754 8801 0,'0'0'0,"0"3"0,-4 7 15,-6 19-15,-7 18 16,2 3-16,6-1 16,7-2-16,1-7 15,1-4-15,0-4 16,0-10-16</inkml:trace>
  <inkml:trace contextRef="#ctx0" brushRef="#br0" timeOffset="76749.35">21882 8580 0,'0'0'0,"4"0"0,-4 0 16,35 0-16,5 3 16,7 17-1,-3 21-15,-1 8 16,-1 14-16,-11 11 16,-5 2-16,-11-9 15,-27 15 1,-19 20-1,-1-33-15,-20 0 16,14-33-16,-4-24 16,-10-1-1</inkml:trace>
  <inkml:trace contextRef="#ctx0" brushRef="#br0" timeOffset="78701.83">22449 8940 0,'1'4'0,"-1"-4"0,0 0 15,23 17-15,11-8 16,18-3 0,12-4-16,3-3 15,-4-6-15,-5-3 16,-8-2-16,-10-1 15</inkml:trace>
  <inkml:trace contextRef="#ctx0" brushRef="#br0" timeOffset="78899.14">22695 8683 0,'0'0'0,"0"0"16,0 0-16,0 3 15,-1 10-15,-1 24 16,-3 31-16,0 20 16,1 3-16,2-8 15</inkml:trace>
  <inkml:trace contextRef="#ctx0" brushRef="#br0" timeOffset="79266.21">23174 8877 0,'0'0'0,"0"0"16,0 0-16,0 4 15,-2 16-15,-4 33 16,-2 28-16,0-2 15,-1 3-15,5-18 16,5-18-16,11-13 16,9-15-16,4-13 15,5-14-15,4-16 16,1-25 0,0-14-16,-5-13 15,-9-5-15,-13 10 16,-13 12-16,-11 14 15,-9 9-15,-10 15 16,-16 13-16,-21 19 16,-5 21-16,-8 3 15</inkml:trace>
  <inkml:trace contextRef="#ctx0" brushRef="#br0" timeOffset="79749.75">16382 10078 0,'0'0'0,"0"0"0,0 0 0,3-5 16,10-9 0,30-13-16,25-9 15,12 5-15,12 0 16,-4 4-16,-5 8 15,-6 3-15,-14 6 16</inkml:trace>
  <inkml:trace contextRef="#ctx0" brushRef="#br0" timeOffset="79916.14">16557 10454 0,'0'0'0,"0"0"0,0 0 0,11-4 16,28-11-16,38-13 15,21-8 1,2 0-16,-9 4 0,-8 6 16</inkml:trace>
  <inkml:trace contextRef="#ctx0" brushRef="#br0" timeOffset="80381.84">18071 9841 0,'0'0'0,"-5"-3"16,5 3-16,0 0 16,-25-3-16,6 17 15,-3 12-15,-4 16 16,6 6 0,6 0-16,9 4 15,11-5-15,2-8 16,8-9-16,1-8 15,7-9-15,6-7 16,-1-8-16,3-11 16,1-9-16,-9-2 15,-6-14-15,-7-1 16,-6-3-16,-8 2 16,-6 10-16,-6 4 15,-2 5 1,0 6-16,1 5 15,16 10 1,-23 0 0,23 0-16,-8 16 15</inkml:trace>
  <inkml:trace contextRef="#ctx0" brushRef="#br0" timeOffset="80815.99">18751 10011 0,'0'0'0,"0"0"0,0 0 0,0 0 15,-1-4-15,1 4 16,0 0-16,-1-13 16,1 13-1,0 0-15</inkml:trace>
  <inkml:trace contextRef="#ctx0" brushRef="#br0" timeOffset="81200.02">19020 9714 0,'0'0'0,"0"-5"0,0 5 15,9-26 1,11 5-16,11 0 15,11 8-15,3 8 16,-3 10-16,-5 11 16,-10 6-16,-10 9 15,-24 28 1,-39 29 0,-4-8-16,5-15 15,25-37 1,10-11-16,3-5 15,5 0-15,16 5 16,10 7-16,19 3 16,7-5-16,-27-9 15,1-3-15,-24-10 16,15 10-16,-15-10 16,2 15-16,-19 3 15,-21 17-15,-21 11 16,-20 2-1</inkml:trace>
  <inkml:trace contextRef="#ctx0" brushRef="#br0" timeOffset="97116.5">19982 9778 0,'0'0'0,"0"0"0,-1-2 15,1 2-15,0 0 16,0 0-16,0 0 16,0 0-16,29 11 15,15 14-15,9 6 16,8 3-16,-2-1 16,-3-2-16,-7-4 15,-6-3-15,-4 0 16,-6-3-16,-10-2 15,-10-1 1,-8 2-16,-12 12 16,-12 10-16,-20 20 15,-20 15-15,-6-15 16,-11-2-16,5-21 16,4-14-16,-5 8 15,17-12-15,6 0 16,4 1-16,20-10 15,-2 9 1,0 15-16,14-24 16</inkml:trace>
  <inkml:trace contextRef="#ctx0" brushRef="#br0" timeOffset="97381.6">20761 10523 0,'0'-3'0,"0"3"16,-24-1-16,-18 21 15,-20 45-15,7-16 16,-6 32-1,8-14-15,7-6 16,3-7-16,15-20 16,8-12-16,1 12 15,22 11-15</inkml:trace>
  <inkml:trace contextRef="#ctx0" brushRef="#br0" timeOffset="97798.62">21204 10328 0,'-3'-3'0,"3"3"0,0 0 0,-32-1 16,-2 36-16,-7 34 15,5-11 1,17 12-16,9-32 16,10-10-16,13 26 15,-1-27-15,15 0 16,24-11 0,25-40-1,4-24-15,-7-8 16,-42-6-1,-15-1-15,-16-5 16,-16 2-16,-19 4 16,-5 14-16,-4 12 15,-6 14-15,2 15 16,-4 17-16,7 9 16,8 11-16,16-6 15</inkml:trace>
  <inkml:trace contextRef="#ctx0" brushRef="#br0" timeOffset="99232.89">22120 10211 0,'0'0'0,"0"0"0,1 5 16,4 15 0,5 28-16,4 24 15,0-1-15,18 4 16,11-8-16,2-16 16,2-18-16,12-29 15,7-22-15,-11-13 16,-5-11-16,-19 8 15,-7 2-15,-9 8 16,-6 9 0,-9 15-16,7-10 15,-7 10-15,0 10 16,4 35-16,-3 39 16,-6 13-16,0 11 15,-4 8-15,-7-18 16,-2-1-16,0-9 15,3-13 1,1-7-16,6-26 0,-3-8 16,-20-3-1,-14 2-15,-13-14 16,6-19-16,12-8 16,1-10-16,13-8 15,7-22-15,19-7 16,22-8-16,14 6 15,26 4-15,20-19 16</inkml:trace>
  <inkml:trace contextRef="#ctx0" brushRef="#br0" timeOffset="99631.74">22358 9992 0,'0'0'0,"0"0"0,0 0 16,-11 12-16,-15 16 15,-7 11-15,5 0 16,8-9-16,6-8 15,7-8-15,7-14 16,0 0 0,0 0-16,29-6 15,21-22-15,4-8 16,-1 1-16,-9 6 16,-5 3-16,-4 8 15,0 9-15,1 12 16,9 14-16,5 14 15,0 11-15,-1 9 16,-1 0-16</inkml:trace>
  <inkml:trace contextRef="#ctx0" brushRef="#br0" timeOffset="99815.98">23259 10629 0,'0'0'0,"0"0"16,0 0-16,24 0 16,16 0-16,14 2 15,-6 9-15,-5-2 16</inkml:trace>
  <inkml:trace contextRef="#ctx0" brushRef="#br0" timeOffset="99981.68">23136 10924 0,'0'0'0,"0"0"0,0 0 15,0 0-15,1 5 16,-1-5-16,51 23 15,11-9-15,14-17 16,4 0 0</inkml:trace>
  <inkml:trace contextRef="#ctx0" brushRef="#br0" timeOffset="100166.61">23982 10343 0,'0'0'0,"2"-2"16,-2 2-16,0 0 16,0 0-1,6 17-15,6 22 16,-3 32-16,-14 25 16,-6 10-16</inkml:trace>
  <inkml:trace contextRef="#ctx0" brushRef="#br0" timeOffset="101149.49">23900 10454 0,'0'0'0,"0"0"0,0 0 16,0 0-16,0 0 15,0 0-15,2 13 16,4 18 0,5 27-16,0 7 15,-4 9-15,2 0 16,-3 0-16,-1-5 15,-5-12-15,-3-11 16,-1-13-16,-1-8 16,5-25-16</inkml:trace>
  <inkml:trace contextRef="#ctx0" brushRef="#br0" timeOffset="101849.58">23995 9535 0,'-10'-9'0,"-21"-19"16,-25-7-16,-85-20 15,-1 13-15,-23 14 16,2 7-16,-17 10 16,-4 11-16,-13 20 15,-3 7-15,-2 16 16,22 5 0,23 12-16,30 7 15,21 4-15,21 11 16,11 18-16,18 3 15,22 26-15,16 4 16,27 16-16,21 32 16,23 6-16,16-7 15,25 10-15,10-33 16,124 101 15,0-24-31,10-40 16,-12-50-16,-82-99 15,68-7-15,-34-25 16,35-52-16,-31 3 16,17-52-16,-26 10 15,-8-44-15,-8-28 16,-12 3 0,-36-19-16,-5 22 15,-32-7-15,-34-6 16,-23 0-16,-40 13 15,-41-12-15,-51-1 16,-15 6-16,-26 13 16,-18 22-16,-11 26 15,9 20-15,9 24 16,31 22 0,31 14-16,20 15 15,12 12-15,-8 12 16,-9 17-16</inkml:trace>
  <inkml:trace contextRef="#ctx0" brushRef="#br0" timeOffset="106931.35">9900 11646 0,'0'0'0,"0"0"0,0 0 16,-17-6-16,-19-5 15,-15-4-15,4 0 16,17 5-16,8 1 15,0 0-15,3 1 16,-5 1 0,0 7-16,1 15 15,-6 22-15,5 35 16,3 31-16,4 13 16,10 4-16,4-27 15,8-21-15,10-12 16,3-13-16,2-12 15,1-10-15,-1-21 16,9-21 0,21-52-16,13-69 15,3-37-15,-14-16 16,-23 7-16,-8 6 16,-10 47-16,-4 18 15,-4 33-15,-2 27 16,-1 20-16,0 19 15,0 14-15,0 0 16,20 66-16,1 55 16,-4 32-1,-5-1-15,0-11 16,-2-20-16,21-9 16,25-7-16</inkml:trace>
  <inkml:trace contextRef="#ctx0" brushRef="#br0" timeOffset="107265.83">10492 11678 0,'-4'-1'0,"4"1"0,-15-7 16,-3 5-16,-6 12 15,-3 16-15,0 14 16,14 17-16,8 2 15,12 7-15,11-1 16,8-11-16,3-13 16,-1-18-1,-2-9-15,0-10 16,-2-11-16,2-18 16,-1-19-16,-5-9 15,-8-8-15,-9 9 16,-6 4-16,-5 10 15,0 12-15,-2 7 16,6 9 0,4 10-16,0 0 15,-16 14-15,12 17 16</inkml:trace>
  <inkml:trace contextRef="#ctx0" brushRef="#br0" timeOffset="107648.87">11509 11545 0,'0'-4'0,"2"-7"0,5-8 15,23-15-15,17 5 16,10 17-16,1 26 15,4 29-15,-5 30 16,-2 16-16,-9-2 16,-21-20-16,-12-7 15,-8-9 1,-6-16-16,-1-9 16,2-26-16,0 0 15,0 0-15,6-24 16,0-2-16,2 4 15,1 7-15,-9 15 16,23-5-16,2 27 16,10 15-16,4 8 15,-1-6 1,-1 2-16</inkml:trace>
  <inkml:trace contextRef="#ctx0" brushRef="#br0" timeOffset="107965.52">12543 11692 0,'0'0'0,"-5"4"15,5-4-15,-28 17 16,4 12-16,7 24 16,-2 14-16,10 6 15,7-6-15,7-15 16,17-7-16,5-12 15,0-12-15,1-11 16,-8-10-16,2-17 16,0-28-16,-3-42 15,-5-18-15,-17-3 16,-8 28 0,-3 20-16,3 23 15,4 25 1,7 12-1,0 0-15</inkml:trace>
  <inkml:trace contextRef="#ctx0" brushRef="#br0" timeOffset="108716.02">13049 11137 0,'0'0'0,"0"0"0,3 5 15,6 14-15,19 36 16,17 43-16,-10 19 16,-6 12-16,-10-24 15,-12 15 17,-14-48-32,-18-20 15,-6-24-15,-6-30 16,-10-30-16,-6-51 15,6-21-15,9 22 16,12 20-16,12 29 16,8 15-16,8 5 15,13 1 1,16 0-16,13-1 16,20-3-16,11-3 15,8-12-15,-3-41 16,-8-7-16,-10-7 15,-16 8-15,-10 8 16,-16 22-16,-9 22 16,-6 15-16,-5 11 15,0 0 1,9 68-16,3 41 16,-1 7-16,-6-4 15,-3 1-15,-1-20 16,0-23-16,-1-25 15,0-17-15,0-18 16,0-10-16,0 0 16,0 0-16,25 8 15,0-14-15,4 1 16,11-1 0,9 7-16,3 9 15,-6 0-15,-9-3 16,7-2-16,12-24 15,-1-20-15,-4-6 16,-14-6-16,-11 8 16,-9 11-16,-7 12 15,-6 7-15,-4 13 16,0 0 0,0 0-16,12 17 15,0 30-15,3 14 16,-3-2-16,-1-13 15,-4-15-15</inkml:trace>
  <inkml:trace contextRef="#ctx0" brushRef="#br0" timeOffset="108866.28">14299 11025 0,'0'0'0,"0"0"15,0 2-15,0-2 16,1 14-16,2 9 16</inkml:trace>
  <inkml:trace contextRef="#ctx0" brushRef="#br0" timeOffset="109231.53">14545 11483 0,'0'0'0,"0"0"15,0 0-15,7 10 16,9 8-16,6 12 16,5 1-16,-3-4 15,0-2-15,-6-5 16,-1-3 0,-1-2-16,-1 0 15,2 3-15,1-1 16,11-1-16,18-17 15,11-22-15,9-32 16,-11-24-16,-6-7 16,-15-3-16,-14 23 15,-8 14 1,-7 24-16,-3 14 0,-3 14 31,15 122-15,16 118-16,-9-67 15,-1-19-15,-5-28 16,-7-27-16</inkml:trace>
  <inkml:trace contextRef="#ctx0" brushRef="#br0" timeOffset="109333.02">14999 11802 0,'4'-27'0,"22"-41"16,28-11-16,98-84 15</inkml:trace>
  <inkml:trace contextRef="#ctx0" brushRef="#br1" timeOffset="32415.84">7008 9292 0,'0'0'0,"0"0"0,17 0 0,41 0 16,46-3-16,24-6 16,4-6-16,15-2 15,1 0-15,7 0 16,4 1-1,-1-1-15,13 0 16,5 2-16,8 4 16,-1 5-16,5 6 15,-4 3-15,5 2 16,0 1-16,-6 0 16,-1-2-16,-4 2 15,-8 0-15,4-1 16,-15-5-1,0-2-15,-6 1 16,-6-1-16,-2 2 16,-11-2-16,3 4 15,-5 1-15,6 3 16,-3 2-16,0-1 16,0-1-16,-3 0 15,5 1-15,3 0 16,-3-6-1,-5-6-15,-8-2 16,-10-5-16,-1 0 16,-10-1-16,-2 0 15,-3 2-15,-6 0 16,-4 1-16,-3-3 16,-1 3-16,-5 0 15,-5-2 1,-5-2-16,-11-2 15,-6 1-15,-4-1 16,-2 2-16,-2 0 16,-1-1-16,-6-1 15,-1 0-15,1 1 16,4-2-16,-1-1 16,-2-1-16,-6 0 15,-3-3-15,-4 0 16,0-6-16,-1-5 15,-1-4 1,-3-4-16,-4 1 16,-4-4-16,-1-2 15,-1-8-15,-4-8 16,-2-5-16,-1-2 16,-3-4-16,0-1 15,0-2-15,0 3 16,0 2-16,0 1 15,0-1 1,-2 4-16,-3 1 16,-4 4-16,-2 2 15,-5-2-15,0 0 16,-3 7-16,-1 4 16,-4 1-16,-13 3 15,-9 4-15,-12 5 16,-7 4-1,-11 4-15,-15 9 16,-12 2-16,-10 10 16,-7 6-16,-2 3 15,-9 5-15,-5-1 16,-3 2-16,-3-1 16,-2 3-16,-9 1 15,0 0-15,-15 6 16,13-4-1,-7 0-15,9 1 16,-6-1-16,6-2 16,-2-2-16,3-2 15,4-4-15,0-3 16,9-5-16,1-2 16,11-5-16,-4-3 15,8-1-15,-3-4 16,2-2-16,4 3 15,-6-5-15,6 3 16,-1 0 0,7 1-16,4 2 15,-1-1-15,4 1 16,-1 3-16,-1 4 16,6 3-16,-8 3 15,4 0-15,2 3 16,2 2-16,1 0 15,9 0 1,-5 1-16,7 2 16,2 1-16,1 0 15,4-1-15,0 0 16,5 1-16,4 2 16,1-1-16,6 3 15,-4 0-15,4 1 16,3 1-16,2-1 15,4-1 1,-4 1-16,7-2 16,2 0-16,2 0 15,0 0-15,2 0 16,0 0-16,7 0 16,5-2-16,2 0 15,2-1-15,1 1 16,3 1-16,1 0 15,4 4 1,3-1-16,6-2 16,16-5-16,-25 14 15,14 1-15,-1 10 16,2 10-16,2 4 16,0 4-16,5 7 15,3 8-15,1 11 16,3 4-16,4 6 15,1 7-15,2 4 16,-1 2 0,-1-5-16,2-1 15,-2 0-15,0 0 16,0-8-16,-2 0 16,3 0-16,0-6 15,2-5-15,-1 0 16,1 4-16,0-1 15,-2-2 1,-1-8-16,-2 2 16,-2-3-16,-2 3 15,0-9-15,-1-11 16,1-5-16,0-5 16,-2-6-16,1-4 15,-2-2-15,2-4 16,-1-3-16,0 2 15,2 0 1,0-4-16,-3-11 0,4 16 16,-4-16-1,0 0-15,5 12 16,-5-12-16,0 0 16,0 0-16,0 0 15,0 0-15,0 0 16,0 0-16,22 7 15,-6-5 1,6 0-16,-1 1 16,3-3-16,4-3 15,5-3-15,0-3 16,-1-2-16</inkml:trace>
  <inkml:trace contextRef="#ctx0" brushRef="#br1" timeOffset="38764.64">13976 8939 0,'-1'-1'0,"1"1"0,0 0 0,-11-16 15,11 16-15,0 0 16,15-17-16,19-1 16,22-1-1,16 4-15,4 0 0,6 3 16,-9 0-16,-4 2 15,-10 1 1,-4-1-16,-9 1 16,-8-2-16,-8 0 15,-8 4-15,-22 7 16,25-10-16,-25 10 16,0 0-16,0 0 15,0 0-15,0 0 16,-47 15-16,-34 11 15,11-5 1,15-2-16,9-5 16,7-1-16,8-7 15,3 1-15,9-3 16,19-4-16,-19 4 16,19-4-16,0 0 15,0 0-15,0 0 16,0 0-1,0 0-15,61 2 16,21-4-16,8-7 16,0-3-16,-3-3 15,-9-1-15,-7 1 16,-12 0-16,-11 0 16,-10 2-16,-14 4 15,-24 9-15,23-10 16,-23 10-1,0 0-15,0 0 16,16-10-16,-16 10 16,0 0-16,0 0 15,0 0-15</inkml:trace>
  <inkml:trace contextRef="#ctx0" brushRef="#br1" timeOffset="46014.45">8424 8809 0,'0'0'0,"0"0"0,0 0 15,0 0 1,0 0-16,0 0 0,0 0 15,0 0 1,0 0-16,0 0 16,0 0-16,0 0 15,5 3-15,-5-3 16,27 5-16,2-1 16,5-3-16,8-1 15,-1-3-15,-1-1 16,-3-1-1,-6 1-15,-4 0 16,0 0-16,1-2 16,0 1-16,-3 1 15,1-3-15</inkml:trace>
  <inkml:trace contextRef="#ctx0" brushRef="#br1" timeOffset="46598.95">11942 8908 0,'0'0'0,"0"0"0,0 0 16,5 0-16,-5 0 15,32 0-15,6 0 16,7 0-1,4 4-15</inkml:trace>
  <inkml:trace contextRef="#ctx0" brushRef="#br1" timeOffset="49431.24">14834 7315 0,'0'0'0,"0"0"0,-4-5 0,4 5 16,-16-10-16,16 10 16,-28-13-16,5 5 15,-4 1-15,-8 0 16,0 0-16,-2 0 15,1 2-15,4 4 16,-4 4-16,0 5 16,-5 4-16,1 5 15,-1 4 1,1 3-16,1 6 16,3-3-16,1 4 15,-2 6-15,-2 6 16,-6 9-16,2 2 15,7-6-15,5-2 16,8-4-16,3-2 16,0 8-16,4 4 15,4 4 1,3 2-16,3-9 16,2 0-16,-1-1 15,2 7-15,1 2 16,2-4-16,3-2 15,0-8-15,1 0 16,2 2-16,3 3 16,5 0-1,4-6-15,4 4 16,2-5-16,1-1 16,5-1-16,-2-6 15,3 0-15,0-3 16,-4-6-16,-2-3 15,-2-5-15,4-3 16,7-1-16,15 1 16,6-3-1,-9-6-15,-2-3 16,0-4-16,2-6 16,1-3-16,-2-11 15,1-26-15,6-9 16,6-13-16,-5 9 15,-3 2-15,-4-18 16,-9-9-16,-5-5 16,-3 13-16,-5 2 15,-3-4 1,-6 2-16,-7-1 16,-2 6-16,0-8 15,-2 2-15,-2 6 16,-2 9-16,-2 13 15,-2 4-15,-2 5 16,-4 2-16,0 2 16,-5 4-16,-5 4 15,-10 4 1,-3 0-16,0 3 16,0 4-16,7 5 15,1 5-15,3 1 16,1 2-16,-1 3 15,-5 1-15,-4 2 16,-2 1-16,0 1 16,1 2-16,-2 4 15,-2 6 1,-3 8-16,-4 9 16,-4 8-16,-2 6 15</inkml:trace>
  <inkml:trace contextRef="#ctx0" brushRef="#br1" timeOffset="58248.03">1974 10445 0,'0'0'0,"0"0"0,0 0 0,0 0 16,0 0 0,0 5-16,0 10 15,-3 33-15,-1 33 16,1 17-16,-1-6 15,2-17-15,1-7 16,3-17-16,3-15 16,1-9-16,-2-12 15,1-5-15,-5-10 16,12 13-16,-12-13 16,0 0-16,21-8 15,-21 8 1,22-13-16,-22 13 15,23-12-15,-23 12 16,25-5-16,-25 5 16,29 0-16,-11 0 15,3 0-15,6-10 16,4-20 0,6-10-16,-1-13 15,-8-5-15,-9-10 16,-6 4-16,-5 3 15,-4 18-15,-4 18 16,2 9-16,-2 16 16,0-11-16</inkml:trace>
  <inkml:trace contextRef="#ctx0" brushRef="#br1" timeOffset="58448.16">2520 11054 0,'0'0'0,"-3"9"15,-1 5-15,-3 22 16,7 10-16,14 6 16,3-7-1,6-6-15,-5-11 16</inkml:trace>
  <inkml:trace contextRef="#ctx0" brushRef="#br1" timeOffset="58681.13">2715 10543 0,'0'0'0,"0"0"16,0 0-16,0 0 15,0 0-15,4 3 16,9 11-16,13 12 16,15 8-16,9 2 15,-1-5-15,-5-7 16,-9-9-16</inkml:trace>
  <inkml:trace contextRef="#ctx0" brushRef="#br1" timeOffset="58847.9">3002 10224 0,'0'0'0,"-6"6"15,6-6-15,-29 37 16,-6 21-16,2 25 16,3 13-1,14-7-15,9-10 16,8-11-16,10-13 15,-2-14-15</inkml:trace>
  <inkml:trace contextRef="#ctx0" brushRef="#br1" timeOffset="59031.01">3286 10433 0,'0'0'0,"0"0"0,0 0 15,-2 9-15,-7 25 16,-4 41-16,8 13 16,8-1-16,5-6 15,3-2-15,1-10 16,-1-10-16</inkml:trace>
  <inkml:trace contextRef="#ctx0" brushRef="#br1" timeOffset="59247.81">3563 10580 0,'0'0'0,"0"0"15,0 0-15,0 0 16,14-7-16,11-6 15,13-6-15,12-5 16,3 1-16,-2-1 16,-18 4-16</inkml:trace>
  <inkml:trace contextRef="#ctx0" brushRef="#br1" timeOffset="59448.07">3667 10265 0,'0'0'0,"0"0"0,0 2 0,-1 13 16,-2 22-16,3 17 15,9 14-15,7 4 16,4-3-16,2 2 16,1-13-1,0-10-15</inkml:trace>
  <inkml:trace contextRef="#ctx0" brushRef="#br1" timeOffset="59865.35">4069 10172 0,'0'0'0,"0"0"0,-1 7 16,-5 25-1,-7 43-15,7 14 16,14-22-16,11-13 16,2-18-16,-1-8 15,-2-10-15,-18-18 16,23 8-16,-23-8 16,30-24-16,-13 10 15,-5 5 1,-12 9-16,23-7 15,-5 27-15,11 18 16,1 9-16,-8-10 16,-7-13-16,-7-11 15,-8-13-15,0 0 16,29-12-16,-9-39 16,-8-32-1,-9-10-15,-2 2 0,-2 18 16,-1 22-1,2 20-15,0 12 16,0 19-16,7-11 16</inkml:trace>
  <inkml:trace contextRef="#ctx0" brushRef="#br1" timeOffset="60247.49">4732 10528 0,'0'0'0,"0"0"0,0 0 0,7-4 0,-7 4 15,34-11-15,-11 13 16,-1 15-16,-2 16 16,-9 23-16,-11 15 15,-4 9-15,-3-21 16,-2-11-1,3-16-15,2-14 16,2-4-16,2-14 16,0 0-16,0 0 15,23-2-15,31-27 16,16-15-16,-7 0 16,-15 1-1,-9 4-15,-10 6 16,-8 6-16,-6 6 15,-3 6-15,-6 3 16,-6 12-16,7-12 16</inkml:trace>
  <inkml:trace contextRef="#ctx0" brushRef="#br1" timeOffset="61364.04">6331 10411 0,'0'0'0,"0"0"0,0 0 16,-4-1-16,4 1 15,0 0-15,-5 29 16,-2 19-16,3 23 16,2 8-16,1 14 15,1 13-15,0 8 16,0 13-16,-1-2 15,-9 16 1,-3 9-16,-5-4 16,-2-3-16,1-4 15,3-14-15,1-17 16,1 2-16,5-19 16,2-13-16,4-15 15,3-21-15,0-12 16,0-7-16,0-7 15,0-1 1,-1-5-16,1-10 16</inkml:trace>
  <inkml:trace contextRef="#ctx0" brushRef="#br1" timeOffset="62017.83">4558 11474 0,'0'0'0,"5"0"0,-5 0 16,48-4-16,12-1 16,5 0-16,8 0 15,6 3-15,4-1 16,6-1-1,10-1-15,-5 1 16,6 2-16,0-2 16,-5-1-16,9 5 15,-2 1-15,-6 3 16,5 0-16,1 0 16,-6 1-16,8 1 15,-3-2-15,-4 1 16,6-3-16,-4-4 15,-2-6-15,0-4 16,-2-1 0,-4-2-16,-3 0 15,-1 0-15,-5 0 16,-3 3-16,0-1 16,-13 1-16,-7 2 15,-8 1-15,-12 2 16,-8 2-16,-9 2 15,-4 0 1,-18 3-16,23-3 16,-23 3-16,0 0 15,18 2-15,-18-2 16</inkml:trace>
  <inkml:trace contextRef="#ctx0" brushRef="#br1" timeOffset="65397.68">2346 11689 0,'0'0'0,"0"0"15,3-4-15,-3 4 16,38-34-16,11-6 16,14-4-16,12 4 15,5 7 1,0 6-16,4 3 16,0 5-16,0 2 15,2 1-15,-3 0 16,-1 1-16,6-1 15,-5 1-15,-2 1 16,0 0-16,2-1 16,8 0-16,2-4 15,2-3 1,1 1-16,-2-1 16,-1 1-16,3 1 15,-6 1-15,-4 0 16,1-3-16,-3-4 15,-6-8-15,-3-1 16,-7-2-16,-1 3 16,-11 4-16,-2 2 15,-6 6 1,-3 3-16,-2 5 16,-2 2-16,-4 2 15,2-1-15,-4 2 16,1 1-16,-1-3 15,-5-2-15,-3-4 16,-3 1-16,-5-1 16,-5-1-16,-4-1 15,-5-5 1,-3-4-16,-7-4 16,-11-7-16,-10-10 15,-6-5-15,-6-4 16,-3-4-16,-5-2 15,-5-6-15,1 1 16,-4-7-16,-1 1 16,3 2-16,-1 1 15,3 2 1,-4-2-16,-1 7 16,-3 7-16,-4 13 15,-4 5-15,-5 7 16,-7 7-16,-7 9 15,-7 8-15,-5 9 16,-9 7-16,-1 8 16,-7 7-16,-3 4 15,0 6-15,-4 6 16,2 5 0,8 2-16,1-2 15,4 0-15,7-3 16,1-1-16,4-6 15,4-6-15,2-2 16,6-3-16,3-2 16,3-3-16,2-2 15,5-4-15,7-1 16,5 0 0,2-2-16,0 0 15,6-3-15,4 2 16,8-1-16,3 2 15,3 7-15,2 9 16,1 11-16,2 13 16,5 22-16,3 13 15,7 17-15,8 10 16,8 0 0,10 5-16,2-6 15,2-8-15,2-13 16,-3-8-16,2-8 15,-1-7-15,0-5 16,-2-15-16,-4-11 16,0-8-16,1-5 15,7-4-15</inkml:trace>
  <inkml:trace contextRef="#ctx0" brushRef="#br1" timeOffset="67747.68">5411 11911 0,'0'0'0,"0"0"0,0 0 15,0 0-15,0-2 16,0 2-16,0 0 16,0 0-16,0 0 15,0 0-15,0 0 16,0 0-16,0 0 16,15 2-16,-15-2 15,0 0-15,24-9 16,-24 9-1,34-19-15,-8 4 16,2-2-16,4-3 16,0-3-16,0-3 15,-1-2-15,3-3 16,2-3-16,0-2 16,3-2-16,-7 7 15,-1 0 1,1 3-16,-1 1 15,-1 5-15,1-2 16,0 3-16,3-5 16,3 0-16,-3 2 15,-3 2-15,-1 1 16,0 0-16,0-3 16,-3 2-1,-4 1-15,-1 4 16,-2-1-16,1 1 15,0 1-15,0 2 16,0 1-16,2-2 16,4 0-16,2-2 15,1 0-15,-3-1 16,6-6-16,-1-5 16,2-5-16,-1 0 15,-1 3-15,1-2 16,1 1-16,-1 3 15,0 1 1,-4 4-16,1-1 16,1 1-16,-1 0 15,-1 1-15,-2 3 16,-2 0-16,-4 1 16,-4 7-16,-17 12 15,19-16 1,-19 16-16,0 0 15,0 0-15,14-10 16,-14 10-16,0 0 16</inkml:trace>
  <inkml:trace contextRef="#ctx0" brushRef="#br1" timeOffset="69347.59">5752 11754 0,'0'0'0,"0"0"0,4-5 16,-4 5-1,37-21-15,-1 2 16,4-3-16,3 0 16,5-3-16,5-1 15,10-7-15,3-5 16,1-18-16,5-12 16,1-8-16,-5-2 15,-4 3 1,-7 5-16,1 2 15,-3 3-15,-6 7 16,-5 7-16,-5 6 16,-2 7-16,1 2 15,-1 5-15,-5 6 16,-4 1-16,-5 6 16,-7 4-16,-3 4 15,-13 10-15,12-11 16,-12 11-1,0 0-15,0 0 16,0 0-16,-13 17 16,-43 47-16,-22 27 15,-1 1-15,0-2 16,5-4-16,-5 3 16,7-7-16,0-9 15,-3-2-15,9-12 16,-4-1-16,8-7 15,10-7 1,5-8-16,9-8 16,7-4-16,6-5 15,5-3-15,3-5 16,17-11-16,-20 14 16,20-14-16,0 0 15,0 0-15,0 0 16,0 0-1,-16 7-15,16-7 16,0 0-16,11-20 16,14-12-16,19-20 15,15-15-15,13-5 16,8-7-16,5-1 16,1 1-16,-1 1 15,-3 1-15,0 1 16,0 0-16,-5 5 15,-3 1 1,-9 8-16,-1 1 16,-6 7-16,-8 6 15,-11 12-15,-12 8 16,-9 11-16,-7 4 16,-11 13-16,7-9 15,-7 9-15,0 0 16,-52 28-1,-36 39-15,-5 15 16,-6 7-16,0 5 16,-1 3-16,-4 6 15,3 1-15,-1-2 16,4-2-16,3-5 16,4-2-16,8-7 15,7-12-15,6-8 16,3-9-1,8-7-15,4-4 16,14-9-16,7-7 16,7-8-16,6-5 15,7-6-15,14-11 16,-17 13-16,17-13 16,0 0-16,0 0 15,0 0-15,0 0 16,0 0-16,42 2 15,18-26-15,13-19 16,11-8 0,7-13-16,4-6 15,11-13-15,5-7 16,3-5-16,0 2 16,-2 0-16,-5 4 15,-3 2-15,-12 7 16,-8 3-16,-10 8 15,-12 12 1,-11 9-16,-16 15 16,-9 11-16,-11 7 15,-15 15-15,14-10 16,-14 10-16,0 0 16,0 0-16,0 0 15,0 0-15,-21 0 16,-17 11-16,-11 10 15</inkml:trace>
  <inkml:trace contextRef="#ctx0" brushRef="#br1" timeOffset="72032.44">13724 8824 0,'0'0'0,"0"0"0,0 0 0,0 0 16,0 0 0,0 0-16,0 0 15,7-1-15,32-4 16,39-5-16,19-5 16,6 0-16,4 0 15,3-1-15,-6 2 16,-6 1-16,-6 1 15,-7 0-15,-8 2 16,-10 1-16,-14 3 16,-15 1-1,-16 1-15,-22 4 16,23-4-16,-23 4 16,0 0-16,0 0 15,-92 40-15,-34 5 16,9-5-16,14-10 15,11-5-15,-13 3 16,2-2 0,3-2-16,7-1 15,22-6-15,11-3 16,17-3-16,11-3 16,12-3-16,20-5 15,-20 4-15,20-4 16,0 0-16,0 0 15,76-9-15,18-10 16,16-11-16,1-1 16,1 1-1,-1 0-15,-9 0 16,-3 2-16,-7 0 16,-12 1-16,-11 2 15,-18 3-15,-14 7 16,-15 5-16,-22 10 15,20-9 1,-20 9-16,0 0 0,-68-5 16,-58 23-1,5 1-15,23-2 16,19-3-16,15-5 16,6 1-16,11-3 15,11 0-15,10-4 16,10 0-16,16-3 15,0 0-15,-17 3 16,17-3-16,0 0 16,28 0-16,34-6 15,13-11 1,0-7-16,-8-2 16,-6 1-16,-7 0 15,-11 5-15,-11 4 16,-10 6-16,-6 2 15,-16 8-15,16-9 16,-16 9-16,0 0 16,0 0-1,0 0-15,16-7 16,-16 7-16,0 0 16,0 0-16,0 0 15,0 0-15,0 0 16,0 0-16,0 0 15,0 0-15,0 0 16,0 0-16,0 0 16,0 0-1,0 0-15,0 0 16,0 0-16,0 0 16,0 0-16,0 0 15,0 0-15,0 0 16,0 0-16,0 0 15,15 0-15,-15 0 16,0 0-16,0 0 16,0 0-16,0 0 15,0 0 1,0 0-16,0 0 16,0 0-16,0 0 15,0 0-15,0 0 16,0 0-16,0 0 15,0 0-15,0 0 16,0 0-16,0 0 16,0 0-16,0 0 15,0 0-15,0 0 16,0 0 0,0 0-16,0 0 15,0 0-15,0 0 16,0 0-16,0 0 15,0 0-15,0 0 16,0 0-16,0 0 16,0 0-16,0 0 15,0 0 1,0 0-16,0 0 16,0 0-16,0 0 15,0 0-15,0 0 16,0 0-16,0 0 15,0 0-15,0 0 16,0 0-16,0 0 16,0 0-16,0 0 15,0 0 1,0 0-16,6 12 16</inkml:trace>
  <inkml:trace contextRef="#ctx0" brushRef="#br1" timeOffset="79714.93">21154 2084 0,'0'0'0,"0"0"0,0 0 16,0 3-16,1 10 15,2 26 1,1 33-16,-2 12 16,-4 3-16,-5 3 15,-1 3-15,0-1 16,-1-11-16,0-20 15,3-16-15,-1-15 16,3-13 0,2-7-16,2-10 0,-4 11 15,4-11 1,0 0-16,-8-14 16,7-17-16,11-27 15,6-10-15,9 2 16,9 10-16,1 18 15,0 10-15,-1 7 16,0 10-16,-1 11 16,-3 7-16,1 9 15,-2 6-15,-8 16 16,-3 8 0,-7 6-16,-7-1 15,1-11-15,-3 2 16,0-3-16,0 0 15,0 5-15</inkml:trace>
  <inkml:trace contextRef="#ctx0" brushRef="#br1" timeOffset="80080.84">21878 2685 0,'0'0'0,"0"0"0,0 0 16,-3 4-16,-4 11 15,-6 12 1,-2 10-16,7-5 16,5 1-16,4-7 15,2-4-15,2-9 16,-5-13-16,14 12 15,-14-12-15,24 0 16,-5-10-16,6-19 16,5-19-16,-9-9 15,-9 16 1,-10 12-16,-3 10 16,-1 5-16,-1 4 15,3 10-15,-4-10 16,4 10-16</inkml:trace>
  <inkml:trace contextRef="#ctx0" brushRef="#br1" timeOffset="80864.23">22092 2546 0,'0'0'0,"1"13"0,1 7 16,4 29-16,-1 11 15,-2-10-15,0-14 16,-2-12-16,-1-13 16,0-11-16,0 0 15,26-9-15,18-20 16,-4-9 0,-9 6-16,-13 9 15,-5 9-15,-13 14 16,13-10-16,1 20 15,7 14-15,8 14 16,-2-2-16,-4-5 16,4-2-16,6-12 15,4-13-15,-8-8 16,1-19 0,-6-11-16,-1-7 15,-7-1-15,-10 6 16,0 12-16,-5 6 15,-1 8-15,0 10 16,0 0-16,0 0 16,14 19-16,10 20 15,4 18-15,-4-10 16,-4-9-16,0 1 16,-4-7-1,-3 0-15,-5-3 16,-13-8-16,-8 2 15,-6-4-15,0-5 16,19-14-16,-18 11 16,18-11-16,0 0 15,51-28-15,26-18 16,-7-6-16,-5-14 16,-6 3-1,-12 4-15,-13 13 16,-13 10-16,-10 10 15,-7 7-15,-6 5 16,2 14-16,-29-12 16,0 11-16,-3 10 15,2 20-15,6 8 16,4 4-16,6 6 16,8-11-1,8-2-15,12-3 16,5-5-16,8 3 15,12 1-15,2-1 16,1-8-16</inkml:trace>
  <inkml:trace contextRef="#ctx0" brushRef="#br1" timeOffset="81663.97">20790 3486 0,'5'0'0,"16"-4"0,27-4 15,73-13-15,31-3 16,1 5-16,11 13 16,5 6-16,2 0 15,4 0-15,-25-15 16,20-7 0,-29 3-16,4 0 15,-13-1-15,-20 3 16,2-5-16,-15 3 15,-9-1-15,-17 5 16,-9 0-16,-17 4 16,-8 4-16,-13 2 15,-9 0-15,0-7 16,3-14-16,5-17 16,2-17-16,-5-6 15,-8-22 1,2-8-16,-5-4 15,-1-10-15,-4 2 16,-4 4-16,-5 5 16,-8 15-16,-24-1 31,-15 6-31,-20 12 16,-25 15-1,-16 19-15,-35 1 16,-21 15-16,-25 1 15,16 12-15,-21 4 16,30 6-16,-1 7 16,16-2-16,9 0 15,12-3-15,31-4 16,-1-1 0,22-5-16,2-2 15,3 1-15,6 1 16,-2 1-16,-9 15 15,-2 14-15,6 9 16,10 11-16,8 10 16,10-1-16,9 34 15,-2 28-15,5 10 16,10 35-16,10-24 16</inkml:trace>
  <inkml:trace contextRef="#ctx0" brushRef="#br1" timeOffset="117081.99">8014 8951 0,'0'0'0,"0"0"0,0 0 16,-3-2-16,3 2 16,0 0-16,0 0 15,0 0-15,0 0 16,0 0-16,0 0 15,39 7-15,-3-3 16,9-7-16,13-8 16,3 0-1,5-1-15,8-2 16,1-1-16,11-5 16,-2-5-16,-2-3 15,-3-2-15,-7 0 16,-5-1-16,-7-1 15,-11 2-15,-8 2 16,-9 4-16,-10 5 16,-6 6-1,-16 13-15,15-13 16,-15 13-16,0 0 16,0 0-16,0 0 15,0 0-15,18 7 16</inkml:trace>
  <inkml:trace contextRef="#ctx0" brushRef="#br1" timeOffset="143597.08">13900 8824 0,'0'0'0,"0"0"0,0 0 16,14-2-16,20-3 16,22-3-16,14 0 15,7 2 1,3 0-16,4 1 15,1 1-15,-2-4 16,-3-4-16,-9-4 16,-10 1-16,-10 4 15,-6 0-15,-9 3 16,-9 2-16,-9 0 16,-18 6-16,21-4 15,-21 4-15,0 0 16,0 0-1,0 0-15,0 0 16,0 0-16,16-6 16,-16 6-16,0 0 15,0 0-15,0 0 16,0 0-16,0 0 16,0 0-16,0 0 15,0 0-15,0 0 16,-13 27-1</inkml:trace>
  <inkml:trace contextRef="#ctx0" brushRef="#br1" timeOffset="146196.83">12064 10824 0,'0'0'0,"0"0"0,0 0 15,-5-5-15,5 5 16,-33-24-16,4-2 16,-8-9-16,0-1 15,0-5-15,-1-4 16,4 1-16,-4-4 15,-3-5 1,-7-5-16,-4-2 16,5 10-16,2 3 15,3 2-15,1 6 16,-2-2-16,2 5 16,3 3-16,4 1 15,3 6-15,4 1 16,5 5-1,5 6-15,17 14 16,-16-16-16,16 16 16,0 0-16,-10-11 15,10 11-15,0 0 16,0 0-16,19 13 16,9 13-16,9 10 15,5 5-15,6 4 16,3 7-16,6 8 15,1 7 1,3 7-16,-5-5 16,0 4-16,-1-4 15,-7-6-15,6 3 16,-9-8-16,2 0 16,-2-7-16,-9-7 15,0-2-15,-6-7 16,-9-4-16,-7-9 15,-3-5-15,-4-6 16,-7-11 0,7 12-16,-7-12 15,0 0-15,0 0 16,-22 0-16,-8-21 16,-14-22-16,-6-18 15,6-1-15,-5-16 16,4-1-16,4 1 15,0 3 1,4 5-16,-4-5 16,1-3-16,1 4 15,2 10-15,1 6 16,3 2-16,4 7 16,1 4-16,6 8 15,4 11-15,3 6 16,5 8-16,10 12 15,-12-13-15,12 13 16,0 0 0,0 0-16,21 34 15,8 15-15,12 13 16,11 5-16,8 1 16,9 5-16,-2-3 15,3-3-15,0-7 16,2-2-16,0 0 15,-4-5-15,-3 0 16,-6-6 0,-6-7-16,-9-5 15,-8-7-15,-7-6 16,-9-7-16,-3 0 16,-4-5-16,-13-10 15,12 10-15,-12-10 16,0 0-16,0 0 15,0 0-15,-37-11 16,-11-11 0,-16-7-16,-7-9 15,-4-5-15,0-1 16,-5-8-16,-1-1 16,0 0-16,-4-3 15,3 4-15,1-5 16,6-4-16,8 2 15,6 3 1,5 4-16,4 5 16,7 3-16,9 4 15,7 8-15,8 6 16,6 8-16,4 5 16,11 13-16,-9-11 15,9 11-15,0 0 16,17-4-16,12 13 15,25 20-15,11 19 16,8 6-16,4 6 16,8 8-1,6 13-15,-4-2 16,-2 5-16,0 0 16,-6-7-16,-3 0 15,-6-9-15,-9-8 16,-7-5-16,-6-9 15,-11-10-15,-6-8 16,-10-7 0,-8-9-16,-13-12 15,11 11-15,-11-11 16,0 0-16,-21-23 16,-15-16-16,-10-12 15,-10-9-15,-5-7 16,-3-4-16,-5-5 15,-1 0-15,-3 0 16,-1 1 0,-2 1-16,5 7 15,3 7-15,6 5 16,4 6-16,6 2 16,12 13-16,12 10 15,10 8-15,18 16 16,-15-10-16,15 10 15,0 0-15,29 20 16,18 19 0,11 12-16,0 7 15,1 3-15,5 7 16,-2 1-16,-4-6 16,1 2-16,-1-1 15</inkml:trace>
  <inkml:trace contextRef="#ctx0" brushRef="#br1" timeOffset="161496.46">7001 8864 0,'0'0'0,"-2"-2"0,2 2 15,0 0-15,0 0 16,0 0 0,0 0-16,0 0 15,0 0-15,31 9 16,12-5-16,19-8 16,14-3-16,3-4 15,2-1-15,-2-1 16,5-3-16,1-4 15,-2-3-15,-6-3 16,-9 3 0,-9 5-16,-12 2 15,-10 4-15,-12 5 16,-25 7-16,26-8 16,-26 8-16,0 0 15,18-5-15,-18 5 16,0 0-16,0 0 15,0 0-15,0 0 16,0 0 0,0 0-16,0 0 0,0 0 15,0 0 1,0 0-16,0 0 16,0 0-16,0 0 15,0 0-15,0 0 16,0 0-16,0 0 15,0 0-15,0 0 16,0 0-16,0 0 16,0 0-1,0 0-15,0 0 16,16 5-16,-16-5 16,0 0-16,0 0 15,0 0-15,0 0 16,0 0-16,0 0 15,0 0-15,15 5 16,-3 7-16,10 7 16</inkml:trace>
  <inkml:trace contextRef="#ctx0" brushRef="#br1" timeOffset="163429.83">14034 8920 0,'0'0'0,"0"0"0,0-4 16,0 4-16,0 0 15,29-20 1,12 11-16,8 3 16,1 2-16,-6 4 15,-6-2-15,-4 1 16,-4 0-16,0-1 15,-6 1-15,0 1 16,-3 0-16,-5 0 16,-16 0-1,24 0-15,-24 0 16,0 0-16,16 3 16,-16-3-16,0 0 15,0 0-15,0 0 16,13 9-16,-13-9 15,0 0-15,0 0 16,0 0 0,0 0-16,0 0 15,0 0-15,5 10 16,-5-10-16,0 0 16,0 0-16,0 0 15,0 0-15,0 0 16,0 0-16,0 0 15,0 0 1,0 0-16,1 12 0,-1-12 16,0 0-16,0 0 15,0 0 1,0 0-16,0 0 16,0 0-16,0 0 15,0 0-15,0 0 16,0 0-16,0 0 15,0 0-15,0 0 16,0 0-16,0 0 16,0 0-16,0 0 15,0 0 1,0 0-16,0 0 16,0 0-16,0 0 15,0 0-15,0 0 16,0 0-16,0 0 15,0 0-15,0 0 16,0 0 0,0 0-16,0 0 0,0 0 15,0 0 1,0 0-16,0 0 16,0 0-16,0 0 15,0 0-15,15 7 16,-15-7-16,0 0 15,0 0-15,0 0 16,0 0-16,0 0 16,0 0-16,0 0 15,0 0-15,0 0 16,0 0 0,0 0-16,0 0 15,0 0-15,0 0 16,0 0-16,0 0 15,0 0-15,0 0 16,0 0-16,0 0 16,0 0-16,0 0 15,0 0-15,0 0 16,0 0 0,0 0-16,0 0 15,0 0-15,0 0 16,0 0-16,0 0 15,0 0-15,0 0 16,0 0-16,0 0 16,0 0-16,0 0 15,0 0 1,0 0-16,0 0 16,0 0-16,0 0 15,0 0-15,0 0 16,0 0-16,0 0 15,0 0-15,0 0 16,0 0-16,0 0 16,0 0-16,0 0 15,0 0 1,0 0-16,0 0 16</inkml:trace>
  <inkml:trace contextRef="#ctx0" brushRef="#br1" timeOffset="163796.96">14545 9340 0,'0'0'0,"0"0"0,0 0 16</inkml:trace>
  <inkml:trace contextRef="#ctx0" brushRef="#br1" timeOffset="170729.66">4691 10159 0,'0'0'0,"0"0"0,0 0 0,0 0 15,0 0-15,0 0 16,0 0-16,15 5 15,11 1-15,12 3 16,10 1-16,1 8 16,-3 3-16,1 6 15,-2 0-15,-5 1 16,-5-2 0,-11-6-16,-6-4 15,0-2-15,-6-4 16,-12-10-16</inkml:trace>
  <inkml:trace contextRef="#ctx0" brushRef="#br1" timeOffset="170898.27">4980 10102 0,'0'0'0,"0"0"16,-2 2-16,2-2 15,-14 15-15,1 2 16,-5 17-16,0 20 16,4 9-1,7-3-15,9-7 16,10 2-16</inkml:trace>
  <inkml:trace contextRef="#ctx0" brushRef="#br1" timeOffset="171264.4">5311 10394 0,'0'0'0,"0"0"0,0 0 16,0 0-1,0 0-15,0 0 16,10 3-16,12 3 15,6 5-15,-1 11 16,-3 8-16,-4 17 16,-4 17-16,-9 7 15,-5-14-15,-8-8 16,-3-8-16,2-6 16,-1-7-1,5-16-15,3-12 16,0 0-16,0 0 15,22-11-15,26-32 16,10-10-16,0-1 16,-11 7-16,-6 7 15,-10 9 1</inkml:trace>
  <inkml:trace contextRef="#ctx0" brushRef="#br1" timeOffset="179045.34">5799 12068 0,'0'0'0,"-6"5"0,6-5 0,-35 8 16,4-2-16,2-2 16,4-1-1,8 0-15,17-3 16,-24 4-16,24-4 16,0 0-16,0 0 15,-15-2-15,19-10 16,22-41-16,35-42 15,20-15 1,14-6-16,2 2 0,13-14 16,-4 4-1,5-1-15,-7 5 16,2 2-16,1 0 16,-1-2-16,-3 4 15,-13 12-15,-14 12 16,-17 17-16,-15 16 15,-15 18-15,-11 16 16,-7 11-16,-11 14 16,9-13-16,-9 13 15,0 0 1,0 0-16,-50 38 16,-47 65-16,-15 17 15,3-3-15,-1 2 16,-6 5-16,4-4 15,1-2-15,4 0 16,10-11-16,14-17 16,10-10-1,12-14-15,9-9 16,7-6-16,9-9 16,8-10-16,9-8 15,7-12-15,12-12 16,-6 11-16,6-11 15,0 0-15,46-4 16,20-39-16,34-31 16,14-31-1,13-13-15,-1-5 16,11-18-16,-8 4 16,-13 12-16,1-2 15,-21 21-15,-6 9 16,-15 15-16,-18 19 15,-12 14-15,-12 14 16,-12 12-16,-9 10 16,-12 13-16,0 0 15,0 0 1,0 0-16,-105 93 16,-35 47-16,0 0 15,-5 3-15,4-4 16,-7 9-16,3-5 15,13-12-15,10-11 16,10-7-16,17-20 16,4-1-16,21-18 15,16-12 1,15-14-16,17-16 16,8-12-16,8-8 15,6-12-15,-5 11 16,5-11-16,0 0 15,41-11-15,29-32 16,27-35-16,9-19 16,15-19-1,-4 0-15,21-22 16,-12 12-16,10-11 16,1 0-16,-10 9 15,-4 5-15,-18 15 16,-15 14-16,-10 8 15,-19 18-15,-15 19 16,-15 14-16,-12 12 16,-8 10-16,-11 13 15,0 0 1,-14 13-16,-88 91 16,-50 49-16,-4 6 15,-2 1-15,-4 4 16,3-4-16,4-9 15,0 5-15,10-14 16,-1 3-16,26-25 16,12-6-16,20-21 15,19-21 1,17-15-16,19-23 16,12-13-16,11-9 15,10-12-15,0 0 16,0 0-16,24-20 15,51-45-15,30-31 16,19-26-16,0-5 16,23-28-16,-5 6 15,15-18-15,-4 14 16,14-9 0,-7 15-16,-9 4 15,-7 9-15,-26 21 16,-4 3-16,-24 21 15,-17 13-15,-22 16 16,-19 21-16,-14 15 16,-9 13-16,-9 11 15,0 0 1,-62 35-16,-67 66 16,-15 32-16,-1 5 15,-9 17-15,-2 1 16,-5 3-16,3-1 15,-2 2-15,8-10 16,11-10-16,13-10 16,24-23-16,12-12 15,23-24-15,19-19 16,17-18 0,14-15-16,19-19 15,-13 12-15,13-12 16,0 0-16,63-41 15,44-56-15,9-11 16,20-28-16,3-4 16,19-19-16,0 2 15,14-15-15,-16 15 16,8-6 0,-18 15-16,-17 19 15,-11 10-15,-20 19 16,-12 14-16,-18 17 15,-19 20-15,-17 16 16,-14 14-16,-7 8 16,-11 11-16,0 0 15,0 0-15,-45 27 16,-78 73 0,-21 40-16,-10 15 15,-14 20-15,0-2 16,-12 12-16,6-7 15,4-5-15,12-9 16,16-18-16,7-7 16,18-21-16,13-10 15,20-20 1,19-21-16,16-19 16,8-10-16,15-14 15,5-7-15,4-5 16,17-12-16,-15 12 15,15-12-15,0 0 16,0 0-16,0 0 16,0 0-16,0 0 15,0 0-15,0 0 16,0 0-16,0 0 16,0 0-1,0 0-15,0 0 16,0 0-16,0 0 15,0 0-15,0 0 16,0 0-16,0 0 16,0 0-16,0 0 15,0 0-15,0 0 16,0 0 0,0 0-16,0 0 15,-13 11-15,13-11 16,0 0-16,0 0 15,0 0-15,0 0 16,0 0-16,0 0 16,0 0-16,0 0 15,0 0-15,0 0 16</inkml:trace>
  <inkml:trace contextRef="#ctx0" brushRef="#br1" timeOffset="181946.7">7106 10657 0,'0'0'0,"-3"-2"0,3 2 0,-16-9 15,-5-3-15,-7-4 16,0-3-16,-4-3 16,-3-3-16,-6-3 15,-7-9-15,-5-5 16,0-3-16,-7-9 16,3-5-16,6 2 15,-2-5-15,4 0 16,-1 2-1,2 0-15,9 10 16,4 6-16,6 10 16,6 4-16,3 5 15,4 6-15,3 4 16,3 3-16,10 12 16,-13-12-16,13 12 15,0 0-15,0 0 16,0 0-1,0 0-15,0 0 16,0 0-16,0 0 16,0 0-16,0 0 15,-11 16-15,13-5 16,1-1-16,-3-10 16,4 18-16,-4-18 15,5 14-15,-5-14 16,0 0-1,2 10-15,-2-10 16,0 0-16,0 0 16,0 0-16,0 0 15,0 0-15,0 0 16,0 0-16,0 0 16,0 0-16,0 0 15,0 0-15,0 0 16,-21-12-1,21 12-15,-19-20 16,7 9-16,0-1 16,1 0-16,11 12 15,-15-12-15,15 12 16,0 0-16,0 0 16,0 0-16,0 0 15,0 0-15,0 0 16,26-4-16,0 6 15,3 1 1,2-1-16,-3 0 16,-2-4-16,-2 0 15,-4-1-15,-20 3 16,24-5-16,-24 5 16,0 0-16,0 0 15,0 0-15</inkml:trace>
  <inkml:trace contextRef="#ctx0" brushRef="#br1" timeOffset="183430.26">6574 11107 0,'0'0'0,"-3"0"0,3 0 15,0 0-15,-18 0 16,18 0-16,0 0 16,0 0-16,0 0 15,0 0-15,2 26 16,25 9-16,19 13 15,6 3 1,5-2-16,6 3 16,0-2-16,1-4 15,5 3-15,-7-4 16,-3 0-16,-6 3 16,-11-1-16,-5-4 15,-9-6-15,-9-5 16,-7-5-16,-5-7 15,-4-6 1,0-4-16,-3-10 16,-3 18-16,-4-8 15,-8 5-15,-8 1 16,-7 0-16,-2-1 16,-5 0-16,-3-5 15,1-7-15,-1-3 16,4 0-16,4 0 15,5 0-15,6 0 16,21 0 0,-21 0-16,21 0 15,0 0-15,0 0 16,0 0-16,9 13 16,17 4-16,8-3 15,7-4-15,2-3 16,1-10-16,0-11 15,1-12-15,2-15 16,1-14 0,-5-6-16,-3-11 15,-4-8-15,-4-8 16,0 0-16,0 2 16,1-1-16</inkml:trace>
  <inkml:trace contextRef="#ctx0" brushRef="#br1" timeOffset="196646.42">4433 12045 0,'0'0'0,"0"0"0,0 0 0,-4 0 16,4 0-16,0 0 15,0 0-15,0 0 16,-17 12-16,17-12 16,0 0-16,0 0 15,0 0-15,0 0 16,0 0-16,0 0 15,0 0 1,0 0-16,0 0 16,0 0-16,0 0 15,28-12-15,-1-4 16,6-17-16,4-3 16,3-5-16,-1 1 15,5-5-15,9-6 16,7-10-16,7-5 15,1-3 1,2-1-16,5-4 16,9-10-16,3-3 15,-1 4-15,-2 1 16,7-2-16,4-2 16,8-8-16,-15 14 15,4-7 1,7 4-16,2 5 15,9-6-15,-9 5 16,9-4-16,-14 9 16,8-5-16,0 0 15,-12 9-15,-6-1 16,-10 5-16,-10 5 16,3-4-16,-7 5 15,-10 10-15,0 1 16,-8 6-1,1 1-15,-7 0 16,-7 5-16,0-5 16,-4 4-16,-4 8 15,-1 0-15,-6 9 16</inkml:trace>
  <inkml:trace contextRef="#ctx0" brushRef="#br1" timeOffset="198863.05">6632 10756 0,'0'0'0,"0"0"0,-4-3 16,4 3-16,0 0 15,-17-11-15,-4 1 16</inkml:trace>
  <inkml:trace contextRef="#ctx0" brushRef="#br1" timeOffset="201196.38">6391 10327 0,'0'0'0,"0"0"16,0 0-16,-5 1 15,5-1-15,0 0 16,-6 13-16,2 2 16,-9 17-1,-8 24-15,-6 26 16,-1 12-16,2 12 16,2-11-16,0 8 15,0 9-15,-1 0 16,3-2-16,1-13 15,3-9-15,2-4 16,5-8-16,2-16 16,2-15 15,3-15-31,1-10 16,2-11-16,1-9 15,0 0-15,-5-20 16,-1-47-16,5-33 15,7-20-15,6 10 16,11-12-16,1 3 16,4 13-16,2 1 15,-2 11 1,0 3-16,-1 7 16,-3 4-16,-1 14 15,-5 8-15,-3 8 16,-2 13-16,-3 9 15,-1 8-15,-5 8 16,-4 12-16,6-11 16,-6 11-16,0 0 15,9 15 1,4 18-16,-6 31 16,-5 31-16,-7 15 15,-5 15-15,-1-3 16,1-10-16,3-11 15,-2-11-15,3-5 16,0-16-16,2-14 16,2-21-16,1-10 15,0-11 1,1-13-16,-1 13 16,1-13-16,-7-11 15,-3-32-15,1-41 16,5-11-16,8-11 15,3-3-15,3-15 16,4 3-16,-4 21 16,1 6-1,-3 17-15,-1 8 0,-1 9 16,-2 12 0,-1 15-16,1 9 15,-3 9-15,-1 15 16,1-16-16,-1 16 15,0 0-15,0 0 16,5 13-16,5 37 16,-10 36-16,-10 28 15,-3 14 1,-1 19-16,2-6 16,-1-3-16,0 8 15,2-19-15,-1 6 16,5-24-16,4-23 15,3-21-15,0-25 16,0-14-16,0-12 16,0-14-16,0 0 15,-5-12 1,-4-59-16,0-47 16,11-5-16,0 7 15,8-5-15,1-6 16,1 6-16,0 4 15,0 5-15,-3 18 16,-2 11-16,2 12 16,-4 16-16,-1 8 15,1 12 1,-3 11-16,-1 7 16,0 6-16,-1 11 15,0 0-15,0 0 16,0 0-16,3 12 15,3 24-15,-5 24 16,-7 22-16,-2 7 16,-1-1-16,0-11 15,0-3 1,1-3-16,1-3 0,4-15 16,-1-15-1,1-12-15,2-7 16,-1-8-16,2-11 15,0 12-15,0-12 16,0 0-16,0 0 16,-21-11-16,21 11 15,-17-15-15,17 15 16,-11-14-16,11 14 16,0 0-1,-10-14-15,10 14 16,0 0-16,0 0 15,0 0-15,-1-10 16,1 10-16,0 0 16,0 0-16,0 0 15,0 0-15,0 0 16,0 0 0,0 0-16,0 0 15,0 0-15,0 0 16</inkml:trace>
  <inkml:trace contextRef="#ctx0" brushRef="#br1" timeOffset="204796.28">5474 12354 0,'0'0'0,"0"0"0,-5-1 15,5 1-15,-9-11 16,7-2-16,0-14 16,13-19-16,14-16 15,8-8-15,9-7 16,9-3-16,6-2 16,7-3-16,7-4 15,3-2 1,8-4-16,4-6 15,4 2-15,3-5 16,0 1-16,-2 6 16,0 0-16,0 0 15,-7 7-15,-5 6 16,-11 13-16,-8 8 16,-5 7-16,-4 3 15,-7 7-15,-6 9 16,-11 5-16,-6 10 15,-8 8 1,-4 4-16,-9 10 16,9-12-16,-9 12 15,0 0-15,0 0 16,4-11-16,-4 11 16,0 0-16,0 0 15,0 0-15,0 0 16,0 0-16,0 0 15,0 0 1,0 0-16,0 0 16,0 0-16,0 0 15,0 0-15,0 0 16,0 0-16,0 0 16,0 0-16,0 0 15,0 0-15,0 0 16,0 0-16,0 0 15,0 0 1,0 0-16,0 0 16,0 0-16,0 0 15,0 0-15,0 0 16,0 0-16,0 0 16,0 0-16,0 0 15,0 0-15,0 0 16,0 0-1,0 0-15,0 0 16,0 0-16,0 0 16,0 0-16,0 0 15,0 0-15,0 0 16,16-6-16,-16 6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8T10:40:49.957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4145 3507 0,'0'0'0,"0"0"0,0 0 0,0 0 16,0 0-1,12 4-15,12 7 16,19 18-16,7 29 15,12 8-15,-4 3 16,-6-11-16,0 2 16,-4-7-16,7 9 15,-5-3-15,-5-14 16,-5-9-16,-12-11 16,-5-7-1</inkml:trace>
  <inkml:trace contextRef="#ctx0" brushRef="#br0" timeOffset="700.52">4539 798 0,'0'0'0,"0"0"0,0 0 16,0 0-16,0 0 15,0 0-15,14 13 16,19 18-16,23 20 16,9 8-1,-4 1-15,0 1 16,-2-2-16,-6-7 15,-2-4-15,-2-3 16,-2-6-16,-16-16 16</inkml:trace>
  <inkml:trace contextRef="#ctx0" brushRef="#br0" timeOffset="899.71">5114 874 0,'0'0'0,"-10"-5"16,10 5-16,-27-5 16,-2 13-16,-16 31 15,-11 19-15,0 13 16,5 3-16,6-8 16,1 0-16,0-2 15,6-5 1,6-1-16,10-5 15</inkml:trace>
  <inkml:trace contextRef="#ctx0" brushRef="#br0" timeOffset="1134.08">5249 1262 0,'0'0'0,"0"0"0,0 0 0,3-2 16,-3 2-16,0 0 16,23 30-16,-10 31 15,-7 20-15,-6-3 16,-7-3-16,-1-11 16,-1-11-16,3 0 15</inkml:trace>
  <inkml:trace contextRef="#ctx0" brushRef="#br0" timeOffset="1850.63">6049 1247 0,'0'0'0,"0"0"16,0 0-16,19 0 15,26 0-15,23 0 16,0 0-1,-6 0-15,-6-1 16,0-2-16,-3-2 16,-6-2-16,-7 1 15,-3 0-15</inkml:trace>
  <inkml:trace contextRef="#ctx0" brushRef="#br0" timeOffset="2049.4">6028 1719 0,'0'0'0,"0"0"15,0 0-15,0 0 16,0 0-16,6 6 16,23 7-16,30-1 15,14-7-15,2-7 16,1-5-1,-4-8-15,-3-8 16,-10 1-16,3-3 16</inkml:trace>
  <inkml:trace contextRef="#ctx0" brushRef="#br0" timeOffset="2483.44">7290 993 0,'0'0'0,"0"0"16,0 0-16,0 0 16,-4 1-16,4-1 15,0 0-15,-19 11 16,-1 2-1,-14 14-15,-9 18 16,0 14-16,6 4 16,16-2-16,10-6 15,18 1-15,24-13 32,32-14-32,34-38 15,2-42-15,-30-17 16,-23-3-16,-17 20 15,-15-2 1,-14 1-16,-2 13 16,-15 8-16,-7 14 15,-18 12-15,-16 19 16,6 3-16,12 19 16</inkml:trace>
  <inkml:trace contextRef="#ctx0" brushRef="#br0" timeOffset="2867.9">9350 792 0,'0'0'0,"0"0"15,0 0-15,0 6 16,2 16-16,8 32 15,13 11 1,15 14-16,5-7 16,-9-16-16,-5-9 15,-4-6-15,16 4 32</inkml:trace>
  <inkml:trace contextRef="#ctx0" brushRef="#br0" timeOffset="3050.29">9766 894 0,'0'0'0,"0"0"16,-8 6-16,-19 15 16,-13 39-16,-20 40 15,1 14-15,5-13 16,4-6-16,17-22 15,11-13 1,9-13-16,8 2 16</inkml:trace>
  <inkml:trace contextRef="#ctx0" brushRef="#br0" timeOffset="3400.35">10000 1400 0,'0'0'0,"17"-14"0,9-3 16,41-11 0,2 13-16,-17 9 15,-7 12-15,-12 9 16,-7 3-16,-14 14 16,-14 7-16,-15 13 15,-7 8-15,-9 2 16,1-9-16,6-11 15,3-10-15,9-10 16,7-11 0,7-11-16,7 24 15,18-9-15,17 3 16,25-10-16,14-10 16,8-14-16,9-11 15,-10-7-15,1-13 16,-2-7-16,-15-15 15</inkml:trace>
  <inkml:trace contextRef="#ctx0" brushRef="#br0" timeOffset="3599.41">11126 1184 0,'0'0'0,"0"0"0,0 0 0,0 0 16,0 0-16,14-2 15,19 0-15,29-4 16,7 1 0,-4 1-16,-15 0 15,-10 1-15,-7 0 16,-8 2-16,-7 0 16</inkml:trace>
  <inkml:trace contextRef="#ctx0" brushRef="#br0" timeOffset="3783.93">10942 1600 0,'0'0'0,"0"0"15,1 4-15,-1-4 16,34 29-16,24-6 16,20-10-16,13-11 15,2-12-15,-7-23 16,17-6-16,-4-17 15</inkml:trace>
  <inkml:trace contextRef="#ctx0" brushRef="#br0" timeOffset="3966.59">12094 929 0,'0'0'0,"0"0"0,0 3 16,2 12-16,0 39 15,2 29-15,1 17 16,-2 4-16,-2-12 16,-2 3-1,0-15-15</inkml:trace>
  <inkml:trace contextRef="#ctx0" brushRef="#br0" timeOffset="4850.82">15221 1021 0,'0'0'0,"0"0"0,-2 4 16,-11 20-16,-13 42 16,12 22-16,15-14 15,18-15-15,20-26 31,22-28-31,22-33 16,3-29-16,-28 11 16,-4-6-1,-14 10-15,-15 13 16,-11 10-16,-14 19 16,11-12-16,-11 12 15,18 45-15,-10 53 16,-5 36-16,-17 21 15,-1-15-15,-1-12 16,1-25-16,1 10 16,1-11-16,4-10 15,1-16 1,5-39-16</inkml:trace>
  <inkml:trace contextRef="#ctx0" brushRef="#br0" timeOffset="4968.1">15569 1921 0,'15'-17'0,"31"-31"0</inkml:trace>
  <inkml:trace contextRef="#ctx0" brushRef="#br0" timeOffset="5349.82">16272 1374 0,'3'-6'0,"4"-4"0,6-9 16,24-14-16,17-1 15,11-2-15,-2 4 16,-4 6-16,4 0 16,-2-2-16,0 1 15,-6 2 1,-12 6-16,-13 5 16</inkml:trace>
  <inkml:trace contextRef="#ctx0" brushRef="#br0" timeOffset="5583.44">16548 1585 0,'0'0'0,"0"0"15,6-1-15,11-2 16,25-4-16,31-5 15,10-2-15,-4-1 16,0-12-16,-3-1 16,9-7-1,-5-6-15,-1-3 16</inkml:trace>
  <inkml:trace contextRef="#ctx0" brushRef="#br0" timeOffset="5786.68">17627 839 0,'0'0'0,"0"0"0,0 2 16,-5 15-16,-11 36 15,-13 40-15,-7 41 16,1 14-16,-10 99 31</inkml:trace>
  <inkml:trace contextRef="#ctx0" brushRef="#br0" timeOffset="18216.91">4911 3321 0,'-3'7'0,"-4"19"0,7-26 0,-9 37 0,1 39 16,10-4-16,8-15 15,2-15-15,-1-15 16,-1-10-16,-10-17 16,12 15-16,-12-15 15,0 0-15,22 2 16,-22-2-16,19 4 15,0 12 1,7 16-16,0 5 16,-2-3-16,-3-4 15,1-1-15,10-4 16,12-17-16,4-12 16,-1-19-16,-4-18 15,-2-17 1,-5-14-16,-8-5 0,-2 3 15,-11 16 1,-7 15-16,-4 11 16,-3 13-16,-1 19 31,0 0-31</inkml:trace>
  <inkml:trace contextRef="#ctx0" brushRef="#br0" timeOffset="18434.41">5694 3781 0,'0'0'0,"0"0"16,-1 4-16,-3 8 16,-7 19-16,-2 25 15,5 16-15,8-4 16,6-14-16,4-13 15,-2-15-15,4-3 16,11-5-16</inkml:trace>
  <inkml:trace contextRef="#ctx0" brushRef="#br0" timeOffset="18616.38">6042 3546 0,'0'0'0,"0"0"0,0 0 0,0 0 16,5 0 0,15 0-16,28 0 15,19-7-15,3-1 16,-3-4-16,-6 0 16,1 2-16</inkml:trace>
  <inkml:trace contextRef="#ctx0" brushRef="#br0" timeOffset="18783.84">6172 4014 0,'0'0'0,"0"0"0,0 0 16,6 0-16,23 0 15,38 0-15,36-8 16,-4-12-16,-6-13 15,-11-1-15</inkml:trace>
  <inkml:trace contextRef="#ctx0" brushRef="#br0" timeOffset="19334.34">6958 3606 0,'-5'3'0,"-2"14"0,-4 7 16,-6 36-16,5 7 15,3-8-15,6 5 16,10-2-16,5-15 16,3-5-1,2-19-15,6-19 16,8-12-16,10-18 16,3-9-16,-10-1 15,-13-14-15,-15-10 16,-15 1-16,-9-2 15,-9 11-15,-5 6 32,3 14-17,9 15-15,20 15 16</inkml:trace>
  <inkml:trace contextRef="#ctx0" brushRef="#br0" timeOffset="19483.88">7464 3753 0,'0'0'0,"0"0"0,0 0 0,6 0 0,-6 0 16,31 0-16</inkml:trace>
  <inkml:trace contextRef="#ctx0" brushRef="#br0" timeOffset="19800.68">7962 3176 0,'0'0'0,"4"-3"0,-4 3 16,36-17-16,3 0 15,3 13-15,-4 17 16,-3 18-16,-11 23 15,-13 22-15,-21 11 16,-7-8-16,-7-4 16,-7-9-1,3-11-15,4-10 16,10-18-16,7-11 16,12-1-16,-5-15 15,49 9-15,10-26 16,25-17-16,5-10 15,-4-1-15,10-2 16</inkml:trace>
  <inkml:trace contextRef="#ctx0" brushRef="#br0" timeOffset="20266.5">9691 3038 0,'0'0'0,"0"0"0,3 6 16,4 14-16,6 27 16,4 15-16,-1-2 15,-3-12-15,-3-13 16,2-16-16,10-13 15,12-16-15,34-44 16,1-9 15,-22 13-31,-26 28 16,-21 22-16,0 0 16,21 55-16,3 25 15,-1 1-15,-3-11 16,3-21-16,3-19 15,0-21-15,7-18 16,13-30-16,10-41 16,0-14-1,-14-4-15,-18 19 16,-9 25-16,-7 22 16,-5 15-16,-3 17 15,1-11-15,-1 11 16,0 0-16</inkml:trace>
  <inkml:trace contextRef="#ctx0" brushRef="#br0" timeOffset="20751.09">10597 3462 0,'0'0'0,"0"0"15,7-2-15,15-1 16,21-5-16,8 2 15,-4 7-15,-6 3 16,-9 1-16,-10 2 16,-6 6-1,-8 5-15,-4 10 16,-7 9-16,-4 11 16,-4 2-16,1-7 15,4-13-15,2-10 16,0-3-16,8-1 15,10 1-15,17 0 16,20-5-16,11-5 16,4-18-16,-6-6 15,10-20 1,3-11-16,-18-30 16,0-3-16,-5 6 15,-17 21-15,-15 27 16,-9 13-16,-9 14 15,0 0-15,9-13 32,-9 13-32,41-7 15,11 3-15,17-2 16,6 0 0,6-1-16,-4-6 15,-12-8-15</inkml:trace>
  <inkml:trace contextRef="#ctx0" brushRef="#br0" timeOffset="20932.81">11609 3686 0,'0'0'0,"-2"3"16,2-3-16,-7 21 15,16 0-15,20 5 16,15-3-16,19-13 15,11-4-15,10-13 16,1-8-16,-4-3 16</inkml:trace>
  <inkml:trace contextRef="#ctx0" brushRef="#br0" timeOffset="21182.84">12644 3556 0,'0'0'0,"0"0"0,0 0 16,0-3-16,0 3 16,0 0-16,23-11 15,17 2-15,19 0 16,11 3-16,-7 1 15,-7 0-15,-1 3 16,-9-1 0</inkml:trace>
  <inkml:trace contextRef="#ctx0" brushRef="#br0" timeOffset="21549.45">13559 3228 0,'0'0'0,"0"0"0,0 0 16,-2 3-16,2-3 15,-24 35-15,1 21 16,0 10 0,5 8-16,5-6 15,9 2-15,4-3 16,2-18-16,3-12 15,1-16-15,-6-21 16,36 5-16,9-33 16,11-32-16,-9-16 15,-10-20 1,-15-8 0,-10 24-1,-10 24-15,-3 23 16,0 18-16,1 15 15,-3-12-15,3 12 16,0 0-16</inkml:trace>
  <inkml:trace contextRef="#ctx0" brushRef="#br0" timeOffset="21683.78">14079 3259 0,'0'0'0,"0"0"0,0 0 16,0 0-16,2 3 16</inkml:trace>
  <inkml:trace contextRef="#ctx0" brushRef="#br0" timeOffset="21917.3">14485 2939 0,'-1'7'0,"-4"18"0,-3 15 16,-12 48-16,-5 10 16,2 4-1,0-7-15,-1 7 16,7 0-16</inkml:trace>
  <inkml:trace contextRef="#ctx0" brushRef="#br0" timeOffset="25016.16">5846 5257 0,'0'0'0,"0"0"0,0 0 16,-2-3-16,2 3 16,-10-10-16,10 10 15,-21-21-15,7 7 16,2 2-1,-3 0-15,-3 2 16,-2 1-16,-4 6 16,5 3-16,-2 3 15,-3 10-15,-2 7 16,-3 16-16,4 14 16,5 9-16,6 2 15,10 2-15,8-2 16,7-1-16,5-6 15,1-11 1,5-6-16,-2-9 16,0-9-16,-2-7 15,2-11-15,11-16 16,8-14-16,4-20 16,-3-6-16,-7-10 15,-5-1-15,-10 2 16,-5 0-16,-11 15 15,-3 11 1,-5 6-16,-5 10 16,-7 4-16,-7 2 15,-8 9-15,-6 3 16,-1 7-16,5 5 16,7 2-16,6 2 15,12 0-15</inkml:trace>
  <inkml:trace contextRef="#ctx0" brushRef="#br0" timeOffset="26418.48">6374 5550 0,'0'0'0,"-4"0"0,4 0 16,0 0-16,0 0 15,0 0-15,-16-9 16,16 9-16,0 0 15,0 0-15</inkml:trace>
  <inkml:trace contextRef="#ctx0" brushRef="#br0" timeOffset="26799.35">6516 5285 0,'0'-3'0,"0"3"0,3-10 15,3-5-15,14-4 16,19 2 0,8 3-16,4 12 15,-2 14-15,-5 15 16,-12 16-16,-14 9 16,-11 17-16,-14 8 15,-17 12-15,-4-3 16,-5-14-16,1-5 31,7-21-15,12-16-16,6-17 15,7-13-15,24 7 16,39-14-16,26-12 16,10-15-16,-5-3 15,2-10-15,-5 1 16,-16 5-16,-7 7 15,-18 8-15,-12 6 16,-11 7-16</inkml:trace>
  <inkml:trace contextRef="#ctx0" brushRef="#br0" timeOffset="27117.33">7931 4821 0,'0'0'0,"0"0"0,-3 7 15,-8 26-15,-21 51 16,-14 43-16,2 2 15,7 3-15,16-7 16,14-10-16,9-15 16,24 29 15,6-32-31,9-20 16,7-37-16</inkml:trace>
  <inkml:trace contextRef="#ctx0" brushRef="#br0" timeOffset="27449.43">8214 5438 0,'0'0'0,"0"0"0,0 0 0,-8 3 16,-8 9-16,-12 27 15,0 30-15,11-2 16,13 2-16,10-18 15,3-7-15,5 7 16,4-21-16,12-10 16,12-14-1,13-14-15,-3-22 16,-12-25-16,-15-22 16,-8-1-16,-9 21 15,-9 7-15,-9-2 16,-11 15-1,-6 12 1,4 14-16,1 3 16,22 8-1</inkml:trace>
  <inkml:trace contextRef="#ctx0" brushRef="#br0" timeOffset="27684.7">8566 5060 0,'0'0'0,"4"-1"0,-4 1 0,31-5 16,11 11-16,7 11 16,4 10-16,-1 18 15,-4 9 1,-3 14-16,-19 15 16,-24 5-16,-9 11 15,-18 3-15,-9-7 16,-4 8-16,-13-4 15,6-17-15,3-13 16,13-19-16</inkml:trace>
  <inkml:trace contextRef="#ctx0" brushRef="#br0" timeOffset="27899.34">9065 5721 0,'0'0'0,"0"0"0,9-4 0,13-5 15,14-7-15,12 1 16,13 4-16,9 0 16,6 1-16,-4 0 15,-6 1-15,-6-4 16,-5-2-16,-1-2 15</inkml:trace>
  <inkml:trace contextRef="#ctx0" brushRef="#br0" timeOffset="28100.98">9383 5438 0,'0'0'0,"0"0"16,0 0-16,-5 6 15,-4 16-15,-5 41 16,1 32-16,7 5 16,3 11-16,6-8 15,0-3 1</inkml:trace>
  <inkml:trace contextRef="#ctx0" brushRef="#br0" timeOffset="28932.96">10498 5205 0,'0'0'0,"0"0"15,0 0-15,-5-2 16,5 2-16,0 0 16,-20 20-16,-7 31 15,-9 34 1,1 23-16,12-5 16,9-2-16,11-12 15,38 36 1,15-6-1,13-4-15,12-32 16,-27-49-16</inkml:trace>
  <inkml:trace contextRef="#ctx0" brushRef="#br0" timeOffset="29487.16">11035 5584 0,'0'0'0,"-11"-1"15,11 1-15,-30-3 16,7 0-16,-2 4 15,-5 19-15,-1 12 16,4 14-16,3 13 16,9 0-16,7-1 15,7-4-15,11-3 16,5-8 0,3-10-16,7-12 15,4-8-15,6-3 16,2-6-16,2-4 15,-5-5-15,-3-5 16,-1 0-16,-4-2 16,-2-1-16,-1 0 15,-2-3-15,2-3 16,-3-4 0,-2-7-16,-2-7 15,0-8-15,-6-3 16,-8 7-16,-7 2 15,-12 3-15,-4 3 16,0 4-16,-4 6 16,-2 5-16,-6 6 15,-2 4 1,4 4-16,5 3 0,8 1 16,18 0-1</inkml:trace>
  <inkml:trace contextRef="#ctx0" brushRef="#br0" timeOffset="29767.27">10476 5789 0,'0'0'0,"0"0"0,-1-3 0,1 3 15,0 0-15,0 0 16,17-14-16,3 5 16,5 3-1,1 2-15,4-1 16,1 5-16</inkml:trace>
  <inkml:trace contextRef="#ctx0" brushRef="#br0" timeOffset="30150.75">11556 5768 0,'0'0'0,"0"0"15,0 0-15,0 0 16,1 5-16,-1-5 15</inkml:trace>
  <inkml:trace contextRef="#ctx0" brushRef="#br0" timeOffset="30433.7">11949 5296 0,'0'0'0,"0"0"0,0 0 0,0 0 15,3 9-15,4 14 16,4 24-16,1 16 16,-6 6-1,-2 9-15,-3 0 16,2 1-16,-2-5 15,1-5-15,-1 27 32</inkml:trace>
  <inkml:trace contextRef="#ctx0" brushRef="#br0" timeOffset="30750.86">12312 5061 0,'0'0'0,"0"0"16,5 5-16,10 12 16,25 28-1,6 22-15,-3 36 16,-7 7-16,-9 6 15,-6-4-15,-11-6 16,-8 11-16,-7-10 16,-16 5-16,-12-15 15,-20-2-15,-7 2 16,5-10-16,-1-4 16,17-31-1,7-13-15</inkml:trace>
  <inkml:trace contextRef="#ctx0" brushRef="#br0" timeOffset="31099.84">13183 5213 0,'0'0'0,"0"3"16,0-3-16,-25 43 15,-16 39-15,1 46 16,8 5-1,17 2-15,35 58 32,2-45-32,13-15 15,-6-50-15,16-29 16,20-7-16</inkml:trace>
  <inkml:trace contextRef="#ctx0" brushRef="#br0" timeOffset="31349.17">13679 5533 0,'0'0'0,"0"2"0,0-2 16,4 43-1,-3 28-15,-6 24 16,-2 10-16,3-9 16,5 11-16,9-12 31,-3-24-31</inkml:trace>
  <inkml:trace contextRef="#ctx0" brushRef="#br0" timeOffset="31651.75">14007 5279 0,'0'0'0,"0"0"0,6-4 0,12 5 16,20 17-1,10 19-15,0 29 16,-9 21-16,-14 63 31,-23 31-31,-23-6 16,-14-29-16,-2-58 16,-8 25-16,-14-9 15,-20-14 1,10-14-16,11-44 15,31-14-15</inkml:trace>
  <inkml:trace contextRef="#ctx0" brushRef="#br0" timeOffset="32267.2">14776 5949 0,'0'0'0,"0"0"0,4 0 15,14 0-15,30 0 16,28 0-16,3-4 16,-4 1-16,-1-10 15,-7-8-15,-22-21 16</inkml:trace>
  <inkml:trace contextRef="#ctx0" brushRef="#br0" timeOffset="32450.64">15107 5553 0,'-1'6'0,"-5"12"0,-1 15 16,-13 47-1,-3 26-15,5 14 16,15 8-16,8-10 16,40 28-1</inkml:trace>
  <inkml:trace contextRef="#ctx0" brushRef="#br0" timeOffset="32816.87">15762 5873 0,'0'0'0,"0"0"0,-3 5 16,-7 12-16,-6 22 15,3 25-15,6 1 16,4-6-1,3-11-15,3-7 16,2-10-16,5-9 16,9-5-16,13-9 15,9-10-15,6-15 16,-8-15-16,-11-18 16,-7-15-16,-17 7 15,-15 5-15,-8 14 16,-7 7-16,-6 5 15,-2 10 1,-1 10-16,4 8 16,4 10-16,11 3 15</inkml:trace>
  <inkml:trace contextRef="#ctx0" brushRef="#br0" timeOffset="33766.64">16428 3077 0,'0'0'0,"0"0"0,0 0 0,0 0 16,0 0-1,0 0-15,-1 4 16,-2 7-16,-6 19 16,-5 21-16,-6 14 15,-3 4-15,2-9 16,4-10-16,6-11 31,5-14-15,1-12-16,5-13 15,0 0-15,0 0 16,19-26-16,15-16 16,8 2-16,1 15 15,-2 12-15,-1 9 16,0 14-16,-8 8 15,-8 5 1,-3 5-16,-11 2 16,-7 7-16,-13 6 15,-10 5-15,-6-3 16,-7-5-16,-5-2 16,3-5-16,1-4 15,7-6-15,6-7 16,21-16-16</inkml:trace>
  <inkml:trace contextRef="#ctx0" brushRef="#br0" timeOffset="33950.93">16995 3536 0,'0'0'0,"9"0"15,8 0-15,25 2 16,14-2 0,0 0-16,2-5 15</inkml:trace>
  <inkml:trace contextRef="#ctx0" brushRef="#br0" timeOffset="34383.97">17090 3800 0,'0'0'0,"0"0"0,-2 4 0,2-4 16,0 14-1,7-3-15,23 3 16,31-7-16,25-14 16,5-27-16,3-14 15,-7-16-15,9-32 16,5 9 15,-26 18-31,-20 26 16,-27 29-16,-28 14 15,0 0-15,7 18 16,-16 24-16,-9 23 16,-2 2-16,4-8 15,3-9-15,7-17 16,11-10-16,8-7 15,14-7-15,21-20 16,20-30-16,-8-17 16,-19-6-1,-17 6-15,-14 6 16,-10 6-16,-8 11 16,-5 12-16,-6 8 15,-10 13-15,-11 17 16</inkml:trace>
  <inkml:trace contextRef="#ctx0" brushRef="#br0" timeOffset="35133.47">16672 6136 0,'0'0'0,"0"0"16,7 0-16,13 0 15,32-2 1,22-2-16,10 0 16,-1 0-16,-4 1 15,0-4-15</inkml:trace>
  <inkml:trace contextRef="#ctx0" brushRef="#br0" timeOffset="35299.94">16848 6529 0,'0'0'0,"0"0"15,0 0-15,0 0 16,4-1-16,19-5 15,29-5-15,23-4 16</inkml:trace>
  <inkml:trace contextRef="#ctx0" brushRef="#br0" timeOffset="36666.79">17961 5911 0,'0'0'0,"-3"-3"0,3 3 0,-25-1 16,-4 17-16,-6 18 16,0 18-16,6 4 15,8 5-15,7 5 16,12 6 0,9-4-16,8-10 15,1-20-15,2-11 16,9-9-16,12-8 15,8-12-15,5-25 16,-5-20-16,-11-18 16,-5-6-16,-14 9 15,-12-2-15,-8 10 16,-9 13 0,-12 13-1,-4 15 1,-5 13-16,4 10 15,12 0-15,7 9 16</inkml:trace>
  <inkml:trace contextRef="#ctx0" brushRef="#br0" timeOffset="37183.21">18713 6202 0,'0'0'0,"0"0"16,0 0-1,2 3-15,-2-3 16,19 6-16,19 7 15,27 1-15,-3-12 16,-11-8-16,5-4 16</inkml:trace>
  <inkml:trace contextRef="#ctx0" brushRef="#br0" timeOffset="37583.56">19558 6048 0,'0'-2'0,"0"2"0,0 0 15,-21 12-15,-5 26 16,9 9-16,3-2 15,3-1-15,7 3 16,3-4-16,19-2 16,-6-17-16,5-4 15,6-18-15,-3-12 16,11-29-16,-10-17 16,-4 8-1,-10-1-15,-11-11 16,-6 6-16,-5 8 15,-8 12 1,4 19 0,-1 3-16,4 7 15,16 5-15</inkml:trace>
  <inkml:trace contextRef="#ctx0" brushRef="#br0" timeOffset="37750.99">19812 6207 0,'0'0'0,"0"0"15,0 0-15,6-4 16,-6 4-16,21-11 16,-21 11-16</inkml:trace>
  <inkml:trace contextRef="#ctx0" brushRef="#br0" timeOffset="37985.91">20306 5651 0,'0'0'0,"0"5"16,1 9-16,2 25 16,1 35-16,2 33 15,1 5-15,-7 1 16,-9 3-16</inkml:trace>
  <inkml:trace contextRef="#ctx0" brushRef="#br0" timeOffset="40616.87">21095 6059 0,'0'0'0,"0"0"0,0 0 0,5 1 16,12 3-16,22 6 15,21 2-15,4 0 16,-4-1-16,-15-5 16,-10-1-16,-8-4 15</inkml:trace>
  <inkml:trace contextRef="#ctx0" brushRef="#br0" timeOffset="40800.12">20921 6454 0,'0'0'0,"0"0"16,0 0-16,0 0 15,16 3-15,25 1 16,22-2-16,13-10 15,1-6 1,12-4-16,-10-6 16</inkml:trace>
  <inkml:trace contextRef="#ctx0" brushRef="#br0" timeOffset="41583.03">21802 6254 0,'0'0'0,"0"0"0,0 0 0,11 2 16,20 5-16,26 0 15,3-9-15,4 0 16,-9 0 0,4-1-16,0-1 15,-9-5-15</inkml:trace>
  <inkml:trace contextRef="#ctx0" brushRef="#br0" timeOffset="41967">22584 6058 0,'0'0'0,"0"0"0,0 0 0,-6 2 16,-9 12-16,-11 18 15,-2 18-15,4 3 16,9 2-16,2 3 15,3-4-15,3-9 16,8-11-16,8-10 16,9-5-1,2-6-15,4-9 16,5-14-16,2-21 16,-1-20-16,-6-8 15,-8-4-15,-7 10 16,-6 8-16,-5 6 15,-3 7-15,-9 13 32,-11 10-17,-5 11-15,6-3 16</inkml:trace>
  <inkml:trace contextRef="#ctx0" brushRef="#br0" timeOffset="42099.3">22857 6225 0,'0'0'0,"-1"3"0,1-3 16,0 0-1,0 0-15,16 12 16,-16-12-16,16 8 16</inkml:trace>
  <inkml:trace contextRef="#ctx0" brushRef="#br0" timeOffset="42349.35">23263 5867 0,'0'0'0,"0"2"0,0-2 16,0 42-16,0 28 15,0 12-15,0 1 16,-6-1-16,-5 5 16,-5-11-16,-8-4 15,3-16 1,4-11-16,-4-5 16</inkml:trace>
  <inkml:trace contextRef="#ctx0" brushRef="#br0" timeOffset="43716.38">24092 6022 0,'0'0'0,"-2"-2"0,2 2 15,0 0-15,0 0 16,0 0-16,-29 4 16,-7 14-16,-9 11 15,-5 10 1,-2 5-16,-7 4 16,3-2-16,2-2 15,9-4-15,11-8 16,7-5-16,4-3 15,1-1-15,4-6 16,6-2-16,12-15 16,-13 13-16,13-13 15,0 0 1,0 0-16,2 11 16,-2-11-16,26 10 15,-1 1-15,8 2 16,13 4-16,2 1 15,0-1-15,-5-2 16,-3 2-16,0 3 16,-8 1-16,-5 0 15,-9-5-15,0-1 16,-2-1 0,-6-4-16,-10-10 15,12 13-15,-12-13 16,0 0-16,0 0 15,0 0-15,0 0 16,0 0-16,3 11 16,-3-11-16,0 0 15,0 0 1</inkml:trace>
  <inkml:trace contextRef="#ctx0" brushRef="#br0" timeOffset="44266.83">24316 6411 0,'0'0'0,"0"0"0,-7 0 15,7 0-15,0 0 16,-16 4-16,16-4 15,-29 23-15,11 0 16,0 12-16,4 7 16,3 13-16,4 1 15,4-13 1,3-10-16,5-14 16,2-8-16,11-2 15,9-4-15,7-5 16,6-19-16,-6-13 15,-2-16-15,-8-1 16,-9 2-16,-11-8 16,-11 6-16,-10 4 15,-18 3 17,1 13-32,-4 19 15,6 14-15,8 9 16</inkml:trace>
  <inkml:trace contextRef="#ctx0" brushRef="#br0" timeOffset="44567.69">22904 7306 0,'0'0'0,"-9"-2"0,9 2 0,0 0 0</inkml:trace>
  <inkml:trace contextRef="#ctx0" brushRef="#br0" timeOffset="45169.02">22697 7089 0,'0'0'0,"0"0"0,0 0 15,0 0-15,0 0 16,0 0-16,0 2 16,0-2-1,3 34-15,3 15 16,-3 25-16,-5 10 15,-6 7-15,1-13 16,-3 7-16,-4 2 16,1-19-16,-5-18 15,-2-20-15,4-13 16,-1-6-16,17-11 16,-23 9-1,6-12-15,-4-11 16,0-7-16,1-6 15,8 6-15,4 5 16,8 16-16,-8-14 16,8 14-16,0 0 15,0 0-15,-5 21 16,8-4-16,17 9 16,14-1-1,7-7-15,3-6 16,-2-8-16,3-5 15,-4-5-15,-3-3 16,-14-10-16</inkml:trace>
  <inkml:trace contextRef="#ctx0" brushRef="#br0" timeOffset="45817.28">20851 7918 0,'0'0'0,"0"5"16,0 9-16,0 28 15,2 27-15,4 4 16,6 0-16,6-8 16,0-16-16,3-12 15,4-21 1,4-19-16,9-23 15,0-27-15,-8 0 16,-8-2-16,-8 9 16,-5 13-16,-5 13 15,-4 20-15,0 0 16,0 0-16,11 27 16,-1 55-16,-14 35 15,-3 4 1,-9-3-16,-5-15 15,3-7-15,0-18 16,6-25-16,3-12 16,1-17-16,2-7 15,-10-3-15,-12-3 16,-8-3-16,-7-13 16,-1-15-1,2-8-15,2-6 16,18-3-16,15-6 15,15-11-15,8-6 16,14-5-16,8 0 16,17-2-16,9 2 15</inkml:trace>
  <inkml:trace contextRef="#ctx0" brushRef="#br0" timeOffset="46184.93">20920 7582 0,'0'0'0,"-6"9"0,-2 10 15,-15 26-15,-4 14 16,6-17-1,6-9-15,6-12 16,4-11-16,5-10 16,0 0-16,33-35 15,11-25-15,4-13 16,-4 4-16,-6 14 16,-6 8-16,13 23 15,4 15 1,7 13-16,12 25 15,6 19-15,-1 17 16,-2 4-16</inkml:trace>
  <inkml:trace contextRef="#ctx0" brushRef="#br0" timeOffset="47033.53">3319 5068 0,'0'0'0,"0"0"0,0 0 16,0 0-16,0 0 15,0 0-15,21 0 16,42 0-1,21-2-15,9-4 16,-8-4-16,-11-1 16,-15 3-16,-16-1 15,-10 4-15,-10 1 16,-23 4-16,23 26 16,-28 34-1,-36 52-15,-22 21 16,-15 6-16,-5-12 15,5-10-15,7-17 16,12-15-16,14-19 16,15-18-16,13-16 15,10-10-15,13-4 16,11 1-16,25-6 16,31-11-16,14-6 15,8-18-15,-2-4 16,-1-8-1,5-8-15,1-8 16</inkml:trace>
  <inkml:trace contextRef="#ctx0" brushRef="#br0" timeOffset="47266.32">4312 5598 0,'0'0'0,"0"0"0,0 0 16,4 0-16,-4 0 16,60 0-16,12-2 15,7-10-15,7-7 16,-6-2-16,-14-1 16,-10 4-16</inkml:trace>
  <inkml:trace contextRef="#ctx0" brushRef="#br0" timeOffset="47399.37">4224 6055 0,'0'0'0,"0"0"0,0 0 16,-2 5-16,2-5 16,49 22-16,47-5 15,48-29 1,13-3-16,17-31 15</inkml:trace>
  <inkml:trace contextRef="#ctx0" brushRef="#br0" timeOffset="48248.92">21586 8353 0,'0'0'0,"0"0"0,0 0 16,9 0-16,14 3 16,24 3-16,20 1 15,11 0-15,4 1 16,-6-3-16,-4-6 16,-27-7-16</inkml:trace>
  <inkml:trace contextRef="#ctx0" brushRef="#br0" timeOffset="48416.56">21513 8843 0,'0'0'0,"0"0"16,0 0-16,9 0 15,27-2-15,40-7 16,31-14-1,7-5-15,8-7 16,7-4-16</inkml:trace>
  <inkml:trace contextRef="#ctx0" brushRef="#br0" timeOffset="49617.02">22771 8382 0,'0'0'0,"-7"2"0,7-2 0,-30 13 15,1 9-15,-7 10 16,2 6-16,6 12 16,9 0-1,12 3-15,11-2 16,6-7-16,7-7 16,4-10-16,9-7 15,20-11-15,13-16 16,0-18-16,-9-25 15,-17-10-15,-13 3 16,-10 1-16,-14 9 16,-11 2-1,-9 4-15,-8 8 16,-17 17 0,-6 5-1</inkml:trace>
  <inkml:trace contextRef="#ctx0" brushRef="#br0" timeOffset="50533.21">20359 7148 0,'0'0'0,"0"0"0,0 0 0,0 0 15,0 0-15,7-1 16,45 2-16,93 13 16,46 5-16,28 1 15,19-4 1,13-9-16,3 2 16,-9-2-16,-13 1 15,-20-1-15,-5-12 16,-32-4-16,-22 4 15,-30 8-15,-25 25 16,-26 8-16,-13 7 16,-17 12-1,-12 15-15,-5 13 16,-17 9-16,-5 4 16,-14 23-16,-6-1 15,-5 28-15,-20 106 31,8-37-31,3 23 16,23-57-16,3-71 16,1 7-1,1-24-15,-6-32 16,-3-5-16,-9-8 16,-24-3-16,-27 2 15,-52 1-15,-30 4 16,-51-3-16,-14-5 15,4-16-15,-8-9 16,-2-16-16,32-3 16,-13-2-16,41-3 15,12-11 1,18-14-16,11-22 16,2-4-16,11-10 15,6-8-15,19 3 16,10-14-16,14-11 15,12-14-15,22-13 16,20-16-16,26-19 16,25-16-1,29-25-15,25-12 16,9 15-16,8 3 16,-16 37-16,-12 25 15,-19 33-15,-14 25 16,-20 25-16,-12 21 15,-9 10-15</inkml:trace>
  <inkml:trace contextRef="#ctx0" brushRef="#br0" timeOffset="51367.09">15761 2188 0,'0'0'0,"-11"-3"15,11 3-15,-52-12 16,2 2-16,-6 5 16,1 3-16,6 0 15,9 1 1,8 0-16,7-3 16,5-5-16,11-8 15,9-16-15,24-26 16,41-25-16,16-10 15,22-2-15,-10 9 16,-3 6-16,-13 11 16,-13 12-16,-10 11 15,-10 4 1,-7 7-16,-3 3 16,1 1-16,1 6 15</inkml:trace>
  <inkml:trace contextRef="#ctx0" brushRef="#br0" timeOffset="52352.93">14607 2549 0,'0'0'0,"0"0"0,0 0 0,3 0 0,18 0 16,44 0 0,36 0-16,25 2 15,10 0-15,19-2 16,17-8-16,8-13 15,15-9-15,-1-1 16,18-5-16,-11 3 16,8-2-1,-12 9-15,-14 17 16,-7 11-16,-30 3 16,-15 4-16,-21 4 15,-24 0-15,-14-2 16,-17-4-16,-10 0 15,-8-5-15,-5-12 16,0-19-16,2-14 16,2-26-16,-2-33 15,4-17 1,0-32-16,0-11 16,1-7-16,-1-1 15,2 4-15,-4 5 16,-1 12-16,-4 14 15,-7 27-15,-10 12 16,-11 13-16,-16 10 16,-24 7-16,-29 7 15,-39 12-15,-40 20 16,-15 12 0,-20 17-16,-16 13 15,-17 18-15,-22 17 16,-1 10-16,-15 12 15,-12 6-15,12 1 16,5 2-16,37-16 16,31-7-16,32-19 15,22-16-15,26-14 16,15-7 0,18-6-16,17-3 15,16 0-15,13 2 16,19 5-16,-18-4 15,18 4-15,0 0 16,0 0-16,-3 37 16,14 28-16,3 19 15,2 20-15,2 8 16,-1 18 0,-12 18-16,-6 12 15,-9 4-15,-4 3 16,-4-12-16,0-21 15,1-15-15,4-27 16,2-20-16,6-19 16,10-14-16,16-6 15,24-12-15,45-23 16</inkml:trace>
  <inkml:trace contextRef="#ctx0" brushRef="#br0" timeOffset="52983.06">18918 1824 0,'0'0'0,"0"0"0,-2 3 15,-14 14-15,-24 33 16,-14 27-16,-2 7 16,8-7-16,7-10 15,3-6-15,9-14 16,6-13 15,-4-18-31,5-19 16,1-16-16,5-22 15,18-27-15,21-31 16,8-22-16,21 2 16,-2 9-16,20 17 15,-11 18 1,2 15-16,0 23 0,-4 12 16,5 13-16,-3 12 15,-15 7 1,-5 7-16,-10 4 15,-17 6-15,-17 10 16,-26 23-16,-28 11 16,-11-3-16,0-13 15,2-16-15,24-16 16,19-10-16</inkml:trace>
  <inkml:trace contextRef="#ctx0" brushRef="#br0" timeOffset="53850.31">19559 1911 0,'0'0'0,"0"0"0,-5 2 16,5-2-16,0 0 16,-18 10-16,18-10 15,-37 23 1,-11 8-16,5-3 15,0-2-15,15-8 16,13-8-16,15-10 16,-16 9-16,16-9 15,0 0-15,0 0 16,0 0-16,0 0 16,43 8-1,-7-12-15,1 0 16,-7 0-16,-7 1 15,-2 6-15,1 5 16,3 5-16,6 2 16,6 2-16,6-1 15,3-9-15,5-10 16,2-1-16,11-12 16,8-7-1,-3-9-15,-6-14 16,-12 7-16,-18 6 15,-18 6-15,-11 8 16,-11 0-16,-7 8 16,-3 2-16,-11 9 15,-2 13-15,1 14 16,3 6-16,10 14 16,14-3-16,9 7 15,7 8 1,5-4-16,0 12 15,-6-24-15,-4-2 16,-16 4-16,-13-1 16,-2-2-16,3-18 15,6-13-15,13-11 32,0 0-17,39-59-15,49-42 0,9 11 16,-4 4-1,-11 9-15,-15 12 16,-23 13-16,-16 17 16,-14 12-16,-8 8 15,-6 15-15,0-13 16,0 13-16,-25 2 16,3 17-16,6 15 15,11 15 1,11 11-16,15 7 15,10 17-15,9 7 16,3-2-16,-2-15 16,-19-27-16,-13-22 15,-25 9-15,-64 20 16,-82 11-16,-66 22 16</inkml:trace>
  <inkml:trace contextRef="#ctx0" brushRef="#br0" timeOffset="56717.83">5538 6951 0,'0'0'0,"0"0"0,-3 2 16,-6 9-16,-9 29 15,-10 60-15,0 29 16,9-2 0,12 22-1,9-35 1,5-27-16,6-32 16,2-29-16,12-14 15,11-13-15,11-27 16,-5-20-16,-10 13 15,-12 9-15,-8 14 16,5 14 0,10 13-16,4 6 15,8 13-15,3 7 16,-3 1-16,-7-6 16,-14-16-16,-4-7 15,15-18-15,20-26 16,14-40-16,5-29 15,-16-30-15,-5 2 16,-16 31 0,-15 30-16,-10 36 15,-2 16-15,-6 15 16</inkml:trace>
  <inkml:trace contextRef="#ctx0" brushRef="#br0" timeOffset="57133.71">6663 7799 0,'0'0'0,"3"-3"16,-3 3-16,35-5 15,4 16-15,1 21 16,-2 18-16,-3 17 15,-11 0-15,-8-4 16,-7-14-16,-5-11 16,-3-8-1,-1-12-15,0-8 16,0-10-16,0 0 16,13-15-16,20-33 15,8-20-15,0 1 16,-9 15-16,-10 18 15,-7 15-15,1 9 16,-1 13-16,6 14 16,0 20-1,-2 16-15,-11 19 16,-1 1-16,-3-5 16,0-8-16,-1-17 15</inkml:trace>
  <inkml:trace contextRef="#ctx0" brushRef="#br0" timeOffset="57867.08">7432 8024 0,'0'0'0,"0"0"0,0 0 16,7 8-16,3 4 15,4 3-15,2 1 16,-1-6-16,5-6 15,12-15-15,3-16 16,7-18-16,-9-7 16,-12 9-1,-9 12-15,-10 7 0,-4 12 16,2 12 0,-27-3-16,-7 37 15,-6 28-15,11 10 16,6 11-16,15 11 15,6-9-15,7-17 16,9-27-16,14-15 16,13-14-1,13-22-15,10-35 16,-6-25-16,4-20 16,-9-3-16,-19 20 15,-10 18-15,-11 23 16,-7 16-16,-6 16 15,0 0-15,15 17 16,8 26-16,-2 7 16,-7-3-1,-2-8-15,-5-13 16,-2-11-16,-5-15 16,20 10-16,-4-17 15,7-11-15,-2-2 16,-6 5-16,-2 4 15,-13 11-15,19-11 16,-2 21-16,5 10 16,4 13-1,7 9-15,4 8 16,-4-5-16,-5-7 16,-2-13-16,10-18 15,3-16-15,10-23 16,1-17-16,-7-13 15,-5-22-15,-14 0 16,-10 13-16,-13 9 16,-8 26-16,-2 12 15,-2 9-15,11 15 16,-19-9 0,19 9-16,-11 17 15</inkml:trace>
  <inkml:trace contextRef="#ctx0" brushRef="#br0" timeOffset="58100.38">9082 7568 0,'0'0'0,"0"0"0,0 0 0,0 0 15,0 0-15,5 6 16,-5-6-16,42 9 15,8-14-15,14-11 16,1 0-16,-4 2 16,1 0-1,-3 0-15,-13 5 16</inkml:trace>
  <inkml:trace contextRef="#ctx0" brushRef="#br0" timeOffset="58266.54">9116 7942 0,'0'0'0,"0"0"15,0 0-15,0 0 16,19 8-16,23-3 16,31-14-16,27-17 15,-1-6-15,-2-7 16,3-11-16</inkml:trace>
  <inkml:trace contextRef="#ctx0" brushRef="#br0" timeOffset="58783.37">10430 7019 0,'0'0'0,"0"0"16,0 12-16,0 30 15,-2 51-15,-5 21 16,0-14 0,-1-2-16,2-26 31,4-32-31,4-24 15,-2-16-15,25-16 16,5-26-16,-6-8 16,-9 11-16,-7 16 15,-4 12 1,-4 11-16,0 0 16,0 0-16,28 32 15,-9 8-15,7 9 16,-5-4-16,4-4 15,12-18-15,1-19 16,0-19-16,4-25 16,-8-27-16,1-15 15,-14-2 1,-11 11-16,-9 20 16,-3 18-16,-4 11 15,2 9-15,4 15 16,-15-6-16,-3 20 15</inkml:trace>
  <inkml:trace contextRef="#ctx0" brushRef="#br0" timeOffset="59067.06">11020 7604 0,'0'0'0,"0"0"15,-5 1-15,5-1 16,-24 29-16,-1 14 15,3 9-15,6 3 16,8 7-16,8-4 16,6-7-16,3-14 15,3-9-15,1-7 16,7-8 0,9-11-16,1-18 15,3-20-15,-5-13 16,-10-7-16,-8-5 15,-10 6-15,-4 9 16,1 1 0</inkml:trace>
  <inkml:trace contextRef="#ctx0" brushRef="#br0" timeOffset="59783.48">11342 7361 0,'0'0'0,"0"0"15,0 0-15,2 1 16,4 13-16,9 16 16,-7 21-16,-7 25 15,-4 19 1,-12-5-16,-3 7 16,-8-3-16,5-18 15,3-10-15,7-22 16,1-10-16,6-8 15,8-10-15,13-1 16,17-6-16,15-1 16,8-7-16,19-17 15,5-3 1,3-17-16,3-11 16,-19-8-16,9-14 15,-16 15-15,-14 10 16,-15 12-16,-13 11 15,-6 8-15,-13 13 16,12-15-16,-12 15 16,0 0-16,-17 4 15,-20 12-15,-10 9 16,6 9-16,5 13 16,7-1-1,9 8-15,5-12 16,8-11-16,4-5 15,6-8-15,10 0 16,15-4-16,11-17 16,9-31-16,8-42 15,-9-18-15,-4-16 16,-13 2 0,-10 3-16,-5 17 15,-9 31-15,0 13 16,-4 18-16,-2 26 31,0 0-31,-9 53 16,-9 49-16,6-15 15,7-9-15,7-1 16,3 5 0,3-8-16,12-1 15,5-17-15,5-11 16,6-2-16,-6-13 15</inkml:trace>
  <inkml:trace contextRef="#ctx0" brushRef="#br0" timeOffset="60000.44">12734 7758 0,'0'0'0,"0"-2"15,0 2-15,9-15 16,9-2-16,22-2 16,14 6-16,16 4 15,-3-1-15,0 4 16,-13-1-16,-5 2 16,-4-2-16,-4-5 15</inkml:trace>
  <inkml:trace contextRef="#ctx0" brushRef="#br0" timeOffset="60217.07">12937 7426 0,'0'0'0,"-2"3"0,0 8 16,-7 30-16,-3 43 15,8 24-15,6 17 16,1-10-16,1-8 16,13 9-1,24-38 1</inkml:trace>
  <inkml:trace contextRef="#ctx0" brushRef="#br0" timeOffset="60850.75">13647 7646 0,'0'0'0,"1"-6"0,5-8 16,14-23-16,17-9 15,12 10-15,-4 7 16,-4 12-16,-9 10 16,-3 10-16,1 18 15,-6 19-15,-10 24 16,-15 10-16,-8 3 16,-8 0-16,-1-8 15,0-12 1,6-18-16,5-16 15,3-14-15,4-9 16,0 0-16,-3-45 16,24-33-16,13 0 15,2 9-15,25 6 32,-5 22-17,1 13-15,-8 25 16,-20 20-16,-9 17 15,-8 34-15,-17 30 16,-10 20-16,-24 16 16,-20 8-16,-3-5 15,-6 22-15,5-15 16,6 20-16,23-20 16,3-26-16,20-24 15,21-30 1,6-23-16,23-14 15,24-24-15,68-51 16,31-74-16,-17-30 16,-1-4-16,-40 21 15,-23 35-15,-28 33 16,-23 30-16,-16 20 16</inkml:trace>
  <inkml:trace contextRef="#ctx0" brushRef="#br0" timeOffset="62101.17">15562 7205 0,'-2'2'0,"-10"14"0,-7 17 16,-24 60-16,-5 27 15,3 8 1,3 2-16,8-8 15,9-10-15,11-10 16,16-16-16,16-11 16,12-14-16,18-14 15,18-14-15,11-19 16</inkml:trace>
  <inkml:trace contextRef="#ctx0" brushRef="#br0" timeOffset="62650.32">15920 7569 0,'0'0'0,"-3"-3"0,3 3 16,0 0-16,0 0 15,0 0-15,-27 39 16,0 33-16,8 17 15,9-12 1,14-14-16,16-11 16,2-16-16,11-21 15,9-22-15,9-27 16,10-31-16,-8 1 16,-5-5-16,-12 6 15,-13 20 1,-9 15-16,-7 13 15,-7 15-15,0 0 16,28 26-16,-6 40 16,-11 42-16,-2 13 15,-17 18-15,-9-12 16,-1-14-16,-6-9 16,3-9-16,-7 6 31,-14 0-16,-6-30-15,-2-34 16,8-22-16,2-31 16,1-26-16,14-18 15,23-21-15,33-20 16,36-12-16,17-6 16,0 18-16,1 15 15,-6 14-15,-8 12 16,-9 13-16,-20 16 15</inkml:trace>
  <inkml:trace contextRef="#ctx0" brushRef="#br0" timeOffset="64332.77">16928 7845 0,'0'0'0,"0"0"0,0 0 16,0 0-16,0 0 15,-1-2-15,1 2 16,16-15-16,24 2 15,21-6-15,-2 5 16,3 1 0,0 2-16,-3 3 15,-1-2-15</inkml:trace>
  <inkml:trace contextRef="#ctx0" brushRef="#br0" timeOffset="64882.58">17609 7565 0,'0'0'0,"0"0"0,0 0 16,0 0-16,0 7 15,0 19-15,0 24 16,1 6-16,6-1 15,3-8-15,7-12 16,12-12-16,8-14 16,1-14-1,7-18-15,-1-7 16,-4-15-16,-5-3 16,-10 5-16,-8 10 15,-6 12-15,-5 8 16,-6 13-16,0 0 15,0 0-15,-6 43 16,-13 44 0,-8 34-16,-29 107 31,6-25-31,-4 15 16,20-76-16,17-74 15,0-1-15,-9-15 16,-12-7-16,-13-11 15,-8-22-15,-14-20 16,8-21-16,25-13 16,20-19-1,23-33-15,26-20 16,12 0-16,11 13 16,3 23-16,11 9 15,-1 16-15,1-1 16</inkml:trace>
  <inkml:trace contextRef="#ctx0" brushRef="#br0" timeOffset="65282.61">17834 7001 0,'0'0'0,"0"0"0,0 0 0,-12 9 16,-25 19-16,-22 29 16,-1 11-16,17-14 15,15-16-15,10-13 16,8-11-16,10-14 15,0 0-15,0 0 16,0 0 0,37-30-16,-1-7 15,-4 0-15,-6 6 16,-7 10-16,-6 4 16,1 6-16,5 9 15,8 9-15,7 7 16,5 0-16</inkml:trace>
  <inkml:trace contextRef="#ctx0" brushRef="#br0" timeOffset="65815.86">18524 6974 0,'0'0'0,"0"0"0,0 0 0,0 0 16,2 3-16,5 11 15,11 26-15,16 33 16,-3 19 0,-9 25-16,-12 6 15,-14 13-15,-42 48 32,-3-37-32,-31 1 15,1-53-15,19-43 16,-4 1-16,13-19 15,15-8-15,11-10 16,25-16-16,-16-1 16</inkml:trace>
  <inkml:trace contextRef="#ctx0" brushRef="#br0" timeOffset="66583.14">19109 7561 0,'0'0'0,"1"-3"0,-1 3 16,9-13-16,11 7 15,18-1-15,10 20 16,-1 20-16,-10 17 15,-12 16-15,-19 5 16,-23-2-16,-22 1 16,-2-8-1,14-24-15,11-11 0,5-9 16,11-18 0,0 0-16,0 0 15,4-31-15,22-32 16,26-27-16,-3 10 15,-12 24-15,-4 10 32,-4 22-32,-9 11 15,-20 13-15,18-6 16,-16 19 0,-10 28-16,-8 21 15,-7 12-15,3-9 16,4-9-16,10-13 15,25-14-15,33-9 16,68-33-16,32-43 16,3-10-16,-15-20 15</inkml:trace>
  <inkml:trace contextRef="#ctx0" brushRef="#br0" timeOffset="67585.28">9337 9358 0,'0'0'0,"0"0"0,0 0 0,-5 0 16,5 0-16,0 0 15,0 0-15,0 0 16,55-35-16,19-4 16,7 5-16,2 4 15,-3 4-15,-27 11 16</inkml:trace>
  <inkml:trace contextRef="#ctx0" brushRef="#br0" timeOffset="67798.84">9328 9869 0,'0'0'0,"0"0"0,-6 4 16,6-4-16,6 10 16,24 3-1,43 1-15,30-17 16,12-8-16,-4-13 15</inkml:trace>
  <inkml:trace contextRef="#ctx0" brushRef="#br0" timeOffset="70733.17">6759 9128 0,'0'0'0,"0"0"16,-3-3-16,3 3 15,0 0-15,0 0 16,-16-2-16,16 2 16,0 0-16,-16 25 15,2 21-15,-2 23 16,7-3-1,4-11-15,10-12 16,3-13-16,5-6 16,1-11-16,3-9 15,3-12-15,3-8 16,-2-8-16,-5-4 16,-6 7-16,-5 7 15,-5 14-15,0 0 16,0 0-16,15 21 15,10 48 1,2 10-16,-5-13 16,6-12-16,23-17 15,7-15-15,2-12 16,1-25-16,-9-16 16,0-16-16,-5-19 15,-9-11-15,-10-7 16,-12-2-16,-10 16 15,-3 21 1,-4 19-16,-1 13 16,2 17-16,0 0 15,0 0-15,0 0 16,6 37-16</inkml:trace>
  <inkml:trace contextRef="#ctx0" brushRef="#br0" timeOffset="70916.74">7601 9555 0,'0'0'0,"0"0"0,0 0 15,0 5-15,0 19 16,0 37-16,0 41 16,0 15-16,0 1 15,0 1-15,0-28 16,0-9-16,0-13 15,7-23 1</inkml:trace>
  <inkml:trace contextRef="#ctx0" brushRef="#br0" timeOffset="73400.24">10409 8451 0,'0'0'0,"0"0"0,0 0 16,6 3-16,14 4 15,28 7-15,24 0 16,20-5 0,6-3-16,2-6 0,7-2 15,4-2-15,1-5 16,-3-4 0,4 1-16,-6-1 15,3-3-15,-3 0 16,-4 2-16,-12 1 15,-2 1-15,-7 5 16,-7 1-16,-8 1 16,-9-1-1,-3 3-15,-3-1 16,-4 1-16,-10 1 16,-11 1-16,-9-1 15,-18 2-15,24 0 16,-24 0-16,0 0 15,15 0-15,-15 0 16,0 0-16,0 0 16,0 0-16,0 0 15,0 0 1,0 0-16,0 0 16,0 0-16,0 0 15,0 0-15,0 0 16,0 0-16,0 0 15,0 0-15,0 0 16,0 0-16,0 0 16,0 0-1,0 0-15,0 0 16,0 0-16,0 0 16,0 0-16,0 0 15,0 0-15,0 0 16,0 0-16,0 0 15,0 0-15,0 0 16,0 0-16,0 0 16,0 0-16,0 0 15,0 0 1,0 0-16,0 0 16,0 0-16,0 0 15,0 0-15,0 0 16,0 0-16</inkml:trace>
  <inkml:trace contextRef="#ctx0" brushRef="#br0" timeOffset="74933.34">4649 4643 0,'0'0'0,"0"0"0,0 0 15,0 0-15,0 0 16,7 0-16,20 0 15,42 0-15,23-4 16,19-7-16,11-4 16,10-2-16,7 1 15,11-2 1,7 2-16,7 6 16,10 8-16,3 3 15,15 5-15,-2 3 16,11-3-16,-1 3 15,-6-12-15,2-13 16,-15-8-16,-10-4 16,-8-1-16,-17 0 15,-8 3 1,-17 2-16,-17 5 16,-7 1-16,-14 3 15,-9 6-15,-10 1 16,-14 0-16,-3 2 15,-9-10-15,-6-9 16,-3-6-16,-4-9 16,-6-19-16,-8-17 15,-5-9-15,-14-15 16,-5-5 0,-7-5-16,-4-8 15,-1-1-15,-3-5 16,-2 0-16,1 2 15,2 9-15,3 8 16,-2 5-16,3 15 16,-8 9-16,-9 9 15,-11 5-15,-16 0 16,-16 11 0,-22 9-16,-16 7 15,-21 11-15,-3 11 16,-12 9-16,-8 9 15,-2 5-15,-25 7 16,-9 10-16,-13 2 16,0 6-16,6-6 15,20-2-15,5-1 16,18-9 0,1-8-16,6-6 15,14-1-15,15-1 16,18 0-16,4 9 15,11 8-15,8 9 16,8 9-16,13 8 16,8 11-16,6 10 15,12 6 1,7 14-16,9 6 16,10 7-16,9 6 15,6-1-15,6 3 16,2-5-16,2-6 15,1 0-15,-1-4 16,1-3-16,-1 2 16,1 7-16,2 6 15,0 14-15,1 6 16,-2-11 0,0-2-16,-1-15 15,-1-14-15,-4-12 16,1-9-16,5-10 15,14-14-15,15-9 16,1-12-16</inkml:trace>
  <inkml:trace contextRef="#ctx0" brushRef="#br0" timeOffset="75850.14">10869 9548 0,'0'0'0,"-10"-5"16,10 5-16,-33-8 15,7 11-15,-7 19 16,-7 18-16,-5 17 16,8 8-1,10 5-15,9 4 16,11-1-16,25 9 31,9-19-31,8-14 16,6-23-16,-7-21 15,1-14-15,6-21 16,-2-24-16,-2-11 16,-11-10-1,-10 11-15,-9 7 16,-8 10-16,-4 10 15,-4 9-15,-1 9 16,-1 6-16,11 13 16,-22-11-16,22 11 15,-18 5-15,15 6 16,6 1-16</inkml:trace>
  <inkml:trace contextRef="#ctx0" brushRef="#br0" timeOffset="76016.74">11299 9835 0,'0'0'0,"0"0"0,0 0 15,0 0-15,0 0 16,0 0-16,0 0 16,0 0-16,5-3 15,11-5 1,5-8-16</inkml:trace>
  <inkml:trace contextRef="#ctx0" brushRef="#br0" timeOffset="76433.86">11548 9473 0,'0'0'0,"0"-3"0,0 3 15,0 0-15,0 0 16,11-10-1,6 3-15,16 0 16,15 7-16,7 8 16,-1 12-16,-5 8 15,-9 16-15,-9 9 16,-14 14-16,-14 13 16,-12 12-16,-17 4 15,-16 34 16,3-15-31,7-25 16,9-27-16,14-36 16,4-11-16,10-1 15,5-5-15,16-5 16,27-12-16,20-5 16,9-14-16,-4-4 15,-5-2 1,-3-3-16,-13 6 15,-13 6-15,-12 7 16,-11 4-16,-2 3 16,-19 9-16</inkml:trace>
  <inkml:trace contextRef="#ctx0" brushRef="#br0" timeOffset="76816.58">12536 9903 0,'0'0'0,"0"0"16,0 0-16,0 0 16,0 0-16,0 0 15,9 0-15,20 0 16,27 0-16,13 0 16,11-7-1,1 1-15,1-5 0,-1-2 16,-9 0-1,-5-1-15,-9 1 16,-9 1-16</inkml:trace>
  <inkml:trace contextRef="#ctx0" brushRef="#br0" timeOffset="77083.2">12827 9599 0,'0'0'0,"0"0"15,-1 2-15,-3 14 16,-8 35-16,0 37 16,7 9-1,7 4-15,7-4 0,8-2 16,5-11-1,7-8-15,-7-16 16,-3-15-16,-1-5 16</inkml:trace>
  <inkml:trace contextRef="#ctx0" brushRef="#br0" timeOffset="79432.88">20672 3835 0,'0'0'0,"8"-13"0,11-5 15,36-25-15,26-6 16,-2 18-16,-5 11 16,-10 13-16,-14 13 15,-11 9-15,-6 13 16,-13 16-16,-14 18 15,-20 19 1,-17 12-16,-14-2 16,-3-7-16,3-15 15,9-18-15,12-22 16,8-14-16,16-15 16,0 0-16,-2-19 15,29-53-15,41-36 16,11-6-16,19-5 15,-4 18 1,1 16-16,-8 22 16,-7 24-16,-11 22 15,-12 13-15,-13 19 16,-11 8-16,-12 24 16,-17 33-16,-31 35 15,-31 15-15,-12 2 16,-15-2-16,-1-10 15,5-14-15,7-11 16,15-22-16,17-15 16,25-4 15,24-19-31,18-11 16,35-12-16,34-24 15,10-12-15,-3-32 16,-5 0-16,-10-11 15,-9 2-15,-10 6 16,-30 27 0,-8 12-16</inkml:trace>
  <inkml:trace contextRef="#ctx0" brushRef="#br0" timeOffset="79683.31">22220 4184 0,'0'3'0,"0"-3"15,0 10-15,0-10 16,0 0-16,0 0 16,0 0-16,0 0 15,25 4-15,22-1 16,9-1-16,-6 1 15,4-11 1,-6-6-16,-11 4 16</inkml:trace>
  <inkml:trace contextRef="#ctx0" brushRef="#br0" timeOffset="79883.28">22226 4371 0,'0'0'0,"0"0"0,0 0 0,3 3 16,-3-3-16,28 14 16,18-12-1,27-4-15,4-3 16,-1 2-16,-2-3 16,13-6-16</inkml:trace>
  <inkml:trace contextRef="#ctx0" brushRef="#br0" timeOffset="80233.59">23222 4098 0,'0'0'0,"-4"4"0,4-4 0,0 0 0,-26 21 16,-5 6-16,-7 4 15,-4 4-15,-6 5 16,5 4-16,13-8 15,10-1-15,13-7 16,5-4-16,4-6 16,5-8-1,-7-10-15,42-3 16,-1-17-16,7-17 16,-10-4-16,-7-9 15,-6 1-15,-7 6 16,-9 9-16,-4 12 15,-3 9-15,-2-1 16,0 14-16,-4-16 16,4 16-1,-17-5-15,17 5 16</inkml:trace>
  <inkml:trace contextRef="#ctx0" brushRef="#br0" timeOffset="80350.23">23341 4186 0,'0'0'0,"4"0"16,-4 0-16,20 0 16,2 1-1,2 1-15,1 2 16,-2-2-16</inkml:trace>
  <inkml:trace contextRef="#ctx0" brushRef="#br0" timeOffset="80615.98">23854 3731 0,'0'0'0,"0"0"0,0 0 16,0 0-16,-1 6 15,-2 8-15,-3 16 16,-2 18-16,-2 16 15,-3 9-15,2-1 16,-1 7-16,0-2 16,4-12-1,5-4-15,8-8 16,11-3 0,22-9-1</inkml:trace>
  <inkml:trace contextRef="#ctx0" brushRef="#br0" timeOffset="81350.19">24473 3639 0,'1'-7'0,"-1"-13"0,-3-8 15,-7-31-15,-15-6 16,-16 2-16,-25-6 15,-24-5-15,-27 7 16,-17 2-16,-12 8 16,-10 8-16,-9 7 15,-11 7 1,-15 6-16,-16 12 16,0 10-16,0 5 15,4 13-15,11 7 16,-3 7-16,8 11 15,18 2-15,2 9 16,22 0-16,9 13 16,14 5-16,14 8 15,15 4 1,6 23-16,4 3 16,15 48-16,6 5 15,29 14-15,22-22 16,10-1-16,27-9 15,10-6-15,27 5 16,19-27-16,24 5 16,23-20-1,32-14-15,22-11 0,42-12 16,-10-33 0,42-2-16,-2-33 15,14-9-15,14-3 16,-29-18-16,5-3 15,-17-16-15,-18-19 16,-25 0-16,-16-18 16,-34-5-16,-14-3 15,-14-16-15,-33 9 16,-11-11 0,-27-2-16,-30 4 15,-18 2-15,-33 2 16,-24-1-16,-18 3 15,-27 8-15,-24 9 16,-18 11-16,-23 19 16,-13 9-16,-9 26 15,-23 21 1,0 18-16</inkml:trace>
  <inkml:trace contextRef="#ctx0" brushRef="#br0" timeOffset="82333.24">13890 9984 0,'-1'-7'0,"1"7"0,-10-20 15,2 1-15,1 3 16,0 4-16,7 12 16,-25-1-16,-4 27 15,-9 28 1,2 18-16,14 9 16,10-1-16,7-3 15,14 1-15,6-11 16,13 2-16,6-9 15,-2-19-15,0-11 16,-6-19-16,3-17 16,-1-13-16,1-22 15,-5-14-15,-6-5 16,-17-9 0,-8 3-16,-9 5 15,-7 11-15,-2 9 16,-3 9-16,1 7 15,4 8-15,4 7 16,19 10-16,-17-6 16,17 6-16</inkml:trace>
  <inkml:trace contextRef="#ctx0" brushRef="#br0" timeOffset="82466.92">14223 10343 0,'0'0'0,"-1"-7"16,1 7-16,-2-9 16,2 9-16,11-19 15,5 6-15,8-5 16</inkml:trace>
  <inkml:trace contextRef="#ctx0" brushRef="#br0" timeOffset="82716.99">14534 9780 0,'0'0'0,"0"0"0,0 0 16,0 0-16,0 0 16,-2 6-1,-2 20-15,-7 36 16,-2 24-16,0 10 15,2-6-15,3-4 16,5-8-16,1-7 16,5-4-16</inkml:trace>
  <inkml:trace contextRef="#ctx0" brushRef="#br0" timeOffset="83198.69">15531 9375 0,'0'0'0,"-4"0"16,4 0-16,0 0 16,-33 16-16,-3 47 15,-19 61-15,-1 36 16,5 8-16,2 22 16,11-13-1,22 95 1,20-84-1,41-10-15,0-69 16,2-69-16,16-18 16,19-24-16,8-24 15</inkml:trace>
  <inkml:trace contextRef="#ctx0" brushRef="#br0" timeOffset="83765.94">15569 8789 0,'0'0'0,"0"0"15,0 0-15,0 0 16,10-4-16,23-3 16,43 1-1,25 4-15,9 2 0,2 1 16,-1-1-1,-8 0-15,-8-3 16,-7-6-16,-8-4 16,-13-3-16,-9 2 15,-9 2-15,-12 3 16,-10 2-16,-9 2 16,-18 5-16,18-2 15</inkml:trace>
  <inkml:trace contextRef="#ctx0" brushRef="#br0" timeOffset="84898.7">15775 2426 0,'0'0'0,"0"0"0,3 4 15,-3-4 1,32 23-16,37-6 15,36-5-15,42-17 16,15-8-16,-11-8 16,-1-5-16,-27 3 15,-10 5-15,-14 1 16,-11 2-16,-12 2 16,-13 4-16,-13 5 15,-14 3 1,-9 1-16,-4 0 15</inkml:trace>
  <inkml:trace contextRef="#ctx0" brushRef="#br0" timeOffset="86200.35">16183 9834 0,'0'0'0,"0"0"0,-4 0 15,4 0-15,-17 10 16,-8 15-16,-15 33 16,-1 22-1,5 3-15,9 7 0,3 1 16,6 0-16,4-3 15,4-10 1,4-12-16,7 1 31</inkml:trace>
  <inkml:trace contextRef="#ctx0" brushRef="#br0" timeOffset="86450.07">16620 10197 0,'0'0'0,"0"0"0,2-2 16,-2 2-16,19-11 15,17 3-15,19 0 16,3 4-16,-3 4 15,-5 0-15,-9 0 16,-7 2 0,-7 0-16,-5-2 15,-4 2-15</inkml:trace>
  <inkml:trace contextRef="#ctx0" brushRef="#br0" timeOffset="86950.08">17665 10088 0,'0'0'0,"-6"-3"0,6 3 15,-20-7-15,-11 11 16,-16 16-16,-6 9 16,0 16-16,11 11 15,11-2-15,11 3 16,9-10-16,7-4 15,10-4-15,8-7 16,10-7-16,3-9 16,6-12-1,5-6-15,5-13 16,1-21-16,-7-9 16,-10-9-16,-12-4 15,-11 3-15,-6 4 16,-14 7-16,-6 8 15,-11 6-15,-3 10 16,-3 10 0,3 11-16,2 8 0</inkml:trace>
  <inkml:trace contextRef="#ctx0" brushRef="#br0" timeOffset="87316.56">17775 9501 0,'0'0'0,"3"-7"0,1-3 16,4-10-16,9 0 16,7 11-16,6 9 15,4 15-15,4 25 16,-2 31-16,-2 21 15,-11 19-15,-8 14 16,-5 3-16,-6 10 16,-38 82 15,-4-20-31,-18-1 16,-8-52-16,21-67 15,-25-13-15,7-15 16,-3-11-16,12-13 15,12-10-15,9-7 16,14-10-16,17-1 16</inkml:trace>
  <inkml:trace contextRef="#ctx0" brushRef="#br0" timeOffset="97949">3874 2177 0,'0'0'0,"-3"-2"0,3 2 15,0 0-15,-4-11 16,21 1-16,55-21 15,69-16-15,11 9 16,17-1-16,17 4 16,20 3-16,2 4 15,16 7-15,1 1 16,16 7 0,-21 4-16,9 7 15,-12 7-15,-9 2 16,4 0-16,-28 3 15,-15-2-15,-1 0 16,-15 0-16,-13-2 16,-2 0-16,-17-6 15,-13-11-15,-17-6 16,-13-13 0,-18-7-16,-9-16 15,-16-9-15,-9-10 16,-10-20-16,-12-4 15,-13-35-15,-7 4 16,-6-11-16,-8-4 16,-4 14-16,-11 1 15,-11 14 1,-5 6-16,-12 8 16,-9 5-16,-13 14 15,-25 11-15,-7 11 16,-37 15-16,-12 10 15,-21 36-15,-16 3 16,-7 25-16,-24 15 16,5-1-16,-16 7 15,17 0-15,7-2 16,7 1-16,21-1 16,15-8-1,29-4-15,28-8 16,21-8-16,30-6 15,22-5-15,20-2 16,14-2-16,2 3 16,-1 22-16,-1 23 15,3 18-15,8 37 16,5 6 0,3 18-16,5 18 15,2-20-15,-2 17 16,0-16-16,-2-14 15,-4 1-15,-2-20 16,2-4-16,6-24 16,15-8-16,16-6 15</inkml:trace>
  <inkml:trace contextRef="#ctx0" brushRef="#br0" timeOffset="98748.64">18631 9933 0,'0'0'15,"-10"3"-15,-8 7 16,-23 29-16,-15 28 15,6 14-15,7 8 16,5 8-16,11-4 16,11 5-16,14-4 15,9 0-15,4-8 16,9-6-16,25 4 31</inkml:trace>
  <inkml:trace contextRef="#ctx0" brushRef="#br0" timeOffset="99065.78">18824 10668 0,'0'0'0,"-5"-4"0,5 4 0,0 0 0,0 0 15,-20-4 1,20 4-16,-21 24 15,12 1-15,7 7 16,5 0-16,9 3 16,7 0-16,10-12 15,12-8-15,0-10 16,-5-14-16,-9-9 16,-7-6-16,-6-4 15,-10-1 1,-9-8-16,-10-1 15,-5 1-15,-7 5 16,-5 4-16,0 4 16,4 7-16</inkml:trace>
  <inkml:trace contextRef="#ctx0" brushRef="#br0" timeOffset="99365.88">19155 10187 0,'0'0'0,"-1"-7"16,1 7-16,0-19 16,4 5-16,4 0 15,10 6-15,9 5 16,16 14-16,16 15 16,9 26-1,-10 17-15,-11 11 16,-15-12-16,-6 17 15,-16-30-15,-21-2 16,-7 20-16,-18-21 16,-12 31-16,-8-12 15,-20-11-15,11 0 16,11-17-16</inkml:trace>
  <inkml:trace contextRef="#ctx0" brushRef="#br0" timeOffset="100182.89">20252 10646 0,'2'-10'0,"4"-5"0,-6 15 0,6-11 15,27-8 1,19 0-16,22 16 15,4-1-15,5 23 16,-12-10-16,-10 1 16,-18-10-16</inkml:trace>
  <inkml:trace contextRef="#ctx0" brushRef="#br0" timeOffset="100415.82">20161 10983 0,'0'6'0,"0"-6"0,0 0 0,0 0 16,25 5-16,33-6 16,28-1-16,0-2 15,0 3-15,-4 1 16,-9 1-16,-3 23 15,-26-16 1</inkml:trace>
  <inkml:trace contextRef="#ctx0" brushRef="#br0" timeOffset="100798.44">21137 10711 0,'-2'-7'0,"0"-5"0,2 12 15,0 0-15,0 0 16,-29 27-16,10 3 16,5 33-16,6-26 15,7 8-15,4 14 16,6-18-1,6-5-15,-2-22 16,4-15 0,3-19-1,-4-17-15,-3-10 16,-12 6-16,-7 3 16,-6 2-16,-4 5 15,2 9-15,1 8 16,13 14-16,-26-5 15,8 14-15,4 1 16</inkml:trace>
  <inkml:trace contextRef="#ctx0" brushRef="#br0" timeOffset="100966.48">21487 10821 0,'0'0'0,"0"0"0,0 0 0,0 0 0</inkml:trace>
  <inkml:trace contextRef="#ctx0" brushRef="#br0" timeOffset="101782">21787 10418 0,'0'0'0,"4"-6"0,-4 6 0,28-16 16,14 1-16,13 5 15,3 3-15,1 12 16,-5 12-16,-9 14 15,-13 11 1,-16 15-16,-20 15 16,-22 6-16,-49 60 31,1-1-31,-9-35 16,12-32-16,33-34 15,5-7-15,11-7 16,8-9-16,14-13 15,0 0-15,0 0 16,0 0 0,52 10-16,13-14 15,1-14-15,-4-2 16,-1 0-16,2-3 16,6-8-16,-17 8 15,-14 5-15,-17 14 16,-1 2-16,-20 2 15,24 0-15,-24 0 16,0 0 0,0 0-16,0 0 15,15 5-15,-15-5 16,0 0-16,0 0 16,8-16-16,-8 16 15,0 0-15,0 0 16,0 0-16,0 0 15,0 0-15,0 0 16,0 0 0,0 0-16,0 0 15,0 0-15,0 0 16,0 0-16,0-11 16,0 11-16,0 0 15,0 0-15,0 0 16,0 0-16,0 0 15,0 0 1,0 0-16,0 0 16,0 0-16,0 0 15,0 0-15,0 0 16,0 0-16,0 0 16,0 0-16,0 0 15,0 0-15,0 0 16,-6-10-16,6 10 15,-31-17-15</inkml:trace>
  <inkml:trace contextRef="#ctx0" brushRef="#br0" timeOffset="103366.61">15944 11857 0,'0'0'0,"0"0"0,0 0 16,-5 0-16,5 0 15,0 0-15,0 0 16,0 0 0,-10-12-16,10 12 15</inkml:trace>
  <inkml:trace contextRef="#ctx0" brushRef="#br0" timeOffset="107482.98">20607 11820 0,'0'0'0,"-4"-4"0,4 4 15,0 0-15,0 0 16,-4-12-16,4 12 16,20-15-16,1 6 15,13-4-15,9 4 16,17-5-16,3 3 16,-8 1-1,4 0-15,-4 1 16,9-1-16,2-1 15,-5 4-15,5-1 16,-5 1-16,2 1 16,1 0-16,-2 6 15,-1-1-15,-6-1 16,-4 1-16,2 0 16,-6 1-1,3 0-15,-1 0 16,0 0-16,-3-4 15,0 1-15,-9-1 16,-4-1-16,2 0 16,1-3-16,0 1 15,-5 2-15,-8 1 16,2-2-16,7 0 16,-3 0-1,1 1-15,-8 1 16,-2 1-16,-2-2 15,-18 5-15,22-4 16,-22 4-16,16-6 16,-16 6-16,0 0 15,0 0-15,0 0 16,0 0-16,0 0 16,0 0-16,0 0 15,0 0-15,0 0 16,0 0-1,0 0-15,0 0 16,0 0-16,0 0 16,0 0-16,0 0 15,0 0-15,0 0 16,0 0-16,0 0 16,0 0-16,0 0 15,0 0-15,0 0 16,0 0-1,0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0-15,0 0 16,0 0-1,0 0-15,0 0 16,0 0-16,0 0 16,0 0-16,0 10 15,0-10-15,0 0 16,0 0-16,-18 11 16,18-11-16,0 0 15,0 0-15,0 0 16,0 0-1,0 0-15,-20 4 16,20-4-16,0 0 16,-24-12-1,24 12 1,-21-17-16,14 8 16,7 9-16</inkml:trace>
  <inkml:trace contextRef="#ctx0" brushRef="#br0" timeOffset="111699.82">6769 11052 0,'0'0'0,"-4"-1"0,4 1 0,0 0 16,0 0-16,0 0 15,0 0-15,-15 21 16,5 35-16,3 37 15,4 5-15,6-5 16,5-20-16,4-17 16,-2-16-1,-2-15-15,-2-11 16,-6-14-16,0 0 16,21-2-16,-4-13 15,0-4-15,-2 2 16,-3 4-16,-12 13 15,29 6-15,-2 23 16,13 16-16,1 6 16,-5-5-16,-4-6 15,-5-11 1,2-13-16,-3-7 16,-8-7-16,-1-8 15,-2-11-15,-2-7 16,0-20-16,-3-9 15,-4-1-15,-2 12 16,-1 13-16,-2 10 16,2 6-16,-3 13 15</inkml:trace>
  <inkml:trace contextRef="#ctx0" brushRef="#br0" timeOffset="112032.52">7506 11836 0,'0'0'0,"0"0"0,0 0 16,-4 2-16,4-2 15,0 0-15,0 0 16,24 26 0,6 2-16,11 4 15,0 3-15,1-1 16,-4-1-16,-11 11 15,-14 5-15,-6 6 16,-11 1-16,-8 3 16,-2-6-16,-1-6 15,2-10-15,4-11 16,4-6 0,3-1-16,13 0 15,5-4-15,18-6 16,13-5-16,20-6 15,13-15-15</inkml:trace>
  <inkml:trace contextRef="#ctx0" brushRef="#br0" timeOffset="112299.72">8376 11847 0,'0'0'0,"-3"-2"16,3 2-16,0 0 16,0 0-16,0-12 15,19 4-15,30-8 16,21 4 0,8 3-16,-4 3 15,-2 0-15,-3 1 16,-7 1-16,-25 2 15</inkml:trace>
  <inkml:trace contextRef="#ctx0" brushRef="#br0" timeOffset="112482.76">8566 12138 0,'-3'0'0,"3"0"0,0 0 15,-26 7-15,26-7 16,0 0-16,0 0 15,-3 11-15,33-1 16,26-9-16,16-5 16,-2-6-16,5-1 15,-1-2 1,-12 0-16,0 2 16</inkml:trace>
  <inkml:trace contextRef="#ctx0" brushRef="#br0" timeOffset="115348.26">12806 4567 0,'0'0'0,"0"0"0,0 0 16,0 0-16,0 0 15,4 0-15,-4 0 16,56 3-16,19 3 16,29-6-1,12-11-15,6-6 0,15-5 16,-6-4-1,12-9-15,2-4 16,-1-5-16,-1-5 16,-4-4-16,-10 0 15,-6-4-15,-9-4 16,-11-4-16,-10-5 16,-7-3-16,-10-3 15,-7-2-15,-11-2 16,-10 0-1,-11-8-15,-9-3 16,-10-5-16,-7-8 16,-11 0-16,-7 1 15,-7-4-15,-6 4 16,-4-4-16,-6 5 16,-6 10-16,-5 8 15,-6 11-15,-11 1 16,-13 12-1,-16 5-15,-17 10 16,-10 15-16,-16 6 16,-11 17-16,-6 11 15,-6 17-15,-11 12 16,4 14-16,-8 14 16,3 11-16,-7 16 15,1 8 1,11 5-16,18-6 15,20-2-15,19-5 16,10 1-16,14-2 16,11-1-16,12 5 15,18 2-15,8 5 16,13 10-16,16 10 16,12 9-16,21 8 15,14 3-15,12 0 16,25-6-16,0-14 15,17-11 1,17-19-16,1-12 16,13-15-16,8-22 15,102-32 1</inkml:trace>
  <inkml:trace contextRef="#ctx0" brushRef="#br0" timeOffset="116016.37">9790 11981 0,'0'0'0,"-6"2"0,6-2 15,0 0-15,-22 1 16,22-1-16,0 0 15,0 0 1,0 0-16,0 0 16,27 0-16,34-6 15,16-7-15,3-8 16,-5-2-16,-5 1 16,-7 2-16,-13 5 15</inkml:trace>
  <inkml:trace contextRef="#ctx0" brushRef="#br0" timeOffset="116416.38">10728 11759 0,'0'0'0,"-7"2"0,7-2 0,0 0 0,-27 10 16,3 16-16,-1 15 15,6 16-15,9 4 16,10-7-16,10-4 16,11-3-16,7-8 15,1-8-15,3-10 16,-2-11-16,-2-7 15,-3-6 1,-2-9-16,-5-7 16,-2-5-16,-7-10 15,-8-6-15,-4-5 16,-11 2-16,-1 7 16,-5 3-16,-1 10 15,2 7-15,4 4 16,15 12-16,-20-9 15,20 9 1,0 0-16</inkml:trace>
  <inkml:trace contextRef="#ctx0" brushRef="#br0" timeOffset="116583.15">11130 12043 0,'0'0'0,"0"0"0,0 0 16,-3-2-16,3 2 16,0 0-16,0 0 15,0 0-15</inkml:trace>
  <inkml:trace contextRef="#ctx0" brushRef="#br0" timeOffset="116850.26">11393 11634 0,'0'0'0,"0"0"0,0 0 16,0 0-16,-6 5 16,2 17-16,-5 30 15,4 30-15,8 9 16,6 0-16,0-1 15,1 0 1,1 14 0,-5-10-1,-4-16-15,0-21 16,-2-23-16</inkml:trace>
  <inkml:trace contextRef="#ctx0" brushRef="#br0" timeOffset="117182.22">11923 12023 0,'0'0'0,"0"0"0,-6 2 15,6-2-15,0 0 16,0 0 0,0 0-16,18 18 15,20-5-15,15 1 16,15-3-16,4-6 16,5-5-16,-3-6 15,2-4-15,-5-3 16,-4-3-16,-6 1 15,-11-3-15,-13-4 16</inkml:trace>
  <inkml:trace contextRef="#ctx0" brushRef="#br0" timeOffset="117382.45">12345 11775 0,'0'0'0,"-3"1"0,3-1 16,-10 19 0,-5 22-16,5 42 15,-2 28-15,5 18 16,2-9-16,4-9 16,2-11-16,-1-17 15,-1-14-15</inkml:trace>
  <inkml:trace contextRef="#ctx0" brushRef="#br0" timeOffset="118398.93">13198 11970 0,'0'0'0,"-4"-3"15,4 3-15,-8-13 16,0 2-16,8 11 16,-10-16-16,10 16 15,0 0-15,0 0 16,-27 28-16,8 15 15,8 19-15,9 3 16,10 10 0,10 3-16,9 2 31,10-9-31,-4-20 16,-5-21-16,-9-16 15,-19-14-15,31-5 16,-14-18-16,0-21 15,-5-16-15,-12-7 16,-12 7-16,-3 10 16,-4 5-1,-4 13-15,-2 5 16,1 7-16,1 9 16,3 6-16,3 4 15,0 4-15,1 8 16,5 4-16,5 7 15</inkml:trace>
  <inkml:trace contextRef="#ctx0" brushRef="#br0" timeOffset="118615.57">13573 12224 0,'0'0'0,"-6"-3"15,6 3-15,0 0 16,-19-10-16,19 10 16,0 0-1,0 0-15,-16-2 16,16 2-16</inkml:trace>
  <inkml:trace contextRef="#ctx0" brushRef="#br0" timeOffset="118849.83">13897 11874 0,'0'0'0,"-4"-3"16,4 3-16,0 0 15,0 0-15,0 0 16,-18 30-16,12 30 15,2 25-15,5 8 16,2-5-16,1-4 16,-1-21-16,-1-6 15,0-7 1,0-9-16,-1-9 16</inkml:trace>
  <inkml:trace contextRef="#ctx0" brushRef="#br0" timeOffset="119915.69">14734 11422 0,'-1'5'0,"-2"20"0,-3 19 0,-13 74 15,-4 29-15,-1 3 16,-3 7-16,4-9 16,4-13-16,9 0 15,12-18-15,7-17 16,4-29 0,6-22-16,6-13 15,4-8-15,2-6 16,3-7-16,10-14 15,19-1-15</inkml:trace>
  <inkml:trace contextRef="#ctx0" brushRef="#br0" timeOffset="123466.79">15500 11250 0,'0'0'0,"0"0"15,0 0-15,0 0 16,0 0-16,11-3 16,13-4-16,17-3 15,10 1-15,5 1 16,5 2-1,5 1-15,-3 1 16,3 0-16,-3 0 16,-2-1-16,6 2 15,-2-1-15,2 2 16,3 0-16,6 0 16,5 0-16,2 0 15,-3 0-15,2 2 16,1 2-16,-1-2 15,0 4-15,-5-2 16,-3 0 0,-5-2-16,2 2 15,-6-1-15,-3-4 16,-11-3-16,-14-3 16,-8 1-16,-8 0 15,-21 8-15,24-12 16,-24 12-1,0 0-15,0 0 16,15-12-16,-15 12 16,0 0-16,0 0 15,-10-12-15</inkml:trace>
  <inkml:trace contextRef="#ctx0" brushRef="#br0" timeOffset="123565.66">17455 11079 0,'0'0'0,"0"0"15,-3-4-15,3 4 16,0 0-16,-26 0 16</inkml:trace>
  <inkml:trace contextRef="#ctx0" brushRef="#br0" timeOffset="125632.9">15107 11820 0,'0'0'16,"0"0"-16,0 0 0,0 0 15,0 0 1,-4 3-16,4-3 16,-10 35-16,-5 18 15,-3 27-15,-1 21 16,-1 8-16,4 1 15,0-12-15,3-3 16,1-13-16,2-17 16,2-15-16,1-21 15,1-9 1,1-9-16,5-11 16,-6 13-16</inkml:trace>
  <inkml:trace contextRef="#ctx0" brushRef="#br0" timeOffset="126132.42">15356 12392 0,'-3'-3'0,"3"3"0,0 0 16,-7-15-16,7 15 15,0 0-15,30-12 16,23 1-16,12 4 16,-1 4-1,-10 4-15,-9 2 16,-8-2-16,0 0 16,-9 1-16,-7 0 15</inkml:trace>
  <inkml:trace contextRef="#ctx0" brushRef="#br0" timeOffset="126648.01">16218 12151 0,'0'0'0,"-4"-1"0,4 1 0,0 0 16,0 0-1,0 0-15,-32 14 16,-2 20-16,-10 24 16,5 4-16,15 12 15,5-3-15,9-2 16,4-5-16,6-14 15,7-9-15,2-7 16,2-9-16,4-6 16,8-7-16,3-8 15,5-15-15,-1-16 16,-5-4 0,2-14-16,-7 0 15,-5-5-15,-3-8 16,-10 7-16,-6 2 15,-5 4-15,-3 4 16,-2 10-16,2 4 16,1 11-16,3 4 15,8 12-15,-10-10 16,10 10 0,0 0-16,0 0 15,0 0-15,-14 12 16</inkml:trace>
  <inkml:trace contextRef="#ctx0" brushRef="#br0" timeOffset="127032.85">16491 11649 0,'0'0'0,"0"0"0,-2-3 16,2 3-16,0 0 15,7 17 1,11 36-16,12 35 16,8 32-16,-10 20 15,-11-3-15,-3 6 16,-21 71-1,0-33 1,-15 5-16,-21-62 16,6-56-16,-16 3 15,3-7-15,10-15 16,7-15 0,-6-17-16,0-10 15,0-3-15,11-5 16,6-10-16,8-8 15</inkml:trace>
  <inkml:trace contextRef="#ctx0" brushRef="#br0" timeOffset="127999.7">18157 11412 0,'0'0'0,"0"0"15,0 0-15,0 0 16,4-1-16,14-5 16,32 0-16,28 2 15,13 1-15,8 2 16,11 1 0,7 0-16,-11 0 15,2-3-15,-5-11 16,-5-3-16,-7-9 15,-13 5-15,-16 3 16,-12 2-16,-15 5 16,-10 3-16,-9 1 15,-16 7-15,4-12 16,-26-3 0</inkml:trace>
  <inkml:trace contextRef="#ctx0" brushRef="#br0" timeOffset="128316.04">18037 11532 0,'0'0'0,"0"0"0,0 0 0,7-2 0,14-2 16,41-8-16,35 0 15,18 4-15,11-3 16,2 0-16,8 2 16,1-6-16,-5-9 15,-7-5-15,-9 0 16,-15 4 0,-14 3-16,-14 2 15,-10 3-15,-15 4 16,-14 5-16,-10 1 15,-24 7-15,19-5 16,-19 5-16,0 0 16</inkml:trace>
  <inkml:trace contextRef="#ctx0" brushRef="#br0" timeOffset="129448.14">18125 11635 0,'0'0'0,"2"-3"16,-2 3-16,17-18 16,26 1-1,32-1-15,18 3 16,10 7-16,8-1 15,-5 3-15,9-5 16,-9 3-16,-7-4 16,-9 0-16,-10-2 15,-13 2-15,-7 3 16,-9-1-16,-13 5 16,-10-2-1,-9 5-15,-19 2 16,20-3-16,-20 3 15,0 0-15,0 0 16,0 0-16,16 5 16,-16-5-16,0 0 15,0 0-15,0 0 16,0 0-16,0 0 16,0 0-1,1 11-15,-1-11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0-1,0 0-15,0 0 16,0 0-16,0 0 15,0 0-15,0 0 16,0 0-16,0 0 16,0 0-16,0 0 15,0 0-15,0 0 16,0 0-16,0 0 16,0 0-1,0 0-15,0 0 16,0 0-16,0 0 15,0 0-15,0 0 16,0 0-16,0 0 16</inkml:trace>
  <inkml:trace contextRef="#ctx0" brushRef="#br0" timeOffset="130132.28">17328 12047 0,'0'0'0,"-4"-1"0,4 1 0,0 0 0,0 0 15,0 0-15,0 0 16,-27 38-16,2 26 16,1 16-16,7 0 15,5-3-15,5-1 16,2-3-1,1-4-15,1-11 16,1-12-16,0-11 16,1-9-16,-1-8 15,2-5-15,0-2 16,0-11-16,0 0 16</inkml:trace>
  <inkml:trace contextRef="#ctx0" brushRef="#br0" timeOffset="130566.25">17786 12472 0,'0'0'0,"0"0"0,-4 4 16,4-4-16,0 0 16,0 0-16,44 12 15,12-5-15,15-11 16,2-1-1,-2-1-15,4-3 16,-7-1-16,-9-3 16,-14 4-16</inkml:trace>
  <inkml:trace contextRef="#ctx0" brushRef="#br0" timeOffset="130800.69">17865 12870 0,'0'0'0,"0"0"0,4 1 16,15 4-16,26 5 16,29-11-16,16-22 15,10-1-15,-6-4 16,-1-7-16,-17 2 15,-17 0 1,-13 8-16,-13 6 16</inkml:trace>
  <inkml:trace contextRef="#ctx0" brushRef="#br0" timeOffset="131500.1">19123 12642 0,'0'0'0,"7"-4"0,-7 4 16,23-11-16,8-1 16,6 3-16,8 0 15,-2 0-15,-7 2 16,0 0-16,-4-1 16</inkml:trace>
  <inkml:trace contextRef="#ctx0" brushRef="#br0" timeOffset="131916.41">19799 12479 0,'0'0'0,"0"0"0,0 0 16,0 0-16,0 0 15,-7 3 1,-8 8-16,-7 15 16,3 8-16,-1 6 15,10 5-15,2-5 16,6 1-16,12-4 16,4-4-16,5-3 15,-3-10-15,4-12 16,5-11-16,4-9 15,0-8-15,-9-7 16,-8-9 0,-3-6-16,-6-4 15,-6 5-15,-3 11 16,0 6-16,-6 9 16,-5 7-16,-5 6 15,-1 6-15,2 9 16,4 4-16,2 1 15,9-8-15</inkml:trace>
  <inkml:trace contextRef="#ctx0" brushRef="#br0" timeOffset="132082.4">20160 12534 0,'0'0'0,"0"0"0,0 0 0,0 0 15,0 0-15,0 0 16,0 0 0,0 0-16,3 0 15,-3 0-15</inkml:trace>
  <inkml:trace contextRef="#ctx0" brushRef="#br0" timeOffset="132348.1">20569 12246 0,'0'0'0,"0"0"0,0 0 16,1 12-16,2 19 16,4 31-16,2 20 15,-3 6-15,-6-6 16,-2-15-16,-2-20 15,2-1 17,0-5-32,0-5 15,0-8-15,2-28 16,0 0-16</inkml:trace>
  <inkml:trace contextRef="#ctx0" brushRef="#br0" timeOffset="133666.35">20996 12632 0,'0'0'0,"0"0"16,-2-2-16,2 2 15,0 0-15,0 0 16,0 0-16,0 0 16,0 0-1,0 0-15,35-10 16,1 8-16,12-1 16,6-3-16,9-15 15,-5 6-15,-9 2 16,4 7-16,-6-1 15,3-2-15,-4-19 16,-14 14 0,-12 4-16,-20 10 0,28-5 15,-28 5 1,22 1-16,-22-1 16,0 0-16,17-2 15,-17 2-15,0 0 16,0 0-16,6 13 15,-6-13-15,0 0 16,0 0-16,0 0 16,3 9-1,-3-9-15,0 0 16,0 0-16,0 0 16,0 0-16,0 0 15,0 0-15,9-14 16,-9 14-16,-5-17 15</inkml:trace>
  <inkml:trace contextRef="#ctx0" brushRef="#br0" timeOffset="136166.15">21390 12269 0,'-2'-3'0,"2"3"0,0 0 15,0 0-15,-9 15 16,5-4-16,-3 1 16,-4 11-16,0 7 15,-2 26 1,3 22-16,3-1 15,-2-14-15,2-2 16,0 3 0,0-10-1,-1-5-15,1-18 16,2-7-16,-2-5 16,2 0-1,-2-4-15,3-2 16,4-13-16,-3 10 15,3-10-15,0 0 16</inkml:trace>
  <inkml:trace contextRef="#ctx0" brushRef="#br0" timeOffset="136715.97">22092 12566 0,'0'0'0,"0"0"0,-7 0 15,-8 2-15,-12 4 16,-3 6-16,0 12 16,4 8-16,5 10 15,5 4 1,6-5-16,6-6 15,6-6-15,6 0 16,2-4-16,11-5 16,1-14-16,6-12 15,4-7-15,-4-7 16,-5 1-16,6-11 16,-2-6-1,-6-3-15,-7 0 16,-14 3-16,-5 3 15,-7-2-15,2 8 16,0 5-16,-1 9 16,11 13-16,-16-9 15,16 9-15,-12 13 16</inkml:trace>
  <inkml:trace contextRef="#ctx0" brushRef="#br0" timeOffset="136881.97">22430 12642 0,'0'0'0,"0"0"15,0 0-15,0 0 16,0 0-16,0 0 16,0 0-16,0-3 15</inkml:trace>
  <inkml:trace contextRef="#ctx0" brushRef="#br0" timeOffset="137115.35">22700 12263 0,'0'0'0,"0"2"0,0-2 15,6 35-15,0 17 16,4 16-1,-1 0-15,-3 4 16,-9 0-16,-1-13 16,0-15-16,1-2 15,1-3 1,0 4 0,-1-10-16</inkml:trace>
  <inkml:trace contextRef="#ctx0" brushRef="#br0" timeOffset="137450.03">23122 12665 0,'0'0'0,"0"0"16,0 0-16,0 0 15,8 3-15,-8-3 16,20 2-16,4-2 16,16-2-1,15-1-15,2-1 16,5 0-16,0 0 15,-9 0-15,-3 1 16,-11 1-16,-15-4 16</inkml:trace>
  <inkml:trace contextRef="#ctx0" brushRef="#br0" timeOffset="137651.1">23161 12943 0,'0'0'0,"7"-2"16,8-2-16,31-2 16,17 0-16,10-1 15,1 0-15,-4 1 16,-8 1-1,-15 1-15</inkml:trace>
  <inkml:trace contextRef="#ctx0" brushRef="#br0" timeOffset="139099.57">24595 12545 0,'0'0'0,"0"0"0,0 0 16,0 0-16,0 0 15,0 0 1,-7-6-16,7 6 0,-18-18 15,7 7 1,0-1-16,1 0 16,-1 0-16,0 1 15,-2 0-15,13 11 16,-36-14-16,10 11 16,-5 3-16,2 2 15,0 3-15,3 1 16,5 2-16,4 3 15,3 5 1,4 8-16,-1 3 16,1 4-16,1-3 15,0-1-15,0-1 16,2-4-16,1 1 16,3-6-16,1-1 15,0-3-15,2 1 16,2 3-16,0-1 15,1 1-15,3-2 16,3 0 0,1 5-16,5 0 15,-1-1-15,3 0 16,-3-4-16,0-3 16,1 0-16,2-1 15,3 1-15,0-1 16,0 0-16,1-1 15,1-3 1,2-3-16,1-8 16,0-2-16,-3-1 15,-1-3-15,-2 2 16,-4 0-16,1-1 16,-1-3-16,2-2 15,3-4-15,3-2 16,-3 3-16,-2 0 15,-5 4 1,-3-2-16,-3 1 16,-6-4-16,1-1 15,-5-8-15,-3-2 16,-3 0-16,-4 1 16,2 7-16,0 2 15,0 0-15,-1-4 16,-5-3-16,0-6 15,1 0 1,-1 3-16,1 3 16,-3 6-16,-10 0 15,-28-2-15,-48 3 16,-56-5-16</inkml:trace>
  <inkml:trace contextRef="#ctx0" brushRef="#br0" timeOffset="144883.34">1841 11218 0,'0'0'0,"0"0"0,0 0 0,0 0 15,0 0-15,0 0 16,0 0-16,0 0 16,0 0-16,-4 3 15,4-3-15</inkml:trace>
  <inkml:trace contextRef="#ctx0" brushRef="#br1" timeOffset="150498.51">1260 6526 0,'0'0'0,"0"0"15,0 0-15,0 0 16,0 0-16,-5-5 15,5 5-15,0 0 16,-27-16-16,11 8 16,-3 0-16,-12 4 15,-15 12-15,-14 13 16,-12 13 0,4 8-16,8 4 15,9-4-15,6 2 16,5-2-16,9 0 15,12 1-15,11-4 16,10-1-16,14-5 16,13-4-16,10-7 15,2-8-15,5-6 16,1-7 0,-3-3-16,-13-2 15,-8 1-15,-23 3 16,23-3-16,-23 3 15,0 0-15,0 0 16,-1 38-16,-37 26 16,-15 16-16,5-12 15,7-9-15,8-11 16,6-7 0,1-8-16,7-6 15,7-2-15,12 2 16,8-1-16,15-2 15,15-3-15,8-9 16,10-14-16,0-9 16,-4-7-16,0-2 15,-3-3-15,-6 1 16,-5 0-16,-5-4 16</inkml:trace>
  <inkml:trace contextRef="#ctx0" brushRef="#br1" timeOffset="150881.73">1516 6957 0,'0'0'0,"-1"-2"15,1 2-15,0 0 16,-15-3-16,15 3 15,-36 20-15,3 17 16,-2 10-16,5 6 16,10-7-16,7-4 15,7-8-15,4-9 16,3-3 0,2-11-16,-3-11 15,0 0-15,21-2 16,3-16-16,6-7 15,-8 1-15,-7 9 16,-7 4-16,-8 11 16,0 0-16,17-8 15,-1 23-15,11 7 16,4 8-16,-3-2 16,-1-1-1,-10-9-15</inkml:trace>
  <inkml:trace contextRef="#ctx0" brushRef="#br1" timeOffset="151166.13">1744 7041 0,'0'0'0,"0"0"0,0-3 15,0 3-15,0 0 16,0 0-16,16 3 16,4 6-16,5 23 15,3 16 1,-4 13-16,-7 3 15,-6-4-15,-5-14 16,-2-3-16,1-3 16,-1-9-16,-2-8 15,-1-7-15,-1-16 16,0 0-16,0 0 16,0 0-1,-12-45-15,12-29 16,10-10-16,9-8 15,16-13-15,12-26 16</inkml:trace>
  <inkml:trace contextRef="#ctx0" brushRef="#br1" timeOffset="151548.09">2264 6528 0,'0'0'0,"0"0"15,0 5-15,-2 13 16,0 28-16,-1 28 16,-2 16-16,-1 7 15,3 6 1,-2-1-16,2-8 0,0-14 16,0-10-16,3-13 15,-2-15 1,4-13-16,7-16 31,10-6-31,8-8 16,5-4-16,-7 0 15,-5 1-15,-1 0 16,-1 0-16,2 1 16,-2 1-1,2 5-15,-1 2 16,3 2-16,-4 0 15,5 1-15,4-8 16</inkml:trace>
  <inkml:trace contextRef="#ctx0" brushRef="#br1" timeOffset="151748.24">2729 6951 0,'0'0'0,"0"0"0,0 0 0,0 6 16,-4 16-16,-3 20 16,-2 11-16,4 4 15,1 2-15,4-1 16,4-2-16,-1-13 16</inkml:trace>
  <inkml:trace contextRef="#ctx0" brushRef="#br1" timeOffset="151899.6">2694 6677 0,'0'0'0,"0"0"16,0 0-1,0 0-15,0 0 16,1 9-16</inkml:trace>
  <inkml:trace contextRef="#ctx0" brushRef="#br1" timeOffset="152282.45">2982 7442 0,'0'0'0,"0"0"0,0 0 15,0 0-15,0 0 16,12-13-16,15-21 16,15-31-16,3-28 15,-8 4-15,-6-4 16,-13 12-16,-9 17 16,-9 14-1,-2 13-15,-5 18 16,7 19-16,-30-2 15,-19 42-15,-10 36 16,3 11-16,16 1 16,14 0-16,9-10 15,15-4-15,10-10 16,5-15-16,6-10 16,10-10-16,12-8 15,17-13 1,14-19-16</inkml:trace>
  <inkml:trace contextRef="#ctx0" brushRef="#br1" timeOffset="152615.42">3494 6861 0,'0'0'0,"0"0"16,0 0-16,0 0 15,0 0 1,0 0-16,4 13 15,8 23-15,14 22 16,2 2-16,2-5 16,-4-2-16,3 1 15,-5 1-15,-14 2 16,-10-5-16,-5-12 16,-1-9-16,-5-7 15,2-5-15,2-9 16,7-10-1,0 0-15,-12-32 16,18-43-16,15-20 16,5 3-16,3 5 15,-1 6-15,-1 7 16,-6 18-16,-7 16 16,-8 14-16</inkml:trace>
  <inkml:trace contextRef="#ctx0" brushRef="#br1" timeOffset="153098.28">574 8386 0,'0'0'0,"0"0"0,-7 0 16,7 0-16,0 0 16,0 0-16,71-33 15,62-14 1,7 3-16,13 4 15,10 4-15,20-4 16,6-1-16,21-7 16,-3-15-16,3-8 15,5-3-15,1-1 16,7-3-16,-13 6 16,-9 6-16,-14 17 15,-16 14-15,-15 7 16,-21 5-1,-19 4-15,-17 4 16,-19 2-16,-20 3 16,-17 5-16,-19 0 15,-24 5-15</inkml:trace>
  <inkml:trace contextRef="#ctx0" brushRef="#br1" timeOffset="154715.28">844 9076 0,'0'0'0,"0"0"0,0 0 16,-4 0-16,4 0 15,0 0-15,-11 17 16,-3 15 0,-2 29-16,5 13 15,4-2-15,7-6 16,4-8-16,1-6 16,4-10-16,0-12 15,2-9-15,-11-21 16,14 10-16,-14-10 15,29-32-15,-11 3 16,-7 3 0,-4 3-16,-2 7 15,-3 7-15,-2 9 16,4-10-16,-4 10 16,0 0-16,5 10 15,7 8-15,2 6 16,1 3-16,0-5 15,-1-2-15,1-7 16,-15-13-16,27 8 16,-10-17-1,4-16-15,3-17 16,-2-12-16,-6-6 16,-5 3-16,-8 6 15,-4 13-15,-1 10 16,0 10-16,0 4 15,2 14 1,-2-10-16,2 10 16,0 0-16</inkml:trace>
  <inkml:trace contextRef="#ctx0" brushRef="#br1" timeOffset="154915.29">1329 9560 0,'0'0'0,"0"0"0,0 0 15,-4 3-15,4-3 16,-12 23-16,1 18 16,-3 15-16,6 6 15,4-4-15,2-5 16,2-8-16,1-8 15,4-17 1</inkml:trace>
  <inkml:trace contextRef="#ctx0" brushRef="#br1" timeOffset="155181.51">1539 9306 0,'0'0'0,"0"0"16,0 0 0,0 0-16,0 0 15,14-3-15,15-5 16,20-3-16,5-1 16,5 1-16,2-4 15,1-7-15,3-6 16,-9 0-16,-8-2 15,-7 2 1,-20 4 0</inkml:trace>
  <inkml:trace contextRef="#ctx0" brushRef="#br1" timeOffset="155382.5">1843 9433 0,'0'0'0,"-5"6"0,5-6 16,-16 18-16,6-2 15,0-4-15,10-12 16,0 0 0,-4 12-16,24-11 15,21-3-15,22-16 16,0-10-16,2-10 16,1-3-16,2-9 15,-17 3-15</inkml:trace>
  <inkml:trace contextRef="#ctx0" brushRef="#br1" timeOffset="155748.42">2511 8960 0,'0'0'0,"0"0"0,-3 3 15,3-3-15,0 0 16,-17 18-16,0 3 15,-3 18-15,2 4 16,4 5-16,5 3 16,4-1-1,4-7-15,3-10 16,3-10-16,2-7 16,-7-16-16,33 9 15,-4-21-15,6-16 16,-2-13-16,-7-11 15,-6-2-15,-10 3 16,-10 7-16,-6 7 16,-1 8-1,-5 11 1,-3 8 0,-1 9-16,-5 10 15,2 1-15</inkml:trace>
  <inkml:trace contextRef="#ctx0" brushRef="#br1" timeOffset="155915.59">2675 9114 0,'0'0'0,"0"0"15,0 0-15,0 0 16,0 0-16,0 0 15,5-3-15,-5 3 16</inkml:trace>
  <inkml:trace contextRef="#ctx0" brushRef="#br1" timeOffset="156282.35">2881 8789 0,'0'0'0,"0"0"0,0-4 0,0 4 15,7-16-15,-1 3 16,9 3-16,6 5 16,5 5-16,4 13 15,-3 9 1,-6 17-16,-10 20 16,-6 7-16,-8 7 15,-3-11-15,-1-1 16,2-2-16,-1-8 15,4-9-15,0-15 16,5-8-16,7-5 16,9-8-1,11-7-15,11-7 16,12-18-16,-1-5 16,-5-3-16,-5 2 15,-8 6-15,-6 6 16,-5 6-16,-2 5 15,6 0-15</inkml:trace>
  <inkml:trace contextRef="#ctx0" brushRef="#br1" timeOffset="156948.07">4125 8660 0,'0'0'0,"0"0"15,0 0-15,0 0 16,-4 0 0,4 0-16,-10 27 15,0 16-15,6 11 16,4-8-16,2-13 15,2-9-15,1-8 16,-5-16 15,29 2-31,-3-21 16,6-11-16,-12 8 16,-6 3-16,-4 5 15,-2 4-15,-8 10 16,0 0-16,0 0 15,24-2-15,-2 18 16,0 5-16,1-1 16,-4-2-16,-2-2 15,-2-6 1,3-9-16,0-8 16,3-9-16,-2-6 15,-3-10-15,-3-8 16,-2 2-16,-5 4 15,-4 9-15,-2 10 16,0 3-16,0 12 16,0-16-16,0 16 15</inkml:trace>
  <inkml:trace contextRef="#ctx0" brushRef="#br1" timeOffset="157282.23">4636 8874 0,'0'0'0,"0"0"0,3 0 16,-3 0-16,27 0 15,-2 0-15,0 0 16,-5 1 0,-5 8-16,-2 10 15,-2 11-15,-2 10 16,-5 3-16,-5 0 15,-8-3-15,1-8 16,-2-3-16,3-10 16,4-8-16,3-11 15,0 0 1,0 0-16,24 6 16,2-13-16,12-11 15,3-7-15,9-3 16,-6 0-16,-3-1 15,-2 0-15</inkml:trace>
  <inkml:trace contextRef="#ctx0" brushRef="#br1" timeOffset="157499.5">5183 8726 0,'0'0'0,"0"0"0,0 0 0,0 0 16,0 0-16,0 0 16,1-4-16,-1 4 15,20-15-15,-1 3 16,9 2 0,-1 2-16,-1 2 15,-26 6-15</inkml:trace>
  <inkml:trace contextRef="#ctx0" brushRef="#br1" timeOffset="157665.57">5188 9005 0,'0'0'0,"0"0"0,-5 3 16,5-3-16,0 0 15,0 0-15,0 0 16,0 0-16,24 1 15,12-16-15,4-9 16</inkml:trace>
  <inkml:trace contextRef="#ctx0" brushRef="#br1" timeOffset="158015.98">5639 8722 0,'0'0'0,"0"0"0,0 0 15,0 0-15,-6 8 16,-5 6-16,-7 10 16,1 3-16,1 4 15,6 0-15,5-1 16,1-6 0,3-4-16,1-5 15,0-15-15,5 14 16,-5-14-16,22-6 15,1-9-15,2-10 16,-4-8-16,-5-2 16,-8 1-16,-6 3 15,-2 4-15,-3 10 16,-1 4-16,4 13 31,-7-16-15,7 16-16</inkml:trace>
  <inkml:trace contextRef="#ctx0" brushRef="#br1" timeOffset="158182.49">5866 8739 0,'0'0'0,"0"0"0,0 0 0,0 0 0,0 0 16,0 0-16,3 2 15,-3-2-15,0 0 16,6 12-16,-6-12 16</inkml:trace>
  <inkml:trace contextRef="#ctx0" brushRef="#br1" timeOffset="158482.51">6182 8380 0,'0'0'0,"0"-1"16,0 1-16,0 0 15,0-10-15,0 10 16,0 0 0,0 0-16,2 13 15,1 14-15,0 21 16,1 14-16,-3 10 15,-1 6-15,0-8 16,0 9 0,0-16-1,0-9-15,7-8 16,-2-28 0</inkml:trace>
  <inkml:trace contextRef="#ctx0" brushRef="#br2" timeOffset="161281.76">774 10614 0,'0'0'0,"-7"-1"0,7 1 16,0 0-16,-17-4 16,17 4-16,0 0 15,-23 34-15,8 23 16,2 16-16,9-3 15,4-8 1,4-13-16,2-12 16,-2-14-16,-2-12 15,-2-11-15,0 0 16,-2-17-16,-6-32 16,-4-24-16,2-5 15,-2 4-15,2 11 16,5 15-1,-1 15-15,3 11 16,3 8-16,0 14 16,9-10-16,6 14 15,15 13-15,13 19 16,3 11-16,-4 0 16,17 19-1,22-10 1,1-21-1,-10-15-15,-24-18 16,-4-10-16,-3-6 16,-1-8-16,-6-23 15,-7-7-15,-6-10 16,-10-1-16,-7 11 16,-4 9-16,-3 10 15,-3 8-15,2 9 16,1 5-1,3 11-15,0 0 16</inkml:trace>
  <inkml:trace contextRef="#ctx0" brushRef="#br2" timeOffset="161649.31">1650 10540 0,'0'0'0,"0"0"15,0 0-15,2 5 16,5 15 0,3 24-16,-1 13 15,-1 7-15,1-1 16,-1 4-16,3-7 16,5-17-1,9-22 1,-4-20-16,9-20 15,0-25 1,-7-16-16,-2-4 16,-9-4-16,-7 6 15,-7 15-15,-5 10 16,-4 9-16,-3 8 16,-1 7-16,0 6 15,-3 8-15,1 5 16,-4 3-16,11 3 15</inkml:trace>
  <inkml:trace contextRef="#ctx0" brushRef="#br2" timeOffset="162097.92">1890 10343 0,'0'0'0,"0"0"15,0 0-15,5 1 16,-5-1-16,37 25 15,-4-2-15,3 3 16,-3 0-16,2 0 16,-6-5-1,-5-5-15,1-7 16,-1-10-16,2-7 16,2-10-16,-2-3 15,-5-2-15,-4 3 16,-7 7-16,-10 13 15,16-15-15,-16 15 16,33 1 0,-8 6-16,3 2 15,7 1-15,-1 1 16,6-5-16,3-12 16,0-12-16,-2-11 15,-8-16-15,-8-7 16,-6 4-1,-12 2-15,-6 8 16,-4 9-16,-2 7 16,2 8-16,3 14 15,0 0 1,-47 14 0</inkml:trace>
  <inkml:trace contextRef="#ctx0" brushRef="#br2" timeOffset="162581.39">935 11601 0,'0'0'0,"0"0"0,0 0 15,-6-2-15,6 2 16,0 0 0,6-22-16,18-8 15,34-9-15,17-12 16,15-4-16,14-10 16,8-5-16,9-6 15,10-7-15,10-10 16,-1 0-16,4-2 15,-7 4-15,1 6 16,0 7 0,-4 5-16,-10 10 15,0 1-15,-19 8 16,-19 10-16,-20 12 16,-24 9-16,-11 6 15,-12 6-15,-19 11 16,16-11-16,-16 11 15,0 0-15,0 0 16,0 0-16,0 0 16</inkml:trace>
  <inkml:trace contextRef="#ctx0" brushRef="#br2" timeOffset="163481.54">1439 11797 0,'0'0'0,"0"0"16,-6 0-16,6 0 15,0 0-15,-9 15 16,2 14-16,3 20 15,7 4-15,4-8 16,-1-10 0,4-8-1,-6-13 1,-4-14-16,0 0 16,0 0-16,27-30 15,-17-2-15,-3 0 16,-4 12-16,-2 8 15,-1 12-15,0 0 16,0 0-16,18 6 16,3 9-1,6 3-15,4 1 16,0-2-16,4-2 16,-4-7-16,-6-5 15,-5-8-15,0-10 16,-2-10-16,-2-9 15,-7-5-15,-2 1 16,-6 6-16,-4 6 16,0 4-1,-1 7-15,-1 3 16,5 12-16,0 0 16,0 0-16</inkml:trace>
  <inkml:trace contextRef="#ctx0" brushRef="#br2" timeOffset="163749.54">1947 11862 0,'0'0'0,"0"0"0,0 0 15,0 0-15,2 7 16,2 10-16,6 17 15,3 11-15,0 9 16,1 2-16,-3-3 16,1 0-16,-2 0 15,0-3 17,-1-7-32,-7-29 15</inkml:trace>
  <inkml:trace contextRef="#ctx0" brushRef="#br2" timeOffset="164032.24">2146 11713 0,'0'0'0,"0"0"0,0 0 0,0 0 16,0 0-16,7-8 15,8-8 1,12-12-16,5-6 16,6 1-16,4 2 15,0 2-15,2 5 16,-3 3-16</inkml:trace>
  <inkml:trace contextRef="#ctx0" brushRef="#br2" timeOffset="164298.41">2211 12079 0,'0'0'0,"0"0"16,2 2-16,-2-2 16,0 0-16,16-2 15,6-7-15,12-14 16,7-15 0,1-10-16,2 0 15,-4 3-15,-1 2 16,-3 2-16,0 6 15,-1 3-15,-9 7 16</inkml:trace>
  <inkml:trace contextRef="#ctx0" brushRef="#br2" timeOffset="164749.17">2928 11508 0,'0'0'0,"-4"-2"0,4 2 16,0 0 0,0 0-16,-22 4 15,10 7-15,0 12 16,1 10-16,4 8 15,3-2-15,8-4 16,12-1 0,4-6-1,5-6 1,-2-6-16,-1-11 16,-2-7-16,5-13 15,2-11-15,-2-11 16,-10-11-16,-10 4 15,-10 5-15,-3 7 16,-2 8-16,-3 7 16,-3 3-16,-2 4 15,0 4-15,2 4 16,16 2 0,-30 12-16,13 1 15</inkml:trace>
  <inkml:trace contextRef="#ctx0" brushRef="#br2" timeOffset="164914.76">3079 11416 0,'0'0'0,"0"0"0,0 0 0,0 0 15,0 0-15,0 0 16,6 0-16,-6 0 15,0 0-15</inkml:trace>
  <inkml:trace contextRef="#ctx0" brushRef="#br2" timeOffset="165297.94">3256 11254 0,'0'0'0,"0"-4"15,0 4-15,5-15 16,2-4-16,9 1 15,6-1-15,6 4 16,7 6-16,-1 7 16,-2 11-16,-3 12 15,1 11-15,-1 17 16,-2 8-16,-15 12 16,-5 13-1,-4 6-15,-8-4 16,-2-12-16,-2-19 15,-1-12-15,1-9 16,2-8-16,5-14 16,2-10-16,0 0 15,0 0-15,36 5 16,-4-20-16,13-18 16,9-5-1,-2-7-15,-5 2 16,-9 4-16,-9 4 15,-6 5-15,-8 11 16,-8 8-16</inkml:trace>
  <inkml:trace contextRef="#ctx0" brushRef="#br2" timeOffset="166582.01">2998 9748 0,'0'0'0,"-4"-3"0,4 3 0,-8-15 16,8 15-16,-7-19 15,7 8-15,2 2 16,3-2-16,-5 11 16,15-16-16,-15 16 15,20-8-15,-2 9 16,6 8-16,4 6 16,-1 8-1,1 6-15,0 7 16,1 8-16,-3 8 15,0 3-15,-2-3 16,-4-4-16,1 1 16,0 1-16,1 3 15,1 1-15,-1 0 16,1-4 0,-3 1-16,2 2 15,-4-3-15,3 7 16,-1 1-16,1-4 15,-5-3-15,-2-10 16,-3 5-16,-3 6 16,-3 5-16,-3-3 15,1-10-15,-3-10 16,0-2-16,-3-5 16,2 0-1,0-1-15,-1-4 16,-1 1-16,0-5 15,2-2-15,-3-4 16,4-12-16,-3 13 16,3-13-16,0 0 15,0 0-15,-7-21 16,0 1-16,0-5 16,-3-2-16,-7-3 15,-3 0 1,0 1-16,2 6 15,4 1-15,3 5 16,1 4-16,3 2 16,7 11-16,-7-10 15,7 10-15,0 0 16,0 0-16,0 0 16,17 7-1,-17-7-15,25 16 16,-9-8-16,2-3 15,6-17-15,4-14 16,10-9-16,-2-6 16</inkml:trace>
  <inkml:trace contextRef="#ctx0" brushRef="#br2" timeOffset="167697.91">4529 10824 0,'0'0'0,"0"0"0,0 0 16,-3 7-16,-2 14 15,-5 19 1,4 11-16,1-3 15,4-7-15,1-4 16,2-9-16,2-2 16,-1-9-16,2-4 15,-5-13-15,0 0 16,29-2-16,-4-19 16,2-13-16,-2-2 15,-5 2 1,-6 10-16,-5 7 15,-2 6-15,-7 11 16,18-11-16,3 14 16,4 3-16,1 6 15,-3 2-15,-4-4 16,-3-3-16,-16-7 16,25 10-16,-7-18 15,6-15-15,-2-8 16,-5-8-1,-7-6-15,-4 1 16,-6 8-16,0 8 16,0 10-16,-4-1 15</inkml:trace>
  <inkml:trace contextRef="#ctx0" brushRef="#br2" timeOffset="168082.5">5003 10935 0,'0'0'0,"0"0"0,3-6 16,7-3-16,11-10 16,11 1-16,7 9 15,6 9 1,4 12-16,-2 13 15,-9 7-15,-5 5 16,-8 14-16,-11-2 16,-10 15-16,-7-1 15,-1-11-15,-2-7 16,3-15-16,1-9 16,0-3-16,1-9 15,1-9 1,2 10-16,-2-10 15,19-7-15,8-16 16,9-23-16,3-5 16,4-1-16,2-8 15,1-5-15</inkml:trace>
  <inkml:trace contextRef="#ctx0" brushRef="#br2" timeOffset="168315.91">5610 10651 0,'0'0'0,"0"0"0,0 0 15,-6 0-15,6 0 16,0 0-16,0 0 16,0 0-16,0 0 15,0 0-15,21-7 16,1 2-16,9-1 15,-1-1 1,-9 3-16</inkml:trace>
  <inkml:trace contextRef="#ctx0" brushRef="#br2" timeOffset="168518">5626 11011 0,'0'0'0,"0"0"0,0 0 0,0 0 0,0 0 16,-4 3-16,4-3 16,0 0-16,0 0 15,25-4-15,5-7 16,5-8-16,1-2 16,-7 1-16,-3 3 15,0 0-15,1 3 16,-9 2-1</inkml:trace>
  <inkml:trace contextRef="#ctx0" brushRef="#br2" timeOffset="169315">6327 10435 0,'0'0'0,"-1"-2"16,1 2-16,0 0 16,-11-16-16,11 16 15,-12-12-15,12 12 16,-18-15-16,18 15 15,-26-9 1,8 5-16,0 6 16,2 2-16,-1 7 15,-1 11-15,-2 1 16,1 8-16,1 10 16,2 8-16,4 9 15,6 0-15,4-10 16,4-3-16,4-6 15,7-1 1,5-3-16,6 1 16,4-5-16,-4-9 15,-1-7-15,3-4 16,11-5-16,-4-5 16,3-6-16,-2-8 15,-2-2-15,3-3 16,-2-7-16,-3-7 15,-1-7 1,-8-2-16,-8-11 16,-2-4-16,-6 2 15,-5 7-15,-3 9 16,-5 2-16,-3 4 16,-2 4-16,-3 1 15,-6 2-15,-3 1 16,-10 3-16,-5 6 15,-9 7-15,-10 11 16,-11 17 0,-5 15-16,-4 35 15</inkml:trace>
  <inkml:trace contextRef="#ctx0" brushRef="#br2" timeOffset="171047.82">4008 10003 0,'0'0'0,"0"0"0,0 0 15,0 0-15,0 0 16,0 0-16,4 3 16,-4-3-1,0 0-15,24 9 16,-24-9-16,27 9 16,-9-4-16,3-2 15,5-1-15,0-4 16,4 0-16,-3-3 15,-2 0-15,-2 0 16,-1-1-16,2 0 16,1 1-1,1-2-15,-2 0 16,4 0-16,-1 0 16,1 2-16,0-2 15,-2 0-15,-1 2 16,3-2-16,-3 2 15,2-4-15,1 2 16,-2 0-16,-4 2 16,-2 2-1,-2-4-15,-1 4 16,-17 3-16,29-7 16,-29 7-16,18-5 15,-18 5-15,0 0 16,18-4-16,-18 4 15</inkml:trace>
  <inkml:trace contextRef="#ctx0" brushRef="#br2" timeOffset="172281.84">5459 8453 0,'0'0'0,"0"0"15,0 0-15,0 0 16,0 0-16,0 0 16,0 0-16,0 0 15,0 0-15,0 0 16,0 0 0,0 0-16,6 0 15,-6 0-15,22-2 16,-22 2-16,28-5 15,-13 1-15,3-3 16,-1-1-16,-2 1 16,-15 7-16,19-12 15,-19 12 1,0 0-16,0 0 16,13-13-16,-13 13 15,0 0-15,0 0 16,-34 14-16,4 1 15,2-2-15,3-1 16,4-3-16,1 1 16,20-10-16,-25 13 15,25-13 1,0 0-16,-15 8 16,15-8-16,0 0 15,0 0-15,0 0 16,0 0-16,0 0 15,24-4-15,5-5 16,3-1-16,1-1 16,-1-4-16,-3 2 15,-6 2-15,-7 3 16,-16 8 0,0 0-16,18-11 15,-18 11-15,0 0 16</inkml:trace>
  <inkml:trace contextRef="#ctx0" brushRef="#br2" timeOffset="174165.07">6326 8018 0,'0'0'0,"-4"-2"16,4 2-16,-14-12 15,0 0-15,-3-2 16,-6-3-16,-4 0 16,-6-3-16,-4 4 15,-3 1 1,-7 1-16,2 3 16,-7 3-16,-3 0 15,-2 5-15,-3 1 16,1 2-16,3 2 15,-2 1-15,3 1 16,-1 1-16,0-2 16,-2 1-1,0 0-15,5 0 16,-1 0-16,-1 0 16,-1 0-16,-2 0 15,0-1-15,2 3 16,0 6-16,1 2 15,1 1-15,-1 4 16,-3-1-16,5 1 16,7-2-16,1 0 15,0 3-15,3 3 16,-3 3 0,0 0-16,1 5 15,1 1-15,3 3 16,4-1-16,5-4 15,5-2-15,4-4 16,2-1-16,2-1 16,2 0-16,0-1 15,2 1-15,-1 1 16,1 3 0,0 2-16,1 1 15,0 3-15,1 4 16,1 5-16,2 0 15,-2 6-15,2 3 16,1 3-16,2 4 16,2-1-16,0 2 15,3-3-15,1-1 16,2 1 0,1 1-16,4-1 15,0-5-15,2 1 16,-1-6-16,2 2 15,3-1-15,-2-1 16,7-1-16,1-1 16,1-6-16,3-5 15,-3-3-15,5 0 16,2 0-16,4-3 16,7-3-1,3-6-15,-1-3 16,7-1-16,4-2 15,0-3-15,-1-1 16,4-2-16,2-1 16,3 1-16,1-2 15,-3-2-15,5-3 16,5-5-16,2-2 16,3-2-16,1-5 15,1-1 1,1-7-16,2 1 15,0-1-15,1-2 16,-2-1-16,3-4 16,2-5-16,3-4 15,-1-1-15,-1-1 16,-6 1-16,-1 4 16,-6 0-1,-2 0-15,1-6 16,-2-4-16,-4-1 15,-11 3-15,-5 0 16,-2-2-16,-4-5 16,-2-4-16,-4-2 15,-4-1-15,-7 6 16,-4-7-16,-4-2 16,-5-3-1,-3 2-15,-3 5 16,-6 4-16,-5 2 15,-2-4-15,-5 1 16,-4 0-16,-3 2 16,-6 3-16,-1 2 15,-2 5-15,-6 2 16,-7 3-16,-5 5 16,-7 3-16,-6 6 15,-10 5 1,-6 4-16,-1 7 15,-2 1-15,2 5 16,0 2-16,3 4 16,2 9-16,1 5 15,6 2-15,8 0 16,9-1-16,11-1 16,11-2-16,4-2 15,12-2 1,5 0-16</inkml:trace>
  <inkml:trace contextRef="#ctx0" brushRef="#br2" timeOffset="176814.7">5660 9799 0,'0'0'0,"0"0"0,0 0 0,0 0 15,0 0 1,10-7-16,8-3 16,7-5-16,4-2 15,3-2-15,2 2 16,-4 0-16,-4 5 16,-1 6-16,-5 1 15,3 7-15,-2 5 16,2 7-16,-2 3 15,-1 6 1,1 4-16,-3 6 16,-1 8-16,0 5 15,-4 3-15,-5 1 16,-2 1-16,-4-1 16,1-1-16,-2-1 15,-1-3-15,0 0 16,0-8-16,0-7 15,0-6-15,2-2 16,-1-5 0,1-6-16,-2-11 15,2 16-15,-2-16 16,0 0-16,3 11 16,-3-11-16,0 0 15,0 0-15,0 0 16,0 0-1,-26-12-15,10-1 16,-2-5-16,-2-5 16,0-2-16,0 1 15,4 1-15,2 6 16,1 0-16,3 3 16,0 0-16,1 4 15,9 10-15,-9-13 16,9 13-16,0 0 15,0 0 1,0 0-16,0 0 16,0 0-16,0 0 15,-7 16-15,14-2 16,0 1-16,5 0 16,5-5-16,9-7 15,8-10-15,10-10 16,3-10-16,4-2 15,-3-6 1,-2-1-16,1-8 16,-2 2-16,-2 1 15</inkml:trace>
  <inkml:trace contextRef="#ctx0" brushRef="#br2" timeOffset="178132.03">6108 11537 0,'0'0'0,"0"0"16,0 0-16,0 0 16,4-7-16,7-8 15,24-12-15,16-6 16,10 4-16,2-1 15,5 3-15,2-2 16,5-2 0,4-2-16,2-3 15,-7-4-15,-8-1 16,-13 2-16,-5-1 16,-3 4-16,-5 2 15,1 1-15</inkml:trace>
  <inkml:trace contextRef="#ctx0" brushRef="#br2" timeOffset="187964.69">9736 2214 0,'0'0'0,"0"0"0,0 0 0,0 0 0,0 0 16,0 0-1,6-2-15,-6 2 16,27-3-16,-6 0 16,7 0-16,6 1 15,7-1-15,4 0 16,4 1-16,2 0 15,7-3-15,-2 0 16,6-1 0,0-2-16,5-2 15,4-1-15,1-1 16,2 0-16,1-3 16,-1 0-16,-4-1 15,-4 2-15,0 0 16,-1 0-16,-2 0 15,-4 0 1,-1 2-16,-7 2 16,-3 1-16,4 0 15,-3 3-15,6-2 16,-3 2-16,6 1 16,4-2-16,-2 3 15,-3-2-15,-6 2 16,1 1-16,-3-1 15,2 0-15,-2-1 16,-4 2 0,2 0-16,-1-3 0,2 0 15,3 2 1,-1-3-16,-3 1 16,-6-1-16,-1 0 15,-4 2-15,0-3 16,-3 2-16,-5-1 15,-2 0-15,-2-1 16,-2 1-16,1-2 16,-2 2-1,2-1-15,-2-1 16,2-3-16,1-2 16,-4 0-16,-6-1 15,-3 2-15,-1-3 16,-4 0-16,3-1 15,0-6-15,0 2 16,0-4-16,0 1 16,-2 0-16,1 0 15,-1-3 1,1-2-16,1-2 16,-2 0-16,0-1 15,-1 0-15,0 3 16,-1 1-16,-1 3 15,1-1-15,0 1 16,-1 0-16,0 2 16,1 2-1,-3 3-15,-1 0 16,0-1-16,-1-1 16,-2 2-16,-2-3 15,0 2-15,0-1 16,-1 1-16,0 0 15,1-1-15,-1 2 16,0 0-16,1 0 16,-1 1-16,0 2 15,1-2 1,-2-3-16,-1-4 16,0-2-16,2 1 15,-1 3-15,1 2 16,-1-2-16,1 0 15,1-1-15,0 5 16,-1-2-16,-2 0 16,-2-1-1,-3-3-15,-1 3 16,0 0-16,1 2 16,1 3-16,-3-1 15,0 0-15,-2 1 16,-3-2-16,-2-2 15,-2 0-15,1 2 16,0 2-16,-1 1 16,-4-2-16,-3 1 15,-1 1 1,-7 0-16,1 4 16,-6 1-16,-1 5 15,-8 1-15,-2 2 16,0 0-16,0-2 15,0 2-15,0 0 16,-2-1-16,-3 1 16,-1 0-16,2 2 15,-2 2-15,-2-2 16,-4 1 0,1 0-16,4 2 15,1-1-15,2 0 16,-2 2-16,3-2 15,0 0-15,3 1 16,-1-1-16,-1 1 16,-2 0-16,2-1 15,5 0 1,-1 2-16,2-2 16,-3 1-16,0-1 15,4 1-15,-3-1 16,1 2-16,-2-2 15,1 0-15,1 1 16,1 0-16,3-2 16,3 3-1,2-2-15,-1 0 16,-1 0-16,2-2 16,2 0-16,2-2 15,2 2-15,0 0 16,0 0-16,-1 0 15,-2 0-15,0 0 16,2 0-16,5 0 16,0 0-16,2 0 15,3 2-15,2-1 16,3 1 0,2-1-16,2 1 15,-2 1-15,1-1 16,1 1-16,3 0 15,15-3-15,-26 5 16,26-5-16,-19 4 16,19-4-16,0 0 15,-20 9 1,20-9-16,0 0 16,-18 11-16,18-11 15,-12 12-15,12-12 16,-14 18-16,6-5 15,-2 2-15,0 4 16,3-1-16,-2 1 16,2-1-16,0 3 15,0 1 1,0 1-16,1 2 16,0 2-16,-2 1 15,2-1-15,-3 1 16,4-4-16,0 1 15,1 0-15,4 5 16,0-4-16,0-1 16,2-1-16,0 0 15,1-2 1,-1 4-16,0 1 16,0 1-16,1 1 15,0 1-15,2 2 16,0 0-16,0 0 15,0 1-15,1 0 16,1 3-16,-1 5 16,0 4-16,-2 4 15,0 1-15,-4-2 16,-2-3-16,0-2 16,1 1-1,-3-2-15,2 2 16,-1-4-16,1-5 15,0-3-15,1-6 16,0 1-16,0-2 16,1-2-16,1 1 15,0-4-15,1 1 16,0 1 0,2-1-16,1 1 15,-1-3-15,2 0 16,0-1-16,1-3 15,3 2-15,2-4 16,1 2-16,7-1 16,3 0-16,6 1 15,3-2-15,3-3 16,-2-2 0,-2-4-16,3 0 15,-1-4-15,0-2 16,-1 0-16,-6 1 15,-5 0-15,-1-1 16,-2 2-16,0-2 16,-1 1-16,3-1 15,5-2 1,12-3-16</inkml:trace>
  <inkml:trace contextRef="#ctx0" brushRef="#br2" timeOffset="193397.52">2885 3879 0,'0'0'0,"0"0"16,0 0-16,0 0 15,0 0-15,0 0 16,0 0-16,0 0 15,0 2-15,0-2 16,0 0-16,0 0 16,16 8-1,5-1-15,14 4 16,12-4-16,2-4 16,3-3-16,10-4 15,6-2-15,1-4 16,1 0-16,-4-3 15,4 0-15,-1-3 16,-3 2 0,-3-2-16,-6 1 15,2-2-15,1 0 16,-3 0-16,0 1 16,-7 2-16,-9 3 15,-7 2-15,-4 1 16,-6 1-16,-6 4 15,-18 3-15,25-4 16,-25 4 0,0 0-16,0 0 15,16 1-15,-16-1 16,0 0-16,0 0 16,0 0-16,0 0 15,-29 3-15,1-6 16,-8-2-16,-7-2 15,-2-1-15,1-1 16,-1-1 0,1-1-16,-1-2 15,5-1-15,6 2 16,2 0-16,0 0 16,1 0-16,1 3 15,3 0-15,5 3 16,7-1-16,15 7 15,-16-4-15,16 4 16,0 0-16,0 0 16,0 0-16,0 0 15,0 0 1,0 0-16,22-2 16,12 8-16,4 1 15,1 2-15,3 3 16,0 2-16,-1 2 15,-6-2-15,-6-1 16,-3-2 0,-6 1-16,-1 0 15,-3 0-15,-2 0 16,-3 1-16,-1 1 16,-3-4-16,-7-10 15,9 13-15,-9-13 16,4 11-16,-4-11 15,0 0-15,2 15 16,-9 0-16,-15 17 16,-13 8-1,4-6-15,8-10 16,7-5-16,3-6 16,-1 3-16,1 1 15,2 6-15,1-5 16</inkml:trace>
  <inkml:trace contextRef="#ctx0" brushRef="#br2" timeOffset="202981.1">7827 8836 0,'0'0'0,"0"0"0,-9-2 0,9 2 16,-26-10-16,26 10 15,-22-6-15,22 6 16,0 0-16,0 0 15,4-10-15,29-9 16,29-5-16,11 0 16,8 1-16,3-2 15,7-2-15,2-1 16,-1 1 0,3 0-16,-3 1 15,3-1-15,-6 2 16,-4 2-16,-9 2 15,-5 1-15,-9 2 16,-13 0-16,-7 0 16,-12 5-16,-11 5 15,-19 8 1,21-9-16,-21 9 16,0 0-16,0 0 15,0 0-15,0 0 16,0 0-16,-30-5 15,-5 12-15,-6 4 16,-2 4-16,1 2 16,-1 0-16,4 1 15,1-1-15,5-2 16,3-2 0,9-4-16,5-2 15,16-7-15,-20 8 16,20-8-16,0 0 15,0 0-15,-15 9 16,15-9-16,0 0 16,0 0-16,0 0 15,0 0-15,0 0 16</inkml:trace>
  <inkml:trace contextRef="#ctx0" brushRef="#br2" timeOffset="-197282.57">22091 6833 0,'0'0'0,"0"0"0,0 0 16,0 0-16,0 0 15,0 0-15,0 3 16,0-3-16,0 0 16,0 0-16,0 0 15,0 0-15,0 0 16,10 10-16,8-5 15,10 2-15,6-2 16,6-2-16,4 0 16,-3-2-1,-2-1-15,-3-2 16,-4-2-16,-2 0 16,-2-2-16,2 3 15,-1-1-15,7 0 16,5-2-16,5 2 15,3-1-15,-3 0 16,-3 3-16,3 0 16,7-1-16,4 0 15,-2 1 1,-2-3-16,-1 1 16,4-6-16,-1 1 15,1-3-15,-5 0 16,-3 1-16,-5-4 15,-2-2-15,-7 2 16,-6 0-16,-3 2 16,-2-3-1,-2-2-15,-2-2 16,-3-6-16,-3-1 16,-2-4-16,-6-4 15,-3-5-15,-3 3 16,-2 1-16,0 2 15,-1 0-15,0 0 16,0-7 0,-1-2-16,-2 0 15,-4 0-15,-2 2 16,-3-4-16,-3 0 16,-1-1-16,0 3 15,-1 2-15,1 3 16,-4-4-16,-2 3 15,-1 5-15,-2 0 16,-2 2-16,-5-1 16,-3-2-1,-2 4-15,-1 0 16,1 3-16,-1 1 16,0 3-16,2 4 15,2 2-15,0 3 16,0 1-16,1 2 15,-3 0-15,-4 0 16,-4 0-16,-5 1 16,-1 2-16,4 3 15,3 2 1,4 2-16,2 2 16,4 2-16,1 0 15,-1 4-15,-2-1 16,0 6-16,-4 1 15,0 2-15,-5 3 16,-3 2-16,1 3 16,2-1-1,1-1-15,-2 4 16,0-3-16,4 2 16,8-3-16,5-5 15,1 0-15,1 2 16,-1 1-16,1 1 15,5 1-15,5-1 16,-2 2-16,2 3 16,-4 2-16,3 6 15,0 0 1,3-2-16,5 5 16,-1-1-16,2 5 15,-1 6-15,1-1 16,2 1-16,1-4 15,1 2-15,2 2 16,4 2-16,-1 2 16,3-5-1,3-3-15,3-4 16,5 0-16,5 2 16,6 1-16,3-1 15,4-5-15,3 2 16,2-2-16,5 0 15,-1 0-15,2-5 16,5 3-16,2-2 16,-4-6-16,-1-2 15,-7-5 1,2-5-16,-1-1 16,-1 0-16,0 0 15,-2-4-15,-1-3 16,0-4-16,1-4 15,2-1-15,-3-2 16,0-1-16,-2-1 16,0-2-16,-1 1 15,-3 0 1</inkml:trace>
  <inkml:trace contextRef="#ctx0" brushRef="#br2" timeOffset="-194131.81">23802 10024 0,'0'0'0,"0"0"0,0 0 16,0 0-16,0 0 15,0 0-15,0 0 16,2 2-16,-2-2 16,0 0-1,0 0-15,0 0 16,0 0-16,0 0 15,0 0-15,0 0 16,0 0-16,0 0 16,0 0-16,0 0 15,0 0-15,0 0 16,1-19-16,-1-5 16,0-10-1,0-6-15,0-7 16,0-2-16,0-5 15,4-6-15,-1-3 16,4-7-16,0-9 16,8 0-16,5-5 15,0-1-15,2 1 16,1-7-16,-3 8 16,-5 1-1,-2 2-15,-6 2 16,-1 1-16,-3 1 15,-2 4-15,-4 7 16,0 3-16,0 5 16,1 4-16,1 7 15,0 7-15,0 7 16,-1 6-16,1 5 16,-1 5-1,2 6-15,0 10 16,-1-13-16,1 13 15,0 0-15,0 0 16,0 0-16,0 0 16,0 0-16,-24 6 15,3 22-15,-7 15 16,1 11 0,-3 7-16,-1 5 15,-4 8-15,2 1 16,0-1-16,3 0 15,1-4-15,0-3 16,1-3-16,6-6 16,-1-9-16,5-2 15,3-11-15,2-8 16,6-7-16,0-8 16,7-13-1,-5 16-15,5-16 16,0 0-16,0 0 15,0 0-15,1-14 16,5-18-16,3-16 16,2-4-16,2-8 15,2 0-15,1 4 16,-1 5-16,1 1 16,2-2-16,2-4 15,0 0 1,-3 2-16,0 6 15,-1 0-15,2-2 16,-2 3-16,0 3 16,-3 6-16,0 5 15,-1 3-15,3 3 16,0 2-16,0 5 16,2 3-1,1 3-15,2 2 16,4 4-16,4 1 15,-2 4-15,2 4 16,1 8-16,0 4 16,3 11-16,3 15 15,1 10 1,-2 11-16,-2 3 0,-3 10 16,-1 5-16,-2 14 15,-4-5 1,1 4-16,-2-4 15,-3-7-15,3-6 16,3-2-16,0-5 16,-1-5-16,-3-11 15,-8-15-15,-1-6 16,-2-9-16,-4-5 16,-1-7-1,-4-9-15,6 14 0,-6-14 16,0 0-1,0 0-15,0 0 16,0 0-16,0 0 16,0 0-16,0 0 15,0 0-15,0 0 16,10-14-16,-10 14 16,3-13-16,-3 13 15,0 0 1,2-11-16,-2 11 15,0 0-15,0 0 16,0 0-16,0 0 16,2-10-16,-2 10 15,0 0-15,0 0 16,0 0-16,0 0 16,0 0-1,0 0-15,0 0 16,0 0-16,0 0 15,0-11-15,0 11 16,0 0-16,0 0 16,0 0-16,0 0 15,0 0-15,0 0 16,0 0-16,0 0 16,0 0-16,0 0 15,0 0 1,0 0-16,0 0 15,0 0-15,0 0 16,0 0-16,0 0 16,0 0-16,0 0 15,0 0-15,0 0 16,0 0-16,0 0 16,0-22-16</inkml:trace>
  <inkml:trace contextRef="#ctx0" brushRef="#br2" timeOffset="-192249.37">23441 7248 0,'0'0'0,"0"0"16,0 0-16,0 0 16,0 0-16,0 0 15,0 0-15,6 0 16,-6 0-16,37 3 16,2 0-16,7-1 15,3 1-15,5 0 16,3-1-16,0 1 15,1-1 1,-9 1-16,-2 0 16,-2 0-16,-4-2 15,-4 0-15,-5 0 16,-4 1-16,-3-1 16,-2 0-16,-6 1 15,-17-2 1,24 2-16,-24-2 0,0 0 15,17 4-15,-17-4 16,0 0 0,0 0-16,0 0 15,0 0-15,0 0 16,0 0-16,0 0 16,18-2-16,-18 2 15</inkml:trace>
  <inkml:trace contextRef="#ctx0" brushRef="#br2" timeOffset="-187232.46">4711 12428 0,'0'0'0,"0"0"0,0 0 16,0 0-1,0 0-15,0 0 16,0 0-16,5-3 15,-5 3-15,0 0 16,16-11-16,-16 11 16,21-14-16,-21 14 15,31-21-15,-11 6 16,4 0-16,2-5 16,0 0-1,2-3-15,1-2 16,-2 0-16,-2 0 15,1 0-15,1 0 16,1-3-16,3 2 16,-1 3-16,0 2 15,-1 1-15,-1 0 16,0 2-16,-4 1 16,-2 3-1,-2 0-15,-2 2 16,2-1-16,3-2 15,4 0-15,-3-1 16,2 1-16,-1 0 16,-1 1-16,2 0 15,-3-1-15,0 2 16,4-2-16,4-2 16,3-2-1,5-2-15,-2 1 16,7-2-16,0-2 15,2 1-15,2-3 16,-3 0-16,-4 0 16,-3 3-16,-4 3 15,-5 1-15,-4 4 16,-2 0-16,-2 4 16,-3 2-1,-2 1-15,1 1 16,1 1-16,-18 6 15,24-9-15,-24 9 16,0 0-16,18-4 16,-18 4-16,0 0 15,0 0-15,0 0 16,0 0-16,0 0 16,0 0-16,0 0 15,16-2 1,-16 2-16</inkml:trace>
  <inkml:trace contextRef="#ctx0" brushRef="#br2" timeOffset="-96883.49">16120 4376 0,'0'0'0,"0"0"0,0 0 16,0 0-16,0 0 15,0 0-15,0 0 16,0 0 0,0 0-16,0 0 15,0 0-15,0 0 16,4 2-16,14 1 15,21 2-15,14-4 16,21-2-16,21-4 16,11-2-16,22-2 15,9-6-15,16-2 16,6-2-16,17-3 16,-1 1-1,5 1-15,-2-1 16,-5-1-16,-1-1 15,-14-2-15,-19 4 16,-25 1-16,-21 1 16,-24 5-16,-21 3 15,-17 4-15,-11 2 16,-20 5 0,21-8-16,-21 8 15,11-13-15,-8 1 16,-4-8-16,-5-6 15,-4-7-15,-6-8 16,-3-7-16,-6-10 16,-1-6-16,-3-6 15,2 0 1,0-3-16,4-5 16,1-2-16,4 6 15,2 4-15,2 3 16,0 0-16,1 5 15,1 6-15,-1 9 16,-4 2-16,-6 3 16,-2 5-16,-8-1 15,-7 5-15,-13 4 16,-16 2-16,-15 6 16,-15 8-1,-8 7-15,-4 5 16,4 3-16,-2 3 15,4 3-15,1 4 16,4 3-16,-3 8 16,-1 1-16,0 2 15,5-2 1,7-3-16,8-2 0,5-2 16,9-4-1,9-5-15,10-3 16,9-1-16,7-1 15,11-2-15,9 0 16,15-1-16,-17 2 16,17-2-16,-16 18 15,-5 16-15,-5 24 16,2 4 0,6-2-16,3 2 15,2 5-15,3 5 16,2 0-16,2 1 15,2 0-15,2 1 16,4-1-16,2-2 16,-1-2-16,1-1 15,1 0-15,0-6 16,-1-6 0,-1-9-16,-1-10 15,0-5-15,1-4 16,-2-8-16,0-1 15,0-5-15,-1-4 16,0-10-16,0 17 16,0-17-16,0 11 15,0-11-15,0 0 16,0 13-16,0-13 16</inkml:trace>
  <inkml:trace contextRef="#ctx0" brushRef="#br2" timeOffset="165397.3">15172 8408 0,'0'0'0,"0"0"0,0 4 15,0 7-15,2 8 16,-1 9-16,0 2 16,-1 5-16,-1 5 15,0 1 1,-1-6-16,0-1 0,0-5 16,-1 1-16,1-4 15,-1-1 1,1-2-16,-1 0 15,0-1-15,2-1 16,1 0-16,1-3 16,2-2-16,2-1 15,1 1-15,0-3 16,4 2-16,-2-4 16,-8-11-16,18 17 15,-18-17 1,16 12-16,-16-12 15,24 10-15,-7-4 16,4-2-16,2-1 16,4-1-16,6 1 15,3-2-15,0 1 16,0 0-16,3-2 16,-2-2-16,2 0 15,4-2 1,4 0-16,2-3 15,1 0-15,0 1 16,-1-2-16,-2-1 16,-1 0-16,3-2 15,0 1-15,0 0 16,-2 0-16,-4 1 16,-2 0-16,-1-1 15,3 1 1,0 1-16,0-1 15,-1-1-15,1 1 16,0 1-16,-2-2 16,-1 2-16,1-2 15,-6 3-15,1-2 16,0 3-16,1-1 16,1 3-16,-1 2 15,-4-2-15,0 2 16,-2-1-1,-2 1-15,2-1 16,1 1-16,1-1 16,6 0-16,-1 1 15,1-1-15,-3 1 16,2-1-16,-3-1 16,2-1-16,0 1 15,1-3-15,-2 3 16,0 1-1,-1-1-15,-2 0 16,-4 0-16,0 1 16,-2 1-16,4 0 15,-1-1-15,-1 0 16,1 0-16,-3 1 16,-2 0-16,-1 0 15,3-2-15,3 2 16,0-1-1,1 1-15,-2-2 16,-1 3-16,3-4 16,0 2-16,0-1 15,-1 0-15,0 0 16,-3 0-16,-1 0 16,-4 1-16,-5 1 15,-17 2-15,27-3 16,-27 3-16,25 0 15,-25 0 1,20 0-16,-20 0 16,17 3-16,-17-3 15,19 3-15,-19-3 16,23 6-16,-23-6 16,30 6-16,-13-4 15,3 0-15,1 1 16,3 0-16,1-1 15,0 1 1,0 0-16,2-2 16,2-1-16,1-1 15,1 0-15,-4-3 16,2 3-16,3-1 16,2-1-16,2 0 15,2 0-15,0-3 16,-3 1-1,3-1-15,1 0 16,-2-2-16,-3 4 16,-3-1-16,0-1 15,2 1-15,-3 0 16,0 1-16,-2 0 16,-1 0-16,0 1 15,-4-2-15,-2 4 16,-2-1-16,-1 2 15,1 0 1,-1 0-16,7 2 16,0-2-16,0 0 15,-3 0-15,-1 0 16,-1-2-16,1 0 16,0 0-16,-2 0 15,0-3-15,0-1 16,-1-1-16,0-4 15,2 1-15,-3-1 16,0 1 0,-1-2-16,-1 0 15,-1-2-15,-3 2 16,-1 0-16,0-2 16,-3-1-16,0-4 15,-2-1-15,-2-4 16,-1-4-16,1-3 15,-2 0 1,0 2-16,0 2 16,0 3-16,1 0 15,0 1-15,-2-1 16,0-4-16,0-1 16,0-4-16,0 1 15,0-4-15,-2 2 16,2-2-16,0 2 15,0 3 1,0-1-16,0-2 16,0-3-16,-2-3 15,2-3-15,0 0 16,0 5-16,0 7 16,0 6-16,2 3 15,0 4-15,-2 2 16,1 2-16,1 2 15,1-4 1,-1-1-16,2-5 16,-1-1-16,1-2 15,-1-3-15,1-1 16,-1 0-16,-5 2 16,-1-1-16,-2-2 15,-5-5-15,-3 1 16,-4-4-16,-1 1 15,-3 0 1,-1 1-16,2 8 16,0 1-16,-5 2 15,0 1-15,0 4 16,-2-1-16,2 1 16,-2 3-16,0-3 15,2 3-15,-3 1 16,-3-4-16,-3 0 15,-1 1 1,-4 2-16,-4-1 16,1 2-16,-4 0 15,1 3-15,3 4 16,5 2-16,-3 2 16,-5-4-16,-7 1 15,-9-1-15,-4 2 16,-1 1-16,1 2 15,2 2 1,2 0-16,-2 2 16,1 2-16,-5 0 15,-1 4-15,2 1 16,4 3-16,1-2 16,0 2-16,2-2 15,-4 1-15,1 1 16,0-1-16,-1 0 15,-2-1-15,-1 2 16,-1-1 0,1 0-16,-2 0 15,-6-1-15,-1 0 16,-1 1-16,-1-1 16,1-1-16,-5 1 15,-3 0-15,-2-1 16,0 2-16,1-3 15,4 0 1,-1 1-16,3-4 16,-1 0-16,1-2 15,1 0-15,-3 1 16,1-1-16,-2 0 16,2 1-16,1-4 15,2 1-15,-2-2 16,4 2-16,1-2 15,0 1 1,13-2-16,1 0 16,11-1-16,4 0 15,2 2-15,9-2 16,5 3-16,6 0 16,7 0-16,16 2 15,-19-2-15,19 2 16,0 0-16,0 0 15,-17 0-15,17 0 16,0 0-16,0 0 16,0 0-1,0 0-15,-14 21 16,3 0-16,2 8 16,2 8-16,2 8 15,-1 4-15,2 1 16,1-3-16,-1-5 15,1-4-15,1-2 16,0 3-16,-1 0 16,2 1-1,-2 0-15,0-4 16,0 0-16,1 3 16,1 3-16,1 7 15,1 5-15,1 7 16,1-1-16,0-6 15,0 4-15,-2 2 16,2-1 0,-1-4-16,0-4 15,1-2-15,1-2 16,2 1-16,5 1 16,2 2-16,2-1 15,0-3-15,-1-5 16,-1-2-16,0-1 15,0 3-15,1 1 16,-1-1 0,-2-5-16,-2-4 15,-1-5-15,-1-3 16,0-3-16,-3-3 16,-1-3-16,0-5 15,-3-11-15,3 14 16,-3-14-16,0 0 15,2 13-15,-2-13 16,0 0-16,0 0 16,0 0-1,0 0-15,0 11 16,0-11-16,0 0 16,0 0-16,0 0 15,0 0-15,0 0 16,0 0-16,0 0 15,0 0-15,0 0 16,0 0-16,0 0 16,0 0-16,0 0 15,0 10 1,0-10-16,0 0 16,0 0-16,0 0 15,0 0-15,0 0 16,0 0-16,0 0 15,0 0-15,0 0 16,0 0-16,0 0 16,0 0-16,0 0 15,0 0 1,0 0-16,0 0 16,0 0-16,0 0 15,0 0-15,0 0 16,0 0-16,0 0 15,0 0-15,0 0 16,0 0-16,0 0 16,0 0-16,0 0 15,0 0 1,0 0-16,0 0 16,0 0-16,0 0 15,0 0-15,0 0 16,0 0-16,0 0 15,0 0-15,0 0 16,0 0 0,0 0-16,0 0 15,0 0-15,0 0 16,0 0-16,0 0 16,0 0-16,0 0 15,0 0-15,0 0 16,0 0-16,0 0 15,0 0-15,0 0 16,0 0-16,0 0 16,0 0-16,0 0 15,0 0 1,0 0-16,0 0 16,0 0-16,0 0 15,0 0-15,0 0 16,0 0-16,0 0 15,0 0-15,0 0 16,0 0-16,0 0 16,0 0-1,0 0-15,0 0 16,0 0-16,0 10 16,0-10-16,0 0 15,0 0-15,0 0 16,0 0-16,0 0 15,0 0-15,0 0 16,0 0-16,0 0 16,0 0-1,0 0-15,0 0 16,0 0-16,0 0 16,0 0-16,0 0 15,0 0-15,0 0 16</inkml:trace>
  <inkml:trace contextRef="#ctx0" brushRef="#br2" timeOffset="167247.44">13217 9556 0,'0'0'0,"0"0"15,4-4-15,-4 4 16,50-26-16,17 4 16,17 3-16,11 2 15,9 2 1,-3 1-16,9-2 16,-4 1-16,0-1 15,0-2-15,-4-2 16,0-2-16,-3 3 15,-3-3-15,-14 2 16,-12 1-16,-12 5 16,-13 2-16,-11 5 15,-10 2-15,-24 5 16,20-4 0,-20 4-16,0 0 15,0 0-15,-55-16 16,-20 11-16,-11 4 15,-3 2-15,-2 4 16,3 5-16,-8 8 16,10-1-16,0 4 15,4 0 1,10-2-16,3 0 16,10-2-16,5-3 15,7 0-15,8-4 16,10-3-16,7-1 15,22-6-15,-23 4 16,23-4-16,0 0 16,0 0-16,0 0 15,40 5 1,38-7-16,18-11 16,5-1-16,5-4 15,-3 0-15,-2 1 16,-2 1-16,-7 0 15,-4 2-15,-6-2 16,-16 2-16,-11 2 16,-10 2-16,-14 4 15,-10 0 1,-21 6-16,23-4 16,-23 4-16,0 0 15,-16-1-15,-33 5 16,-33 13-16,-12 4 15,-1 2-15,3-3 16,1 1-16,5-2 16,-5 2-16,11-2 15,6-6-15,8-3 16,8-3 0,12-2-16,10 1 15,11-4-15,7 1 16,18-3-16,-17 2 15,17-2-15,0 0 16,0 0-16,0 0 16,0 0-16,0 0 15,0 0-15,34-14 16,13 4 0,7-1-16,3 2 15,-2 2-15,-9 0 16,-1 1-16,-9 1 15,-4 1-15,-7 1 16,-8 1-16,-17 2 16,19-2-16,-19 2 15,0 0-15,0 0 16,0 0 0,15-8-16,-15 8 15,0 0-15,0 0 16,0 0-16,0 0 15,0 0-15,0 0 16,0 0-16,0 0 16,0 0-16,0 0 15,0 0-15,0 0 16,0 0 0,0 0-16,0 0 15,0 0-15,0 0 16,0 0-16,0 0 15,0 0-15,0 0 16,0 0-16,0 0 16,0 0-16,0 0 15,0 0-15,0 0 16,0 0-16,0 0 16,0 0-1,-16-3-15</inkml:trace>
  <inkml:trace contextRef="#ctx0" brushRef="#br2" timeOffset="182313.53">20570 3743 0,'0'0'0,"-2"-3"0,2 3 0,0 0 0,-17-22 15,1 1-15,0-1 16,0 5 0,-1 0-16,2 1 15,3 3-15,12 13 16,-17-16-16,17 16 15,0 0-15,-13-12 16,13 12-16,0 0 16,0 0-16,0 0 15,8-16-15,45-13 16,60-19 0,42-10-16,18-4 15,35-7-15,5-2 16,10 4-16,8 3 15,0 4-15,4 1 16,-6 1-16,-1 2 16,-16 2-16,-8 3 15,-19 6-15,-16 7 16,-25 7 0,-18 5-16,-24 4 15,-23 8-15,-13 2 16,-15 6-16,-13 2 15,-10 1-15,-10 3 16,-18 0-16,18 0 16,-18 0-16,0 0 15,0 0-15,0 0 16,0 0 0,0 0-16,0 0 15,0 0-15,0 0 16,0 0-16,0 0 15,0 0-15,0 0 16,0 0-16,0 0 16,0 0-16,0 0 15,0 0-15,0 0 16,0 0 0,0 0-16,0 0 15,0 0-15,0 0 16,0 0-16,0 0 15,0 0-15,0 0 16,0 0-16,0 0 16,0 0-16,9 11 15,-9-11-15,0 0 16,0 0 0,0 0-16,0 0 15,0 0-15,2 10 16,-2-10-16,0 0 15,0 0-15,0 0 16,0 0-16,0 0 16,1 10-16,-1-10 15,0 0-15,0 0 16,0 0 0,0 0-16,0 0 15,0 0-15,0 0 16,0 0-16,0 10 15,0-10-15,0 0 16,0 0-16,0 0 16,0 0-16</inkml:trace>
  <inkml:trace contextRef="#ctx0" brushRef="#br2" timeOffset="183912.71">21516 2507 0,'0'0'0,"0"0"16,0 0-16,0 0 16,0 0-1,0 0-15,0 0 16,0 0-16,0 0 15,0 0-15,6-1 16,-6 1-16,34-25 16,5-5-16,10-8 15,-1-12-15,-3-1 16,-6 5-16,-3-1 16,-7 4-1,-5-3-15,-3-5 16,-2-4-16,-4 3 15,-1 0-15,-2 2 16,-2 2-16,-3 0 16,-5 7-16,-6 5 15,-1 8-15,-1 5 16,1 5 0,0 6-16,5 12 15,-7-14-15,7 14 16,0 0-16,0 0 15,0 0-15,-22-5 16,3 14-16,-11 11 16,-9 11-16,-1 5 15,-3 11-15,-1 4 16,-2 8-16,1 5 16,-2 6-16,-1 5 15,2 3 1,2 2-16,3-3 15,5-4-15,-5 4 16,2-3-16,2-5 16,-2-7-16,0-10 15,-3-2-15,-9-1 16,-8 3-16,-10 2 16,-7-3-1,2-10-15,-1-5 16,-1-4-16,6-2 15,-6-4-15,5-4 16,4-3-16,3-9 16,10-3-16,7-3 15,6-2-15,7-2 16,7 0-16,5-2 16,4 1-16,18 1 15,-22-3 1,22 3-16,0 0 15,0 0-15,-17-7 16,17 7-16,0 0 16,5-15-16,4 1 15,9-9-15,14-8 16,14-6-16,14-2 16,11-4-16,8-2 15,16-3-15,5 6 16,4 0-1,1 3-15,-3 0 16,-3 3-16,0 0 16,-4 1-16,-14 4 15,-2 2-15,-7 3 16,-6 0-16,-6 5 16,-9 5-16,-4 0 15,-8 2 1,-3 3-16,-7 2 15,-9 3-15,-20 6 16,23-6-16,-23 6 16,0 0-16,0 0 15,17-7-15,-17 7 16,0 0-16,0 0 16,0 0-16,0 0 15,0 0 1,0 0-16,0 0 15,0 0-15</inkml:trace>
  <inkml:trace contextRef="#ctx0" brushRef="#br2" timeOffset="184596.64">22062 2078 0,'0'0'0,"0"0"0,0 0 0,0 0 0,0 0 16,0 0-16,6 0 15,-6 0-15,35-4 16,26-2-1,23-7-15,8-4 16,-9 0-16,5-2 16,-7-1-16,-11 3 15,-13 1-15,-12 5 16,-9 3-16,-6-1 16,-6 3-16,-6 2 15,-18 4 1,23-3-16,-23 3 15,0 0-15,0 0 16,0 0-16,0 0 16,0 0-16,0 0 15</inkml:trace>
  <inkml:trace contextRef="#ctx0" brushRef="#br2" timeOffset="184946.67">22692 2030 0,'0'0'0,"0"0"0,0 0 0,0 0 0,0 0 16,0 0-16,0 4 16,0-4-16,4 31 15,-2 4 1,-1 8-16,-2 0 15,-3 0-15,-2-4 16,0-4-16,0-5 16,-1-2-16,2-1 15,-2 0-15,-1 1 16,-1-3-16,2-3 16,2-4-16,-1-3 15,3-4-15,3-11 16,-4 17-16,4-17 15,-3 13 1,3-13-16,-3 10 16,3-10-16</inkml:trace>
  <inkml:trace contextRef="#ctx0" brushRef="#br2" timeOffset="186613.34">20104 3328 0,'0'0'0,"0"0"0,0 0 15,0 0-15,0 0 16,0 0-16,19-6 15,29-7 1,46-14-16,36-9 16,16-7-16,22-11 15,19-8-15,5-3 16,18-6-16,-7 2 16,-2 3-16,-8 1 15,-5 9-15,-5 10 16,-3 12-1,-20 4-15,-5 6 16,-20 3-16,-17 5 16,-9 0-16,-24 4 15,-15 4-15,-18 1 16,-17 3-16,-9 2 16,-10 0-16,-16 2 15,18-1-15,-18 1 16,0 0-16,0 0 15,0 0 1,15 0-16,-15 0 16,0 0-16,0 0 15,0 0-15,0 0 16,0 0-16,0 0 16,0 0-16,0 0 15,0 0-15,0 0 16,0 0-16,0 0 15,0 0 1,0 0-16,0 0 16,0 0-16,0 0 15,0 0-15,5-12 16,-1 0-16,1-4 16,2-2-16,2-3 15,-2-5-15,-3-2 16,0-8-16,-4-7 15,-1-5 1,-2-7-16,-1-7 16,-3-3-16,-4-1 15,-1 5-15,-1 0 16,-1 2-16,0-1 16,0 2-16,1 2 15,0 6-15,2 7 16,-2 4-16,1 7 15,1 4-15,1 7 16,1 3 0,0 3-16,3 5 15,6 10-15,-11-14 16,11 14-16,-11-12 16,11 12-16,0 0 15,-27-15-15,1 9 16,-12 1-16,-5 0 15,-7 2-15,1 0 16,-9 3 0,-8 0-16,-4 2 15,-5 3-15,2 3 16,-11 4-16,-7 0 16,-7 4-16,-8 0 15,2-1-15,-7 0 16,6 0-16,2-1 15,2-2 1,-2 2-16,7-2 16,5-2-16,9-1 15,0 1-15,10 0 16,7 1-16,11-1 16,17-4-16,10 0 15,8-3-15,19-3 16,-23 6-16,23-6 15,0 0 1,0 0-16,-18 5 16,18-5-16,0 0 15,0 0-15,0 0 16,-9 11-16,9-11 16,0 0-16,-5 9 15,5-9-15,-13 28 16,-1-2-16,-1 6 15,-6 11 1,-4 8-16,-3 8 16,-1 1-16,-2 5 15,-3 6-15,1 6 16,-1 8-16,2 4 16,-4 7-16,-1 3 15,3-7-15,2-2 16,2-9-16,2-6 15,3-4-15,10-12 16,2-10 0,4-8-16,2-11 15,2-9-15,3-5 16,1-5-16,1-11 16,-3 13-16,3-13 15,0 0-15,0 0 16,-3 12-16,3-12 15,0 0 1,0 0-16,0 0 16,0 0-16,0 0 15,0 0-15,0 0 16,0 0-16,0 0 16,0 0-16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8T10:53:53.21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11267 3488 0,'0'0'0,"0"0"0,0 0 15,0 0-15,0 0 16,0 0-16,0 0 15,0 0 1,0 0-16,0 0 0,0 0 16,0 0-1,0 0-15,6 2 16,-6-2-16,15 25 16,6 24-16,-5 36 15,1 25-15,-7 9 16,-6-3-16,-5 6 15,-9-9-15,-4-8 16,-8-10-16,-10-10 16,-2-12-1,-16-17-15,-8-5 16,-8-16-16,1-15 16,8-10-16,12-20 15,10-15-15,8-14 16,15-20-16,30-38 15,35-22-15,25-6 16,16-2-16,11 6 16,1 12-1,-9 16-15,-10 13 16,-17 19-16,-16 16 16,-15 15-16,-2 11 15,-4 6-15,-6 9 16</inkml:trace>
  <inkml:trace contextRef="#ctx0" brushRef="#br0" timeOffset="1084.29">12037 3913 0,'-2'-3'0,"2"3"0,0 0 0,0 0 0,-26-14 16,26 14-16,-16-9 16,16 9-1,-17 9-15,-8 26 16,-13 30-16,-2 16 16,12-6-16,4-2 15,6-9-15,8-15 16,7-16-16,3-16 15,0-17-15,8 12 16,12-22-16,17-30 16,12-25-1,-8-2-15,-10 7 16,-11 19-16,-8 17 16,-5 9-16,-7 15 15,7-11-15,-7 11 16,25 13-16,-2 3 15,3 5-15,-5-4 16,0-1-16,2-6 16,8-10-16,6-8 15,3-7 1,-1-3-16,-6 2 16,-3 4-16,-1 5 15,5 19-15,0 8 16,0 11-16,-5 6 15,-6-5-15,-5-1 16,-4-10-16,-3-8 16,-11-13-1,35 4-15,-2-10 16,0-3-16,0-2 16,-3 4-16,-2-1 15,1 8-15,7 15 16,4 6-16,6 8 15,3-2-15,-4-1 16,2-8-16,3-12 16,-1-12-16,2-13 15,2-8-15,-1-7 16,-2-3 0,-7 0-16,-11 0 15,-10 6-15,-11 5 16,-5 6-16,-5 6 15,-1 14-15,-8-11 16,-11 20-16,-17 20 16,-7 28-1,7 10-15,15-2 16,10-8-16,11-22 31,9-15-31,11-10 16,17-23-16,13-36 15,6-37-15,-7-20 16,-6-4-16,-11 2 16,-14 13-1,-5 24-15,-8 24 16,-2 16-16,-2 15 16,-1 16-16,0-9 15,0 9-15,3 11 16,10 30-16,10 30 15,4 17-15,-2-10 16,8 3-16,8-9 16,2-16-16</inkml:trace>
  <inkml:trace contextRef="#ctx0" brushRef="#br0" timeOffset="1668.14">14220 3820 0,'0'0'0,"0"0"16,0 0-16,-2 13 16,-4 15-16,-3 23 15,1 10 1,6-7-16,5-11 16,4-13-16,2-7 15,4-7-15,3-3 16,2-7-16,8-13 15,-3-3-15,-4-12 16,-8 5-16,-8-1 16,-5-1-16,-3 4 15,-1-5-15,0-1 16,1 2 0,5-5-16,18-4 15,16-3-15,7 3 16,4 12-16,0 8 15,0 12-15,-2 8 16,0 3-16,-5 5 16,-2-2-16,-2-1 15,-7-1-15,0-1 16,2-5 0,12-15-16,5-3 15,0-9-15,-7-3 16,-10 6-16,-8 4 15,-6 4-15,6 14 16,10 7-16,16 7 16,7 4-16,4-2 15,8-24 1,-4-16-16,6-14 16,-3-9-16,-11-2 15,-12 6-15,-4 6 16,-1 5-16,26 24 15,16 17-15,4 3 16</inkml:trace>
  <inkml:trace contextRef="#ctx0" brushRef="#br0" timeOffset="2101.27">16603 3539 0,'0'0'0,"1"7"0,1 6 15,5 28-15,4 23 16,-1-1 0,-1-10-16,3-16 15,1-12-15,1-11 16,3-9-16,8-14 15,9-8-15,1-11 16,-7 0-16,-8 4 16,-4 4-16,-6 10 15,6 10-15,13 15 16,6 8-16,11 7 16,-2-1-1,1-14-15,5-17 16,-2-16-16,9-22 15,12-31-15,0-17 16,-7-8-16,-10 5 16,-17 23-16,-12 19 15,-13 23-15,-4 12 16,-6 14 0</inkml:trace>
  <inkml:trace contextRef="#ctx0" brushRef="#br0" timeOffset="2466.91">17807 3576 0,'0'0'0,"6"2"0,-6-2 16,30 18 0,-1 1-16,8-5 15,9-18-15,0-19 16,7-18-16,-8-26 15,-9-12-15,-9-1 16,-15 11-16,-7 19 16,-8 16-16,-16 10 15,-18 13-15,-32 22 16,-15 34-16,16 23 16,21 12-1,8 3-15,14 3 16,14 0-16,16-5 15,16-4-15,26-17 16,11-17-16,47-17 31,23-37-31,-27-15 16,-13-16 0</inkml:trace>
  <inkml:trace contextRef="#ctx0" brushRef="#br0" timeOffset="3117.98">14072 4967 0,'0'0'0,"0"0"16,0 0-16,0 2 15,2 13-15,4 25 16,5 42-16,-4 25 16,-11 32-16,-11 27 15,-9 0-15,-14 83 32,7-41-17,1-14-15,8-52 16,15-81-16,-3-18 15,0-15-15,-2-11 16,-6-11-16,-7-7 16,-13-10-16,-9-10 15,4 2-15,5 1 16,15 6-16,5 5 16,0 10-1,2 12-15,7 5 16,10 11-16,14 5 15,19-2-15,15-11 16,13-18-16,8-13 16,4-12-16,3-9 15,-8 0-15,-5-8 16,-15 6-16,-4 2 16,-1 0-16,-9 5 15</inkml:trace>
  <inkml:trace contextRef="#ctx0" brushRef="#br0" timeOffset="4234.89">13102 7895 0,'0'0'0,"0"0"15,0 0-15,15 4 16,33 6-16,38 8 16,22-3-16,11-6 15,8-16-15,-3-3 16,-7-3-16,-7-7 16,-15 3-1,-7-3-15,-10-1 16,-9-3-16,-13 1 15,-12 3-15,-16 9 16,-11 4-16,-17 7 16,20-5-16,-20 5 15,0 0-15,16-3 16,-16 3-16,0 0 16,0 0-16,0 0 15,0 0 1,0 0-16,0 0 15,0 0-15,0 0 16,0 0-16,0 0 16,0 0-16,0 0 15,0 0-15,0 0 16,0 0-16,0 0 16,0 0-1,0 0-15,0 0 16,0 0-16,0 0 15,0 0-15,0 0 16,0 0-16,-3 16 16,-18 16-16,-22 30 15,-12 20-15,-18 25 16,-15 19-16,-5 0 16,-15 8-1,4-15-15,8-5 16,-3 2-16,13-16 15,3-3-15,6-7 16,11-8-16,17-13 16,18-10-16,15-21 15,9-12-15,7-14 16,0-12-16,52 11 16,28-28-16,27-6 15,6-17-15,-8 6 16,8-6-1,-9 5-15,-14 8 16,-6 0-16,-15 4 16,-3 3-16,-8 1 15,-6 5-15,-11 4 16,-6 2-16,-6 2 16,-7 3-16,3 2 15</inkml:trace>
  <inkml:trace contextRef="#ctx0" brushRef="#br0" timeOffset="6382.78">14804 8512 0,'0'0'0,"0"0"0,0 0 16,0 0-16,0 0 15,6 1-15,11 3 16,21 3 0,28 0-16,16-8 15,10-5-15,4-5 16,10-2-16,-3-1 16,-3 1-16,-4-1 15,-12 2-15,-1 0 16,-6 1-1,-13 1-15,-6 4 16,-10-1-16,-6 0 16,-9-1-16,-8 2 15,-9 1-15,-16 5 16,15-10-16,-15 10 16,-7-21-16,-13-4 15,-16-6-15,-11 2 16,-8 1-16,1 8 15,4 1-15,6 6 16,10 5 0,10 3-16,24 5 15,-23-6-15,23 6 16,0 0-16,0 0 16,0 14-16,27 19 15,23 8-15,18-2 16,-1-8-1,-9-10-15,-5-4 0,-10-4 16,-13-3 0,-12-5-16,-18-5 15,0 0-15,4 25 16,-35 8-16,-20 22 16,-11 0-16,-7 7 15,-1 1-15</inkml:trace>
  <inkml:trace contextRef="#ctx0" brushRef="#br0" timeOffset="7284.16">16773 7815 0,'0'0'0,"0"0"0,0 0 15,0 0-15,1 2 16,3 12-16,8 20 15,4 24 1,-1 15-16,-4 12 16,-2-3-16,-2-4 15,-1-12-15,0-15 16,12-14 0,11-16-1,10-19-15,10-21 16,6-25-16,-2-7 15,-13-2-15,-6 2 16,-14 13 0,-7 9-16,-6 7 15,-1 9-15,-6 13 16,0 0-16,0 0 16,18 58-16,-15 46 15,-6 20-15,-7 9 16,-1 0-16,-9-7 15,-6-1-15,-2-8 16,3-14-16,5-21 16,-1 13-1,6-9-15,-2-3 16,-18-9-16,-20-36 16,-2-11-16,18-6 15,4-7-15,-3-2 16,-5-9-16,7-8 15,10-21-15,5-35 16,20-42-16,32-36 16,22 11-1,7 1-15,11 9 16,1 10-16,6 14 16,-8 16-16,-12 21 15,-11 19-15,-10 16 16,-6 10-16,-7 7 15,-24 5-15</inkml:trace>
  <inkml:trace contextRef="#ctx0" brushRef="#br0" timeOffset="7934.48">17089 6968 0,'0'0'0,"0"0"16,0 0-16,-10 15 15,-21 31-15,-20 32 16,3-1-16,10-6 15,7 0-15,6-10 16,5-9-16,6-12 16,4-10-16,4-11 15,2-8 1,4-11-16,0 0 16,6-11-16,21-36 15,17-28-15,2-7 16,-1 3-16,-4 7 15,-4 9-15,-4 12 16,4 10-16,-4 13 16,1 14-1,9 14-15,5 17 16,5 16-16,0 14 16,-4 12-16,-4 5 15,-8-4-15,-8-6 16,-9-15-16,-4-6 15,-4-7-15,-3-9 16,-1-3 0,-8-14-16</inkml:trace>
  <inkml:trace contextRef="#ctx0" brushRef="#br0" timeOffset="9984.57">16649 9881 0,'0'0'0,"0"0"0,-1-7 16,-4-5-16,0-7 15,-2-3-15,0 4 16,5 5-16,2 13 15,-5-12-15,5 12 16,0 0-16,-14 25 16,-3 32-16,-1 31 15,4 12-15,4 8 16,8-7-16,4 4 16,2-12-1,-1-5-15,0-19 16,1-20-16,-3-16 15,0-12-15,-2-10 16,1-11-16,-25 4 16,-6-23-16,-10-9 15,5-6-15,1 3 16,11 7 0,8 8-16,16 16 15,0 0-15,0 0 16,-11 13-16,20 18 15,19 2-15,12-3 16,5-2-16,-1-13 16,-2-10-16,-3-10 15,2-8 1,-3-2-16,-8 2 16,-11 4-16</inkml:trace>
  <inkml:trace contextRef="#ctx0" brushRef="#br0" timeOffset="11169.59">16207 11281 0,'0'0'0,"0"0"0,0 0 15,-3 14-15,-4 24 16,-10 34 0,-23 16-16,-18 7 15,-10 6-15,-16 6 16,4-10-16,2-9 15,0-5-15,10-16 16,2-2-16,7-11 16,13-9-16,9-11 15,13-10-15,6-8 16,4-6-16,14-10 16,0 0-1,0 0-15,0 0 16,-9 10-16,34-6 15,22 3-15,24 0 16,13 3-16,8-2 16,10 4-16,-5 2 15,4 11-15,3 3 16,0 9-16,1-1 16,-5 5-1,-12-1-15,-15-4 16,-10-1-16,-9-1 15,-4-2-15,-8-2 16,-11-6-16,-8-2 16,-7 0-16,-3-6 15,-3-3-15,-10-13 16,6 14 0,-6-14-16,0 0 15,5 10-15,-5-10 16,0 0-16,0 0 15,19-18-15,16-22 16,21-20-16,4-5 16,12-14-16,4-4 15,3-4-15,4-5 16,-6 12 0,-8 11-16,-7 9 15,-5 10-15,-3 6 16,-2 6-16,-10 11 15,-9 7-15,-8 8 16,-5 4-16,-20 8 16,21-6-16,-21 6 15,0 0-15,0 0 16,0 0-16,0 0 16,0 0-16,-38 0 15,-21-6 1,-16-10-16,-15-14 15,-2-8-15,-6-14 16,3-2-16,-3-2 16,-1-10-16,7 1 15,4-2-15,2 0 16,7 5-16,4 2 16,1 3-16,10 6 15,3 1 1,6 11-16,5 9 15,5 8-15,7 8 16,2 3-16,9 5 16,4 2-16,23 4 15,-27-1-15,27 1 16,0 0-16,-19 0 16,19 0-16,0 0 15,0 0 1,0 0-16,-9 17 15,8 0-15,3 7 16,5 2-16,1 4 16</inkml:trace>
  <inkml:trace contextRef="#ctx0" brushRef="#br0" timeOffset="12300.9">17713 12006 0,'0'0'0,"0"0"0,0 0 0,0 0 15,4 2-15,-4-2 16,0 0-16,31 5 16,7-4-16,27-3 15,24-14-15,22-9 16,21-10-16,8-8 16,13-1-1,7 3-15,7 15 16,-4 9-16,3 6 15,-7 6-15,-6 5 16,-1 3-16,-4 1 16,-1-1-16,-8 2 15,-8-2-15,-21-1 16,-2 2-16,-22-4 16,-10 0-16,-15-4 15,-19-1 1,-12-1-16,-9-2 15,-21 8-15,23-8 16,-23 8-16,0 0 16,5-17-16,-31-4 15,-21-11-15,-25 4 16,0 7-16,0 5 16,4 6-16,15 6 15,8 1-15,10 3 16,11 0-1,7 0-15,17 0 16,-15 1-16,15-1 16,0 0-16,12 12 15,35 9-15,35 1 16,5-4-16,-3-2 16,-13-5-16,-16-2 15,-18-2 1,-14-3-16,-23-4 15,12 10-15,-48 14 32</inkml:trace>
  <inkml:trace contextRef="#ctx0" brushRef="#br0" timeOffset="13351.04">18514 10922 0,'0'0'0,"0"0"0,0 0 16,2 5-1,9 12-15,26 24 16,26 25-16,-5-4 16,-1-2-16,-7-5 15,-5-2-15,4-1 16,26-38 0,11-38-1,-3-41-15,-17-17 16,-24 30-16,-8 4 15,-9 13 1,-6 8-16,-8 12 16,-11 15-16,17 4 15,-4 25-15,-5 43 16,1 25-16,-11 0 16,-5 0-16,-5-13 15,-17 6-15,-3-13 16,-6-12-1,2-17-15,-2-14 16,-8-6-16,2-9 16,-13-10-16,-1-4 15,6-13-15,8-5 16,23-1-16,14-5 16,13-6-16,26-16 15,20-12-15,31-3 16,9-2-16,4 6 15,12 1-15,0 0 16,-2 2 0,-6-1-16,-18-7 15,-16-5-15,-17 3 16,-16-2-16,-15 7 16,-11 12-16,-13 15 15,-12 9-15,-16 11 16,-13 19-16,-4 21 15,3 15 1,6 17-16,10 12 16,16 11-16,9-2 15,16-8-15,10-16 16,0-27-16,26-12 16,15-18-16,16-27 15,3-11-15,-1-35 16,-1-21-16,-11-8 15,-21-6 1,-18 23-16,-14 22 16,-8 23-16,-9 24 15,4 11-15,-25 3 16,4 21-16,2 23 16,4 48-16,-2 11 15,11-12-15,0 2 16,4-33-16,0-8 15,-4 8 1,-17-19-16,-21 0 16,-8-5-16,11-20 15,7-13-15,9-19 16,-3-8-16,-6-5 16,17 8-16</inkml:trace>
  <inkml:trace contextRef="#ctx0" brushRef="#br0" timeOffset="14334.38">21316 10970 0,'0'0'0,"0"0"16,0 0-16,1 14 15,2 30-15,2 49 16,-10 21-16,-8 8 15,-6-3-15,-3-19 16,0-23 15,10-26-31,6-25 16,6-26-16,0 0 16,-20-67-16,3-67 15,10 3-15,6 11 16,1-51-16,11 67 15,13-2-15,7-7 16,-1 36 0,5-1-16,-1 38 15,12 28-15,27 13 16,9 27-16,-9-9 16,-13 7-16,-3 43 15,-21 2-15,-13 17 16,-17-13-16,-20-51 15,-17 0-15,-25-3 16,-22 2 0,-8 6-16,4-5 15,19-5-15,18 7 16,12-6-16</inkml:trace>
  <inkml:trace contextRef="#ctx0" brushRef="#br0" timeOffset="15151.38">21882 11156 0,'0'0'0,"0"-3"16,0 3-16,0 0 15,0 0-15,-32 11 16,-5 19-16,-3 19 15,3 3 1,15-20-16,9-12 16,4-5-16,9-15 15,0 0-15,0 0 16,0 0-16,52-41 16,-14 11-16,-11 8 15,-4 7-15,5 6 16,4 7-16,8 11 15,-1 8-15,7 11 16,-11-9-16,14 1 16,20-25-1,2-7-15,-7-16 16,-20-2-16,1-18 16,-9-4-16,-2-21 15,-28 13-15,-10 4 16,-10 6-16,-5 20 15,-5 17-15,-3 18 16,6 12 0,7 11-16,12 6 15,18 20-15,1 24 16,4 6-16,-1 2 16,1-15-16,6-13 15,1-6-15,-9-15 16,-6-3-16,-27 12 15,2-15-15,4-7 16,-8 7 0,3-6-16,3-7 0,0 1 15,10-19 1,16-2-16,25-3 16,68-53-16,-32 7 15,5-59-15,-12-35 16,-24 42-16,-8-26 15,-21 58-15,-13 21 32,-12 14-17,-2 24-15,10 12 16,-9 16-16,19 40 16,12 29-16,11 19 15,-3-6-15,1 0 16,-6-16-16,-5-10 15</inkml:trace>
  <inkml:trace contextRef="#ctx0" brushRef="#br0" timeOffset="18249.75">20493 11705 0,'0'0'0,"3"3"0,-3-3 16,0 0-16,0 0 15,0 0-15,17 7 16,-17-7-16,20 1 16,-20-1-16,38 1 15,3 0-15,10-1 16,-2 0 0,-9 0-16,-14 1 15,-3 1-15,-5 0 16,-18-2-16,23 5 15,-23-5-15,0 0 16,0 0-16,16 11 16,-16-11-16,-1 11 15,-13 8-15,-18 15 16,-18 9-16,-20 9 31,-3-4-15,6-6-16,11-5 15,15-13-15,1 3 16,8 0-16,8-1 16,3-6-16,7-3 15,4-5-15,10-12 16,0 0-16,0 0 16,0 0-1,0 0-15,0 0 16</inkml:trace>
  <inkml:trace contextRef="#ctx0" brushRef="#br0" timeOffset="21349.82">2057 7942 0,'0'0'0,"0"0"16,-4 0-16,4 0 15,-24 15-15,-1 23 16,-7 39-16,-7 34 16,6 11-16,12 0 15,8-21-15,11-20 16,5-14-16,12-19 31,14-15-15,6-16-16,6-19 15,-9-19-15,2-18 16,0 0-16,-8 6 16,-9 10-16,-4 9 15,3 8-15,5 10 16,3 6-16,5 13 15,2 14-15,-3 2 16,-4-3 0,-8-11-16,-2-5 15,-7-7-15,-7-13 16,34-5-16,1-31 16,8-31-16,0-20 15,-11-7-15,-3 4 16,-10 10-16,-10 22 15,-5 19-15,-2 16 16,-2 11 0,0 12-16,0 0 15,0 0-15,-7 26 16,5 34-16,7 8 16</inkml:trace>
  <inkml:trace contextRef="#ctx0" brushRef="#br0" timeOffset="21999.68">3351 8499 0,'0'0'0,"0"0"0,0 0 15,16-1-15,32-3 16,31-3 0,11 1-16,-4-1 15,-3 3-15,-9 4 16,-16 0-16,0 0 16,-3 0-16,3-19 15,-6-27-15</inkml:trace>
  <inkml:trace contextRef="#ctx0" brushRef="#br0" timeOffset="22201.4">3952 7886 0,'0'0'0,"0"0"0,-1 3 16,-3 12-16,-9 23 15,-5 31-15,-1 26 16,4 13-16,4 10 15,1 14-15,4-4 16,1-1-16,10 50 31,4-30-15</inkml:trace>
  <inkml:trace contextRef="#ctx0" brushRef="#br0" timeOffset="23884.34">5045 8142 0,'0'0'0,"-6"-2"0,6 2 0,-15-7 16,15 7-1,-32 14-15,-4 30 16,-15 30-16,-3 30 16,7 5-16,5-7 15,1-3-15,3-6 16,1-3-16,7-13 15,11-25-15,4-17 16,10-18-16,5-17 16,0 0-16,34-21 15,23-35 1,-4-26-16,-1-14 16,-5-9-16,0-5 15,-6 13-15,-7 17 16,-5 11-16,-6 16 15,-1 10-15,4 15 16,5 8-16,-2 10 16,7 8-16,5 18 15,6 15 1,8 17-16,3 18 16,-7-1-16,5 13 15,4 10-15,1 4 16,-2-4-16,-6-5 15,-10-10-15,-11-12 16,-2-2-16,-6-9 16,-3-8-16,-4-5 15,-3-12 1,-10-10-16,1-5 16,-5-10-16,-12 14 15,-16-8-15,-21 0 16,-23-6-16,-18 2 15,-20-1-15,-11 11 16,-2 21-16,-10-2 16,26-3-1,16-6-15,4 0 16,18-7-16,5-6 16,17-1-16,16-3 15,14-2-15,17-3 16</inkml:trace>
  <inkml:trace contextRef="#ctx0" brushRef="#br0" timeOffset="24616.75">4242 10532 0,'1'-5'0,"14"-22"0,-15 27 0,27-52 0,48-69 15,13-17-15,9-4 16,4-11-16,7-5 15,2-18-15,-7-11 16,2-7-16,3-11 16,-7 5-16,7-20 15,-9 19 1,-9 15-16,-12 30 16,-2 22-16,-9 33 15,0 16-15,-5 15 16,-11 20-16,-7 10 15,-11 13-15,-9 8 16,-9 6-16,-15 13 16,12-14-16,-12 14 15,0 0-15,-24-19 16,-17 11 0,-24 12-16,-11 13 15,4 14-15,10-1 16,15-3-16,8-2 15,11-4-15,7-1 16,7-5-16,14-15 16,-14 13-16,14-13 15,0 0-15,11 12 16,18-15 0,25-11-16,15-5 15,2-3-15,-1 0 16,-1 4-16,-6-1 15,-8 9-15,3 7 16,-8 7-16,-11 9 16,-8 12-16,-9 18 15,-11 35 1,-6 9 0,-15-16-1</inkml:trace>
  <inkml:trace contextRef="#ctx0" brushRef="#br0" timeOffset="25017.98">6789 6990 0,'0'0'0,"-9"6"0,-11 9 15,-17 35-15,-4 33 16,13 8-16,9 4 16,12 1-16,7-7 15,7-7 1,11-21-16,7-19 16,5-16-16,7-16 15,4-17-15,10-28 16,12-34-16,-4-28 15,-3-8-15,-12-10 16,-16 13-16,-13 24 16,-17 11-16,-29 25 31,-38 26-15,-47 42-16,-9 51 15,40-2-15,12 0 16</inkml:trace>
  <inkml:trace contextRef="#ctx0" brushRef="#br0" timeOffset="25433.94">6471 8317 0,'-5'5'0,"-11"9"0,-9 13 16,-17 61-16,-5 20 16,12 10-16,6 4 15,10-1-15,9 2 16,6-7-16,6-19 16,6-29-1,11 0 1,14-17-1,8-18-15,8-18 16,11-26-16,3-23 16,7 0-16</inkml:trace>
  <inkml:trace contextRef="#ctx0" brushRef="#br0" timeOffset="25784.18">6715 8636 0,'0'0'0,"0"0"16,0 0-16,-3 9 16,-1 25-16,-1 44 15,-2 31-15,5 3 16,1-6-16,3-11 16,7-13 15,6-21-31,-1-38 15,-14-23-15</inkml:trace>
  <inkml:trace contextRef="#ctx0" brushRef="#br0" timeOffset="25967.03">6535 9138 0,'-1'4'0,"1"-4"0,0 0 0,-6 12 16,6-2-16,0-10 15,11 15-15,11-8 16,25 1-16,28-17 16,13-3-16,3-15 15,-11-11-15,-8 5 16,-22 6-16</inkml:trace>
  <inkml:trace contextRef="#ctx0" brushRef="#br0" timeOffset="26099.82">7260 9082 0,'0'0'0,"1"-3"0,-1 3 16,19-16-16,24-15 16</inkml:trace>
  <inkml:trace contextRef="#ctx0" brushRef="#br0" timeOffset="26420.38">7614 8671 0,'0'0'0,"0"0"0,0 0 16,2 10-16,0 13 16,3 14-16,5 0 15,9-9 1,11-13-16,8-17 15,9-26-15,0-28 16,-10-8-16,-9 7 16,-13 18-16,-5 16 15,-6 14-15,-4 9 16,44 35-16,4 54 16,8 48-16,-15-18 15,-11 14 1,-31 40-1,-13-36 1,-12 3-16,-1-46 16</inkml:trace>
  <inkml:trace contextRef="#ctx0" brushRef="#br0" timeOffset="26567.66">7856 9205 0,'2'-3'0,"-2"3"0,8-26 16,7-8-16,9 1 16,13-1-16,-10 7 15</inkml:trace>
  <inkml:trace contextRef="#ctx0" brushRef="#br0" timeOffset="27002.94">8160 8337 0,'0'0'0,"0"0"16,5 6-16,15 15 15,31 35-15,28 30 16,3 25-16,-9 16 16,-11 15-16,-16 103 31</inkml:trace>
  <inkml:trace contextRef="#ctx0" brushRef="#br0" timeOffset="27850.18">8799 8871 0,'0'0'0,"0"-3"15,0 3-15,15-12 16,12-4-16,22 6 16,3 14-16,-2 22 15,-9 17-15,-10 18 16,-3 13-16,-15-2 16,-4 1-16,-5-5 15,-5-15-15,-2-14 16,1-15-1,2-24-15,-1 12 16,1-12-16,25-25 16,18-21-16,5-19 15,-7-1-15,-8-5 16,-8 8-16,-9 16 16,-5 15-16,-6 17 15,-5 15 1,0 0-16,5 23 0,1 49 15,-2 29 1,-3 2-16,1-12 16,-2-22-16,11-29 15,14-16-15,5-11 16,11-4-16,10-22 16</inkml:trace>
  <inkml:trace contextRef="#ctx0" brushRef="#br0" timeOffset="28717.08">5829 8935 0,'0'0'0,"0"0"16,0 0-16,0 0 15,-2 4-15,4 17 16,13 28-16,5 20 15,6 8 1,-1 3-16,-2-5 16,-7-8-1,-7-21 1,-6-23-16,-3-23 16,0 0-16,10-52 15,9-49-15,1-16 16,0 16-16,-1 20 15,0 22 1,-2 27-16,0 10 16,-17 22-16,28-2 15,-10 45-15,-11 94 16,-25 52-16,-3 3 16,-5 10-16,4-21 15,-1 2-15,0 8 16,8-37-16,9-37 15,4-42-15,6-43 16,1-13 0,15-12-16,36-29 15,46-53-15,15-45 16,-31 5-16</inkml:trace>
  <inkml:trace contextRef="#ctx0" brushRef="#br0" timeOffset="30249.74">2746 9071 0,'-3'4'0,"-7"11"16,-8 16 0,-10 48-16,4 9 15,14-11-15,7-13 16,6-16-16,3-12 16,4-14-16,5-9 15,12-13-15,12-18 16,9-31-16,-3-21 15,-11-17-15,-13 9 16,-11 8-16,-10 21 16,-3 19-16,-1 13 15,4 17 1,0 0-16,-27 3 16,-5 23-16</inkml:trace>
  <inkml:trace contextRef="#ctx0" brushRef="#br0" timeOffset="30884.02">3041 8867 0,'0'0'0,"0"0"0,0 0 16,7 15-16,12 28 15,11 34-15,-5 27 16,-16 1-16,-8-6 15,-4-17-15,-4-15 16,5-20-16,0-12 16,3-15-16,2-6 15,3-2 1,4-2-16,5 3 16,7-1-16,6 3 15,8 5-15,3 0 16,4 3-16,-3-1 15,-3-5-15,-7-5 16,-10-13-16,9-19 16,4-10-1,10-25-15,-14-6 16,-18-15-16,-2 11 16,-10 18-16,-1 19 15,-3 17-15,5 11 16,0 0-16,-25 10 15,3 19-15,0 18 16,9 6-16,1-3 16,3-3-16,3-7 15,4-13 1,2-10-16,0-17 16,9 15-16,-9-15 15,33-36-15,-1-60 16,4-48-16,-15-13 15,-7 0-15,-8 41 16,-4 25 0,-6 30-16,-3 16 15,-2 17-15,1 15 16,8 13-16,-35 45 16,17 71-16,23 55 15,7 0-15,20 5 16,9-15-16</inkml:trace>
  <inkml:trace contextRef="#ctx0" brushRef="#br0" timeOffset="32918.33">15458 12393 0,'0'0'0,"0"0"0,0 0 16,0 0-16,0 0 16,0 0-16,-6-1 15,6 1-15,-16-6 16,16 6 0,-36-10-16,5 2 15,-14-2-15,-12 5 16,-9 5-16,-17 6 15,-12 5-15,-18 8 16,-4 3-16,5 0 16,-11 1-16,3 1 15,-14-8-15,-1-4 16,2-1 0,-5 1-16,9-5 15,-4-4-15,10-1 16,-1 0-16,4 0 15,9-1-15,1 0 16,7-5-16,5-2 16,4 3-16,6-2 15,2 2 1,4-1-16,4-1 0,3 7 16,7 1-1,6 1-15,7-1 16,3 2-16,4-3 15,3 1-15,5 1 16,4-1-16,4 0 16,5-1-16,3-1 15,6 1-15,2-1 16,16-1 0,-16 1-16,16-1 15,0 0-15,0 0 16,-15 0-16,15 0 15,0 0-15,0 0 16,0 0-16,0 0 16,-22 10-16,22-10 15,-23 6-15,5-3 16,-2 3 0,0 1-16,-7 0 15,-5 2-15,-3 1 16,-2 3-16,4-4 15,3 2-15,1-2 16,0 0-16,-1 0 16,-1 0-16,3 0 15,4-1-15,2-2 16,5-1-16,17-5 16,-20 7-1,20-7-15,0 0 16,-15 5-16,15-5 15,0 0-15,0 0 16,0 0-16,0 0 16,0 0-16,0 0 15,0 0-15,0 0 16,-15-10-16,15 10 16,0 0-1,0 0-15,3-15 16,-3 15-16,12-23 15</inkml:trace>
  <inkml:trace contextRef="#ctx0" brushRef="#br0" timeOffset="33933.93">13534 11758 0,'0'0'0,"0"0"15,-7 3-15,-7 9 16,-9 25 0,-8 27-16,6-1 15,6-6-15,5-10 16,4-14-16,5-10 15,1-12-15,4-11 16,0 0-16,0 0 16,13-32-16,8-34 15,1-18-15,-2 2 16,-4 7 0,-3 13-16,-1 18 0,2 13 15,4 11 1,2 17-16,5 15 15,10 28-15,8 17 16,0 16-16,1 7 16,-2 1-16,-7-14 15,-10-18 1,-6-18 0,4-23-16,2-14 15,6-22 1,-5-24-16,-9-8 15,-8 8-15,-9 9 16,-1 18-16,-2 9 16,3 16-16</inkml:trace>
  <inkml:trace contextRef="#ctx0" brushRef="#br0" timeOffset="34250.08">14290 11901 0,'0'0'0,"0"0"16,0 4-16,-2 12 15,-3 20-15,-1 16 16,4 2-16,6-8 16,7-4-16,7-12 15,5-9 1,1-6-16,-2-10 15,-3-8-15,6-12 16,-2-15-16,-4-26 16,-6-23-16,-10-4 15,-12 5-15,-8 16 16,-18 19-16,-41 19 31,-66 36-15</inkml:trace>
  <inkml:trace contextRef="#ctx0" brushRef="#br0" timeOffset="37933.74">11259 12729 0,'0'0'0,"0"0"0,3-3 15,-3 3-15,0 0 16,0 0-1,0 0-15,0 0 16,0 0-16,0 0 16,0 0-16,0 0 15,-26 6-15,26-6 16,-24 7-16,24-7 16,-29-4-16,5-11 15,-2-9 1,1-11-16,0-7 15,8-13-15,0-14 16,3-7-16,3 2 16,3 2-16,-1-1 15,2-4-15,-2-1 16,0-4-16,3 7 16,-7-9-16,2 5 15,0 7 1,-2 3-16,1 10 15,-2-1-15,-1-6 16,1 0-16,0 2 16,0-3-16,2 5 15,-2-5-15,-1-2 16,-1 1-16,1 0 16,-1-5-16,1 1 15,0 2 1,-1-4-16,0 1 15,3 0-15,2 2 16,-1-2-16,5 4 16,0-7-16,-1-3 15,1-1-15,1 0 16,0 1-16,-1-6 16,-1-1-16,2 2 15,-4 7-15,2 3 16,-3-1-16,1 2 15,1-1 1,-3 5-16,0-1 16,-1 0-16,-1-1 15,2 3-15,-2 1 16,-1-3-16,0 2 16,0-1-16,0 4 15,1-4-15,0 2 16,0 3-16,3 4 15,-1-1 1,0-2-16,-2 1 16,1 1-16,1 1 15,1 6-15,2 2 16,-1 1-16,0-7 16,1-1-16,1 6 15,2 1-15,2 7 16,-1 6-1,2 0-15,-2 5 16,0 2-16,-2 0 16,0-1-16,0 3 15,3 3-15,-2 2 16,2 2-16,0 0 16,-2-2-16,1-2 15,0-1 1,1-2-16,-1 3 0,0-1 15,1 0 1,-1 1-16,0-1 16,3 1-16,1-1 15,1-3-15,1-1 16,0-6-16,0-1 16,0-3-16,1 0 15,-2 3-15,0 5 16,0 5-16,0 3 15,-3 1 1,1 2-16,0 0 16,-2-2-16,-1 0 15,0-3-15,-1 7 16,-1 2-16,3 4 16,-1 2-16,5 13 15,-6-15-15,6 15 16,0 0-1,0 0-15,-5-9 16,5 9-16,0 0 16,0 0-16,0 0 15,0 0-15,0 0 16,0 0-16,0 0 16,0 0-16,0 0 15,0 0-15,0 0 16,0 0-16,0 0 15,0 0-15,0 0 16,0 0 0,0 0-16,0 0 15,0 0-15,0 0 16,0 0-16,0 0 16,0 0-16,0 0 15,0 0-15,0 0 16,0 0-16,-9 9 15,9-9 1,0 0-16,0 0 16,0 0-16,1 12 15,-1-12-15,0 0 16,7 14-16,-7-14 16,7 15-16,-7-15 15,10 16-15,-10-16 16,6 11-16,-6-11 15,0 0 1,5 14-16,-5-14 16,0 0-16,0 0 15,3 12-15,-3-12 16,0 0-16,0 0 16,0 0-16,0 9 15,0-9-15,0 0 16,0 0-16,0 0 15,0 0-15,0 0 16,0 0 0,0 0-16,0 0 15,0 0-15,-5 11 16,5-11-16,0 0 16,0 0-16,0 0 15,0 0-15,0 0 16,-1 11-16,1-11 15,0 0-15,10 17 16,-3-3-16,2 2 16,5 1-1,3 3-15,3 3 16,3-1-16,1 0 16,1-1-16,1-2 15,-2 0-15,1-1 16,0 0-16,-5-3 15,0-1-15,0-1 16,0 0 0,2 1-16,4 0 15,4 3-15,2 0 16,1-1-16,1-3 16,-1-3-16,-2 0 15,2-2-15,6 0 16,4-4-16,7-1 15,0-3 1,0-3-16,1-3 16,1-2-16,6-2 15,-1 1-15,-2 0 16,-1 1-16,-5 1 16,-2 0-16,2 1 15,-3-1-15,-3 0 16,-4 3-16,-6 2 15,-4 0-15,2 1 16,-1 0 0,-2 0-16,4 1 15,0 0-15,0 1 16,0 0-16,-5 0 16,2 1-16,0-1 15,2 0-15,3-1 16,3-1-16,0-3 15,2 1-15,-3-1 16,-2-1-16,1 1 16,-1 1-1,1 0-15,0-3 16,-2 1-16,2 0 16,-4-1-16,0 1 15,-3 1-15,2 0 16,1 0-16,3 1 15,-2-1-15,-1 0 16,-2 2 0,1-2-16,-1 4 15,-3 0-15,-2 0 16,-4 0-16,-4 0 16,-16 0-16,26 2 15,-26-2-15,17 2 16,-17-2-16,0 0 15,0 0-15,0 0 16,0 0 0,0 0-16,0 0 15,0 0-15,0 0 16,1-19-16,-11-1 16,-4-6-16,-2-2 15,-4-2-15,0 4 16,1 5-16,4 5 15,1 2-15,14 14 16,-14-14 0,14 14-16,0 0 15,0 0-15,-10-11 16,10 11-16,0 0 16,0 0-16,0 0 15,0 0-15,0 0 16,0 0-16,0 0 15,0 0-15,0 0 16,0 0-16,0 0 16,0 0-1,0 0-15,0 0 16,20 16-16,-20-16 16,0 0-16,10 12 15,-10-12-15,0 0 16,0 0-16,0 0 15,0 0-15,9 11 16,-9-11 0,0 0-16,0 0 15,0 0-15,0 0 16,0 0-16,0 0 16,0 0-16,0 0 15,0 0-15,-15 0 16,15 0-16,0 0 15,-22-4-15,22 4 16,0 0-16,0 0 16,-16-2-1,16 2-15,0 0 16,0 0-16,17 19 16,25 14-16,20 8 15,5 0-15,-2-2 16,-8-5-16,-8-4 15,-8-7-15,-10 0 16,-6 0 0,-7-3-16,-4-1 15,-3 1-15,-3-1 16,-3 0-16,-5 3 16,-9 12-16,-29 22 15,-28 26-15,-26 4 16,2-5-16,14-18 15,7-5-15,1-5 16</inkml:trace>
  <inkml:trace contextRef="#ctx0" brushRef="#br0" timeOffset="42317.58">2578 3326 0,'0'0'0,"0"0"16,0 0-16,0 0 16,0 0-16,2 7 15,3 10-15,4 13 16,6 4-1,6 6-15,8 0 16,5 2-16,2-2 16,0-3-16,2 0 15,-1 1-15,0-1 16,-2-3-16,-6-5 16,-6-3-16,-5-3 15,-6-1 1,-2-1-16,-3-2 15,-3-3-15,0-3 16,-4-13-16,3 16 16,-3-16-16,0 0 15,0 0-15</inkml:trace>
  <inkml:trace contextRef="#ctx0" brushRef="#br0" timeOffset="42983.94">3167 3331 0,'0'0'0,"0"0"16,0 0-16,-4 0 16,4 0-16,-27 23 15,-11 23-15,-13 29 16,2 3-1,-1 4-15,-4 5 16,-3 9-16,-1-1 16,4-7-16,11-15 15,9-17-15,8-11 16,9-10-16</inkml:trace>
  <inkml:trace contextRef="#ctx0" brushRef="#br0" timeOffset="43170.39">3309 3923 0,'-2'6'0,"-5"10"0,-4 12 16,-16 47-16,-1 19 15,8 19 1,7-1-16,15-14 16</inkml:trace>
  <inkml:trace contextRef="#ctx0" brushRef="#br0" timeOffset="45917.03">1730 4943 0,'0'0'0,"0"0"0,0 6 0,0 12 15,-1 15-15,7 13 16,16-3-16,16-11 16,24-15-16,39-36 15,54-66-15,33-80 16,40-77-16,33-35 15,50-83-15,62-62 16,37-40-16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8T11:00:48.76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20569 4333 0,'0'0'0,"0"1"0,0-1 0,0 0 0,2 33 16</inkml:trace>
  <inkml:trace contextRef="#ctx0" brushRef="#br0" timeOffset="11149.97">22047 2884 0,'0'0'0,"1"4"0,2 6 0,6 31 16,6 31-16,-1 16 15,-2 17-15,-7 0 16,-6 14-16,-5-1 16,0-1-1,0 3-15,-1-6 16,2-5-16,4-2 15,3-6-15,4-12 16,-3-12-16,-1-14 16,-1-6-16,0-11 15,-1-13-15</inkml:trace>
  <inkml:trace contextRef="#ctx0" brushRef="#br0" timeOffset="11499.69">21832 2776 0,'0'-2'0,"0"2"0,-4-12 16,0-1-16,6-5 15,16-14-15,24-17 16,33-5-16,15 5 16,6 11-16,5 17 15,-5 9-15,-1 9 16,-4 7-16,-11 5 16,-8 1-1,-11 7-15,-9 4 16,-8 6-16,-7 13 15,-21 11-15</inkml:trace>
  <inkml:trace contextRef="#ctx0" brushRef="#br0" timeOffset="11715.85">21595 3755 0,'0'0'0,"0"0"0,0 0 0,0 0 0,0 0 16,7 1-16,15 2 15,29-1-15,18-2 16,19-10-16,4-2 16,0-9-16,1-9 15,-5-4 1,8-12-16,-4-18 15</inkml:trace>
  <inkml:trace contextRef="#ctx0" brushRef="#br0" timeOffset="12083.32">23181 2923 0,'0'0'0,"-2"9"16,0 9-16,-4 31 15,-2 22-15,-3 22 16,0 3-16,-3 12 16,-4-2-16,0-7 15,-1-1-15,2-7 16,3-13-1,3-16-15,2-6 16,3-10-16,6-8 16,3-4-16,2-9 15,2-2-15,3-3 16,5 1-16,11 2 16,12-4-16,12-2 15,11-7-15</inkml:trace>
  <inkml:trace contextRef="#ctx0" brushRef="#br0" timeOffset="12383.02">23684 3539 0,'0'0'0,"0"0"0,0 0 0,0 0 16,0 9-16,-3 10 16,-3 25-16,-2 19 15,-2 9-15,1 2 16,-3 2-16,-1 0 16,-3 0-16,-1-7 15,0 1 1,0-6-16,4-11 15,2-11-15,7-21 16</inkml:trace>
  <inkml:trace contextRef="#ctx0" brushRef="#br0" timeOffset="12549.45">23742 3225 0,'0'0'0,"0"0"0,0 0 16,0 0-16,0 0 15,0 0-15,7 2 16,-7-2-16</inkml:trace>
  <inkml:trace contextRef="#ctx0" brushRef="#br0" timeOffset="13166.9">24054 3706 0,'0'0'0,"0"4"0,0-4 15,0 35-15,7 25 16,8 17-1,1-1-15,-2-4 16,1-6-16,-3 6 16,-5 7-16,-7 0 15,-3-7-15,-1-14 16,-3-11-16,0-12 16,-3-8-16,-3-5 15,-5-7-15,1-5 16,1-4-16,16-6 15,-30-19 1,12-15-16,-2-41 16,3-32-16,11-20 15,2-1-15,4 7 16,3 5-16,1 14 16,4 10-16,4 14 15,3 15-15,4 12 16,3 10-1,2 9-15,4 10 16,6 6-16,7 10 16,6 14-16,3 10 15,-5 6-15,-11 3 16,-10 2-16,-10 1 16,-12 2-16,-18 4 15,-24 4-15,-21 6 16,-13-1-16,8-9 15,8-12 1,14-7-16,14-4 16,10-5-16,20-8 15</inkml:trace>
  <inkml:trace contextRef="#ctx0" brushRef="#br0" timeOffset="13999.88">24505 1915 0,'-11'-9'0,"-26"-11"16,-17-8-16,-70-25 15,-8 18 1,-27 6-16,0 13 16,-17 10-16,8 11 15,-12 15-15,-3 8 16,-17 12-16,-1 13 16,5 12-16,8 13 15,21 8-15,10 1 16,8 13-16,15 12 15,14 15 1,15 2-16,17 21 16,18 0-16,15 12 15,17 3-15,14 0 16,17 7-16,14 6 16,9-1-16,16-2 15,12 8-15,7-16 16,26 8-16,6-22 15,11-18 1,26-8-16,4-13 16,29-13-16,-1-15 15,21-16-15,147-17 32,-32-25-32,23-30 15,-74-24-15,-103-15 16,51-30-16,-39-3 15,15-46 1,-14 10-16,-23-32 16,-3 2-16,-17-11 15,11-24-15,13-8 16,-33-40-16,-59 70 16,13-186-16,-40 244 15,3-239-15,-12 284 16,-3-247-1,-70 191-15,-36-46 0,16 26 16,-26 13 0,18 24-16,-1 5 15,-11 15-15,2 11 16,3 12-16,-4 16 16,3 13-16,-1 12 15,-1 8-15,3 10 16,9 6-16,5 11 15,17 5-15,11 10 16</inkml:trace>
  <inkml:trace contextRef="#ctx0" brushRef="#br0" timeOffset="24233.76">3315 7188 0,'0'0'0,"0"0"0,0 0 16,0 0-16,0 0 16,0 0-16,0 0 15,11 2-15,8 0 16,6 2-16,6 0 15,1-1-15,8 3 16,6-5 0,12-4-16,1-3 15,2-1-15,2-3 16,2 0-16,4 0 16,0-1-16,-2 1 15,2-1-15,-4 2 16,-2 0-16,-9 1 15,-6 1-15,-5 1 16,0 0 0,-2 3-16,3 2 15,-2 2-15,-6 1 16,-6-1-16,-5 1 16,2-1-16,-3 0 15,2 1-15,2-2 16,-3 2-16,2 0 15,-2-2-15,-2 2 16,-6-1 0,-17-1-16,21 3 15,-21-3-15,0 0 16,0 0-16,18 0 16,-18 0-16,0 0 15,0 0-15,0 0 16,0 0-16,0 0 15,0 0-15,0 0 16,0 0 0,0 0-16,0 0 15,0 0-15,0 0 16,0 0-16,0 0 16,0 0-16,0 0 15,0 0-15,0 0 16,0 0-1,0 0-15,0 0 0,0 0 16,0 0-16,0 0 16,0 0-1,0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 0,0 0-16,0 0 15,0 0-15,0 0 16,0 0-16,0 0 16,0 0-16,0 0 15,0 0-15,0 0 16,0 0-16,0 0 15,0 0-15,0 0 16,0 0 0,0 0-16,0 0 15,0 0-15,0 0 16,0 0-16,0 0 16,0 0-16,0 0 15,14-10-15,-14 10 16,0 0-16,3-20 15,4-16-15,11-28 16,1 7-16,-3 9 16,-1 6-1,-3 5-15,1-1 16,-1 1-16,-5 0 16,-1-1-16,-3 3 15,-3 5-15,0 4 16,-2-1-16,0-2 15,-1-3-15,-1-2 16,0-5-16,-4 0 16,0-3-1,-2 6-15,2 2 16,-3 3-16,0 3 16,-1 2-16,0 1 15,-3 0-15,1 5 16,-1 0-16,-1 3 15,2 4-15,-2 1 16,1 2-16,-1-1 16,-2 1-16,-3-4 15,-1 0 1,-4-1-16,3 0 16,1 4-16,2 2 15,-5-2-15,-3 2 16,-3-2-16,0 0 15,4 4-15,3-2 16,0 4-16,0 0 16,-1-1-1,-2 1-15,0 1 16,-7 0-16,-4-1 16,1 0-16,2 1 15,7 1-15,6 1 16,4 0-16,2 2 15,1-2-15,-4 1 16,-14 4-16,-26 13 16,-7 7-1,9-1-15,18-9 16,2 1-16,-4 3 16,-10 9-16,-6 11 15,6-3-15,10-3 16,8-3-16,0 0 15,2 2-15,-3 5 16,-1 6-16,3 0 16,4-2-16,4-3 15,4 0 1,4-5-16,4 0 16,4 4-16,3 7 15,5 3-15,1 3 16,2-1-16,-2-2 15,1 1-15,2 0 16,6 5-16,0-3 16,0-2-16,1-12 15,-4-5-15,2 2 16,1-4 0,-1-3-16,0-5 15,-2-3-15,0-3 16,-2-2-16,-5-11 15,13 17-15,-13-17 16,22 18-16,-6-9 16,5 1-16,4-5 15,6-3 1,6-2-16,-1-1 16,-3-2-16,-5 1 15,-6-1-15,-6 0 16,-16 3-16,23-8 15,-23 8-15,0 0 16,15-6-16,-15 6 16,0 0-16,0 0 15,0 0 1,0 0-16,0 0 16,16-5-16,-16 5 15,0 0-15,0 0 16,0 0-16,0 0 15,0 0-15,0 0 16</inkml:trace>
  <inkml:trace contextRef="#ctx0" brushRef="#br0" timeOffset="26149.56">5880 3820 0,'0'0'0,"0"2"16,0-2-1,0 0-15,0 0 16,0 0-16,0 0 15,0 0-15,0 0 16,0 0-16,0 0 16,0 0-16,0 0 15,0 0-15,0 0 16,0 0-16,0 0 16,0 0-1,0 0-15,0 0 16,0 0-16,0 0 15,0 0-15,0 0 16,-18 3-16,18-3 16,-38 18-16,-7 3 15,2-2-15,11-5 16,8-1 0,3 5-16,-3 9 15,3 8-15,-2-3 16,5 4-16,2-7 15,5-4-15,0 2 16,-2 2-16,1 7 16,0 4-16,4 1 15,-2 5 1,2-8-16,3 1 16,3 1-16,4 0 15,0 5-15,1 0 16,2 0-16,0 0 15,4-4-15,1-3 16,1-5-16,2-6 16,3 3-16,5 0 15,5 2-15,4-1 16,2-6-16,9-5 16,6-7-1,2-6-15,10-7 16,-1-11-16,5-5 15,5-8-15,-6 1 16,1-3-16,-1-4 16,1-4-16,3-6 15,-8-9-15,-4 0 16,-7 1-16,-8 3 16,-9 1-1,-5-2-15,-4-9 16,-8-7-16,-2 11 15,-10-2-15,-6 11 16,-6-2-16,-4 3 16,1 8-16,-5-4 15,-8-4-15,-7-5 16,-2 3-16,-6 7 16,-6 7-1,-5 5-15,0 5 16,3 4-16,-11 1 15,-6 6-15,-3 4 16,6 2-16,12 4 16,0-1-16,-1 2 15,6-1-15,8 0 16,9-1-16,11 1 16,19-2-1,-23 0-15,23 0 16,0 0-16,0 0 15,0 0-15,-16 4 16,16-4-16,0 0 16,0 0-16,20 15 15</inkml:trace>
  <inkml:trace contextRef="#ctx0" brushRef="#br0" timeOffset="29333.12">3345 4914 0,'0'0'0,"0"0"0,-2-3 0,2 3 15,0 0 1,0 0-16,17 0 15,21 0-15,19-4 16,17-8-16,3-3 16,2-1-16,9-3 15,-2-1-15,6 0 16,1-2-16,-7 1 16,8-1-16,-3 0 15,-5 1-15,6-1 16,-8 2-1,2 1-15,-8 1 16,-11 3-16,-13 3 16,-12 2-16,-9 1 15,-6 0-15,-9 1 16,-2 1-16,-16 7 16,15-11-16,-15 11 15,0 0-15,0 0 16,12-11-16,-12 11 15,0 0 1,2-13-16,-2 13 16,-5-25-16,-4-12 15,-2-15-15,-1-8 16,-1 6-16,-4-6 16,-2-5-16,-1-1 15,-2-4-15,-1 4 16,-2-9-16,2 6 15,-1-2-15,4 3 16,3 5 0,1 2-16,5 9 15,3 3-15,1 3 16,1 9-16,1 7 16,-1 7-16,1 7 15,-2 4-15,7 12 16,-13-15-16,13 15 15,-27-7 1,-14 15-16,-30 15 16,-19 13-16,-4 4 15,0 3-15,2 1 16,-2 3-16,8-1 16,1 1-16,6-3 15,9-5-15,2-8 16,5-6-1,6-3-15,8-7 0,3 0 16,1-4 0,5-4-16,4-1 15,9-2-15,7-2 16,0 0-16,4 1 16,-1 2-16,0 5 15,-4 15-15,-5 19 16,1 14-16,4 10 15,5 4 1,4 8-16,6 10 16,7 3-16,6 2 15,4-9-15,2-7 16,0-9-16,5-7 16,-1-7-16,1-9 15,0-4-15,-4-10 16,-3-8-16,-2-7 15,-2-3-15,-1-3 16,-6-12 0,7 13-16,-7-13 15,0 0-15,9 12 16,-9-12-16,0 0 16,0 0-16,0 0 15,0 0-15,0 0 16,0 0-16,0 0 15,0 0 1,0 0-16,0 0 16,0 0-16,0 0 15,0 0-15,0 0 16,0 0-16,0 0 16,0 0-16,0 0 15,18-7-15</inkml:trace>
  <inkml:trace contextRef="#ctx0" brushRef="#br0" timeOffset="31999.57">6001 3848 0,'0'0'0,"0"0"0,0-2 0,0 2 16,0 0-1,0 0-15,0 0 16,0 0-16,0 0 16,0 0-16,0 0 15,0 10-15,0-10 16,0 0-16,0 0 15,0 0-15,0 0 16,0 0-16,0 0 16,0 0-16,0 0 15,0 0-15,0 0 16,0 0 0,0 0-16,0 0 15,17 6-15,-17-6 16,0 0-16,0 0 15,0 0-15,0 0 16,0 0 0</inkml:trace>
  <inkml:trace contextRef="#ctx0" brushRef="#br0" timeOffset="34332.31">1850 3255 0,'0'0'0,"0"0"0,0 0 16,-2 3-16,2-3 16,0 0-16,2 24 15,1 8-15,11 18 16,9 7-16,2 4 16,3-1-16,3 0 15,-4 1 1,1-5-16,-1 2 15,-1-2-15,-3-5 16,-5-6-16,-1-8 16,-2-2-16,0-2 15,-4-4-15,-1-6 16,-4-9-16,-6-14 16,4 15-1,-4-15-15,0 0 16</inkml:trace>
  <inkml:trace contextRef="#ctx0" brushRef="#br0" timeOffset="37699.58">4245 4867 0,'0'0'0,"0"0"0,0 0 16,-5-3-16,5 3 15,-14-12-15,14 12 16,-20-18-16,20 18 16,-16-14-16,16 14 15,0 0-15,-19-11 16,19 11-16,0 0 15,0 0-15,0 0 16,-16 16 0,7 20-16,0 20 15,4 17-15,1 2 16,-1 11-16,3 7 16,2 10-16,4-7 15,0-6-15,-1-13 16,1-12-16,-1-15 15,0-5-15,-2-11 16,0-8 0,-1-9-16,0-17 15,2 14-15,-2-14 16,0 0-16,0 0 16,0 0-16,9-35 15,-1-9-15,2-21 16,-6-5-16,1-8 15,0-3-15,-5-8 16,0-1 0,-3 2-16,-1 10 15,1 11-15,-1 6 16,-5 13-16,5 11 16,-2 15-16,2 9 15,4 13-15,-3-10 16,3 10-16,0 0 15,-19 36-15,0 12 16,0 14 0,3 1-16,-1 11 15,6 6-15,3 5 16,1 1-16,4 0 16,0-10-16,1-10 15,2-12-15,1-13 16,1-6-16,1-12 15,-2-8 1,-1-15-16,2 12 0,-2-12 16,0 0-1,0 0-15,14-21 16,3-36-16,-3-20 16,-1-2-16,-1-7 15,-2-5-15,-4-4 16,-1 7-16,0 6 15,-4 7-15,-1 6 16,-3 13-16,-1 19 16,2 14-1,0 12-15,2 11 16,-3-12-16,3 12 16,0 0-16,0 0 15,-7 22-15,0 14 16,0 15-16,0 3 15,4-5-15,3-1 16,0 1 0,1-5-16,3-3 15,1-5-15,1-13 16,-1-7-16,5-5 16,5-3-16,9-1 15</inkml:trace>
  <inkml:trace contextRef="#ctx0" brushRef="#br0" timeOffset="40299.15">5960 6266 0,'0'0'0,"0"0"0,0 0 15,0 2-15,0-2 16,0 0-16,0 0 15,36-15-15,7-7 16,1-6-16,-2-4 16,-4-11-16,-5-11 15,-3-11-15,-8-6 16,-7 6-16,-8 1 16,-5 1-1,-4 1-15,-6 2 16,-2 2-16,-7 3 15,-4 2-15,-2-2 16,-5 4-16,-3 3 16,-10 3-16,-4 10 15,-4 8-15,-10 6 16,-15 9 0,-17 11-16,-6 13 15,-3 14-15,12 6 16,8 8-16,9 4 15,12 2-15,9 0 16,8 9-16,9 3 16,11 9-16,6 11 15,9 1-15,13 9 16,8-8 0,12-5-16,14-17 15,9-12-15,2-9 16,-3-7-16,-4-13 15,13-6-15,12-11 16,2-7-16,-5-7 16,-7-4-16,0-5 15,-4 2-15,-8 3 16,-22 8-16</inkml:trace>
  <inkml:trace contextRef="#ctx0" brushRef="#br0" timeOffset="40583.29">5229 6800 0,'0'0'0,"0"0"0,0 0 0,-5 0 0,5 0 16</inkml:trace>
  <inkml:trace contextRef="#ctx0" brushRef="#br0" timeOffset="41266.58">3771 7376 0,'0'0'0,"-4"-3"15,4 3-15,0 0 16,-18-7 0,18 7-16,0 0 15,0 0-15,-16 0 16,16 0-16,0 0 15,0 0-15,0 0 16,0 0-16,0 0 16,0 0-16,-3 12 15,3-12-15,0 0 16,0 0-16,0 11 16,0-11-1,0 0-15,0 0 16,0 0-16,0 0 15,0 0-15,0 0 16,0 0-16,0 0 16,0 0-16,0 0 15,0 0-15,0 0 16,0 10-16,0-10 16,0 0-1,0 0-15,0 0 16,0 0-16,0 0 15,0 0-15,0 0 16,0 0-16,0 0 16,0 0-16,0 0 15,0 0-15,0 0 16,0 0-16,0 0 16,0 0-16,0 0 15,0 0 1,0 0-16,0 0 15,0 0-15,0 0 16,0 0-16,28-15 16</inkml:trace>
  <inkml:trace contextRef="#ctx0" brushRef="#br0" timeOffset="42066.28">6128 4940 0,'0'0'0,"0"0"15,0 0-15,0 0 16,-3 2-16,3-2 16,0 0-1,-14 16-15</inkml:trace>
  <inkml:trace contextRef="#ctx0" brushRef="#br0" timeOffset="44716.35">5753 4739 0,'0'0'0,"0"0"0,0 0 15,0 0-15,0 0 16,-3-2-16</inkml:trace>
  <inkml:trace contextRef="#ctx0" brushRef="#br0" timeOffset="46315.47">3965 4861 0,'0'0'0,"10"3"0,-10-3 16,49 17-16,-2 0 15,3-5-15,3-8 16,-3-1-16,11-6 16,2-5-1,-6-8-15,-6-6 16,1-7-16,1-10 16,5-12-16,1-9 15,-8 3-15,-3-3 16,-5-15-16,-5-1 15,-4 0-15,-3-8 16,-9 16-16,-10-9 16,-9 3-1,-8 11-15,-5 3 16,-2 3-16,-4-8 16,-5-1-16,-5 6 15,-11 6-15,-1 7 16,-7 2-16,-7-3 15,-1 5-15,-8 0 16,-6 3-16,-2 5 16,-3 2-1,-1 8-15,-1 11 16,-8 10-16,2 15 16,-2 12-16,2 5 15,-4 16-15,1 6 16,4 11-16,4 6 15,3 13-15,9 3 16,6 18-16,8 6 16,12 3-1,0 15-15,10-12 16,4 5-16,12-13 16,12-13-16,15-13 15,3-17-15,8-14 16,9-4-16,8-9 15,8-9-15,5-9 16,-7-6-16,-7-9 16,0 1-1,0-3-15,-1-1 16,-5-2-16,-9 0 16,-5-2-16,-5 3 15,-18 2-15,25-4 16,-25 4-16,0 0 15,0 0-15,0 0 16,15-2-16,-15 2 16,0 0-1,0 0-15,0 0 16,0 0-16,0 0 16,0 0-16,14-16 15</inkml:trace>
  <inkml:trace contextRef="#ctx0" brushRef="#br0" timeOffset="56083.65">7569 6238 0,'0'0'0,"0"0"0,0 0 15,0 0-15,0 0 16,0 0 0,0 0-16,0-4 15,0 4-15,0 0 16,0 0-16,0 0 15,0 0-15,0 0 16,0 0-16,0 0 16,0 0-16,0 0 15,0 0-15,0 0 16,0 0 0,0 0-16,0 0 15,0 0-15,0 0 16,0 0-16,0 0 15,0 0-15,0 0 16,0 0-16,0 0 16,0 0-16,0 0 15,0 0-15,0 0 16,0 0-16,0 0 16,0 0-1,0 0-15,21 6 16</inkml:trace>
  <inkml:trace contextRef="#ctx0" brushRef="#br0" timeOffset="58132.75">11965 7929 0,'0'0'0,"0"0"0,0 0 16,0 0-16,0 0 15,0 0 1,0 0-16,11 9 16,7 8-16</inkml:trace>
  <inkml:trace contextRef="#ctx0" brushRef="#br0" timeOffset="59382.85">7011 10291 0,'0'0'0,"0"3"0,0-3 16,0 0-16,0 0 15,0 0 1,0 0-16,-1 10 16,1-10-16,0 0 15,0 0-15,19 20 16,3-6-16,5-1 16,9-4-16,6-5 15,9 0 1,5-4-16,2 0 0,1 0 15,0-3 1,3-2-16,0-4 16,3-6-16,-6 0 15,-4 0-15,-9 2 16,-8 2-16,-5 2 16,-7 3-16,-7 0 15,-19 6-15,24-6 16,-24 6-16,0 0 15,18-5 1,-18 5-16,0 0 16,0 0-16,0 0 15,0 0-15,0 0 16,0 0-16,0 0 16,0 0-16,0 0 15,0 0-15,0 0 16,0 0-16,0 0 15,0 0 1,0 0-16,0 0 16,0 0-16</inkml:trace>
  <inkml:trace contextRef="#ctx0" brushRef="#br0" timeOffset="60732">8883 10343 0,'0'0'0,"0"0"0,0 0 16,0 0-16,0 0 16,0 0-16,0 0 15,0 0-15,3 3 16,-3-3-16,0 0 15,16 9-15,-16-9 16,36 14-16,-5-8 16,12 0-1,5 2-15,2-3 16,6 4-16,7-2 16,1 3-16,8-9 15,-7-8-15,2-2 16,-2-4-16,-9 0 15,-3 2-15,-5-1 16,1 0-16,-6 2 16,-7 3-1,-9-1-15,-5 4 16,-4 0-16,-2 0 16,-16 4-16,26-4 15,-26 4-15,24 0 16,-24 0-16,0 0 15,0 0-15,16 1 16,-16-1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0-16,0 0 16,0 0-1,0 0-15,0 0 16,0 0-16,0 0 16,0 0-16,0 0 15,0 0-15,0 0 16,0 0-16,0 0 15</inkml:trace>
  <inkml:trace contextRef="#ctx0" brushRef="#br0" timeOffset="61949.34">5693 10164 0,'0'0'0,"0"0"0,0 0 15,-4-2-15,4 2 16,0 0-16,0 0 16,0 0-16,0 0 15,19-1-15,12 2 16,10 5-16,8 4 15,7 8-15,7 2 16,6 2-16,8 3 16,7-1-1,8-1-15,2-9 16,-3-6-16,-3-5 16,-2-6-16,-5 0 15,-11-3-15,-7-2 16,-15 3-16,-8-2 15,-12 3-15,-9 2 16,-19 2 0,23-3-16,-23 3 15,15-3-15,-15 3 16,0 0-16,0 0 16,0 0-16,0 0 15,16-2-15,-16 2 16,0 0-16,0 0 15,0 0-15,0 0 16,0 0-16,0 0 16,0 0-16,0 0 15,0 0 1,0 0-16,0 0 16,0 0-16,0 0 15,0 0-15,0 0 16,0 0-16,-14-11 15,14 11-15,0 0 16,0 0-16,0 0 16,0 0-16,0 0 15,0 0-15,0 0 16,0 0 0,0 0-16,0 0 15,0 0-15,0 0 16,0 0-16,0 0 15,0 0-15,0 0 16,0 0-16,0 0 16,0 0-16,0 0 15,0 0 1,0 0-16,0 0 16,-4-9-16,4 9 15,0-24-15</inkml:trace>
  <inkml:trace contextRef="#ctx0" brushRef="#br0" timeOffset="62949.31">6490 8819 0,'0'0'0,"-13"-2"16,-4-1-16,-23-5 15,-10 0-15,2-1 16,3 4-16,0 2 15,-9 0-15,-6 1 16,-2 2-16,1 0 16,10 2-1,-2 1-15,-3 1 16,0 6-16,3 5 16,3 9-16,0 22 15,-1 9-15,2 10 16,5 14-16,7 2 15,0 19-15,6 5 16,4-3-16,6 2 16,4 1-16,3-5 15,8-7 1,3-4-16,8-10 16,10 2-16,4-7 15,6-7-15,3-11 16,9-9-16,4-4 15,11-3-15,10-5 16,-3-8-16,10-8 16,1-13-1,8-6-15,3-8 0,0-7 16,2-5 0,-1-2-16,5-9 15,-9-9-15,-4-10 16,1-9-16,-11 2 15,0-5-15,-6-12 16,-6-7-16,0-10 16,-9-7-16,-4 0 15,-8 5-15,-8 1 16,-6-5 0,-8 3-16,-8 1 15,-6 15-15,-9 0 16,-8-1-16,-7 8 15,-11 11-15,-9 10 16,-8 5 0,-7 8-16,-10 4 0,-7 11 15,-8 12-15,-2 4 16,5 7 0,7 4-16,5 0 15,10 3-15,7 1 16,11 1-16,3-1 15,6-1-15,1 1 16,1-1-16,11-1 16,4-4-16,20-3 15,-20 4-15,20-4 16,0 0 0,0 0-16,0 0 15,0 0-15</inkml:trace>
  <inkml:trace contextRef="#ctx0" brushRef="#br0" timeOffset="65499.02">9784 10790 0,'0'0'0,"0"0"16,-5 0-16,5 0 15,0 0-15,0 0 16,0 0-16,0 0 16,-13 20-16,13 13 15,5 24-15,5 9 16,3-9-1,4-5-15,3-9 16,5-4-16,7-6 16,6-10-16,12-14 15,12-16-15,16-17 16,21-21-16,5-21 16,-1-11-16,-1-8 15,-8-3-15,-8 6 16,-10 4-1,-10 11-15,-8 9 16,-13 13-16,-12 11 16,-10 10-16,-7 9 15,-7 5-15,-9 10 16,12-12-16,-12 12 16,0 0-16,0 0 15,0 0-15,0 0 16,10 37-1,-38 14-15</inkml:trace>
  <inkml:trace contextRef="#ctx0" brushRef="#br0" timeOffset="72765.64">17281 9489 0,'0'0'0,"0"0"0,0 0 0,0 0 15,0 0 1,0 0-16,0 0 15,0 0-15,0 0 16,5 1-16,-5-1 16,0 0-16,0 0 15,0 0-15,0 0 16,0 0-16,0 0 16,0 0-16,27-12 15,-7 1 1,5-6-16,3-4 15,6-3-15,4-4 16,3-4-16,3-3 16,-1 1-16,-2-1 15,-1 1-15,-2 1 16,1 3-16,3-5 16,2-1-16,0-1 15,-3 2 1,-3 4-16,-4 5 15,-1 2-15,-7 5 16,-2 4-16,-3 0 16,-5 5-16,-16 10 15,23-15-15,-23 15 16,0 0-16,0 0 16,17-10-1,-17 10-15,0 0 16,0 0-16,0 0 15,0 0-15,0 0 16,0 0-16,0 0 16,0 0-16,0 0 15,0 0-15,0 0 16,0 0-16,0 0 16,0 0-1,0 0-15,-27-7 16,0 4-16,2 0 15,8 3-15,17 0 16,-29 0-16,29 0 16,-26 6-16,26-6 15,-24 7-15,24-7 16,0 0-16,-16 7 16,16-7-16,0 0 15,0 0-15,0 0 16,0 0-1,0 0-15,0 0 16,0 0-16,40-5 16,-4-4-16,7-3 15,0 0-15,-5 2 16,-9 3-16,-8 3 16,-6 4-16,-15 0 15,21 0 1,-21 0-16,0 0 15,17 3-15,-17-3 16,0 0-16,0 0 16,0 0-16,12 11 15,-12-11-15,0 0 16,1 10-16,-1-10 16,0 10-16,0-10 15,0 11-15,0-11 16,0 0-1,-1 11-15,1-11 16,0 0-16,0 0 16,0 10-16,0-10 15,0 0-15,-4 17 16,4-17-16,-5 21 16,3-8-16,0 1 15,-1 2 1,1-3-16,-1 0 15,3-13-15,-2 19 16,2-19-16,-1 11 16,1-11-16,0 0 15,-3 11-15,3-11 16,0 0-16,0 0 16,-4 10-16,4-10 15,0 0-15,0 0 16,0 0-1,-3 10-15,3-10 16,0 0-16,0 0 16,0 0-16,0 0 15</inkml:trace>
  <inkml:trace contextRef="#ctx0" brushRef="#br0" timeOffset="73632.56">16744 10918 0,'0'0'0,"-7"2"0,7-2 15,-42 13-15,10 15 16,-3 5-16,4 0 15,-2 3 1,-3 3-16,-3 5 16,-2 5-16,5 0 15,6-5-15,4-6 16,8-11-16,6-6 16,3-5-16,1-4 15,8-12-15,-6 12 16,6-12-1,0 0-15,0 0 16,0 0-16,0 0 16,8-20-16,5-21 15,0-10-15,-2 12 16,-6 11-16,-2 9 16,0 10-16,-3 9 15,0 0 1,0 0-16,0 0 15,2 32-15,-2 26 16,-3-2-16,0-7 16,-1-10-16,2-2 15,-1-6-15,1-3 16,-1-1-16,2-4 16,1-7-16,2-7 15,-2-9-15,13 15 16,-13-15-16,28 12 15,-5-6 1,6 0-16,1 0 16,4 1-16</inkml:trace>
  <inkml:trace contextRef="#ctx0" brushRef="#br0" timeOffset="127148.18">7933 11340 0,'0'0'0,"0"0"0,0 0 0,0 0 16,0 0-16,-3 3 16,3-3-16,0 0 15,0 0-15,0 0 16,0 0-16,0 0 16,0 0-16,0 0 15,0 0 1,0 0-16,0 0 15,0 0-15,0 0 16,18-13-16,-18 13 16,14-10-16,-14 10 15,18-10-15,-18 10 16,21-12-16,-21 12 16,31-17-1,-15 8-15,-16 9 16,27-13-16,-27 13 15,24-7-15,-24 7 16,26-8-16,-26 8 16,24-7-16,-24 7 15,29-7-15,-11 5 16,-3 1-16,-15 1 16,32-1-16,-14 2 15,-1 4 1,0 1-16,1 0 15,1 0-15,-1 1 16,0 0-16,-18-7 16,29 9-16,-14-2 15,2-2-15,5 2 16,-1-1-16,1 0 16,1 2-16,-3-1 15,4 1 1,1-1-16,-2-1 15,0-2-15,-3 1 16,-2-3-16,2 1 16,-2 0-16,-1-1 15,0 1-15,1-1 16,2 0-16,1 1 16,-6-1-1,1 0-15,-16-2 16,29 1-16,-13 0 15,1-1-15,-2 0 16,1-1-16,-16 1 16,27-6-16,-10 0 15,1-1-15,3-2 16,3-3-16,-1-2 16,2-3-1,-1-4-15,0 2 0,1-3 16,5-4-1,1 0-15,0-1 16,0 9-16,-8 4 16,-1 5-16,4 1 15,1 3-15,2 0 16,-2 1-16,0 0 16,-5 2-16,3 0 15,0 4-15,-1 1 16,0 2-1,-7-2-15,-17-3 16,26 7-16,-26-7 16,25 5-16,-25-5 15,17 2-15,-17-2 16,0 0-16,24 0 16,-24 0-16,15-14 15,-5 1-15,0-15 16,1-10-1,-4 0-15,-2 4 16,-4 7-16,-1-1 16,-3 0-16,-1-1 15,0 0-15,0 5 16,-3 1-16,1 1 16,-1 5-16,-2 0 15,-1 0 1,-5-5-16,-4-4 15,0 3-15,-1 6 16,-1-2-16,-4-4 16,2 4-16,0-4 15,3 5-15,-2-1 16,-3-2-16,-2-4 16,0 0-16,2 4 15,-3 1-15,4 2 16,0 8-1,-4-1-15,-10 10 16,-1 5-16,-1 4 16,-1 0-16,3-1 15,-2 0-15,-3 0 16,-2 0-16,2 0 16,3-1-16,3-1 15,1-2 1,2-2-16,-2 1 15,-2 0-15,-3-2 16,1 2-16,3-1 16,8 0-16,2 0 15,0 0-15,3 0 16,2-1-16,0 0 16,0 0-16,2 0 15,0 0-15,2 0 16,18 0-1,-26 0-15,26 0 16,-20-2-16,20 2 16,-20-2-16,20 2 15,0 0-15,-23-8 16,23 8-16,-20-9 16,20 9-16,-19-8 15,19 8-15,0 0 16,-19-8-16,19 8 15,0 0 1,0 0-16,-18-3 16,18 3-16,0 0 15,-21 0-15,21 0 16,-21 0-16,21 0 16,-21 1-16,21-1 15,-28 6-15,28-6 16,-24 10-1,24-10-15,-16 4 16,16-4-16,0 0 16,-16 7-16,16-7 15,0 0-15,0 0 16,0 0-16,0 0 16,0 0-16,-16 10 15,16-10-15,0 0 16,0 0-1,0 0-15,0 0 16,0 0-16,0 0 16,0 0-16,0 0 15,0 0-15,0 0 16,0 0-16,0 0 16,0 0-16,-4 12 15,-1-1-15,-2 2 16,0 3-16,-1-2 15,1 4 1,-2 1-16,1 2 16,2-3-16,2-6 15,0 4-15,-3 5 16,2-2-16,0-2 16,1-5-16,4-12 15,-4 19-15,1-9 16,3-10-16,-4 20 15,2-7 1,-1-4-16,3-9 16,-2 16-16,2-16 15,0 0-15,0 14 16,0-14-16,1 19 16,1-4-16,2 0 15,-4-15-15,4 15 16,-4-15-16,0 0 15,5 10 1,-5-10-16,0 0 16,6 11-16,-6-11 15,0 0-15,0 0 16,6 15-16,-6-15 16,0 0-16,4 12 15,-4-12-15,0 0 16,6 11-16,-6-11 15,0 0 1,5 15-16,0-5 16,0 3-16,-1-2 15,-4-11-15,6 13 16,-6-13-16,3 19 16,-3-4-16,-3-2 15,3-13-15,-4 17 16,4-17-16,-7 20 15,7-20 1,-7 18-16,7-6 16</inkml:trace>
  <inkml:trace contextRef="#ctx0" brushRef="#br0" timeOffset="128065.3">9103 11409 0,'0'0'0,"0"0"16,0 0-16,0 0 16,0 0-16,0 0 15</inkml:trace>
  <inkml:trace contextRef="#ctx0" brushRef="#br0" timeOffset="129398.5">5889 11265 0,'0'0'0,"0"0"15,0 0-15,-6 0 16,6 0-16,0 0 15,-16-2-15,16 2 16,0 0 0,0 0-16,0 0 15,0 0-15,23-2 16,4-2-16,12-5 16,2-1-16,3-1 15,0 0-15,1 2 16,4-3-16,4 0 15,0 2-15,0 2 16,-4 2 0,-5 0-16,1-1 15,-5 1-15,-3 3 16,-9-1-16,-8 0 16,-20 4-16,23-8 15,-23 8-15,0 0 16,11-12-16,-11 12 15,-4-10-15,-12-1 16,-12 0-16,-18 3 16,-15 7-1,-2 5-15,-1 1 16,6 2-16,4 0 16,4 1-16,1 0 15,1-1-15,4 0 16,3 0-16,5-2 15,2 0-15,4-1 16,4 0-16,1-1 16,4 1-1,2-2-15,19-2 16,-21 2-16,21-2 16,0 0-16,0 0 15,0 0-15,0 0 16,0 0-16,15 16 15,17-6-15,15-2 16,11-7 0,2-4-16,3-4 15,0-3-15,-2-6 16,-2 0-16,-8-3 16,-11 2-16,-9 3 15,-7 4-15,-24 10 16,21-14-16,-21 14 15,0 0-15,6-12 16,-6 12-16,-18-13 16,-4 13-1,-8 15-15</inkml:trace>
  <inkml:trace contextRef="#ctx0" brushRef="#br0" timeOffset="213630.19">17661 4830 0,'0'0'0,"0"0"0,0 0 15,0 0-15,0 0 16,5 1-16,-5-1 16,20 10-1,-2-1-15,10 5 16,10 2-16,7-3 16,2-1-16,-1-5 15,2 2-15,2-4 16,5 0-16,-1 0 15,-2-5-15,-2 0 16,6 0-16,1 0 16,2 0-1,1 0-15,1 0 16,8 0-16,3-2 16,1-1-16,2-2 15,-3 0-15,0-2 16,-4 0-16,-5-1 15,-5 2-15,0-1 16,0 1-16,3-1 16,-2 1-1,-4 2-15,0-3 16,-1 3-16,2 1 16,1 1-16,-3-2 15,5 2-15,-4 0 16,0-1-16,-1 0 15,-5 1-15,-3-1 16,1-2-16,-2-3 16,0-5-1,0-3-15,-6 1 16,-1 0-16,-7-2 16,-5-2-16,-1 0 15,-8-3-15,-1 1 16,-2-1-16,-6-1 15,-1 1-15,-3-2 16,-3-2-16,-4-1 16,-5-3-16,-1-1 15,-8-3 1,-3-1-16,-3 5 16,-4-3-16,-4 1 15,-4 0-15,-4 2 16,1 2-16,-5 0 15,-4 2-15,-3-2 16,0 3-16,-1 0 16,-4 0-16,3 2 15,-2 1 1,0 1-16,-4 1 16,-1 0-16,1 3 15,0 4-15,-1-2 16,0 4-16,-1 0 15,3 4-15,-5 1 16,-3 4-16,2 2 16,1 0-16,7 1 15,-3 1-15,-2 3 16,-1 0 0,2-1-16,3 5 15,-1 0-15,1 2 16,2 1-16,1 0 15,1-2-15,-1 0 16,4 2-16,2 0 16,3-1-16,3 1 15,-3 0 1,2-1-16,-2 0 16,-1 1-16,0 1 15,0-2-15,2 0 16,2 0-16,6-1 15,5 0-15,1 0 16,3 2-16,0 2 16,0 1-16,-1 0 15,6 1 1,1 0-16,2-1 16,5 0-16,0 1 15,0 3-15,1 0 16,1 1-16,1 4 15,0 2-15,3 1 16,2 1-16,1-2 16,2-2-16,0 4 15,2 2-15,2 5 16,2 1 0,-1-2-16,1-3 15,0-1-15,1-2 16,-1 2-16,5-1 15,3 0-15,1 1 16,2-4-16,2 0 16,0-2-16,4-1 15,0-1 1,5 1-16,3 1 16,1-4-16,2-3 15,-1-4-15,3-2 16,0-4-16,0-1 15,-2-1-15,-1-3 16,0-2-16</inkml:trace>
  <inkml:trace contextRef="#ctx0" brushRef="#br0" timeOffset="-194616.69">5373 4818 0,'0'0'0,"0"0"0,4 0 15,-4 0-15,29-3 16,-2-1-16,15 0 15,9 1-15,-1-1 16,-8 2 0</inkml:trace>
  <inkml:trace contextRef="#ctx0" brushRef="#br0" timeOffset="-60349.61">3458 5070 0,'0'0'0,"-10"1"0,10-1 0,-28 5 16,12-3-16,16-2 16,-26 3-16,26-3 15,0 0-15,-15 0 16,15 0-16,0 0 16,0 0-16,18 3 15,21 6 1,35-1-16,23-11 15,4-2-15,-3-5 16,-3 1-16,4 0 16,7-3-16,9-2 15,-3-3-15,0-4 16,-4-5-16,-6-4 16,-1-1-16,-14 5 15,-13 3-15,-13 1 16,-12 5-1,-4 4-15,-10 2 16,-11 3-16,-24 8 16,25-8-16,-25 8 15,0 0-15,0 0 16,12-14-16,-13-2 16,-5-16-16,-9-19 15,-4-11 1,-6-14-16,-1-6 15,2 0-15,-1-6 16,4-4-16,4-15 16,4-4-16,3-7 15,5 10-15,-1 3 16,1 11-16,0 2 16,1 10-16,-3 11 15,-5 12-15,-7 11 16,-6 11-1,-1 10-15,-4 6 16,-6 6-16,-11 8 16,-16 5-16,-13 11 15,-8 14-15,-15 10 16,3 5-16,-11 8 16,6-1-16,11-5 15,5-4-15,16-5 16,-1 0-1,9-3-15,6-5 16,10-6-16,16-7 16,9-2-16,20-8 15,-29 10-15,12 0 16,-5 18-16,-2 17 16,4 11-16,7 9 15,4 12-15,5 14 16,5 6-16,5 15 15,5-7-15,3 1 16,2-2 0,2-14-16,3-4 15,-4-12-15,3-5 16,0-5-16,-1-8 16,-1-5-16,-1-9 15,-3-2-15,-1-6 16,-1-5-16,-5-5 15,0-3 1,-1-4-16,0-1 16,0 3-16,5 2 15,4 6-15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8T11:02:09.94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1976 4024 0,'0'0'0,"0"0"0,0 3 16,0-3-16,0 0 16,0 0-1,11 10-15,-11-10 16,29 9-16,-6-5 15,6-3-15,1 1 16,1-1-16,1 0 16,0 0-1,-3 1-15,-1-1 0,-1 1 16,3 5 0,2 3-16,4 4 0,2 1 15,-3 1 1,0-2-16,-5-1 15,0-2-15,1 1 16,2 0-16,3-2 16,1-2-16,-2-1 15,2 1-15,-1 0 16,2-2-16,5-2 16,5 0-16,6-1 15,4 1 1,-2-4-16,-2 0 15,4-4-15,4-3 16,1-2-16,-4 0 16,-9 0-16,-1 1 15,3 0-15,7 0 16,1 2-16,-1 1 16,-4 1-16,5-1 15,1 0 1,-2 1-16,-10 2 15,-4 4-15,6 0 16,8 4-16,3-2 16,-1-1-16,-7 1 15,6 0-15,6-5 16,3-4-16,-8 1 16,-4-3-16,2 3 15,10-3 1,4 1-16,-3 0 15,4-1-15,-2 0 16,0 2-16,-8 0 16,-7 1-16,3-1 15,4-1-15,-2-1 16,2 0-16,-1 1 16,-2 0-1,7-1-15,-2 1 16,-1-1-16,-3 4 15,-3 0-15,-3 1 16,1-2-16,-2 1 16,-3 5-16,2-2 15,-2 0-15,0 0 16,-1 0-16,-4 0 16,1 0-16,-2 0 15,2 0 1,2 0-16,-5 3 0,0 1 15,-3-2 1,-2 1-16,2-1 16,-1 1-16,6 0 15,-1-1-15,-4 2 16,-1-2-16,-3 1 16,2-7-16,6-5 15,-4 0-15,-1-2 16,0 7-1,1 6-15,1 2 16,-7-1-16,1-1 16,-2 0-16,2-4 15,-1-2-15,-2 0 16,0 1-16,0-1 16,-1 6-16,-3-1 15,-4 0-15,0 0 16,1-3-1,-1-2-15,-3-1 16,-2 2-16,-2 3 16,-2 2-16,0-1 15,-17-1-15,27 4 16,-27-4-16,27 4 16,-27-4-16,24 4 15,-24-4 1,24-1-16,-24 1 15,27-11-15,-27 11 16,16-6-16,-16 6 16,0 0-16,0 0 15,0 0-15,15-2 16,-15 2-16,0 0 16,0 0-16,0 0 15,0 0-15,0 0 16,0 0-16,0 0 15,0 0 1,0 0-16,0 0 16,0 0-16,0 0 15,0 0-15,0 0 16,0 0-16,0 0 16,0 0-16,0 0 15,0 0-15,0 0 16,0 0-1,0 0-15,0 0 16,0 0-16,0 0 16,16-6-16,-16 6 15,0 0-15,0 0 16,0 0-16,0 0 16,0 0-16,0 0 15,0 0-15,0 0 16,0 0-16,0 0 15,0 0 1,0 0-16,0 0 16,0 0-16,0 0 15,0 0-15,0 0 16,0 0-16,0 0 16,0 0-16,0 0 15,0 0-15,0 0 16,0 0-16,0 0 15,0 0 1,0 0-16,0 0 16,0 0-16,0 0 15,0 0-15,0 0 16,0 0-16,0 0 16</inkml:trace>
  <inkml:trace contextRef="#ctx0" brushRef="#br0" timeOffset="6450.81">4786 2894 0,'0'0'0,"0"0"0,-8-1 0,8 1 15,-38-8-15,12 5 16,-2-1-16,-2 0 16,1 0-16,1 1 15,-1 5-15,-8 3 16,-5 6-16,-1 10 16,0 14-1,0 6-15,3 5 16,3-1-16,8-5 15,2 1-15,4 15 16,4 11-16,7 4 16,7-6-16,2-8 15,6 12-15,2 10 16,2 0 0,4-17-16,1-4 15,3 3-15,4-3 16,0-6-16,2-7 15,4-4-15,7-7 16,6 1-16,-4-10 16,-5-11-16,6 3 15,8 2-15,9-5 16,5 0-16,-1-13 16,-4-15-1,2 3-15,-6-10 16,-1-5-16,8-6 15,-7-3-15,-3 4 16,-8 4-16,-13-4 16,-1 0-16,-5-4 15,-3 8 1,-5 11-16,-1 1 16,-1 2-16,-2 0 15,-6 13-15,9-15 16,-9 15-16,0 0 15,0 0-15,0 0 16,0 0-16,0 0 16,20 13-16,-5 15 15,1 5-15,0 7 16,6 8-16,-1 4 16,-3-11-16,-5-14 15,0-7 1,0 3-16,0-3 15,3 3-15,1-5 16,4-3-16,8-1 16,10-12-16,0 1 15,-1-3-15,-3-2 16,-2 1-16,-3-1 16,-1-3-1,1 2-15,3-1 16,7-1-16,2 0 15,3 1-15,-6 0 16,-2 1-16,0-1 16,6 4-16,2 1 15,7 2-15,0-1 16,-9-2-16,-5-2 16,-7-3-16,0-3 15,4 1 1,6-1-16,10 1 15,0 3-15,-9 1 16,-5 0-16,-6 0 16,12 1-16,9-2 15,2 0-15,-5 1 16,-12 1 0,-8 0-16,-3 1 15,-1 0-15,9-6 16,5 1-16,6-1 15,-1 0-15,-7 4 16,-1 7-16,-7-1 16,-2 0-16,10-1 15,8-7-15,4 2 16,-2-1-16,-12-2 16,-4 2-16,-6 0 15,-2 2 1,1-1-16,1 0 15,2 1-15,2-1 16,-2 0-16,3-2 16,0 1-16,-4-3 15,-4-9-15,-3-3 16,3-19-16,-4 10 16,-1-5-1,1-1-15,-5 4 16,1-8-16,1-2 15,-3-7-15,-2-5 16,-8-2-16,-3 6 16,0 0-16,-1-6 15,-2-11-15,-1-3 16,1 7-16,-1 7 16,0 7-16,-3-8 15,-2-3 1,0 0-16,-1 6 15,-3 7-15,-9 9 16,-17 2-16,-8-1 16,-4 5-16,-11 0 15,4 8-15,-13 8 16,-8 6-16,3 4 16,-9 3-16,4 0 15,3 3 1,-1 1-16,-7 2 15,2 0-15,-12 1 16,6-4-16,0-8 16,-5-9-16,16 4 15,-3-4-15,10-4 16,5 1-16,-5-1 16,-1-1-1,0 1-15,-5 2 0,3 9 16,-3 6-1,-2 1-15,-4 4 16,5 4-16,0 1 16,1 0-16,11-1 15,2-1-15,12 0 16,-5-1 0,0 0-16,10-8 15,-4-2-15,8 3 16,0-2-16,0 1 15,9 3-15,-2 4 16,-2 13-16,-13 23 16</inkml:trace>
  <inkml:trace contextRef="#ctx0" brushRef="#br0" timeOffset="8450.33">15452 2822 0,'0'0'0,"0"0"15,0 0-15,-4-6 16,4 6-1,-7-18-15,2 2 16,-4-2-16,0-8 16,-2-8-16,-10-4 15,-15-6-15,-7 0 16,-6 0-16,1 7 16,-2 4-1,-4 1-15,-1 6 16,-7 2-16,2 3 15,-4 4-15,-1 2 16,-7 6-16,-1 5 16,1 0-16,1 4 15,0 2-15,-6 4 16,1 0-16,-1 3 16,0 7-16,1 13 15,4 2-15,-4 5 16,6-1-16,2 1 15,5-1-15,12 8 16,4 9 0,3-1-16,2 3 15,4-5-15,3 1 16,4 8-16,5 5 16,3 2-16,1 3 15,3 10-15,4 6 16,4-1-16,3-8 15,3 2 1,5 5-16,4 3 16,5 4-16,7-7 15,6 1-15,14 7 16,5-4-16,8-1 16,15 8-16,-4-17 15,13 4-15,5-7 16,9-10-16,5-3 15,16-1 1,2-8-16,1 0 16,2-9-16,5-4 15,5-6-15,10-11 16,2-16-16,1-17 16,2-7-16,0-11 15,0-5-15,-11-11 16,4-8-1,-7-8-15,-14-5 16,-6-1-16,-16-8 16,-12 3-16,-9-3 15,-9-13-15,-11 6 16,-10-10-16,-10-6 16,-11 8-16,-10-2 15,-6-3-15,-11 2 16,-10-12-16,-6 6 15,-5-8-15,-14 3 16,-9 7 0,-10-4-16,-10 7 15,-13 2-15,-7 0 16,-14 10-16,-13 11 16,-19 4-16,-11 12 15,-19 7-15,-19 21 16,-30 35-16,-23 15 15,-29 31 1,-31 51-16,-22 11 16</inkml:trace>
  <inkml:trace contextRef="#ctx0" brushRef="#br0" timeOffset="15884.05">9397 5106 0,'0'0'0,"0"0"0,0 0 0,0 0 16,0 0-16,0 0 15,0 0-15,0 0 16,2-2-16,-2 2 16,0 0-16,0 0 15,15-7-15,-15 7 16,36-8-16,-4 2 15,5-1 1,-3 0-16,-4 1 16,-1 3-16,3-1 15,4 4-15,1 3 16,-4-2-16,-1 0 16,-5 0-16,-5 0 15,0 1-15,-2-1 16,0 2-16,1-1 15,-4 3 1,-2-3-16,-15-2 16,23 3-16,-23-3 15,0 0-15,0 0 16,17 6-16,-17-6 16,0 0-16,0 0 15,0 0-15,0 0 16,0 0-1,0 0-15,0 0 16,0 0-16,0 0 16,0 0-16,0 0 15,0 0-15,0 0 16,0 0-16,0 0 16,0 0-16,0 0 15,0 0-15,0 0 16,0 0-16,0 0 15,0 0 1,0 0-16,0 0 16,0 0-16,0 0 15,0 0-15,0 0 16,0 0-16,0 0 16,0 0-16,0 0 15</inkml:trace>
  <inkml:trace contextRef="#ctx0" brushRef="#br0" timeOffset="21551.4">9705 6477 0,'0'0'0,"0"0"0,0 0 16,0 0-16,5 2 15,-5-2-15,0 0 16,0 0-16,18 4 16,-18-4-16,21 0 15,-21 0-15,33 0 16,-13 0 0,3-2-16,-3 0 15,4-3-15,4 1 16,2-2-16,2 1 15,-1 0-15,1 0 16,2 0-16,-1-1 16,1 1-16,-1 0 15,-1 0-15,1 0 16,1-1 0,-5 3-16,-1 0 15,-1-2-15,1 1 16,1 0-16,-3 1 15,1-1-15,-2 0 16,-3 1-16,2 0 16,-5 1-16,0 1 15,-4-1-15,-15 2 16,25-2-16,-25 2 16,18-3-16,-18 3 15,0 0 1,15-2-16,-15 2 15,0 0-15,0 0 16,0 0-16,0 0 16,0 0-16,0 0 15,0 0-15,16 5 16,-16-5-16,0 0 16,0 0-16,0 0 15,0 0 1,0 0-16,0 0 15,0 0-15,0 0 16,0 0-16,0 0 16,0 0-16,0 0 15,0 0-15,0 0 16,0 0-16,0 0 16,11 10-1,-11-10-15,0 0 16,0 0-16,0 0 15,0 0-15,0 0 16,0 0-16,0 0 16,0 0-16,0 0 15,0 0-15,0 0 16,0 0-16,0 0 16,0 0-1,0 0-15,1 11 0,-1-11 16,0 0-1,0 0-15,0 0 16,0 0-16,0 0 16,0 0-16,0 0 15,0 0-15,0 0 16,0 0-16,0 0 16,0 0-16,0 0 15,0 0-15,0 0 16,0 0-1,0 0-15,0 0 16,0 0-16,0 0 16,0 0-16,0 0 15,0 0-15,0 0 16,0 0-16,0 0 16,0 0-16,0 0 15,0 0 1,0 0-16,0 0 15,0 0-15,0 0 16,0 0-16,0 0 16,0 0-16,0 0 15,0 0-15,0 0 16,0 0-16,0 0 16,0 0-16,0 0 15,0 0-15,0 0 16,0 0-1,0 0-15,0 0 16</inkml:trace>
  <inkml:trace contextRef="#ctx0" brushRef="#br0" timeOffset="22583.92">4600 4126 0,'0'0'0,"0"0"0,0 0 0,0 0 16,0 0-16,0 3 15,0-3-15,0 0 16,0 0-16,0 0 16,0 0-16,0 0 15,0 0-15,0 0 16,0 0-1,0 0-15,0 0 16,0 0-16,0 0 16,0 0-16,0 0 15,0 0-15,0 0 16,0 0-16,0 0 16,0 0-16,0 0 15,0 0 1,0 0-16,0 0 15,0 0-15,0 0 16,0 0-16,0 0 16,0 0-16,0 0 15,0 0-15,0 0 16,0 0-16,0 10 16,0-10-16,0 0 15,0 0-15,0 0 16,0 0-16,0 0 15,0 0 1,0 0-16,0 0 16,0 0-16</inkml:trace>
  <inkml:trace contextRef="#ctx0" brushRef="#br0" timeOffset="26983.21">15716 6529 0,'0'0'0,"0"0"0,0 0 0,0 0 16,0 0-16,0 0 15,0 0-15,0 4 16,0-4-16,0 0 16,0 0-1,0 0-15,0 0 16,1 10-16,-1-10 16,0 0-16,0 0 15,0 0-15,0 0 16,0 0-16,0 0 15,0 11-15,0-11 16,0 0-16,0 0 16,0 0-16,0 0 15,0 0-15,0 0 16,0 0-16,0 0 16,0 0-1,0 0-15,0 0 16,0 0-16,0 0 15,0 0-15,0 0 16,0 0-16,0 0 16,0 0-16,0 0 15,0 0-15,0 0 16</inkml:trace>
  <inkml:trace contextRef="#ctx0" brushRef="#br0" timeOffset="28900.18">15977 6519 0,'0'0'0,"0"0"0,0 0 16,0 0-16,0 0 16,0 0-16,-4 0 15,4 0-15,0 0 16,0 0-16,0 0 16,0 0-1,0 0-15,0 0 16,0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 1</inkml:trace>
  <inkml:trace contextRef="#ctx0" brushRef="#br0" timeOffset="30333.1">15366 6511 0,'0'0'0,"0"0"0,0 0 15,0 0-15,0 0 16,0 0-16,0 0 16,0 0-16,0 0 15,12-6-15,7-3 16,15-6-16,5 2 16,6-1-16,0 2 15,0 3-15,-4 2 16,-1-1-1,0 1-15,-1 3 16,-2-2-16,-4 4 16,-2-2-16,-2 4 15,-4 0-15,-4 0 16,-4 2-16,-17-2 16,24 2-16,-24-2 15,0 0-15,16 0 16,-16 0-1,0 0-15,0 0 16,0 0-16,0 0 16,0 0-16,0 0 15,0 0-15,0 0 16,15 8-16,-15-8 16,0 0-16,0 0 15,0 0-15,0 0 16,0 0-16,0 0 15,0 0 1,0 0-16,0 0 16,0 0-16</inkml:trace>
  <inkml:trace contextRef="#ctx0" brushRef="#br0" timeOffset="36550.07">11745 6488 0,'0'0'16,"0"0"-16,0 0 0,-6-2 0,6 2 15,0 0-15,0 0 16,0 0-16,0 0 16,0 0-16,0 0 15,40-6 1,8 2-16,15-2 15,6-4-15,0 2 16,3-2-16,4 1 16,3 1-16,-1-3 15,-5 3-15,-3-3 16,-6 2-16,-10 1 16,-6 0-1,-7 2-15,-10 1 16,-8 0-16,-23 5 15,24-5-15,-24 5 16,0 0-16,15-3 16,-15 3-16,0 0 15,0 0-15,0 0 16,0 0-16,0 0 16,0 0-1,0 0-15,0 0 16,0 0-16,0 0 15,0 0-15,0 0 16,0 0-16,0 0 16,0 0-16,0 0 15,0 0-15,0 0 16,0 0 0,0 0-16,0 0 15,0 0-15,0 0 16,0 0-16,0 0 15,0 0-15,0 0 16,0 0-16,0 0 16,0 0-16,0 0 15,0 0-15,0 0 16,0 0-16,0 0 16,0 0-16,0 0 15,0 0-15,0 0 16,0 0-1,0 0-15,0 0 16,0 0-16,0 0 16,0 0-16,0 0 15,0 0-15,0 0 16,0 0-16,0 0 16,0 0-16,0 0 15,0 0 1,0 0-16,0 0 15,0 0-15,0 0 16,0 0-16,0 0 16,0 0-16,0 0 15,-15-2-15,15 2 16,0 0-16,0 0 16,0 0-1,0 0-15,0 0 16,0 0-16,0 0 15,1-17-15</inkml:trace>
  <inkml:trace contextRef="#ctx0" brushRef="#br0" timeOffset="37699.61">16823 6356 0,'0'0'0,"-2"-4"0,2 4 0,-6-10 15,6 10-15,0 0 16,-5-12-16,5 12 16,0 0-16,23-8 15,0 7-15,12 2 16,11 2-16,9 0 16,5 2-1,1-2-15,-3 0 16,-4-3-16,-5-3 15,-6 2-15,-5 0 16,-7 0-16,-7 0 16,-8-1-16,-16 2 15,19 0-15,-19 0 16,0 0-16,0 0 16,0 0-16,16-3 15,-16 3-15,0 0 16,0 0-1,0 0-15,0 0 16,0 0-16,0 0 16,0 0-16,0 0 15,0 0-15,0 0 16,0 0-16,0 0 16,0 0-1,0 0-15,0 0 16,0 0-16,0 0 15,0 0-15,0 0 16,0 0-16,0 0 16,0 0-16,0 0 15,0 0-15,0 0 16,0 0-16,0 0 16,0 0-16,0 0 15,0 0-15,0 0 16,0 0-1,0 0-15,0 0 16,0 0-16,0 0 16,0 0-16,0 0 15,0 0-15,0 0 16,0 0-16,0 0 16,0 0-16,0 0 15,0 0 1,0 0-16,0 0 15,0 0-15,0 0 16,7-10-16,-7 10 16</inkml:trace>
  <inkml:trace contextRef="#ctx0" brushRef="#br0" timeOffset="39133.89">17413 5265 0,'0'0'0,"-6"-4"0,6 4 16,-13-13-16,13 13 16,-20-20-16,7 6 15,-2-1-15,-6-3 16,-1 0-16,-7-4 15,-10-5 1,-6-4-16,-6-2 16,-1 1-16,-5 0 15,-1 4-15,-5 0 16,-5 5-16,6 4 16,0 2-16,0 2 15,-2 4-15,-5 2 16,0 1-16,-1 3 15,1 0-15,-5 0 16,-1-1 0,-1 1-16,-5 1 15,3-2-15,3 2 16,4 1-16,3 0 16,1 0-16,-3 0 15,6 1-15,2 0 16,3 2-16,-1 3 15,2 2 1,1 1-16,3 0 16,0 1-16,1 0 15,-2 0-15,6-1 16,2 1-16,1 1 16,2 1-16,-2 2 15,-4 0-15,2 2 16,-3 0-16,-6 4 15,-3 4 1,0 1-16,1-1 16,0-1-16,0 1 15,1-1-15,6-3 16,4-1-16,4-2 16,2-1-16,4-2 15,4 0-15,0-2 16,2 2-16,1-1 15,-1 1 1,-1 2-16,1 2 16,1 0-16,-2 4 15,-2 3-15,3 0 16,2 1-16,3-3 16,-3 2-16,0 3 15,-1-1-15,0 2 16,4-2-16,2-5 15,4-2-15,5-2 16,2-1-16,1 6 16,0 4-1,3 0-15,1 4 16,3 3-16,8 0 16,6 0-16,9-12 15</inkml:trace>
  <inkml:trace contextRef="#ctx0" brushRef="#br0" timeOffset="56349.51">18580 6736 0,'0'0'0,"0"0"0,0 0 15,0 0-15,0 0 16,0 0-16,0 0 16,0 0-1,0 0-15,0 0 16,0 0-16,0 0 15,0 0-15,0 0 16,0 3-16,0-3 16,20 3-16,17 3 15,35 0-15,15-1 16,-1-1-16,11-2 16,-20 1-16,4 0 15,0 0 1,-8-2-16,12 1 15,-7-3-15,-2-6 16,-4 1-16,-13 0 16,-14 2-16,-10-1 15,-5-1-15,-5 0 16,-5-1-16,-20 7 16,22-9-16,-22 9 15,0 0 1,16-6-16,-16 6 15,0 0-15,0 0 16,0 0-16,11-11 16,-11 11-16,0 0 15,0 0-15,0 0 16,0 0-16,0 0 16,0 0-16,0 0 15,0 0-15,0 0 16,0 0-1,0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0-16,0 0 15,0 0 1,0 0-16,0 0 16,0 0-16,0 0 15,0 0-15,0 0 16,0 0-16,0 0 16,0 0-16,0 0 15,0 0-15,0 0 16,0 0-1,0 0-15,0 0 16,0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 1,0 0-16,0 0 16,0 0-16,0 0 15,0 0-15,0 0 16,0 0-16,0 0 16,0 0-16,0 0 15,0 0 1,0 0-16,0 0 15,0 0-15,0 0 16,0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0-16,0 0 15,0 0-15,0 0 16,0 0 0,0 0-16,0 0 15,0 0-15,0 0 16,0 0-16,0 0 16,0 0-16,0 0 15,0 0-15,0 0 16,0 0-16,0 0 15,0 0 1,0 0-16,0 0 16,0 0-16,0 0 15,0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0-16,0 0 16,0 0-16,0 0 15,0 0 1,0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0-16,0 0 15,0 0 1,0 0-16,0 0 16,0 0-16,0 0 15,0 0-15,0 0 16,0 0-16,0 0 15,0 0-15,0 0 16,0 0-16,8-9 16,-8 9-16,0 0 15,-1-13 1</inkml:trace>
  <inkml:trace contextRef="#ctx0" brushRef="#br0" timeOffset="80186.11">9700 5166 0,'0'0'0,"0"0"0,0 0 0,0 0 16,4 0-16,-4 0 15,0 0-15,0 0 16,27 2-16,-10-1 15,6 1-15,11-1 16,6-1-16,8-1 16,7-2-1,-9 1-15,1-2 16,-4 0-16,2 0 16,0 1-16,4-2 15,-1 2-15,-5-2 16,2 2-16,-4-2 15,0 2-15,-3-1 16,-4 1-16,2 0 16,-3-3-16,1-1 15,1-1-15,-3 1 16,-6-2 0,-4 5-16,-4-2 15,-18 6-15,25-7 16,-25 7-16,0 0 15,20-4-15,-20 4 16,0 0-16,17-5 16,-17 5-16,15-4 15,-15 4-15,0 0 16,19-6 0,-19 6-16,0 0 15,0 0-15,0 0 16,0 0-16,0 0 15,0 0-15,0 0 16,0 0-16,0 0 16,17-8-16,-17 8 15,0 0 1,0 0-16,0 0 16,0 0-16,0 0 15,0 0-15,0 0 16,0 0-16,0 0 15,0 0-15,0 0 16,0 0-16,0 0 16,0 0-1,0 0-15,0 0 16,0 0-16,0 0 16,0 0-16,0 0 15,0 0-15,0 0 16,0 0-16,16 0 15,-16 0-15,0 0 16,27-10-16,0 1 16,2-1-16,-3 3 15,-2 2-15,2 1 16,-2 1 0,-4 1-16,-4 0 15,-16 2-15,21-1 16,-21 1-16,0 0 15,0 0-15,20-4 16,-20 4-16,0 0 16,0 0-16,0 0 15,0 0-15,0 0 16,0 0 0,0 0-16,0 0 15,15 4-15,-15-4 16,0 0-16,23 0 15,6-4-15,14-2 16,4-3-16</inkml:trace>
  <inkml:trace contextRef="#ctx0" brushRef="#br0" timeOffset="121415.75">11582 8020 0,'0'0'0,"0"0"0,5-1 0,-5 1 16,22-3-16,-4 3 15,2-1-15,5-1 16,3 1-16,3 0 16,8-1-16,5 0 15,6 1-15,3-1 16,2 0-16,-2-1 16,5-4-1,-4 0-15,2 1 16,-1-1-16,3 1 15,1-1-15,0 2 16,7-2-16,4 0 16,1 1-16,-2-1 15,1 1-15,2 2 16,0 1 0,3 3-16,-3 0 15,2 2-15,-1 0 16,-4 1-16,-3-1 15,-1-2-15,3 1 16,-2 2-16,-4-3 16,-3 2-16,0-1 15,-1 0-15,-4-1 16,-9-2 0,-8-4-16,-5 0 15,-4-2-15,-3-1 16,-4 2-16,-5 0 15,-16 7-15,25-10 16,-25 10-16,22-8 16,-22 8-16,19-6 15,-19 6-15,0 0 16,17-6 0,-17 6-16,0 0 15,0 0-15,0 0 16,0 0-16,0 0 15,0 0-15,0 0 16,0 0-16,0 0 16,0 0-16,0 0 15,0 0-15,0 0 16,0 0 0,0 0-16,0 0 15,0 0-15,0 0 16,0 0-16,0 0 15,0 0-15,0 0 16,0 0-16,0 0 16,0 0-16,0 0 15,0 0-15,0 0 16,0 0-16,0 0 16,0 0-16,0 0 15,0 0 1,0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0-1,0 0-15,0 0 16,0 0-16,0 0 15,0 0-15,0 0 16,0 0-16,0 0 16,0 0-16,0 0 15,0 0-15,0 0 16,0 0 0,0 0-16,0 0 15,0 0-15,0 0 16,0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0-1,0 0-15,0 0 16,0 0-16,0 0 15,0 0-15,0 0 16,0 0-16,0 0 16,0 0-16,0 0 15,0 0-15,0 0 16,0 0-16,0 0 16,0 0-16,0 0 15,0 0-15,0 0 16,0 0-1,0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0-16,0 0 15,0 0 1,0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0-15,16-4 16,-16 4-16,0 0 15</inkml:trace>
  <inkml:trace contextRef="#ctx0" brushRef="#br0" timeOffset="138665.31">18893 3025 0,'0'0'0,"0"0"0,0 0 16,0 0-16,-4 0 15,4 0-15,0 0 16,0 0-16,3 13 15,8 2-15,16 15 16,18 6 0,7 3-16,-1-5 15,-7-3-15,-6-5 16,-4-1-16,-5-4 16,-6-2-16,-1 2 15,-8-10-15</inkml:trace>
  <inkml:trace contextRef="#ctx0" brushRef="#br0" timeOffset="138916.15">19209 3091 0,'0'0'0,"0"0"0,0 0 15,-2 3-15,1 9 16,-7 16-16,-5 22 16,-4 6-16,-2 4 15,0-3 1,3-6-16,1-9 16,3-1-16,1-7 15,4-2-15,6 3 16,5-8-16,0-7 15</inkml:trace>
  <inkml:trace contextRef="#ctx0" brushRef="#br0" timeOffset="139216.1">19656 3268 0,'0'0'0,"0"0"0,0 0 0,0 0 16,0 0-1,0 3-15,0-3 16,6 22-16,1 4 16,2 7-16,0 3 15,-2 4-15,-2-8 16,-1-4-16,-1-5 15,-3-5-15,1-5 16,0-2-16,-1-11 16,4 17-16</inkml:trace>
  <inkml:trace contextRef="#ctx0" brushRef="#br0" timeOffset="139481.82">20027 3216 0,'0'0'0,"0"0"0,0 0 0,0 0 16,13-4-16,8-4 15,15-1-15,12 3 16,4 3-16,1 1 15,-9 2-15,-6 0 16,-6 0-16,-7 0 16,-8 0-16,-17 0 15,23 0 1,-23 0-16</inkml:trace>
  <inkml:trace contextRef="#ctx0" brushRef="#br0" timeOffset="139731.6">19985 3473 0,'0'0'0,"0"0"16,0 0-16,0 0 16,0 0-16,11-2 15,7-1-15,14-3 16,5-3-16,7-4 15,6-2-15,0-4 16,-1 1-16,-2 1 16,1-2-16,-6 4 15</inkml:trace>
  <inkml:trace contextRef="#ctx0" brushRef="#br0" timeOffset="140165.13">20895 3179 0,'0'0'0,"0"0"16,0 0 0,0 0-16,0 0 15,0 0-15,0 0 16,0 0-16,0 0 15,0 0-15,0 0 16,13-1-16,4-1 16,3 1-16,1-1 15,5 0-15,2-2 16,-1 1 0,0-3-16,-3 2 15,-5 0-15,-19 4 16,31-6-16</inkml:trace>
  <inkml:trace contextRef="#ctx0" brushRef="#br0" timeOffset="140481.74">21484 2877 0,'0'0'0,"0"0"0,0 0 16,1 3-16,-1-3 15,9 28 1,-4 5-16,-4 12 16,-2 3-16,-3-1 15,-3-4-15,1-8 16,-2-2-16,-2 1 15,-1-1-15,2-2 16,2-7-16,2-7 16,1-2-1,4-15-15</inkml:trace>
  <inkml:trace contextRef="#ctx0" brushRef="#br0" timeOffset="141981.78">22647 2865 0,'0'0'0,"0"0"0,-4 0 0,4 0 16,0 0-16,0 0 15,0 0-15,0 0 16,0 0-16,0 0 16,0 0-16,-12 19 15,6 3-15,-3 15 16,-3 6-16,-1 4 16,-2 7-1,0 2-15,1-2 16,3-7-16,0-8 15,1-2-15,4-7 16,-1-8-16,4-5 16,-2-1-1,2-4 1,5 3 0,16 2-16,16-2 0,-1-5 15,6-10 1,4-8-16,0-8 15,2-1-15,-2-2 16,0-1-16,-9 2 16,-6 0-16,-6 6 15,-5 1-15,-17 11 16</inkml:trace>
  <inkml:trace contextRef="#ctx0" brushRef="#br0" timeOffset="142398.59">22467 3200 0,'0'0'0,"0"0"0,5 0 16,-5 0-16,0 0 16,0 0-16,0 0 15,0 0-15,0 0 16,19-1-16,-19 1 16,0 0-16,0 0 15,0 0 1,0 0-16,0 0 15,27-6-15,-2 0 16,8-3-16,0 0 16,9 1-16,-4 1 15,0 2 1,-4 0-16,-10 2 0,-7 0 16,-17 3-16,16-3 15,-16 3-15</inkml:trace>
  <inkml:trace contextRef="#ctx0" brushRef="#br0" timeOffset="142849.26">23155 3108 0,'0'0'0,"0"0"0,0 0 0,0 0 15,0 0-15,0 0 16,0 0-16,0 0 16,8 1-16,-8-1 15,36 2 1,-12-2-16,9-2 15,5-5-15,2-1 16,-1-1-16,-5 1 16,-5 1-16,-4 2 15,-3 1-15,-22 4 16</inkml:trace>
  <inkml:trace contextRef="#ctx0" brushRef="#br0" timeOffset="143149.17">23092 3320 0,'0'0'0,"5"2"15,-5-2-15,0 0 16,26 4-1,0-6-15,6-3 16,0-5-16,4-1 16,0-1-16,2 0 15,5-3-15,2 1 16,-7 2-16,-6 2 16,-10 1-16,-2 3 15,-1-2-15</inkml:trace>
  <inkml:trace contextRef="#ctx0" brushRef="#br0" timeOffset="144315.98">23987 2795 0,'0'0'0,"0"0"0,0 0 16,0 0-16,0 0 16,0 0-16,0 5 15,0-5-15,-7 22 16,-1 3-1,-7 17-15,-2 12 16,-2 1-16,5-5 16,2-8-1,2-2 1,3-7-16,2-9 16,1-8-16,1-5 15,3-11-15,-3 17 16,3-17-1,-2 15-15,2-15 16,-3 11-16,3-11 16,0 0-16,0 0 15,0 0-15,0 0 16,0 0-16,0 9 16,0-9-16,0 0 15,0 0-15,0 0 16,0 0-16,-2 11 15,2-11 1,0 0-16,0 0 16,0 0-16,0 0 15,0 0-15,0 0 16,0 0-16,0 0 16,0 0-16,-1 11 15,1-11-15,0 0 16,0 0-1,0 0-15,0 0 16,0 0-16,0 0 16,0 0-16,0 0 15,0 0-15,0 0 16,0 0-16,0 0 16,0 0-16,0 0 15,0 0-15,0 0 16,0 0-16,0 0 15,0 0 1,0 0-16,0 0 16,0 0-16,0 0 15,0 0-15,0 0 16,0 0-16,0 0 16,0 0-16,0 0 15,0 0 1,0 0-16,0 0 15,0 0-15,0 0 16,0 0-16,-1 10 16,1-10-16,0 0 15,0 0-15,0 0 16,0 0-16,0 0 16,0 0-16,0 0 15,0 0-15,0 0 16,0 0-16,0 0 15,0 0-15,0 0 16</inkml:trace>
  <inkml:trace contextRef="#ctx0" brushRef="#br0" timeOffset="146215.21">19357 4483 0,'0'0'0,"0"0"0,0 0 16,0 0-16,0 0 16,0 0-1,0-4-15</inkml:trace>
  <inkml:trace contextRef="#ctx0" brushRef="#br0" timeOffset="146600.26">19448 3712 0,'0'0'0,"0"0"16,0 0-16,0 0 15,0 0-15,0 0 16,4 0-16,-4 0 15,0 0-15,0 0 16,0 0-16,0 0 16</inkml:trace>
  <inkml:trace contextRef="#ctx0" brushRef="#br0" timeOffset="150565.57">19887 4421 0,'0'0'0,"0"0"0,-4-4 0,4 4 16,0 0-16,-13-11 15,13 11-15,-12-11 16,12 11-16,-17-11 16,17 11-16,-27-10 15,7 9-15,-6 4 16,-1 2-16,0 2 16,1 3-1,0 0-15,-2 3 16,-2 2-16,0 4 15,1 2-15,7 3 16,2 0-16,4 3 16,7 3-16,-1 0 15,2 5-15,2 4 16,3 2-16,5-2 16,10-5-16,2-8 15,5 1 1,3-6-16,1-6 15,3-1-15,1-4 16,1-1-16,6-3 16,11-2-16,3-5 15,3-8-15,-6-11 16,-7-1-16,-3-3 16,-4-7-16,1-5 15,-1-2-15,-5-4 16,-8 5-1,-9 2-15,-5 2 16,-9 4-16,-3 2 16,-4 1-16,-2 7 15,-5 2-15,-6 0 16,-5 3-16,-2 4 16,-2 7-16,7 3 15,6 2-15,21-2 16,-31 11-1,31-11-15</inkml:trace>
  <inkml:trace contextRef="#ctx0" brushRef="#br0" timeOffset="150931.76">20233 4608 0,'0'0'0,"0"0"0,0 0 0,0 0 15,5 2-15,-5-2 16,24 13-16,-1-4 16,8-2-16,11-3 15,1-8-15,3-2 16,-1-1-16,-4-1 16,2 0-16,-1 0 15,0 0 1,-5 1-16,-4 3 15,-5 0-15,-8 1 16,-20 3-16</inkml:trace>
  <inkml:trace contextRef="#ctx0" brushRef="#br0" timeOffset="151315.57">20605 4460 0,'0'0'0,"0"0"16,0 0-16,0 0 16,0 6-16,0-6 15,-2 24-15,1 3 16,0 17-1,-1 15-15,-3 3 16,-1-5-16,-1-7 16,-3 8-1,1-6 1,1 2-16,-2-11 16,6-19-16,2-7 15,2-17-15,-2 11 16,2-11-16,0 0 15,-1 11 1,1-11-16</inkml:trace>
  <inkml:trace contextRef="#ctx0" brushRef="#br0" timeOffset="163981.79">21272 4505 0,'-2'-6'0,"2"6"0,0 0 0,-7-13 15,7 13 1,0 0-16,0 0 15,0 0-15,-18 2 16,18-2-16,-24 21 16,2 1-16,4 15 15,8 24-15,3 3 16,14-8-16,1-5 16,5-3-1,-1-8-15,5-4 16,9-2-16,2-8 15,3-7-15,3-11 16,-1-12-16,0-9 16,1-7-16,0-9 15,-3-4-15,-10-8 16,-10-12 0,-18-11-16,-4 0 15,-9 13-15,-8 20 16,-3 2-16,-7 4 15,-1 12-15,-15 18 16,-9 19-16,-9 10 16,-14 18-16</inkml:trace>
  <inkml:trace contextRef="#ctx0" brushRef="#br0" timeOffset="164831.97">19368 4120 0,'0'-4'0,"0"4"0,-1-10 16,1 10-16,0 0 16,0 0-16,0 0 15,-31 27-15,-9 53 16,10 11 0,5-14-16,18 30 0,10-12 15,12 19 1,22 7-16,4-22 15,81 36 1,37-23 0,2-8-16,-14-23 15</inkml:trace>
  <inkml:trace contextRef="#ctx0" brushRef="#br0" timeOffset="165266.4">21895 4117 0,'0'0'0,"0"0"0,0 0 16,0 0-16,11 9 15,15 16-15,20 18 16,10 15 0,2 12-16,-6 9 0,-8 12 15,-6 4-15,-31 31 31,-21-2-15,-25-1-16,-20-18 16,14-24-16,-18 3 15,2-7-15,4-9 16,9-12-16,17-23 16,-2-2-16,0-2 15,6-16 1</inkml:trace>
  <inkml:trace contextRef="#ctx0" brushRef="#br0" timeOffset="167232.07">18474 4443 0,'0'0'0,"0"0"16,0 0-16,0 0 15,0 0-15,0-5 16,0 5-16,0 0 15,0 0 1,0 0-16,0 0 16,0 0-16,0 0 15,-28 5-15,-1 8 16,-6 4-16,6 0 16,10-2-16,4 4 15,6 8-15,4 7 16,10 4-16,12 5 15,6 1-15,4-1 16,4-5 0,4 4-1,1-4 1,-5-2-16,-9-12 16,-14-12-16,-7-2 15,-10 5-15,-10 1 16,-9 0-16,-3-5 15,2-7 1,2-3-16,6-1 16,5 0-16,16 0 15,-17 0-15,17 0 16,0 0-16</inkml:trace>
  <inkml:trace contextRef="#ctx0" brushRef="#br0" timeOffset="167464.47">18810 4695 0,'0'0'0,"0"0"0,0 0 0,0 0 16,0 0-16,0 8 15,0 9-15,2 10 16,-4 8-16,-1 2 15,-2 7-15,0-4 16,0 4 0,2-12-16</inkml:trace>
  <inkml:trace contextRef="#ctx0" brushRef="#br0" timeOffset="167632.22">18817 4468 0,'0'0'0,"0"0"0,0 0 0,0 0 16,0 0-16,3 7 16,1 9-16,6 15 15</inkml:trace>
  <inkml:trace contextRef="#ctx0" brushRef="#br0" timeOffset="170165.2">22645 4527 0,'0'0'0,"0"0"0,0 0 15,0 0-15,0 0 16,0 3-16,0-3 16,10 16-1,0-3-15,1 4 16,2 0-16,3 0 16,0-1-16,0-4 15,-16-12-15,20 16 16,-20-16-16,0 0 15,16 11-15,-16-11 16,0 0-16,0 0 16,0 0-1,0 0-15,0 0 16,0 0-16,15 7 16,-15-7-16,0 0 15,0 0-15</inkml:trace>
  <inkml:trace contextRef="#ctx0" brushRef="#br0" timeOffset="170599.03">22591 4718 0,'0'0'0,"0"0"0,0 0 15,0 0-15,0 0 16,-5-1-16,5 1 15,0 0-15,0 0 16,0 0-16,35-11 16,-2 2-16,3 1 15,0 0 1,-5 1-16,-6 4 16,-7 0-16,-18 3 15,19-3-15,-19 3 16,0 0-16,16 0 15,-16 0-15,0 0 16,0 0-16,0 0 16,0 0-16,0 0 15</inkml:trace>
  <inkml:trace contextRef="#ctx0" brushRef="#br0" timeOffset="170981.69">22578 4591 0,'0'0'0,"0"0"0,0 0 16,0 0-16,0 0 15,0 0-15,7 5 16,-7-5-16,31 23 16,-3-4-1,10 4-15,5 2 16,1-1-16,0-1 15,-7-3-15,-6-5 16,-6-3-16,-9-3 16,-16-9-1,11 17 1,-28 3 0,-27 17-16,-12 3 15,-8 0-15,1-5 16,-3-4-16,4-3 15,7-4-15,-2-2 16,14-6-16,13-4 16,3-2-16,11-3 15,16-7-15,-18 7 16</inkml:trace>
  <inkml:trace contextRef="#ctx0" brushRef="#br0" timeOffset="171548.48">22568 5380 0,'0'0'0,"0"0"16,0 0-16,0 0 15,8-7-15,11-7 16,25-14 0,19-3-16,4 4 15,-1 3-15,-6 4 16,-6 3-16,-4 2 15,0-1-15</inkml:trace>
  <inkml:trace contextRef="#ctx0" brushRef="#br0" timeOffset="172147.99">23471 4738 0,'0'0'0,"0"0"0,0 0 16,-3 1-16,3-1 15,-28 18 1,4 0-16,3 3 15,1 3-15,7 8 16,6 7-16,3-1 16,6 1-16,4-6 15,9-3-15,7-7 16,12-3-16,2-11 16,8-26 15,4-28-31,-8-23 15,-14 5-15,-16 15 16,-12 4-16,-7 5 16,-9 6-16,-12 8 15,-3 8-15,-12 11 16,-3 14-16,4 10 16,9 7-16,11-1 15</inkml:trace>
  <inkml:trace contextRef="#ctx0" brushRef="#br0" timeOffset="172948.79">23937 4871 0,'0'0'0,"0"0"16,0 0-16,9 5 15,9 5-15,13 1 16,6-5-16,0-4 16,-3-2-1,-7-3-15,-1 0 16,-1-1-16,-1-3 15,-2 3-15,-2 0 16,-20 4-16,21-9 16,-21 9-16,6-15 15,-7 4-15,-6-3 16,-5 1-16,-3-3 16,-1 5-16,16 11 15,-28-16 1,28 16-16,-17-5 15,17 5-15,0 0 16,0 0-16,0 0 16,-2 19-16,11 8 15,11 9-15,7 3 16,-2-3-16,-4-5 16,-6-10-1,-4-1-15,-6-2 16,-7 1-16,-8 5 15,-7 5-15,-6 8 16</inkml:trace>
  <inkml:trace contextRef="#ctx0" brushRef="#br0" timeOffset="173365.71">24712 4600 0,'0'0'0,"0"0"0,0 0 0,0 0 0,0 0 16,0 6-16,-2 6 16,-2 15-16,1 22 15,-5 20-15,-6 16 16,-2 1-16,-5 11 31,6-11-15,4-19-16,6-18 15,2-21-15,2-11 16,-1 3-16,1 1 16,2-1-16,-1-10 15,0-10-15,0 0 16,0 0-16</inkml:trace>
  <inkml:trace contextRef="#ctx0" brushRef="#br0" timeOffset="174031.49">24805 4412 0,'0'0'0,"-4"-2"0,4 2 16,-27-8-16,-17 10 16,-12 9-16,4 8 15,8 3 1,6 6-16,0 7 15,3 11-15,-2 15 16,3 14-16,0 3 16,8 12-16,13-6 15,8-1-15,11 2 16,-1-17-16,4 9 16,41 28-1,11-8 1,3-15-1,-13-34-15,-29-29 16,7-8-16,8-3 16,25-18-16,11-18 15,-10-24-15,-5-33 16,-8 16-16,-39 29 16,11-72-16,-12 11 15,-6 3 1,0 29-16,-3 3 15,-1 10-15,-1 2 16,-45-64-16,25 75 16,-6 2-16,-3 12 15,2 10-15,-7 4 16,0 6-16,-1 5 16,4 8-16,5 7 15,4 2 1,6 2-16</inkml:trace>
  <inkml:trace contextRef="#ctx0" brushRef="#br0" timeOffset="177415.62">23903 5662 0,'0'0'0,"0"0"0,0 0 15,0 0-15,4-3 16,-4 3-16,40-8 16,11 0-1,12-1-15,13-1 16,10-1-16,-2 0 16,5 0-16,3 0 15,0-2-15,-3 3 16,11 3-16,-6 1 15,-8 3-15,-7-1 16,-60 4 0,12 0-16,5 0 15,-7 0-15,-9 0 16,-20 0-16,23 0 16,-23 0-16,0 0 15,0 0-15,0 0 16,0 0-16,0 0 15,0 0-15,0 0 16,0 0-16,-44 6 16,-93 4-1,68-4-15,-14 1 16,-6 3-16,-8 1 16,14 1-16,7 0 15,-4 1-15,1-1 16,1-1-16,1 1 15,5-1-15,9-1 16,15 0-16,9-1 16,13-2-1,10-4-15,16-3 16,0 0-16,0 0 16,0 0-16,0 0 15,79-23-15,7 8 16,6 2-16,9 1 15,3 4-15,-2 0 16,1 4-16,-5 0 16,7 0-1,-19 1-15,-12 1 16,-12 0-16,-62 2 16,28 0-16,-28 0 15,23 0-15,-23 0 16,0 0-16,0 0 15,0 0-15,0 0 16,-75-14 0,-15 10-16,-18 5 15,-11 9-15,12 1 16,4 1-16,6 0 16,8 0-16,16-4 15,14 0-15,7-2 16,8 0-16,12-3 15,9 1-15,23-4 16,-21 0-16,21 0 16,0 0-16,0 0 15,45 0 1,27 0-16,15-6 16,10-2-16,8 2 15,-1-4-15,-3 3 16,-4-1-16,2 3 15,-17-1-15,-9 3 16,-11-1-16,-62 4 16,27-1-16,-27 1 15,21-3 1,-21 3-16,0 0 16,0 0-16,15-1 15,-15 1-15,0 0 16,0 0-16,0 0 15,-21-1-15,-2-1 16,4 1-16,19 1 16,-26-3-16,26 3 15,-20-3 1,20 3-16,0 0 16,-19-3-16,19 3 15,0 0-15,0 0 16,-18-6-16,18 6 15</inkml:trace>
  <inkml:trace contextRef="#ctx0" brushRef="#br0" timeOffset="179732.18">22360 3820 0,'0'0'0,"0"0"15,0 0-15,0 0 16,-4-2-16,4 2 15,0 0-15,0 0 16,0 0-16,0 0 16,0 0-16,0 0 15,0 0-15,0 0 16,38-16 0,-9 8-16,5 1 15,8-3-15,6 1 16,11 0-16,7 1 15,2 3-15,-2 2 16,2-1-16,3 0 16,7 0-16,1 0 15,-5-1-15,4-5 16,-2 2-16,3-3 16,-2-1-1,-3 0-15,-4 1 16,-7 0-16,0 0 15,-9 3-15,-2-1 16,-2 1-16,-5-3 16,-5 1-16,-5 0 15,0 0-15,0 1 16,-4 1 0,-2 3-16,-6-1 15,-6 2-15,-17 4 16,23-3-16,-23 3 15,0 0-15,15-4 16,-15 4-16,0 0 16,0 0-16,0 0 15,0 0-15,0 0 16,0 0 0,12-11-16,-12 11 15,0 0-15,5-14 16,-2 2-16,1-6 15,-1-7-15,1-3 16,-1-6-16,1 0 16,-1-7-16,1-1 15,-1-3 1,1-4-16,-1-8 16,1-7-16,-1-2 15,-3-2-15,-4 6 16,-6 0-16,1 3 15,-2-3-15,0-1 16,0 3-16,-2 2 16,0 11-16,0 5 15,-1 0-15,-1 4 16,1 5-16,-3 2 16,1 7-16,2 3 15,-1 5 1,1 4-16,-2 1 15,-2 4-15,-4 1 16,-15 4-16,-10 6 16,-6 2-16,-4 4 15,-2 4-15,-13 4 16,-5 3-16,-15 3 16,1 2-1,-8-2-15,1 3 16,5-3-16,-1 1 15,3-2-15,0-4 16,0-2-16,9-6 16,7-4-16,6-2 15,7-5-15,6 0 16,9-2-16,14 2 16,12 0-1,21 0-15,-23 0 16,23 0-16,0 0 15,0 0-15,-17 0 16,17 0-16,0 0 16,0 0-16,0 0 15,0 0-15,0 0 16,0 0-16,0 0 16,-7 18-1,7 17-15,0 22 16,0 9-16,1 11 15,2 6-15,2 2 16,3 5-16,2 4 16,0 0-16,2 5 15,-1 2-15,1-10 16,-2-3-16,2-8 16,-3-5-1,-1-4-15,2-5 16,-4-9-16,1-9 15,-2-9-15,-2-8 16,3-8-16,-3-5 16,1-5-16,-4-13 15,4 14-15,-4-14 16,0 0-16,0 0 16,0 0-16,0 0 15,0 0 1,0 0-16,0 0 15,0 0-15,0 0 16,3-12-16,-3 12 16,-6-14-16,6 14 15,-1-9-15,1 9 16,0 0-16,0 0 16,0 0-16,0 0 15,0 0 1,0 0-16,0 0 15,0 0-15,0 0 16,0 0-16,0 0 16,-4-11-16,4 11 15,0 0-15,4-13 16</inkml:trace>
  <inkml:trace contextRef="#ctx0" brushRef="#br0" timeOffset="181098.87">23573 3820 0,'0'0'0,"0"0"0,0 0 16,0 0-1,0-2-15,0 2 16,0 0-16,0 0 16,0 0-16,0 0 15,0 0-15,0 0 16,28-1-16,-6 8 16,2 6-16,2 9 15,6 12-15,1 4 16,3 7-1,0 1-15,-5-3 16,1 4-16,-2-1 16,2 0-16,0 2 15,-4-4-15,-4-4 16,-5-7-16,-5-4 16,-1-3-16,-2-6 15,-3-4 1,-2-4-16,-6-12 15,6 14-15,-6-14 16,0 0-16,5 11 16,-5-11-16,0 0 15,0 0-15,0 0 16,0 0-16,-18-4 16,2 1-16,0-3 15,-2-1 1,2 2-16,1-3 15,15 8-15,-22-13 16,22 13-16,0 0 16,0 0-16,0 0 15,-14-10-15,14 10 16,0 0-16,0 0 16,0 0-1,0 0-15,11 15 16,-11-15-16,7 12 15,-7-12-15,0 0 16,2 9-16,-2-9 16,-15 9-16,-6-3 15,-8-2-15,-4-4 16,0-3-16,4 1 16,8-1-16,4 1 15,17 2-15,-21-5 16,21 5-1,0 0-15,0 0 16,0 0-16,0 0 16,0 0-16,0 0 15,24-5-15,11 10 16,3 4-16,1 1 16,1 1-16,-2 0 15,-2 1-15,-6-4 16,-1 0-16,-7-2 15,-5 0 1,-17-6-16,18 3 16,-18-3-16,0 0 15,0 0-15,21-17 16,-17 2-16,-1-8 16,-2-4-16,-1-1 15,-1 2 1,-2 5-16,1 4 15,0 5-15,-1 0 16,3 12-16,-4-12 16,4 12-16</inkml:trace>
  <inkml:trace contextRef="#ctx0" brushRef="#br0" timeOffset="181781.69">23654 3708 0,'0'0'0,"0"0"16,0 0-16,0 0 15,0 0-15,0 0 16,0 2-16,0-2 16,-2 15-16,-3 5 15,-5 14-15,-3 6 16,-1 2-16,0-3 15,1-1 1,1 0-16,-3 3 16,1-2-16,2-1 15,4-9-15,3-3 16,1-9-16,3-4 16,1-13-16,-1 14 15,1-14-15,0 0 16,0 0-1,7-14-15,4-11 16,0-14-16,-1-6 16,-6-1-16,-4-1 15,-3 5-15,-1 4 16,3 8-16,-2 6 16,0 3-16,3 6 15,2 2-15,2 2 16,8 0-16,15 1 15,18 3 1,16 5-16,9 6 16,0 3-16,-5 3 15,-9-1-15,-11 2 16,-9 0-16,-2-1 16,-6-1-16,-6 0 15,-3-3-15,-19-6 16</inkml:trace>
  <inkml:trace contextRef="#ctx0" brushRef="#br0" timeOffset="186182.34">21031 6998 0,'0'0'0,"0"0"16,0 0 0,0 0-16,0 0 15,-8 5-15,8-5 16,-35 18-16,7-6 15,-15-10-15</inkml:trace>
  <inkml:trace contextRef="#ctx0" brushRef="#br0" timeOffset="187166.37">20448 6498 0,'0'0'0,"0"0"16,0 0 0,0 0-16,0 0 15,0 0-15,-3 2 16,3-2-16,0 14 15,2 3-15,3 11 16,7 6-16,1-1 16,2 3-16,4 4 15,3 2-15,3 1 16,0-2 0,-2-3-16,4 4 15,-3-1-15,-1-2 16,-3-8-16,-3-2 15,-2-5-15,0-3 16,-3-2-16,0-3 16,-1-5-16,-11-11 15,15 16-15,-15-16 16,0 0-16,9 11 16,-9-11-1,0 0-15,0 0 16</inkml:trace>
  <inkml:trace contextRef="#ctx0" brushRef="#br0" timeOffset="187565.77">20889 6643 0,'0'0'0,"0"0"0,0 0 16,0 0-16,0 0 16,0 0-16,-1 2 15,1-2 1,-17 28-16,-3 2 15,-8 9-15,-7 6 16,-9 9-16,-5 2 16,2 2-16,6-9 15,5-5-15,1-3 16,2-1-16,2-3 16,6-3-16,3-5 15,6-10 1,6-4-16,3-4 15,7-11-15,-7 11 16,7-11-16</inkml:trace>
  <inkml:trace contextRef="#ctx0" brushRef="#br0" timeOffset="188449.84">21063 7263 0,'0'0'0,"0"0"0,0 0 16,0 0-16,0 0 16,0 0-16,2-2 15,-2 2 1,20-13-16,-2 2 15,5-3-15,4 2 16,1 3-16,0 3 16,-7 2-16,0 3 15,-21 1-15,24 10 16,-14 5 0,-4 11-16,-7 10 0,-11 7 15,-9 7-15,-6 0 16,-9 3-1,-5-3-15,1-3 16,-9-3-16,8-7 16,3-6-16,6-5 15,12-10-15,4-5 16,16-11-16,-21 14 16,21-14-16,0 0 15,0 0 1,0 0-16,0 0 15,0 0-15,0 0 16,20-15-16,16-6 16,9-1-16,-2 9 15,5 1-15,1 0 16,3 3-16,-8 3 16,-6 0-16,-7 4 15,-5-1-15,-4 2 16,-4-1-1,-18 2-15,27-2 16,-27 2-16,25-3 16,-4 3-16</inkml:trace>
  <inkml:trace contextRef="#ctx0" brushRef="#br0" timeOffset="190281.4">21285 7165 0,'0'0'0,"0"0"16,0 0-16,-3-3 16,3 3-16,0 0 15,0 0-15,0 0 16,0 0-16,0 0 16,-9 15-16,-3 41 15,-3 31 1,-1 6-16,2 1 0,-1-3 15,0-10 1,-4-10-16,-1-10 16,-1-10-16,3-13 15,5-11-15,6-12 16,7-15-16,-12 13 16,12-13-16,-12-17 15,7-24-15,4-25 16,8-15-16,4-4 15,1 5-15,-1 8 16,0 11 0,1 8-16,-1 15 15,0 10-15,-4 10 16,-2 3-16,-5 15 16,0 0-16,0 0 15,24 13-15,-9 26 16,-6 30-16,-10 14 15,-8 3 1,-5-6-16,-2-5 16,0-5-16,1-16 15,2-10-15,3-13 16,4-11-16,4-9 16,2-11-16,0 0 15</inkml:trace>
  <inkml:trace contextRef="#ctx0" brushRef="#br0" timeOffset="190698.67">21709 6964 0,'0'0'0,"0"0"16,0 0-16,0 0 15,0 0-15,0 0 16,0 0-16,5 0 16,-5 0-16,43-7 15,-6 2-15,1-3 16,-2 0-16,-2 1 15,-4 3 1,-4-2-16,-2 2 16,-7 1-16</inkml:trace>
  <inkml:trace contextRef="#ctx0" brushRef="#br0" timeOffset="190998.74">21691 7251 0,'0'0'0,"0"0"15,0 0-15,0 0 16,0 0-16,0 0 16,11-5-16,11-4 15,10-1-15,7 1 16,6 0-16,1 0 15,-1 0-15,-8 1 16,-6 2-16,-6 0 16,-6 3-1,-4 0-15,6-4 16</inkml:trace>
  <inkml:trace contextRef="#ctx0" brushRef="#br0" timeOffset="191798.83">22449 6629 0,'0'0'0,"0"0"16,0 0-16,0 0 0,0 0 15,1 11-15,3 17 16,2 26-16,0 9 16,-5 11-16,-4 3 15,-4-6-15,-4 0 31,-3 10-31,-1-3 16,5-13 0,2-22-16,4-22 15,4-21-15,0 0 16,0 0-16,0 0 16,0 0-16,0 0 15,0 0-15,0 0 16,-15 5-16,15-5 15,0 0-15,-1 11 16,1-11 0,0 0-16,0 0 0,0 0 15,0 0 1,0 0-16,0 0 16,0 0-16,0 0 15,0 0-15,0 0 16,0 0-16,0 0 15,0 0-15,0 0 16,0 0 0,-1 11-16,1-11 15,0 0-15,0 0 16,0 10-16,0-10 16,0 0-16,0 0 15,0 0-15,0 0 16,0 0-16,0 0 15,0-25-15</inkml:trace>
  <inkml:trace contextRef="#ctx0" brushRef="#br0" timeOffset="192747.72">23687 6563 0,'0'0'0,"0"0"16,0 0-16,0 0 16,0 0-1,0 0-15,0 0 16,-3 4-16,-1 9 16,-4 10-16,-5 10 15,-1 6-15,-1 2 16,0-2-16,-5 21 31,1 11-31,4-1 16,4-11-1,7-25-15,0-9 16,2-4-16,2-6 16,2-2-16,0-4 15,-2-9-15,9 15 16,-9-15-16,21 8 15,-5-6-15,6-6 16,11-3-16,6-3 16,-1-1-16,-6 1 15,-15 3 1,-3-4-16,-7-4 16,-7-4-16</inkml:trace>
  <inkml:trace contextRef="#ctx0" brushRef="#br0" timeOffset="193148.18">23425 6880 0,'0'0'0,"0"0"0,0 0 0,0 0 0,0 0 16,0 0-16,5 0 15,-5 0-15,27 0 16,-5-1-16,2-1 15,2-2-15,-4 0 16,0-1-16,-2 2 16,-3 1-16,-1-1 15,-16 3-15,28-5 16,-9 3 0,3-1-16,-4-4 15</inkml:trace>
  <inkml:trace contextRef="#ctx0" brushRef="#br0" timeOffset="193548.22">24002 6880 0,'0'0'0,"0"0"0,0 0 0,0 0 16,0 0-16,0 0 15,0 0-15,0 0 16,5-2-16,-5 2 16,22-8-16,-4 2 15,5 0-15,2-1 16,-4 2 0,0 1-16,0-1 15,-1 4-15,-2-1 16,-18 2-16,30-2 15</inkml:trace>
  <inkml:trace contextRef="#ctx0" brushRef="#br0" timeOffset="193831.15">24036 7087 0,'0'0'0,"0"0"0,0 0 16,0 0-16,0 0 15,11 4-15,-11-4 16,30 9 0,-13-8-16,1-2 15,6-2-15,4-1 16,6-7-16,1-4 15,0 2-15,-4-2 16,-4 4-16,1-1 16</inkml:trace>
  <inkml:trace contextRef="#ctx0" brushRef="#br0" timeOffset="194398.19">24564 6890 0,'0'0'0,"0"0"0,0 0 0,0 0 16,0 0-16,0 0 15,0 0-15,0 0 16,3 3-16,-3-3 16,0 0-16,25 6 15,-25-6-15,26 5 16,-7-6 0,11-5-16,2 0 15,-3-1-15,-4 1 16</inkml:trace>
  <inkml:trace contextRef="#ctx0" brushRef="#br0" timeOffset="195749.61">24970 6645 0,'0'0'0,"0"0"0,0 0 15,0 0-15,0 0 16,0 0-16,0 0 16,0 3-1,0-3-15,-3 27 16,1 0-16,-1 7 15,-1 1-15,-2 3 16,1 2-16,0 6 16,0 1-16,-3 12 31,1 1-31,3-11 16,1-6-1,-1-19-15,3-7 16,0-6-16,1-11 15,-3 15-15,3-15 16,0 0-16,0 0 16,0 0-16,-4 11 15,4-11-15,0 0 16,0 0-16,0 0 16,0 0-1,0 0-15,-7 10 16,7-10-16,0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 1,0 0-16,-17 9 15,17-9-15,0 0 16,0 0-16,0 0 16,-18 1-16,18-1 15,0 0-15,0 0 16,0 0-16,0 0 16,0 0-16,0 0 15,0 0 1,0 0-16,0 0 15,0 0-15,-15-1 16,15 1-16,0 0 16,0 0-16,0 0 15,0 0-15,0 0 16,0 0-16,0 0 16,0 0-16,0 0 15,0 0 1,0 0-16,0 0 15,0 0-15,0 0 16,0 0-16,0 0 16,0 0-16,0 0 15,0 0-15,0 0 16,0 0-16,0 0 16,0 0-16,0 0 15,0 0-15,0 0 16,0 0-1,0 0-15,0 0 16,0 0-16,0 0 16,0 0-16,0 0 15,0 0-15,0 0 16,0 0-16,0 0 16,0 0-16</inkml:trace>
  <inkml:trace contextRef="#ctx0" brushRef="#br0" timeOffset="204514.44">22085 8401 0,'0'-4'0,"0"4"16,0 0-16,0 0 0,-11-15 15,11 15-15,-6-13 16,6 13-16,-8-14 16,8 14-16,-11-21 15,6 11-15,1 0 16,4 10-16,-10-16 16,10 16-16,-11-16 15,11 16-15,-16-14 16,16 14-1,-33-8-15,13 9 16,-4 6-16,4 4 16,-3 4-16,2 4 15,3 2-15,3-2 16,2 3-16,2-2 16,3 4-16,2-3 15,2 5-15,4-3 16,4 8-1,4 12-15,3-3 16,0 2-16,2-8 16,6 1-16,7 2 15,2-7-15,-3-10 16,-3-6-16,-2-7 16,3 0-16,4-2 15,-2 2-15,1-1 16,2 0-1,3-9-15,-1-9 16,5 0-16,-4-6 16,-4 2-16,-8 0 15,-5 0-15,-1-3 16,0-8-16,-5 1 16,-4-4-16,-3 3 15,-1 1-15,-4 1 16,-4-1-1,-4 0-15,-1 0 16,2 3-16,-10-3 16,-5 0-16,1 7 15,-3 5-15,1 9 16,-14 15-16,-32 12 16,-17 25-16</inkml:trace>
  <inkml:trace contextRef="#ctx0" brushRef="#br0" timeOffset="206365.26">22657 8540 0,'0'0'0,"0"0"15,0 0-15,0 0 16,0 0-16,5 0 16,-5 0-16,16 0 15,1 0-15,5 0 16,11 0-16,1 0 15,-2-3-15,1-1 16,-2-3 0,-5 0-16,-2 1 15,-3 0-15,0 1 16,2 1-16,-2-2 16,2 1-16,-1 0 15,-2 1-15,-1 0 16,-3 2-16,-16 2 15,24-6-15,-24 6 16,17-2-16,-17 2 16,0 0-1,0 0-15,0 0 16,0 0-16,0 0 16</inkml:trace>
  <inkml:trace contextRef="#ctx0" brushRef="#br0" timeOffset="206815.13">22884 8317 0,'0'0'0,"0"0"15,0 0-15,0 0 16,-4-3-16,4 3 16,0 0-1,0 0-15,0 0 16,0 0-16,0 0 16,0 0-16,0 0 15,-6 32-15,8 15 16,0 6-16,1 36 31,1 9-15,-1-11-16,0-19 15,-2-38-15,0-8 16,-1-5-16,0-4 16,0-13-16,0 16 15,0-16-15,0 0 16,0 9-16,0-9 15,0 0-15,0 0 16</inkml:trace>
  <inkml:trace contextRef="#ctx0" brushRef="#br0" timeOffset="209948.66">23635 8497 0,'0'0'0,"0"0"0,0 0 15,0 0-15,0-3 16,0 3-16,0 0 16,0 0-16,0 0 15,0 0-15,0 0 16,-8-11-16,8 11 16,0 0-1,0 0-15,0 0 16,0 0-16,0 0 15,-17-8-15,17 8 16,0 0-16,0 0 16,0 0-16,-17 11 15,17-11-15,0 0 16,-13 16 0,13-16-16,-11 19 15,5-6-15,-2 1 16,-3 7-16,3 1 15,2 4-15,4-3 16,2 1-16,1-5 16,1-6-16,0-1 15,1 0-15,-1-2 16,3 3 0,-1-2-16,2 0 15,1 0-15,1-2 16,2 2-16,-10-11 15,21 16-15,-21-16 16,28 12-16,-3-2 16,4-1-16,5-2 15,-7-7-15,-6-1 16,-1-3-16,-4-1 16,1-3-1,-17 8-15,30-20 16,-20 9-16,0 1 15,-3 0-15,-2-2 16,-2-1-16,-3-2 16,0-6-16,-3-8 15,-2 0-15,-2 3 16,-1 7-16,-8 2 16,-7-1-1,-4-1-15,-4 3 16,-1 2-16,-6 4 15,-12 18-15,-15 24 16,-12 2-16</inkml:trace>
  <inkml:trace contextRef="#ctx0" brushRef="#br0" timeOffset="211032.4">23990 8328 0,'0'0'0,"0"0"16,0 0-16,0 0 15,0 0 1,2 2-16,6 11 15,10 11-15,6 10 16,1 7-16,-2 8 16,-2 17-16,-4 6 15,-6-3-15,-7-13 16,-12-1-16,-10 13 16,-1-2-16,-3 0 15,-9 7-15,-9-15 16,-26 5-1</inkml:trace>
  <inkml:trace contextRef="#ctx0" brushRef="#br0" timeOffset="211481.29">21644 8229 0,'0'0'0,"0"0"0,0 0 16,-6 12-16,-7 19 15,-7 27 1,-1 8-16,-2 12 16,6 9-16,6 1 15,42 72 1</inkml:trace>
  <inkml:trace contextRef="#ctx0" brushRef="#br0" timeOffset="212248.12">24340 8506 0,'0'0'0,"0"0"16,0 0-1,4-4-15,-4 4 16,21-2-16,-3 1 16,1 2-16,1 3 15,1 4-15,2 1 16,4 7-16,3 3 16,-1 1-16,-4-2 15,-7-3-15,-4-3 16,-4 0-16,-2-1 15,-8-11 1,10 18-16,-10-9 16,-4 8-16,-5 6 15,-5 2-15,-1-5 16,0 0-16,0-4 16,-3 1-16,0-2 15,0 2-15,-6 4 16,-2 3-16,0-2 15,3-1 1,6-4-16,3-4 16,0 0-16,1-2 15,13-11-15,-17 17 16,17-17-16,-6 11 16,6-11-16</inkml:trace>
  <inkml:trace contextRef="#ctx0" brushRef="#br0" timeOffset="212580.77">24658 9018 0,'0'0'0,"0"0"16,0 0-16,0 0 15,-4 1-15,4-1 16,-22 23-16,2-2 16,-1 2-16,3-1 15,2-2-15,2 3 16,1 0-16,2 5 15,1-3 1,2 2-16,3-9 16</inkml:trace>
  <inkml:trace contextRef="#ctx0" brushRef="#br0" timeOffset="213081.88">24963 8916 0,'0'0'0,"0"0"0,0 0 0,0 0 0,0 0 16,0 0-16,-7 4 15,7-4 1,-18 18-16,-1 1 16,-5 11-16,1 8 15,1 13 1,6 4 0,5-3-16,7-6 15,3-21-15,3-8 16,8-4-16,10-4 15,10 1-15,8-1 16,-6-9 0,1-9-16,-33 9 15,27-19-15,-2-15 16,-1-26-16,-10 2 16,-6 5-16,-4 9 15,-3 14-15,-1 8 16,-1 5-16,-3 0 15,-20 3-15,-56-29 16,43 31-16,-1 23 16,1 9-1</inkml:trace>
  <inkml:trace contextRef="#ctx0" brushRef="#br0" timeOffset="214131.89">23569 9444 0,'0'0'0,"0"0"16,0 0-16,0 0 15,0 0-15,0 0 16,0 5-16,0-5 16,-5 21-1,1 5-15,-3 10 16,-2 7-16,2 4 16,2-3-16,2-1 15,0-4-15,1 0 16,0 3-16,-1 3 15,1 1-15,0-1 16,2-4-16,2-6 16,3-5-1,-1-8-15,-2-5 16,0-1-16,-1-3 16,0-3-16,-1-10 15,3 12-15,-3-12 16,0 0-16,0 0 15,0 0-15,0 0 16,0 0-16,0 0 16,0 0-1,-3-14-15,-3-3 16,-1-3-16,0 4 16,-3-4-16,-1-2 15,-4-1-15,0 3 16,4 7-16,1 2 15,10 11-15,-17-18 16,17 18 0,-16-14-16,16 14 15,0 0-15,0 0 16,0 0-16,0 0 16,0 0-16,0 0 15,18 10-15,-2 2 16,0-1-16,0 1 15,3 3-15,5-4 16,6-6-16,2-15 16,-2-9-1,3 0-15,1-7 16,-4 6-16,-5 2 16,-6 1-16</inkml:trace>
  <inkml:trace contextRef="#ctx0" brushRef="#br0" timeOffset="-213315.44">23268 10482 0,'0'0'0,"-1"2"0,1-2 16,-11 20-16,-2 5 16,-4 7-16,0 0 15,0 0-15,1 3 16,-1-3 0,-1 2-16,3-2 15,1-2-15,2-4 16,4-11-16,4-3 15,4-12-15,-4 12 16,4-12-16,0 0 16,-6 13-16,6-13 15,0 0 1,0 0-16,17-22 16,-6 7-16,2-6 15,1-7-15,0-4 16,0-5-16,-1 2 15,-4 8-15,-2 5 16,-1 4-16,1 3 16,1-1-16,3 2 15,0 2 1,-1 3-16,-10 9 16,24-16-16,-24 16 15,18-8-15,-18 8 16,15-2-16,-15 2 15,20 4-15,-20-4 16,20 8-16,-20-8 16,20 20-16,-10 2 15,-1 4-15,-4 0 16,-4 4 0,-1 4-16,-1 1 15,-2 0-15,3-7 16,-1-5-16,-1 2 15,-2 8-15,0 19 16,5 8-16,8-11 16,-1-13-16,-1-11 15,0 5-15,2 7 16,0 2 0,-3-3-16,0-12 15,-4-9-15,0 11 16,1 4-16,-1 4 15,1-3-15,-3-31 16,0 11-16,0-11 16,0 0-16,0 0 15,0 0-15,0 0 16,0 0 0,0 0-16,0 0 15,0 0-15,-18-19 16,11 8-16,-3-1 15,-7 2-15,-10 1 16,-2-1-16,3 3 16,-9-1-16,3 2 15,3 0 1,14 4-16,15 2 16,-25-3-16,25 3 15,-23-2-15,23 2 16,-22 0-16,22 0 15,-24 2-15,6 1 16,-1-1 0,19-2-16,-16 5 0,16-5 15,0 0 1,0 0-16,0 0 16,0 0-16,0 0 15,0 0-15,0 0 16,0 0-16,-15 6 15,15-6-15,0 0 16,0 0-16,0 0 16,0 0-16,0 0 15,6 11-15,-6-11 16,24 1 0,-24-1-16,20 0 15,-20 0-15,26 0 16,-7 0-16,6 0 15,-1 0-15,4 0 16,-8 0-16,7 1 16,12 9-16,2 8 15,-7-7 1,-18-6-16,3-3 16,9-7-16,5 3 15,3-2-15,6-3 16,2 1-16,-4 0 15,-7 1-15,-13 1 16,-4 1-16,7-1 16,8 0-16,2-2 15,-5 4-15,-12 1 16,-16 1 0,21 0-16,-21 0 15,0 0-15,0 0 16,17 0-16,-17 0 15,0 0-15,0 0 16</inkml:trace>
  <inkml:trace contextRef="#ctx0" brushRef="#br0" timeOffset="-210764.82">23478 7548 0,'0'0'0,"0"0"0,6-2 0,-6 2 15,32-7-15,-6 1 16,7 2-16,8 1 16,11 0-16,3 0 15,0 1-15,0 2 16,-3 0-16,9 2 16,4 1-16,-5 0 15,0-1 1,-4 2-16,7 1 15,-1 1-15,-4 0 16,0-1-16,-3-1 16,0 1-16,2 1 15,-5-1-15,13 1 16,-10-4 0,-4 1-16,-1 0 15,-4-1-15,-2-1 16,-7 1-16,-4-4 15,-33 2-15,0 0 16,23 0-16,-23 0 16,20-2-16,-20 2 15,20-3-15,-20 3 16,28-3-16,-28 3 16,28-5-1,-28 5-15,25-4 16,-25 4-16,23-9 15,-23 9-15,16-9 16,-16 9-16,14-11 16,-14 11-16,17-17 15,-10 5-15,-1-1 16,2-9-16,-4-5 16,-2-9-1,0 4-15,-2 2 16,0 4-16,0 0 15,0 2-15,0-1 16,0-1-16,0-5 16,0 2-16,0-6 15,0 0-15,0-2 16,0 1-16,0 1 16,0 5-1,0 0-15,0-4 16,0 1-16,0-1 15,0 0-15,0 2 16,0-1-16,0 1 16,0 3-16,0 0 15,0 5-15,0 0 16,0-2 0,0 1-16,0-3 0,0-1 15,0 3 1,0 5-16,0 2 15,0 3-15,0 0 16,-2-1-16,0 0 16,-1 0-16,-1 0 15,-4 0-15,-4-2 16,-10-1-16,-28 8 16,5 0-16,-82-21 15,64 17 1,-7 3-16,-7 11 15,0 4-15,4 0 16,12 1-16,0 3 16,2-2-16,1 1 15,4 0-15,-7 0 16,0 0-16,2 1 16,2-1-1,6-2-15,-1 2 0,-4-2 16,1 2-1,-3-4-15,6-1 16,4 2-16,1-2 16,4 0-16,3 0 15,4 0-15,4-2 16,5 2-16,4-1 16,3 0-16,4-1 15,16 2 1,-24-3-16,24 3 15,0 0-15,-18-1 16,18 1-16,0 0 16,0 0-16,-18 8 15,9 8-15,-1 12 16,1 9-16,2 9 16,1 3-16,-1 3 15,0-2 1,0 1-16,-1 4 15,1-1-15,0 0 16,2 1-16,0-5 16,-1 3-16,2-1 15,0 0-15,-2-3 16,4 1-16,-2-5 16,0 3-16,1 2 15,-1-3 1,2-6-16,0-4 15,-1-4-15,2-2 16,2 0-16,2-2 16,0-5-16,0-4 15,0-6-15,-2-5 16,-1-9-16,3 14 16,-3-14-1,0 0-15,4 12 16,-4-12-16,0 0 15,0 0-15,0 0 16,0 0-16,17-12 16,-17 12-16,0 0 15,8-12-15,-8 12 16</inkml:trace>
  <inkml:trace contextRef="#ctx0" brushRef="#br0" timeOffset="-208081.52">23223 10422 0,'0'0'0,"7"0"15,9 0-15,30-5 16,22-7-1,12-5-15,-7 2 16,-3 1-16,1 1 16,-6 1-16,1 3 15,-14 3-15,3 1 16,-6 3-16,-5 4 16,-6 1-16,-11 5 15,-3-1-15,-4 4 16,-3-1-16,-2 3 15,-6 2 1,-1 4-16,-3 5 16,-4 5-16,-6 21 15,-6 13-15,-3 10 16,-1-11-16,0-2 16,2-5-16,-4 10 15,5 2-15,7-14 16,1 9-1,2-12-15,2-1 16,2-9-16,0-14 16,-2-5-16,2-5 15,-1 8-15,1 8 16,0 6-16,1-3 16,-2-17-16,0-6 15,1 7-15,-2 6 16,0 1-16,-2-1 15,-8-7 1,-13-1-16,-6 1 16,-21-3-16,5-3 15,-1-3-15,6-1 16,-2 0-16,-6 0 16,-21-2-16,0-4 15,0-2-15,-1-2 16,19-1-16,-10 0 15,11-1-15,3 0 16,-7 0 0,12 2-16,-2-1 15,8 0-15,11 2 16,7-1-16,18 2 16,-27-2-16,27 2 15,-24-6-15,24 6 16,-28-15-16,28 15 15,-23-16-15,23 16 16,-13-10 0,13 10-16,-17-13 15,17 13-15,-12-11 16,7-3-16,12-25 16,-1-25-16,6-12 15,-1 4-15,-3 16 16,0-6-16,0-11 15,-2-1-15,-1 3 16,-1 15 0,-3 7-16,-1-12 31,-1-2-31,-6 8 16,1 13-16,1 17 15,-2 2-15,1 6 16,1 2-16,0 2 15,5 13 1,-6-16-16,6 16 16,-3-11-16,3 11 15,0 0-15,2-13 16,8 2-16,7-3 16,13-3-16,7 4 15,9 1-15,3 3 16,-3 1-16,-4 4 15,-3-1 1,-5 3-16,-3 2 16,-4 2-16,-4-1 15,-4 1-15,-19-2 16,26 3-16,-26-3 16,17 2-16,-17-2 15,0 0-15,0 0 16,0 0-16,0 0 15,0 0-15,15 5 16,-15-5 0,0 0-16,0 0 15,0 0-15,0 0 16,0 0-16,0 0 16,0 0-16,0 0 15,0 0-15,0 0 16,0 0-16,5 11 15,-5-11-15,0 0 16,0 0 0,0 0-16,0 0 15,0 0-15,0 0 16,0 0-16,0 0 16,0 0-16,0 0 15,0 0-15,0 0 16,0 0-16,0 0 15,0 0-15,0 0 16,0 0-16,0 0 16,0 0-1,0 0-15,0 0 16,0 0-16,0 0 16,0 0-16,0 0 15,0 0-15,0 0 16,0 0-16,0 0 15,0 0-15,0 0 16,0 0 0,0 0-16,0 0 15,0 0-15,0 0 16,0 0-16,0 0 16,0 0-16,0 0 15,0 0-15,0 0 16,0 0-16,0 0 15,0 0-15,0 0 16,0 0-16,0 0 16,0 0-1,0 0-15,0 0 16,0 0-16,0 0 16,0 0-16,0 0 15,0 0-15,0 0 16,0 0-16,0 0 15</inkml:trace>
  <inkml:trace contextRef="#ctx0" brushRef="#br0" timeOffset="-197382.55">15089 11804 0,'0'0'15,"0"0"-15,0 0 0,0 0 0,0 0 16,0 0 0,0 0-16,0 4 15,0-4-15,0 26 16,-2 4-16,1 7 15,-2 2-15,2 4 16,-3-5-16,2-3 16,-4-3-16,1-5 15,1-3-15,1-4 16,0-6-16,1-3 16,2-11-1,-1 12-15,1-12 16,0 0-16,0 0 15,13-11-15,0-4 16,5-5-16,1-6 16,-3 1-16,-3 2 15,-3 7-15,-3 3 16,-7 13-16,8-13 16,-8 13-1,0 0-15,0 0 16,0 0-16,0 0 15,9 20-15,-7 1 16,0 3-16,1 1 16,0 0-16,2-2 15,2-4-15,1-3 16,-1-4 0,2 1-16,-1-3 15,-8-10-15,19 12 16,-19-12-16,23 0 15,-23 0-15,24-13 16,-10-3-16,1-7 16,-1-2-16,-4-3 15,-3-1-15,-1 1 16,-2 4-16,-2 3 16,-1 6-1,-1 5-15,0 10 16,0-13-16,0 13 15,0 0-15,0 0 16,0 0-16,0 0 16,0 0-16,0 0 15</inkml:trace>
  <inkml:trace contextRef="#ctx0" brushRef="#br0" timeOffset="-197065.81">15474 12187 0,'0'0'0,"0"0"0,0 0 0,0 0 0,0 0 15,0 0-15,-2 7 16,2 7-16,-2 10 15,2 7-15,0 5 16,0 2-16,2-1 16,-2-7-16,2-9 15,-2-6-15,0-3 16,0-1-16,0-11 16,0 13-1,0-13-15,0 0 16,0 10-16,0-10 15,0 14-15</inkml:trace>
  <inkml:trace contextRef="#ctx0" brushRef="#br0" timeOffset="-196265.94">15910 12134 0,'0'0'0,"0"0"0,0 0 16,0 0-16,0 0 15,0 0-15,0 0 16,0-2-16,0 2 16,0 0-1,24-7-15,-24 7 16,32-7-16,-13 3 15,0-1-15,7 2 16,6 0-16,5-1 16,5 0-16,-4 1 15,-7 2-15,-7 0 16,-1-1-16,-5 1 16,-3 0-16,-15 1 15,26-2 1,-26 2-16,18-4 15,-18 4-15,0 0 16,17-4-16,-17 4 16,0 0-16,0 0 15</inkml:trace>
  <inkml:trace contextRef="#ctx0" brushRef="#br0" timeOffset="-195665.43">16004 12413 0,'0'0'0,"0"0"15,0 0-15,0 3 16,0-3-1,0 0-15,0 0 16,16 3-16,-16-3 16,24-2-16,-6 1 15,6-1-15,4 1 16,5-1-16,-5 0 16,-3 0-16,-5 0 15,0 1 1,-2 0-16,-1 0 15,-17 1-15,29-4 16,-29 4-16,20-8 16,-20 8-16,0 0 15,0 0-15,17-10 16,-17 10-16,0 0 16,0 0-16,0 0 15,4-10 1,-4 10-16,0 0 15,0 0-15,0 0 16,0 0-16,0 0 16,0 0-16,0 0 15,0 0-15,0-12 16,0 12-16,0 0 16,0 0-16,0 0 15,0 0-15,0 0 16,0 0-1,0 0-15,0 0 16,0 0-16,0 0 16</inkml:trace>
  <inkml:trace contextRef="#ctx0" brushRef="#br0" timeOffset="-192548.92">17272 11881 0,'0'0'0,"-2"-3"0,2 3 0,0 0 16,-11-16 0,4 7-16,0-2 15,0 0-15,7 11 16,-13-15-16,13 15 16,-18-10-16,18 10 15,-30-9-15,8 8 16,-3 5-16,3 8 15,1 7-15,-1 8 16,-2 10 0,0 4-16,3-1 15,6-4-15,3-5 16,4-3-16,4 4 16,3-2-16,5 4 15,5 7-15,0-6 16,2-2-16,4-5 15,7 4-15,3-4 16,3 1-16,1-5 16,0-8-1,2-1-15,2-2 16,1-5-16,6-3 16,7-3-16,-2-7 15,-2-5-15,-10-6 16,-8-3-16,-1-7 15,4-5-15,-5-9 16,-3 0-16,-8 5 16,-6 0-1,-1 8-15,-2 3 16,-2 1-16,-2 0 16,-5 0-16,-1-2 15,-4-2-15,-3 6 16,-3-1-16,-6 1 15,-6-3-15,-14-6 32,-4 2-17,-1 1-15,8 7 16,16 8-16,7 4 16,17 8-16,-21-8 15,21 8-15,0 0 16,0 0-16,-17-5 15,17 5-15,0 0 16,2 24-16</inkml:trace>
  <inkml:trace contextRef="#ctx0" brushRef="#br0" timeOffset="-191949.04">17913 12106 0,'0'0'0,"0"0"0,0 0 0,0 0 0,0 0 16,4-1-1,-4 1-15,27-6 16,-4 2-16,4 0 16,0-1-16,0 0 15,-2 3-15,-1-1 16,1 2-16,0 0 15,4 0-15,5-1 16,2 2-16,-2 2 16,-4-1-1,-6 0-15,-6 1 16,-2 1-16,-16-3 16,21 4-16,-21-4 15,0 0-15,19 4 16,-19-4-16,0 0 15,0 0-15</inkml:trace>
  <inkml:trace contextRef="#ctx0" brushRef="#br0" timeOffset="-191582.85">18135 11837 0,'0'0'0,"0"0"15,0 0-15,0 0 16,0 0 0,0 0-16,0 3 15,0 8-15,0 14 16,0 14-16,0 5 15,0-1-15,1 2 16,1 5-16,2 14 16,-1 5-16,1-4 15,-2-13 1,-1-13-16,1-8 16,-2-8-16,0-4 15,0-7-15,0-12 16,2 15-16</inkml:trace>
  <inkml:trace contextRef="#ctx0" brushRef="#br0" timeOffset="-190532.74">18929 11850 0,'0'0'0,"0"0"0,0 0 16,-4-3-16,4 3 15,0 0-15,0 0 16,0 0-16,0 0 16,0 0-1,0 0-15,0 0 16,-7 27-16,5 1 15,4 7-15,1 14 16,1 10-16,0-3 16,-1 2-16,-1-8 15,2-1-15,-1-10 16,1-5 0,-1-6-16,0-6 15,0-6-15,-3-16 16,-2 16-16,2-16 15,-2 9-15,2-9 16,0 0-16,0 0 16,0 0-16</inkml:trace>
  <inkml:trace contextRef="#ctx0" brushRef="#br0" timeOffset="-189631.58">19665 11357 0,'0'-3'0,"0"3"0,0 0 0,-3-11 15,3 11-15,-4-17 16,4 17-16,0 0 15,-4-12-15,4 12 16,0 0-16,0 0 16,-14 16-16,4 7 15,-6 12-15,-1 6 16,-1 6-16,2 6 16,7 0-1,9 4-15,2-2 16,0 0-16,1-1 15,-1 5-15,0 3 16,3-8-16,2-2 16,0-9-16,-3-5 15,3 12-15,2 5 16,3 0 0,2-6-16,-4-15 15,1-4-15,3-1 16,6 3-16,11-3 15,6-3-15,-4-7 16,-6-7-16,-8-4 16,-1 0-16,-3-2 15,-15-6-15,28 7 16,-28-7-16,26 4 16,-26-4-16,17 2 15,-17-2 1,0 0-16,0 0 15,17 0-15,-17 0 16,0 0-16,0 0 16,0 0-16,0 0 15,0 0-15,0 0 16,0 0-16</inkml:trace>
  <inkml:trace contextRef="#ctx0" brushRef="#br0" timeOffset="-186897.3">20023 12153 0,'0'0'0,"0"0"0,0 0 0,0 0 16,0 0-16,0 0 16,0 0-16,0 0 15,0 0-15,0 0 16,9 0-16,6 3 16,9 2-16,-3-3 15,3-4-15,-3-2 16,1 0-16,-6 0 15,-16 4 1,27-9-16,-27 9 16,22-4-16,-22 4 15,18-4-15,-18 4 16</inkml:trace>
  <inkml:trace contextRef="#ctx0" brushRef="#br0" timeOffset="-186516.32">20425 11871 0,'0'0'0,"0"0"0,2-3 16,-2 3-16,0 0 15,0 0 1,0 0-16,0 0 16,15 3-16,-6 9 15,4 20-15,-2 13 16,-2 5-16,-5-4 16,-3-5-16,-1-2 15,-1-3 1,-1 3-16,1 4 0,1-5 15,3-4-15,2-11 16,-2-8 0,-2-5-16,-1-10 15,5 15-15,-5-15 16</inkml:trace>
  <inkml:trace contextRef="#ctx0" brushRef="#br0" timeOffset="-183165.92">20804 12318 0,'0'0'0,"0"0"0,0 0 0,0 0 16,0 0-16,0-2 15,0 2-15,0 0 16,0 0-16,0 0 15,17-10-15,-17 10 16,32-11-16,-10 3 16,2 0-16,0 2 15,1 3-15,-2-1 16,0 2 0,-2-1-16,-4 1 15,0 1-15,-17 1 16,24-4-16,-24 4 15,0 0-15,0 0 16,0 0-16,0 0 16,0 0-16</inkml:trace>
  <inkml:trace contextRef="#ctx0" brushRef="#br0" timeOffset="-182732.47">21385 12006 0,'0'0'0,"0"0"16,0 0-16,0 0 15,0 0-15,0 0 16,0 0-16,0 0 16,0 0-16,0 0 15,0 6-15,0-6 16,0 17 0,0-1-16,0 7 15,0 8-15,-3 3 16,-2 2-16,0-3 15,0 1-15,0-4 16,0 1-16,0-1 16,2-8-16,1-3 15,1-8-15,1-11 16,-2 13 0,2-13-16,0 0 15,0 0-15</inkml:trace>
  <inkml:trace contextRef="#ctx0" brushRef="#br0" timeOffset="-181599.15">21526 11407 0,'0'0'0,"0"0"0,0 0 0,0 0 0,0 0 16,0 0-16,0 0 16,0 0-1,0 0-15,4-2 16,-4 2-16,17-2 15,-17 2-15,27-1 16,-27 1-16,28 6 16,-11 4-16,4 3 15,3 9-15,0 8 16,1 14 0,-3 9-16,-3 5 15,-4-4-15,-5 2 16,-1 10-16,-1 3 15,-5 2-15,-3-12 16,-2 5-16,-3 12 16,0-1-16,-1-4 15,-2-18-15,-1-12 16,-4-1 0,2-10-16,-7 3 15,-2-1-15,-2-4 16,-4-3-16,10-12 15,16-13-15,-25 16 16,25-16-16,-20 8 16,20-8-16,0 0 15,-16 4-15,16-4 16,0 0-16,-21-11 16,21 11-16,-12-15 15,12 15 1</inkml:trace>
  <inkml:trace contextRef="#ctx0" brushRef="#br0" timeOffset="-177898.9">20407 8143 0,'0'0'0,"0"0"0,0 0 16,0 0-16,0 0 15,0 0-15,0 0 16,0 0-16,15-3 16,27-4-16,33-5 15,16-1-15,10-1 16,7 2-1,11 1-15,11-2 0,3 0 16,10 0 0,-4-3-16,2-5 15,-7-3-15,-2 0 16,-10 0-16,-2 0 16,-14 4-16,-12 2 15,-9 2-15,-13 3 16,-5 1-16,-4 2 15,-5-1 1,-12 3-16,-3-1 16,-10-1-16,-3-4 15,-5 0-15,-6-1 16,-3-3-16,-2-1 16,-2-2-16,-5-4 15,-1-10-15,-4-10 16,-2-5-16,-1-2 15,-1-4-15,-4-5 16,1-3-16,-1-3 16,0-1-1,1 2-15,1-1 16,-2 3-16,3-1 16,-2 0-16,-1 1 15,1 3-15,-6 1 16,-5 6-16,-7 0 15,-4 5-15,-10-1 16,-4 4 0,-6 0-16,-6 3 15,-18 5-15,-13-2 16,-9 5-16,-5 5 16,1 7-16,0 7 15,-9 8-15,-4 8 16,2 4-16,-15 3 15,1 7-15,-8 4 16,3 3 0,6 2-16,0 1 15,8 1-15,7-1 16,14-1-16,11-6 16,15-2-16,10-1 15,17-4-15,9-1 16,11-2-16,19-7 15,-22 10-15,22-10 16,-14 11 0,14-11-16,-16 26 15,4-3-15,-1 17 16,-2 10-16,1 18 16,0 13-16,2 8 15,2 3-15,1-1 16,3 1-16,0-1 15,2-5-15,1-4 16,1-4-16,0 0 16,1-3-1,1 0-15,1-2 16</inkml:trace>
  <inkml:trace contextRef="#ctx0" brushRef="#br0" timeOffset="-176598.78">22160 11915 0,'0'0'0,"0"0"0,0 0 0,0 0 16,0 0-16,0 0 16,0 0-1,2 4-15,-2-4 16,0 0-16,4 14 16,-4-14-16,0 15 15,0-15-15,0 19 16,-2-3-16,2 3 15,-2 4-15,1 1 16,0 0 0,0-6-16,1 2 15,1-4-15,1-1 16,2-1-16,0 2 16,1-3-16,0-2 15,-5-11-15,6 15 16,-6-15-16,7 11 15,-7-11-15,0 0 16,4 11-16,-4-11 16,0 0-1,8 10-15,-8-10 16,0 0-16,6 15 16,-6-15-16,5 9 15,-5-9-15,4 15 16,-4-15-16,3 15 15,-3-15-15,5 19 16,0-9-16,0 0 16,-5-10-1,6 16-15,-6-16 16,6 12-16,-6-12 16,14 21-16,-7-8 15,-3 0-15,-3 0 16,-2 1-16,-2 0 15,-1 1-15,-3-2 16,3-3-16,4-10 16,-7 14-16,7-14 15,0 0 1,-7 13-16,7-13 16,0 0-16,0 0 15,0 0-15,-7 11 16</inkml:trace>
  <inkml:trace contextRef="#ctx0" brushRef="#br0" timeOffset="-175498.8">22607 12259 0,'0'0'0,"0"0"0,0 0 16,0 0-16,0 0 15,0 0-15,0 0 16,10 0 0,-10 0-16,32-1 15,-6-3-15,4 0 16,2-2-16,2 1 15,-1 0-15,4-1 16,-6 5-16,-2 2 16,-5 4-16,-5 0 15,-2 5-15</inkml:trace>
  <inkml:trace contextRef="#ctx0" brushRef="#br0" timeOffset="-175232.28">22753 12524 0,'0'0'0,"0"0"15,0 0-15,0 0 16,0 0 0,0 0-16,0 0 15,0 0-15,11-3 16,7-1-16,14-3 15,10-3-15,-5 3 16,3-2-16,-6 4 16,0-2-16,-3 4 15,-4-1-15,-8 2 16,-19 2 0,30-1-16,-30 1 15</inkml:trace>
  <inkml:trace contextRef="#ctx0" brushRef="#br0" timeOffset="-174566.16">23422 12261 0,'0'0'0,"0"0"0,0 0 15,0 0-15,0 0 16,0 0-16,-6 2 16,6-2-16,-21 10 15,3 6-15,0 6 16,4-1-16,3 2 16,3 2-1,1-2-15,4-2 16,2 0-16,6 5 15,8-1-15,5 4 16,1-9-16,2-11 16,0-3-16,7-8 15,2-5-15,-3-5 16,-3-1-16,-7 0 16,-2 0-1,-3-4-15,1-3 16,-4-8-16,-3-6 15,-3 2-15,-6-2 16,-2 7-16,-5 1 16,-4 3-16,-3 7 15,-11 5 1,-5 5 0,1 4-1,4 3-15,11 2 16,1 8-16,1 0 15,15-11-15</inkml:trace>
  <inkml:trace contextRef="#ctx0" brushRef="#br0" timeOffset="-173582.23">20358 12677 0,'0'0'0,"0"0"0,0 0 0,0 4 15,0-4-15,6 11 16,-6-11-16,18 10 16,-1-4-1,6 5-15,5-1 16,-7-2-16,1-3 15,-2-2-15,5 1 16,8-1-16,1 1 16,0-2-16,-2-2 15,-1 0-15,4 0 16,-9-6-16,-5 0 16,-21 6-16,22-7 15,-22 7 1,0 0-16,0 0 15,17-9-15,-17 9 16,0 0-16,0 0 16,14-13-16,-14 13 15,0 0-15,23-13 16,-23 13-16,22-8 16,-6 4-16,-16 4 15,25 19-15,-25-19 16,8 12-1</inkml:trace>
  <inkml:trace contextRef="#ctx0" brushRef="#br0" timeOffset="-171631.57">23866 12426 0,'0'0'0,"0"0"0,0 0 16,0 0-16,0 0 16,2-2-16,-2 2 15,0 0-15,0 0 16,0 0-16,19-11 15,-19 11 1,0 0-16,16-6 16,-16 6-16,0 0 15,20 0-15,-20 0 16</inkml:trace>
  <inkml:trace contextRef="#ctx0" brushRef="#br0" timeOffset="-171132.92">24149 12198 0,'0'0'0,"0"0"0,0 0 16,0 0-16,0 0 15,6 3-15,-6-3 16,21 8-16,-5-2 15,0 0 1,2 1-16,-1 1 16,-3 4-16,-5 6 15,-7 13-15,-3 6 16,-7 3-16,-4 4 16,-8 5-16,-6 8 15,-1-6-15,-1-8 16,5-15-16,3-7 15,-2-1 1,10-7-16,12-13 16,-15 11-16,15-11 15,0 0-15,0 0 16,29 4-16,-1-3 16,12-8-16,7-8 15,-2-4-15,3-5 16,-10 3-16,-10 6 15,-2 1-15,-8 5 16,-18 9 0,0 0-16,0 0 15,0 0-15,0 0 16,-16 7-16</inkml:trace>
  <inkml:trace contextRef="#ctx0" brushRef="#br0" timeOffset="-167883.23">19989 10359 0,'0'-3'0,"0"3"0,0 0 0,6-10 16,-6 10-16,31-7 16,4 6-16,11 4 15,8-1-15,9-1 16,9-6-16,10-13 15,4-3-15,1-1 16,6 0-16,-2 0 16,5 2-1,3 1-15,-2 3 16,6 3-16,-9 4 16,-2 3-16,-4 1 15,-4 1-15,-7 1 16,-6 0-16,-8 2 15,-10-1 1,-10 2-16,-8 0 0,-6 0 16,-9 0-1,-20 0-15,24 0 16,-24 0-16,0 0 16,0 0-16,0 0 15,0 0-15,16-7 16,-16 7-16,-3-20 15,-3-4-15,-4-7 16,-3-7-16,-6-7 16,1-3-16,-3-6 15,-1 0 1,4 3-16,3 8 16,2 1-16,6 10 15,-1-1-15,2 1 16,-1 3-16,2-3 15,2-1-15,1 5 16,-1 3-16,1 0 16,-1 9-16,-4 2 15,-16-6 1,-10 1-16,-13 0 16,-4 1-16,2 9 15,-13 1-15,-3 0 16,-3 10-16,2 0 15,3 0-15,-3 0 16,5-2-16,-5 2 16,5-1-1,-1-7-15,4-1 16,1 0-16,-1-1 16,-3-1-16,-1-4 15,3-2-15,6 3 16,8 1-16,-2 2 15,-1 8-15,0 4 16,-2 1-16,4 3 16,7-1-1,8-1-15,8 3 16,5 0-16,17-8 16,-21 16-16,21-16 15,-13 13-15,13-13 16,-8 13-16,5 4 15,2 17-15,3 20 16,3 1-16,-3 3 16,2 8-16,-1 3 15,1 8-15,1 5 16,-3 1 0,-2 32-1,-2-3 1,-8-10-16,3-18 15,-1-36-15,2-12 16,1-8-16,2-8 16,1-5-16,0-5 15,2-10-15,-2 14 16,2-14 0,0 0-16,0 0 15,-2 11-15,2-11 16,0 0-16,0 0 15,0 0-15,0 0 16,0 0-16,0 0 16,16-3-16,-16 3 15,32-9 1,-4 0-16,2 1 16,-1-1-16,-5 5 15,-4 0-15,-3 0 16,-17 4-16,18-3 15,-18 3-15,0 0 16,0 0-16,17-2 16,-17 2-16,0 0 15,0 0-15,0 0 16,0 0 0,0 0-16,0 0 15,0 0-15,0 0 16,0 0-16,0 0 15,0 0-15,0 0 16,0 0-16,0 0 16,0 0-16,0 0 15,0 0-15,0 0 16,0 0 0,0 0-16,0 0 15,0 0-15,0 0 16,0 0-16,0 0 15,0 0-15,0 0 16,7-11-16,-7 11 16,0 0-16,0 0 15,0 0-15,0 0 16,0 0-16,0 0 16,0 0-1,0 0-15,-1-10 16,1 10-16,0 0 15,0 0-15,0 0 16,0 0-16,0 0 16,0 0-16,0 0 15,0 0 1,0 0-16,0 0 0</inkml:trace>
  <inkml:trace contextRef="#ctx0" brushRef="#br0" timeOffset="-165249.35">12137 12638 0,'0'0'0,"0"0"0,0 0 16,0 0-16,0 0 15,-6 0-15,6 0 16,0 0-16,0 0 16,0 0-16,0 0 15,0 0 1,0 0-16,0 0 15,0 0-15,-8 16 16,9-3-16,0 5 16,0 4-16,1 5 15,1 8-15,4 6 16,0 5-16,4 3 16,-4 1-1,2-4-15,-2-6 16,2-2-16,0-4 15,0-5-15,-1-4 16,-1-4-16,0-1 16,0 0-16,-1-5 15,-2-2-15,0-3 16,-4-10-16,4 15 16,-4-15-16,0 0 15,5 12 1,-5-12-16,0 0 15,0 0-15,0 0 16,0 0-16,0 0 16,0 0-16,0 0 15,0 0-15,0 0 16,-6-16-16,4 2 16,0-2-16,-1-1 15,1 0 1,0 4-16,-2-2 15,1 2-15,0 0 16,-1 2-16,-1 1 16,4-1-16,0 1 15,1-4-15,1 1 16,6-4-16,3 0 16,2 2-1,3 2-15,0 0 16,-15 13-16,32-12 15,-15 9-15,1 3 16,0 3-16,-1 1 16,-1 2-16,0 0 15,0 3-15,0 2 16,2 3-16,-2-2 16,-1 0-16,0 4 15,0 1 1,-2 2-16,-2-2 15,-3-2-15,0-1 16,-3 2-16,1 1 16,1 4-16,0-1 15,-4-3-15,-3-2 16,-3-2-16,-1-1 16,-1 1-16,-5 1 15,-2 2-15,-4-2 16,-2 1-1,1-4-15,2-3 16,15-8-16,-29 9 16,29-9-16,-29 3 15,29-3-15,-26-4 16,26 4-16,-24-7 16,24 7-16,-20-8 15,20 8 1,-24-10-16,24 10 15,-29-12-15,29 12 16,-20-9-16,20 9 16,0 0-16,-18-8 15,18 8-15,0 0 16</inkml:trace>
  <inkml:trace contextRef="#ctx0" brushRef="#br0" timeOffset="-163533.2">10276 12979 0,'0'0'0,"0"0"0,0 0 16,-5 0-1,5 0-15,0 0 16,0 0-16,0 0 16,0 0-16,0 0 15,0 0-15,0 0 16,0 0-16,0 0 16,0 0-16,-6 19 15,7 6 1,2 5-16,2 3 0,1 3 15,7 11 1,5 3-16,2-6 16,5-4-16,2-11 15,0-4-15,-2-6 16,-1-6-16,-7-6 16,1-6-16,-18-1 15,27-9 1,-12-5-16,0-9 0,-1-7 15,-1-4 1,-6 1-16,0 6 16,-2 0-16,-4 3 15,1 5-15,0 1 16,-2 6-16,0 2 16,0 10-16,-2-16 15,2 16-15,0 0 16,0 0-16,0 0 15,0 0-15,14 29 16,0 2 0,3 4-16,6-3 15,-4-6-15,2-5 16,1-2-16,-3-7 16,-3-2-16,-16-10 15,25 0-15,-25 0 16,23-19-16,-10 1 15,-1-7 1,-4-5-16,-2-6 16,-5-4-16,-8-7 15,-3-1-15,-4 5 16,0 4-16,2 13 16,4 7-1,1 8 1,7 11-16,0 0 15,0 0-15,0 0 16,0 0 0,0 0-16,23 26 15</inkml:trace>
  <inkml:trace contextRef="#ctx0" brushRef="#br0" timeOffset="-162582.89">11042 13318 0,'0'0'0,"0"0"0,0 0 0,0 0 0,0 0 16,3-4 0,-3 4-16,16-13 15,-5 1-15,-11 12 16,25-11-16,-8 15 16,1 7-16,1 2 15,-6 2-15,0 6 16,-3 8-16,-4 7 15,-6 9 1,-4 8-16,-4-3 16,1-2-16,0-9 15,0-6-15,1-4 16,-2-3-16,2-4 16,-1-3-16,2-6 15,5-13-15,-4 15 16,4-15-16,0 0 15,-6 12 1,6-12-16,0 0 0,0 0 16,0 0-1,0 0-15,0 0 16,0 0-16,0 0 16,0 0-16,0 0 15,0 0-15,0 0 16,0 0-16,0 0 15,0 0-15,0 0 16,0 0-16,0 0 16,6 10-1,-6-10-15,0 0 16,0 0-16,0 0 16,0 0-16,0 0 15,0 0-15,0 0 16,0 0-16,0 0 15,0 0 1,0 0-16,0 0 0,0 0 16,0 0-1,0 0-15,0 0 16,0 0-16,0 0 16,0 0-16,0 0 15,0 0-15,0 0 16,0 0-16,0 0 15,0 0-15,0 0 16,0 0-16,0 0 16,0 0-1,0 0-15,0 0 16,0 0-16,0 0 16,0 0-16,0 0 15,0 0-15,9 10 16,-9-10-16,3 11 15</inkml:trace>
  <inkml:trace contextRef="#ctx0" brushRef="#br0" timeOffset="-161799.64">11280 13890 0,'0'0'0,"0"0"15,-3-2-15,3 2 16,0 0-16,-15-10 15,15 10-15,-20-4 16,20 4-16,-35-4 16,17 0-1,-4 1-15,-1-1 16,-5-8-16,-6-10 16,-1-8-16,4-5 15,5-2-15,3-5 16,3-2-16,4 1 15,2 4-15,4 3 16,3 3-16,1 3 16,2 5-1,1-1-15,3 0 16,4 1-16,13-6 31,12-3-31,13-4 16,3 7-16,-10 11 15,-5 8-15,-6 5 16,-1 2-16,0 4 16</inkml:trace>
  <inkml:trace contextRef="#ctx0" brushRef="#br0" timeOffset="-160666.39">11472 13285 0,'0'0'0,"0"0"0,0 0 0,0 0 16,5-6-16,-5 6 15,31-13-15,-3 10 16,6 1-16,6 2 16,2 0-1,-4 0-15,3 0 16,1 0-16,-4 0 15,-1-1-15,-3-1 16,-8-4-16,-9 3 16</inkml:trace>
  <inkml:trace contextRef="#ctx0" brushRef="#br0" timeOffset="-160416.18">11624 13575 0,'0'0'15,"0"0"-15,0 0 0,0 0 16,0 0 0,14 0-16,7 0 15,12 0-15,6 0 16,6-2-16,9-2 15,2 0-15,-9-1 16,-4-2-16,-4 1 16,2 0-16</inkml:trace>
  <inkml:trace contextRef="#ctx0" brushRef="#br0" timeOffset="-159266.21">13154 13165 0,'0'0'0,"0"0"0,0 0 16,0 0-16,0 0 16,13-4-1,10-3-15,6 1 16,3 2-16,4 4 15,6 4-15,4 1 16,-1 1-16,-6 0 16,-6-3-16,-8 0 15,-5 0-15,-5-2 16</inkml:trace>
  <inkml:trace contextRef="#ctx0" brushRef="#br0" timeOffset="-158732.39">13260 13456 0,'0'0'0,"0"0"16,0 0-16,0 0 15,0 0-15,-5 0 16,5 0-16,0 0 16,0 0-1,0 0-15,25 3 16,0 1-16,15 2 15,8-1-15,1 0 16,-6-3-16,-7-1 16,-6 0-16,-2 1 15,-2-1-15,-2 1 16,-1-1-16,0 0 16,-3 0-16,-20-1 15</inkml:trace>
  <inkml:trace contextRef="#ctx0" brushRef="#br0" timeOffset="-158349.92">13393 12950 0,'0'0'0,"-2"-2"0,2 2 0,0 0 0,0 0 16,0 0-16,0 0 15,0 0-15,15 34 16,10 8-16,6-1 16,6 0-16,2-1 15,-4-5 1,2 0-16,-6-5 15,-7-7-15,-3-3 16,-7-3-16,-7 0 16,-4 0-16,-5 4 15,-7 6-15,-6 5 16,-10 4 0,-11 10-16,-18 8 0</inkml:trace>
  <inkml:trace contextRef="#ctx0" brushRef="#br0" timeOffset="-155933.36">14631 12914 0,'0'0'0,"0"0"0,-7-5 16,7 5-16,-19-15 16,19 15-16,-17-14 15,17 14-15,-15-10 16,15 10-16,-17-11 16,17 11-16,-18-10 15,18 10-15,-23-7 16,23 7-16,-27-4 15,10 4 1,-1 0-16,-2 0 16,-1 1-16,2 3 15,2 2-15,-1 2 16,2 5-16,-4 7 16,-1 9-16,2 4 15,2-2-15,4 0 16,4 0-16,2-1 15,2 1 1,3 1-16,2 2 16,1 4-16,3-1 15,0 1-15,6-4 16,1 1-16,5-4 16,4-2-16,4 0 15,4-1-15,-2-4 16,0-5-16,-1-4 15,-1-2 1,6-2-16,6 1 16,-3-1-16,-3-1 15,-2-4-15,-4-2 16,0-4-16,2-3 16,-2-4-16,0-4 15,0-2-15,-3 1 16,-4 0-16,-3-2 15,-3-2-15,-1-2 16,0-1 0,-3 0-16,-2 0 15,-1-5-15,-2-6 16,-2-7-16,-2-2 16,-2 2-16,-1 8 15,-1-1-15,1-1 16,-2 3-16,1-2 15,-4 2-15,1-2 16,-1 4 0,-2 0-16,-1 1 15,0 4-15,2 2 16,-4 1-16,-2 0 16,-3 0-16,-2-1 15,-3 4-15,0 2 16,-1 2-16,2 3 15,-5 6 1,-4 7-16,-11 9 16</inkml:trace>
  <inkml:trace contextRef="#ctx0" brushRef="#br0" timeOffset="-154183.03">15172 13289 0,'0'0'0,"0"0"0,0 0 16,-5-4-16,5 4 15,0 0 1,0 0-16,-17-11 16,17 11-16,0 0 15,0 0-15,0 0 16,0 0-16,0 0 15,0 0-15,0 0 16,0 0-16,0 0 16,0 0-1,24-9-15,2 9 0,6 1 16,2 3 0,3 1-16,-1-1 15,4 2-15,-1-2 16,1 2-16,2-2 15,-7-2-15,-3 1 16,-5-1-16,-5 0 16,-4-2-16,-18 0 15,22-2 1,-22 2-16,0 0 16,16-3-16,-16 3 15,0 0-15,0 0 16,0 0-16,0 0 15,0 0-15,0 0 16,0 0-16</inkml:trace>
  <inkml:trace contextRef="#ctx0" brushRef="#br0" timeOffset="-147165.53">16189 12957 0,'0'0'0,"0"0"0,0 0 0,0 0 16,0 0 0,0 0-16,-4-1 15,4 1-15,0 0 16,0 0-16,0 0 16,-17 11-16,4 6 15,-2 12-15,0 9 16,2 5-16,3 9 15,3 6-15,5 4 16,4 2 0,7-6-16,5-3 15,3-7-15,3-1 16,6-4-16,0-6 16,9 1-1,-1-9 1,0-8-16,5-8 15,-2-8-15,4-1 16,-3-5-16,-8-8 16,-13-5-16</inkml:trace>
  <inkml:trace contextRef="#ctx0" brushRef="#br0" timeOffset="-146845.54">16583 13200 0,'0'0'0,"0"0"0,0 0 0,0 0 0,-4 2 15,4-2-15,0 0 16,0 0-16,0 0 15,0 0-15,0 0 16,0 0-16,18 2 16,-2-2-1,3 0-15,-2 0 16,-17 0-16,34 0 16,-17 0-16,-17 0 15,28-2-15</inkml:trace>
  <inkml:trace contextRef="#ctx0" brushRef="#br0" timeOffset="-146533.15">16906 13060 0,'0'0'0,"0"0"0,0 0 0,0 0 15,0 0-15,3 6 16,0 7-16,5 13 16,0 11-1,3 13-15,-1 3 16,-3-9-16,-2-1 16,-1-11-16,0-7 15,-1-5-15,-2-4 16,0-2-16,-1-14 15,2 17-15,-2-17 16,2 15-16,-2-15 16</inkml:trace>
  <inkml:trace contextRef="#ctx0" brushRef="#br0" timeOffset="-146065.9">17265 13289 0,'0'0'0,"0"0"0,0 0 0,0 0 0,-4 0 16,4 0-16,0 0 15,0 0-15,0 0 16,0 0-16,16 12 16,-16-12-16,36 15 15,-13-8-15,-1-3 16,2 0 0,-3-2-16,0 1 15,-1 0-15,-3 0 16,2-1-16,-19-2 15</inkml:trace>
  <inkml:trace contextRef="#ctx0" brushRef="#br0" timeOffset="-145765.25">17651 13163 0,'0'0'0,"0"0"0,0 0 16,0 0-16,0 0 16,0 0-16,0 2 15,0-2-15,4 20 16,0-3 0,2 0-16,0 5 15,1 8-15,-2 7 16,0-1-16,-2-5 15,-2 0-15,-1 2 16,0-5-16,0-7 16,0-5-16</inkml:trace>
  <inkml:trace contextRef="#ctx0" brushRef="#br0" timeOffset="-145416.49">17838 12950 0,'0'0'0,"0"0"0,0 0 15,0 0-15,4 2 16,5 11-16,11 11 15,8 11-15,6 6 16,-2 4-16,-6 7 16,3 12-1,-4-5-15,-4-6 16,-8-8-16,-17 0 16,-8 1-16,-10 1 15,-13 3-15,0-6 16,-6-3-16,3-4 15,-7-15-15,-16-2 16,-2-3-16,6-6 16,3-3-16</inkml:trace>
  <inkml:trace contextRef="#ctx0" brushRef="#br0" timeOffset="-139249.08">18249 12942 0,'0'0'0,"0"0"15,0 0-15,0 0 16,0 0-16,-5 0 16,5 0-16,0 0 15,0 0-15,0 0 16,3 15-16,3 6 15,3 7-15,2 5 16,2 9-16,2 6 16,0 2-16,1-2 15,0-1 1,-3-7-16,1 3 31,0 0-31,-2-6 16,0-2-16,-7-9 15,0-5-15,-3-2 16,0-4-16,-2 0 16,0 1-1,-2-1-15,2 1 16,0-1-16,0 1 16,0-6-16</inkml:trace>
  <inkml:trace contextRef="#ctx0" brushRef="#br0" timeOffset="-137416.03">19030 13323 0,'0'0'0,"0"0"0,0 0 16,0 0 0,0 0-16,0 0 15,0 0-15,0 0 16,0 0-16,0 0 15,11 2-15,6 2 16,10-1-16,5 0 16,4 0-16,0-2 15,-4 0-15,-5 1 16,-2-2 0,0-2-16,1 1 15,1 0-15,-6-1 16,-1 1-16,-3-1 15,-1 1-15,-16 1 16,19-1-16,-19 1 16</inkml:trace>
  <inkml:trace contextRef="#ctx0" brushRef="#br0" timeOffset="-137083.06">19063 13678 0,'0'0'0,"0"0"0,-2-3 15,2 3-15,0 0 16,0 0-16,0 0 16,0 0-1,24-12-15,4 2 16,5 3-16,3 3 15,3 4-15,-1 4 16,-1 2-16,1-2 16,-2 2-16,1-3 15,-2-5-15,-4 1 16,-2-2-16,-4 2 16,-7-1-1,-2 2-15,-16 0 16,24 2-16,-24-2 15</inkml:trace>
  <inkml:trace contextRef="#ctx0" brushRef="#br0" timeOffset="-119599.52">15379 12909 0,'0'0'0,"0"0"0,0 0 0,-3-4 0,3 4 16,0 0-16,0 0 16,0 0-16,0 0 15,0 0-15,-5 15 16,13 21-1,4 16-15,2 13 16,1 8-16,1 0 16,-3-3-16,0-10 15,-1-2-15,0-3 16,2-3-16,-4-7 16,-1-7-16,-1-2 15,-1-6-15,-1-2 16,0-2-1,-1-6-15,-1 1 16,-1 0-16,1-3 16,-1-2-16,-1-2 15,0-3-15,-2-11 16,6 17-16,-6-17 16</inkml:trace>
  <inkml:trace contextRef="#ctx0" brushRef="#br0" timeOffset="-111998.52">19910 13270 0,'0'0'0,"0"0"0,-1-5 16,1 5-16,-7-16 16,7 16-16,-11-16 15,11 16-15,0 0 16,-8-10-16,8 10 16,0 0-16,0 0 15,0 0 1,0 0-16,0 0 15,0 0-15,21 3 16,4 5-16,4 1 16,8 2-16,-4 0 15,0-3-15,1-2 16,-2-1-16,-2-3 16,-5-2-16,-8-1 15,-17 1 1,24-3-16,-24 3 15,0 0-15,14-4 16,-14 4-16,0 0 16,0 0-16,0 0 15,16 13-15,-11-3 16,-5-10 0</inkml:trace>
  <inkml:trace contextRef="#ctx0" brushRef="#br0" timeOffset="-111050.02">20517 13232 0,'0'0'0,"0"0"0,0 0 16,0 0-16,0-3 15,0 3-15,0 0 16,8-14-16,-8 14 16,16-15-16,-3 4 15,2 0-15,3 1 16,10 4-16,5 1 15,1 1 1,1 0-16,-10 3 16,-4 1-16,-4 3 15,-5 9-15,0 10 16,0 14-16,-2 9 16,-5-5-16,-3-2 15,-4-2-15,-3 2 16,-6 3-16,-6 5 15,-5 0 1,-2-3-16,-3-2 16,4-10-16,3-8 15,6-6-15,3-6 16,11-11-16,-17 14 16,17-14-16,0 0 15,-17 12-15,17-12 16,0 0-16,0 0 15,0 0 1,0 0-16,0 0 16,0 0-16,0 0 15,0 0-15,0 0 16,0 0-16,0 0 16,0 0-16,0 0 15,0 0 1,40 8-16,-1-8 15,-4 0-15,-7 0 16,-4 0-16,-1 0 16,-2 0-16,5 0 15,4-2-15,14-1 16,5 0-16,-5 1 16,-11 0-16,-8 2 15,-5-2-15,-1 1 16,-1 0-16,-1 0 15,2-1-15,5 0 16,1-4 0,0-1-16,-7 0 15,-18 7-15,21-8 16,-21 8-16,0 0 16,16-5-16,-16 5 15,0 0-15,0 0 16,0 0-16,0 0 15,0 0-15,24 1 16,-4-2 0</inkml:trace>
  <inkml:trace contextRef="#ctx0" brushRef="#br0" timeOffset="-108033.53">21078 12946 0,'0'0'0,"-1"-3"15,1 3-15,-7-14 16,-2-1-16,0-2 15,-3-4-15,-1 1 16,-4-4 0,-3 2-16,0 1 15,-2 1-15,0 3 16,-1 0-16,-11-3 16,-5-3-16,-7 3 15,1 6-15,-1 10 16,0 3-16,-2 2 15,-10 3-15,-4 2 16,-4 4 0,3 0-16,3 2 15,3 0-15,-1 3 16,-3 1-16,7-3 16,0 3-16,1 0 15,-3 1-15,2-2 16,2 4-16,3-2 15,-1 1-15,3 0 16,-1 1 0,5 2-16,0 3 15,0 3-15,5 1 16,4 1-16,8-5 16,3 2-16,-2 4 15,1 0-15,4 5 16,6-3-16,6 2 15,6 4-15,2 0 16,4 0 0,2-3-16,1-6 15,1 8-15,2 3 16,2 11-16,0 0 16,4-9-16,6 1 15,1-9-15,10-2 16,11 2-16,-1-6 15,7-1-15,-3 0 16,7 4-16,8 1 16,2 2-1,-3-5-15,-4-7 16,-2-3-16,11-4 16,3-2-16,-3-4 15,0 0-15,1-1 16,9 1-16,-5 1 15,1-5-15,-8-3 16,8-2 0,-7-1-16,-12-1 15,7-2-15,-7 0 16,-4-2-16,6-1 16,-7-1-16,0 0 15,5-2-15,-15-3 16,16-13-16,4-11 15,-7 1-15,-4 2 16,-18 10-16,-3-2 16,-4 3-16,-7 5 15,-1 0 1,0 0-16,-1-4 16,3-14-16,-2-12 15,-9-8-15,-5 2 16,-5 17-16,-7 0 15,2 4-15,-8-10 16,-5-10-16,-2-4 16,-2-4-1,-3 7-15,-7 7 16,-2-1-16,4 5 16,2 2-16,-3-2 15,0 0-15,2 2 16,-3 5-16,-9 3 15,-7 5-15,-1 4 16,-6 3-16,-2 2 16,-8 5-1,4 4-15,4 4 16,5 1-16,2-1 16,3 2-16,7 4 15,8 0-15,5 4 16,7 1-16,5-2 15,5 1-15,15-4 16,-24 7 0,24-7-16,0 0 0,-23 5 15,23-5 1,0 0-16,0 0 16,0 0-16,-15 4 15,15-4-15,0 0 16,0 0-16,0 0 15,0 0-15,0 0 16,0 0-16,0 0 16,0 0-16,0 0 15,0 0 1,0 0-16,0 0 16,0 0-16,0 0 15,0 0-15,0 0 16,0 0-16,0 0 15,0 0-15,0 0 16,0 0-16,0 0 16,0 0-1,0 0-15,0 0 16,0 0-16,0 0 16,0 0-16,-16 1 15,16-1-15,0 0 16,0 0-16,0 0 15,0 0-15,0 0 16,0 0-16,0 0 16,0 0-1,0 0-15,0 0 16,0 0-16,0 0 16,0 0-16,0 0 15,0 0-15,0 0 16,0 0-16,0 0 15,0 0-15,0 0 16,0 0-16,0 0 16,0 0-16,0 0 15,0 0 1,0 0-16,0 0 16,0 0-16,-15 0 15,15 0-15,0 0 16,0 0-16,0 0 15,0 0-15,0 0 16,0 0-16,0 0 16,0 0-16,0 0 15,0 0 1,-17 0-16,17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0-16,-6-10 16,6 10-16,0 0 15,0 0-15,0 0 16,0 0-16,0 0 15,0 0-15,0 0 16,0 0-16,0 0 16,0 0-16,0 0 15,0 0-15,0 0 16,0 0 0,0 0-16,0 0 15,0 0-15,0 0 16,0 0-16,0 0 15,0 0 1,-8 11 0,8-11-16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8T11:07:52.971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2748 4221 0,'0'0'0,"0"0"0,0 0 0,2 2 16,-2-2-16,0 0 15,0 0-15,0 0 16,0 0-16,20 9 15,0-6-15,8-5 16,14-1 0,14-5-16,8-1 15,2 0-15,-4 2 16,1-2-16,5 2 16,0-1-16,-1 0 15,-8 1-15,6 0 16,4-2-16,-2 0 15,-2-1 1,-7-5-16,-3 1 16,0 1-16,-5 0 15,-2 4-15,-1 3 16,-2-1-16,-4 2 16,-4 0-16,-2 2 15,-2 1-15,0 5 16,-2 1-16,-3 4 15,-6-3-15,-4 0 16,-2 0-16,-16-5 16,27 7-1,-27-7-15,24 7 16,-24-7-16,20 5 16,-20-5-16,0 0 15,22 6-15,-22-6 16,0 0-16,16 1 15,-16-1-15,0 0 16,0 0-16,0 0 16,16-6-1,-16 6-15,0 0 16,0 0-16,10-11 16,-10 11-16,14-15 15,-3 2-15,5-7 16,-1-3-16,2-12 15,-2-4-15,-3 0 16,-6-1-16,-4 1 16,-4 0-1,0 0-15,-3 3 16,-1-7-16,-3-3 16,-5-4-16,2 1 15,-1 1-15,-1 1 16,-2 0-16,-1-7 15,0 3-15,2 3 16,0 2 0,0-5-16,0-1 15,-1-1-15,2 5 16,1 1-16,-1 3 16,-4 2-16,-3 4 15,0 6-15,0 4 16,-1 2-16,-3 3 15,-4-1-15,-3 3 16,-6 5 0,-12 6-16,-12 8 15,-15 8-15,-2 3 16,-9 9-16,-3 8 16,4 3-16,-11 5 15,1-1-15,12-6 16,8 0-16,5-10 15,-4-7-15,-1-5 16,7-5 0,7-2-16,-3-7 15,4 1-15,5-2 16,11-2-16,2 0 16,5-1-16,1 2 15,8 0-15,6 4 16,6 1-16,18 6 15,-29-1-15,11 13 16,-3 7-16,-1 16 16,4 12-1,5 9-15,5 10 16,6 2-16,4 2 16,5 8-16,4 1 15,5 1-15,2 0 16,0-3-16,0-1 15,0-1-15,-2-7 16,0-3-16,-2-3 16,1-3-16,-4-5 15,0-7 1,-2-10-16,-2-7 16,-1-7-16,-2-7 15,-1-2-15,0-4 16,-3-10-16,3 11 15,-3-11-15,0 0 16,4 10-16,-4-10 16,0 0-16,0 0 15,0 0 1,0 0-16,0 0 16,0 0-16,33 0 15,2-5-15</inkml:trace>
  <inkml:trace contextRef="#ctx0" brushRef="#br0" timeOffset="6202.99">9407 4089 0,'0'0'0,"0"3"0,0-3 16,0 0-16,0 0 16,0 0-16,0 0 15,0 0-15,0 0 16,0 0-1,0 0-15,0 0 16,0 0-16,0 0 16,0 0-16,0 0 15,0 0-15,0 0 16,19-8-16,-19 8 16,22 2-16,-6-4 15,3 1-15,2-4 16,3 2-1,0-2-15,4 2 16,2-3-16,2 1 16,-1-1-16,1-2 15,2-4-15,4-2 16,-1 1-16,2-2 16,0 1-16,-1-1 15,-2 3-15,-2 0 16,-3 2-1,-5 0-15,-1 3 16,-3 0-16,-2 1 16,2 0-16,4-1 15,-2 3-15,-4-1 16,-5 3-16,-15 2 16,25-4-16,-25 4 15,24-2-15,-24 2 16,25 2-16,-25-2 15,22 4 1,-22-4-16,23 9 16,-23-9-16,22 11 15,-22-11-15,23 11 16,-23-11-16,25 15 16,-25-15-16,29 12 15,-29-12-15,30 2 16,-13-4-1,-1 1-15,0-2 16,-16 3-16,27-6 16,-9 4-16,-2-1 15,1 1-15,-2 0 16,-15 2-16,28-6 16,-28 6-16,30-5 15,-15 2-15,-15 3 16,25-5-16,-25 5 15,21-2 1,-21 2-16,0 0 16,21 0-16,-21 0 15,0 0-15,0 0 16,18 0-16,-18 0 16,0 0-16,0 0 15,0 0-15,0 0 16,0 0-16,0 0 15,0 0-15,0 0 16,0 0 0,0 0-16,0 0 15,0 0-15,0 0 16,0 0-16,0 0 16,0 0-16,0 0 15,0 0-15,0 0 16,0 0-16,0 0 15,0 0 1,0 0-16,0 0 16,13 10-16,-13-10 15,0 0-15,0 0 16,0 0-16,0 0 16,0 0-16,0 0 15,0 0-15,0 0 16,0 0-16,0 0 15,0 0 1,0 0-16,0 0 16,0 0-16,0 0 15,0 0-15,0 0 16,0 11-16,0-11 16,0 0-16,0 0 15,0 0-15,0 0 16,0 0-16,0 0 15,0 0 1,0 0-16,0 0 16,0 0-16,0 0 15,0 0-15,0 0 16,0 0-16,0 0 16,0 0-16,2 9 15,-2-9-15,0 0 16,0 0-16,0 0 15,0 0-15,0 0 16,0 0-16,0 0 16,0 0-1,0 0-15,0 0 16,0 0-16,0 0 16,0 0-16,0 0 15,0 0-15,0 0 16,0 0-16,0 0 15,0 0-15,0 0 16,0 0 0,0 0-16,0 0 15,0 0-15,0 0 16,0 0-16,0 0 16,0 0-16,0 0 15,0 0-15,0 0 16,0 0-16,0 0 15,0 0-15,0 0 16,0 0-16,0 0 16,0 0-1,0 0-15,0 0 16,0 0-16</inkml:trace>
  <inkml:trace contextRef="#ctx0" brushRef="#br0" timeOffset="10350.61">21017 4690 0,'0'0'0,"0"0"0,-2-4 0,2 4 16,0 0-16,0 0 15,0 0-15,0 0 16,0 0-16,0 0 15,0 0 1,0 0-16,0 0 0,5 11 16,8 4-16,7 6 15,1 5-15,5 7 16,3 6-16,-4-3 16,-2-4-1,-5-5-15,0 0 16,2-2-16,2-2 15,3-7-15,6-6 16,8-11-16,13-12 16,10-12-16,8-14 15,9-13-15,3-5 16,6-8 0,16-13-16,-2-8 15,1 1-15,-10 7 16,-4 8-16,6-1 15,-10 11-15,12 2 16,-13 11-16,3 5 16,0-2-16,-11 10 15,-4 0-15,-2 2 16,-13 5 0,-4 4-16,-5 3 15,-4 5-15,-8 1 16,-6 5-16,-6 0 15,-7 5-15,-17 4 16,21-7-16,-21 7 16,0 0-16,0 0 15,17-6-15,-17 6 16,0 0 0,0 0-16,0 0 15,0 0-15,0 0 16,0 0-16,0 0 15,0 0-15,0 0 16,0 0-16,0 0 16,0 0-16,0 0 15,0 0 1,0 0-16,0 0 16,0 0-16,0 0 15,0 0-15,0 0 16,0 0-16,0 0 15,0 0-15,0 0 16,0 0-16,0 0 16,0 0-16,0 0 15,0 0-15,0 0 16,0 0-16,0 0 16,0 0-1,0 0-15,0 0 16,0 0-16,0 0 15,0 0-15,0 0 16,0 0-16,0 0 16,0 0-16,0 0 15,0 0-15,0 0 16,0 0-16,0 0 16,0 0-1,0 0-15,0 0 16,17 0-16,-17 0 15,0 0-15,0 0 16,0 0-16,0 0 16,0 0-16,0 0 15,0 0-15,0 0 16,0 0-16,0 0 16,0 0-16,0 0 15,0 0 1,0 0-16,0 0 15,0 0-15,0 0 16,0 0-16,0 0 16,0 0-16,0 0 15,0 0-15,0 0 16,0 0-16,0 0 16,0 0-1,0 0-15,0 0 16,0 0-16,0 0 15,0 0-15,0 0 16,0 0-16,0 0 16,0 0-16,0 0 15,0 0-15,0 0 16,0 0-16,0 0 16</inkml:trace>
  <inkml:trace contextRef="#ctx0" brushRef="#br0" timeOffset="13700.72">14022 5697 0,'0'0'0,"0"0"0,0 0 15,0 0-15,0 0 16,0 0-16,2 4 15,-2-4 1,7 17-16,2 3 16,3 8-16,1 8 15,1 7-15,-1 4 16,-1 3-16,0 0 16,-2-3-16,1-4 15,0-2 1,3-4-16,10-6 15,7-4-15,7-9 16,9-10-16,12-12 16,7-5-16,9-13 15,4-10-15,7-6 16,4-12-16,2 0 16,6-6-16,-4 2 15,-5 3-15,-2 1 16,-3 5-16,-3 6 15,0 3 1,0 4-16,-2 2 16,0-1-16,-6 3 15,-4 1-15,-3 2 16,-5-1-16,-5 3 16,-5 3-16,-9 3 15,-7 1-15,-1 4 16,-5 0-16,-3 1 15,-6 1-15,-3 2 16,-17 8-16,23-11 16,-23 11-1,0 0-15,0 0 16,16-6-16,-16 6 16,0 0-16,0 0 15,0 0-15,0 0 16,7-11-16,-7 11 15,0 0-15,0 0 16,0 0 0,0 0-16,0 0 15,0 0-15,0 0 16,0 0-16,0 0 16,0 0-16,0 0 15,0 0-15,0 0 16,0 0-16,0 0 15,0 0-15,0 0 16,0 0 0,0 0-16,0 0 15,0 0-15,0 0 16</inkml:trace>
  <inkml:trace contextRef="#ctx0" brushRef="#br0" timeOffset="17066.68">9402 7203 0,'2'3'0,"-2"-3"16,0 0-16,7 16 16,-7-16-16,0 0 15,0 0-15,0 0 16,0 0 0,0 0-16,0 0 15,0 0-15,1 11 16,-1-11-16,0 0 15,0 0-15,19 4 16,-1-2-16,12-1 16,9-2-16,5-5 15,3 2 1,-2-6-16,0 1 16,-5-1-16,3-2 15,-1-2-15,-4-2 16,0-1-16,-1 1 15,1-1-15,-2 0 16,-3 4-16,-4 0 16,-5 0-16,-6 4 15,-18 9 1,23-11-16,-23 11 16,0 0-16,16-8 15,-16 8-15,0 0 16,0 0-16,0 0 15,-19-13-15,-12 11 16,-11 4-16,-1 5 16,-9 4-16,0 3 15,3 4 1,-1-1-16,3 0 16,3 0-16,2-1 15,5-4-15,10-3 16,3-1-16,2-2 15,3-3-15,3 2 16,16-5-16,-20 4 16,20-4-16,0 0 15,-15 6-15,15-6 16,0 0 0,0 0-16,0 0 15,0 0-15,0 0 16,0 0-16,0 0 15,0 0-15,0 0 16,0 0-16,0 0 16,6 10-16,10-5 15,5 0-15,2-1 16,7 1 0,-1-2-16,-1 0 15,-7-2-15,-21-1 16,24 1-16,-24-1 15,0 0-15,0 0 16,16-1-16,-16 1 16,0 0-16,0 0 15,0 0-15,-34-4 16,-3 4 0,-1 1-16,0 3 15,0 1-15,1 1 16,5-2-16,7-2 15,6 0-15,19-2 16,-21 5-16,21-5 16,0 0-16,0 0 15,0 0-15,0 0 16,-14 11 0,14-11-16,0 0 15,0 0-15,0 0 16,0 0-16,0 0 15,19-5-15,-19 5 16,29-6-16,-11 4 16,0-1-16,-2 1 15</inkml:trace>
  <inkml:trace contextRef="#ctx0" brushRef="#br0" timeOffset="19083.82">10262 7117 0,'0'0'0,"0"0"16,0 0-16,-3 0 15,3 0-15,0 0 16,0 0-16,0 0 16,0 0-1,0 0-15,0 0 16,0 0-16,31 8 15,-5-3-15,8 1 16,0 1-16,1-2 16,-1-1-16,0-1 15,-6-1-15,-1 0 16,-3 2 0,-3-2-16,-2-1 15,-19-1-15,24 0 16,-24 0-16,0 0 15,18-3-15,-18 3 16,0 0-16,-3-11 16,3 11-16,-22-16 15,-4 5-15,-13 1 16,-7 5-16,-5 5 16,1 4-1,0-1-15,3 3 16,7-1-16,8-2 15,8 2-15,6-3 16,18-2-16,-24 3 16,24-3-16,0 0 15,0 0 1,0 0-16,0 0 0,0 0 16,2 14-16,25-4 15,19 2 1,10-6-16,1-3 15,3-3-15,-3-3 16,-1-1-16,-6-1 16,-5-1-16,-7 0 15,-8-1-15,-9 1 16,-4 3-16,-17 3 16,17-6-16,-17 6 15,0 0 1,0 0-16,12-10 15,-12 10-15,-13-10 16,-7-3-16,-21-1 16,-9 4-16,-3 5 15,0 1-15,5 6 16,0 0-16,3 1 16,6-1-16,7-1 15,7 1 1,8-2-16,17 0 15,-21 3-15,21-3 16,0 0-16,0 0 16,0 0-16,0 0 15,0 0-15,0 0 16,16 21-16,23-6 16,18-4-1,2-4-15,1-3 16,-1-3-16,-11-1 15,-6-1-15,-10-2 16,-8 0-16,-8 2 16,-16 1-16,16-1 15,-16 1-15,0 0 16,0 0-16,0 0 16,0 0-16,-32-11 15,-23 7 1,-15 6-16,1 4 15,-4 5-15,9-1 16,4 0-16,12-2 16,7-2-16,13-2 15,8-2-15,20-2 16,-21 3-16,21-3 16,0 0-16,0 0 15,0 0 1,0 0-16,0 0 15,0 0-15,24 17 16,27-9-16,10-5 16,-1-7-16,2-4 15,-2 0-15,-3-3 16,-5 1-16,-12 0 16,-8 0-16,-9 3 15,-7 0 1,-16 7-16,20-9 15,-20 9-15,0 0 16,0 0-16,13-13 16,-13 13-16,0 0 15,-8-11-15,8 11 16,-19-11-16,19 11 16,-24-13-16,24 13 15,-22-10 1,22 10-16,-16-6 15,16 6-15,0 0 16,0 0-16,0 0 16,0 0-16,-15-1 15,15 1-15,0 0 16,0 0-16,0 0 16,0 0-16,0 0 15,0 0 1,0 0-16,0 0 15,0 0-15,0 0 16,0 0-16,0 0 16,0 0-16,0 0 15,0 0-15,0 0 16,0 0-16</inkml:trace>
  <inkml:trace contextRef="#ctx0" brushRef="#br0" timeOffset="29533.18">21593 7727 0,'-5'-11'0,"5"11"0,-9-22 16,1-2-16,1 14 16,7 10-16,0 0 15,0 0-15,0 0 16,0 0-16,0 0 16,0 0-16,0 0 15,0 0-15,7 14 16,10 3-1,11 19-15,1 13 16,-3 12-16,-2-4 16,-7-5-16,-3-10 15,0-10-15,-3-3 16,5-9-16,5-9 16,14-13-16,18-13 15,21-25-15,9-19 16,10-19-16,12-19 15,-2-1 1,2-4-16,1 0 16,-4 11-16,22 6 15,-7 13-15,1 2 16,-13 7-16,-1 0 16,-11 7-16,-2 4 15,-9 7-15,-8 6 16,-11 5-16,-13 8 15,-9 4 1,-7 6-16,-8 3 16,-9 4-16,-17 9 15,22-11-15,-22 11 16,0 0-16,0 0 16,16-7-16,-16 7 15,0 0-15,0 0 16,0 0-16,0 0 15,0 0 1,0 0-16,0 0 16,0 0-16,0 0 15,0 0-15,0 0 16,0 0-16,0 0 16,0 0-16,0 0 15,0 0-15,0 0 16,0 0-16,0 0 15,0 0-15,0 0 16,0 0 0,0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0-16</inkml:trace>
  <inkml:trace contextRef="#ctx0" brushRef="#br0" timeOffset="31033.76">14216 9028 0,'0'0'0,"0"0"0,0 0 0,0 0 16,-5-3-16,5 3 15,0 0 1,0 0-16,0 0 16,0 0-16,0 0 15,0 0-15,3 13 16,8 12-16,5 7 15,8 1-15,10 1 16,11-2-16,11-8 16,13-16-1,6-16-15,12-17 16,9-17-16,7-14 16,-6-1-16,-1-8 15,-9 4-15,-2 2 16,-4 2-16,-6 5 15,-2 2-15,-9 6 16,-1 5-16,0 3 16,-4 4-16,-4 4 15,-8 4 1,-5 3-16,-7 5 16,-7 1-16,-6 5 15,-22 10-15,27-13 16,-27 13-16,0 0 15,19-8-15,-19 8 16,0 0-16,0 0 16,0 0-16,0 0 15,0 0 1,0 0-16,0 0 16,0 0-16,0 0 15,0 0-15,0 0 16,0 0-16,0 0 15,0 0-15,0 0 16,0 0 0,0 0-16,0 0 15,0 0-15,0 0 16,0 0-16,0 0 16,0 0-16,0 0 15,0 0-15,0 0 16,0 0-16,0 0 15,0 0-15,0 0 16,0 0-16,0 0 16,0 0-16,0 0 15,0 0 1,16 3-16,-16-3 16,0 0-16,0 0 15,0 0-15,0 0 16,0 0-16,0 0 15,0 0-15,0 0 16,0 0-16,0 0 16,0 0-16,0 0 15,0 0 1,0 0-16,0 0 16,0 0-16,0 0 15,0 0-15,0 0 16,0 0-16,0 0 15,0 0-15,0 0 16,0 0-16,0 0 16,0 0-16,0 0 15,0 0 1,0 0-16,0 0 16,0 0-16,0 0 15,0 0-15,0 0 16,0 0-16,0 0 15,0 0-15,0 0 16</inkml:trace>
  <inkml:trace contextRef="#ctx0" brushRef="#br0" timeOffset="44650.28">20999 4034 0,'0'-10'0,"-1"0"0,0-1 16,-1-11-16,0-6 16,-1-15-16,3 4 15,2 3-15,-2 5 16,0-2-16,-2-13 15,-6-4 1,-10-3-16,-8 0 16,-8 4-16,-8-3 15,-8 3-15,-6 4 16,-2 6-16,-3 4 16,2 7-16,-6 5 15,-3 5-15,0 7 16,-4 7-16,0 7 15,7 5 1,-1 3-16,9 6 16,0 5-16,5 3 15,3 4-15,-2 9 16,2 5-16,-6 15 16,-1 8-16,10-2 15,7-1-15,2 7 16,6 1-1,2 9-15,2 22 16,6-4-16,0 2 16,1-6-16,0-5 15,3-3-15,-4 14 16,2-10-16,-1 4 16,0 2-16,7-8 15,15 3-15,5-10 16,1 2-1,9-2-15,5 2 16,12 13-16,2-12 16,7 9-16,-2-20 15,5-17-15,2-6 16,1-7-16,29 30 16,0-3-16,-3 0 15,-2-8-15,0-23 16,11-9-16,-7-13 15,20-15 1,-8-1-16,11-12 16,10-21-16,-18-31 15,8-19-15,-10 16 16,-13 11-16,4 7 16,7-4-16,-7 1 15,3-28-15,-13 4 16,-14-12-16,-1 3 15,-17 5 1,-4-5-16,-9-4 16,-7-12-16,-6 5 15,-13-6-15,-10-3 16,-9 7-16,-4-2 16,-1 8-16,-6 2 15,-4 0-15,-2 13 16,-5-1-16,-27-22 31,-4 2-15,-2 9-16,12 17 15,24 30-15,3 4 16,8 6-16,2 4 16,5 5-16,0 5 15,5 2-15,2 0 16,13 15-1,-16-15-15,16 15 16,0 0-16,0 0 16,0 0-16,-15-7 15,15 7-15,0 0 16,0 0-16,0 0 16,0 0-16,0 0 15,0 0-15,0 0 16,0 0-16,0 0 15,0 0-15,0 0 16,0 0 0,0 0-16,0 0 15,0 0-15,0 0 16,0 0-16,0 0 16,0 0-16,0 0 15,0 0-15,0 0 16,0 0-16,0 0 15,0 0-15,0 0 16,0 0 0,0 0-16,0 0 15,0 0-15,0 0 16,0 0-16,0 0 16,0 0-16,0 0 15,-6 10-15,6-10 16,0 0-16,0 0 15,0 0 1,0 0-16,0 0 0,0 0 16,0 0-1,0 0-15,0 0 16,0 0-16,0 0 16,0 0-16,0 0 15,0 0-15,0 0 16,0 0-16,0 0 15,0 0-15,0 0 16,0 0-16,0 0 16,0 0-1,14 11-15,-14-11 16,0 0-16,0 0 16,0 0-16,0 0 15,0 0-15,0 0 16,0 0-16,0 0 15,0 0-15,0 0 16,0 0-16,0 0 16,0 0-1,0 0-15,0 0 16,16 0-16,-16 0 16,0 0-16,0 0 15,0 0-15,0 0 16,0 0-16,0 0 15,0 0-15,0 0 16,0 0 0,0 0-16,0 0 15,0 0-15,0 0 16,0 0-16,0 0 16,0 0-16,0 0 15,0 0-15,0 0 16,0 0-16,0 0 15,0 0-15,0 0 16,0 0 0,0 0-16,0 0 15,0 0-15,0 0 16,0 0-16,0 0 16,0 0-16,0 0 15,0 0-15,15 3 16,-15-3-16,10-10 15,27-31-15</inkml:trace>
  <inkml:trace contextRef="#ctx0" brushRef="#br0" timeOffset="47732.87">21776 6776 0,'-2'-2'0,"2"2"0,-13-17 16,-4-4-16,-5-8 15,-5-1-15,-4-2 16,1 2-16,-3 1 16,-3-1-16,-5 1 15,-6-1 1,-2 3-16,-6-1 16,-1 4-16,-4 1 15,-3 7-15,-2 3 16,-2 6-16,1 0 15,3 5-15,-1 6 16,-2 6-16,-2 2 16,-2 2-16,4 3 15,0 4 1,2 8-16,0 10 16,-4 8-16,4 7 15,0 6-15,5 1 16,0 5-16,1 6 15,6 0-15,5 3 16,3 0-16,6-2 16,4 5-1,5 1-15,5-3 16,0 9-16,3 0 16,4 1-16,1 11 15,7 4-15,4 0 16,5 5-16,3 1 15,6 1-15,5 1 16,6-3-16,3-2 16,4 6-16,6 7 15,-1-14 1,7-11-16,3-11 16,4-9-16,16 9 15,4-7-15,58 9 31,-3-1-31,12-10 16,-9-27-16,-44-14 16,7-18-16,12-23 15,-4-3 1,11-13-16,-6-2 16,-3-4-16,-11 3 15,10-15-15,4-18 16,-7-31-16,-4 9 15,-17-2-15,-8-3 16,-6 6-16,-3 7 16,-6 1-16,1-1 15,-1-13-15,-9-18 16,-7 21 0,-11-12-16,-3-14 15,-7 11-15,-4-12 16,-1 1-16,-10 5 15,-3-5-15,-8 13 16,-5 3-16,0 8 16,2 15-16,0 4 15,-3-4-15,-5-2 16,-3-6 0,-3 2-16,5 17 15,-4 2-15,-4-1 16,2 9-16,-9 5 15,3 2-15,-6 6 16,-1 0-16,3 6 16,8 9-16,3 3 15,0 2 1,3 4-16,3 4 16,5 5-16,3 2 15,-1 1-15,18 3 16,-28-2-16,28 2 15,-20 0-15,20 0 16,0 0-16,0 0 16,0 0-16,0 0 15,0 0 1,0 0-16,0 0 16,0 0-16,0 0 15,0 0-15,-15 11 16,15-11-16,0 0 15,0 0-15,0 0 16,0 0-16,0 0 16,0 0-16,0 0 15,0 0-15,0 0 16,0 0 0,0 0-16,0 0 15,0 0-15,0 0 16,0 0-16,0 0 15,0 0-15,0 0 16,0 11-16,0-11 16,0 0-16,0 0 15,0 0-15,0 0 16,0 0 0,0 0-16,0 0 15,0 0-15,0 0 16,0 0-16,0 0 15,0 0-15,0 0 16,0 0-16,0 0 16,0 0-16,12 11 15,-12-11-15,0 0 16,0 0 0,0 0-16,0 0 15,0 0-15,0 0 16,0 0-16,0 0 15,0 0-15,0 0 16,0 0-16,0 0 16,0 0-16,0 0 15,0 0-15,0 0 16,0 0 0,2 10-16,-2-10 15,0 0-15,0 0 16,0 0-16,0 0 15,0 0-15,0 0 16,0 0-16,0 0 16,0 0-16,0 0 15,0 0 1,0 0-16,0 0 16,0 0-16,0 0 15,0 0-15,0 0 16,0 0-16,0 0 15,0 0-15,0 0 16,0 0-16,0 0 16,0 0-16,0 0 15,0 0-15,0 11 16,0-11-16,0 0 16,0 0-1,0 0-15,0 0 16,0 0-16,0 0 15,0 0-15,0 0 16,0 0-16,0 0 16,0 0-16,0 0 15,0 0-15,0 0 16,0 0-16,0 0 16,0 0-1,0 0-15,0 0 16,0 0-16,0 0 15,0 0-15,0 0 16,0 0-16,0 10 16,0-10-16,0 0 15,0 0-15,0 0 16,0 0-16,0 0 16,0 0-1,0 0-15,0 0 16,0 0-16,0 0 15,0 0-15,0 0 16,0 0-16,0 0 16,0 0-16,0 0 15,0 0-15,0 0 16,0 0-16,0 0 16,0 0-1,-2-11-15</inkml:trace>
  <inkml:trace contextRef="#ctx0" brushRef="#br0" timeOffset="52416.29">13969 12971 0,'0'0'0,"-15"-6"0,15 6 0,-24-11 0,-30-14 16,-17-3-16,4 8 16,1 7-16,-1 2 15,-6 3-15,-4 2 16,1-1-1,-5 0-15,0 1 16,-8 1-16,-7 3 16,1-2-16,-9 6 15,-4 2-15,0 3 16,-1 1-16,2 3 16,-2 0-16,-1 0 15,-3 0-15,3 1 16,-4 0-1,-2 0-15,0-1 16,-1-2-16,7-4 16,-3-4-16,0-1 15,-2-2-15,4-2 16,3-3-16,1 0 16,0-3-16,1 1 15,-2-2-15,2 1 16,-3 0-1,-5 0-15,5-2 16,3 3-16,-4-4 16,6-2-16,-5-1 15,9-1-15,6-2 16,-5-4-16,6 4 16,-8-1-16,0-1 15,2 0-15,0 0 16,2 1-1,0-1-15,4 2 16,-5-3-16,0 0 16,3 3-16,-2-3 15,2 1-15,3-1 16,-1-1-16,1 3 16,4 3-16,-8 2 15,4-1-15,2 3 16,-4 0-16,-2 3 15,5 0 1,-7-1-16,4 1 16,2 1-16,-3 0 15,-3-1-15,1 1 16,-6 1-16,6 0 16,-1 0-16,-1 0 15,-2 5-15,5-1 16,0 4-1,0 0-15,2 0 16,1 4-16,-3 0 16,4 2-16,5 2 15,-6 2-15,4-1 16,2 0-16,-10 0 16,12-1-16,-2 0 15,2-2-15,4-1 16,-4 0-16,3 1 15,3-2 1,-1 2-16,-1-3 16,1 1-16,5-3 15,3 0-15,2-1 16,-2 0-16,-1 1 16,9 5-16,-9 2 15,1 2-15,-1-2 16,0 2-16,11-1 15,-8 1 1,-1 2-16,-2 0 16,2 0-16,5 1 15,-2 3-15,5 1 16,5-2-16,6 1 16,1 3-16,2 1 15,6-1-15,2 2 16,4-3-1,3 3-15,4 0 16,5-1-16,5-3 16,4-1-16,4-2 15,2 1-15,3-3 16,3 3-16,1-1 16,5 1-16,5 7 15,4 0 1,8 2-16,5 0 0,3-5 15,10-2 1,7 0-16,4-2 16,3 0-16,-3-3 15,4 1-15,2-1 16,2 1-16,-2-2 16,-1 3-16,5 4 15,-1-1-15,-5 0 16,-5-1-16,0 3 15,1 3-15,0 1 16,0 0 0,-7-3-16,6 4 15,1 0-15,-3-2 16,-1-3-16,-5-6 16,3-5-16,3 3 15,1-1-15,-5-1 16,0 1-16,-3-5 15,7 0-15,3-3 16,1 0 0,6-2-16,-7-2 15,3-2-15,2-3 16,1-1-16,-1 0 16,1 0-16,2 2 15,-1 0-15,0 1 16,2 3-16,5 2 15,-2 4-15,0 1 16,4 1 0,2 2-16,-1 1 15,2 2-15,3-2 16,6 3-16,-1 0 16,8-2-16,1-4 15,0-3-15,5-1 16,1 0-16,3 0 15,5-1-15,1 0 16,-3 1 0,8-1-16,1 0 15,-4-2-15,6 0 16,0-1-16,-7 1 16,5 0-16,1-1 15,-7 4-15,8 3 16,-4 2-16,-6 1 15,9 1 1,-5-1-16,-6-1 16,3 2-16,-2-4 15,-2-3-15,8-1 16,0-1-16,-6-1 16,18 1-16,-12 0 15,-4 0-15,4 0 16,-5-2-16,0-1 15,13 1-15,-9-1 16,-6 1 0,5-2-16,-3-1 15,-2-4-15,10 0 16,-3 1-16,16 0 16,6-5-16,-5-2 15,-1 0-15,-12-1 16,10 1-16,-6 0 15,3-1-15,-8 2 16,0 0 0,1-1-16,-6 3 15,6 1-15,-6 5 16,0 4-16,-3 4 16,3 2-16,-8 0 15,4 1-15,2 1 16,-7-1-16,4 3 15,-6-3-15,-3 1 16,5-1-16,-9 1 16,3 0-1,-2-1-15,-3-1 16,5-2-16,-3-4 16,0-5-16,-1-1 15,-4-1-15,-4 0 16,-4 1-16,0-1 15,-5 0-15,-4-3 16,-2-3 0,-1 1-16,-3 0 15,1 2-15,-3-3 16,-7 3-16,-1-3 16,-4 3-16,2-1 15,0-1-15,-2 1 16,0-2-16,-4 2 15,-2 2-15,-2-1 16,-3 2 0,1 0-16,-5 1 15,2 0-15,-2 3 16,-5 2-16,-20 4 16,26-5-16,-26 5 15,0 0-15,20-3 16,-20 3-16,0 0 15,0 0-15,18 0 16,-18 0 0,0 0-16,0 0 15,0 0-15,0 0 16,14 12-16,-14-12 16,0 0-16,0 0 15,0 0-15,0 0 16,0 0-16,0 0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8T11:11:03.802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70C0"/>
    </inkml:brush>
    <inkml:brush xml:id="br4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2277 870 0,'0'0'0,"0"0"0,6-3 0,15-7 16,32-6-16,26 0 15,4 2-15,6 1 16,1 3-16,-2 1 16,0 1-16,-10 2 15,-7 0-15,-6 1 16,-4 2 0</inkml:trace>
  <inkml:trace contextRef="#ctx0" brushRef="#br0" timeOffset="284.01">2846 947 0,'0'0'0,"0"2"0,0-2 16,0 0-16,0 32 15,-2 26-15,-4 23 16,-1-2-16,-2-1 16,-1-4-16,-1-9 15,3-3-15,0-5 16,1-4-16,1-7 16</inkml:trace>
  <inkml:trace contextRef="#ctx0" brushRef="#br0" timeOffset="567.91">2381 1723 0,'0'0'0,"0"0"16,-5-2-16,5 2 15,0 0-15,0 0 16,0 0-16,0 0 15,37 12-15,29-1 16,12-2-16,4-4 16,-2-8-16,-5-8 15,-2-2-15,-10 1 16,1-1-16,-6 1 16,-9 3-1,-4 0-15,-9 2 16,1 1-16,-2 0 15,2 2-15</inkml:trace>
  <inkml:trace contextRef="#ctx0" brushRef="#br0" timeOffset="1984.29">4460 336 0,'0'0'0,"0"0"0,0 0 0,-3 4 16,-2 16-16,-16 35 15,-21 33-15,-3 8 16,5-9-16,3-7 16,1 5-16,8-4 15,2 12 1,11-4-16,13-2 15,6 1-15,23-11 32,18-11-32,14-27 15,6-28-15</inkml:trace>
  <inkml:trace contextRef="#ctx0" brushRef="#br0" timeOffset="2233.56">4713 680 0,'0'0'0,"0"0"0,0 0 16,5 2-16,16 9 15,27 15-15,16 8 16,6 3-1,-5-4-15,2 1 16,11 6 0,-17-11-1</inkml:trace>
  <inkml:trace contextRef="#ctx0" brushRef="#br0" timeOffset="2450.96">5080 574 0,'0'0'0,"-7"0"0,7 0 15,-41 29-15,-17 33 16,-6 14-16,-4 19 16,17-20-16,-2 11 15,6 2 1,14-18-16,4-6 15</inkml:trace>
  <inkml:trace contextRef="#ctx0" brushRef="#br0" timeOffset="2767.84">5370 277 0,'0'0'0,"0"0"0,0 0 15,17 11-15,24 17 16,18 32-16,-5 18 16,-2 8-16,-7 12 15,-8 9-15,-9-10 16,-10 6-1,-10 9-15,-6-4 16,-18 27-16,-33-8 16,-3-21-16,-10 13 15,5-31-15,15-21 16,4-11-16,7-15 16</inkml:trace>
  <inkml:trace contextRef="#ctx0" brushRef="#br0" timeOffset="3367.59">9004 348 0,'0'0'0,"0"0"0,0 0 16,0 0-16,2 6 15,6 6 1,11 14-16,6 10 16,6 3-16,5 11 15,5 4-15,1 1 16,-2-3-16,-5-7 16,-4-10-16,5 8 15,-8-9-15,-6-8 16,4 2-16,-6-1 15,0 3 1,-4-7-16,-9-13 16,-7-10-16,9 11 15</inkml:trace>
  <inkml:trace contextRef="#ctx0" brushRef="#br0" timeOffset="3650.66">9905 307 0,'0'0'0,"0"0"16,0 0-16,0 0 15,-7 7-15,-13 11 16,-17 17-16,-9 9 15,-3 4 1,-6 3-16,-4 11 16,6 14-16,9-10 15,6 1-15,12-21 16,5-13-16,3 4 16,4-4-16</inkml:trace>
  <inkml:trace contextRef="#ctx0" brushRef="#br0" timeOffset="4000.42">9509 951 0,'0'0'0,"0"0"0,0 5 15,0-5-15,0 8 16,0-8-16,0 11 15,0-11 1,0 15-16,0 3 16,-1 22-16,-1 17 15,-6 19-15,-8 20 16,-4 12-16,-5 16 16,1 4-1,0-6 1,4-7-16,10-37 15,6-27 1,2-15-16,2-14 16,0-9-16,0-13 15,0 15-15,0-15 16</inkml:trace>
  <inkml:trace contextRef="#ctx0" brushRef="#br0" timeOffset="4884.24">7202 126 0,'0'0'0,"0"0"0,0 0 16,-2 11-1,-7 26-15,-10 50 16,-4 22-16,6 21 16,5-2-16,4 15 15,5 7-15,1 1 16,4 15-16,3 4 15,-1 1-15,5 6 16,-1-1-16,0 14 16,0 6-1,0 0-15,0 6 16,0-9-16,-4 0 16,-2-2-16,-2-9 15,2-11-15,-1-4 16,1-7-16,-5-14 15,1-9-15,2 30 32,-1-20-17,2-16-15,2-38 16,0-48-16,1-13 16</inkml:trace>
  <inkml:trace contextRef="#ctx0" brushRef="#br0" timeOffset="5750.27">1895 2181 0,'0'0'0,"0"0"0,0 0 0,-3-3 0,3 3 15,0 0-15,9-17 16,32-11-16,58-11 16,21 0-1,23 11-15,16 6 16,10 3-16,28 1 16,0 6-16,12 8 15,5 8-15,-7 2 16,12-3-16,2 1 15,4-5-15,7-4 16,6-2-16,6-3 16,-6 0-1,8 0-15,-5-2 16,14 1-16,3 1 16,-12 1-16,-1 3 15,-5 4-15,-9 6 16,15 2-16,-22 1 15,12-2-15,-12 0 16,1 0 0,-10-4-16,5-2 15,-19-4-15,-6 0 16,2 1-16,-5 1 16,3-1-16,-7 2 15,-12 0-15,-15-3 16,-4-1-16,-16 3 15,-10-4-15,-17-1 16,-16 0-16,-20-1 16,-21 3-1,-20 1-15,-11 1 16,-9-1-16</inkml:trace>
  <inkml:trace contextRef="#ctx0" brushRef="#br0" timeOffset="7201.45">4396 2161 0,'0'0'0,"0"0"0,-3-2 16,3 2 0,0 0-16,-19-9 15,19 9-15,-34-13 16,5 6-16,-1 1 15,-1 2-15,-1 1 16,5 3-16,2 3 16,2 4-1,-2 5-15,-4 8 16,-5 16-16,1 7 16,-1 11-16,9 0 15,9-2-15,7 12 16,5 11-16,6 1 15,11 2-15,3-16 16,12-6-16,8 5 16,9 1-16,10-8 15,7-14-15,10-3 16,-4-15 0,-1-6-16,3-10 15,-2-28-15,7-14 16,3-10-16,-17-4 15,0-12-15,-15-7 16,-4-3-16,-12-9 16,-14-1-1,-11 4-15,-18-3 16,-16 13-16,-6 13 16,-9 10-16,-11 12 15,-13 4-15,-19 11 16,-9 15-16,-16 12 15,-11 17-15,-12 30 16</inkml:trace>
  <inkml:trace contextRef="#ctx0" brushRef="#br0" timeOffset="9334.1">9339 2341 0,'0'0'0,"0"0"0,0 0 0,0 0 0,-6 0 16,6 0-16,0 0 16,0 0-16,0 0 15,-18 0-15,18 0 16,0 0 0,0 0-16,0 0 15,0 0-15,0 0 16,0 0-16,0 0 15,0 0-15,0 0 16,0 0-16,0 0 16,0 0-16,0 0 15,-8-10-15,22-3 16,17-10-16,9-4 16,-4 5-16,-16 9 15,-5 7 1,-15 6-16,21-1 15,-21 1-15,0 0 16,0 0-16,0 0 16,0 0-16,0 0 15,0 0-15,0 0 16,0 0-16,16 7 16,-16-7-1,0 0-15,0 0 16,0 0-16,0 0 15,0 0-15,-24 31 16,-34 10-16,-13-3 16,16-7-16,8-6 15,0 2-15,-1 3 16,6 4-16,5 4 16,8 0-1,9-2-15,8-11 16,5-9-16,7-16 15,-6 11-15,6-11 16,0 0-16,21-8 16,16-12-16,13-16 15,-4-1-15,1 0 16,-4 0-16,-5 3 16,-9 6-16,-6 9 15,-8 4 1,-4 4-16,-11 11 15,14-12-15,-14 12 16,0 0-16,0 0 16,23 7-16,-6 20 15,0 15-15,-3 13 16,-4 3-16,-1 0 16,-4 10-16,1-2 15,-3 5-15,-2-1 16,-1-9-1,0-8-15,0-7 16,-1-6-16,-3-7 16,-21 4-1,-7-5 1,-13-2-16,-4-7 16,10-9-16,3-6 15,5-3 1,4-3-16,6 0 15,4-2-15,17 0 16,-24-2-16,24 2 16,0 0-16,0 0 15,0-17-15,36-1 16,32-4-16,15 3 16,12 5-1,0 5-15,-2 1 16,-5 3-16,-9 1 15,-6 3-15,-13 1 16,-10 3-16,-10 3 16</inkml:trace>
  <inkml:trace contextRef="#ctx0" brushRef="#br0" timeOffset="10868.12">4584 3857 0,'0'0'0,"0"0"0,-8-2 15,8 2-15,-20-5 16,20 5-16,-35-2 16,-2 15-16,-11 12 15,-12 18-15,-3 7 16,3 5-16,9-5 15,4-2 1,8-6-16,10-7 16,9-6-16,6-11 15,5-6-15,9-12 16,-8 11-16,8-11 16,0 0-16,17-16 15,19-20-15,9-13 16,5-8-1,2-5-15,-1 2 16,-3 2-16,-7 8 16,-6 11-16,-2 8 15,-5 10-15,-5 6 16,-3 7-16,-2 5 16,-1 6-1,-1 7-15,-3 10 0,-2 18 16,-1 18-1,-7 22-15,-5 10 16,-1 7-16,-5-1 16,0-7-16,0-5 15,2-6-15,-2 1 16,2-9-16,2-11 16,0-13-16,2-12 15,0-7-15,2-9 16,0-3-1,0-13-15,-2 12 16,2-12-16,0 0 16,-23 11-16,-3-8 15,-8-3-15,0-1 16,-3-1-16,0 0 16,1 0-16,8 2 15,7-2-15,4 2 16,1 0-16,16 0 15,-20 0 1,20 0-16,0 0 16,0 0-16,21 23 15,28-8-15,21-1 16,10-6-16,7-4 16,1-4-16,7-3 15,-1-6-15,-1-5 16,-8 0-16,-11 3 15,-6-3 1,-16 5-16,1 0 16,-8 2-16,-12 7 15,-8 7-15</inkml:trace>
  <inkml:trace contextRef="#ctx0" brushRef="#br0" timeOffset="11550.77">7201 4570 0,'0'0'0,"0"0"0,0 0 0,0 0 0,-4 0 16,4 0-16,0 0 15,0 0-15,0 0 16,0 0-16,0 0 16,-3 19-16,3 16 15,0 20-15,0 20 16,2 12-1,2 2-15,0 44 32,-1-8-32,-1-22 15,0-18-15,-1-39 16,0-10-16,1-11 16,-2-10-16,0-15 15,5 13-15,-5-13 16</inkml:trace>
  <inkml:trace contextRef="#ctx0" brushRef="#br0" timeOffset="12400.39">9358 4120 0,'0'0'0,"0"0"0,-1-3 0,1 3 16,-15-15 0,-1-1-16,-3-1 15,-3 1-15,-10 4 16,-6 9-16,-1 13 16,-2 7-16,2-1 15,0 6-15,-2 7 16,4 4-16,7 10 15,6 15 1,2-6-16,8 13 16,11 1-16,8-6 15,15 5-15,3-7 16,6-2-16,5-13 16,32 0-1,15-2 1,9-16-16,-3-13 15,-25-14 1,7-12-16,-1-4 16,-3-17-16,-10-8 15,-4-9-15,-7-6 16,-9 6-16,-6 0 16,-12 1-16,-7 7 15,-8 0-15,-6 2 16,-13-2-16,-7-1 15,-7 5-15,-14 2 16,-6 7 0,-12 0-16,-11 4 15,-2 7-15,-8 6 16,-3 9-16,1 8 16,-21 12-16</inkml:trace>
  <inkml:trace contextRef="#ctx0" brushRef="#br0" timeOffset="24267.71">14822 1805 0,'0'0'0,"0"0"0,0 0 0,0 0 15,0 0-15,-4 2 16,4-2-16,0 0 15,0 0-15,0 0 16,0 0-16,0 0 16,23 2-16,24-3 15,19-4-15,1-5 16,-1-2-16,-3-3 16,-7 1-16,-7 3 15,-11 1 1,-5 3-16,-7 0 15,-5 5-15,-5 3 16,-16-1-16,20 10 16,-18 4-16,-6 8 15,-9 17-15,-16 14 16,-13 6-16,-9 3 16,-4 0-16,4-7 15,-6 5 1,1-4-16,3-2 15,0-2-15,10-7 16,4-6-16,8-7 16,4-6-16,9-6 15,6-7-15,6-3 16,6-10-16,-2 15 16,2-15-1,24 19-15,10-12 16,18-1-16,5-6 15,-4-4-15,-8 1 16,-9 1-16,-8 0 16,-3 1-16,-3 0 15,2 0-15,2-1 16,-2 2-16,-2 0 16</inkml:trace>
  <inkml:trace contextRef="#ctx0" brushRef="#br0" timeOffset="24582.89">15776 2209 0,'0'0'0,"8"1"15,-8-1-15,33 5 16,0-1-16,2 2 16,0-6-16,-3-4 15,-2 0 1,-1 1-16,-3-1 15,0 0-15,1 0 16,-5 0-16</inkml:trace>
  <inkml:trace contextRef="#ctx0" brushRef="#br0" timeOffset="24833.46">15706 2448 0,'0'0'0,"0"0"0,0 0 0,0 0 0,0 0 15,0 0-15,6 5 16,-6-5-16,44 7 16,2-11-16,10-6 15,-2 0 1,-3-3-16,-5 0 15,-4-1-15,-5 1 16,-5 2-16,-1 0 16</inkml:trace>
  <inkml:trace contextRef="#ctx0" brushRef="#br0" timeOffset="25400.94">16700 1863 0,'0'0'0,"0"0"16,0 0-16,1 9 16,3 20-16,1 26 15,-6 23-15,-8 1 16,2 0-1,0-10-15,2-1 32,3-19-32,4-28 15,-2-21-15,38-6 16,16-39-16,3-6 16,-17 6-16,-1-3 15,-12 11 1,-6 7-16,-6 9 15,-3 6-15,-3 3 16,-9 12-16,24 2 16,-11 12-16,3 15 15,-1 6-15,0 2 16,-2-7-16,1-5 16,3-2-16,0-2 15,-2-6-15,-15-15 16,18 7-1,-18-7-15,30-24 16,-8-2-16,0-11 16,3-12-16,-2-3 15,-7 7-15,-3 8 16,-8 11-16,-1 7 16,-1 6-16,-1-1 15</inkml:trace>
  <inkml:trace contextRef="#ctx0" brushRef="#br0" timeOffset="25683.74">17551 1908 0,'0'0'0,"0"0"0,0 0 0,7 7 16,7 12-1,12 16-15,11 14 16,0-3-16,1-5 16,-5-5-16,-11-10 15,-2-5-15,0 1 16,-1 1-16,0 1 16,-6-2-16,0 2 15,0-3-15,-1-5 16</inkml:trace>
  <inkml:trace contextRef="#ctx0" brushRef="#br0" timeOffset="25900.26">17865 1994 0,'-6'8'0,"-3"10"15,-5 9-15,-15 32 16,-5 15-16,-2 6 16,-5 5-16,1-15 15,10-20-15,3-4 16,9-15-16,4-9 16,5-5-16</inkml:trace>
  <inkml:trace contextRef="#ctx0" brushRef="#br0" timeOffset="26383.74">18472 2176 0,'0'0'0,"7"0"15,-7 0-15,48-3 16,11-3-16,8 0 15,4 3 1,-1-1-16,-4 0 16,-6 0-16,-15 1 15,3-6-15,1-6 16,-8-4-16,-3-3 16</inkml:trace>
  <inkml:trace contextRef="#ctx0" brushRef="#br0" timeOffset="26650.19">18772 1989 0,'0'0'0,"0"0"0,0 0 15,0 7-15,0 15 16,0 13-16,0 10 15,0 1-15,-2 16 16,-1 7 0,-1 0-16,-1 4 31,-3-11-31,2-8 16,2-9-16</inkml:trace>
  <inkml:trace contextRef="#ctx0" brushRef="#br0" timeOffset="27300.2">19727 1872 0,'0'0'0,"0"0"0,0 0 15,0 0-15,0 0 16,8 7-16,1 5 16,2 14-16,-9 28 15,-6 6-15,-10 14 16,-4-2-16,3-13 31,-15 14-15,1 1-16,-1-12 15,8-23-15,9-15 16,5-8-16,8-16 16,-10 15-16,10-15 15,0 0-15,0 0 16,0 0-16,0 0 15,-6-28 1,18-15-16,7-8 16,1 5-16,7 6 15,13 21-15,7 16 16,12 22-16,-11 7 16,0 16-16,-13-15 15,-12-7-15,-1-3 16,-6-6-1,-16-11-15,16 17 16,-14 13-16,-1 11 0,-9 4 16,-8-17-1,-13-8-15,-24-3 16,-14-1-16,-7-28 16,19 10-16,9-6 15,7-1-15,4 1 16,5-6-16</inkml:trace>
  <inkml:trace contextRef="#ctx0" brushRef="#br0" timeOffset="32117.35">20992 3154 0,'0'0'0,"0"0"0,0 0 15,0 0-15,0 0 16,0 2-16,0-2 16,0 0-16,-4 11 15,-4 12-15,-8 27 16,-8 15-16,0 10 16,6-17-16,9-12 15,6 1 1,6 2-16,4-3 15,4-7-15,9-17 16,5-16-16,8-13 16,9-21-16,-7-1 15,-2-10-15,-2-5 16,-6-1-16,-2-2 16,-8 8-1,-6 10-15,-3 10 16,-6 19-1,0 0 1,0 0-16,2 30 16,-8 24-16,-4 33 15,-3 10-15,-2 19 16,-2 13-16,3-16 16,-4 2-1,1-28-15,5-27 16,-4 0-16,3-10 15,2-4-15,3-8 16,3-18-16,0-8 16,5-12-16,-36-8 15,5-21-15,-1-18 16,15-7-16,8-4 16,4-1-16,8 10 15,4-5 1,6 1-16,6 8 15,11 1-15,6 7 16,0 7-16,0 5 16,-4 7-16,7-1 15,8-4-15,0 1 16</inkml:trace>
  <inkml:trace contextRef="#ctx0" brushRef="#br0" timeOffset="32800.55">21194 2800 0,'0'0'15,"0"0"-15,0 0 16,0 0-16,0 0 15,-5 11-15,-9 17 16,-13 17-16,-1 3 16,4-10-16,4-5 15,2-4-15,3-8 16,4-4-16,11-17 16,-9 13-16,9-13 15,0 0-15,3-32 16,14-12-1,13-6-15,-1 3 16,-1 11-16,-5 13 16,1 7-16,-2 5 15,-1 6-15,-4 5 16,0 3-16,-1 8 16,2 9-16,1 9 15,4 14-15,-9-11 16</inkml:trace>
  <inkml:trace contextRef="#ctx0" brushRef="#br0" timeOffset="33100.69">21680 3377 0,'0'0'0,"0"0"16,0 0-16,0 0 16,0 0-16,5 4 15,-5-4-15,25 15 16,-10-5-1,-15-10-15,29 19 16,-29-19-16,24 14 16,-7-8-16</inkml:trace>
  <inkml:trace contextRef="#ctx0" brushRef="#br0" timeOffset="33283.21">21486 3797 0,'0'0'0,"0"0"0,0 0 0,0 0 15,13-7-15,18-7 16,23-5-16,6-3 16,6-1-1,7-3-15,-8-6 0</inkml:trace>
  <inkml:trace contextRef="#ctx0" brushRef="#br0" timeOffset="33917.36">22750 2624 0,'0'0'0,"-5"0"0,5 0 0,0 0 0,-16 2 15,-5-1-15,-13 6 16,-12 13-16,-12 18 16,-3 11-16,6 10 15,4 8-15,12 5 16,5 4-16,6-1 15,5-1 1,7 2-16,14 3 16,6-2-16,6 33 31,2-7-31,-2-9 16,-2-20-16,-3-29 15,2 26-15,2 20 16,-2-14-16,-3-10 15,-23 2 1,-4 5-16,-6 18 16,-11 18-16,16-33 15,0 8-15,2-4 16,15-31-16,-2-5 16,4-2-16,0-11 15,-2 7-15,1 9 16,-2-1-1,2-8-15,8-7 16,2-8-16,-1 0 16,0 9-16,1 0 15,0-3-15,1-2 16,-1-9-16,1-7 16,10-10-16,24-19 15,-10-9-15,-4-28 16</inkml:trace>
  <inkml:trace contextRef="#ctx0" brushRef="#br0" timeOffset="34283.8">23164 3018 0,'0'0'0,"0"0"0,0 0 0,0 0 0,1 5 16,0 6-16,1 11 15,-1 16-15,-2 11 16,-1 5-16,0 2 16,-1 3-16</inkml:trace>
  <inkml:trace contextRef="#ctx0" brushRef="#br0" timeOffset="35367.28">23925 3154 0,'0'0'0,"0"0"16,0 0-16,0 0 16,0 0-16,0 0 15,0 0-15,0 0 16,0 0-16,5 0 15,-5 0 1,44 5-16,0-1 16,1-6-16,-5-1 15,-4 1-15,-11 0 16,-4-2-16,-5 3 16,-16 1-16,17-1 15,-17 1-15,2 11 16,-9 13-16,-13 16 15,-12 5-15,-7 1 16,-2-4 0,0-2-16,5-7 15,7-6-15,8-8 16,4-4-16,5-4 16,12-11-16,-15 13 15,15-13-15,0 0 16,0 0-16,2 10 15,18-3 1,22 0-16,7-7 16,-5-3-16,-8-3 15,3-7-15</inkml:trace>
  <inkml:trace contextRef="#ctx0" brushRef="#br0" timeOffset="35804.74">24397 3150 0,'0'0'0,"0"0"0,0 0 16,0 0-16,5 6 15,-5-6-15,22 24 16,-2-1-16,3 1 15,-1 2-15,0-1 16,-6-3 0,-2-2-16,-3-3 15,-4-3-15,-2-2 16,-5-12-16,6 15 16,-6-15-16,1 13 15,-1-13-15,-1 13 16,1-13-16,-7 19 15,-2-2-15,-4 5 16,-3 3 0,-6 3-16,-3 3 15,-4 0-15,2-2 16,1-5-16,6-7 16,3-4-16,17-13 15,-27 17-15,27-17 16,-23 14-16,23-14 15</inkml:trace>
  <inkml:trace contextRef="#ctx0" brushRef="#br0" timeOffset="36084.33">24732 3725 0,'0'0'0,"0"0"0,0 0 16,-10 6-16,-15 9 16,-16 10-16,1 2 15,5-1-15,6-2 16,0-3-16,2 0 15,5-4-15,3-3 16,4-1-16</inkml:trace>
  <inkml:trace contextRef="#ctx0" brushRef="#br0" timeOffset="36501.18">24902 3475 0,'0'0'0,"0"0"16,0 0-16,-3 2 16,-1 9-16,-7 9 15,-3 12-15,1 15 16,2 4-16,4-6 15,5-12-15,2-9 16,4-8-16,5-6 16,9-4-1,12-4-15,7-5 16,11-13-16,-48 16 16,39-27-16,-13-7 15,-5-11-15,-9 5 16,-7 3-16,-4 3 15,-2 4-15,-4 4 16,-19 10-16,-55-16 16,38 31-16,-8 24 15</inkml:trace>
  <inkml:trace contextRef="#ctx0" brushRef="#br0" timeOffset="37219.79">22980 4448 0,'0'0'0,"0"0"0,-5-3 15,5 3-15,0 0 16,-28 10-16,-1 11 15,-8 12-15,-1 4 16,1 2 0,10-3-16,0 4 0,2 0 15,10-7 1,3-6-16,8-8 16,3-3-16,5-3 15,18 2-15,15 3 16,14-8-16,-11-10 15,-3-9-15,5-10 16,-3-9-16,-6-9 16,-2-5-16,-5-1 15,-4-3 1,-8-12-16,-5 6 16,-9 4-16,-16 10 31,-11 13-31,-13 6 15,-1 14-15,8 12 16,3 9-16,8 9 16,6 10-16</inkml:trace>
  <inkml:trace contextRef="#ctx0" brushRef="#br0" timeOffset="37951.8">23623 4476 0,'0'0'0,"0"0"15,0 0-15,0 0 16,7 6-16,-7-6 16,39 19-16,3-9 15,6-4 1,-2-5-16,-9-1 16,1-5-16,5-3 15,1 0-15,-5 2 16,-11 3-16,-8 3 15,-20 0-15,16 8 16,-15 6-16,-11 12 16,-8 12-16,-16 12 15,-7 1-15,3-3 16,-4-1 0,-2-8-16,-1-1 15,3-5-15,5-12 16,9-3-16,6-6 15,6 0-15,5 0 16,11-12-16,-8 14 16,8-14-1,0 0-15,0 0 0,44 4 16,-3-4 0,9 0-16,-9 0 15,-3-1-15,-4-2 16,-8 0-16,-3-3 15,2-1-15,0 1 16,-5 1-16</inkml:trace>
  <inkml:trace contextRef="#ctx0" brushRef="#br0" timeOffset="38333.75">24457 4497 0,'0'0'0,"-6"4"0,6-4 16,-41 35-1,-5 7-15,-2 4 16,5-1-16,8-1 15,6-6-15,8-9 16,4-3-16,1-6 16,4-1-16,4-6 15,3-3-15,5-10 16,-1 17-16,5-4 16,7 6-1,5 4-15,4 3 16,9 6-16,5 4 15,0-4-15,-9-9 16,-7-8-16,5 1 16</inkml:trace>
  <inkml:trace contextRef="#ctx0" brushRef="#br0" timeOffset="38750.33">24809 4771 0,'0'0'0,"0"0"0,0 0 0,0 0 0,-9 0 16,9 0-1,-26 8-15,-7 7 16,-6 10-16,1 3 15,5 1-15,12 5 16,11 6-16,8 2 16,8-5-16,3-11 15,7-11-15,12-9 16,13-10-16,23-14 16,-6-5-1,2-18-15,0 2 16,-21-5-16,-31 32 15,2-18-15,-2-17 16,-6 5-16,-5 8 16,-47-44-16,4 50 15,-17 11-15,-4 13 16,-2 12-16</inkml:trace>
  <inkml:trace contextRef="#ctx0" brushRef="#br0" timeOffset="44700.43">14848 4858 0,'0'0'0,"0"0"0,0 0 0,0 0 15,0 0-15,0 0 16,-2 5-16,-2 6 16,-4 21-1,-6 17-15,-1 11 16,-1 3-16,-1-4 16,-9 9-16,-6-2 15,3-13-15,2-6 16,8-16-16,4-8 15,5-7-15,10-16 16,0 0-16,0 0 16,-11-43-1,14-38-15,25-27 16,3 1-16,5-1 16,-1 16-16,-2 10 15,-4 17-15,-3 15 16,7 26-1,3 20 1,4 24-16,3 29 16,-12 7-1,-4 6-15,-6 4 0,-7 0 16,-5 1 0,-4-9-16,-2-13 15,-2-4-15,-1-10 16,-1-4-16,-6-5 15,-6-4-15,-3-4 16</inkml:trace>
  <inkml:trace contextRef="#ctx0" brushRef="#br0" timeOffset="45518.09">14756 5130 0,'0'0'0,"0"0"0,0 0 0,0 0 15,0 0-15,0 0 16,13 5-16,9 1 16,21 2-16,18-5 15,9-4-15,-1-11 16,-3-9 0,2-10-16,-4-6 15,-7-1-15,-2-5 16,-7 1-16,-7 0 15,-9 6-15,-11 8 16,-7 9-16,-9 9 16,-5 10-16,0 0 15,-26-5 1,-5 12-16,-1 14 16,4 4-16,5 9 15,6 9-15,6 10 16,8 4-16,8 0 15,9-4-15,6-8 16,3-2-16,6-5 16,-2-3-1,-2-3-15,-1-3 0,-6 15 16,-15 20 0,-12-18-16,-18 0 15,-14-12-15,-2-9 16,11-7-16,9-7 15,23-11-15,-23 9 16,23-9-16,-1-15 16,24-32-16,19-38 15,19-5-15,17-5 16,2-1 0,3 2-16,-8 6 0,-7 11 31,-23 15-16,-20 16-15,-14 18 16,-11 28-16,-1-13 16,-16 17-16,-21 14 15,-5 21-15,7 18 16,4 9 0,9 10-16,9-1 15,10-6-15,9 6 16,17 12-16,3-6 15,0-15-15,-13-26 16,-7-17-16,-16 3 16,-15-1-16,-6 10 15,-6 1 1,1 0-16,10-11 16,10-10-16,17-15 15</inkml:trace>
  <inkml:trace contextRef="#ctx0" brushRef="#br0" timeOffset="46601.08">16099 5630 0,'0'0'0,"0"0"16,0 0-16,0 0 15,-8 9-15,-7 12 16,-12 22-16,-5 13 16,1 2-1,0 8-15,0 4 16,2-1-16,0-2 15,3-5-15,2-7 16,0-2-16,3-6 31</inkml:trace>
  <inkml:trace contextRef="#ctx0" brushRef="#br0" timeOffset="47300.58">16841 5211 0,'0'0'0,"0"0"15,0 0-15,3 3 16,1 13-16,4 22 16,3 20-1,-5 13-15,-6 9 16,2 4-16,-2-13 15,0-13-15,5-19 32,11-22-32,10-15 15,15-21-15,12-26 16,-4-7-16,-11 4 16,-9 3-16,-10 13 15,-9 11-15,-3 6 16,-5 4-1,-2 11-15,0 0 16,0 0-16,4 15 16,2 30-16,-1 18 15,-1 0-15,0-12 16,0-17-16,0-12 16,4-9-16,-8-13 15,21 12-15,4-22 16,10-18-1,9-17-15,-7-12 16,-8-4-16,-5-9 16,-4 1-16,-7 11 15,-5 13-15,-3 15 16,-3 15-16,-2 15 16,3-15-16,-3 15 15,0 0-15,5 16 16,4 6-1</inkml:trace>
  <inkml:trace contextRef="#ctx0" brushRef="#br0" timeOffset="47583.84">17817 5409 0,'0'0'0,"0"0"0,0 0 16,0 0-16,6 0 15,-6 0-15,33-3 16,1-1-16,6-1 16,5-1-16,-4-1 15,0-1-15,-3 0 16,-6-4-1,-5 0-15,-11 3 16,-16 9-16</inkml:trace>
  <inkml:trace contextRef="#ctx0" brushRef="#br0" timeOffset="47767.3">17784 5611 0,'0'0'0,"0"0"15,0 0-15,0 0 16,0 0-16,0 0 16,11 0-16,14 0 15,16-1-15,13-4 16,6-6-16,-5-3 16,6-6-16</inkml:trace>
  <inkml:trace contextRef="#ctx0" brushRef="#br0" timeOffset="48166.8">18499 5300 0,'0'0'0,"0"0"15,0 2 1,-7 11-16,-6 15 15,-5 9-15,2-3 16,4 1-16,1-3 16,2-1-16,5-2 15,5 4-15,6-6 16,3-6-16,3-11 16,12-10-16,16-6 15,13-12-15,-1-9 16,-9-8-16,-11-25 15,-8 1 1,-13-4-16,-9 12 16,-4 21-16,-6 8 15,-12 7-15,-9 7 16,-22 17 0,-9 25-1,10 6-15,15 2 16</inkml:trace>
  <inkml:trace contextRef="#ctx0" brushRef="#br0" timeOffset="48884.11">19671 5104 0,'0'0'0,"0"0"0,0 0 15,-1 11-15,-2 15 16,-6 28-16,-6 19 16,-1 4-1,-1-11-15,-1-22 0,-4-11 16,-3-3-1,-4-1-15,2-2 16,5-5-16,8-8 16,14-14-16,-16 14 15,16-14-15,0 0 16,0 0-16,0-11 16,4-1-16,2 0 15,5-1-15,9 1 16,4 0-16,1 3 15,-1 2 1,4 4-16,2 5 16,-2 11-16,-3 5 15,-6 5-15,-1-2 16,-4 4-16,-2 2 16,-12 5-16,-18 6 15,-13-7-15,-12-4 16,2-8-16,-4-7 15,7-2 1,4-4-16,0-1 16,10-4-16,2-1 15,5 0-15,17 0 16,-21-8-16</inkml:trace>
  <inkml:trace contextRef="#ctx0" brushRef="#br0" timeOffset="49184.09">20013 5695 0,'0'0'0,"0"0"0,0 0 0,0 0 16,0 0-16,10 4 15,-10-4-15,34 9 16,-9-5-16,2 2 16,3 1-16,-4-1 15,-2-2-15,-3 0 16,-4-4-1</inkml:trace>
  <inkml:trace contextRef="#ctx0" brushRef="#br0" timeOffset="49433.82">20001 5908 0,'0'0'0,"0"0"0,0 0 16,1 3-16,-1-3 16,0 0-16,17 14 15,4-6-15,14-1 16,10-7-16,-8-4 16,2-1-16,1 1 15,2 0-15,7-3 16,-5 2-16</inkml:trace>
  <inkml:trace contextRef="#ctx0" brushRef="#br0" timeOffset="49816.4">20853 5753 0,'0'0'0,"0"0"0,0 0 0,0 0 16,-4 0-16,4 0 16,-16 8-16,-6 7 15,-7 11-15,-1 2 16,5-4-16,0 0 16,5 4-16,13 13 15,6 6-15,9-6 16,3-11-16,5-17 15,14-10 1,7-15-16,6-5 16,-5-8-16,-4-7 15,1-14-15,-8-8 16,-10-2-16,-9 4 16,-13 11-16,-8 7 15,-12 13-15,-43 18 31,-31 31-15</inkml:trace>
  <inkml:trace contextRef="#ctx0" brushRef="#br0" timeOffset="51416.88">21846 5968 0,'-5'-21'0,"2"4"0,1 1 16,4-12-16,17 6 16,7 3-16,0 8 15,7 0-15,0 13 16,-5-1-16,2 3 15,-1 24-15,-8-15 16,-2 17-16,-9 18 16,-3-5-1,-6 12-15,-2-13 16,-11 8-16,-2 2 16,3-17-16,3-17 15,8-18-15,-7 11 16,7-11-16,0 0 15,2-30-15,18-46 16,10-6-16,15-11 16,2 33-16,0 28 15,-3 9 1,1 13-16,-14 5 16,2 9-16,-1 16 15,-9 5-15,-12 20 16,-15 9-16,-2 1 15,-26 21-15,14-15 16,-7 8-16,4-4 16,11-19 15,2-4-31,7-19 16,6-5-16,4-8 15,15-3-15,10-16 16</inkml:trace>
  <inkml:trace contextRef="#ctx0" brushRef="#br0" timeOffset="51652.67">22864 6128 0,'0'0'0,"0"0"0,0 0 0,0 0 0,12 1 16,4 4-16,8 0 16,2 1-1,7 0-15,8 1 16,9-2-16,-4-2 16,-9-3-16,-14 0 15,-23 0-15</inkml:trace>
  <inkml:trace contextRef="#ctx0" brushRef="#br0" timeOffset="51868.05">22864 6382 0,'0'0'0,"-3"-3"16,3 3-16,0 0 15,0 0-15,0 0 16,0 0-16,37-12 15,6 8-15,8-3 16,4 0-16,-4-3 16,-2-3-16,-5 2 15,2-2-15</inkml:trace>
  <inkml:trace contextRef="#ctx0" brushRef="#br0" timeOffset="52069.06">23662 5886 0,'0'0'0,"0"0"16,0 0-16,-1 5 16,-6 18-16,-10 33 15,-6 26-15,-1 20 16,7-5-16,4 28 31</inkml:trace>
  <inkml:trace contextRef="#ctx0" brushRef="#br0" timeOffset="57499.63">3318 3525 0,'0'0'0,"-4"0"0,4 0 16,0 0-16,0 0 16,0 0-16,0 0 15,0 0-15,40-6 16,17-5-16,24-7 16,13-6-16,10-2 15,6-1 1,4-2-16,8 5 0,6 7 15,7 5 1,6 5-16,3 2 16,-5 0-16,11 0 15,-7 1-15,8-1 16,0 0-16,-4 2 16,4 1-16,0 4 15,3 5-15,-2 3 16,7 5-16,-13 2 15,8 2 1,-10-3-16,8 1 16,0 0-16,3-1 15,11 1-15,-8-10 16,8-7-16,-11-1 16,2-3-16,1 0 15,8 1-15,-5-2 16,5 1-16,-3 1 15,-8 5 1,2 2-16,-16 4 16,-1 0-16,-3 1 15,-13 1-15,2 2 16,-10 2-16,-10-1 16,-3-1-16,-7-1 15,-5-2-15,3 2 16,-11-9-16,-1-9 15,-8-7-15,-7-9 16,-1-13 0,-6-16-16,-4-15 15,-3-11-15,-5-10 16,-6-13-16,-7-4 16,-14-6-16,-11 4 15,-17 1-15,-13 3 16,-6 0-16,-11 4 15,-11 7-15,-14 4 16,-17 12 0,-14-1-16,-17 6 15,-17 13-15,-20 10 16,-16 12-16,-17 8 16,-17 9-16,-7 9 15,-22 13-15,-2 8 16,-20 8-16,3 1 15,3 1 1,4-2-16,1 1 16,10-2-16,-4 1 15,16-3-15,-8 0 16,2 1-16,-4 0 16,6-2-16,1-3 15,14-4-15,1 1 16,11-1-16,11-2 15,-1 1-15,15-2 16,-1 3 0,13-1-16,15 1 15,8-1-15,15-3 16,6 2-16,14-2 16,11 0-16,5-1 15,6 3-15,1 2 16,9 0-16,10 2 15,12 1 1,10-2-16,9 0 16,1 6-16,7 10 15</inkml:trace>
  <inkml:trace contextRef="#ctx0" brushRef="#br0" timeOffset="57833.41">4531 9660 0,'0'0'0,"0"0"15,-4-1-15,4 1 16,0 0 0</inkml:trace>
  <inkml:trace contextRef="#ctx0" brushRef="#br1" timeOffset="66232.66">16975 6222 0,'0'0'0,"0"0"0,0 0 0,0 0 0,0 0 15,0 0-15,8-2 16,14-2-16,29-5 16,18-4-16,5-1 15,7-2-15,2 1 16,4 0-16,5-2 15,2-1 1,0 0-16,-2 2 16,-5-1-16,-5 2 15,-6 1-15,-8 0 16,-7 3-16,-9 1 16,-8 0-16,-11 4 15,-7 0-15,-11 4 16,-15 2-16,16-3 15,-16 3-15,0 0 16,0 0-16,0 0 16,0 0-1,0 0-15</inkml:trace>
  <inkml:trace contextRef="#ctx0" brushRef="#br1" timeOffset="66951.99">17326 7082 0,'0'0'0,"-1"-2"0,1 2 15,0 0-15,-12-11 16,12 11-16,0 0 16,0 0-16,0 0 15,-21-2 1,3 15-16,-9 10 16,-1 10-16,-1 13 15,10 1-15,1 7 16,5 0-16,6-4 15,7-5-15,6 1 16,7-5-16,3-6 16,1-8-16,5-10 15,6-13 1,7-11-16,8-16 16,7-18-16,0-12 15,-6-10-15,-12-1 16,-9 4-16,-8 2 15,-8 8-15,-6 7 16,-2 3-16,-6 9 16,-8 3-16,-1 3 15,-5 5-15,1 3 16,2 7 0,-1 9-1,-5 12 1,0 10-16,5 7 15,12-2-15,10 3 16,3-6-16</inkml:trace>
  <inkml:trace contextRef="#ctx0" brushRef="#br1" timeOffset="67966.92">18268 6837 0,'0'0'0,"0"0"16,0 0-1,0 0-15,0-3 0,0 3 16,0 0 0,0 0-16,0 0 15,0 0-15,0 0 16,-12 24-16,-7 17 15,-8 17-15,-1 1 16,0-2-16,-1 8 16,-3 8-16,0 10 15,5 2-15,11-7 16,4-2 0,18 20-1,8-1 1,8-11-16,3-16 15,-2-28-15,8-10 16,3-10-16,2-5 16,16-8-16</inkml:trace>
  <inkml:trace contextRef="#ctx0" brushRef="#br1" timeOffset="69049.99">18670 7390 0,'0'0'0,"0"0"0,-4 0 16,4 0-16,-29 7 16,-2 4-16,-1 6 15,2 4-15,6-1 16,-1 2 0,4 5-16,1 16 15,7 7-15,6-2 16,4-6-16,6-11 15,3-8-15,8-1 16,13-3-16,13 1 16,8-7-16,-3-13 15,-2-8 1,-5-21-16,-3-8 16,-7-11-16,-5-12 15,-10 10-15,-11 1 16,-6 1-16,-8-5 15,-8 3-15,-7 7 16,-3 12-16,-17 9 31,1 8-31,-2 13 16,8 11-16,15 10 16,7 0-16,7 1 15,8-2 1,3-19-16</inkml:trace>
  <inkml:trace contextRef="#ctx0" brushRef="#br1" timeOffset="69766.73">18923 6966 0,'0'0'0,"0"0"0,0 0 15,0 0-15,9 6 16,6 7-16,6 12 16,2 8-1,-1 6-15,-5-1 0,-2 10 16,-4 6-1,-4 3-15,-2 9 16,-3-15-16,0 12 16,-2 17-16,-5-4 15,-8 25 1,-4-21 0,-5-4-1,3-14-15,0-24 16,-2-10-16,1-10 15,0-6-15,20-12 16,-22 10-16,22-10 16,0 0-16,0 0 15,-16 5-15,16-5 16,0 0-16,-5-13 16,5 13-16,-2-13 15,2 13 1,0 0-16,11-10 15,-11 10-15,0 0 16,0 0-16,0 0 16,0 0-16,0 0 15,0 0-15,0 0 16,0 0-16,0 0 16,0 0-16,0 0 15,0 0-15,0 0 16,0 0-1,0 0-15,0 0 16,0 0-16,0 0 16,0 0-16,0 0 15,0 0-15,0 0 16,0 0-16,0 0 16,0 0-16</inkml:trace>
  <inkml:trace contextRef="#ctx0" brushRef="#br1" timeOffset="71333.27">14242 7037 0,'0'0'0,"0"0"0,0 0 16,3 2-16,8 9 15,14 11-15,10 10 16,3 7-16,2 4 16,2 6-16,-1 0 15,-4-6-15,-2-1 16,5-3 15,9-11-31</inkml:trace>
  <inkml:trace contextRef="#ctx0" brushRef="#br1" timeOffset="71582.64">14606 7045 0,'-2'3'0,"2"-3"0,-20 13 16,-6 12-16,-12 21 15,-4 16-15,-5 16 16,5-3-16,0 4 16,10-8-16,3-9 15,10-10-15,7-16 16,2-4-1,6-11-15</inkml:trace>
  <inkml:trace contextRef="#ctx0" brushRef="#br1" timeOffset="71815.32">14679 7320 0,'0'0'0,"0"0"0,0 0 0,0 0 16,6 0-16,-6 0 15,41-3-15,-5 1 16,6 0-16,4-1 16,3-1-16,-2-4 15,-4-1-15,-4-1 16,-7-1-16,-8 4 15,-8 1-15</inkml:trace>
  <inkml:trace contextRef="#ctx0" brushRef="#br1" timeOffset="72033.28">14858 7492 0,'0'0'0,"0"0"16,0 0-16,0 0 15,-3 4 1,3-4-16,0 0 16,12 15-16,9-3 15,17-1-15,10-11 16,1-6-16,-1-6 16,5-6-16,-1-11 15</inkml:trace>
  <inkml:trace contextRef="#ctx0" brushRef="#br1" timeOffset="72417.12">15370 7182 0,'0'0'0,"0"0"16,-6 6-16,-10 8 15,-12 15-15,-3 9 16,1 13-16,3 11 15,6 0 1,7-8-16,7-11 16,6-4-16,9-8 15,7 0-15,5 0 16,14-20 0,7-16-1,10-31-15,1-33 16,-20 13-16,-9-10 15,-7-2-15,-11 6 16,-7 9 0,-3 15-16,-2 8 15,3 8-15,-2 9 16,6 13-16,-7-13 16,7 13-16,0 0 15,-22 16-15,20 1 16</inkml:trace>
  <inkml:trace contextRef="#ctx0" brushRef="#br1" timeOffset="74387.23">19649 7694 0,'0'0'0,"0"0"0,0 0 16,0 0-16,0 0 15,0 0-15,0 0 16,6 0-16,-6 0 15,43-3-15,-4-1 16,6 1-16,4-2 16,2-4-1,-5 1-15,-3-2 16,-9 4-16,-6 0 16,-6 2-16,-6 2 15,-16 2-15,20-2 16,-20 2-16,0 0 15,0 0-15,16-2 16,-16 2-16,0 0 16,0 0-1,0 0-15,0 0 16,0 0-16,0 0 16,0 0-16</inkml:trace>
  <inkml:trace contextRef="#ctx0" brushRef="#br1" timeOffset="74751.53">19889 7394 0,'0'0'0,"0"0"16,0 0-1,0 0-15,1 7 16,2 13-16,1 20 16,-2 15-16,-4 12 15,1-3-15,-2-2 16,-3-2-16,-6 12 31,0 3-31,3-19 16,2-12-1,7-17-15,0-11 16,7 0-16,-7-16 16</inkml:trace>
  <inkml:trace contextRef="#ctx0" brushRef="#br1" timeOffset="76632.89">20670 7341 0,'-2'8'0,"4"8"0,-2 6 16,-5 27-16,-8 10 16,-4-13-16,-2-5 15,-4 11-15,-2 5 16,-13 36-16,17-9 16,4-25-16,6-7 15,4-15 1,1-9-16,2-5 15,-1-6-15,3-6 16,2-11-16,-3 14 16,3-14-16,0 0 15,0 0 1</inkml:trace>
  <inkml:trace contextRef="#ctx0" brushRef="#br1" timeOffset="80516.85">20998 7346 0,'0'0'0,"-1"-2"0,1 2 16,-11-14 0,-2 1-16,0 3 15,-3-4-15,16 14 16,-30-9-16,12 12 16,-2 3-16,1 1 15,-8 9-15,3 5 16,4-2-1,4-5-15,2 0 16,-7 16-16,-2 8 16,4-1-16,-4 15 15,7-3-15,3 5 16,2-4-16,1-9 16,2-7-16,-2 12 15,0-10-15,2-5 16,-2 7-16,4-8 15,-2 1-15,2-3 16,1-4 0,0 1-16,3 5 31,4 1-31,2-3 16,4-6-16,0-4 15,8 0-15,5-1 16,4-2-16,6-4 15,4-9-15,4-6 16,4-3 0,-5-3-16,1-2 15,14-4-15,7-2 16,-1 1-16,-9 1 16,-4-1-16,2-7 15,1-7-15,-1-3 16,-6 1-16,-4 0 15,-7 1-15,-7 4 16,-5 2 0,-5-1-16,-4-2 15,-3-6-15,-7-3 16,-5-3-16,-4 0 16,-4-4-16,-5 6 15,-4 0-15,-8-1 16,-4 0-16,-1 2 15,-2 4 1,0 3-16,-1 5 16,-7 3-16,-3 1 15,-1 7-15,0 10 16,-5 12-16,-8 18 16,-7 10-16</inkml:trace>
  <inkml:trace contextRef="#ctx0" brushRef="#br1" timeOffset="81949.58">21878 7862 0,'0'0'0,"0"0"0,0 0 15,0 0-15,0 0 16,0 0-16,0 0 15,5-1-15,14-5 16,15-3-16,5-1 16,2 1-1,4 1-15,9-1 16,4 0-16,-6 2 16,-9 0-16,-9 4 15,-7 1-15,-9 0 16,-18 2-16,20 0 15,-20 0-15,0 0 16</inkml:trace>
  <inkml:trace contextRef="#ctx0" brushRef="#br1" timeOffset="82183.33">21801 8127 0,'0'0'0,"11"0"15,10 0-15,33-1 16,11 0-16,-9-3 16,0-3-16,13-5 15,-2-1-15,7-2 16,-23 0-16,2-4 15</inkml:trace>
  <inkml:trace contextRef="#ctx0" brushRef="#br1" timeOffset="82766.57">23021 7729 0,'0'0'0,"-2"-4"16,2 4-16,0 0 16,0 0-16,-23-5 15,0 7 1,-9 9-16,-1 6 16,1 5-16,3-1 15,8 5-15,4 2 16,7 1-16,4 3 15,3-2-15,9 0 16,11 4-16,5-1 16,8-3-1,1-10-15,0-10 16,4-10-16,3-9 16,2-8-16,-3-8 15,-8-3-15,-6-3 16,-9-3-16,-6-1 15,-9-2-15,-12-1 16,-6 0-16,-10 5 16,-10 4-16,-3 8 15,-6 4-15,-2 6 16,4 7 0,2 6-16,6 4 15,8 2-15,5-1 16,6 2-16,19-9 15,-23 9-15,23-9 16,0 0-16,0 0 16,-17 7-16,17-7 15,0 0-15,0 0 16,0 0 0,0 0-16</inkml:trace>
  <inkml:trace contextRef="#ctx0" brushRef="#br1" timeOffset="84849.4">23583 7526 0,'0'0'0,"0"0"0,0 0 15,0 0-15,0 0 16,0 0-16,0 0 16,0 0-16,2 2 15,-2-2-15,20 22 16,1-3-16,7 6 16,7 2-1,3-2-15,2-2 16,-4-4-16,-2-3 15,-5-3-15,-8-4 16,-3-2-16,-18-7 16,28 12-16,-28-12 15,19 9-15,-19-9 16,0 0-16,8 11 16,-9-1-16,-4 6 15,-7 6 1,-5 6-16,-12 8 15,-7 4-15,-7-2 16,-7 8-16,1-6 16,3-3-16,6-7 15,4-6-15,-2 0 16,3-3-16,6-4 16,6-7-1,23-10-15,-22 13 16,22-13-16,0 0 15,0 0-15,-11 10 16,11-10-16,0 0 16</inkml:trace>
  <inkml:trace contextRef="#ctx0" brushRef="#br1" timeOffset="85183.02">24069 7992 0,'0'0'0,"0"0"0,0 0 16,0 0-16,0 6 15,0-6 1,-10 26-16,-9 4 15,-9 5-15,-3-1 16,3-4-16,-9 8 16,-4 6-16,-5 4 15,-4 3-15,7-8 16,6-6-16,8-7 16,9-8-16,7-9 15,4-3-15,9-10 16,-9 15-1</inkml:trace>
  <inkml:trace contextRef="#ctx0" brushRef="#br1" timeOffset="85716.72">24532 7844 0,'0'0'0,"0"0"16,0 0-16,0 0 16,0 0-1,-7 1-15,7-1 16,-33 15-16,2 1 15,-4 7-15,-4 5 16,-1 7-16,2 5 16,4 1-16,9-2 15,4 0-15,12 3 16,7 3-16,5-3 16,6-4-16,7-5 15,9-9-15,10-8 16,11-13-1,8-18-15,2-8 16,5-12-16,-4-4 16,-8-2-16,-2 1 15,-14-8-15,-16-3 16,-13-2-16,-17 0 16,-15 8-16,-21 8 15,-3 2-15,-15 6 16,-3 10-1,3 9-15,8 8 16,8 7-16,0 4 16</inkml:trace>
  <inkml:trace contextRef="#ctx0" brushRef="#br1" timeOffset="87749.9">16404 8521 0,'0'0'0,"0"0"0,0 0 16,0 0-16,-3-2 15,3 2-15,0 0 16,0 0-16,0 0 16,0 0-16,-15 33 15,5 25-15,6 11 16,8-4-1,7-5-15,5-8 16,5-9-16,3-9 16,5-8-16,0-8 15,6-12-15,3-13 16,3-15-16,1-8 16,-7-4-16,-6-3 15,-7 3-15,-5 6 16,-5 6-16,-3 5 15,-5 6 1,-4 11-16,0 0 16,0 0-16,2 23 15,-2 43-15,-2 29 16,-1 8-16,-5 0 16,-3 3-16,-3 28 31,-3-1-31,4-31 15,-1-21-15,3-42 16,-2-14-16,0-5 16,-2-7-1,15-13-15,-29 13 16,9-18-16,-7-15 16,-1-19-16,5-13 15,14-7-15,9-13 16,10-2-16,8-10 15,5 11-15,3 2 16,9 6 0,2 9-16,1 4 15,6-1-15,-5 7 16,1 1-16</inkml:trace>
  <inkml:trace contextRef="#ctx0" brushRef="#br1" timeOffset="88216.47">16542 8094 0,'0'0'0,"0"0"0,0 0 0,0 0 15,0 0-15,-1 3 16,-6 9 0,-5 15-16,-7 12 15,1 0-15,1-5 16,5-11-16,4-9 16,4-3-16,4-11 15,0 0-15,0 0 16,0 0-16,10-22 15,14-23-15,7-1 16,4 1 0,2 10-16,4 6 15,-1 9-15,-2 9 16,-3 9-16,-1 8 16,2 5-16,-3 9 15,4 5-15,-5 8 16,-3 2-16,-2 12 15,-1-4-15</inkml:trace>
  <inkml:trace contextRef="#ctx0" brushRef="#br1" timeOffset="88516.67">17402 8935 0,'0'0'0,"0"0"0,0 0 0,0 0 0,0 0 16,0 0-16,0 0 15,14-6-15,13-3 16,9-3-16,6-4 15,2 5-15,0 4 16,0 0 0,-5 2-16,-8 1 15,-6 2-15,-25 2 16,22 0-16</inkml:trace>
  <inkml:trace contextRef="#ctx0" brushRef="#br1" timeOffset="88732.45">17235 9323 0,'0'0'0,"0"0"15,0 0-15,-4 5 16,4-5-16,0 0 16,0 0-16,20 11 15,13-14-15,13-5 16,7-5-16,3-2 15,4-4-15,4-3 16,0-2-16,3 1 16,-11 1-1,-7-12-15</inkml:trace>
  <inkml:trace contextRef="#ctx0" brushRef="#br1" timeOffset="89333.35">18224 8573 0,'0'0'0,"0"0"15,0 0-15,0 0 16,0 0-16,0 0 16,-5 9-16,-6 18 15,-5 32-15,-2 29 16,2 12-16,2-5 15,-3 44 1,3-13 0,4-14-1,2-26-15,4-44 16,2-9-16,1-9 16,-1-9-16,1-5 15,1-10-15,0 14 16,0-14-16,0 11 15,0-11-15,0 0 16,0 0-16,0 0 16,0 0-1,0 0-15,0 0 16,0 0-16,0 0 16,0 0-16,0 0 15,0 0-15,0 0 16,0 0-16,0 0 15,0 0 1,0 0-16,0 0 0,0 0 16,0 0-16,0 0 15,0 0-15,0 0 16,0 0 0,0 0-16,0 0 15,0 0-15,0 0 16,0 0-16,0 0 15,12-15-15,-12 15 16,10-14-16</inkml:trace>
  <inkml:trace contextRef="#ctx0" brushRef="#br1" timeOffset="93633.01">19852 8874 0,'0'0'0,"0"0"0,0 0 0,0 0 16,0 0-16,0 0 15,2 6-15,5 8 16,7 12-16,3 10 16,10 7-16,5 0 15,4-1 1,2-3-16,-3-3 15,1-1-15,-5-3 16,1-2-16,-5-2 16,-2-3-16,-3-4 15,-4-3-15,-4-6 16</inkml:trace>
  <inkml:trace contextRef="#ctx0" brushRef="#br1" timeOffset="93932.09">20571 8892 0,'0'0'0,"-2"-2"0,2 2 0,0 0 0,0 0 15,0 0-15,-15 13 16,-11 15-16,-12 22 15,-7 16 1,-1 5-16,5-6 16,3-1-16,6-10 15,6-8-15,1-2 16,5-10-16,2-6 16,3-8-16,6-8 15,9-12-15,-14 16 16,14-16-16,0 0 15</inkml:trace>
  <inkml:trace contextRef="#ctx0" brushRef="#br1" timeOffset="94183.38">20226 9485 0,'0'0'0,"0"0"0,0 0 15,0 0-15,0 0 16,1 5-16,0 6 15,4 12 1,-1 19-16,-4 15 16,-4 0-16,0-4 15,-2 3-15,-4-4 16,2 1-16,-1-3 16,5-9-16,4-9 15,2-9-15,1-7 16</inkml:trace>
  <inkml:trace contextRef="#ctx0" brushRef="#br1" timeOffset="94665.41">20621 9534 0,'0'0'0,"0"0"0,0 0 15,5 1-15,-5-1 16,35 13-16,1-3 15,12-7 1,5-4-16,0-4 16,2-1-16,3-1 15,-7-3-15,-5 2 16,-12 1-16,-9 3 16,-6-1-16,-19 5 15</inkml:trace>
  <inkml:trace contextRef="#ctx0" brushRef="#br1" timeOffset="94932.98">20587 9903 0,'0'0'0,"0"0"0,0 0 0,0 0 0,0 0 15,12 2-15,15 4 16,25-3 0,7-12-16,7-4 15,3-2-15,-1-2 16,-1 0-16,-12 2 16,-11 1-16,-11 6 15,-6-1-15,-6 3 16,1 1-16</inkml:trace>
  <inkml:trace contextRef="#ctx0" brushRef="#br1" timeOffset="95652.59">21816 9022 0,'0'0'0,"0"-3"0,0 3 0,0 0 0,0 0 16,0 0 0,0 0-16,0 0 15,0 0-15,0 0 16,-6 16-16,-2 12 16,-5 13-16,-2 11 15,-2 12-15,-2 2 16,1-3-16,0-2 15,-1 2-15,-3 5 16,-4 3 15,2-2-31,8-20 16,7-7-16,11-14 16,5 0-16,7-5 15,10-9-15,7-8 16,15-5-16,4-4 15,5-1-15,-2-3 16,-5-2 0,-9-1-16,-5-3 15,1-3-15,-11 3 16,-24 13-16,20-11 16,-20 11-16</inkml:trace>
  <inkml:trace contextRef="#ctx0" brushRef="#br1" timeOffset="95999.49">21463 9412 0,'0'0'0,"0"0"0,0 0 16,8 6-16,9 3 16,19 6-16,15-11 15,4-7-15,3-4 16,4-9-16,-2-3 15,-5 4-15,-4-1 16,-9 3-16,-2 1 16,-6 1-1,-18 7-15</inkml:trace>
  <inkml:trace contextRef="#ctx0" brushRef="#br1" timeOffset="97600.55">22485 9390 0,'3'-3'0,"-3"3"0,0 0 15,12-13-15,-12 13 16,0 0-16,0 0 15,0 0-15,0 0 16,0 0-16,0 0 16,45-16-16,2 3 15,12-2-15,0 0 16,-14 4 0,-1 2-16,-3 0 15,-4 1-15,-5 2 16,-6 1-16,-8 1 15,-18 4-15,18-3 16,-18 3-16</inkml:trace>
  <inkml:trace contextRef="#ctx0" brushRef="#br1" timeOffset="97899.71">22452 9696 0,'0'0'0,"6"-5"0,-6 5 16,0 0 0,0 0-16,0 0 15,20-10-15,4 0 16,17-2-16,20-1 15,11 0-15,4 2 16,2 0-16,-9 3 16,-11-1-16,-8 3 15,-10 1-15,-6 1 16,-7 2-16,-5-1 16,-5 2-1</inkml:trace>
  <inkml:trace contextRef="#ctx0" brushRef="#br1" timeOffset="98267.11">23441 9132 0,'0'0'0,"0"0"0,0 0 16,0 0-16,0 0 16,8 10-16,4 18 15,4 24-15,-7 15 16,-7 2 0,-2 0-16,-4-5 15,-2-7-15,-1-8 16,0 9-1,-3-3 1,3-6-16,-1-12 16,5-14-16,0-6 15,1-4-15,0 2 16,-1 2 0,1-2-16</inkml:trace>
  <inkml:trace contextRef="#ctx0" brushRef="#br1" timeOffset="99700.06">19184 8609 0,'0'0'0,"0"0"15,0 0-15,0 0 16,0 0-16,0 0 15,0 0-15,0 0 16,0 0-16,0 2 16,0-2-16,-4 10 15,1 6-15,-5 14 16,-1 16-16,-4 15 16,3 10-1,3 11-15,3 7 16,2 5-16,5 3 15,0 2-15,4 1 16,0-5-16,1-2 16,0 0-16,-3-6 15,1-3-15,-2-8 16,1-8-16,0-14 16,-1-9-16,-1-13 15,1-3 1,-2-3-16,0-5 15</inkml:trace>
  <inkml:trace contextRef="#ctx0" brushRef="#br1" timeOffset="101533.08">15510 7851 0,'0'0'0,"0"0"0,0 0 16,5 1-16,15 5 15,43 9-15,39 11 16,20 4-1,20-2-15,17-9 16,8-8-16,8 0 16,4-5-16,15-1 15,3 1-15,15-2 16,-12 3-16,9 4 16,0 4-16,-11 5 15,7 2 1,1 1-16,-3 2 15,7-1-15,-12 0 16,-1 2-16,0 1 16,-8 2-16,6 1 15,-5 2-15,3-3 16,-7 0-16,0-1 16,-7 1-16,4 1 15,-8 3-15,1-1 16,-1 0-1,-6 0-15,2-2 16,-4 0-16,5 1 16,-10-6-16,-6-8 15,-10-7-15,-2-5 16,-7-1-16,-7-4 16,-7-1-1,-14-2-15,-10-2 16,-17 0-16,-12 0 15,-14 3-15,-16 0 16,-11 2-16,-8-1 16,-21 1-16,25 1 15,-25-1-15,0 0 16,19 4-16,-19-4 16,0 0-16,16 23 15,-9 2 1,0 14-16,-3 6 15,-1 5-15,-2 5 16,-1 9-16,-1 2 16,1 3-16,0 5 15,0 7-15,0 10 16,5 4-16,10-1 16,4-4-16,5-8 15,5-5 1,4-3-16,-2-11 15,-3-7-15,-5-9 16,-5-10-16,-2-3 16,-2-3-16,-5-2 15,-7 0-15,-13-4 16,-16-1-16,-29 0 16,-32 4-16,-28-7 15,-17-7-15,-11-4 16,-12-5-1,-12 0-15,-28-2 16,-6-3-16,-36-4 16,-7-3-16,-12-1 15,-17 0-15,11 1 16,-7-2-16,11 3 16,4-3-16,2 3 15,-3-2 1,5 3-16,-6-4 15,-1 2-15,-11-1 16,7 0-16,13 1 16,18 2-16,22 1 15,17 2-15,14-5 16,5-8-16,10-1 16,9 0-16,6 3 15,10 0-15,12 1 16,6 2-1,10 0-15,6 3 16,7-1-16,4 1 16,2 5-16,7 4 15,2 1-15,11-1 16,14-2-16,8 0 16,6-3-16,0-10 15,0-9-15,0-13 16,3-13-16,5-13 15,4-16 1,5-21-16,7-16 16,8-16-16,3-9 15,4-1-15,3 0 16,-2 7-16,2 4 16,-1 8-16,1 11 15,0 9-15,-1 7 16,-2 9-16,-1 12 15,0 8 1,0 13-16,2 7 16,-2 2-16,5 4 15,0 5-15,0 8 16,3 6-16,-3 8 16,0 12-16,3-12 15,-3 12-15,0 0 16,0 0-1,0 0-15,0 0 16,7-11-16,-7 11 16,0 0-16,0 0 15,0 0-15,0 0 16,0 0-16,0 0 16,0 0-16,0 0 15</inkml:trace>
  <inkml:trace contextRef="#ctx0" brushRef="#br2" timeOffset="105883.48">12583 10487 0,'0'0'0,"0"0"0,0 0 15,0 0-15,0 0 16,0 4-16,0-4 15,0 0-15,0 0 16,4 18-16,6 1 16,3 9-16,9 7 15,8 5-15,5 1 16,2 1 0,0-2-16,1 1 15,-2-3-15,2 1 16,-6-2-16,-5 0 15,-4 0-15,-2-1 16,-3-3-16,-3-1 16,-2-4-16,-2-4 15,-4-9-15</inkml:trace>
  <inkml:trace contextRef="#ctx0" brushRef="#br2" timeOffset="106216.45">13007 10524 0,'0'0'0,"-4"0"0,4 0 15,0 0-15,0 0 16,0 0-16,-20 8 15,2 16-15,-12 28 16,-2 16-16,1 2 16,0 3-16,0 3 15,2-3-15,1-7 16,5-7 0,0-4-16,5-7 15,1-6-15,3-11 16,4-8-16,3-7 15,3-5-15,4-11 16,-5 10-16,5-10 16</inkml:trace>
  <inkml:trace contextRef="#ctx0" brushRef="#br2" timeOffset="106900.34">13683 10685 0,'0'0'0,"0"0"16,0 0-16,0 0 16,0 0-16,0 0 15,0 0-15,0 0 16,12 3 0,7 1-16,9 0 15,6 0-15,2 0 16,0-1-16,1 1 15,5-4-15,0-4 16,-2 1-16,-6-1 16,-8 2-16,-3-1 15,-3 0-15,-4-1 16,-16 4 0,24-6-16</inkml:trace>
  <inkml:trace contextRef="#ctx0" brushRef="#br2" timeOffset="107299.39">13643 11123 0,'0'0'0,"0"0"0,0 0 15,0 0-15,0 0 16,0 0-16,7 4 16,9 2-16,20 1 15,10-3-15,4-8 16,-2-3 0,-1-2-16,-1-3 0,1 1 15,0-2 1,-9 2-16,-9 2 15,-8 1-15,-4 2 16,-17 6-16,20-10 16,-20 10-16,0 0 15,0 0-15,15-10 16,-15 10-16,0 0 16,0 0-1,0 0-15,0 0 16,0 0-16,6-9 15</inkml:trace>
  <inkml:trace contextRef="#ctx0" brushRef="#br2" timeOffset="109149.78">14682 10480 0,'0'0'0,"0"0"0,0 0 0,0 0 15,0 0-15,0 0 16,0 0-16,0 5 16,0 14-16,0 31 15,3 29 1,1 10-16,7 5 15,3-2-15,3 21 32,0-1-32,-4-21 15,-3-11-15,-8-41 16,0-9-16,-2-12 16,0-4-16,0-1 15,0-13-15,0 13 16,0-13-16,0 0 15,-2 10 1,2-10-16,0 0 16,0 0-16,0 0 15,0 0-15,-1 11 16,1-11-16,0 0 16,0 0-16,0 0 15</inkml:trace>
  <inkml:trace contextRef="#ctx0" brushRef="#br2" timeOffset="110749.77">10870 4063 0,'0'0'0,"-3"-8"0,-5-5 15,-16-12-15,-21-9 16,-25-5 0,-20-1-16,-20-2 15,-13-1-15,-5 0 16,-14-5-16,8 3 16,-30-9-16,-15 0 15,-8 14-15,-20 4 16,24 5-16,-39 1 15,-18 5 1,-19 18-16,0 15 16,1 0-16,1 2 15,0-2-15,6 0 16,6 4-16,-9 4 16,-3 7-16,3 2 15,12 4-15,20-4 16,14-2-1,12-1-15,9 0 16,14-7-16,15-6 16,16-5-16,19-6 15,12-2-15,11 1 16,15-3-16,11 0 16,16 0-16,15-1 15,9 0-15,9 3 16,8-1-16,17 5 15,-16-4-15,16 4 16,0 0 0,0 0-16,-17 9 15,-4 23-15,-7 37 16,1 28-16,10 6 16,10 14-16,6 7 15,6 3-15,5 18 16,5-8-16,10 4 15,4-5-15,8-8 16,0-11 0,3-5-16,3-9 15,1-11-15,7-4 16,7-8-16,15-2 16,9-3-16,19-6 15,15-4-15,20-2 16,18-13-16,8-4 15,21-12-15,8-16 16,26-3 0,3-11-16,24 0 15,-2-8-15,14-9 16,-4 0-16,5 0 16,11-3-16,-14-4 15,17-4-15,-9-2 16,-7 2-16,-7 1 15,-13-3 1,-20 6-16,-10-1 16,-14 3-16,-15 7 15,-6 2-15,-28 1 16,-17 2-16,-9 0 16,-22-7-16,-6-10 15,-14-6-15,-12-12 16,-8-8-16,-5-11 15,-7-10-15,-1-16 16,-7-16-16,-7-10 16,-4-12-1,-7-2-15,-4-9 16,-7 10-16,-5-2 16,-7 11-16,-5 10 15,-7 5-15,-2 10 16,-5 7-16,1 9 15,1 12-15,-1 5 16,4 13 0,5 10-16,2 7 15,4 9-15,3 5 16</inkml:trace>
  <inkml:trace contextRef="#ctx0" brushRef="#br2" timeOffset="112082.89">15437 11334 0,'0'0'0,"0"0"0,0 0 15,0 0-15,0 0 16,-6 0-16,6 0 16,0 0-16,0 0 15,-18 28 1,-6 13-16,-3 10 16,1 4-16,5-1 15,0 1-15,3-7 16,1-5-16,2-7 15,4-6-15,0-5 16,2-8-16,-1-3 16,2-4-16,8-10 15,-13 14 1,13-14-16,0 0 16,-12 11-16,12-11 15,0 0-15,0 0 16,0 0-16,0 0 15,0 0-15</inkml:trace>
  <inkml:trace contextRef="#ctx0" brushRef="#br2" timeOffset="115549.64">16825 10934 0,'0'0'0,"0"0"0,-2-3 16,2 3-16,0 0 16,-18-13-16,18 13 15,-17-10 1,17 10-16,-17-10 15,17 10-15,-25-2 16,1 13-16,-8 8 16,0 14-16,3 2 15,7-1-15,4 4 16,0 8-16,5 7 16,6 0-16,7 0 15,8-8-15,1-6 16,7-3 15,11-1-31,17-7 16,7-11-16,-2-14 15,2-20-15,-5-19 16,-2-12-16,-7-13 16,-9-4-1,-8 2-15,-8-1 16,-8-2-16,-9 6 15,-6 7-15,-10 9 16,-5 9-16,-2 7 16,-5 6-16,-5 9 15,-2 7-15,-4 6 16,1 9-16,5 8 16,8 7-16,8 6 15,8 4-15,7 5 16,7-1-1</inkml:trace>
  <inkml:trace contextRef="#ctx0" brushRef="#br2" timeOffset="116082.27">17535 10602 0,'0'0'0,"0"0"16,0 0-16,-5 1 15,5-1-15,-22 17 16,-4 16-16,-9 25 16,1 9-16,5 6 15,3 9 1,2-2-16,7 0 15,1 6-15,4-4 16,4 30 0,4-6-1,7-12-15,10-18 16,9-31-16,11-14 16,3-6-16,-4-6 15,-3-8-15,1-5 16,1-1-1,3-7-15,-2-2 16,0-8-16</inkml:trace>
  <inkml:trace contextRef="#ctx0" brushRef="#br2" timeOffset="116599.57">17951 10954 0,'0'0'0,"0"0"15,0 0-15,0 0 16,-5 1-1,5-1-15,-2 11 16,-3 3-16,-4 10 16,-1 8-16,0 0 15,1 6-15,2 4 16,-1 12-16,4 0 16,1-9-16,0-9 15,1-5 16,0-4-31,1-4 16,-1-6-16,2-8 16,0-9-16</inkml:trace>
  <inkml:trace contextRef="#ctx0" brushRef="#br2" timeOffset="116999.19">18115 10648 0,'0'0'0,"0"0"0,0 0 15,0 0-15,2 5 16,6 12-16,10 18 15,7 16-15,2 5 16,0 13 0,-8 13-16,-2 4 15,-4 1-15,-11 31 32,-13-6-32,-14 15 15,0-27-15,1-38 16,-3-6-16,-7-9 15,-4-4 1,-5-15-16,3-8 16,6-10-16,6-5 15,10-3-15,18-2 16,-16 2-16</inkml:trace>
  <inkml:trace contextRef="#ctx0" brushRef="#br2" timeOffset="117383.27">18564 11295 0,'0'0'0,"0"0"16,0 0-16,0 0 15,0 0-15,0 0 16,7 1-16,-7-1 16,34 10-16,-9-2 15,6 1-15,3-1 16,2-1-16,18-2 15,-5-5-15,-3 0 16,-3-2 0,-16 1-16,-7-3 15,2-5-15,-3-4 16</inkml:trace>
  <inkml:trace contextRef="#ctx0" brushRef="#br2" timeOffset="117665.01">18697 11120 0,'0'0'0,"0"0"0,0 0 0,0 0 0,0 0 15,-4 11-15,-3 14 16,-4 13-16,7 11 15,8 7 1,3-1-16,-3-2 16,1-1-16,-3 10 15,0 1-15,-1-7 16,-1-13-16,0-15 16,0-6-16,0-6 15,1-4-15,2-2 16</inkml:trace>
  <inkml:trace contextRef="#ctx0" brushRef="#br2" timeOffset="118699.21">19600 11267 0,'0'0'0,"-3"-2"16,3 2-16,0 0 15,0 0-15,-21-9 16,21 9-16,-24 3 16,24-3-16,-28 16 15,16 5-15,-4 8 16,2 8-16,7 6 15,3 2 1,8-6-16,7 2 16,-1-4-16,10 5 15,3-2-15,1-9 16,12-17 0,2-19-1,13-19-15,2-9 16,-12-5-16,-11 2 15,-11-1-15,-13-6 16,-9 1 0,-7-4-16,-12-1 15,-3 2-15,-8 8 16,-1 4-16,0 14 16,-8 6-16,-3 6 15,1 5-15,2 4 16,8 4-16,6 10 15,8 6-15,6-1 16</inkml:trace>
  <inkml:trace contextRef="#ctx0" brushRef="#br2" timeOffset="119183.65">20271 11282 0,'0'0'0,"0"0"0,0 0 0,0 0 15,0 0-15,12 2 16,8 0-16,19 4 15,1-1-15,8 0 16,10-3 0,2-8-16,0 1 15,-3-4-15,-4-4 16,-3 1-16,-6 1 16,-8 2-16,-3 0 15,-6 6-15,-9 3 16,-18 0-16</inkml:trace>
  <inkml:trace contextRef="#ctx0" brushRef="#br2" timeOffset="119482.23">20366 11642 0,'0'0'0,"0"0"0,0 0 0,0 0 16,0 0-16,0 0 16,5 2-16,-5-2 15,20 5 1,7 1-16,19 2 16,18-8-16,4-8 15,11-12-15,-7 1 16,-8 0-16,-8 3 15,-7 2-15,-8 3 16,-5 2-16,-14 5 16,-22 4-16</inkml:trace>
  <inkml:trace contextRef="#ctx0" brushRef="#br2" timeOffset="121185.07">21675 11185 0,'0'0'0,"0"-3"0,0 3 15,-4-10-15,4 10 16,-7-17-16,7 17 15,-13-21-15,2 10 16,-10-1-16,-6 2 16,0 5-16,2 8 15,-1 4 1,-2 7-16,-4 12 0,-2 7 16,-1 7-1,7 5-15,2 5 16,8 0-16,5 2 15,8-9-15,6-4 16,5-7-16,6-6 16,5 2-16,11-1 15,9-6-15,11-8 16,2-12-16,2-15 16,1-6-1,-4-10-15,-5-5 16,-11 2-16,-6-3 15,-8-5-15,-3-5 16,-7-7-16,-9-1 16,-5 7-16,-8 5 15,-8 8 1,-7 4-16,-36 11 31,-22 15-31,-7 9 16,9 22-16,29-5 15,20 3-15</inkml:trace>
  <inkml:trace contextRef="#ctx0" brushRef="#br2" timeOffset="122183">22105 10924 0,'-2'5'0,"2"-5"15,2 15-15,-2-15 16,0 0-16,4 11 15,-4-11-15,25 21 16,3 1-16,12 1 16,8 4-16,11 0 15,-7-1-15,3 0 16,-7-4 0,2 2-16,0-1 15,-10-4-15,-4-4 16,-9 2-16,-6-3 15,-4 0-15,-5-3 16,-3 0-16,-6 1 16,-3 0-16,-7 4 15,-3 2-15,-13 4 16,-2 0-16,-9 3 16,-13 4-1,5-4-15,-18 6 16,16-7-16,-5 3 15,-6 2-15,19-10 16,2 0-16,9-6 16,10 0-16,1-3 15,14-10-15,-13 13 16,13-13-16,0 0 16,-4 10-16,4-10 15,0 0 1</inkml:trace>
  <inkml:trace contextRef="#ctx0" brushRef="#br2" timeOffset="122566.36">22964 11510 0,'0'0'0,"0"0"15,0 0-15,0 0 16,-10 3-16,-9 1 16,-10 8-16,0 3 15,-7 5 1,-1 5-16,-1 4 15,-14 8-15,5 0 16,-7 5-16,5-5 16,15-9-16,-10 4 15,12-8-15,0 0 16,5-4-16,12-4 16,1-2-16,14-14 15,-11 10 1,11-10-16,0 0 15</inkml:trace>
  <inkml:trace contextRef="#ctx0" brushRef="#br2" timeOffset="123066.23">23312 11377 0,'0'0'0,"0"-3"15,0 3-15,0 0 16,0 0-16,0 0 16,-18 4-16,-3 4 15,-6 2 1,2 2-16,-1 4 15,0 4-15,7 5 16,1 4-16,6-4 16,5-2-16,3-3 15,4-2-15,7 4 16,9 5 0,5-1-16,7-4 15,-1-9-15,2-7 16,8-10-16,4-10 15,8-7-15,-4-6 16,-7-1-16,-8-3 16,-10 2-16,-8 2 15,-10 1-15,-10-4 16,-8-2-16,-8-1 16,-10 1-16,-2 9 15,-7 6-15,-9 5 16,-20 18-1,-4 12-15</inkml:trace>
  <inkml:trace contextRef="#ctx0" brushRef="#br2" timeOffset="124432.76">17655 12416 0,'0'0'0,"0"0"0,0 0 16,-4-3-16,4 3 16,0 0-16,0 0 15,0 0-15,4 32 16,3 14-16,4 10 16,5-7-16,3-4 15,1-9-15,10-10 31,11-13-15,4-14-16,3-13 16,-11-6-16,-6-4 15,-6 0-15,-5 2 16,-4 3-16,-4 3 16,-2 5-16,-10 11 15,8-11-15,-8 11 16,15 25-16,-1 16 15,-5 16 1,-10 12-16,-5 3 16,2 2-16,-2-3 15,0-8-15,1-8 16,-8-3-16,-5-2 16,-2-3-16,-7-2 15,4-10-15,3-9 16,1-6-1,4-8-15,15-12 16,-23 10-16,23-10 16,-31-19-16,17-17 15,5-6-15,12-5 16,5 0-16,6-2 16,11-6-16,2 1 15,0 6 1,-2 5-16,-8 10 15</inkml:trace>
  <inkml:trace contextRef="#ctx0" brushRef="#br2" timeOffset="124883.14">17743 12238 0,'0'0'0,"-4"0"0,4 0 0,0 0 16,-22 3-16,22-3 16,-31 17-16,13-2 15,3 3-15,3-5 16,6-1-1,6-12-15,-8 13 0,8-13 16,0 0 0,17-1-16,14-15 15,12-18-15,2-8 16,-5 2-16,-9 5 16,-6 8-16,-2 2 15,-5 7-15,-1 4 16,-17 14-16,28-10 15,-12 11 1,6 8-16,1 8 16,4 8-16,3 9 15,3 9-15,-2-4 16</inkml:trace>
  <inkml:trace contextRef="#ctx0" brushRef="#br2" timeOffset="125182.85">18489 12681 0,'0'0'0,"0"-3"0,0 3 15,0 0 1,-6-10-16,6 10 16,0 0-16,13-13 15,7-1-15,11-2 16,7 2-16,5 0 16,0 3-16,-4 2 15,-6 6-15,-4 4 16,-6 6-16,-23-7 15</inkml:trace>
  <inkml:trace contextRef="#ctx0" brushRef="#br2" timeOffset="125416.56">18399 12997 0,'0'0'0,"0"0"0,-3 0 16,3 0-16,0 0 15,0 0 1,0 0-16,0 0 16,47-24-16,7 0 15,9-5-15,-2 1 16,3 0-16,9 0 16,-17 6-16</inkml:trace>
  <inkml:trace contextRef="#ctx0" brushRef="#br2" timeOffset="125700.07">19065 12402 0,'0'0'0,"0"0"0,0 0 15,0 2-15,-2 10 16,0 17-16,-4 24 15,-4 11-15,-1 6 16,0-8 0,1-4-16,3-2 15,5-7-15,1-2 16,2-9-16,1-9 16,1-5-16,-1-9 15,-2-15-15,2 16 16,-2-16-16,0 0 15,0 0-15,0 0 16</inkml:trace>
  <inkml:trace contextRef="#ctx0" brushRef="#br2" timeOffset="126881.92">20271 12316 0,'0'0'0,"0"0"16,0 0-16,0 0 16,0 0-1,0 0-15,0 0 16,0-4-16,0 4 16,0 0-16,0 0 15,0 0-15,0 0 16,0 0-16,28 20 15,-4-1-15,4 3 16,-1-1-16,0 2 16,0 0-1,-1 2-15,2 1 16,-3-3-16,-6-6 16,-3-3-16,-4-2 15,-12-12-15,15 16 16,-15-16-16,0 0 15,0 0-15,0 0 16,0 0-16,0 0 16,0 0-1,5 11-15</inkml:trace>
  <inkml:trace contextRef="#ctx0" brushRef="#br2" timeOffset="127533.12">20819 12342 0,'0'0'0,"0"0"0,0 0 16,-4-2-16,4 2 16,0 0-1,0 0-15,-23 7 16,7 3-16,-1 4 16,0 7-16,-1 5 15,1 4-15,-1 0 16,1-1-16,2 0 15,2-1-15,-1-2 16,4-7-16,2-4 16,1-1-1,1-3-15,-1 3 32,7-14-32,-6 12 15,6-12-15,0 0 16,0 0-16,0 0 15,0 0-15,0 0 16,0 0-16,0 0 16,0 0-1,-16-3-15,16 3 16,0 0-16,0 0 16,0 0-16,-7 22 15,4 5-15,1 13 16,2 0-16,3-2 15,-1-4-15,1-3 16,0 2-16,-1-3 16,-2-7-1,2 0-15,-1-8 16,0-4-16,0-1 16,-1-10-16</inkml:trace>
  <inkml:trace contextRef="#ctx0" brushRef="#br2" timeOffset="127818.1">21130 12711 0,'0'0'0,"-1"-5"0,1 5 16,3-19-16,4 4 16,-7 15-16,25-18 15,-2 18 1,6-1-16,6 1 16,-3 1-16,3-1 15,1 0-15,-4 0 16,-8-1-16,-6-6 15,-18 7-15,0 0 16</inkml:trace>
  <inkml:trace contextRef="#ctx0" brushRef="#br2" timeOffset="128082.75">20939 13031 0,'0'0'0,"0"0"16,4-2-16,-4 2 16,32-12-16,6-1 15,11-4 1,9-3-16,4 1 16,-4-1-16,2 1 15,-11 2-15,-1 1 16,-3 2-16,-2-2 15</inkml:trace>
  <inkml:trace contextRef="#ctx0" brushRef="#br2" timeOffset="128449.35">22006 12457 0,'0'-7'0,"0"-4"16,0 11-16,0-10 15,0 10-15,-5 11 16,-1 14 0,-8 15-16,-4 9 15,-7 17-15,7-12 16,3-12-16,1-4 15,1-4-15,-3 3 16,0 4-16,0-4 16,2-7-16,8-7 15,5-5 1,4-5-16,4 0 0,8-3 16,11-7-1,9-9-15,8-8 16,-2-3-16,-5-7 15</inkml:trace>
  <inkml:trace contextRef="#ctx0" brushRef="#br2" timeOffset="128717.68">21705 12723 0,'-1'-6'0,"1"6"0,0 0 0,0 0 15,12-10-15,7 4 16,11-4 0,10-4-16,2 4 15,-4 1-15,0 0 16,-3 2-16,-5 1 15,1 0-15,-6 0 16,-2 2-16,-23 4 16,26-6-16</inkml:trace>
  <inkml:trace contextRef="#ctx0" brushRef="#br2" timeOffset="129118.64">22449 12678 0,'1'-2'0,"-1"2"0,6-11 15,-6 11-15,8-11 16,-8 11 0,16-16-16,2 7 15,11-6-15,12 0 16,7 3-16,-4 2 15,-2 5-15,-1-2 16,-5 2-16,-6 2 16,-3 0-16,-6 2 15,-21 1-15,17-2 16</inkml:trace>
  <inkml:trace contextRef="#ctx0" brushRef="#br2" timeOffset="129416.12">22268 12986 0,'0'0'0,"4"-2"0,-4 2 16,21-8-16,5-3 15,11-6-15,1 2 16,20-9-16,-1 3 16,6-3-16,-5 3 15,-10 6-15,-1 5 16,4 2-16,-8 1 16,-13 1-16,-11 4 15</inkml:trace>
  <inkml:trace contextRef="#ctx0" brushRef="#br2" timeOffset="131433.38">21658 13371 0,'0'0'0,"0"-2"0,0 2 16,0 0-16,0 0 15,-2-10-15,2 10 16,-5-12-16,5 12 16,-8-15-16,8 15 15,0 0-15,0 0 16,0 0-1,0 0-15,-3-14 32,27 0-32,27-3 15,12 1-15,-18 9 16,-4 6-16,-13-1 16,-10 2-16,-18 0 15,21 0-15,-21 0 16,0 0-1</inkml:trace>
  <inkml:trace contextRef="#ctx0" brushRef="#br2" timeOffset="132832.82">23630 12488 0,'0'0'0,"0"0"0,0 0 15,0 0 1,-2-4-16,2 4 16,-14-17-16,2 5 15,-3-5-15,-1-1 16,-1 0-16,3 4 16,4 3-16,10 11 15,-18-13-15,18 13 16,-16-6-1,16 6-15,-17 0 16,17 0-16,-27 19 16,7 7-16,-3 14 15,3 10-15,4 2 16,5 4-16,6 0 16,3-1-16,4-4 15,5-8-15,4-3 16,6-1-16,10-2 15,5 0-15,5-6 16,22-17 15,20-18-31,1-5 16,-3-15-16,-27 0 16,-12-5-16,0-6 15,-7-5-15,-7 2 16,-9-12-16,-7 2 15,-8 4-15,-9-4 16,-9 5 0,-19-4-16,-8-3 15,-12 7-15,-10 1 16,6 11-16,3 11 16,6 8-16,11 8 15,5 4-15,3 1 16,1 4-16,0 4 15,1 10-15</inkml:trace>
  <inkml:trace contextRef="#ctx0" brushRef="#br2" timeOffset="135265.72">17133 12026 0,'0'0'0,"0"0"0,0 0 16,0 0-16,0 0 15,4-1-15,23-7 16,40-7 0,32-9-16,12-2 15,9-2-15,11-2 16,3-2-16,12 1 16,12-4-16,6 4 15,3 1-15,-3 6 16,8 5-16,12 3 15,-3 9-15,4 2 16,-5 5 0,-7 6-16,11 4 15,-11 2-15,-1 1 16,2 3-16,10 5 16,-15 1-16,19 5 15,-19-6-15,4 3 16,0-1-16,-13-8 15,3-6-15,-8-6 16,13-4-16,-16-1 16,15-2-1,-15 3-15,-6 0 16,4 0-16,-17-1 16,-1-4-16,-16-2 15,-7-1-15,-10 0 16,-7 1-16,-8 2 15,-3-1-15,-5 2 16,-7 1 0,-5 0-16,-6-1 15,-1 2-15,0 2 16,1 1-16,-3 0 16,-4 1-16,-5 1 15,-3 2-15,1 2 16,-5 1-16,-6 1 15,-6 1-15,-6 0 16,-21-9 0,27 21-16,-15-4 15,1 5-15,0 11 16,-2 3-16,-5 5 16,-4 6-16,-5 6 15,-3 4-15,-4 4 16,-1 1-16,0 1 15,-7 38 1,0 5 0,-2 5-16,4 7 15,7-33 1,4 5-16,3 1 16,0-5-16,1 2 15,1-12-15,-2-15 16,-6-19-16,-8-3 15,-11-5-15,-7-12 16,-14-9-16,-4-10 16,-19-3-1,-20-5-15,-1-4 16,-19-4-16,16-4 16,1 0-16,-13-5 15,10 1-15,-17-2 16,-8-2-16,7 4 15,-22-5-15,-10-2 16,-1 1-16,-9 2 16,13 6-1,11 12-15,3 5 16,6 2-16,5 0 16,-4 0-16,9 0 15,-8 0-15,-10 0 16,2 3-16,-13 3 15,14 7-15,-1 2 16,9-1 0,16-3-16,1 1 15,-4 0-15,2-2 16,-7-2-16,-3-3 16,3 1-16,-9 0 15,5-1-15,8-1 16,-2 6-16,10 4 15,7-5-15,-1 1 16,2 1-16,3-5 16,6-2-16,-3-2 15,3-6 1,-3 2-16,-2 0 16,6 0-16,-1-1 15,7 0-15,3 2 16,-2 1-16,5 0 15,-1 0-15,6 0 16,0 0-16,-4 1 16,2 2-1,3 1-15,-4 1 16,-2 5-16,3 0 16,9 2-16,10-1 15,6-1-15,5 0 16,-1 0-16,5 1 15,4-2-15,4-1 16,5-3-16,1 3 16,-1-5-1,2-4-15,-1-2 16,2-5-16,1-4 16,2-8-16,1-6 15,2-13-15,2-14 16,6-8-16,4-3 15,3 3-15,1-3 16,4 3-16,-1-3 16,0 3-16,-1 6 15,-1 4 1,2 0-16,-1-1 16,1-4-16,-2 0 15,1 7-15,-1 8 16,-1 5-16,-1 3 15,-1 4-15,0 2 16,1-2-16,0 4 16,-2 3-16,-1-1 15,-1 0 1,-3-1-16,-1-4 16,0 0-16,0-1 15,-1 1-15,0-2 16,-1-2-16,4 0 15,0 3-15,2 7 16,1 6-16,0 7 16,0 9-16,0-13 15,0 13-15,0 0 16,1-11 0,-1 11-16,0 0 15,0 0-15,0 0 16,0 0-16,0 0 15,2-10-15,-2 10 16,0 0-16,0 0 16,0 0-16,0 0 15,0 0 1</inkml:trace>
  <inkml:trace contextRef="#ctx0" brushRef="#br2" timeOffset="138799.15">17001 12691 0,'1'-4'0,"-1"4"0,0 0 0,-1-17 15,-3 5 1,0-2-16,0 1 15,1-2-15,0 2 16,1 2-16,-1 1 16,3 10-16,-3-14 15,3 14-15,0 0 16,0 0-16,-20-8 16,-20 8-16,-23 8 15,-3 1 1,-7 7-16,-16 4 15,-9 5-15,-14 4 16,-11 4-16,0-1 16,-13 2-16,3-1 15,-4-4-15,-2 2 16,-2-4-16,-7 0 16,0-1-1,1-2-15,7-3 16,9-5-16,4-6 15,0-1-15,-2-4 16,-4-1-16,0-3 16,3 1-16,-2-4 15,4 2-15,6-3 16,0-2-16,9-2 16,1-6-16,6-1 15,0-2 1,3 0-16,6 2 15,-3-1-15,7 3 16,-1-2-16,2 0 16,7 1-16,0-1 15,11 4-15,0 0 16,5 0-16,-3 2 16,4-1-16,0 0 15,4 0-15,5 1 16,5 0-1,2 1-15,5 1 16,3 1-16,3-1 16,5 3-16,6 0 15,7-2-15,5 1 16,18 4-16,-23-9 16,23 9-16,-11-21 15,12 1 1,12-16-16,14-14 15,14-8-15,6-1 16,3 8-16,-2 4 16,-2 5-16,-4 7 15,-6 6-15,-6 6 16,-3 7-16,-10 6 16,-17 10-16,20-12 15,-20 12 1,0 0-16,0 0 15,-3 29-15,-21 18 16,-22 16-16,-8 6 16,-5-3-16,1-5 15,2-4-15,5-7 16,3-2-16,6-8 16,8-6-16,2-5 15,4-3-15,8-4 16,4-3-1,8-2-15,5-1 16,6-1-16,11 4 16,14 4-16,10 3 15,7-4-15,-5-5 16,11-2 0,8 3-1,-2-1-15,-3-2 16</inkml:trace>
  <inkml:trace contextRef="#ctx0" brushRef="#br2" timeOffset="139566.43">4083 11874 0,'0'0'0,"-5"0"0,5 0 16,-25 0-16,-2 0 16,-5 0-16,3 0 15,4 0-15,25 0 16,-29 0-16,9 0 15,-2 2 1</inkml:trace>
  <inkml:trace contextRef="#ctx0" brushRef="#br2" timeOffset="140615.68">3349 11494 0,'0'0'0,"0"0"0,0 0 16,-6 0-16,6 0 15,0 0-15,0 0 16,0 0-16,-18 25 15,0 19 1,-3 30-16,1 17 16,4 1-16,0 1 15,3-1-15,4-6 16,5-4-16,6-5 16,4-23-16,3-11 15,2-6-15,3-12 16,-1-5-16,1-10 15,3-6 1,4-9-16,10-17 16,4-9-16,-1-10 15,-6-3-15,-6 3 16,-4 6-16,-5 7 16,-4 10-16,-5 8 15,-4 10-15,10-11 16,-10 11-16,36 26 15,-12 7-15,2 14 16,0 2 0,-3-3-16,-1-6 15,-4-12-15,6-6 16,-4-11-16,7-5 16,2-4-16,-2-5 15,-1-13-15,1-18 16,4-23-16,-2-27 15,0-9-15,-9-14 16,1-1 0,-1-12-16,-4 13 31,-3 20-31,-4 29 16,-4 27-16,-3 15 15,-2 16-15,1-10 16,-1 10-16,0 0 15,27 36-15,2 10 16,5 5 0,-5-5-16,2-3 15,9-1-15</inkml:trace>
  <inkml:trace contextRef="#ctx0" brushRef="#br2" timeOffset="141081.56">4627 12191 0,'0'0'0,"-5"-2"0,5 2 16,0 0-16,-21-9 15,21 9-15,0 0 16,0 0-16,0 0 15,2 11-15,16 4 16,14 4 0,13-5-16,3-3 15,5-2-15,-7-3 16,-2-2-16,-4-3 16,-2-4-16,0-3 15,-4-3-15,-4-1 16,-9 2-16,-21 8 15,24-10 1</inkml:trace>
  <inkml:trace contextRef="#ctx0" brushRef="#br2" timeOffset="141465.98">4574 12587 0,'0'0'0,"0"0"0,0 0 0,0 0 0,0 0 15,3 5-15,-3-5 16,28 19-16,4-7 15,8-3-15,13-7 16,8-4-16,-3-8 16,1-6-1,-5 2-15,-11-2 16,-7 2-16,-8 3 16,-10 1-16,-18 10 15,27-13-15,-27 13 16,0 0-16,18-9 15,-18 9-15,0 0 16,0 0-16,17-15 16</inkml:trace>
  <inkml:trace contextRef="#ctx0" brushRef="#br2" timeOffset="142882.65">6118 11378 0,'0'0'0,"0"0"0,0 0 0,0 0 0,-3-3 16,3 3-16,0 0 15,0 0 1,0 0-16,0 0 16,-11 23-16,2 10 15,-1 25-15,-2 19 16,5 5-16,3-2 15,2 1-15,2-4 16,0-8-16,0-14 31,7-16-31,3-13 16,7-15 0,6-17-16,9-27 15,13-26-15,-4-3 16,-7-2-16,-9 11 15,-10 10-15,-7 13 16,-3 10-16,-2 8 16,-3 12-1,0 0-15,0 0 16,14 14-16,-1 22 16,-1 24-16,1 15 15,-5-8-15,1-4 16,-2-11-16,7-7 15,4-7-15,-2-9 16,-2-12 0,1-8-16,4-7 0,5-6 15,-2-7 1,1-22-16,1-27 16,10-29-16,-8-18 15,0-5-15,-8 18 16,-4 17-16,-4 15 15,-5 22-15,-3 12 16,-2 11-16,2 7 16,-2 10-16,0 0 15,0 0 1,-16 4-16,-13 23 16</inkml:trace>
  <inkml:trace contextRef="#ctx0" brushRef="#br2" timeOffset="145566.24">7384 11899 0,'0'0'16,"0"0"-16,0 0 0,0 0 15,0 0 1,0 0-16,10-5 15,12-6-15,9-3 16,5 0-16,0 4 16,3 2-16,11 2 15,4 1-15,-4-1 16,-7 2-16,-12 2 16,-6 0-1,-5 2-15,-4-2 16,-16 2-16,24-2 15</inkml:trace>
  <inkml:trace contextRef="#ctx0" brushRef="#br2" timeOffset="145832.54">7687 11494 0,'0'0'0,"0"0"0,0 0 0,0 0 0,-7-1 15,7 1-15,0 0 16,-16 21-16,0 27 16,1 23-16,5 12 15,4-4-15,2 5 16,2 0-16,1-17 16,3 6-16,5-22 15,2-1-15,2-11 16,-4-13-1,5 7-15,0-7 16,0-1-16</inkml:trace>
  <inkml:trace contextRef="#ctx0" brushRef="#br2" timeOffset="146582.71">7960 11723 0,'0'0'0,"0"-2"0,0 2 16,4-25-16,3-1 15,6-2 1,6 0-16,5 3 15,3 8-15,0 9 16,-1 11-16,0 11 16,-1 16-16,2 12 15,0 12-15,-4 6 16,-9 13-16,-11-1 16,-3 2-16,-7 21 31,-1-3-16,-1-11-15,-2-29 16,5-27-16,1-11 16,5-14-16,-5 10 15,5-10-15,-14-39 16,7-23-16,16-15 16,5-1-16,4 0 15,2 9-15,0 12 16,3 11-16,4 11 15,0 10 1,-2 9-16,-1 8 16,-3 7-16,-2 6 15,0 11-15,-1 20 16,-3 17-16,-7 19 16,-8 4-16,-9 9 15,-3 10-15,-3 2 16,-1-7-1,1-14-15,1-7 16,1 0-16,1-5 16,4-16-16,5-9 15,3-14-15,2-7 16,1-5-16,-3-13 16,20 12-16,2-9 15,12-5-15,5-5 16,-1-6-1,-3-3-15,-4-2 16,0-2-16,2-5 16</inkml:trace>
  <inkml:trace contextRef="#ctx0" brushRef="#br2" timeOffset="147248.96">9006 11243 0,'0'0'0,"0"0"15,0 0-15,0 0 16,-1 11-16,-1 15 15,-4 21 1,-1 22-16,0 20 16,-1 7-16,4-1 15,1 7-15,0-7 16,3 46 0,1-23-1,6-9-15,0-38 16,0-32-1,3-10-15,-3-12 16,2 2-16,0-7 16,8 6-16,1-2 15,-1-13-15,6-1 16,1-5-16</inkml:trace>
  <inkml:trace contextRef="#ctx0" brushRef="#br2" timeOffset="148132.96">9324 11494 0,'0'0'0,"0"0"0,0 0 0,0 0 16,0 0-16,0 0 16,4 8-16,3 13 15,3 18-15,1 11 16,-1-3-16,-4-6 15,-1-8-15,-1-8 16,-2-8 0,2-6-16,-4-11 15,29 7-15,-3-18 16,3-15-16,-2-7 16,0-1-16,-12 9 15,-4 6-15,-6 5 16,0 3-1,-5 11-15,3-12 16,-3 12-16,0 0 16,0 0-16,0 36 15,-3 22-15,-5 23 16,0 2-16,-2 15 16,-4 57-1,13-5 1,2 12-16,3-42 15,-3-53 1,-1-4-16,-1-23 16,-7 5-16,-7-1 15,-7-1-15,0-8 16,6-16-16,0-7 16,-3-6-16,-1-6 15,2-5-15,2-6 16,3-9-16,5-9 15,2-8-15,6-9 16,7-12 0,7-6-16,6-1 15,8 0-15,6 4 16,3 2-16,-1 16 16,-9 13-16,-4 12 15,-6 8-15,0 3 16,-17 7-16,22-10 15,-22 10-15,0 0 16,0 0 0,18-4-16,-18 4 15,0 0-15,0 0 16,16 3-16</inkml:trace>
  <inkml:trace contextRef="#ctx0" brushRef="#br2" timeOffset="148702.54">9792 11901 0,'0'0'0,"-2"-5"0,2 5 15,0 0-15,0 0 16,1-13-16,-1 13 16,36-21-16,-7 5 15,0 1-15,-3 5 16,-5 3-16,0 1 15,-1 0-15,-3 4 16,-2-1 0</inkml:trace>
  <inkml:trace contextRef="#ctx0" brushRef="#br2" timeOffset="149334.51">10141 11550 0,'0'0'0,"0"0"0,0 0 0,0 0 0,0 4 15,0-4-15,0 36 16,0 14-16,0 15 16,0-3-16,1-12 15,3-7-15,6-9 16,6-8-16,2-8 15,7-17 17,6-16-32,6-21 15,4-10-15,-11 4 16,-8 5-16,-7 8 16,-6 10-16,-5 6 15,-4 13-15,0 0 16,0 0-16,0 0 15,14 43-15,-10 24 16,-7 22-16,-5 8 16,-2 8-1,2-7-15,-1 2 16,1 6-16,1-9 16,-1-7-16,2-19 15,2-13-15,-5-3 16,-3-6-16,-2-6 15,-6-4-15,0-9 16,2-7-16,-1-18 16,-2-10-1,3-12-15,1-9 16,3-4-16,8-15 16,5-18-16,5-6 15,4 8-15,5 6 16,-1 10-16,0 4 15,3-2-15,2 1 16,0 1-16,-1 1 16</inkml:trace>
  <inkml:trace contextRef="#ctx0" brushRef="#br2" timeOffset="149849.57">9966 10989 0,'0'0'16,"0"0"-16,0 0 0,0 0 0,-2 9 15,-3 10-15,-5 10 16,3 1-16,0-3 16,5-9-16,1-5 15,1-13-15,-1 12 16,1-12-16,0 0 15,28-13-15,4-14 16,4-8 0,-4 1-16,-4 7 15,-4 2-15,-2 5 16,3 5-16,3 8 16,-1 10-16,2 11 15,-2 5-15,1 12 16,-1 5-16,-2-2 15,-2 6-15,-2-7 16</inkml:trace>
  <inkml:trace contextRef="#ctx0" brushRef="#br2" timeOffset="150650.89">10804 10889 0,'0'0'0,"0"0"16,0 0-16,0 0 15,3 6-15,2 8 16,8 16-16,6 20 15,3 12-15,-1 16 16,-3 4-16,-1 61 31,-9 4-31,-7-17 16,-4-11 0,-1-42-16,-4-2 15,-4-5-15,-2-8 16,-1-12-16,-2-5 15,0-4-15,0-4 16,-1-6-16,1-5 16,3-7-1,2-5-15,2-3 16,10-11-16,-13 10 16,13-10-16,0 0 15,-9-14-15</inkml:trace>
  <inkml:trace contextRef="#ctx0" brushRef="#br2" timeOffset="151914.54">11310 11590 0,'0'0'0,"0"0"0,0 0 0,1-2 15,-1 2-15,0 0 16,27 2 0,-7 11-16,6 16 15,1 13-15,-11 9 16,-12 17-16,0 13 15,-7-3-15,-3 0 32,-3-14-32,-4-16 15,2-12-15,4-16 16,7-20-16,-5 10 16,5-10-1,5-17-15,9-21 16,7-23-16,3-8 15,2-2-15,0 0 16,1 11-16,4 5 16,-3 10-16,-6 13 15,-7 11-15,-7 8 16,-8 13 0,8-10-16,-8 10 15,0 0-15,11 36 16,-8 17-16,-5 9 15,-1 1-15,-4-6 16,0-1-16,4-11 16,4-8-16,8-7 15,5-15-15,4-7 16,9-10-16,15-13 16,6-12-1,2-7-15,-9-12 16</inkml:trace>
  <inkml:trace contextRef="#ctx0" brushRef="#br2" timeOffset="153532.91">2706 12148 0,'0'0'0,"0"0"0,-4 1 0,4-1 15,-20 8-15,-3 3 16,-7 2-16,-2-2 16,-1-7-16,1-8 15,0-7-15,2-7 16,1-14-16,-4-15 16,0-15-16,8-9 15,5-6 1,6-1-16,2-7 15,4 7-15,6 3 16,6 4-16,7 2 16,6-2-16,3 6 15,0 13-15,-4 12 16,-2 11-16,-2 8 16,-2 4-16,-2 5 15,-8 12-15,10-16 16,-10 16-1,0 0-15,0 0 16,0 0-16,0 0 16,0 0-16,0 0 15,0 0-15,0 0 16,0 0-16,0 0 16,-29 28-1,2-4-15,-5 5 16,-1 4-16,0 5 15,0 1-15,3-2 16,6-7-16,6-9 16,7-5-16,3-7 15,8-9-15,-10 10 16,10-10-16,0 0 16,-8-11-16,8-14 15,8-21 1,11-8-16,7 4 15,3 8-15,3 8 16,1 10-16,-1 8 16,-2 6-16,5 8 15,6 6-15,7 9 16,9 12-16,1 8 16</inkml:trace>
  <inkml:trace contextRef="#ctx0" brushRef="#br2" timeOffset="154417.35">4542 9920 0,'0'0'0,"0"0"16,0 0-16,0 0 15,0 0-15,0 0 16,0 0-16,0 0 16,0 0-16,17-6 15,13-3-15,10-6 16,8-3-1,5-2-15,3 0 16,0 0-16,-4 1 16,-1 2-16,-5 2 15,-1-1-15,-4 1 16,-7 4-16,-4 1 16,-8 3-16,-22 7 15,25 7 1</inkml:trace>
  <inkml:trace contextRef="#ctx0" brushRef="#br2" timeOffset="154682.65">4680 10381 0,'0'0'0,"-2"3"15,2-3-15,0 0 16,0 0-1,0 0-15,0 0 16,0 0-16,0 0 16,47-19-16,5-3 15,9-4-15,1 0 16,2 0-16,-1 0 16,-4 5-16,-5 1 15,-10 6-15,-3 4 16,1 4-16,-4 12 15</inkml:trace>
  <inkml:trace contextRef="#ctx0" brushRef="#br2" timeOffset="160616.16">3480 9238 0,'0'0'0,"0"0"0,0 0 15,-4 0-15,4 0 16,0 0-16,0 0 15,-19 0-15,19 0 16,0 0-16,0 0 16,0 0-16,0 0 15,0 0-15,0 0 16,0 0-16,-14 10 16,17 6-16,-1 4 15,1 10 1,1 4-16,1 10 15,-1 20-15,-3 15 16,-4 8-16,-2-9 16,-1-4-16,3-14 15,0-3-15,0-6 16,-1-2 15,-2-8-31,0-13 16,3-11-16,3-17 15,0 0-15,0 0 16,0 0-16,0-47 16,8-6-16,4 0 15,5 1-15,3 4 16,3 8 0,3 3-16,-1 10 0,1 4 15,3 6 1,5 7-16,6 4 15,1 4-15,-2 4 16,0 5-16,-5 3 16,-4 5-16,-8 0 15,-5 2-15,-5 1 16,-4 1-16,-6 5 16,-7 6-16,-13 13 15,-16 15 1,-20 6-16,-2-1 15,-2-6-15,2-8 16,8-7-16,4-11 16,8-8-16,10-7 15,8-8-15,0-3 16</inkml:trace>
  <inkml:trace contextRef="#ctx0" brushRef="#br2" timeOffset="162515.85">6223 8972 0,'0'0'0,"0"0"0,0 0 15,0 0-15,0 0 16,-4 0-16,4 0 16,0 0-16,0 0 15,-8 27-15,0 12 16,-6 18-1,-5 18-15,-2 11 16,3-4-16,2 7 16,2-3-16,0 13 31,0 0-31,4-29 16,3-20-16,4-25 15,2-12-15,1-13 16,0 0-1,0 0-15,0 0 16,-2-33-16,8-30 16,8-14-16,7 0 15,5 13-15,-1 7 16,3 7-16,-1 8 16,3 11-16,1 13 15,5 10-15,2 4 16,4 9-16,-3 13 15,-1 10 1,-5 8-16,-5-1 16,-3 7-16,-12 8 15,-18 1-15,-13-1 16,-12 0-16,-7-4 16,-3-3-16,0-7 15,-7-5-15,-9-7 16,-10-4-16,0-5 15,7-1 1,11-5-16,7-2 16,14-2-16,9-2 15,18-3-15,-18 3 16,18-3-16,0 0 16</inkml:trace>
  <inkml:trace contextRef="#ctx0" brushRef="#br2" timeOffset="162849.06">6877 9345 0,'0'0'0,"0"0"15,-3-5-15,3 5 16,0 0-16,0 0 15,0 0 1,0 0-16,40-8 16,-2 7-16,8 0 15,2 0-15,-4 0 16,2-1-16,-1-2 16,0-3-16,-1 1 15,-6 1-15,2 0 16,-3-1-16,1 1 15,-2-2-15,-5-5 16,-10 2 0</inkml:trace>
  <inkml:trace contextRef="#ctx0" brushRef="#br2" timeOffset="163099.95">7285 9110 0,'0'0'0,"0"0"0,0 0 0,-4 0 0,4 0 16,0 0-16,-16 17 15,2 4-15,-2 30 16,5 18-16,2 8 16,7-15-16,4 12 15,2 5-15,-1-6 16,0-10-16,-2-13 15,1-5 1,1 12-16,-2-6 16,2-11-16,2-16 15</inkml:trace>
  <inkml:trace contextRef="#ctx0" brushRef="#br2" timeOffset="164098.72">8057 9305 0,'0'0'0,"0"0"0,0-4 15,0 4-15,13-29 16,10-5-16,9-2 15,6 2-15,0 10 16,-6 8 0,-3 5-16,-4 4 15,-5 8-15,3 9 16,-3 21-16,-4 21 16,-8 12-16,-19 21 15,0-5-15,-6-7 16,-4-6-16,1-15 15,1-6-15,5-17 16,5-10-16,5-8 16,4-11-1,0 0-15,0 0 16,4-41-16,24-42 16,3-4-16,3 8 15,0 12-15,-2 13 16,-1 7-16,-2 10 15,-2 9 1,-4 9-16,-2 10 16,-2 13-16,3 16 15,-1 12-15,-4 9 16,-11 12-16,-8 14 16,-5 20-16,-9 12 15,-4 2-15,-7 16 16,0-7-16,-12 59 31,-3 5-15,14-19-16,13-7 15,15-70-15,7-9 16,2-23-16,3-13 16,7-9-16,19-9 15,20-15-15,22-26 16,5-32-16,10-20 15,-1-9-15,-7-10 16,-4 6 0,-20 14-16</inkml:trace>
  <inkml:trace contextRef="#ctx0" brushRef="#br2" timeOffset="165132.04">9464 8636 0,'0'0'0,"-5"0"0,5 0 0,0 0 15,-19 1-15,3 4 16,-18 26-16,-21 37 16,-10 36-1,11 2-15,7 19 16,10-3-16,12 53 31,15-13-31,11-24 16,11-11-16,3-61 15,13-3-15,3-7 16,5-18-16,9-16 16,2-18-1,8-17-15,12-23 16,-3-9-16</inkml:trace>
  <inkml:trace contextRef="#ctx0" brushRef="#br2" timeOffset="165782.76">9662 9055 0,'0'0'0,"0"0"0,0 0 0,0 0 0,0 0 16,5 8-16,1 11 15,4 20-15,-2 13 16,2 5-16,-2-3 16,-1-8-16,0-6 15,1-18-15,10-6 16,3-9 0,0-8-16,4-12 15,6-11-15,3-10 16,-7-5-16,-6 6 15,-9 9-15,-5 8 16,-7 16-16,8-12 16,-8 12-16,0 0 15,9 22-15,6 25 16,-8 22 0,-4 1-16,-3 11 15,-3 2-15,-2 0 16,-4 36-1,-8 2 1,-8-9-16,-7-20 16,-1-39-1,3-8-15,1-7 16,9-12-16,6-11 16,14-15-16,-26 8 15,10-18-15,2-6 16,4-12-16,13-18 15,12-18-15,16-15 16,17-6-16,0 9 16,-2 9-16,-2 8 15,-4 10-15,-2 8 16,-6 11 0,-3 13-16,-6 8 15,1 7-15,-24 2 16</inkml:trace>
  <inkml:trace contextRef="#ctx0" brushRef="#br2" timeOffset="166332.2">10311 9403 0,'0'0'0,"0"0"0,0 0 16,0 0-16,10-2 16,6-1-16,14-3 15,7 1-15,-3 0 16,-5 4 0,-4-3-16,-2 2 15,-2 0-15,-2 0 16,-4 1-16,-15 1 15,26-3-15,-26 3 16</inkml:trace>
  <inkml:trace contextRef="#ctx0" brushRef="#br2" timeOffset="166917.23">10811 9042 0,'0'0'0,"0"0"0,0 0 0,0 0 16,0 5-16,0 14 15,0 24 1,0 12-16,5 7 16,4-6-16,6-12 15,0-9-15,1-14 16,6-7-16,7-12 15,7-9-15,6-11 16,-3-10-16,-3-4 16,-4 0-16,-8 3 15,-7 8-15,-6 8 16,-4 2-16,-7 11 16,0 0-1,19-5-15,-4 27 16,6 23-16,-2 24 15,-5 20-15,-1 1 16,-3 7-16,-7 52 31,-7-7-15,-8-2-16,-2-41 0,4-47 16,-5-10-1,-3-7-15,-8-9 16,-7-10-16,-6-10 15,-1-8-15,5-3 16,4-14-16,7-15 16,6-13-16,6-8 15,12-10-15,9 1 16,8 2-16,8 0 16,1 3-1,1 1-15,0 2 16</inkml:trace>
  <inkml:trace contextRef="#ctx0" brushRef="#br2" timeOffset="167332.29">10854 8767 0,'0'0'0,"0"0"0,0 0 0,0 0 0,-2 2 15,-5 9-15,-4 8 16,-2 6 0,4-4-16,5-6 15,4-15-15,-4 13 16,4-13-16,0 0 15,41-16-15,3-12 16,1-5-16,-3 4 16,-10 5-16,-6 7 15,-4 4-15,3 12 16,-2 9 0,1 5-16,-1 7 0,-5 7 15,0-2 1,0 4-16,0-2 15,2-4-15</inkml:trace>
  <inkml:trace contextRef="#ctx0" brushRef="#br2" timeOffset="167650.46">11426 8521 0,'0'0'0,"0"0"0,0 0 16,0 0-16,0 0 16,6 12-16,15 16 15,15 22-15,10 15 16,-2 5 0,5 16-16,-5 9 15,-7-9-15,-8-8 16,-5 4-16,-7 5 15,-12 7-15,1 15 16,-12-22-16,-6 5 16,-7-5-16,-19-1 15,-9 4-15,-4-6 16,3-13 0,15-23-16,8-14 15,11-14-15</inkml:trace>
  <inkml:trace contextRef="#ctx0" brushRef="#br2" timeOffset="168949.02">12217 9427 0,'0'0'0,"0"0"0,0 0 0,-6 0 15,6 0-15,0 0 16,0 0-16,0 0 16,-15 6-1,15-6-15,0 0 16,0 0-16,0 0 15,0 0-15,0 0 16,0 0-16,0 0 16,0 0-16,0 0 15,0 0-15,17-9 16,-17 9-16,0 0 16,0 0-16,0 0 15,0 0-15,0 0 16,0 0-16,0 0 15,0 0 1,0 0-16,3 12 16,-3-12-16,0 0 15,0 0-15,0 0 16,0 0-16,0 0 16,0 0-16,0 0 15,0 0-15,0 0 16,13 10-1,-5 0-15</inkml:trace>
  <inkml:trace contextRef="#ctx0" brushRef="#br2" timeOffset="173982.72">12689 8853 0,'0'0'0,"0"0"16,0 0-16,0 0 15,-3 3-15,3-3 16,0 0-16,0 14 15,0-14-15,0 22 16,0 1-16,0 15 16,-1 11-16,0 16 15,-1 10-15,-3 5 16,0 7 0,-5 9-16,0-3 15,-3-3-15,-4-10 16,-2-7-16,-1-5 15,-1-5-15,2-8 16,5-8-16,1-12 16,4-8-16,2-11 15,2-4-15,5-12 16,-5 13 0,5-13-16,0 0 15,-4 11-15,4-11 16,0 0-16,0 0 15,0 0-15,0 0 16,0 0-16,0 0 16,0 0-16,0 0 15,0 0-15</inkml:trace>
  <inkml:trace contextRef="#ctx0" brushRef="#br3" timeOffset="184715.64">2957 13000 0,'0'0'0,"0"0"15,0 0-15,0 0 16,0 0-16,4-1 16,22-5-16,38-8 15,28-2-15,9 2 16,9 1-1,1 1-15,8-1 16,8 0-16,1 0 16,13-6-16,2-1 15,10 1-15,4-2 16,5 1-16,0-1 16,5 1-1,7-2-15,-1 3 16,12 6-16,-12 3 15,20 7-15,-11 5 16,5 2-16,-4-1 16,-12-1-16,8 1 15,-14-3-15,4 4 16,-14 2 0,-2 1-16,-1 5 15,0 0-15,-4 1 16,0-1-16,-10-1 15,-1-1-15,-5 0 16,-16 0-16,13-1 16,-21-1-16,18-1 15,-11 1-15,-8 3 16,2 2-16,-16 0 16,5-1-16,-4 0 15,4 1-15,0 0 16,-13-2-1,3-2-15,-7-4 16,2 1-16,-1-3 16,-7 1-16,-2-3 15,-7-1-15,2-1 16,0 0-16,0-2 16,0 1-16,0-2 15,1 0 1,2-1-16,-2-1 15,2-1-15,1 1 16,-2-1-16,-1 1 16,-4 2-16,0 3 15,-1 1-15,1 1 16,2 1-16,-2-1 16,-1 0-16,0-6 15,3-8 1,-3-3-16,-4-2 15,2-6-15,0-4 16,-7-3-16,1-13 16,-3-7-16,-3-8 15,1-9-15,-9 1 16,-1-11-16,-7-4 16,-6-1-16,-11 1 15,-3-7 1,-10-2-16,-7-4 15,-4 0-15,-11 9 16,-8-2-16,-7 2 16,-10-4-16,-3 7 15,-10 3-15,-5 9 16,-6 9-16,-8 2 16,-7 5-16,-11 0 15,-12 6-15,-8 5 16,-6 8-1,-12-1-15,3 6 16,-8 4-16,-4 4 16,-5 6-16,-5 5 15,-11 1-15,-4 6 16,-10 1-16,-4 2 16,8 6-16,-8-2 15,9 12-15,-8 1 16,-9 4-1,2 5-15,-9 0 16,4 0-16,-3-1 16,-4-1-16,7-7 15,2-4-15,4-1 16,8-1-16,-2-7 16,7-2-16,-2-7 15,-8-3-15,10-1 16,2 0-16,7-2 15,-4 2 1,11-1-16,-8 1 16,13 0-16,0 0 15,3 5-15,10 2 16,-3 4-16,14 8 16,0-2-16,10 1 15,8-2-15,2 1 16,10-6-16,3-5 15,3-9 1,11 3-16,2 2 16,8 0-16,-2-1 15,4 1-15,-1 0 16,3 0-16,-1 4 16,-1 5-16,3 1 15,2 3-15,7 1 16,6 4-1,4 4-15,2 4 16,4 5-16,1 5 16,4 5-16,3 8 15,3 10-15,4 7 16,3 6-16,5 16 16,3 4-16,4 9 15,-1-4 1,0 4-16,1 1 15,0 4-15,-1 0 16,1-3-16,0 4 16,0-2-16,5 2 15,1-5-15,6-2 16,1-3-16,2-11 16,1-1-16,1-12 15,1-10-15,-3-8 16,-1-8-1,-1 0-15,-1-5 16,-3-5-16,0-6 16,0-2-16,-3-3 15,1-1-15,0-4 16,-1 1-16,1 0 16,0 1-16,2-2 15,2 3-15,0-1 31,1-1-15,-3-13-16,7 15 16,-7-15-16</inkml:trace>
  <inkml:trace contextRef="#ctx0" brushRef="#br3" timeOffset="185848.44">2993 12144 0,'0'0'16,"-7"0"-16,7 0 0,0 0 0,-45 2 16,0 3-16,-1 3 15,2 1-15,-6 4 16,-5 2-16,0 0 16,0 1-16,2-10 15,-6-13-15,-1-4 16,0-3-1,-4-10-15,4-7 16,-4-10-16,2-21 16,3-9-16,0-15 15,3-9-15,2-5 16,0-11-16,3-2 16,4 5-16,4 5 15,1-7-15,5 8 16,2-7-1,1-1-15,1-1 16,4-1-16,6-6 16,7-1-16,6 3 15,5-6-15,4 2 16,6 1-16,6-8 16,9 6-16,6-1 15,4 2-15,3 4 16,0 4-16,6 0 15,-1 8 1,9 0-16,1 7 16,6 2-16,-2 8 15,2 5-15,-2 7 16,-1 6-16,-3 3 16,-5 12-16,-5 8 15,-11 14-15,-5 10 16,-6 5-1,-5 4-15,-11 13 16,12-10-16,-12 10 16,0 0-16,0 0 15,0 0-15,0 0 16,1-10-16,-1 10 16,-40-18-16,3 8 15,-5 3-15,0 2 16,-1 3-16,-1 1 15,0 1-15,-1 1 16,2 3 0,5 3-16,1 1 15,4 3-15,4 0 16,6-3-16,5 1 16,18-9-16,-20 8 15,20-8-15,0 0 16,0 0-16,0 0 15,0 0-15,0 0 16,51-7 0,8-9-16,3-1 15,-8 3-15,-3 1 16,-8 4-16,-5 4 16,-4 5-16,-5 10 15,-2 5-15,-3 7 16,-3 12-16,-4 7 15,-4 15 1,2 13-16,-2 5 16,0 8-16</inkml:trace>
  <inkml:trace contextRef="#ctx0" brushRef="#br3" timeOffset="187665.49">2982 7300 0,'0'0'0,"0"0"16,0 0-16,0 0 0,-3-2 16,3 2-1,0 0-15,0 0 16,0 0-16,-5 9 16,-1 10-16,-1 8 15,1 6-15,5 4 16,3-3-16,3-3 15,2-1-15,0-8 16,2-4 0,0-7-16,-9-11 15,33 7-15,-7-17 16,3-8-16,0-10 16,-3-2-16,-6 2 15,-5 5-15,-4 5 16,-4 7-16,-7 11 15,0 0-15,0 0 16,23 21 0,-3 29-16,0 6 15,-2-2-15,-2-11 16,-6-12-16,0-8 16,-2-8-16,-8-15 15,29 5-15,-5-19 16,9-17-16,0-15 15,-1-9-15,-3-6 16,-7 4-16,-6 9 16,-4 8-1,-3 11-15,-7 6 16,0 6-16,1 4 16,4-3-16</inkml:trace>
  <inkml:trace contextRef="#ctx0" brushRef="#br3" timeOffset="187881.62">3909 7317 0,'0'0'0,"0"0"15,0 0-15,0 0 16,6-1-16,11-2 15,17-7-15,15-2 16,6 1-16,0 3 16,-5 1-1,-5 1-15,-9 1 16,-9-1-16</inkml:trace>
  <inkml:trace contextRef="#ctx0" brushRef="#br3" timeOffset="188068.48">3947 7687 0,'0'0'0,"0"0"0,0 0 16,0 3-16,0-3 16,0 0-16,0 0 15,41-4-15,9-7 16,11-8-16,1-5 15,2-4-15,-2-2 16</inkml:trace>
  <inkml:trace contextRef="#ctx0" brushRef="#br3" timeOffset="190831.79">4810 7198 0,'0'0'0,"0"0"0,0 0 16,-8-1-16,8 1 16,0 0-16,0 0 15,0 0-15,-18-7 16,18 7-16,0 0 16,0 0-16,-16 20 15,3 15 1,-1 14-16,2 6 15,5 0-15,7 0 16,11 0-16,7-3 16,4-6-16,7-7 15,3-11-15,7-13 16,5-6-16,-2-11 16,4-16-16,-4-13 15,-1-11 1,-2-11-16,-6-4 15,-6-7-15,-8 3 16,-8 3-16,-8 13 16,-8 8-16,-6 5 15,-5 6-15,-13 2 16,-6 9-16,-6 6 16,-5 9-1,3 5-15,2 2 16,11 1-16,8 0 15,2 6-15</inkml:trace>
  <inkml:trace contextRef="#ctx0" brushRef="#br3" timeOffset="191298.18">5667 7395 0,'0'0'0,"0"0"16,0 0-16,0 0 15,8 1-15,12 2 16,31 4-16,20-14 16,15-15-16,-3-2 15,-4 1-15,-5-4 16,-10 4-16,-4-1 16,-9 5-16,-3 0 15,-5-5 1</inkml:trace>
  <inkml:trace contextRef="#ctx0" brushRef="#br3" timeOffset="191465.33">5984 7013 0,'0'0'0,"0"0"0,0 0 16,2 14-16,6 26 15,5 51-15,-5 31 16,0 17-16,0-2 16,6-3-16</inkml:trace>
  <inkml:trace contextRef="#ctx0" brushRef="#br3" timeOffset="193548.65">6554 6821 0,'0'0'0,"0"0"0,0 0 16,0 0-16,1 8 15,1 12-15,2 17 16,3 10 0,-1 5-16,4 1 15,0 6-15,2 6 16,4 10-16,-1 3 16,4 10-16,-5 5 15,-1-1-15,0-10 16</inkml:trace>
  <inkml:trace contextRef="#ctx0" brushRef="#br3" timeOffset="194048.18">7833 6226 0,'0'0'0,"0"0"16,-4 0-16,4 0 15,-12 13-15,-26 26 16,-30 50-16,5 20 15,16-9-15,11 10 16,11 15 0,12 20-16,10 9 15,10 0-15,20 11 16,16-14-16,24-2 16,11-12-16,34-18 15</inkml:trace>
  <inkml:trace contextRef="#ctx0" brushRef="#br3" timeOffset="198332.01">21640 13611 0,'0'0'0,"0"0"0,0 0 16,0-2-16,0 2 16,5-12-16,1-6 15,6-8 1,2-2-16,-3 5 15,3 1 1</inkml:trace>
  <inkml:trace contextRef="#ctx0" brushRef="#br3" timeOffset="200998.16">8211 6842 0,'0'0'0,"0"0"16,0 0-16,-5 0 15,5 0 1,-25 18-16,-12 25 16,-8 20-16,2 4 15,5 9-15,4 1 16,9 2-16,10-5 16,8-10-16,9-8 15,5-6-15,9-9 16,4-6-16,9-9 15,9-14-15,10-12 16,6-17 0,1-15-16,-3-11 15,-3-14-15,-13-3 16,-9-5-16,-5-4 16,-10 5-16,-5 3 15,-7 13-15,-5 6 16,-8 5-16,-5 6 15,-3 7 1,-4 8-16,-1 6 16,-2 7-16,-8 8 15,-9 2-15</inkml:trace>
  <inkml:trace contextRef="#ctx0" brushRef="#br3" timeOffset="201231.5">8821 6971 0,'0'0'0,"0"0"16,0 0-16,0 0 15,16-2-15,22-4 16,23 0-16,6 2 15,1-2-15,9 1 16,7-10 0,6-11-16,-5-19 15</inkml:trace>
  <inkml:trace contextRef="#ctx0" brushRef="#br3" timeOffset="204817.66">17292 10159 0,'0'0'0,"-3"-4"15,3 4-15,-8-11 16,8 11-16,5-15 15,12-4-15,27-12 16,22-2-16,25 2 16,8 7-16,8 3 15,13 9-15,-5 2 16,1 1 0,-4 4-16,-13-2 15,-8 2-15,-12 0 16,-17-1-16,-15 1 15,-16 2-15,-15 0 16,-16 3-16,0 0 16,0 0-16,0 0 15,-110 27 1,-40 6-16,4-4 16,-1-2-16,15-2 15,3-2-15,10-1 16,9-2-16,19-4 15,20-3-15,22-4 16,18-4-16,11-1 16,20-4-16,-17 3 15,17-3-15,0 0 16,48-21-16,51-20 16,21 3-1,8 5-15,8 6 16,-2 1-16,7 5 15,-9 1-15,-10 3 16,-17 4-16,-23 3 16,-16 0-16,-21 5 15,-15 2 1,-13 1-16,-17 2 16,0 0-16,-35-7 15,-85 0-15,-31 16 16,-2 8-16,4 7 15,9 4-15,9-1 16,11 4-16,14-3 16,19-2-16,23-5 15,19-3-15,18-8 16,11-3-16,16-7 16,0 0-16,0 0 15,16 9 1,72-7-16,43-23 15,-5-2-15,-1-3 16,-4-3-16,-7-1 16,-7-2-16,-12 4 15,-11 1-15,-23 6 16,-16 4-16,-19 4 16,-26 13-1,19-13-15,-19 13 16,-60-18-16,-84 14 15,-27 13-15,-14 20 16,-2 9-16,31 7 16,29-4-16,44-13 15,30-11-15,21-6 16,15-7-16,17-4 16,0 0-1,41 0-15,72-9 16,27-12-16,-2-3 15</inkml:trace>
  <inkml:trace contextRef="#ctx0" brushRef="#br3" timeOffset="205915.63">9860 6500 0,'0'0'0,"0"0"0,0 0 0,0 0 15,0 0 1,0 0-16,0 0 15,0 0-15,1 5 16,0 9-16,3 13 16,-1 9-16,2 10 15,1 4-15,-1 4 16,0 5-16,2 4 16,-3 1-16,0 3 15,-4-7 1,-2 1-16,-2-2 15,0-5-15,-1-2 16,-2-6-16,2-10 16,-1-7-16,2-8 15,0-5-15,0-4 16,4-12-16,-4 13 16,4-13-1</inkml:trace>
  <inkml:trace contextRef="#ctx0" brushRef="#br3" timeOffset="206614.39">9956 6077 0,'0'0'0,"0"0"16,0-3-16,0 3 16,0 0-16,0 0 15,0 0-15,0 0 16,0 0-16,0 0 16,18 22-16,0 14 15,5 18 1,0 14-16,1 14 15,0 14-15,-1 11 16,-5 18-16,-3 2 16,-1 0-16,-10-2 15,-9-9-15,-12 1 16,-10-15-16,-4 1 16,-6-10-16,-6-3 15,-1-12 1,-1-14-16,4-9 15,7-12-15,11-13 16,6-9-16,7-6 16,10-15-16,-9 12 15,9-12-15,0 0 16,0 0-16,0 0 16,6-23-16,7-5 15,10-6 1,1 3-16,2 3 15,0 3-15,-7 3 16,-3 6-16,-4 3 16,-12 13-16,14-16 15,-14 16-15,0 0 16,0 0-16,0 0 16,17-9-16,-17 9 15,0 0-15,0 0 16,0 0-1,0 0-15,0 0 16,0 0-16,0 0 16,0 0-16,0 0 15,0 0-15,17 2 16</inkml:trace>
  <inkml:trace contextRef="#ctx0" brushRef="#br3" timeOffset="209781.78">10759 6216 0,'0'0'0,"0"0"15,0 0-15,0 0 16,0 4-16,0-4 16,-14 24-16,-2 2 15,-2 6-15,2 2 16,3 4-16,0 2 15,1 3-15,0 3 16,7 6 0,3 3-16,3 5 15,3-1-15,5 4 16,1 5-16,4 1 16,2 5-16,-1-6 15,-1-3-15,-1-7 16,0-4-16,-1-4 15,4-5-15,3-2 32,0-6-17,2-5-15,-3-9 16,-5-6-16,-2-5 16,-11-12-16,17 15 15,-17-15-15,0 0 16,0 0-16,18 10 15,-18-10-15,0 0 16,0 0-16,0 0 16,0 0-1,0 0-15,0 0 16,0 0-16,0 0 16,0 0-16,17 2 15</inkml:trace>
  <inkml:trace contextRef="#ctx0" brushRef="#br3" timeOffset="210932.04">3908 5671 0,'0'0'0,"0"0"0,0 0 0,0 0 0,0 0 15,0 0-15,9-5 16,17-10-16,34-8 15,24 0-15,16 2 16,16 3-16,6-1 16,9-1-1,4 0-15,-7 2 16,2-3-16,-5-13 16,-2-9-16,4-15 15,-17-2-15,-4-14 16,-11-6-16,-12-3 15,-12-4-15,-15-3 16,-16 1-16,-14-4 16,-7 7-1,-13-8-15,-7 7 16,-13-5-16,-14-4 16,-12 11-16,-14-6 15,-10 4-15,-11 4 16,-9-2-16,-2 10 15,-11 2-15,-5 11 16,2 8-16,-9 8 16,-3 9-1,2 10-15,-2 3 0,-1 7 16,9 6 0,2 4-16,4 12 15,3 3-15,2 9 16,-1 9-16,8 7 15,2 11-15,3 15 16,1 13-16,-2 18 16,14 16-1,12-1-15,6 5 16,6 8-16,11-5 16,11 7-16,17-1 15,16-12-15,11-4 16,10-5-16,8-12 15,7-9-15,15-1 16,5-8-16,9-2 16,7-4-1,3-6-15,10-4 0,1-14 16,1-7 0,-3-12-16,-3-10 15,8-6-15,1-15 16,-6-8-16,9-9 15</inkml:trace>
  <inkml:trace contextRef="#ctx0" brushRef="#br3" timeOffset="211814.43">11242 6610 0,'0'0'0,"0"0"16,0 0-16,0 3 15,0-3 1,0 0-16,0 0 16,-4 15-16,4-5 15,-3 3-15,3 6 16,-2 5-16,4 6 15,-2 6-15,3 6 16,-1 5-16,1 3 16,-1 3-16,1-4 15,-5-2-15,0-9 16,-2-5-16,0-6 16,1-7-1,1-5-15,-1-5 16,3-10-16</inkml:trace>
  <inkml:trace contextRef="#ctx0" brushRef="#br3" timeOffset="212747.83">11445 6147 0,'0'0'0,"0"0"15,0 0 1,0 0-16,0 0 16,0 0-16,0 0 15,2 4-15,-2-4 16,24 19-16,-3-3 15,3 7-15,1 12 16,3 11-16,1 6 16,-3 5-16,-3 5 15,-1 8 1,-3 3-16,-5 1 16,-3-2-16,-5 0 15,-5 1-15,-6-5 16,-6 4-16,-6-7 15,-4 0-15,0-7 16,-2-3-16,0-5 16,1-7-16,1-2 15,5-11-15,3-6 16,3-7-16,1-4 16,4-3-1,5-10-15,-10 14 16,10-14-16,0 0 15,-4 12-15,4-12 16,0 0-16,0 0 16,0 0-16,0 0 15,0 0-15,0 0 16,0 0-16,0 0 16,0 0-1,0 0-15,0 0 16,0 0-16,0 0 15,0 0-15,0 0 16,0 0-16,0 0 16,0 0-16,0 0 15,-12 11-15,12-11 16,0 0-16,0 0 16,0 0-1,0 0-15,0 0 16,0 0-16,0 0 15,0 0-15,0 0 16,0 0-16,0 0 16,0 0-16,0 0 15,0 0-15,0 0 16,0 0 0,0 0-16,0 0 15,0 0-15,0 0 16,0 0-16,0 0 15,0 0-15,0 0 16,0 0-16,0 0 16,0 0-16,0 0 15,0 0-15,0 0 16</inkml:trace>
  <inkml:trace contextRef="#ctx0" brushRef="#br3" timeOffset="213765.3">4601 8502 0,'0'0'0,"0"0"16,0 0-16,0 0 16,0 0-16,5-1 15,-5 1-15,43-9 16,9-1-1,14-2-15,5-2 16,-7 0-16,-3-1 16,-3-6-16,-7 1 15,-7 3-15,-3 1 16,-6 1-16,-7 5 16</inkml:trace>
  <inkml:trace contextRef="#ctx0" brushRef="#br3" timeOffset="214047.86">4842 8771 0,'0'0'0,"0"0"0,0 0 0,0 0 15,0 0 1,0 0-16,12 5 15,15 3-15,23-14 16,11-12-16,8-12 16,-1-5-16,-11-1 15,-8 0-15,-13 5 16,2 2-16,-8 5 16,-6 4-16,-3 5 15</inkml:trace>
  <inkml:trace contextRef="#ctx0" brushRef="#br3" timeOffset="-210561.35">5770 8324 0,'0'0'0,"0"0"0,0 0 16,0 0-16,0 0 15,0 0-15,7-1 16,10-1-16,16-5 16,12-2-16,2-5 15,1-3 1,0-3-16,2-1 16,-10 2-16,-5 3 15,-5 4-15,-8 1 16,2 3-16</inkml:trace>
  <inkml:trace contextRef="#ctx0" brushRef="#br3" timeOffset="-210232.94">6581 7880 0,'0'0'0,"0"0"16,0 0-16,-4 0 16,4 0-16,0 0 15,0 0-15,-1 15 16,4 13 0,0 10-16,-1 8 15,-2 12-15,-3 4 16,-1 5-16,1-1 15,2-7-15,-2-3 16,1-6-16,0-5 16,2-2-16,-2-6 15,1-9-15,1-12 16</inkml:trace>
  <inkml:trace contextRef="#ctx0" brushRef="#br3" timeOffset="-209264.74">3724 8437 0,'0'0'0,"0"0"16,0 0-16,0 0 16,0 0-1,0 0-15,-3 10 16,-5 19-16,-1 30 15,-2 22-15,6-4 16,6-16-16,7-5 16,5-15-16,0-11 15,0-7 1,0-9-16,-13-14 16,18 9-16,-18-9 15,33-24-15,-15-9 16,-2-5-16,-4 1 15,-5 7-15,-4 11 16,0 4-16,-3 15 16,1-12-16,-1 12 15,0 0-15,7 16 16,3 8-16,2 1 16,3 5-16,3 1 15,7-2 1,3-5-16,-2-10 15,-3-4-15,2-9 16,0-6-16,3-8 16,-1-8-16,-4-7 15,-5-11-15,-7-8 16,-3-9-16,-5 6 16,-2 9-1,-3 11-15,-2 10 16,1 5-16,3 15 15,-4-13-15,4 13 16,0 0-16</inkml:trace>
  <inkml:trace contextRef="#ctx0" brushRef="#br3" timeOffset="-207631.57">4070 8004 0,'-3'0'0,"3"0"16,-23-9-16,-4 1 16,-4 0-16,-3 0 15,-2 3-15,-3-3 16,-1 5-16,3 3 16,-3 6-1,-2 3-15,0 2 16,-1-1-16,1 3 15,-2 1-15,-5 5 16,0 7-16,-2 2 16,5 2-16,0 8 15,-1 3-15,7 4 16,-1 1-16,7 0 16,3-3-1,3-5-15,2-1 16,3-3-16,2 1 15,4 2-15,8-1 16,4-2-16,3-3 16,4-2-16,3 0 15,4-1-15,5 4 16,6-2-16,4 3 16,4-3-16,3-2 15,4 2 1,5-1-16,2 0 15,1-2-15,2-1 16,1-2-16,0-3 16,0-2-16,-1-2 15,5 1-15,-3 0 16,5-3-16,6-4 16,-1-3-16,3-2 15,-1-1 1,4 2-16,6-6 15,0-3-15,1-3 16,2 3-16,3-1 16,5 1-16,-1-1 15,-3 0-15,8-3 16,10-1-16,-6-8 16,1 2-16,-4-2 15,-3 2 1,6-1-16,-2 0 15,5 2-15,-4 0 16,-2-1-16,-5 2 16,-5 6-16,1 1 15,-1 4-15,0 4 16,-2-3-16,0 1 16,-4 0-1,3-1-15,-2 0 16,1-5-16,-1-6 15,5-17-15,-5 1 16,-2-2-16,2 1 16,-2-1-16,4 0 15,-6 0-15,2-2 16,-3 0-16,3-9 16,-5-2-16,-6-2 15,-9 4 1,-6 1-16,-6 3 15,-3 0-15,-8-4 16,-7-3-16,-7-4 16,-9 3-16,-3 1 15,-6 4-15,-7 2 16,-4 0-16,-9-3 16,-7-1-16,-6 2 15,-10-3 1,-6 7-16,-9-3 15,-2 9-15,-7 5 16,-6 1-16,-3 4 16,0-1-16,-1 4 15,2 0-15,-9 1 16,1 5-16,-10-3 16,0 7-16,6 2 15,-5 3 1,2 3-16,2-2 15,-3 0-15,9 0 16,-1 1-16,-1 2 16,3 6-16,1 0 15,5-1-15,4 1 16,-3-2-16,5 1 16,3-1-1,-1-3-15,6-3 0,2-1 16,-3 0-1,3 0-15,1 0 16,-3 8-16,2 5 16,1 1-16,0 4 15,4-4-15,7 0 16,0-2-16,8-3 16,3 1-16,-1 0 15,5-3-15,3 1 16,3-5-1,2 0-15,5 1 16,1-3-16,8 0 16,2-1-16,15-1 15,-20 2-15,20-2 16</inkml:trace>
  <inkml:trace contextRef="#ctx0" brushRef="#br4" timeOffset="-191598.6">3598 10736 0,'0'0'0,"0"0"15,-9-6-15,9 6 16,-21-12-16,21 12 15,0 0-15,0 0 16,0 0-16,-11-11 16,34 8-16,31 5 15,27 6-15,14 2 16,6 0-16,19 2 16,4 0-1,11-1-15,5 0 16,-3-6-16,14-2 15,1-5-15,10-2 16,3 2-16,-2 0 16,3 0-16,10 2 15,-7 0-15,13 0 16,-11 0-16,17 0 16,-5 0-16,2 0 15,-10 2 1,-5 0-16,4 3 15,-12-2-15,7 0 16,-17 1-16,14-4 16,-12 0-16,6 0 15,-3-2-15,-8-1 16,0-2 0,-14 1-16,3 3 15,-10 2-15,8-1 16,-6 0-16,6 0 15,-6 4-15,10 6 16,2-1-16,0 1 16,2-1-16,-15-2 15,-4-1-15,1 1 16,-6-3-16,0 1 16,-3 1-16,-1-2 15,3 2-15,-7-4 16,5 0-1,-3-4-15,-2 0 16,7-4-16,-10-4 16,8-1-16,0-6 15,-4-1-15,6-10 16,-6-4-16,2-1 16,-3-2-16,-5 0 15,0-2 1,-11 2-16,-4-4 15,-15 3-15,-5-9 16,-9-9-16,-11-4 16,-7-5-16,-7-2 15,-10-8-15,-8-5 16,-6-6-16,-8-2 16,-2-8-16,-6 3 15,-4-8-15,-6-7 16,-3 0-1,-5-4-15,-7 0 16,-7 5-16,-13 2 16,-5 11-16,-13 2 15,-15 1-15,-11 6 16,-20 6-16,-13 8 16,-10 12-16,-20 1 15,0 16-15,-18-1 16,-2 10-1,-2 7-15,-12 5 16,-8 4-16,0 5 16,-6 4-16,-4 3 15,1 6-15,-18 1 16,-1 8-16,-6 3 16,5 7-16,13 2 15,5 6-15,-7-3 16,1 2-1,-2-3-15,2 2 16,14-3-16,-13 3 16,14-3-16,-4 2 15,0 1-15,17-1 16,-1-2-16,17-1 16,4-1-16,6-3 15,1-1-15,-2-3 16,11-4-16,-2 3 15,11-2 1,-7 2-16,10-4 16,10-1-16,-4 2 15,15 1-15,-2 2 16,1-1-16,8-1 16,-2 1-16,7-4 15,6 3-15,4 2 16,3-2-16,9-1 15,-1 0 1,10-3-16,3 3 16,3 4-16,5 0 15,2 2-15,2-1 16,4-2-16,7-2 16,4-1-16,5-1 15,4-3-15,3 3 16,4-1-1,4 1-15,-1 0 16,0 4-16,3 0 16,4 2-16,1-1 15,3 1-15,0 2 16,3 1-16,1 3 16,3 1-16,1 9 15,0 6-15,5 9 16,2 8-1,1-1-15,2 7 16,0 4-16,-1-5 16,0 2-16,-2-6 15,1-1-15,1 3 16,-2-1-16,0-5 16,1 0-16,-1-5 15,2 0-15,4 2 16,3 0-16,4 0 15,0-6 1,0-5-16,0-5 16,1 7-16,2 3 15,-2-5-15,-2 2 16,-4-9-16,-2-2 16,-4 0-16,-2-2 15,-1-1-15,1 2 16,-1-1-16,0 5 15,1-1-15,-1-2 16,1-2 0,-2-6-16,3 1 15,3-3-15,1-7 16,4-3-16,11-3 16</inkml:trace>
  <inkml:trace contextRef="#ctx0" brushRef="#br4" timeOffset="-187348.02">5866 10398 0,'0'0'0,"-6"-5"0,6 5 0,-21-16 16,21 16 0,-21-15-16,21 15 15,0 0-15,0 0 16,0 0-16,48-11 15,5 3-15,19-1 16,7-1 0,7 0-16,-3-1 0,-1-2 15,-9-5 1,-4-2-16,-11 0 16,-10 3-16,-11 3 15,-8 4-15,-10 3 16,-19 7-16,22-6 15,-22 6-15,0 0 16,0 0-16,-6-10 16,-21 1-16,-22 7 15,-14 9-15,-8 8 16,-1 2 0,-1 2-16,4 0 15,3 0-15,9-3 16,14-3-16,4 0 15,11-4-15,10-2 16,18-7-16,-22 8 16,22-8-16,0 0 15,0 0-15,0 0 16,0 0 0,8 15-16,31-2 15,28-2-15,18-11 16,1-3-16,2-6 15,-9-1-15,-14 2 16,-10-1-16,-12 1 16,-13 1-1,-10 3-15,-20 4 16,21-3-16,-21 3 16,0 0-16,0 0 15,-28-13-15,-30 6 16,-28 19-16,-11 9 15,1 3-15,-2 2 16,12-3-16,10-3 16,10-3-16,17-4 15,9-4-15,10 0 16,10-5 0,20-4-16,-21 6 15,21-6-15,0 0 16,0 0-16,0 0 15,65 19-15,26-17 16,21-17-16,10-2 16,-5-8-16,1-3 15,-15 3-15,-19 1 16,-9 3 0,-19 2-16,-15 5 15,-15 4-15,-10 3 16,-16 7-16,9-14 15,-18 0-15,-15-5 16,-30 0-16,-26 2 16,-20 12-16,-1 7 15,-9 8-15,4 8 16,13 0 0,6 4-16,15-1 15,11-2-15,18-3 16,15-6-16,11-3 15,17-7-15,-16 9 16,16-9-16,0 10 16,18 7-16,36 7 15,33-8-15,27-19 16,3-9 0,-13-9-16,-9-3 15,-27 5-15,-17 2 16,-17 5-16,-14 5 15,-20 7-15,21-9 16,-21 9-16,0 0 16,-7-11-16,-11 5 15,-14 2-15,-7 6 16,-1 4 0</inkml:trace>
  <inkml:trace contextRef="#ctx0" brushRef="#br4" timeOffset="-185682.31">11947 8287 0,'0'0'0,"0"0"15,-2-7-15,0-11 16,2-22-16,6-23 16,8-12-16,2-5 15,4-6-15,2-12 16,2-8-16,0-4 16,-1-7-16,-8 5 15,-4 2 1,1 4-16,-4 8 15,1-4-15,0-4 16,-2 7-16,0 2 16,-4 5-16,-1 7 15,-6 4-15,-4 6 16,0 7-16,-6 4 16,1 8-1,-1-4-15,0 0 16,0 3-16,2 4 15,2 6-15,0 6 16,1 1-16,-1 1 16,0 1-16,2 4 15,0 2-15,0 1 16,0 5-16,2 2 16,-1 5-16,2 0 15,-1 1 1,0-1-16,1 1 15,-2 0-15,1 0 16,1-4-16,-2 1 16,2 3-16,-2-2 15,2 0-15,-1 2 16,0-2 0,2-1-16,0 0 0,-2 2 15,3 1 1,0 2-16,1 5 15,2 11-15,-4-16 16,4 16-16,0 0 16,-4-13-16,4 13 15,0 0-15,0 0 16,0 0-16,-15 4 16,15-4-16,-24 21 15,14-11 1,10-10-16,-10 13 15,10-13-15,0 0 16,0 0-16,-4 10 16,4-10-16,0 0 15,0 0-15,0 0 16,16-25-16,5-7 16,2-5-16,3-2 15,-3 0 1,-1 9-16,0 7 15,0 7-15,2 6 16,4 5-16,3 8 16,5 9-16,0 4 15,-1 3-15,-1 0 16,-7-4-16,-5-2 16,-6-4-16,-16-9 15,23 12 1,-23-12-16</inkml:trace>
  <inkml:trace contextRef="#ctx0" brushRef="#br4" timeOffset="-184531.84">12344 3999 0,'0'0'0,"0"0"15,0 0-15,-4 0 16,4 0-16,0 0 16,0 0-16,0 0 15,-21 0 1,21 0 0,-22-9-16,22 9 15,-21-9-15,21 9 16,-16-6-1,16 6-15,-21 0 16,21 0-16,-31 15 16,15-2-16,-1 6 15,-2 7-15,1 2 16,1 3-16,5-2 16,-1 5-16,2 4 15,2 0-15,3-3 16,3-9-1,2-5-15,1-3 16,3-1-16,4-2 16,3-5-16,7-3 15,11-4-15,9-6 16,2-6-16,6-10 16,0-7-16,2-6 15,-1-5 1,-2 1-16,-2-3 15,-5-2-15,-9 2 16,-6 3-16,-7 1 16,-8 5-16,-2 2 15,-8 4-15,-1 3 16,-5 3-16,-5 1 16,-6 4-16,-4 0 15,-6 5-15,-1 1 16,2 4-16,4 2 15,9 1 1,16 0-16,-20 1 16,20-1-16</inkml:trace>
  <inkml:trace contextRef="#ctx0" brushRef="#br4" timeOffset="-182582.57">12920 4174 0,'0'0'0,"0"0"0,0 0 0,0 0 15,0 0-15,0 0 16,11 4-16,4 2 15,10-4-15,9-6 16,7-7 0,4-2-16,-4-6 15,-3 3-15,-7 0 16,-4 3-16,-3 2 16,-4 2-16,-1 0 15,-19 9-15</inkml:trace>
  <inkml:trace contextRef="#ctx0" brushRef="#br4" timeOffset="-182215.41">13152 3857 0,'0'0'0,"0"0"0,0 0 15,0 0-15,0 0 16,0 0-16,0 0 15,0 0-15,0 0 16,-1 6-16,-2 7 16,-3 17-16,-5 22 15,-3 14 1,3 2-16,-2-2 16,1 2-16,-1 0 15,1-4-15,0-3 31,2-7-31,-1-5 16,-1-6-16,5-14 16,-1-5-1,3-9-15,1-5 16,4-10-16,0 0 16,0 0-16,9-17 15</inkml:trace>
  <inkml:trace contextRef="#ctx0" brushRef="#br4" timeOffset="-181664.93">13614 3538 0,'0'0'0,"0"0"0,0 0 16,0 0-16,0 0 15,2 1-15,-2-1 16,6 15-16,-1 1 15,2 4-15,0 2 16,1 7 0,-2 5-16,0 7 15,-3-1-15,-1-3 16,0-1-16,-4 2 16,-1 5-16,-2 2 15,-1-3-15,-1-3 16,0-12-16,3-4 31,0-7-31</inkml:trace>
  <inkml:trace contextRef="#ctx0" brushRef="#br4" timeOffset="-180348.94">14371 3331 0,'0'0'0,"0"0"0,0 0 16,0 0-16,-4 2 15,4-2-15,-16 22 16,-7 7-16,-8 12 16,-1 2-16,-6 8 15,9 6-15,6 5 16,3 1 0,6 12-1,-1 14 1,8-13-16,1-7 15,7-25-15,6-14 16,2-3-16,2-2 16,3-3-16,7-1 15,5 3-15,3-11 16,5-2 0,2-2-16,-4-13 15</inkml:trace>
  <inkml:trace contextRef="#ctx0" brushRef="#br4" timeOffset="-178831.74">14832 3625 0,'0'0'0,"0"0"0,0 0 15,0 0-15,-5-3 16,5 3-16,0 0 16,-17 0-16,17 0 15,-31 0-15,9 1 16,-3 4-16,3-1 16,-2 6-1,1 6-15,-1 4 16,0 3-16,4 3 15,4-2-15,4-1 16,1-1-16,3-3 16,1-1-16,0-3 15,3-1-15,1-3 16,0-1 0,3-10-16,0 21 15,3-6-15,0 1 16,1-3-16,0-2 15,3 4-15,-1-1 16,2-3-16,-8-11 16,13 12-16,-13-12 15,17 9-15,-17-9 16,31 10-16,-11-7 16,2-2-1,-5-1-15,-17 0 16,30-10-16,-12 0 15,0-3-15,1-2 16,-1 0-16,1 0 16,-3 0-16,0 0 15,-3-1-15,-1 1 16,2-1-16,-1-1 16,-1-3-16,1-2 15,-3 2 1,-3-1-16,-3 1 15,-4-2-15,-3-5 16,-5-2-16,-5 0 16,-3 6-16,-5 3 15,-4 3-15,-7 5 16,-5 4-16,2 8 16,8 8-1</inkml:trace>
  <inkml:trace contextRef="#ctx0" brushRef="#br4" timeOffset="-177533">15212 3822 0,'0'0'0,"0"0"0,0 0 0,0 0 15,0 0-15,0 0 16,0 0-16,1 3 16,-1-3-16,15 1 15,8 1-15,8-5 16,4-1-16,-4-3 16,0-2-1,-5 2-15,-4-2 16,-4 1-16,-18 8 15,25-10-15,-25 10 16,0 0-16,22-12 16</inkml:trace>
  <inkml:trace contextRef="#ctx0" brushRef="#br4" timeOffset="-176665.12">15894 3402 0,'0'0'0,"0"0"0,0 0 0,0 0 16,0 0-16,0 0 16,0 3-16,0-3 15,0 10-15,0 4 16,0 8-1,-1 15-15,-2 7 16,-1 4-16,0-2 16,-3 3-16,-5 2 15,-12 10 1,-5 0 0,5-14-16,3-13 15,10-12-15,0-5 16,2-3-16,1-3 15,8-11 1,-10 13-16</inkml:trace>
  <inkml:trace contextRef="#ctx0" brushRef="#br4" timeOffset="-175715.36">16167 3118 0,'0'0'0,"0"0"0,0 0 16,0 0-16,0 0 15,0 0-15,0 0 16,0 0-16,0 0 16,2 4-16,-2-4 15,15 14-15,-3-2 16,2 3-16,2 0 15,2 6-15,1 5 16,-1 7 0,-6 1-16,-2 3 15,-7 3-15,-1 1 16,-5 2-16,-6 3 16,-5 3-16,-5-1 15,-5 3-15,-3-3 16,-3-1-16,1-4 15,3-7-15,5-2 16,-3 0 0,1 1-16,1-3 15,3-5-15,4-7 16,1-6-16,14-14 16,-23 13-16,23-13 15,0 0-15</inkml:trace>
  <inkml:trace contextRef="#ctx0" brushRef="#br4" timeOffset="-175083.08">16777 3139 0,'0'0'0,"0"0"0,-1 3 15,1-3-15,-15 22 16,-3 3-16,-8 12 16,-1 5-16,0 6 15,2 1-15,0 3 16,1 1-16,0-3 15,3-2-15,4-5 16,7 0-16,10-3 16,1-1-1,4-6-15,4-6 32,3-1-32,4-6 15,6-4-15,7-8 16</inkml:trace>
  <inkml:trace contextRef="#ctx0" brushRef="#br4" timeOffset="-174815.22">16882 3408 0,'0'0'0,"0"0"15,0 0-15,0 0 16,0 6 0,2 6-16,3 3 15,-2 6-15,-2 5 16,-5 8-16,-3 5 16,-2 0-16,1-5 15,0-5-15,3-4 16,1-1-16,4-5 15</inkml:trace>
  <inkml:trace contextRef="#ctx0" brushRef="#br4" timeOffset="-174465.99">17129 3125 0,'0'0'0,"0"0"16,0 0-16,0 0 15,5 9 1,4 7-16,6 13 16,9 12-16,-4 7 15,-5 5-15,-5-2 16,-7 18-1,-16 15 1,-11 10-16,-8-9 16,-4-23-1,-5-4-15,3-9 16,-2-5-16,10-13 16,9-10-16,-4-4 15</inkml:trace>
  <inkml:trace contextRef="#ctx0" brushRef="#br4" timeOffset="-173765.27">12557 5172 0,'0'0'0,"0"0"0,0 0 16,0 0-16,0 0 15,14-6-15,16-4 16,15-5-16,9-3 15,2-1-15,-2 0 16,-5 3-16,-5-1 16,-12 0-1</inkml:trace>
  <inkml:trace contextRef="#ctx0" brushRef="#br4" timeOffset="-173549.65">12560 5364 0,'0'0'0,"0"0"16,0 0-16,0 5 15,0-5 1,9 13-16,5-2 16,13-5-16,18-8 15,8-6-15,9-8 16,1-10-16,-10 0 15,-5-1-15,-1 3 16</inkml:trace>
  <inkml:trace contextRef="#ctx0" brushRef="#br4" timeOffset="-171314.95">13341 5128 0,'0'0'0,"0"0"16,0 0-16,-4 0 15,4 0-15,0 0 16,0 0-16,0 0 15,0 0-15,0 0 16,6-11-16,16-13 16,12-6-16,2 0 15,1 1-15,-2 3 16,-4 4 0,-4 6-16,-3 1 15,-6 6-15,-2 3 16,-16 6-16,24-8 15,-24 8-15</inkml:trace>
  <inkml:trace contextRef="#ctx0" brushRef="#br4" timeOffset="-170930.48">13872 4665 0,'0'0'0,"0"0"0,0 0 0,0 0 0,0 0 16,0 0-16,0 0 15,0 3-15,0-3 16,3 17-16,-1 3 16,1 9-16,2 8 15,1 10 1,3 6-16,0 12 15,0-2-15,2 12 32,-3-6-32,-3-9 15,-2-14-15,-3-20 16,2-7-16,-1-4 16,-1-3-1,0-12-15,0 15 16,0-15-16,-1 11 15,1-11-15,0 0 16</inkml:trace>
  <inkml:trace contextRef="#ctx0" brushRef="#br4" timeOffset="-169598.79">12139 5151 0,'0'0'0,"0"0"0,0 0 0,-6 0 16,6 0-16,0 0 15,0 0-15,0 0 16,0 0-1,0 0-15,0 0 16,-12 24-16,9 7 16,6 18-16,-3 9 15,2 0-15,-1-3 16,1 7-16,2 0 16,1-7-16,-2-9 15,0-16 1,-3-5-16,2-7 15,-2-8-15,0-10 16,0 0-16,0 0 16,0 0-16,-2-13 15,-2-22-15,2-8 16,5-4-16,11-2 16,9-2-16,5 0 15,4 9-15,0 4 16,6 6-1,-2 6-15,3 10 16,0 11-16,-1 9 16,0 6-16,1 11 15,-5 6-15,-8 3 16,-10 1-16,-9 0 16,-10 6-16,-19 10 15,-11 7-15,-13 2 16,-5-8-1,-2-10-15,-13-14 16,5-7-16,4-8 16,14-5-16,8-4 15,4-2-15,7-2 16,2-1-16,22 5 16,-18-10-16</inkml:trace>
  <inkml:trace contextRef="#ctx0" brushRef="#br4" timeOffset="-168365.32">12614 4434 0,'0'0'0,"-6"-2"15,6 2-15,-37-6 16,1 4-16,-4 4 16,-10 8-16,-5 3 15,-3 4-15,0 0 16,4 0-16,3 1 16,3 3-16,-2 10 15,-2 12-15,-4 6 16,4 3-16,7 0 15,0 2 1,2 6-16,0 5 16,0 5-16,7-9 15,2-5-15,2-3 16,4 1-16,4 1 16,9 1-16,3-8 15,4 3-15,5 4 16,7 5-16,5 3 15,3-4 1,6-6-16,11 0 16,8-3-16,6 1 15,-2-3-15,4-1 16,0-4-16,11 0 16,0-5-16,1-7 15,38 3 16,-1-5-31,17-10 16,10-5-16,-33-17 16,6-11-16,-3-2 15,-3-2-15,14-4 16,4-6-16,-2-6 16,-9 2-16,1 1 15,1-1-15,-11 4 16,13-4-16,-20-3 15,9-16 1,2-4-16,-7 0 16,8-8-16,-10 9 15,5-5-15,-10-2 16,-12 2-16,-4 3 16,-4 2-16,1-1 15,2-2-15,-3 1 16,-12 1-16,-7 1 15,-10-5-15,-8 1 16,-6-10 0,-9-8-16,-4 10 15,-8 5-15,-11 14 16,-9 4-16,-9-3 16,-8-6-16,-11 7 15,-17 3-15,-8 2 16,-9 9-16,-4 4 15,-6 12-15,-13 8 16,-7 12 0,-8 14-16,-7 9 15,-3 4-15,1-2 16,-3 5-16,12-6 16,6 2-16,2-3 15,10-1-15,4 0 16,11-5-16,14-1 15,6-3 1,12-2-16,7-2 16,8-1-16,10-1 15,6-1-15,7 0 16,2 3-16</inkml:trace>
  <inkml:trace contextRef="#ctx0" brushRef="#br4" timeOffset="-167581.42">11836 6274 0,'0'0'0,"0"0"0,0-2 16,0 2-16,19-15 15,26-9-15,25-10 16,17-5-16,8-1 15,13-6-15,10-6 16,8-2 0,10-4-16,3 0 15,2 0-15,1 1 16,-3 0-16,1 0 16,-16 7-16,-2 1 15,-18 8-15,-1 0 16,-14 7-16,-16 4 15,-7 1-15,-14 6 16,-14 3 0,-12 6-16,-11 5 15,-15 9-15,0 0 16,16-10-16,-16 10 16,-20-2-16,-40 4 15,-46 23-15</inkml:trace>
  <inkml:trace contextRef="#ctx0" brushRef="#br4" timeOffset="-167166.2">11796 6356 0,'0'0'0,"0"0"0,0 0 16,4-2-16,25-4 16,48-15-1,38-14-15,19-11 16,9-8-16,18-9 16,6-3-16,5-8 15,-1-1-15,5-5 16,-3-1-16,-12 4 15,-3 2-15,-17 9 16,-8 4 0,-11 6-16,-11 8 15,-12 9-15,-15 5 16,-17 8-16,-16 4 16,-17 8-16,-13 5 15,-21 9-15,20-8 16,-20 8-16,0 0 15,-43 1-15,-76 15 16</inkml:trace>
  <inkml:trace contextRef="#ctx0" brushRef="#br4" timeOffset="-166482.74">11890 6349 0,'0'0'0,"7"-1"0,13-8 15,51-15-15,35-18 16,11-5-16,11-2 15,12-5-15,16-8 16,2-5-16,-1-6 16,-3 0-1,-5 1-15,-3 2 16,-11 3-16,-11 9 16,-9 1-16,-12 10 15,-11 8-15,-9 9 16,-15 4-16,-14 8 15,-13 6-15,-13 5 16,-11 3 0,-17 4-16,18-4 15,-18 4-15,0 0 16,0 0-16,0 0 16,16 0-16,-16 0 15,0 0-15,0 0 16,0 0-16,0 0 15,0 0-15,0 0 16,0 0-16,0 0 16,0 0-16,0 0 15,0 0 1,0 0-16,0 0 16,0 0-16,0 0 15,0 0-15,0 0 16,0 0-16,0 0 15,0 0-15,0 0 16,0 0-16,0 0 16,0 0-16,0 0 15,0 0 1,0 0-16,0 0 16</inkml:trace>
  <inkml:trace contextRef="#ctx0" brushRef="#br4" timeOffset="-164799.34">12389 6353 0,'0'0'0,"0"0"0,0 0 15,8-1 1,14-3-16,31-10 16,23-7-16,16-8 15,6-7-15,15-9 16,5-4-16,4-4 15,2-2-15,-14-1 16,-2 4-16,-4-1 16,-5 5-16,-1 7 15,-6 8 1,-7 4-16,-8 4 16,-9 5-16,-10 2 15,-10 3-15,-7 4 16,-8 2-16,-4 1 15,-8 2-15,-21 6 16,22-8-16,-22 8 16,0 0-16,0 0 15,16-6-15,-16 6 16,0 0 0,0 0-16,0 0 15,0 0-15,0 0 16,0 0-16,0 0 15,0 0-15,0 0 16,0 0-16,0 0 16,0 0-16,0 0 15,0 0-15,0 0 16,0 0 0,0 0-16,0 0 15,0 0-15,0 0 16,0 0-16,0 0 15,0 0-15,0 0 16,0 0-16,0 0 16,0 0-16,0 0 15,0 0 1,0 0-16,0 0 16,0 0-16,0 0 15,0 0-15,0 0 16,0 0-16,0 0 15,0 0-15,0 0 16,0 0-16,0 0 16,0 0-1,0 0-15,0 0 16,0 0-16,0 0 16,0 0-16,0 0 15,0 0-15,0 0 16,0 0-16,0 0 15,0 0-15,0 0 16,0 0-16,0 0 16,0 0-16,0 0 15,16-9 1,-16 9-16,0 0 16,0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 1,0 0-16,0 0 16,0 0-16,0 0 15,0 0-15,0 0 16,0 0-16,0 0 15,0 0-15</inkml:trace>
  <inkml:trace contextRef="#ctx0" brushRef="#br4" timeOffset="-164048.97">13530 5914 0,'0'0'0,"0"0"15,0 0-15,0 0 16,0 0-16,0 0 15,0 0-15</inkml:trace>
  <inkml:trace contextRef="#ctx0" brushRef="#br4" timeOffset="-162565.39">13831 5798 0,'0'0'0,"0"0"0,0 0 0,0 0 16,0 0-16,0 0 16,-5 0-16,5 0 15,0 0 1,0 0-16,0 0 15,0 0-15,0 0 16,0 0-16,0 0 16,0 0-16,0 0 15,0 0-15,0 0 16,0 0 0,-16 0-16,16 0 0,0 0 15,0 0 1,0 0-16</inkml:trace>
  <inkml:trace contextRef="#ctx0" brushRef="#br4" timeOffset="-160431.99">18668 6218 0,'0'0'0,"0"0"15,0 0-15,0 0 16,0 0-16,0 0 15,0 0 1,3 2-16,-3-2 16,0 0-16,0 0 15,20 9-15,6 2 16,27 2-16,30-3 16,11-1-16,-4-2 15,-5 1-15,-13-1 16,-9-1-1,-4 0-15,3 3 16,7 1-16,13 1 16,4 2-16,-1 1 15,-4-7-15,-8-3 16,-4-4-16,-4 0 16,1-1-16,-4-1 15,4 0-15,0-1 16,1 0-16,3 0 15,-4-1 1,-1 1-16,-6 0 16,-1 2-16,-5-2 15,-7 0-15,-8 2 16,-9 0-16,-8-1 16,-21 2-16,22 0 15,-22 0-15,0 0 16,0 0-16,0 0 15,0 0-15</inkml:trace>
  <inkml:trace contextRef="#ctx0" brushRef="#br4" timeOffset="-158665.45">16465 6151 0,'0'0'0,"0"0"0,0 0 16,0 0 0,0 0-16,10 0 15,18 0-15,26 3 16,16 1-16,6 2 16,8 0-16,2 1 15,2-3-15,4 1 16,1 1-16,4 1 15,1 3 1,2-1-16,-5 2 16,-3 0-16,-3 2 15,-3 0-15,-3-1 16,-1 0-16,-5 0 16,-5-3-16,-4 2 15,0 0-15,-1-1 16,2 0-16,0 1 15,-1-2-15,0-2 16,2 0 0,-5-2-16,-2-2 15,2 1-15,1-4 16,3 2-16,2 0 16,0-1-16,1 1 15,1-1-15,6 0 16,7 0-16,4-1 15,6-1 1,-6-3-16,2-1 16,-7 1-16,1-3 15,-2 1-15,0 0 16,-2-1-16,0 1 16,1-1-16,-3 4 15,-1 4-15,-5 4 16,-3-1-16,1-3 15,-4 4-15,-1 0 16,4 0-16,-4 0 16,1 1-1,-7-1-15,-5 3 16,-6-3-16,-5-2 16,-4 1-16,-3-1 15,-7-2-15,-4-2 16,-6-2-16,-4-2 15,-1-1-15,-16 6 16,28-24 0,-13 4-16,-1-7 15,-1-4-15,-6-1 16,0-2-16,-4-5 16,-3-2-16,-4-11 15,-5-6-15,-1-5 16,-8-11-16,-2 2 15,-6-2-15,-7-3 16,-3 1-16,-8-3 16,0-1-1,-4 5-15,-8-7 16,-1 6-16,-2 5 16,-5 2-16,-8 0 15,-12 0-15,-4 2 16,-6 1-16,-4 6 15,-8 1-15,-10 6 16,-7 2 0,-19 3-16,-6 4 15,-14 10-15,-14 5 16,-3 11-16,-17 4 16,13 3-16,7 4 15,9-1-15,11 2 16,6-1-16,10 1 15,-2 2-15,4-1 16,-14 0-16,4 4 16,6 5-1,4 3-15,21 0 16,4 1-16,12-2 16,15-1-16,12 0 15,14-2-15,14 1 16,10-2-16,11 0 15,8-1-15,17-1 16,-22 4-16,22-4 16,0 0-1,-18 3-15,18-3 16,0 0-16,-11 10 16,4 6-16,-8 18 15,-5 15-15,-1 16 16,0 12-16,1 10 15,2 5-15,1 5 16,4 0-16,3 1 16,1 3-16,0-1 15,4 4 1,3 2-16,0 6 16,4 0-16,-2-1 15,1-4-15,0-6 16,0-1-16,0-6 15,2-3-15,0-9 16,1-7-16,0-9 16,2-12-1,-3-13-15,0-11 16,-2-8-16,-1-10 16,0-12-16,0 14 15,0-14-15,0 0 16,0 0-16,0 0 15,0 0-15,-21-19 16</inkml:trace>
  <inkml:trace contextRef="#ctx0" brushRef="#br4" timeOffset="-157265.4">17281 6407 0,'0'0'0,"0"0"0,0 0 16,0 4-16,0-4 15,3 25-15,-1-4 16,-5 7-16,-11 5 15,-11 8-15,-13 3 16,-11-4-16,-7-1 16,-8-2-16,-4-2 15,-12 0-15,0-5 16,-7 0 0,-4 1-16,-4 0 15,-6 0-15,0-3 16,-3-8-16,-6-3 15,-7-5-15,-2-2 16,2-4-16,4-6 16,6-2-16,-3-5 15,7-5 1,2-5-16,5-4 16,3-4-16,0-5 15,5-3-15,5-3 16,3-5-16,2-6 15,1-7-15,4-5 16,7-3-16,1-3 16,9 2-16,0-1 15,6 0 1,3 2-16,7 5 16,3 1-16,4 4 15,4 4-15,3 2 16,2 4-16,3 2 15,2 7-15,5 5 16,3 9-16,4 5 16,1 4-16,6 10 15,-7-15 1,7 15-16,0 0 16,-5-9-16,5 9 15,0 0-15,0 0 16,0 0-16,0 0 15,0 0-15,-22 19 16,7 4-16,-2 4 16,1 3-16,4-2 15,1 0 1,3-4-16,3-6 16,2-4-16,3-14 15,-4 16-15,4-16 16,0 0-16,0 0 15,-2 10-15,2-10 16,0 0-16,6-23 16,-1-9-16,2-7 15,-1 2-15,-1 2 16,-2 10 0,-2 5-16,-1 7 15,0 2-15,0 11 16,0-12-16,0 12 15,0 0-15,0 0 16,0 0-16,0 0 16,0 0-16,0 0 15,-1 24 1,1 31-16,-5 29 16,-6 7-16,-12 2 15,-2-7-15,-2-5 16,3-17-16,1-3 31,5-11-31,4-9 16,6-4-16,6-14 15</inkml:trace>
  <inkml:trace contextRef="#ctx0" brushRef="#br4" timeOffset="-153948.95">16995 6302 0,'0'0'0,"0"0"15,0-1-15,0 1 16,0 0-16,0 0 15,0 0-15,0 0 16,0 0-16,0 0 16,0 0-16,0 0 15,-39 1-15,-4 15 16,-1 9 0,-1 6-16,1 2 15,4-2-15,-4 5 16,3 3-16,-5 2 15,2 0-15,4-2 16,-2 0-16,1-3 16,0-4-16,-1-1 15,-1-3-15,-4-2 16,-1 0 0,6-2-16,-4-1 15,4-1-15,2-3 16,-3 0-16,2-1 15,1-1-15,-3-1 16,0 1-16,2-1 16,-1-1-16,4-1 15,2-2-15,3 1 16,5-3 0,1-2-16,0 3 15,0-1-15,2 0 16,5-3-16,2 2 15,2-3-15,16-6 16,-27 15-16,27-15 16,-26 17-16,26-17 15,-17 11-15,17-11 16,0 0-16,0 0 16,0 0-1,-14 11-15,14-11 16,0 0-16,0 0 15,0 0-15,0 0 16,0 0-16,0 0 16,0 0-16,-8 11 15,8-11-15,0 0 16,0 0-16,0 0 16,0 0-1,0 0-15,0 0 16,0 0-16,0 0 15,0 0-15,0 0 16,0 0-16,0 0 16,-6 9-16,6-9 15,0 0-15,0 0 16,0 0-16,0 0 16,0 0-16,0 0 15,0 0 1,0 0-16,0 0 15,0 0-15,0 0 16,0 0-16,0 0 16,0 0-16,0 0 15,0 0-15,0 0 16,0 0-16,0 0 16,0 0-1,0 0-15,-1 11 16,1-11-16,0 0 15,0 0-15,0 0 16,0 0-16,0 0 16,0 0-16,0 0 15,0 0-15,0 0 16,0 0-16,0 0 16,0 0-1,0 0-15,0 0 16,0 0-16,0 0 15,0 0-15,0 0 16,0 0-16,0 0 16,0 0-16,0 0 15,0 0-15,0 0 16,0 0-16,0 0 16,0 0-16,0 0 15,0 0-15,0 0 16,0 0-1,0 0-15,0 0 16,0 0-16,0 0 16,0 0-16,0 0 15,0 0-15,0 0 16,0 0-16,0 0 16,0 0-16,0 0 15,0 0 1,0 0-16,0 0 15,0 0-15,0 0 16,0 0-16,0 0 16,0 0-16,0 0 15,0 0-15,0 0 16,0 0-16,0 0 16,-31 8-16,-1-6 15,-7-1 1,-2 0-16,-8 1 15,-12-1-15,-11 5 16,-11 3-16,-8 4 16,-8 6-16,-11 3 15,-8 5-15,-10 1 16,-5-2 0,-9-4-16,-1-11 0,-14-7 15,1-2 1,-13 0-16,-7 1 15,-3 5-15,-12 1 16,8 1-16,-8-1 16,5 0-16,-5-1 15,-1 0-15,1 4 16,2 9-16,6 3 16,-5 4-1,15 4-15,4-3 0,5-1 16,3 0-1,0-1-15,7-3 16,-5 3-16,18-3 16,-2 1-16,12 3 15,17-4-15,7-1 16,11-2 0,0-1-16,6-3 0,1 4 15,6 1 1,1 0-16,-2 0 15,12-1-15,4-3 16,9-2-16,0 1 16,1 1-16,2-3 15,7-1-15,9-2 16,3-2-16,3 1 16,0-2-16,5-1 15,2-3-15,2 2 16,2 0-1,0-2-15,3-1 16,2-2-16,18-2 16,-27 3-16,27-3 15,-25 2-15,9 0 16,-1-1-16,0 0 16,-1 1-16,1-1 15,0 0-15,-1 0 16,-1 1-1,-1-1-15,-1 0 16,0 1-16,1-2 16,-2 2-16,1-1 15,-1 1-15,1 0 16,0-1-16,1-1 16,1 2-16,0-1 15,2 1 1,17-2-16,-23 2 15,23-2-15,-15 1 16,15-1-16,0 0 16,-17 0-16,17 0 15,0 0-15,0 0 16,0 0-16,-13-14 16,20-10-16,13-18 15,16-8 1,7-1-16,6 3 15,4 0-15,0 3 16,-2 4-16,-4 3 16,-5 4-16,-12 9 15,-7 9-15,-9 5 16,-14 11-16,15-10 16,-15 10-16,0 0 15,0 0-15,0 0 16,0 0-1,7 12-15,-10 3 16,-11 10-16,-12 6 16,-2 3-16,0-6 15,5-5-15,2-5 16,0-2-16,4-4 16,3-2-16,14-10 15,-24 17-15,24-17 16,-16 12-16,16-12 15,0 0 1,-18 13-16,18-13 16,-17 17-16,7-1 15,1 0-15,2 3 16,1-1-16,3-5 16,0 2-16,2-2 15,2 1-15,2 2 16,6 2-1,5 1-15,10 4 16,12 6-16,12 0 16,11-1-16,6-4 15,1-6-15,-4-2 16,-17-4-16,-9-5 16,-9-1-16,-7-2 15,-20-4-15,25 4 16,-25-4-1,0 0-15,0 0 16,17 3-16,-17-3 16,0 0-16,0 0 15,0 0-15,0 0 16,0 0-16,0 0 16,0 0-16,0 0 15,0 0-15</inkml:trace>
  <inkml:trace contextRef="#ctx0" brushRef="#br4" timeOffset="-86598.86">23436 5518 0,'0'0'0,"0"0"0,0 0 16,-5 0-16,5 0 15,0 0-15,0 0 16,0 0-16,0 0 16,52-11-16,16-2 15,13 0 1,2 3-16,7 1 15,1 2-15,1 2 16,1 0-16,-8 2 16,-11 2-16,-9 1 15,-10 0-15,-5 0 16,-10 0-16,-14 0 16,-8 0-16,-18 0 15,19 0 1,-19 0-16,0 0 15,0 0-15,0 0 16,-72 25-16,-60-5 16,1-3-16,-13 0 15,13-2-15,9-3 16,14-2-16,20-1 16,13-1-16,22-1 15,16-3-15,16 0 16,21-4-1,-19 4-15,19-4 16,0 0-16,16 0 16,54 0-16,40 0 15,6-6-15,3 0 16,0 1-16,-2-1 16,-11 0-16,-12-2 15,-7 0-15,-9 1 16,-15 2-1,-15 2-15,-14 1 16,-13 0-16,-21 2 16,21-2-16,-21 2 15,0 0-15,0 0 16</inkml:trace>
  <inkml:trace contextRef="#ctx0" brushRef="#br4" timeOffset="-86365.99">22467 5262 0,'0'0'0,"0"0"0,0 0 0,-5 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1:24:12.4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925 561,'402'247,"-136"-80,-218-138,2-2,0-2,2-2,0-3,2-1,0-4,1-1,0-3,77 5,458-15,-260-25,-135 7,-181 16,49-5,-60 5,1 1,0-1,-1 0,1 0,0 0,-1-1,1 1,-1-1,0 0,0 0,0 0,6-5,-9 7,0-1,1 1,-1 0,0-1,1 1,-1 0,0-1,0 1,1 0,-1-1,0 1,0-1,0 1,0 0,1-1,-1 1,0-1,0 1,0-1,0 1,0 0,0-1,0 1,0-1,0 1,0-1,-1 1,1 0,0-1,0 1,0-1,0 1,-1-1,-14-5,-25 4,40 2,-84 4,0-4,-110-14,35-12,2-7,1-7,2-7,2-6,-181-92,239 97,12 5,-2 4,-90-29,147 60,-1 0,1 2,-1 1,0 1,0 2,0 1,0 1,0 1,0 1,0 2,-29 7,-8 5,51-10,23-3,33-1,-36-2,188-5,251-38,-157 11,176-3,138-13,-476 31,109-9,-148 24,53-2,241-37,-313 27,1 4,1 3,-1 2,91 7,-159-2,-1-1,1 1,-1 0,1 0,0 0,-1 0,1 0,-1 0,1 0,-1 0,1 0,-1 0,1 0,0 1,-1-1,1 0,-1 0,1 0,-1 1,1-1,-1 0,1 1,-1-1,1 0,-1 1,0-1,1 1,-1-1,0 0,1 1,-1-1,0 1,1-1,-1 1,0-1,0 1,0 0,1-1,-1 1,0-1,0 1,-1 1,0 0,0 0,-1 0,1-1,0 1,-1-1,1 1,-1-1,1 1,-1-1,-2 2,-14 8,0 0,-1-1,0-2,0 1,-34 8,-112 20,157-35,-243 38,-2-11,0-11,-258-15,499-3,9-1,0 1,0-1,0 1,0 0,0 0,0 0,1 0,-1 1,0-1,0 1,0 0,0-1,0 1,0 1,1-1,-1 0,-4 4,7-5,0 0,-1 1,1-1,0 1,0-1,0 1,0-1,-1 1,1-1,0 1,0-1,0 1,0-1,0 1,0-1,1 1,-1-1,0 1,0-1,0 1,0-1,0 0,1 1,-1-1,0 1,0-1,1 1,-1-1,0 0,1 1,-1-1,1 0,-1 1,0-1,1 0,0 1,20 11,15 1,1 0,69 12,-39-10,243 66,61 14,5-25,-211-51,197-1,-327-18,-1247 71,862-50,-463 45,715-51,-183 52,279-67,1 1,-1-1,0 1,0-1,1 1,-1 0,0 0,1 0,-1 0,1 0,-1 0,1 0,-2 2,3-2,-1-1,1 0,0 1,0-1,0 1,0-1,0 1,0-1,0 0,0 1,0-1,0 1,0-1,1 1,-1-1,0 0,0 1,0-1,0 1,1-1,-1 0,0 1,0-1,1 0,-1 1,0-1,1 0,-1 0,0 1,1-1,-1 0,1 0,0 1,6 3,0-1,1 0,0 0,-1-1,10 2,97 16,209 10,-246-25,1194 70,-443-60,-800-12,-30-2,1 0,-1 0,1-1,-1 1,0 0,0 0,1-1,-1 1,0-1,0 1,0-1,1 0,-1 0,0 0,-2 0,-501 39,407-35,-1195 23,-9-39,619 4,587 8,134 0,181 11,75 22,-207-28,124-7,567-25,-768 27,-32 0,-878 16,-1 55,753-53,157-18,-1-2,1 1,-1-1,1 0,-1-1,0 0,0-1,0 1,0-1,-1-1,0 0,10-7,4-5,-2 0,34-38,-38 36,-1-1,0-1,-1 0,-1 0,-2-1,0-1,-1 0,6-24,-13 41,0 0,1 1,-1-1,1 1,0 0,1 0,-1 0,1 0,0 1,6-6,50-36,-37 30,38-28,2 3,90-46,-137 82,-13 4,-1 0,1 0,0 0,0-1,0 1,-1-1,1 1,-1-1,4-2,-6 3,0 1,0-1,0 1,0 0,0-1,-1 1,1-1,0 1,0-1,0 1,0-1,-1 1,1 0,0-1,0 1,-1-1,1 1,0 0,0-1,-1 1,1 0,0 0,-1-1,1 1,-1 0,1 0,0-1,-1 1,1 0,-1 0,1 0,-1 0,1 0,-1-1,1 1,-1 0,0 0,-19-6,7 3,0 0,0 1,0 1,-19-1,29 2,-1 1,1-1,-1 0,1 1,-1 0,1 0,0 0,-1 0,1 1,0-1,0 1,0 0,0 0,0 0,0 0,0 0,1 1,-1-1,1 1,0 0,-4 4,0 4,1 1,-1-1,2 1,-1 0,2 0,0 1,0-1,1 0,1 1,0 0,1 24,2-21,0 0,1 0,0 0,2 0,0-1,0 1,2-1,15 27,182 247,-198-280,2-1,-1 1,1-1,1-1,-1 1,1-2,1 1,-1-1,1 0,0-1,1 0,-1-1,16 4,7 2,1-2,0-1,55 3,106-6,-134-5,415-1,-458 3,-18-1,0 0,0 0,-1 0,1 0,0 0,0 0,0 0,0 0,0 0,0 0,0 0,0 0,0 0,0 0,0 0,0 0,0 0,0 0,-1 0,1 0,0 0,0 0,0 0,0 0,0 0,0 0,0 0,0 0,0 1,0-1,0 0,0 0,0 0,0 0,0 0,0 0,0 0,0 0,0 0,0 0,0 0,0 0,0 0,0 1,0-1,0 0,0 0,-42 5,-332 6,-458-45,815 32,9 1,0 1,1-1,-1 1,0 0,-10 2,18-2,0 0,-1 0,1 0,-1 0,1 1,0-1,-1 0,1 0,0 0,-1 0,1 0,-1 0,1 1,0-1,-1 0,1 0,0 1,0-1,-1 0,1 0,0 1,0-1,-1 0,1 1,0-1,0 0,0 1,-1-1,1 1,0-1,0 0,0 1,0-1,0 0,0 1,0 0,11 14,26 15,2-1,1-2,67 34,17 2,149 52,145 25,-278-102,2-7,229 22,293-32,-592-23,96 3,-167-1,0 0,0 0,0 0,0 0,0 0,1 0,-1 1,0-1,0 0,0 1,0-1,0 1,0-1,1 2,-2-1,1 0,-1-1,0 1,0 0,0-1,-1 1,1 0,0-1,0 1,0 0,0-1,-1 1,1 0,0-1,-1 1,1 0,0-1,-1 1,1-1,-1 1,1-1,-1 1,1-1,-1 1,1-1,-1 0,1 1,-1-1,0 1,-1-1,-17 13,-1-1,0-1,-1-2,-44 16,-50 13,-202 38,-130-7,383-60,19-1,-59 17,166-40,83-8,-35 6,-32 4,329-63,-6-31,-289 72,90-34,-201 69,-1 0,1 0,0 0,0-1,0 1,-1 0,1-1,0 1,0-1,-1 1,1-1,0 1,-1-1,1 1,-1-1,1 0,-1 1,1-1,-1 0,1 1,-1-1,1 0,-1 0,0 1,0-1,1 0,-1 0,0 0,0 0,0 1,0-1,0 0,0 0,0 0,0 0,0 1,0-1,0 0,-1 0,1 0,0 1,-1-1,1-1,-2 0,0-1,0 1,0-1,0 1,0 0,-1 0,1 0,-1 0,1 0,-1 1,-4-3,-10-2,0 1,-1 0,0 1,1 1,-2 0,1 2,-25 0,11 0,-690-4,432 8,281-3,0 1,0 0,0 0,0 1,0 0,0 0,1 1,-1 0,1 1,0-1,-11 8,13-8,-63 30,64-31,0 0,-1-1,1 1,0-1,-1 0,1-1,-1 1,0-1,1 0,-1 0,-6-2,11 2,0 0,0 0,0 0,0-1,-1 1,1 0,0-1,0 1,0-1,0 0,0 1,0-1,0 0,0 1,0-1,0 0,0 0,1 0,-1 0,0 0,0 0,1 0,-1 0,1 0,-1 0,1 0,-1 0,1-1,0 1,0 0,0 0,-1 0,1-1,0 1,0 0,0 0,1 0,-1-1,0 1,1-2,1-2,0 1,0-1,0 1,1 0,0-1,0 1,0 0,0 1,7-7,19-14,0 2,2 1,0 2,46-22,144-52,504-123,-598 192,-60 13,-39 1,-18 3,-10 7,0-1,0 1,0 0,0-1,0 1,0 0,0 0,0-1,0 1,-1 0,1 0,0-1,0 1,0 0,0 0,-1-1,1 1,0 0,0 0,0 0,-1-1,1 1,0 0,0 0,-1 0,1 0,0 0,0 0,-1-1,1 1,0 0,-1 0,1 0,0 0,0 0,-1 0,1 0,-1 0,-23-4,0 1,-1 1,1 0,-26 4,-3-2,20 0,-693 17,720-17,0 1,-1 0,1 0,0 1,0-1,-11 6,16-6,0-1,1 1,-1-1,0 0,1 1,-1 0,0-1,1 1,-1-1,1 1,-1 0,1-1,-1 1,1 0,-1 0,1-1,0 1,0 0,-1 0,1 0,0 1,0 0,0-1,1 1,-1-1,1 0,-1 1,1-1,-1 1,1-1,0 0,0 1,0-1,0 0,0 0,0 0,0 0,2 2,5 3,0-1,0 1,0-2,1 1,0-1,-1 0,2-1,10 3,84 15,-76-17,1077 137,-332-112,-771-29,0 0,1 0,-1 0,0 0,1 0,-1 1,0-1,0 0,0 1,1 0,-1 0,2 1,-4-2,0 0,1 1,-1-1,0 0,0 1,0-1,0 0,0 1,0-1,0 1,0-1,1 0,-1 1,0-1,-1 1,1-1,0 0,0 1,0-1,0 1,0-1,0 0,0 1,-1-1,1 1,0-1,0 0,-1 1,1-1,0 0,0 0,-1 1,1-1,0 0,-1 0,1 1,-1-1,-8 7,0-1,0 0,0-1,-13 6,-608 220,286-115,335-113,-84 35,84-34,1 1,-1 0,1 0,0 1,0 0,0 1,-10 12,17-19,1 0,0 0,0 0,0 1,-1-1,1 0,0 0,0 0,0 1,0-1,0 0,0 0,-1 0,1 1,0-1,0 0,0 0,0 1,0-1,0 0,0 0,0 1,0-1,0 0,0 0,0 1,0-1,0 0,0 0,0 0,1 1,-1-1,0 0,0 0,0 1,0-1,0 0,0 0,1 0,-1 1,0-1,0 0,0 0,1 0,-1 0,0 0,0 0,0 1,1-1,-1 0,0 0,1 0,17 3,-15-3,118 6,183-15,-160 1,-86 6,20 0,1-3,-1-4,87-20,-131 14,-35 15,1 0,0 0,-1 0,1 0,-1 0,1 0,-1 0,1 0,-1 0,1-1,-1 1,1 0,0 0,-1 0,1-1,-1 1,1 0,0 0,-1-1,1 1,0 0,-1 0,1-1,0 1,-1-1,1 1,0 0,0-1,-1 1,1-1,0 1,0 0,0-1,0 1,0-1,0 1,0-1,-1 1,1-1,0 1,0 0,1-1,-1 1,0-1,0 1,0-1,0 1,0-1,0 1,1 0,-1-1,0 1,0-1,1 1,-1 0,0-1,0 1,1 0,-1-1,0 1,1 0,-1 0,1-1,-1 1,0 0,1 0,-1-1,1 1,0 0,-28-5,0 1,1 1,-2 2,1 0,-40 6,61-5,0 2,0-1,0 1,0-1,0 2,-5 2,10-5,0 1,0-1,0 1,0 0,0-1,0 1,0 0,0 0,0 0,0 0,0 0,1 0,-1 0,0 0,0 1,1-1,0 0,0 0,0 0,0-1,0 1,0 0,0 0,0 0,1-1,-1 1,0 0,0 0,1-1,-1 1,1 0,-1-1,1 1,-1 0,1-1,-1 1,1-1,-1 1,1-1,0 1,-1-1,1 1,0-1,3 3,-1-1,1 0,0 0,0-1,0 1,0-1,0 0,0 0,0 0,0-1,1 1,-1-1,0 0,0 0,0-1,1 1,-1-1,7-2,7-3,1 0,32-18,-11 6,-7 7,1 2,0 1,57-6,-59 10,-25 2,0 1,0-1,-1-1,1 1,12-8,-13 7,0 0,1 0,-1 0,1 1,12-3,-16 5,-1-1,0 1,0 0,0-1,1 0,-1 1,0-1,0 0,0 0,0 0,0 0,0 0,-1-1,1 1,0-1,0 1,-1-1,1 1,-1-1,0 0,1 0,-1 0,0 0,0 0,0 0,0 0,0-3,1-3,-1-1,-1 1,0-1,0 0,-3-16,1 2,-4-388,4 69,-4 285,-3 0,-28-101,-6-34,40 168,-2 1,0-1,-2 1,-1 0,0 0,-17-29,20 41,0-1,1 1,0-1,1 0,0 0,1 0,1-1,-1-19,1 16,-17-86,17 97,0 0,0 0,0 0,-1 1,0-1,0 1,0-1,0 1,-1 0,1-1,-1 1,0 1,0-1,-1 0,1 1,-1 0,0 0,0 0,0 0,0 0,0 1,-1 0,1 0,-1 0,0 0,1 1,-1 0,-7-1,-11-1,-1 1,0 2,1 0,-42 7,18-3,-714 8,482-14,-96-13,372 14,-496-51,-110-72,565 117,0 2,0 1,-1 3,1 2,-49 7,60-1,1 1,0 1,-54 26,-2-1,19-8,1 2,1 3,-102 65,159-88,-1 0,1 1,-14 17,-7 5,30-30,-1 1,1-1,-1 0,1 0,-1 0,0 0,1-1,-1 1,0 0,0-1,1 1,-1-1,0 1,0-1,0 0,0 0,0 0,0 0,0 0,1 0,-1-1,-4 0,-1-2,0 0,0 0,0-1,-9-6,-17-9,16 13,-1 1,1 0,-1 2,0 0,-28-1,-97 6,51 1,91-3,-33 4,33-4,0 0,0 1,1-1,-1 0,0 1,1-1,-1 1,1-1,-1 1,0-1,1 1,-1-1,1 1,-1-1,1 1,0 0,-1-1,1 1,0 0,-1-1,1 1,0 0,0-1,-1 1,1 0,0 0,0-1,0 1,0 0,0 0,0-1,0 1,0 0,1 0,-1-1,0 1,0 0,1 0,-1-1,0 1,1 0,-1-1,1 2,7 12,0-1,1 0,0 0,1-1,19 18,64 50,-86-76,-1 1,-1 0,1-1,-1 2,0-1,0 1,0 0,-1 0,0 0,0 0,0 1,-1 0,0 0,-1 0,4 12,6 37,-2 1,-3 0,-2 1,-3 0,-8 81,6-136,-1 0,0 1,0-1,0 0,0 0,0 0,-1 0,1-1,-1 1,0 0,0-1,0 1,0-1,0 1,-4 2,5-4,-1 0,1 0,-1 0,1 0,-1 0,1 0,-1-1,1 1,-1 0,0-1,1 0,-1 1,0-1,0 0,1 0,-1 0,0 0,0 0,1 0,-1 0,0-1,1 1,-1-1,0 1,1-1,-1 1,1-1,-1 0,0 0,-1-1,-7-7,1 0,0 0,1-1,0 0,1-1,0 1,0-2,-7-16,4 5,1 0,1 0,-8-39,12 29,1 0,1 0,2-1,6-53,3 32,-6 44,-1 0,0 0,-1 0,0 0,-1 0,0-1,-1 1,-3-19,-2 11,0 1,-2-1,0 1,-1 1,-1 0,0 0,-1 0,-1 2,-23-25,32 38,1-1,-1 1,0 0,0 0,0 0,0 1,0-1,0 1,0-1,0 1,-1 0,1 0,-1 1,1-1,0 1,-1 0,1-1,-1 1,1 1,-1-1,1 1,-1-1,1 1,0 0,-4 1,2 0,1 0,0 0,-1 1,1-1,0 1,1 0,-1 0,0 0,1 0,0 1,-1-1,1 1,1 0,-1 0,1 0,-1 0,-2 8,0 8,1 0,0 0,2 0,0 0,1 1,1-1,1 1,7 39,-3-42,1 0,0 0,2 0,0-1,1-1,18 27,-14-21,-3-5,-2 0,0 1,-1 0,-1 0,0 0,-2 1,0 0,2 28,-2 20,-6 74,-1-39,1-8,5 103,-3-191,1 0,1-1,-1 1,1 0,0-1,1 0,-1 1,1-1,0 0,0 0,1-1,-1 1,8 6,5 5,2-1,22 15,8 7,-31-22,1 0,0 0,1-2,1 0,0-2,1 0,39 15,-14-9,62 32,23 10,-26-22,127 50,-143-46,2-4,2-4,1-4,1-4,113 15,306-12,-490-27,199 7,106 2,-307-11,-16 0,1 1,-1 0,1 0,-1 0,0 1,1 0,9 2,-16-3,1 0,-1 0,0 0,0 0,0 0,0 0,0 0,1 0,-1 0,0 1,0-1,0 0,0 0,0 0,0 0,1 0,-1 0,0 0,0 0,0 0,0 0,0 1,0-1,0 0,0 0,1 0,-1 0,0 0,0 0,0 1,0-1,0 0,0 0,0 0,0 0,0 0,0 1,0-1,0 0,0 0,0 0,0 0,0 0,0 0,0 1,0-1,0 0,0 0,-1 0,1 0,-9 5,-13 0,-142 1,14-1,-54 20,-36 4,341-30,-49 1,-42 0,-16 0,-420 0,412 1,0 1,1 0,-1 1,1 1,0 0,0 1,0 0,-13 7,9-3,0-2,-1 0,-27 6,-10-6,-1-2,1-3,-66-5,6 0,-327 3,421-1,0-1,0-2,-40-10,38 8,0 0,-43-3,-206 8,127 3,143-2,-1 0,1 0,0 1,-1-1,1-1,0 1,0 0,-1-1,1 1,0-1,0 1,-1-1,1 0,0 0,0 0,0 0,0-1,0 1,0 0,1-1,-1 1,0-1,1 0,-1 0,1 1,-1-1,1 0,0 0,0 0,0-1,0 1,0 0,1 0,-1 0,1-1,-1 1,1 0,0-1,0 1,0 0,0-4,-1-63,1 42,0 0,-2 0,-1 0,-7-27,-18-30,18 56,1 0,-7-31,11 35,-2 0,-15-34,1 2,-46-122,63 169,-1-6,1 1,0-1,1 1,1-1,-2-24,6-78,1 48,7-84,1-11,-10 125,0 24,0 0,-1 0,-1 1,0-1,-2 0,1 0,-1 1,-7-16,5 16,0 0,1 0,0-1,1 1,1-1,0 0,0-19,3 6,1 0,10-53,-8 50,-1 1,-1-1,-3-41,2-45,18 11,-18-87,-1 191,1 0,-1-1,0 1,1 0,-1 0,1-1,0 1,0 0,0 0,0 0,0 0,0 0,1 0,-1 0,1 1,-1-1,1 0,0 1,-1-1,1 1,0-1,0 1,0 0,0 0,0 0,0 0,1 0,-1 1,0-1,4 0,6-1,0 1,1 1,-1 0,21 2,-9 0,711 3,-415-7,1669 2,-1808 11,5-1,1216-10,-1397-1,0 1,-1 0,1 1,0-1,0 1,-1 0,1 0,-1 1,1-1,-1 1,1 0,-1 0,0 0,0 1,4 3,-5-3,-1 0,1 0,-1 0,0 0,-1 0,1 1,0-1,-1 1,0-1,0 1,0-1,0 1,0 0,-1-1,0 1,1 0,-1 0,-1-1,0 8,-1 1,-1-1,0 1,-1-1,0 1,-7 10,-8 26,5-7,8-25,1 0,0 0,1 1,1-1,-2 22,5 5,12 83,-7-84,2 24,-3-23,12 58,-4-52,-1 0,-3 1,2 72,-8-87,1-1,12 53,-8-54,-1 1,1 59,-7-58,-1-2,1 0,1 1,3-1,7 40,-5-55,-2 1,0 0,-1 0,-1 0,0 0,-2 0,0 0,-1 0,-5 23,2-15,0 1,1 36,3-39,-1-1,-1 1,-9 37,-15 91,29-1311,-5 613,2 527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24:29.0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4998 0 0,'-4998'266'0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8T11:15:44.834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4947 897 0,'0'0'0,"0"0"0,0-3 16,0 3-16,0 0 15,0 0-15,0 0 16,0 0-16,-14 27 16,-8 32-16,-1 24 15,0 23 1,7-10-16,8 1 0,3-15 16,3-14-1,8-5-15,1-2 16,6-9-16,5-14 15,8-9-15,5-14 16,7-8-16,4-11 16,6-16-16,5-10 15,3-11-15,-2-2 16,-3 4-16,-8 5 16,-7 7-1,-6 6-15,0 6 16,5 6-16,-1 6 15,0 6-15,-1 5 16,-1 3-16,-1 7 16,-5 2-16,-8-3 15,-4 9-15,1-1 16,-1 1-16,-3-4 16,-3-11-1,-8-11-15,17-1 16,0-19-16,12-17 15,4-21-15,2-25 16,-5-12-16,-4 3 16,-2 14-16,-7 14 15,-2 8 17,-4 14-32,-5 12 0,-2 14 15</inkml:trace>
  <inkml:trace contextRef="#ctx0" brushRef="#br0" timeOffset="285.44">6190 1678 0,'0'0'0,"0"0"0,0 0 0,-1 4 16,-4 15-16,-7 24 16,-5 25-16,-3 16 15,3-11-15,0-3 16,3-13-16,6-14 16,1-9-16,0-6 15,-1-3 1,3-7-16,-1-3 15,2-5-15,4-10 16</inkml:trace>
  <inkml:trace contextRef="#ctx0" brushRef="#br0" timeOffset="598.79">6635 1410 0,'0'0'0,"0"0"0,7 3 16,16 3-16,22 2 15,17-3 1,2-5-16,4-3 15,6-9-15,4-3 16,-4-3-16,-8 2 16,-6 2-16,-11 2 15,-10 4-15,-6 0 16,-16 4-16</inkml:trace>
  <inkml:trace contextRef="#ctx0" brushRef="#br0" timeOffset="865.84">6690 1910 0,'0'0'0,"0"0"0,0 0 15,14 1 1,21 2-16,26 2 15,0-7-15,3-6 16,10-3-16,0-5 16,-4-1-16,-16 0 15,-2-4-15,-3-1 16,-8 1-16,-7 3 16,-5 4-16</inkml:trace>
  <inkml:trace contextRef="#ctx0" brushRef="#br0" timeOffset="3381.34">6013 2048 0,'0'0'0,"0"0"0,0 0 16,0 0-16,0 0 16,0 0-16,15 5 15,20 3-15,44-25 16,25-18-16,4-22 15,-16-6 1,-7-4-16,-19 3 16,-16 9-16,-17 15 15,-16 14-15,-6 12 16,-11 14-16,0 0 16,-28 5-16,-86 64 15,-37 46-15,27 3 16,7 0-16,19 1 15,18-9 1,20-21-16,29-29 16,17-22-16,10-15 15,7-13-15,12-4 16,28-25-16,32-42 16,2-19-16,-13-6 15,-15 13-15,-16 15 16,-15 15-1,-10 15-15,-6 10 16,-4 8-16,2 10 16,-44 0-16,-22 32 15,-9 7-15,22-3 16,19-9-16,15-8 16,8-8-16,11-11 15,0 0-15,0 0 16,75-24-16,22-34 15,-23-4 1,-24 11-16,-23 18 16,-13 11-16,-10 11 15,-4 11-15,-27 6 16,-80 61-16,-49 41 16,22 0-16,34-22 15,37-26-15,28-26 16,16-14-16,19-20 15,0 0-15,37-34 16,86-77 0,3-2-16,-17 20 15,-28 21-15,-29 25 16,-24 24-16,-14 10 16,-14 13-16,0 0 15,-24 24-15,-87 81 16,5-3-16,36-38 15,31-34-15,22-19 16,17-11-16,0 0 16,18-47-1,26-19-15,-2 17 16,-12 21-16,-12 16 16,-18 12-16,22 1 15,-9 27-15,-15 57 16</inkml:trace>
  <inkml:trace contextRef="#ctx0" brushRef="#br0" timeOffset="4632.24">7842 1454 0,'0'0'0,"0"0"0,0 0 0,-4 0 16,4 0-16,0 0 16,0 0-16,0 0 15,0 0-15,34 19 16,8-10-16,14-9 15,15-7 1,6-7-16,-1-3 16,-7-4-16,-12 1 0,-10 2 15,-13 3 1,-11 7-16,-23 8 16,25-11-16,-25 11 15,0 0-15</inkml:trace>
  <inkml:trace contextRef="#ctx0" brushRef="#br0" timeOffset="5215.21">8988 714 0,'0'0'0,"0"0"16,0 0-16,-1 3 15,1-3-15,-12 31 16,2 12-16,2 26 16,0 25-16,1 22 15,-2 20-15,1-1 16,-2 14 0,2-16-16,-1-3 15,-1-3-15,-5 6 31,1-20-31,0-20 16,7-37-16,4-26 16,0-11-16,3-19 15,3 17 1</inkml:trace>
  <inkml:trace contextRef="#ctx0" brushRef="#br0" timeOffset="6682.93">11615 377 0,'-1'4'0,"-2"9"0,-4 11 16,-11 37-16,-5 21 15,-2 2 1,6-6-16,3 4 16,3-4-16,0 1 15,0 3-15,2-4 16,0 3-16,-3-7 15,3-10-15,-3-9 16,4-17-16,0-11 16,3-9-16,4-7 15,3-11-15,0 0 16,0 0 0,0 0-16,-6-21 15,18-31-15,12-14 16,17-6-16,10-1 15,11 1-15,9 2 16,-2 10 0,-4 12-16,-6 12 0,-1 10 15,-6 15-15,-4 11 16,-8 11 0,-12 29-1,-18 32 1,-35 33-16,-39 18 15,-4-37-15,-34 5 16,10-11-16,-10-14 16,6-10-1,14-8-15,2-5 16,14-13-16,4-18 16,11-15-16,8-6 15,5-6-15,11-2 16,6-3-16,5-1 15,9 1-15,5 1 16,11-2-16</inkml:trace>
  <inkml:trace contextRef="#ctx0" brushRef="#br0" timeOffset="7068.1">12243 1268 0,'0'0'0,"0"0"16,0 0-16,5-2 16,-5 2-16,42-8 15,3 1-15,7 2 16,20-1 0,7 1-16,-1 0 15,10 0-15,-9-1 16,-6 1-16,-10-3 15,-17 1-15,0 0 16,-3 1-16,-11 1 16,-8 0-16,-24 5 15</inkml:trace>
  <inkml:trace contextRef="#ctx0" brushRef="#br0" timeOffset="7431.7">12287 1665 0,'0'0'0,"0"0"16,-6 2 0,6-2-16,-14 15 15,14-15-15,-15 16 16,15-16-16,0 13 15,17-1-15,24-1 16,22-768-16,19 1496 16,10-762-1,5-1-15,5-3 0,-5 3 16,-6 2-16,-4 1 16,-11 5-16,-11 5 15,-15 3 1,-21 4-16,-8 1 15,-21 3-15,23 0 16,-23 0-16,0 0 16</inkml:trace>
  <inkml:trace contextRef="#ctx0" brushRef="#br0" timeOffset="7815.58">13983 1104 0,'0'0'0,"0"0"0,0 0 16,0 0-16,0 0 15,10 1-15,10 1 16,11 2-16,6 1 16,5 1-16,3-4 15,-3-4 1,3-2-16,-4-3 15,-1 0-15,-4 1 16,-5 1-16,-3 1 16,-6 0-16</inkml:trace>
  <inkml:trace contextRef="#ctx0" brushRef="#br0" timeOffset="8515.01">14954 322 0,'0'0'0,"0"0"15,0 0 1,-3 11-16,-6 28 15,-7 36-15,-8 26 16,-6 7-16,0 1 16,-2 6-16,2-8 15,1 2-15,2-7 16,3-6-16,5-4 16,11-13-16,4-11 15,1-17 1,3-9-16,1-3 15,1-5-15,2-4 16,-1-6-16,-3-8 16,3-4-16,-3-12 15,2 15-15,-2-15 16,0 0-16,0 0 16,0 0-16,0 0 15,0 0 1,0 0-16,0 0 15,0 0-15,-9-13 16,3 0-16,-2 1 16,-3 0-16,11 12 15,-27-17-15,27 17 16,-28-12-16,28 12 16,-24-6-1,24 6-15,-20-5 16,20 5-16,-17-5 15,17 5-15,0 0 16,-16-4-16,16 4 16,0 0-16,0 0 15,-16-4-15,16 4 16,0 0-16,0 0 16,-19-2-16,19 2 15,0 0 1,-18 0-16</inkml:trace>
  <inkml:trace contextRef="#ctx0" brushRef="#br0" timeOffset="9798.78">3053 3253 0,'0'0'0,"0"0"0,0 0 15,0 0-15,0 0 16,0 0-16,0 2 15,0-2 1,7 16-16,9 9 16,13 14-16,16 8 15,6 2-15,0-4 16,8 8-16,0-1 16,9 8-16,-8-4 15,-8-7-15,-11-5 16,0 3-1,-3-3-15,-4-2 16,-4-7-16,-9-7 16,-1-3-16,-4 0 15,-2-5-15,-7-4 16,-3-4-16,0-2 16,-4-10-16,5 12 15,-5-12-15,0 0 16,0 11-16,0-11 15,0 0 1,0 0-16</inkml:trace>
  <inkml:trace contextRef="#ctx0" brushRef="#br0" timeOffset="10231.76">3713 3192 0,'0'0'0,"0"0"0,0 0 0,-2 7 15,-5 10 1,-9 24-16,-9 18 16,-2 11-16,-5 12 15,-4 9-15,-7 6 16,-2 0-16,-9-2 16,-2-2-16,2-5 15,-1-5-15,2-7 16,3-5-1,10-12-15,10-16 16,12-17-16,6-9 16,5-7-16,7-10 15,0 0-15,0 0 16,0 0-16,30-15 16</inkml:trace>
  <inkml:trace contextRef="#ctx0" brushRef="#br0" timeOffset="11082.12">2716 4830 0,'0'0'0,"-3"-5"0,3 5 0,0 0 16,-11-12 0,11 12-16,0 0 15,9-19-15,23 4 16,31-8-16,25 4 16,9 2-16,18 0 15,11 3-15,5 0 16,4 0-16,9 0 15,-1 0-15,23-3 16,-1 0 0,5 1-16,4-4 15,-1-2-15,6-3 16,-9-5-16,-5-3 16,-15 1-16,-10 1 15,-15 2-15,-11 1 16,-18 0-16,-12 6 15,-18 2-15,-12 4 16,-13 4 0,-14 3-16,-11 2 15,-16 7-15,0 0 16</inkml:trace>
  <inkml:trace contextRef="#ctx0" brushRef="#br0" timeOffset="11732.69">3431 5225 0,'0'0'0,"0"0"16,0 0-16,-8 3 15,8-3-15,-25 27 16,4 7-16,0 16 16,8 4-1,6 4-15,7 10 16,4 4-16,8 3 16,5-9-16,6-8 15,13-9-15,1-2 16,4-5-16,1-9 15,6-8-15,1-13 16,3-12 0,1-14-16,-3-10 15,0-15-15,0-14 16,-10-9-16,-3-20 16,-6 1-16,-11 3 15,-12 8-15,-6 5 16,-18-2-1,-13 6 1,-11 12 0,-5 9-16,0 18 15,-8 10-15,-17 9 16,-11 13-16,-14 18 16,8 17-16</inkml:trace>
  <inkml:trace contextRef="#ctx0" brushRef="#br0" timeOffset="12515.2">3650 6837 0,'0'0'0,"0"0"0,0 0 0,0 0 16,0 0-16,-5 6 16,0 11-16,1 26 15,-1 20-15,3 21 16,2 2-16,4 7 15,-1-11-15,0-14 16,0 9-16,-2-17 16,-1 2-1,0-16-15,0-18 16,0-6-16,0-9 16,0-13-16,0 0 15</inkml:trace>
  <inkml:trace contextRef="#ctx0" brushRef="#br0" timeOffset="13049.54">4572 3106 0,'0'0'0,"0"0"0,0 0 15,0 0-15,-1 2 16,2 15-16,1 33 15,5 39-15,2 19 16,5 17-16,4 6 16,6 29-16,4 18 15,-1 14-15,4 40 16,-10 1 0,-4 28-16,-1-10 15,0 9-15,7 130 31,-12-5-31,-9-14 16,-7-70-16,0-166 16,-5 54-16,0-48 15,0-6 1,-1-29-16,4-14 16,0-21-16,2-14 15,3-18-15,-1-14 16,3-25-16,0 0 15,0 0-15,9-106 16</inkml:trace>
  <inkml:trace contextRef="#ctx0" brushRef="#br0" timeOffset="13482.2">5128 3164 0,'0'0'0,"0"0"16,0 0-16,0 0 16,0 0-16,5 5 15,-5-5 1,37 27-16,-9 0 16,5 9-16,3 8 15,-2 1-15,0-4 16,0 1-16,-1-5 15,0-2-15,-3-8 16,-1-7-16,-3-3 16,0-3-16,10-5 15,0-10 1</inkml:trace>
  <inkml:trace contextRef="#ctx0" brushRef="#br0" timeOffset="13948.5">5950 2976 0,'0'0'0,"0"0"15,0 0 1,0 0-16,-10 12 16,-18 23-16,-24 31 15,-7 9-15,6-2 16,0 1-16,7-4 15,3-1-15,4-5 16,2-2-16,4-6 16,7-11-16,5-10 15,6-8-15,4-9 16,5-7 0,6-11-16,-8 13 15,8-13-15,0 0 16,0 0-16,-4 12 15,4-12-15,0 0 16,0 0-16,0 0 16,4 16-16,1 0 15,2 11-15,6 8 16,1 7 0,0 12-16,-3 7 15,-5 3-15,-4 1 16,-4-5-16,-1-3 15,1-5-15,-1-3 16,2-4-16,1-4 16,0-1-16</inkml:trace>
  <inkml:trace contextRef="#ctx0" brushRef="#br0" timeOffset="14832.62">5560 5027 0,'0'0'0,"0"0"0,0 0 16,0 0-1,0 0-15,0 0 16,0 0-16,0 0 15,0 0-15,-4 6 16,2 7-16,-4 13 16,-1 20-16,-2 13 15,3 19-15,-1 6 16,-1 6-16,1-4 16,0-2-1,2-6-15,-2-11 16,2-15-16,-1-13 15,1-11-15,1-12 16,2-5-16,2-11 16</inkml:trace>
  <inkml:trace contextRef="#ctx0" brushRef="#br0" timeOffset="15983.38">5684 6813 0,'0'0'0,"-5"0"16,5 0-16,-19-10 16,0 3-16,-5 0 15,-6 3 1,-1 4-16,-6 6 15,1 5-15,3 7 16,1 11-16,2 8 16,1 13-16,5 5 15,7 8-15,4 7 16,12 7-16,11 5 16,6-7-16,10-6 15,10-1 1,2-9-16,9-6 15,6-13-15,-1-14 16,1-15-16,7-11 16,6-15-16,3-14 15,-3-16-15,-6-16 16,-7-11-16,-9-8 16,-11-2-1,-9 0-15,-11 2 16,-8-4-16,-5 3 15,-10 3-15,-8 12 16,-8 8-16,-7 2 16,-7 9-16,-11 10 15,-12 13-15,-18 13 16,-17 15-16,-6 20 16,-2 16-16</inkml:trace>
  <inkml:trace contextRef="#ctx0" brushRef="#br0" timeOffset="17033.31">11156 3152 0,'0'0'0,"0"0"0,0 0 0,-2-3 0,2 3 16,0 0-16,0 0 15,0 0-15,0 0 16,0 0-16,0 0 15,0 0 1,1 10-16,19 19 16,10 12-16,11 9 15,3 6-15,6 3 16,0 0-16,0 1 16,2 0-16,-6-1 15,-5-4-15,-6-3 16,-9-6-1,-4 2-15,-2-3 16,-5-8-16,-6-3 16,-1-7-16,-3-4 15,-3-6-15,1-4 16,-1-4-16,-2-9 16,2 12-16,-2-12 15,0 0-15,0 0 16</inkml:trace>
  <inkml:trace contextRef="#ctx0" brushRef="#br0" timeOffset="17382">11749 3197 0,'0'0'0,"0"0"16,0 0-16,0 4 15,-1 7-15,-1 10 16,-7 20-16,-7 11 16,-3 4-16,-7 2 15,-7 5-15,-10 3 16,-6 4-16,1-6 15,5-11 1,7-9-16,3-6 16,2-2-16,5-3 15,3-6-15,5-6 16,5-4-16,3-6 16,10-11-16,-7 16 15,7-16-15</inkml:trace>
  <inkml:trace contextRef="#ctx0" brushRef="#br0" timeOffset="17698.56">12431 3324 0,'0'0'0,"0"0"0,0 0 15,0 0-15,10 4 16,10 3-16,10 2 16,8 4-16,8-3 15,10-1 1,5-5-16,6-6 0,1-2 15,-5-3 1,-7 0-16,-6-1 16,-7 2-16,-1-2 15</inkml:trace>
  <inkml:trace contextRef="#ctx0" brushRef="#br0" timeOffset="17932.25">12275 3906 0,'0'0'0,"0"0"0,0 0 16,0 0-16,4 1 16,-4-1-16,41 12 15,8-7-15,16-15 16,5-3-16,2-4 15,1-2-15,0 0 16,-5-1 0,-5 3-16</inkml:trace>
  <inkml:trace contextRef="#ctx0" brushRef="#br0" timeOffset="18399.62">13676 3328 0,'0'0'0,"0"0"15,0-4-15,0 4 16,0 0-16,0 0 16,0 0-16,0 0 15,-27 31-15,-1 8 16,-4 10-16,3 7 15,8 2 1,8-3-16,4-9 16,9-4-16,14 7 31,17 2-31,14-14 16,13-11-16,1-22 15,3-12-15,5-16 16,-2-21-16,-4-8 15,-9-10 1,-14 1-16,-13 4 16,-9 12-16,-12 3 15,-6 1-15,-10 3 16,-7 6-16,-13 8 16,-19 8-16,-24 3 15,-29 21-15,-13 15 16,-15 21-16</inkml:trace>
  <inkml:trace contextRef="#ctx0" brushRef="#br0" timeOffset="22266.69">3363 6387 0,'0'0'0,"0"0"0,0 0 0,0 0 16,0 0-16,7 4 15,15 6-15,19 4 16,29-2-16,18-10 16,20-13-16,20-8 15,5-9-15,1-2 16,-1-2 0,-2 2-16,-1 1 15,0 7-15,-7 6 16,-6 2-16,1 0 15,-14 3-15,-6-2 16,-9 4-16,-11-2 16,-8 0-16,-13 2 15,-7-1 1,-10 3-16,-5 0 16,-7 2-16,-7 1 15,-4 1-15,-17 3 16,20-3-16,-20 3 15,0 0-15,0 0 16,0 0-16,0 0 16,0 0-16,0 0 15,16-1-15,-16 1 16,0 0-16,0 0 16,0 0-1,0 0-15,0 0 16,0 0-16,0 0 15</inkml:trace>
  <inkml:trace contextRef="#ctx0" brushRef="#br0" timeOffset="24681.23">7008 2697 0,'0'0'0,"0"0"0,0 0 16,4 2-16,12 1 15,25 9 1,25 1-16,20-3 15,5-1-15,11-1 16,-2-2-16,12 0 16,10-1-16,-5-2 15,16-1-15,2-4 16,9-2-16,10-4 16,2-4-1,6-4-15,0-2 16,-6 1-16,10-2 15,-1 2-15,9-1 16,9 0-16,4 0 16,-4 1-16,0 1 15,-10 1-15,4-1 16,-5 1-16,5-1 16,-8 5-16,1-1 15,7 10 1,-13 3-16,13 3 15,-13 3-15,11-2 16,-2 0-16,-2 0 16,13-3-16,-22-4 15,17-1-15,-14 1 16,6-3-16,11-2 16,-7 0-16,18-1 15,-16-3 1,4-4-16,-13-2 15,-10 3-15,4-2 16,-4 3-16,0-2 16,-4 1-16,-4 1 15,-5 0-15,-10 1 16,-13 5-16,-17-1 16,-9 1-16,-17 3 15,-10 2-15,-10 0 16,-14 2-1,-5 0-15,-5 0 16,-4 0-16,-4 0 16,-6 0-16,-6 0 15,-15 0-15,21 0 16,-21 0-16,0 0 16,19-4-16,-19 4 15,15-16 1,-5 1-16,-1-9 15,1-7-15,-3-5 16,2-6-16,-5-2 16,-1-6-16,-3-3 15,-1-6-15,-2-6 16,1-3-16,-1-1 16,-4-2-16,1-5 15,-1 1-15,-1 0 16,2 1-1,-1 6-15,2-1 16,-2-6-16,2 5 16,0-5-16,3 7 15,1 13-15,1 3 16,0 5-16,0 6 16,0 2-16,0 8 15,0 4-15,-2 8 16,-1 4-16,1 3 15,2 12 1,-4-15-16,4 15 16,0 0-16,-4-12 15,4 12-15,0 0 16,0 0-16,0 0 16,0 0-16,0 0 15,0 0-15,0 0 16,0 0-16,0 0 15,0 0 1,0 0-16,0 0 16,0 0-16,0 0 15,0 0-15,0 0 16,0 0-16,0 0 16,0 0-16,0 0 15,0 0-15,0 0 16,0 0-1,0 0-15,0 0 16,0 0-16,0-10 16,0 10-16</inkml:trace>
  <inkml:trace contextRef="#ctx0" brushRef="#br0" timeOffset="26398.15">15862 619 0,'0'0'0,"0"0"0,0 0 0,3-5 16,-3 5-16,0 0 15,14-11 1,-14 11-16,0 0 16,11-12-16,-11 12 15,34-10-15,8 0 16,15-5-16,6 3 16,0 0-16,-2 3 15,0 2-15,-2 0 16,-4 2-16,-5 2 15,-5 3-15,-3 5 16,0 6 0,-4 4-16,-6 6 15,-8 3-15,0 10 16,-5 6-16,-3 8 16,0 7-16,-6 11 15,-5 3-15,-2 6 16,0-1-16,1 8 15,-1 15-15,0 6 16,1 7 0,0 7-16,-1-3 15,-2 2-15,-1-1 16,-2-19-16,-4 21 31,-7-12-31,-7-17 16,2-19-16,1-27 15,2-12-15,0-6 16,-4-1 0,-8-3-16,-8 1 15,-17-2-15,-8-4 16,-9 0-16,-8-1 16,-10 0-16,-3 0 15,-2-1-15,-1-1 16,9-1-16,4-1 15,13-1-15,13-3 16,11-2 0,13-3-16,8-2 15,5-2-15,17 3 16,-21-5-16,21 5 16,0 0-16,0 0 15,-16-14-15,16 14 16,3-21-16,8 7 15</inkml:trace>
  <inkml:trace contextRef="#ctx0" brushRef="#br0" timeOffset="29981.2">3029 6640 0,'0'0'0,"0"0"0,0 0 15,-4 0-15,4 0 16,0 0-16,0 0 16,0 0-1,0 0-15,0 0 16,0 0-16,0 0 15,0 0-15,38-8 16,16-10-16,21-12 16,7-6-16,7-8 15,-2-3-15,-5 1 16,-2-1 0,-3 2-16,-6 4 15,-4 3-15,-5 3 16,-4 5-16,-8 6 15,-7 3-15,-6 6 16,-9 4-16,-10 3 16,-18 8-16,21-7 15,-21 7-15,0 0 16,16-2 0,-16 2-16,0 0 15,0 0-15,0 0 16,0 0-16,0 0 15,0 0-15,0 0 16,0 0-16,0 0 16,15 4-16,-15-4 15,0 0-15,0 0 16,7-10 0</inkml:trace>
  <inkml:trace contextRef="#ctx0" brushRef="#br0" timeOffset="38748.25">11107 4410 0,'0'0'0,"0"0"0,0 0 0,0 0 16,0 0-16,0 0 0,0 0 15,11 4 1,17 3-16,30 3 15,26-5-15,19-12 16,12-5-16,2-5 16,4-1-16,1-1 15,-3 1-15,10-2 16,-2 2-16,12-2 16,5 4-16,-3 4 15,5 4 1,-4 3-16,-4 1 15,-4 2-15,-10 2 16,-11 0-16,-4 0 16,-10 0-16,-8 0 15,-6 0-15,-8 0 16,-5 0-16,-7 0 16,-8 0-1,-12 0-15,-9 0 16,-7 0-16,-7 0 15,-6 0-15,-16 0 16,25 0-16,-25 0 16,18 0-16,-18 0 15,0 0-15,18-2 16,-18 2-16,0 0 16,0 0-1,0 0-15,0 0 16,15-9-16,-15 9 15,0 0-15,0 0 16,0 0-16,0 0 16,0 0-16,0 0 15,0 0-15,0 0 16,0 0-16,0 0 16,0 0-1,0 0-15,0 0 16,0 0-16,0 0 15,0 0-15,0 0 16,0 0-16,0 0 16,15-11-16,-15 11 15,0 0-15,0 0 16,0 0-16,0 0 16,0 0-16,0 0 15,0 0-15,0 0 16,0 0-1,0 0-15,0 0 16,0 0-16,0 0 16,0 0-16,0 0 15,0 0-15,0 0 16,0 0-16,0 0 16,0 0-16,0 0 15,0 0 1,0 0-16,0 0 15,0 0-15,0 0 16,0 0-16,0 0 16,0 0-16,0 0 15,0 0-15,0 0 16,0 0-16,0 0 16,0 0-16,0 0 15</inkml:trace>
  <inkml:trace contextRef="#ctx0" brushRef="#br0" timeOffset="40430.92">12762 5257 0,'0'0'0,"-5"-2"0,5 2 0,0 0 16,0 0-16,0 0 15,0 0-15,54 7 16,20-7-16,10-7 16,10-9-16,-2 0 15,1-6-15,0 2 16,-12 2-16,-7 2 15,-15 4 1,-7 1-16,-7 6 16,-6 10-16,-6 10 15,-11 10-15,-10 12 16,-12 13-16,-20 15 16,-8 4-16,-13 3 15,-4-3-15,0-6 16,7-13-1,14-19-15,10-12 16,3-5-16,2-2 16,2-2-16,7-10 15,-11 13-15,11-13 16,0 0-16,-3 11 16,3-11-16,21 25 15,13-5-15,16 3 16,17-5-16,7-5 15,39-12 17,-5-7-32,-17-7 15,-19 2-15,-34 5 16,-6-3-16,-1-1 16,-6-2-16,-5 2 15,-3 1-15,-17 9 16,17-10-16,-17 10 15,0 0-15,23-14 16,-8 6 0</inkml:trace>
  <inkml:trace contextRef="#ctx0" brushRef="#br0" timeOffset="40748.96">14663 5180 0,'0'0'0,"0"0"0,0 0 0,6 1 0,12 2 15,15 1-15,11-1 16,2-1-16,7-2 15,1-4-15,0-1 16,-6 0 0,-7-2-16,-4-1 15,0-2-15,-1-1 16,-3-2-16,-4 3 16,-3 3-16,-10 2 15</inkml:trace>
  <inkml:trace contextRef="#ctx0" brushRef="#br0" timeOffset="41014.86">14514 5624 0,'0'0'0,"0"0"16,0 3-16,0-3 15,6 16-15,3-3 16,12-2 0,18-7-16,14-7 15,8-10-15,8-6 16,7-6-16,-4-2 16,-1-3-16,-11 2 15,-6 3-15,-1-1 16,-1 2-16</inkml:trace>
  <inkml:trace contextRef="#ctx0" brushRef="#br0" timeOffset="44914.67">16187 5344 0,'0'0'0,"0"0"16,0 0-16,0 0 15,0 0-15,0 0 16,0 0-16,8 1 16,7 2-16,15-1 15,11-5-15,5-4 16,2-5 0,-3 1-16,-3 1 15,-3 2-15,-2-1 16,0 0-16,-3-1 15</inkml:trace>
  <inkml:trace contextRef="#ctx0" brushRef="#br0" timeOffset="45233.39">17076 4902 0,'0'0'0,"0"0"15,0 0-15,0 0 16,0 0-16,-1 8 16,-1 9-16,-3 17 15,0 10-15,0 10 16,-2 5 0,0 7-16,0 3 15,-1-6-15,-1-3 16,2-10-16,-2-2 15,2-2-15,-1 5 16,5 0-16,-1-9 16,1-8-16,2-14 15,1-9-15,0-11 16</inkml:trace>
  <inkml:trace contextRef="#ctx0" brushRef="#br0" timeOffset="45631.13">17682 4796 0,'0'0'0,"-3"6"0,3-6 0,-8 16 0,-20 33 15,-16 29 1,2 6-16,5 11 15,7 9-15,1 5 16,12-8-16,10-13 16,9 21-1,14-4 1,4-15-16,4-25 16,11-31-16,13-6 15,14-7 1</inkml:trace>
  <inkml:trace contextRef="#ctx0" brushRef="#br0" timeOffset="46051.11">18028 5203 0,'0'0'0,"-11"0"0,11 0 16,-42 0-16,9 8 16,-3 25-16,-1 15 15,-2 16-15,7 3 16,11-1 0,5 9-16,4-9 15,13 2-15,4-11 16,10-16-16,22-14 31,18-19-31,27-35 16,-5-29-16,-21-3 15,-13-13-15,-5 1 16,-11-13-16,-18 4 16,-9 14-16,-11 13 15,-7 15-15,-5 7 16,-4 9-1,-5 8-15,0 10 16,0 4-16,2 5 16</inkml:trace>
  <inkml:trace contextRef="#ctx0" brushRef="#br0" timeOffset="46398.88">18183 4947 0,'0'0'0,"0"0"0,4 0 15,-4 0-15,35 8 16,9 6-16,9 12 16,-4 10-16,-6 7 15,0 13 1,0 44-1,-3-4 1,-23 16-16,-16-13 16,-8-28-16,-12 7 15,0-1-15,-6-9 16,-10-2-16,0-4 16,3-14-16,3-9 15,11-11 1,7-15-16,11-13 15</inkml:trace>
  <inkml:trace contextRef="#ctx0" brushRef="#br0" timeOffset="46666.6">18822 5516 0,'0'0'0,"17"-1"0,8-1 15,27-2-15,9 0 16,-4 2-16,6 2 16,1 1-16,-9-1 15,-10 0-15,-10 0 16,-4 0-1,-5-1-15,-1-1 16,-2-5-16</inkml:trace>
  <inkml:trace contextRef="#ctx0" brushRef="#br0" timeOffset="46948.96">19135 5251 0,'0'0'0,"0"0"15,2 6-15,1 13 16,5 26-16,1 23 16,-5 14-16,-4-3 15,-1-7 1,-4 1-1,2 21 1,-1-7-16,3-8 16,3-29-16,0-33 15</inkml:trace>
  <inkml:trace contextRef="#ctx0" brushRef="#br0" timeOffset="49281.83">20038 5044 0,'0'0'0,"0"0"15,0 0-15,-8 9 16,-16 19-16,-13 25 15,-3 21-15,2 7 16,1 3 0,6 5-16,5 15 15,11 11-15,11 15 32,7-18-32,15-33 15,13-16-15,-3-29 16,20-9-16,1-21 15</inkml:trace>
  <inkml:trace contextRef="#ctx0" brushRef="#br0" timeOffset="49481.03">20035 5667 0,'0'0'0,"0"0"0,0 0 0,0 0 0,10 0 15,12 0-15,23 1 16,12 2-16,4-1 16,3-7-16</inkml:trace>
  <inkml:trace contextRef="#ctx0" brushRef="#br0" timeOffset="49715.42">20705 5179 0,'0'0'0,"0"0"0,0 0 16,0 0-16,-5 14 15,-2 26-15,-7 36 16,1 12 0,-1 7-16,1-3 15,-1 10 1</inkml:trace>
  <inkml:trace contextRef="#ctx0" brushRef="#br0" timeOffset="50081.39">21192 4743 0,'0'0'0,"0"0"0,4 6 15,20 19-15,29 38 16,6 33-16,-14 14 16,-6 19-1,-24 1-15,-42 80 32,-20-83-32,-33 52 15,-5-30-15,-1-66 16,3 24-16,19-44 15,18-16-15,8-12 16,11-10-16,14-13 16,13-12-1,0 0-15</inkml:trace>
  <inkml:trace contextRef="#ctx0" brushRef="#br0" timeOffset="50348.05">21805 5577 0,'0'0'0,"0"0"15,7 3-15,9 0 16,13 7-16,9-4 15,-2-1-15,1-1 16,-2 3-16,2-1 16,-9-4-16,3-3 15,-4 1 1,-27 0-16</inkml:trace>
  <inkml:trace contextRef="#ctx0" brushRef="#br0" timeOffset="50565.24">21797 5823 0,'5'24'0,"0"-10"16,-5-14-16,8 19 16,-8-19-16,23 12 15,10-2-15,12-17 16,3-3-16,-3 3 15,-5-2-15,-6 4 16,-8 0-16,2-24 16,-28 29-16</inkml:trace>
  <inkml:trace contextRef="#ctx0" brushRef="#br0" timeOffset="53682.43">22435 5845 0,'0'0'0,"0"0"0,0 0 16,4 0-16,-4 0 16,17 0-16,0 0 15,17 0-15,6 0 16,7-2-16,4-2 16,-1-1-16,5-3 15,-3 0-15,-7 0 16,-8 2-1,-11 1-15,-6 0 16,-20 5-16,27-4 16</inkml:trace>
  <inkml:trace contextRef="#ctx0" brushRef="#br0" timeOffset="54316.42">23459 5319 0,'0'0'0,"0"0"15,0 0-15,0 0 16,0 0-16,5 11 16,2 15-1,3 24-15,-1 27 16,-4 4-16,-8 4 15,-5 0-15,-5-10 16,-7 11 0,-2-8-1,2-20-15,4-15 16,8-22-16,2-7 16,2-3-16,4-11 15,-4 14-15,4-14 16,-3 9-1,3-9-15,0 0 16,-3 14-16,3-14 16,0 0-16,0 0 15,0 10-15,0-10 16,0 0-16,0 0 16,0 0-16,0 0 15,0 0-15,0 0 16,0 0-1,0 0-15,0 0 16,0 0-16,0 0 16,0 0-16,0 0 15,0 0-15,0 0 16,0 0-16,0 0 16,0 0-16,0 0 15,0 0-15,0 0 16,0 0-1,0 0-15,0 0 16,0 0-16,0 0 16,-15-3-16,15 3 15</inkml:trace>
  <inkml:trace contextRef="#ctx0" brushRef="#br0" timeOffset="57030.66">24340 5567 0,'0'0'0,"0"0"16,0 0-16,0 0 15,0 0 1,0 0-16,0 0 16,0 0-16,0 0 15,0 0-15,0 0 16,0 0-16,-11 7 16,-9 4-16,-8 9 15,-6 5-15,-3 4 16,0 2-16,0 2 15,-1 0-15,1 1 16,7-5 0,3-3-16,3-2 15,4-2-15,3-3 16,4-2-16,3-6 16,10-11-16,-13 15 15,13-15-15,-9 9 16,9-9-16,0 0 15,-7 14-15,7-14 16,1 14-16,2-2 16,4 1-1,3 1-15,5 1 16,5 4-16,5-2 16,7 1-16,4 3 15,-2-4-15,0-2 16,-6 0-16,2 0 15,-1 0-15,1-2 16,-3 1-16,-4-3 16,-3-1-1,-3 0-15,-17-10 16,19 12-16,-19-12 16,0 0-16,0 0 15,16 11-15,-16-11 16,0 0-16,0 0 15</inkml:trace>
  <inkml:trace contextRef="#ctx0" brushRef="#br0" timeOffset="57647.99">24747 5864 0,'0'0'0,"0"0"16,0 0-16,-6 0 15,6 0-15,-17 0 16,17 0-16,-35-3 15,11 3-15,-3 2 16,4-1-16,0 2 16,-1 4-1,3 2-15,0 3 16,0 2-16,2 3 16,2 2-16,3 9 15,6 2-15,2 2 16,5-2-16,3 0 15,5-3-15,11 2 32,13 6-17,14-6-15,7-8 16,-11-13-16,-1-8 16,-6-5-16,-3-6 15,-1-2-15,-3-3 16,1-4-16,3-8 15,-3-8-15,-5-3 16,-11 2-16,-6 7 16,-4 2-1,-5 4-15,-4 3 16,-7-3-16,-10 2 16,-13 5-16,-17 5 15,-12 10-15,-3 7 16,3 4-16,8 1 15</inkml:trace>
  <inkml:trace contextRef="#ctx0" brushRef="#br0" timeOffset="64098.64">14589 6546 0,'0'0'0,"0"0"0,0 0 0,0 0 15,0 0-15,0 5 16,5 7-16,5 11 15,4 12 1,2 6-16,-1 3 16,-1-2-16,-1-3 15,-2-4-15,1-3 16,1-6-16,5-9 16,0-8-16,3-9 15,3-9-15,0-4 16,0-7-16,-3-2 15,-6 0-15,-5 5 16,-3 5-16,-7 12 16,7-15-1,-7 15-15,0 0 16,0 0-16,0 0 16,11 45-16,-8 33 15,-5 27-15,-1-2 16,0 4-16,-4-1 15,-5 42 17,-7-8-32,-5-15 15,-8-22-15,1-47 16,-10-8-16,1-9 16,-1-14-16,2-13 15,2-15-15,5-16 16,8-16-16,8-11 15,9-16-15,16-19 16,9-12-16,18-6 16,2 6-1,6 5-15,1 6 16,-1 0-16,4 2 16</inkml:trace>
  <inkml:trace contextRef="#ctx0" brushRef="#br0" timeOffset="64565.36">14761 6058 0,'0'0'0,"0"0"0,0 0 16,-4 5-16,-10 14 16,-13 23-1,-7 13-15,8-8 16,10-9-16,7-10 16,4-9-16,3-8 15,2-11-15,-3 11 16,3-11-16,0 0 15,10-11-15,12-11 16,7-12-16,7-3 16,4 6-1,2 8-15,-4 8 16,-8 6-16,-3 5 16,0 8-16,-2 8 15,4 11-15,2 7 16,-1 7-16,-1 4 15,1 6-15,1-1 16</inkml:trace>
  <inkml:trace contextRef="#ctx0" brushRef="#br0" timeOffset="64897.64">15443 7143 0,'0'0'0,"8"0"0,-8 0 16,36 3 0,4-1-16,5 1 15,9 1-15,2-1 16,-2-3-16,2-5 16,-7-4-16,-3 1 15,-6 0-15,-6 1 16,-9 0-16</inkml:trace>
  <inkml:trace contextRef="#ctx0" brushRef="#br0" timeOffset="65114.2">15503 7524 0,'0'0'0,"0"0"0,0 0 15,0 0-15,4 0 16,-4 0-16,48-8 16,6 1-16,9-2 15,4-1 1,-2 1-16,-2 2 16,-3-1-16,-1-1 15</inkml:trace>
  <inkml:trace contextRef="#ctx0" brushRef="#br0" timeOffset="65682.39">16803 6901 0,'0'0'0,"0"0"16,-3-4-16,3 4 15,-10-10-15,10 10 16,0 0-16,-29-8 16,-19 30-16,-21 8 15,3 13 1,10 2-16,6 2 16,2 4-16,6 6 15,18 23 1,21 11-1,16-13-15,18-6 16,1-38-16,9-15 16,7-17-16,14-19 15,-1-5 1,4-20-16,-8-17 16,-5-2-16,-15-1 15,-9 0-15,-13 8 16,-8 2-16,-9 7 15,-5 4-15,-15 2 16,-6 6-16,-11 4 16,-9 8-16,-9 5 15,-1 5-15,-1 5 16,8 5 0,4 2-16,7 1 15,9 2-15,9 0 16,4 1-16,18-5 15,-24 13-15,24-13 16,-10 17-16</inkml:trace>
  <inkml:trace contextRef="#ctx0" brushRef="#br0" timeOffset="67080.8">13772 6105 0,'0'0'0,"0"0"16,0 0-16,0 0 15,0 0 1,6 1-16,10 3 16,27 3-16,31-2 15,30-7-15,27-10 16,12-10-16,16-5 15,-2-3-15,7 1 16,7-1-16,12-2 16,6 0-16,4 1 15,-2 8 1,-11 7-16,-3 6 16,-18 3-16,-8 3 15,-13-1-15,-10 1 16,-3 0-16,-14 4 15,-15 0-15,-6 4 16,-14 5-16,-8 2 16,-15 2-1,-12 0-15,-8 4 16,-4 7-16,-5 10 16,-3 10-16,-4 4 15,-6 7-15,-4 14 16,-1 10-16,-6 7 15,0 5-15,-2 4 16,1 4-16,-1 11 16,1 2-16,0 4 15,3 2-15,9-1 16,5 69 15,-2-16-31,0-6 16,-5-16-16,-13-64 15,-11 14-15,-4-8 16,-11-13-16,-9-1 16,1-13-16,-6-6 15,-9-9-15,-19-9 16,-12-6 0,-22-4-16,-6-14 15,-10 3-15,-18-5 16,-8-1-16,-22-3 15,-10 2-15,-13 0 16,-3-2-16,13 1 16,-1 2-16,2-1 15,10-1-15,-5 0 16,20 0 0,4 0-16,15-2 15,10-4-15,9-5 16,19-6-16,9-8 15,15-4-15,15-6 16,7-11-16,11-3 16,6-12-16,6-20 15,9-15-15,6-18 16,12-20 0,6 3-16,9-25 15,5-3-15,4-9 16,2-2-16,-1-4 15,-1 10-15,-4 15 16,-11 12-16,-5 23 16,-5 16-16,1 17 15,-2 15-15,0 11 16,-1 5 0,1 11-16,1 6 15,2 7-15,0 5 16,3 11-16,-2-15 15,2 15-15,7-13 16,28-1-16,34-5 16</inkml:trace>
  <inkml:trace contextRef="#ctx0" brushRef="#br0" timeOffset="67965.42">16795 7966 0,'0'0'0,"0"0"0,0 4 15,0-4-15,0 0 16,0 0-16,0 0 16,0 0-16,0 0 15</inkml:trace>
  <inkml:trace contextRef="#ctx0" brushRef="#br0" timeOffset="69364.77">18499 6822 0,'0'0'0,"0"0"16,0 0-16,0 0 15,0 0-15,0 0 16,0 0-16,0 0 16,0 0-16,0 0 15,0 0-15,0 0 16,0 4-1,0-4-15,-3 23 16,-1 6-16,-3 18 16,4 15-16,3 6 15,3 8-15,4-4 16,4 0-16,3-10 16,3-7-16,-2-15 15,-2-11 1,3-5-16,6-6 15,4-8-15,6-7 16,7-5-16,-2-8 16,-2-5-16,-1-6 15,-3-5-15,0-6 16,-4-1-16,-3-1 16,-4-3-16,-4 5 15,-2 2 1,-3 3-16,-3 4 15,-2 3-15,-2 1 16,-2 5-16,-1 4 16,-1 10-16,0-14 15,0 14-15,0 0 16,0-13-16,0 13 16,0 0-16,0 0 15,0 0 1,0 0-16,-1-11 15,1 11-15,0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0-15,0 0 16,0 0-1,0 0-15,2-12 16,-2 12-16,3-10 16,-3 10-16,0 0 15,0 0-15,0 0 16</inkml:trace>
  <inkml:trace contextRef="#ctx0" brushRef="#br0" timeOffset="69714.72">18713 7471 0,'0'0'0,"0"0"0,-4 0 16,4 0-16,0 0 16,0 0-16,0 0 15,-9 17 1,7 6-16,2 14 15,6 14-15,1 5 16,2-2-16,-2 5 16,2-5-16,-1 12 15,-3 1-15,-5-6 16,-2-5-16,-2-3 16,-1 3-16,0-6 15,-1-3-15,1-14 16,1-7-1,2-5-15,-1-7 16,3-4-16,0-10 16,-3 13-16,3-13 15,0 0-15,0 0 16</inkml:trace>
  <inkml:trace contextRef="#ctx0" brushRef="#br0" timeOffset="70014.42">19435 7557 0,'0'0'0,"0"0"16,0 0-16,0 0 15,5 0 1,-5 0-16,32 6 16,1 0-16,6 3 15,2 1-15,0-1 16,-4-5-16,-2-4 16,-3-2-16,-5 0 15,-9 0-15,-18 2 16</inkml:trace>
  <inkml:trace contextRef="#ctx0" brushRef="#br0" timeOffset="70248.45">19229 8018 0,'0'0'0,"0"0"0,0 0 16,0 0-16,22 0 15,30-5 1,30-7-16,5-4 16,7-7-16,-2-2 15,-2-6-15,-6-2 16,6-3-16,4-7 16</inkml:trace>
  <inkml:trace contextRef="#ctx0" brushRef="#br0" timeOffset="70514.25">20620 7141 0,'0'0'0,"0"0"16,0 0-16,0 0 15,0 3-15,0-3 16,0 13-1,0 12-15,0 17 16,0 19-16,0 15 16,-2 1-16,-4 8 15,-4-2-15,0-6 16,-2 5-16,1 0 16,0-2-16,-3 11 31,10-35-31</inkml:trace>
  <inkml:trace contextRef="#ctx0" brushRef="#br0" timeOffset="71747.8">21264 6794 0,'0'0'0,"-1"-3"0,1 3 16,-18-28-16,-21-2 16,-26-6-16,-13 1 15,-14-1-15,-5 0 16,-23-6-16,0 3 15,-10-2 1,1 1-16,-2 7 16,-13-2-16,4 7 15,-11-2-15,0 4 16,11 5-16,-9 0 16,10 5-16,1 0 15,-13-2-15,30 4 16,7 1-16,1-1 15,19 5 1,-2-2-16,2 5 16,14 6-16,7 6 15,13 7-15,12 2 16,5 13-16,4 7 16,3 8-16,6 15 15,9 17-15,1 14 16,11 18-16,7 9 15,8 10-15,5 5 16,1-3 0,3 5-16,1-2 15,2 13-15,2-9 16,5 3-16,0-11 16,4 1-16,4-11 15,6 3-15,51 50 31,-15-33-31,11-3 16,-7-39-16,-24-46 16,18-12-1,18-1-15,13-22 16,10-22-16,22-5 16,-8-21-16,22-3 15,-15 3-15,-3-3 16,11-12-16,-15 2 15,12-1-15,-25 7 16,6 7 0,-14 12-16,-13 9 15,-12 2-15,-15 5 16,1 2-16,-4-1 16,-11 3-16,-12-3 15,-12-7-15,-3-9 16,-2-23-16,-4-16 15,-5-20-15,-8-10 16,-4-5 0,-3-14-16,-1 1 15,0-69 1,0 41 0,0 2-16,4 16 15,1 49-15,3-5 16,-3 14-16,-2 15 15,0 4-15,1 2 16,0 1 0,0 5-16,-2 8 15,0 5-15,-1 7 16,0 13-16,0-13 16,0 13-16,0 0 15,0 0-15,0 0 16,0 0-16,0 0 15,0 0-15,0 0 16,0 0-16,0 0 16,0 0-1,0 0-15,0 0 16,0 0-16,0 0 16,0 0-16,0 0 15</inkml:trace>
  <inkml:trace contextRef="#ctx0" brushRef="#br0" timeOffset="77530.86">13702 9364 0,'-1'-4'0,"1"4"0,-6-11 0,1 1 16,-1-1-16,-2-12 15,2-10-15,0 2 16,1 8-16,2 3 16,-1 5-16,-1 2 15,-4 0-15,9 13 16,-14-16-1,14 16-15,0 0 16,-24 11-16,3 14 16,-1 24-16,3 17 15,5 2-15,0-1 16,7-3-16,2-3 16,7-2-16,6-6 15,1-13-15,2-8 16,0-9-1,-2-6-15,1-6 16,-10-11-16,25 10 16,-3-18-16,7-8 15,3-9-15,-2-3 16,-9 4-16,-5 2 16,-3 5-16,-5 8 15,-8 9-15,18-9 16,0 19-16,4 9 15,0 10 1,-4 3-16,-1 6 16,-1 2-16,-1-3 15,-1 3-15,2-4 16,3-8-16,4-7 16,-1-7-16,3-10 15,0-6-15,2-15 16,2-12-1,1-14-15,-3-27 16,1-14-16,-3-7 16,-8 6-16,-1 6 15,-4 12 1,-4 13 0,-1 18-16,-5 19 15,-2 17-15,0 0 16,0 0-1,17 10-15,4 20 16</inkml:trace>
  <inkml:trace contextRef="#ctx0" brushRef="#br0" timeOffset="77898.45">14614 9664 0,'0'0'0,"0"0"0,0 0 0,0 0 16,0 0-16,0 0 15,0 0-15,12 7 16,8 5-16,10 3 15,5 1-15,2-8 16,3-4 0,4-4-16,2-2 15,-5-2-15,2 0 16,-2 1-16,-3-1 16,-3 0-16,-6-1 15,-10 2-15,-3 0 16,-16 3-16</inkml:trace>
  <inkml:trace contextRef="#ctx0" brushRef="#br0" timeOffset="78164.39">14610 10060 0,'0'0'0,"-3"1"15,3-1-15,0 0 16,0 0-16,-8 10 16,8-10-16,21 13 15,17-4-15,10-5 16,1-7-16,-1-5 16,5-5-16,1-2 15,0-1-15,-6-2 16,-12 0-16,-4 3 15,-5 1 1,0 2-16</inkml:trace>
  <inkml:trace contextRef="#ctx0" brushRef="#br0" timeOffset="83899.68">9623 439 0,'-4'-5'0,"4"5"0,-19-21 15,-1-5 1,-4-2-16,-7 0 16,-7 3-16,-13 3 15,-4 1-15,-8 4 16,-7 1-16,-5 0 15,-11-1-15,-9 0 16,-14-5-16,-4 1 16,-10-3-16,4 7 15,-9 4-15,1 6 16,-9 2 0,-6 4-16,-8 3 15,-8 3-15,0 1 16,0 3-16,-7-3 15,1 0-15,-1 0 16,7 2-16,-5 4 16,10 4-16,0 2 15,13-1-15,11-2 16,8 1-16,14-2 16,6 1-1,9 2-15,4 4 16,4 1-16,-3 3 15,0 6-15,4 4 16,5 5-16,1 6 16,5 5-16,-1 9 15,4 6-15,5 5 16,-1 8 0,10-1-16,4 3 15,10 3-15,11 1 16,9 7-16,11 0 15,8 2-15,9-2 16,9-3-16,11 7 16,8 0-16,13 7 15,11 3-15,15 2 16,24 3 0,12-7-16,17-3 15,5-7-15,8-4 16,11-5-16,4-11 15,13-8-15,0-12 16,9-5-16,-1-5 16,-3-3-16,1-6 15,-1-1-15,8-2 16,-10-5 0,14-5-16,-8-11 15,-4-4-15,-4-7 16,-11-7-16,-4-7 15,1-9-15,-5-14 16,-6-11-16,-10-14 16,-16 0-16,-10-6 15,-11-4-15,2-14 16,-13-4 0,2-14-16,-10 3 15,-5-11-15,-3-2 16,-9 0-16,-7-2 15,-10-5-15,-9 5 16,-8-4-16,-8 5 16,-13 4-16,-10 2 15,-8 1-15,-7 2 16,-12 3-16,-3 13 16,-8 2-16,-9 7 15,-1 4 1,-3 7-16,-1 11 15,1 7-15,-7 9 16,2 8-16,-5 7 16,-6 4-16,2 5 15,1 3-15,6 2 16,-1 5-16,5 0 16,4 3-1,9 2-15,12 4 16,6 0-16,9 0 15,2 0-15,16 0 16,-16 2-16,16-2 16,0 0-16,0 0 15,0 0-15,-16 5 16,16-5-16,0 0 16,0 0-1,0 0-15,0 0 16,0 0-16,0 0 15,-6 10-15,6-10 16,0 0-16,0 0 16,0 0-16,0 0 15,0 0-15,0 0 16,0 0 0,0 0-16,0 0 0,0 0 15,0 0 1,0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0-1,0 0-15,0 0 16,0 0-16,0 0 15,0 0-15,0 0 16,0 0-16,0 0 16,0 0-16,0 0 15,0 0-15,0 0 16,0 0-16,0 0 16,0 0-1,0 0-15,0 0 16,0 0-16,0 0 15,0 0-15</inkml:trace>
  <inkml:trace contextRef="#ctx0" brushRef="#br0" timeOffset="84898.34">15894 9763 0,'0'0'0,"-5"-2"0,5 2 16,0 0-16,-20-4 15,20 4-15,0 0 16,0 0-16,-17-1 16,17 1-16,0 0 15,0 0-15,0 0 16,44-9-16,12-2 15,4-3 1,-1 3-16,-8 0 16,-11 5-16,-6 1 15,-9 3-15,-4 0 16,-5 0-16,-16 2 16,18 0-16,-18 0 15,0 0-15,19 9 16,-19-9-1</inkml:trace>
  <inkml:trace contextRef="#ctx0" brushRef="#br0" timeOffset="85314.08">16596 9296 0,'0'0'0,"0"0"16,0 0-16,0 0 16,0 0-16,0 0 15,1 8-15,1 17 16,4 21-16,-2 19 16,-4 8-16,0 2 15,-4 1-15,-4 8 16,0-1-1,0-3-15,2-4 16,-4 14 0,3-5-1,0-17-15,4-20 16,3-25-16,-2-9 16,2-14-16,0 15 15,0-15-15,0 0 16,0 0-16,0 11 15,0-11-15,0 0 16,0 0 0,35-20-16</inkml:trace>
  <inkml:trace contextRef="#ctx0" brushRef="#br0" timeOffset="88464.87">17209 10049 0,'0'0'0,"0"0"16,0 0-16,0 0 16,0 0-16,0 0 15,0 0 1,0 0-16,7-1 16,-7 1-16,31-3 15,-2 0-15,1 1 16,3-2-16,3 0 15,-1 0-15,3 0 16,1 0-16,-4 0 16,0 3-1,-3 1-15,-1 2 16,-2 2-16,-5-1 16,1-1-16,-5 1 15,1 0-15,-2 1 16,-2 0-16,-17-4 15,27 5-15,-27-5 16,25-3-16,-25 3 16,23-29-1</inkml:trace>
  <inkml:trace contextRef="#ctx0" brushRef="#br0" timeOffset="88814.71">17515 9741 0,'0'0'0,"0"0"0,0 0 0,0 0 16,0 0-16,0 0 15,1 5-15,1 6 16,4 16-16,2 13 15,1 3-15,-1 10 16,-2-1-16,-2 2 16,0 2-16,-2-2 15,1 6-15,-1-3 16,-2-12 0,-2-8-16,1-8 15,0-5-15,0-4 16,1-6-16,-2-3 15,2-11-15,-2 13 16,2-13-16,0 0 16</inkml:trace>
  <inkml:trace contextRef="#ctx0" brushRef="#br0" timeOffset="90431.98">18472 9599 0,'0'0'0,"0"0"0,0 0 15,0 0-15,0 0 16,0 0-16,-4 0 16,4 0-16,0 0 15,-3 15-15,1 12 16,2 15 0,4 14-16,1 4 15,2 5-15,1 6 16,2 31-1,1 12 1,-7-11-16,-6-22 16,-1-33-16,-1-7 15,0-2-15,2-4 16,0-1-16,-1 2 16,1-7-1,1-4-15,0-8 16,1-7-16,0-10 15,0 15-15,0-15 16,0 0-16,0 0 16</inkml:trace>
  <inkml:trace contextRef="#ctx0" brushRef="#br0" timeOffset="92183.14">19330 9298 0,'0'0'0,"0"0"0,0 0 0,0 0 16,-3 0 0,3 0-16,0 0 15,0 0-15,-19 11 16,2 4-16,-8 18 15,-4 13-15,1 11 16,3 19-16,1 10 16,1 6-16,6 4 15,0 1-15,-3 61 32,6-5-32,13-9 15,9-17-15,3-56 16,10 2-1,1-11-15,5-21 16,9 4-16,-4-7 16,0-13-16,9 17 15,-8-11-15,14 15 16,-2-1-16,-15-16 16,-5-6-16,-25-23 15,18 12-15,-18-12 16,0 0-1,17 7-15,-17-7 16,0 0-16,0 0 16,17 3-16</inkml:trace>
  <inkml:trace contextRef="#ctx0" brushRef="#br0" timeOffset="93931.2">20419 8523 0,'0'0'0,"0"0"15,-3-3 1,3 3-16,0 0 16</inkml:trace>
  <inkml:trace contextRef="#ctx0" brushRef="#br0" timeOffset="94480.87">19653 9821 0,'0'0'0,"0"0"16,0 0-1,0 0-15,0 0 16,1 8-16,3 14 16,3 19-16,3 22 15,-4 10-15,-2 21 16,-2 3-16,-2-1 31,1-6-15,-1-30-16,0-10 15,0-16-15,0-4 16,0-5-16,0-4 16,0-10-16</inkml:trace>
  <inkml:trace contextRef="#ctx0" brushRef="#br0" timeOffset="95514.06">20026 10366 0,'0'0'16,"-1"-2"-16,1 2 0,-8-13 15,8 13-15,-9-16 16,9 16-16,0 0 16,-12-11-16,12 11 15,0 0-15,0 0 16,0 0-16,0 0 15,38-9-15,8 6 16,5-1-16,-4 0 16,-1-1-1,-2 0-15,-10 0 16,-3 0-16,-8 2 16,-5 0-16,-18 3 15,22-2-15,-22 2 16</inkml:trace>
  <inkml:trace contextRef="#ctx0" brushRef="#br0" timeOffset="96047.71">20788 10034 0,'0'0'0,"0"0"16,0-2-16,0 2 16,0 0-1,0 0-15,0 0 16,0 0-16,-25 24 16,9 0-16,0 10 15,5 7-15,2 0 16,7 0-16,2-1 15,7-2-15,2-2 16,6-10 0,10-6-1,2-5 1,2-6-16,3-12 16,3-18-16,-2-14 15,-3-8-15,-10 1 16,-6 3-16,-6-4 15,-16-5-15,-7 3 16,-10 7-16,-7 10 16,-3 8-16,-3 4 15,-4 7 1,-2 2-16,7 1 16,2 5-16,11 1 15,3 1-15,21-1 16,-24 5-16,24-5 15,0 0-15</inkml:trace>
  <inkml:trace contextRef="#ctx0" brushRef="#br0" timeOffset="96680.68">21230 8977 0,'0'0'0,"0"3"0,0-3 16,0 0-16,5 11 16,4 15-16,6 16 15,8 20 1,1 6-16,2 3 16,7 9-16,6 9 15,6 4-15,16 56 31,-41 21-31,-3-11 16,-20 0-16,-8-69 16,-6 4-16,-14-15 15,-4 3-15,-9-4 16,-8-5 0,11-22-16,9-20 15,6-9-15,10-8 16,1-2-16,15-12 15,-18 14-15,18-14 16,0 0-16,0 0 16</inkml:trace>
  <inkml:trace contextRef="#ctx0" brushRef="#br0" timeOffset="97114.61">21885 10203 0,'0'0'0,"0"0"16,0 0-16,0 0 15,1 4 1,-1-4-16,11 9 16,-11-9-16,43 10 15,-1-12-15,5 0 16,3-2-16,6 0 15,4-1-15,-5-1 16,-10-1-16,-5 2 16,-6 1-16,-9 1 15,-7 3-15,-18 0 16</inkml:trace>
  <inkml:trace contextRef="#ctx0" brushRef="#br0" timeOffset="97414.97">21764 10560 0,'1'2'0,"-1"-2"0,0 0 15,6 22-15,-2-12 16,7 2-16,12-2 15,10-4-15,12-6 16,13-4-16,6-1 16,-2-2-16,-3 3 15,-1-7-15,-6-3 16,-8 1 0,-11 3-16,-8 2 15,-7 3-15,-18 5 16,29-9-16,-12 7 15,2 0-15</inkml:trace>
  <inkml:trace contextRef="#ctx0" brushRef="#br0" timeOffset="103097.6">22080 9381 0,'0'0'0,"0"0"0,0 0 16,0 0-16,-4 1 16,4-1-1,0 0-15,0 0 16,0 0-16,0 0 16,-18 0-16,18 0 31,0 0-31,-18 5 15,3 15-15,-7 26 16,4 14-16,-1 11 16,3 19-16,-1 26 15,3 4 1,0 9-16,-2 26 16,2-18-16,1 28 15,8-25-15,1-11 16,8-6-16,5-48 15,11-15-15,5-18 16,11 14-16,5 7 16,-6-9-16,2-11 15,26-25 1,-12-11-16</inkml:trace>
  <inkml:trace contextRef="#ctx0" brushRef="#br0" timeOffset="103598.13">22202 10230 0,'0'0'0,"0"0"0,0 0 0,-5-2 15,5 2-15,-16 1 16,-1 4-16,-1 22 16,-5 31-16,5 21 15,12 30 17,1-23-32,16-14 15,7-9-15,1-15 16,12-10-16,5-12 15,-1-13-15,8-8 16,-6-7-16,-3-10 16,6-15-1,2-12-15,3-16 16,-12-13-16,-13 1 16,-7-4-16,-17 0 15,-5 9-15,-12 7 16,-8 7-16,-7 10 15,-18 14-15,-7 10 16,-8 16-16,6 13 16,4 5-16,12 5 15,18 3 1,10 4-16</inkml:trace>
  <inkml:trace contextRef="#ctx0" brushRef="#br0" timeOffset="104114.17">22609 9416 0,'0'0'0,"0"0"16,0 0-16,3 4 15,5 9-15,12 20 16,15 22-16,6 12 15,2 13-15,4 16 16,-10 14-16,-6 8 16,-3 11-16,-7-12 15,-4 80 17,-16-29-32,-12 9 15,-17-28-15,0-67 16,-50 18-16,32-33 15,-4-4-15,15-15 16,13-14-16,-23 29 16,4-20-16,17-22 15,5-10-15,19-11 16,-19-6 0,-16-12-16</inkml:trace>
  <inkml:trace contextRef="#ctx0" brushRef="#br0" timeOffset="105330.85">23317 10341 0,'0'0'0,"0"0"0,0 0 0,0 0 0,0 0 16,0 0-16,0 0 15,0 0-15,13 0 16,7 0-16,11-2 16,11 1-1,0-2-15,1 0 16,3 1-16,-1 0 15,-3-1-15,-5 3 16,-8 2-16,-11-1 16,-18-1-16</inkml:trace>
  <inkml:trace contextRef="#ctx0" brushRef="#br0" timeOffset="105531.87">23309 10560 0,'0'0'0,"-1"1"0,1-1 16,-3 14-16,3 1 16,0-15-16,7 16 15,9-12-15,24 6 16,18-3-16,6-3 16,-1-5-1,-13-6-15,-6 2 16,-7-3-16,-7 2 15</inkml:trace>
  <inkml:trace contextRef="#ctx0" brushRef="#br0" timeOffset="108432.05">23999 10393 0,'0'0'0,"0"0"0,0 0 0,0-2 0,0 2 16,0 0-16,0 0 15,0 0-15,0 0 16,0 0-16,0 0 15,0 0 1,0 0-16,0 0 16,0 0-16,32-8 15,-6 8-15,1 0 16,0 0-16,-1-2 16,1 0-16,1-2 15,0-2 1,-3-1-16,-5 0 15,-20 7-15,25-9 16,-25 9-16,0 0 16</inkml:trace>
  <inkml:trace contextRef="#ctx0" brushRef="#br0" timeOffset="109097.07">24498 9877 0,'0'0'0,"0"-2"0,0 2 16,0 0-16,0 0 15,0 0-15,0 0 16,-7 11-1,2-1-15,-3 8 16,-1 7-16,0 10 16,2 8-16,-2 11 15,2 8-15,0-1 16,0-1-16,1-7 16,1-4-16,-2 0 15,1-1-15,2-3 16,1-7-16,-1-2 15,1-4-15,1-2 16,0-5 0,2-8-16,-2-4 15,1-1-15,1 0 16,1-2-16,1 0 16,-2 2-16,0-12 15,3 14-15,-3-14 16,3 12-16,-3-12 15,0 0-15,-3 11 16,3-11 0,0 0-16,0 0 15,0 0-15,0 0 16,0 0-16,-7 11 16,7-11-16,0 0 15,0 0-15,0 0 16,0 0-16,0 0 15,0 0-15,0 0 16,0 0 0,0 0-16,0 11 15,0-11-15,0 0 16,0 0-16,-5 11 16</inkml:trace>
  <inkml:trace contextRef="#ctx0" brushRef="#br0" timeOffset="116597.28">13839 10771 0,'0'0'0,"-4"-4"0,4 4 16,0 0-16,-14-11 15,14 11 1,0 0-16,0 0 16,-20 13-16,6 22 15,0 19-15,4 15 16,5 6-16,1 2 16,3 1-16,-1 8 15,-1 7-15,1 2 16,0-9-1,0-10-15,-2-8 16,-6 2 0,-4-6-1,0-15-15,-2-14 16,7-15-16,2-10 16,7-10-16,-14 11 15,14-11-15,0 0 16,-18-2-16,14-11 15,2-9-15,3-10 16,7-9 0,9-5-16,6-3 15,8-2-15,3 8 16,-2 8-16,-3 7 16,-2 9-16,-1 6 15,-2 4-15,3 9 16,5 13-16,1 10 15,0 12-15,-5 8 16,-3 2 0,-6 2-16,-6-6 15,-5-4-15,-12 4 16,-12 5-16,-6-5 16,-12-1-16,4-11 15,-3-2-15,-18-6 16,-7-4-16,-1-5 15,4-3 1,19-6-16,9 0 16,9-2-16,18-1 15,-18-1-15,18 1 16,0 0-16</inkml:trace>
  <inkml:trace contextRef="#ctx0" brushRef="#br0" timeOffset="117080.29">14493 11554 0,'0'0'0,"0"0"0,0 0 0,0 0 16,-4 0-16,4 0 15,0 0-15,0 0 16,35 4-16,3 2 16,7 3-16,-1-1 15,0 0-15,1 0 16,1 0-16,-1-1 15,-4-1-15,-6 1 16,-4-3 0,-4 0-16,-1 0 15,-26-4-15</inkml:trace>
  <inkml:trace contextRef="#ctx0" brushRef="#br0" timeOffset="117347.41">14536 12030 0,'0'0'0,"0"0"16,0 0-16,0 0 15,4 4-15,-4-4 16,28 22-16,10-7 15,10-2-15,1-6 16,-9-4 0,-1-3-16,-1-3 15,7-2-15,4-2 16,-4 2-16,-4-2 16</inkml:trace>
  <inkml:trace contextRef="#ctx0" brushRef="#br0" timeOffset="119513.65">15626 11907 0,'0'0'0,"0"0"16,0 0-16,0 0 15,0 0 1,0 0-16,15 2 16,14 0-16,14 2 15,11-1-15,3-3 16,1-3-16,-3-1 15,-10 0-15,-4 0 16,-7 0-16,-6 0 16,-3-1-16,-1 0 15,-4-1 1,-20 6-16,24-5 16,-24 5-16,0 0 15,22-8-15,-22 8 16,18-6-16</inkml:trace>
  <inkml:trace contextRef="#ctx0" brushRef="#br0" timeOffset="119864.22">16496 11469 0,'0'0'0,"0"0"0,0 0 0,-3-2 0,3 2 16,0 0-16,0 0 16,0 0-16,-16 21 15,6 37-15,-2 29 16,3 8 0,3-3-16,-1-3 15,4-7-15,0-13 16,0 0-16,1-8 15,-3-9-15,0-10 16,-1-10-16,1-6 31,0 1-31,2-7 16,3-2-16,5 0 16,0-3-1</inkml:trace>
  <inkml:trace contextRef="#ctx0" brushRef="#br0" timeOffset="120897.94">16834 11989 0,'0'0'0,"0"0"0,0 0 0,0 0 16,0 0-1,0 0-15,10-3 16,-10 3-16,23-9 15,-7 2-15,6 0 16,2-2-16,5-2 16,3 0-16,4 0 15,0 2-15,5 0 16,-1 1 0,-5 2-16,-3 0 15,-1 4-15,0 0 16,-2 4-16,-1-2 15</inkml:trace>
  <inkml:trace contextRef="#ctx0" brushRef="#br0" timeOffset="121197.28">17049 11744 0,'0'0'0,"0"0"0,0 0 0,0 0 16,0 0-16,-1 4 15,1-4-15,-11 34 16,1 13-16,0 20 16,6 4-1,4-8-15,3-6 16,0 6-1,-1-2 1,1-6-16,1-10 16,-1-16-16,1-16 15</inkml:trace>
  <inkml:trace contextRef="#ctx0" brushRef="#br0" timeOffset="121534.31">17665 11609 0,'0'0'0,"0"0"0,-4-2 16,4 2-16,0 0 15,0 0 1,0 0-16,-20 33 15,9 17-15,-2 21 16,-3 12-16,1-1 16,-5 35-1,5-4 1,8-15-16,4-26 16,3-38-16,0-13 15,0-5-15,0-4 16,0 0-1,1 0-15,0 5 16</inkml:trace>
  <inkml:trace contextRef="#ctx0" brushRef="#br0" timeOffset="122230.1">18314 11553 0,'0'0'0,"-4"3"0,-6 12 15,-21 32-15,-8 31 16,3 23-16,11-4 16,0 15-16,6 6 15,9-18-15,4-12 16,7-26-1,-1-3-15,3 9 16,4-1-16,15-16 16,25-13-16,14-15 15,5-14-15,-17-9 16,2-24-16</inkml:trace>
  <inkml:trace contextRef="#ctx0" brushRef="#br0" timeOffset="122497.35">18664 11936 0,'0'0'0,"0"0"0,0 0 16,-7 12-1,-4 16-15,-4 26 16,3 11-16,4 6 16,6-4-16,5 0 15,1-4-15,0-15 16,3-11-16</inkml:trace>
  <inkml:trace contextRef="#ctx0" brushRef="#br0" timeOffset="122716.27">18777 12390 0,'0'0'0,"0"0"0,4-1 16,-4 1-1,27-8-15,-7 3 16,3 0-16,6 0 16,10 2-16,-4 8 15,15-5-15,0-5 16,-24-7-16</inkml:trace>
  <inkml:trace contextRef="#ctx0" brushRef="#br0" timeOffset="123130.18">19451 12211 0,'-5'4'0,"5"-4"0,-19 21 16,-9 13-1,1 0-15,4 14 16,21-11-16,2-9 16,4-5-16,3 8 15,7 8-15,13-11 16,-11-27-16,4-18 16,5-5-16,-3 4 15,5-5-15,0 2 16,7-19-16,-15-14 15,-17-8 1,-7-1-16,-2 34 16,-11 0-16,4 7 15,-3 6-15,-15 5 16,-1 11-16,-6 3 16,12 2-16,8 3 15,-7 4-15</inkml:trace>
  <inkml:trace contextRef="#ctx0" brushRef="#br0" timeOffset="123430.23">19541 11826 0,'0'0'0,"0"0"15,0 0-15,5 1 16,-5-1-16,31 28 15,-2 16 1,7 21-16,-7 12 16,-5-11-16,-4 11 15,-3 3-15,-7-12 16,-1 35-16,-18-9 16,-8-29-16,1-1 15,3-30 1,2-3-16,2-5 0,-2-5 15,-11 10 1,-6-3-16,-9-1 16</inkml:trace>
  <inkml:trace contextRef="#ctx0" brushRef="#br0" timeOffset="123779.94">20035 11860 0,'0'0'0,"0"0"0,0 0 15,-3 6-15,-6 4 16,-5 6-16,-8 8 15,3 8 1,-3 26-16,0 3 16,8-14-16,1 0 15,9 11-15,4 2 16,6 7-16,3-19 16,11-21-1,20 2 1,-3-14-16,-2-4 15</inkml:trace>
  <inkml:trace contextRef="#ctx0" brushRef="#br0" timeOffset="124013.56">20244 12153 0,'0'0'0,"0"4"0,-4 9 15,-5 24-15,1 17 16,7-3-16,1-10 16,1-9-16,-1-3 15,0-4-15,0-3 16</inkml:trace>
  <inkml:trace contextRef="#ctx0" brushRef="#br0" timeOffset="124364.07">20300 11869 0,'0'0'0,"2"5"0,-2-5 16,11 14 0,4 3-16,9 13 15,9 9-15,6 6 16,-5 2-16,-11 6 16,-7 18-16,0 0 15,-5-9-15,-22-2 31,-27 14-31,-19 22 16,-3-10 0,25-50-16,-6-9 15,-8-3-15,5-8 16,-6 2-16,10-10 16,10-6-16</inkml:trace>
  <inkml:trace contextRef="#ctx0" brushRef="#br0" timeOffset="124814.12">21025 12286 0,'0'2'0,"0"-2"16,18 11-16,11 4 15,-1-9-15,-4-18 16,0-38-16,-13 14 16</inkml:trace>
  <inkml:trace contextRef="#ctx0" brushRef="#br0" timeOffset="125030.88">20778 12734 0,'0'-4'0,"0"-9"15,2 3-15,3-10 16,18-16-16,23 0 16,21-15-16,-13 43 15,15 20-15,-24-12 16,6 4-16,3-28 15,-16-20-15</inkml:trace>
  <inkml:trace contextRef="#ctx0" brushRef="#br0" timeOffset="129099.95">21981 12266 0,'-11'-20'0,"4"-4"15,-3-2-15,-3-7 16,7 12-16,1 6 16,5 15-16,-4-11 15,4 11-15,0 0 16,-15-17-16,15 17 16,-32-8-1,2 20-15,-5 12 16,-3 3-16,7 10 15,2 8-15,-1 21 16,8-11-16,7-3 16,10 18-16,2-11 15,14 13-15,5-19 16,14-10-16,34 2 31,12-12-15,3-13-16,-10-19 15,-25-5-15,2-6 16,0-15-16,-5-4 16,-9-4-16,-6-6 15,-8-2-15,-11-7 16,-5-9-16,-16-5 16,-8 1-16,-8 2 15,-5 3 1,-4 7-16,-1 3 15,-2 8-15,5 10 16,3 9-16,-7 6 16,-8 6-16,-5 10 15,1 5-15,6 11 16,2 6-16,-1 5 16</inkml:trace>
  <inkml:trace contextRef="#ctx0" brushRef="#br0" timeOffset="131397.01">12897 2274 0,'0'0'0,"0"0"0,0 0 16,0 0-16,13 5 15,21 5 1,31-3-16,15-5 15,7-4-15,6-2 16,6-2-16,5-5 16,6-2-16,7 0 15,2-5-15,4 3 16,-2 0-16,-3 0 16,-1 2-16,2 1 15,-4 5 1,4 2-16,-10 2 15,-5 1-15,-8-1 16,-4 1-16,-3-1 16,-7 0-16,-1 0 15,-5 1-15,0-3 16,-7-2-16,0-2 16,-5 0-16,-5-4 15,0 2-15,-1-1 16,-7 1-16,-5 0 15,-7 2 1,-8 1-16,-4 3 16,-6-3-16,0 4 15,-2 0-15,-4-1 16,-15 5-16,20-3 16,-20 3-16,0 0 15,0 0-15,0 0 16,15-1-16,-15 1 15,0 0 1,0 0-16,0 0 16,0 0-16,0 0 15,0 0-15,0 0 16,0 0-16,0 0 16,0 0-16,0 0 15,0 0-15,0 0 16,0 0-1,0 0-15,0 0 16,0 0-16,0 0 16,0 0-16,0 0 15,0 0-15,0 0 16,0 0-16,0 0 16,0 0-16,0 0 15,0 0-15,0 0 16,0 0-16,0 0 15,0 0 1,0 0-16,0 0 16,0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 1,0 0-16,0 0 16,0 0-16,0 0 15,0 0-15,0 0 16,0 0-16,0 0 16,0 0-16,0 0 15,0 0-15,17 3 16,-17-3-16</inkml:trace>
  <inkml:trace contextRef="#ctx0" brushRef="#br0" timeOffset="132730.34">20811 12389 0,'0'0'0,"-5"-5"0,5 5 0,0 0 16,-14-13-16,14 13 16,-10-11-16,10 11 15,0 0-15,0 0 16,0 0-16,0 0 15,0 0-15,0 0 16,0 0-16,45-5 16,3 8-1,7-3-15,-3-1 16,-2-2-16,-8 0 16,-1-3-16,-5-1 15,-4 1-15,-2 0 16,-6 0-16,-8 2 15,-16 4-15,19-4 16,-19 4 0,0 0-16,23-3 15,-7 2-15,8-3 16</inkml:trace>
  <inkml:trace contextRef="#ctx0" brushRef="#br0" timeOffset="141897.06">18415 11176 0,'0'0'0,"0"0"0,0 0 0,0 3 15,0-3-15,0 0 16,0 0-16,0 0 16,0 0-16,0 0 15,0 0-15,37-3 16,0-7-16,7-8 15,3-6-15,5-10 16,0-4-16,4-5 16,0-5-1,2-2-15,4-3 16,1-3-16,7-5 16,2-1-16,6-1 15,2-1-15,8-1 16,8-5-16,2-4 15,2 0-15,-1 1 16,-1-1-16,-1 1 16,2 0-16,-4 2 15,0 0 1,5-2-16,-1 0 16,2-1-16,-1 3 15,-4 2-15,-5 3 16,1 3-16,-2-2 15,-1 1-15,3 2 16,0-2 0,4-2-16,-4 2 15,1 0-15,-6 4 16,-1 5-16,-2 0 16,-2 5-16,0-1 15,-3 4-15,-9 4 16,2 0-16,-6 4 15,1-1-15,-2 2 16,-5 2-16,-4 2 16,-1-1-16,-5 4 15,-4 3 1,-8 1-16,-10 9 16,-7 1-16,-1 1 15,-3 2-15,-3 1 16,-4 2-16,-10 11 15,14-14-15,-14 14 16,0 0-16,9-12 16,-9 12-1,0 0-15,-9-12 16,9 12-16,-30-14 16,6 4-16,-10 3 15,-17 4-15,-11 6 16,-12 4-16,1 4 15,7 1-15,4 0 16,9 0-16,10 0 16,2-1-16,2 2 15,2 0 1,5-2-16,9-4 16,7-2-16,16-5 15,0 0-15,-18 6 16,18-6-16,0 0 15,0 0-15,0 0 16,27 6-16,21-1 16,11-3-1,6-2-15,3 0 16,-4-3-16,-9 1 16,-8-1-16,-5 0 15,1 1-15,-2-1 16,-8 1-16,-7 1 15,-8 2-15,-18-1 16,23 14-16,-14 2 16,-5 9-16,-5 8 15,-9 11 1,-10 9-16,-8 5 16,-6-3-16,3-6 15,1-4-15,1-4 16,3-2-16,1 0 15</inkml:trace>
  <inkml:trace contextRef="#ctx0" brushRef="#br0" timeOffset="145450.07">23490 8057 0,'0'0'0,"0"0"16,0 0-16,-2-3 15,2 3-15,0 0 16,0 0-16,0 0 16,0 0-16,-17-5 15,17 5-15,0 0 16,-24 9-16,24-9 16,-33 18-16,10 3 15,-4 9 1,-1 11-16,4 5 15,1 8-15,8 0 16,1-4-16,4-2 16,2-2-16,3-1 15,3-2-15,3-2 16,5-5-16,5-5 16,4-5-16,11-3 15,10-5-15,11-4 16,7-11-1,-4-10-15,0-10 16,1-9-16,1-6 16,-5-7-16,-3-4 15,-9-6-15,-7 1 16,-5-2-16,-8 4 16,-11-2-16,-8 0 15,-6 0-15,-9 3 16,-4 8-1,-11 3-15,-13 7 16,-14 9-16,-20 12 16,-13 16-16,-3 13 15,-3 9-15</inkml:trace>
  <inkml:trace contextRef="#ctx0" brushRef="#br0" timeOffset="150964.84">17306 11409 0,'0'0'0,"2"-4"0,-2 4 0,2-28 16</inkml:trace>
  <inkml:trace contextRef="#ctx0" brushRef="#br0" timeOffset="151880.26">23648 11032 0,'0'0'0,"0"0"15,0 0-15,0 0 16,4-2-16,-4 2 16,0 0-16,36-11 15,9 0-15,13-3 16,9 0 0,9 4-16,3 3 15,-3 3-15,-1 5 16,2 2-16,-1 2 15,-6-3-15,-16 0 16,-8 0-16,-4 0 16,-4-1-16,-7 0 15,-10 0-15,-21-1 16,23 0-16,-23 0 16,0 0-16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8T11:18:19.130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5039 876 0,'0'0'0,"0"0"15,0 0-15,-2-2 16,2 2-16,0 0 16,0 0-16,0 0 15,-8-11-15,8 11 16,0 0-1,-14 17-15,-12 25 0,-14 44 16,-7 19 0,2 3-16,-1 2 15,3-3-15,11-6 16,12-10-16,10-17 16,8-20-16,6-20 15,10-14-15,7-10 16,14-16-16,15-29 15,13-27-15,2-9 16,-8 1 0,-14 13-16,-7 13 15,-10 12-15,-7 11 16,0 10-16,3 14 16,1 13-16,-2 18 15,-4 22-15,3 11 16,0 3-16,-2-10 15,-1-11-15,4-16 16,19-24 15,31-38-31,26-53 16,-11-25-16,-29 23 16,-8-11-16,-13 9 15,-13 11-15,-14 20 16,-6 17-16,-5 13 15,1 13-15,1 12 16,0 0 0</inkml:trace>
  <inkml:trace contextRef="#ctx0" brushRef="#br0" timeOffset="266.67">5915 1494 0,'0'0'0,"0"5"16,1 6-16,1 28 15,2 31-15,-1 17 16,-7 3-16,-8 7 16,-6-2-16,1-5 15,-2-11-15,-2-2 16,2-3-16,1-12 15,5-13-15,3-17 16,6-12 0</inkml:trace>
  <inkml:trace contextRef="#ctx0" brushRef="#br0" timeOffset="552.26">6293 1585 0,'0'0'0,"0"0"0,0 0 16,0 0-16,0 0 16,8 4-16,22 8 15,23 7-15,14-6 16,10-6-16,0-5 15,1-5-15,-5-6 16,-4-2-16,-4-1 16,-6 2-1,-11 2-15,-7 2 16,-14 2-16,-27 4 16</inkml:trace>
  <inkml:trace contextRef="#ctx0" brushRef="#br0" timeOffset="783.29">6326 2146 0,'0'0'0,"0"0"0,0 0 0,0 0 16,0 0-16,2 4 16,17 5-16,37-4 15,21-2-15,7-12 16,2-6-16,-5-5 15,-5-5-15,-13-2 16,-8 3-16,-6 4 16,-12 3-1,-6 6-15,4 5 16</inkml:trace>
  <inkml:trace contextRef="#ctx0" brushRef="#br0" timeOffset="1333.19">7711 1669 0,'0'0'0,"0"0"0,0 0 16,0 0-16,0 0 16,0 0-16,0 0 15,14 4-15,16 0 16,19-10-16,10-8 15,-3-7-15,-2 0 16,-2 1 0,-9 1-16,1 1 15,-7 2-15,-10 5 16,-4 3-16,-23 8 16,22-9-16</inkml:trace>
  <inkml:trace contextRef="#ctx0" brushRef="#br0" timeOffset="1951.06">8746 820 0,'0'0'0,"0"0"0,0 0 0,0 5 0,0 18 15,0 23-15,-4 31 16,-3 5-16,1 7 16,-4 12-16,2-13 15,-2 7-15,-3 21 16,-1-2-16,-1 7 15,1-15-15,3-17 16,0-6 0,3-18-16,2-12 0,1-17 15,2-10 1,4-2-16,8-9 16,7-6-16,9-11 15</inkml:trace>
  <inkml:trace contextRef="#ctx0" brushRef="#br0" timeOffset="3050.43">11310 781 0,'0'0'0,"0"0"0,0 0 16,0 0 0,-1 11-16,-1 17 15,-3 30-15,-2 25 16,-2 9-16,-4 18 15,-8 4-15,-8 7 16,-1 8-16,4-17 16,-3 15 15,2-21-31,2-31 16,6-21-16,8-34 15,5-10-15,6-10 16,0 0-16,-20-18 15,16-27-15,5-22 16,17-10-16,4 3 16,8 2-16,8 8 15,7 9 1,3 12-16,2 6 16,3 10-16,5 9 15,6 8-15,4 7 16,-1 14-16,-7 6 15,-8 9-15,-14 5 16,-4 12-16,-13 15 16,-11 8-16,-21 9 15,-21-1-15,-19 2 16,-13 5 0,-2-14-16,1-13 15,-7-15-15,3-13 16,0-5-16,7-10 15,9-6-15,6-8 16,5-4-16,13-5 16,8 1-16,7 0 15,8 1-15,8-12 16</inkml:trace>
  <inkml:trace contextRef="#ctx0" brushRef="#br0" timeOffset="3350.47">12159 1764 0,'0'0'0,"0"0"16,0 0-16,0 0 15,2 2-15,-2-2 16,28 15-16,8-4 16,22-3-16,11-5 15,5-9 1,2-7-16,-3-3 16,-2-4-16,-10 3 15,-4 2-15,-8 2 16,-8 1-16,-9 3 15</inkml:trace>
  <inkml:trace contextRef="#ctx0" brushRef="#br0" timeOffset="3600.02">12126 2153 0,'0'0'0,"0"0"0,0 0 15,-3 3-15,3-3 16,0 0-16,14 11 16,24 0-16,28-7 15,17-8-15,11-9 16,-10-6-16,0-3 16,-4-1-1,-3-4-15,8-7 16,-3-1-16</inkml:trace>
  <inkml:trace contextRef="#ctx0" brushRef="#br0" timeOffset="4050.02">14000 1367 0,'0'0'0,"0"0"0,0 0 0,-7 0 0,7 0 16,-43 13-16,-7 13 16,-11 17-16,-5 11 15,0 7-15,9 1 16,10 2-16,9-4 16,12-10-1,8-5-15,7-1 16,6-1-16,10 4 15,25-6 1,33-19 0,30-30-16,3-33 15,-26-12-15,-3-9 16,-8-18-16,-9-14 16,-14 6-1,-14-1-15,-15 11 16,-11 12-16,-7 11 15,-8 11-15,-5 11 16,-15 3-16,-12 1 16,-14 10-16,-9 5 15,-11 8-15,-5 8 16,-9 8-16</inkml:trace>
  <inkml:trace contextRef="#ctx0" brushRef="#br0" timeOffset="5800.32">3239 3171 0,'0'0'0,"0"0"16,0 0-16,0 0 15,4 4-15,15 11 16,24 21-16,22 14 16,4-4-1,11 6-15,1-4 16,-5-3-16,-3-5 15,-7-1-15,0-1 16,-4-3-16,-9-4 16,-10-4-16,-8-7 15</inkml:trace>
  <inkml:trace contextRef="#ctx0" brushRef="#br0" timeOffset="6018.66">4029 3173 0,'0'0'0,"0"0"15,0 0-15,0 0 16,-9 9-16,-17 19 16,-25 34-16,-11 20 15,2 2-15,-8 13 16,7-7-1,2-3-15,10-2 16,16-15-16,10-3 16,10-1-16,7-20 15</inkml:trace>
  <inkml:trace contextRef="#ctx0" brushRef="#br0" timeOffset="6649.88">2770 4521 0,'0'0'0,"0"0"0,0 0 16,0 0-16,0 0 16,7 0-16,15 0 15,53 0-15,46 0 16,29 0-16,4 0 15,11-3 1,21-4-16,-13 1 16,28 0-16,6-1 15,8-2-15,17-4 16,-9-8-16,0-9 16,-6-2-16,-26 1 15,-22 6-15,-6-1 16,-27 6-16,-15 4 15,-16 2 1,-23 3-16,-18 0 16,-21 0-16,-19 1 15</inkml:trace>
  <inkml:trace contextRef="#ctx0" brushRef="#br0" timeOffset="7016.17">4825 3122 0,'0'0'0,"0"3"0,0 8 15,4 41-15,-1 69 16,-2 30-1,-1 27-15,0 32 16,3-7-16,5 25 16,7-17-16,3 3 15,2 11-15,1-24 16,-3 6-16,-1-9 16,0-9-16,-1-7 15,-4-25-15,0-22 16,-4-32-16,-4-34 15,-3-28 1,-1-23-16</inkml:trace>
  <inkml:trace contextRef="#ctx0" brushRef="#br0" timeOffset="7301.29">5287 3173 0,'0'0'0,"0"0"0,0 0 0,0 0 15,1 2-15,7 22 16,10 28-16,16 17 15,11 2 1,0-11-16,1-1 16,0-6-16,1-8 15,10-4-15,7-2 16,-5-7-16,1-6 16</inkml:trace>
  <inkml:trace contextRef="#ctx0" brushRef="#br0" timeOffset="7534.18">6178 3011 0,'0'0'0,"0"0"16,-4 4-16,-21 23 15,-35 42-15,-16 28 16,19-7-16,13-10 15,2 2 1,7-15-16,3-5 16,1-1-16,3-5 15,2-5-15,5-4 16</inkml:trace>
  <inkml:trace contextRef="#ctx0" brushRef="#br0" timeOffset="7732.78">5790 3895 0,'0'0'0,"0"0"0,0 0 16,0 0-16,0 4 15,0-4-15,0 30 16,0 10-16,2 8 16,1 4-16,1 8 15,0-4-15,1 5 16,-2 2-16,1-5 15</inkml:trace>
  <inkml:trace contextRef="#ctx0" brushRef="#br0" timeOffset="8549.83">3882 4770 0,'0'0'0,"0"0"0,0 0 0,-9 8 16,-11 16-1,-19 19-15,-4 17 16,11 4-16,8 8 16,6 5-16,5-1 15,12-5-15,14-3 16,6-6-16,9-10 15,4-15-15,8-14 16,14-15-16,3-11 16,11-18-1,-2-23-15,-6-18 16,-6-21-16,-17-1 16,-13 9-16,-16 15 15,-9 12-15,-10 1 16,-5 10-16,-1 9 15,-2 7-15,-7 9 16,-22 13-16,-19 14 16,-8 12-1,10 2-15</inkml:trace>
  <inkml:trace contextRef="#ctx0" brushRef="#br0" timeOffset="8984.03">3684 6206 0,'0'0'0,"0"0"0,0 0 0,0 0 16,0 3-16,0-3 15,0 0-15,0 13 16,0-1-16,0 14 16,0 16-1,0 20-15,0 14 16,0 3-16,0-5 16,2-1-16,5-8 15,5-5-15,5-6 16</inkml:trace>
  <inkml:trace contextRef="#ctx0" brushRef="#br0" timeOffset="9501.4">5666 4658 0,'0'0'0,"0"0"0,0 0 15,0 0-15,0 2 16,-1 9-16,-1 8 16,1 9-16,-1 7 15,1-1-15,1 4 16,3 5-16,1 1 15,3 6-15,0 4 16</inkml:trace>
  <inkml:trace contextRef="#ctx0" brushRef="#br0" timeOffset="10066.84">5686 6044 0,'0'0'0,"0"0"0,-8 4 16,8-4-16,-35 19 16,6 11-16,0 18 15,1 16-15,12 8 16,7-1-16,12 0 15,8-9-15,3-8 16,13-3-16,6-7 16,12-11-1,10-14-15,-2-15 16,14-24-16,-1-12 16,1-13-16,-9-13 15,-13-6-15,-9-12 16,-11 3-16,-12 2 15,-13 6-15,-8 11 16,-11 8-16,-4 10 16,-4 13-16,-11 12 15,-13 14 1,-12 5-16</inkml:trace>
  <inkml:trace contextRef="#ctx0" brushRef="#br0" timeOffset="10316.73">5029 6209 0,'0'0'0,"0"0"0,0 0 0,0 0 15,1 2-15,4 10 16,5 20-16,5 28 16,-2 13-16,-4 11 15,0 2-15,0-1 16,-3-12 0,10 11-16</inkml:trace>
  <inkml:trace contextRef="#ctx0" brushRef="#br0" timeOffset="10916.53">10520 3570 0,'0'0'0,"0"0"0,0 0 0,0 0 0,0 0 15,4 5-15,15 10 16,21 18 0,12 15-16,0 1 15,1 3-15,1 1 16,-3 0-16,3-2 15,-1 3-15,0-2 16,3 4-16,-6-6 16,-3-7-16,-12-14 15</inkml:trace>
  <inkml:trace contextRef="#ctx0" brushRef="#br0" timeOffset="11166.68">11121 3355 0,'0'0'0,"0"0"0,0 0 16,-4 8 0,-7 17-16,-18 32 15,-14 20-15,-4-3 16,1 0-16,-2 0 15,1-3-15,8-2 16,8 0-16,6-5 16,8-5-16,7-12 15,10-4-15,10-10 16</inkml:trace>
  <inkml:trace contextRef="#ctx0" brushRef="#br0" timeOffset="11416.76">11694 3763 0,'0'0'0,"0"0"0,0 0 0,0 0 0,0 0 16,8 1-16,14 3 15,24 4-15,18 4 16,0 0-16,3-1 15,1 0-15,-9 0 16,-10-5-16,-11-3 16,-7-2-16,-10-1 15,-4 0-15</inkml:trace>
  <inkml:trace contextRef="#ctx0" brushRef="#br0" timeOffset="11632.95">11778 4279 0,'0'0'0,"0"0"16,0 0-16,0 0 15,0 0-15,4 0 16,11-1-16,26-3 16,32-7-1,9-3-15,-1-3 16,-3 1-16,-6 1 15,3-4-15,2-1 16,10-6-16</inkml:trace>
  <inkml:trace contextRef="#ctx0" brushRef="#br0" timeOffset="12067.58">13031 3567 0,'0'0'0,"0"0"16,0 0-16,-5 0 16,5 0-16,0 0 15,-17 11-15,-6 7 16,-8 15-16,0 15 16,2 6-1,6 0-15,10 2 16,13 2-16,11-4 15,13-10-15,10-10 16,10-15-16,12-11 16,15-13-16,8-23 15,5-20-15,-10-12 16,-13-9 0,-17 9-16,-17 3 15,-12 7-15,-8 8 16,-9 12-16,-7 5 15,-14 2-15,-20 4 16,-20 4-16,-9 8 16,2 9-16,4 8 15,-1 8-15,-1 7 16</inkml:trace>
  <inkml:trace contextRef="#ctx0" brushRef="#br0" timeOffset="13166.89">14479 4491 0,'0'0'0,"-3"0"0,3 0 0,0 0 0,0 0 16,0 0-16,0 0 16,0 0-16,0 0 15,44 18-15,24-5 16,17-2-16,13-7 16,-4-5-16,0-1 15,-12-2 1,-10 1-16,-13 0 15,-10 1-15,-6 9 16,-7 10-16,-10 9 16,-5 14-16,-16 16 15,-11 14-15,-16 10 16,-14 10 0,-9-2-16,-8-3 0,1-7 15,5-8 1,1-5-16,8-9 15,5-8-15,7-10 16,7-12-16,7-2 16,8-6-16,6-2 15,14-1-15,17-2 16,21-2-16,17-10 16,7-8-16,-1-5 15,-4-5-15,2 0 16,-2-1-1,-4 3-15,-7 1 16,-7 1-16,-6 2 16,5 1-16,7-2 15</inkml:trace>
  <inkml:trace contextRef="#ctx0" brushRef="#br0" timeOffset="13417.01">16041 4992 0,'0'0'0,"0"0"0,0 0 0,0 0 16,0 0-16,7 2 15,14 0 1,22 3-16,13 1 15,3-2-15,0-8 16,-5-2-16,-3 0 16,-2-1-16,-8 0 15,-5 0-15,-16 0 16</inkml:trace>
  <inkml:trace contextRef="#ctx0" brushRef="#br0" timeOffset="13653.07">16056 5392 0,'0'0'0,"0"0"0,0 0 16,17 3-1,18 5-15,24 0 16,11-10-16,1-12 15,3-8-15,2-8 16,-6-3-16,-9 1 16,-8 3-16,-9 5 15,-15 6-15</inkml:trace>
  <inkml:trace contextRef="#ctx0" brushRef="#br0" timeOffset="17016.34">17132 4919 0,'0'0'0,"0"0"0,0 0 15,0 0-15,0 0 16,0 0-16,0 0 16,0 0-1,0 0-15,5 0 16,-5 0-16,15 0 16,5 0-16,9 0 15,8 0-15,1-2 16,3-1-16,-5-1 15,-4 1-15,-7 1 16,-9 0-16,-16 2 16,18-1-1,-18 1-15,0 0 16,0 0-16,0 0 16,17 0-16,-17 0 15,0 0-15,0 0 16,0 0-16,0 0 15,0 0-15,0 0 16,0 0-16,15-3 16,-15 3-16,0 0 15,20-8 1,-20 8-16,0 0 16,0 0-16,15-6 15,-15 6-15,0 0 16,0 0-16,0 0 15,0 0-15,0 0 16,0 0-16,0 0 16,0 0-16</inkml:trace>
  <inkml:trace contextRef="#ctx0" brushRef="#br0" timeOffset="17516.56">18071 4443 0,'0'0'0,"0"0"15,0 0-15,-1 2 16,1-2-16,-9 23 16,0 6-16,1 18 15,-3 17 1,-2 10-16,-2 15 16,-1-2-16,1 2 15,-4 18 1,1-6-1,4-19-15,4-20 16,3-25-16,1-12 16,5-10-16</inkml:trace>
  <inkml:trace contextRef="#ctx0" brushRef="#br0" timeOffset="17899.16">18727 4266 0,'0'0'0,"0"0"0,-4 6 16,-13 25-16,-28 40 16,-25 36-1,-1-1-15,-4 4 16,10 2-16,13 9 16,4 48-1,15-20 1,25-5-16,13-48 15,18-41-15,6-13 16,0-6-16,7-6 16,-6-15-16,12-9 15</inkml:trace>
  <inkml:trace contextRef="#ctx0" brushRef="#br0" timeOffset="18332.66">18801 4818 0,'0'0'0,"0"0"0,0 0 0,0 0 0,-7 6 15,-12 13-15,-7 28 16,0 21-16,2 8 15,8-9-15,6-4 16,5 4-16,14 4 16,9-9-16,-4-12 15,8-15-15,2-17 16,26-10 0,12-17-16,-8-17 15,9-32-15,-17-17 16,5-15-16,-5-13 15,-27 18-15,-12 7 16,-25 12 0,-23 9-1,-13 21-15,-18 20 16,4 26 0,7 8-16,10 4 15,12 11-15,17 1 16</inkml:trace>
  <inkml:trace contextRef="#ctx0" brushRef="#br0" timeOffset="18766.83">19473 4320 0,'0'0'0,"0"0"0,0 0 0,0 0 16,9 6-16,11 10 15,12 18-15,-1 31 16,-5 25 0,-9 15-16,-34 64 31,1 3-31,-28-17 15,15-28-15,9-59 16,1-10-16,4-17 16,0-8-16,-3-1 15,-7 18-15,0-2 16,7-13 0,7-13-16,11-22 15,0 0-15,-20-1 16,20 1-16,0 0 15,0 0-15,0 0 16,0 0-16,0 0 16</inkml:trace>
  <inkml:trace contextRef="#ctx0" brushRef="#br0" timeOffset="19166.96">19924 5031 0,'0'0'0,"0"0"0,0 0 15,0 0-15,6 4 16,-6-4-16,45 17 16,-3-6-1,12-2-15,-2-1 16,-10-1-16,3-1 15,-1-6-15,2-9 16,4-1-16,-7-2 16,-4 2-16,-6-1 15,-1-3-15</inkml:trace>
  <inkml:trace contextRef="#ctx0" brushRef="#br0" timeOffset="19499.75">20179 4701 0,'0'0'0,"0"0"0,0 0 0,0 7 15,0 12-15,-2 24 16,-4 15-16,-2 19 16,-3 8-16,2-3 15,-4 23 1,-2-8 0,0-10-1,1-19-15,7-28 16,3-13-16,0-4 15,2-7-15,-1-3 16,1 0-16</inkml:trace>
  <inkml:trace contextRef="#ctx0" brushRef="#br0" timeOffset="20116.59">20997 4944 0,'0'0'0,"-3"0"16,3 0-1,0 0-15,-28 5 16,9 7-16,-7 15 15,1 11-15,4 6 16,3 4-16,8 28 31,7 9-31,7 0 16,12-11-16,8-24 16,5-12-1,2-10-15,5-6 0,7-22 16,0-12-1,9-32-15,-5-27 16,-12-5-16,-9-11 16,-16 8-16,-11 8 15,-11 12-15,-6 11 16,-15 10-16,-12 8 16,-9 16-16,-5 12 15,5 10 1,6 7-16,12 1 15,10 3-15,14 7 16</inkml:trace>
  <inkml:trace contextRef="#ctx0" brushRef="#br0" timeOffset="20469.82">21623 4966 0,'0'0'0,"0"0"16,0 0-16,12 4 16,14 7-16,17 6 15,10-2-15,10-6 16,2-5-16,-7-9 16,-2-4-16,2-3 15,-13 0 1,1-1-16,-16 6 15</inkml:trace>
  <inkml:trace contextRef="#ctx0" brushRef="#br0" timeOffset="20716.28">21578 5356 0,'0'0'0,"-1"2"15,1-2-15,0 0 16,0 0-16,0 0 16,23 18-16,23-12 15,20-4-15,9-13 16,4-6-16,-8 4 16,-2-4-16,-4 4 15,2-2 1,-1-2-16</inkml:trace>
  <inkml:trace contextRef="#ctx0" brushRef="#br0" timeOffset="21299.77">22861 4849 0,'0'0'0,"0"0"0,0 0 0,0 0 16,0 0-16,0 0 15,-12 9-15,-12 11 16,-16 16-16,-2 14 16,8 6-1,0 4-15,2-2 0,11-2 16,15-1-1,23 7 1,22-2 0,16-12-16,13-16 15,-7-17-15,-5-19 16,-1-18-16,-1-12 16,-3-18-16,-9-6 15,-9 0-15,-12 2 16,-10 11-16,-11 2 15,-10 5 1,-7 4-16,-9 3 16,-11 12-16,-6 6 15,-5 5-15,-9 8 16,6 7-16,4 2 16,10 1-16,13 1 15,8-4 1,16-7-16,-20 12 15,20-12-15,0 0 16,-13 13-16,13-13 16,0 0-16,0 0 15,-6 13-15,6-13 16,2 13-16</inkml:trace>
  <inkml:trace contextRef="#ctx0" brushRef="#br0" timeOffset="23716.53">23447 4570 0,'0'0'0,"0"0"0,0 0 0,0 0 15,0 0-15,0 0 16,0 0-16,0 0 16,4 8-1,4 3-15,9 15 16,16 17-16,13 8 16,11 1-16,1-2 15,2-2-15,0-4 16,-3-3-16,-6-1 15,-6-8-15,-7-5 16,-10-7 0,-6-3-16,-6-3 15,-6 2-15,-2 1 16,-3 1-16,-5 3 16,-9 10-16,-16 9 15,-13 10-15,-20 4 16,-8-2-16,-5-4 15,0-3-15,9-7 16,8-8 0,9-3-16,9-6 15,7-5-15,9-4 16,20-12-16,-23 13 16,23-13-16,0 0 15</inkml:trace>
  <inkml:trace contextRef="#ctx0" brushRef="#br0" timeOffset="24016.26">24299 5429 0,'0'0'0,"0"0"16,-2 4-16,-10 7 16,-18 19-1,-16 16-15,-6 8 16,0-1-16,-9 9 16,-6 6-16,-1 1 15,0 0-15,5-5 16,9-10-16,10-9 15,11-12-15,9-7 16,8-7-16</inkml:trace>
  <inkml:trace contextRef="#ctx0" brushRef="#br0" timeOffset="24482.9">24518 5367 0,'0'0'0,"0"0"0,0 0 0,0 0 0,0 0 15,-4 4-15,4-4 16,-21 30-16,-1 3 15,1 12-15,1 9 16,2 6 0,7-6-16,8-2 0,14-7 15,6-8 1,8-8-16,9-6 16,14-14-16,14-6 15,10-14-15,8-17 16,-15-8-16,-9-13 15,-13-2-15,-11 0 16,-15 5-16,-12 2 16,-14 1-16,-18 2 15,-16 2 1,-18 6-16,-16 8 16,-8 10-16,17 6 15,11 8-15,4 8 16,-2 7-16,14-4 15</inkml:trace>
  <inkml:trace contextRef="#ctx0" brushRef="#br0" timeOffset="25699.93">15668 6376 0,'0'0'0,"0"0"0,0 0 16,0 0-16,0 2 15,-1 8-15,-1 16 16,-2 19-16,4 11 16,7 7-1,7 0-15,6-2 0,12-9 16,6-10 0,0-15-16,5-9 15,0-13-15,18-30 31,0-27-31,-10-11 16,-12 6-16,-24 25 16,-7 8-16,-4 9 15,-3 4-15,-1 11 16,0 0 0,0 0-16,0 0 15,-10 15-15,-6 47 16,-1 34-16,-3 22 15,4 9-15,4 8 16,2-1-16,4-4 16,-3 0-16,3-23 15,-23 7 17,-34-13-32,-7-24 15,6-14-15,26-37 16,-3-16-16,-4-21 15,2-18-15,4-16 16,12-9-16,15-15 16,12-9-16,8-1 15,20-7-15,4 6 16,8 2 0,7 3-16,2 8 15,4 0-15</inkml:trace>
  <inkml:trace contextRef="#ctx0" brushRef="#br0" timeOffset="26117.53">15973 5863 0,'0'0'0,"0"0"0,0 0 0,0 0 16,-1 8-16,-2 16 15,-9 19 1,-4 5-16,1-8 16,2-12-16,6-8 15,0-7-15,7-13 16,-5 14-16,5-14 15,0 0-15,0 0 16,0 0-16,0 0 16,8-19-16,4 0 15,3 2-15,-1 4 16,1 4 0,4 4-16,6 6 15,2 10-15,5 6 16,1 12-16,1 6 15,6 6-15,2 8 16</inkml:trace>
  <inkml:trace contextRef="#ctx0" brushRef="#br0" timeOffset="26432.95">16583 6724 0,'0'0'0,"0"0"0,0 0 0,0 0 0,0 0 15,0 0-15,0 0 16,0 0-16,0 0 15,22 7-15,27-2 16,16-5-16,4-7 16,-5-2-16,-6 0 15,-3 1-15,-4 1 16,-2 1-16,-4 0 16</inkml:trace>
  <inkml:trace contextRef="#ctx0" brushRef="#br0" timeOffset="26699.83">16632 7159 0,'0'0'0,"0"0"0,0 0 15,0 0-15,0 0 16,0 0-16,8 5 15,24 2-15,26-5 16,22-9-16,-4-6 16,-2-4-16,-10-5 15,-6-1-15,-7-2 16,-9 5-16,-3 0 16,-9 4-1,-13 6-15</inkml:trace>
  <inkml:trace contextRef="#ctx0" brushRef="#br0" timeOffset="27482.74">17883 6215 0,'0'0'0,"0"0"0,0 0 16,0 0-16,0 0 16,0 0-16,0 0 15,-1 4-15,1-4 16,-5 25-16,-3 16 16,1 20-1,-3 16-15,2 2 16,0 2-16,-1 2 15,2-1-15,-3-5 16,0-7-16,0-9 16,-1-12-16,3-5 15,0-11-15,0-8 16,2-7-16,3-7 16,3-11-16,-5 13 15,5-13 1</inkml:trace>
  <inkml:trace contextRef="#ctx0" brushRef="#br0" timeOffset="28653.99">15087 5873 0,'0'0'0,"0"0"15,0 0-15,0 0 16,4 1-16,-4-1 16,49 6-1,22 0-15,27-2 16,24-8-16,22-6 15,10-7-15,11-5 16,6 0-16,-6 1 16,6-1-16,1 3 15,3 5-15,8 8 16,-6 4-16,4 4 16,-13 0-16,-3 3 15,-12 1-15,-11 1 16,-7-3-1,-18 2-15,-10-3 16,-20 1-16,-16-1 16,-17 1-16,-16 1 15,-10 2-15,-7 0 16,-3 3-16,-2 5 16,-4 5-16,1 5 15,-6 15 1,-4 11-16,-6 18 15,-11 20-15,-2 7 16,-6 17-16,-2 8 16,0 3-16,-1 9 15,6-6-15,18 58 32,1-37-32,8-6 15,2-30-15,-5-43 16,-1-2-1,1 2-15,-7-11 16,-12-4-16,-19 4 16,-10 0-16,-27 7 15,-25 6-15,-22-6 16,-16-4-16,-16-3 16,-13 0-16,-19 0 15,-25 6 1,12-10-16,-8-3 15,9-11-15,13-13 16,-9-3-16,-3-6 16,7-12-16,1-6 15,19-10-15,15-4 16,16-8-16,13-9 16,14-10-16,16-16 15,9-10-15,14-12 16,13-19-16,13-11 15,15-26 1,6-5-16,17-22 16,6-10-16,7 3 15,7-12-15,-1 22 16,3 5-16,-1 9 16,-4 21-16,2 14 15,-5 22-15,1 24 16,-2 18-16,-2 14 15,-1 11 1,0 5-16,-1 5 16,8 0-16,9 1 15,15 0-15</inkml:trace>
  <inkml:trace contextRef="#ctx0" brushRef="#br0" timeOffset="29299.73">19797 6181 0,'0'0'0,"0"0"16,0 0-16,0 0 16,1 3-16,-1-3 15,6 12-15,2 1 16,4 12-16,11 18 16,13 14-16,4 0 15,1-3-15,-4-7 16,-3-8-16,0-1 15,-3-3 1,-4-3-16,-3-4 16,0-2-16,-7-5 15,4-3-15</inkml:trace>
  <inkml:trace contextRef="#ctx0" brushRef="#br0" timeOffset="29518.75">20511 6231 0,'0'0'0,"0"0"16,0 0-16,0 0 15,0 0-15,0 0 16,-5 9-16,-13 23 16,-13 22-16,-10 17 15,-1 4-15,-2 1 16,-1-4-1,0-11-15,6-9 16,6-9-16,2-3 16,3-5-16,6-13 15</inkml:trace>
  <inkml:trace contextRef="#ctx0" brushRef="#br0" timeOffset="29818.72">20019 6839 0,'0'0'0,"0"0"0,0 0 0,0 0 0,-4 2 16,4-2-16,0 0 15,0 0-15,-5 22 16,1 1-16,0 12 16,5 12-16,1 22 15,-1 20-15,1-1 16,-2-23-16,0-23 15,1 3 1,0 3-16,1-10 16,-1-1-16,0-11 15,0-13-15,-1-13 16,4 15-16,-4-15 16</inkml:trace>
  <inkml:trace contextRef="#ctx0" brushRef="#br0" timeOffset="30099.68">20804 6980 0,'0'0'0,"0"0"0,9 0 15,9 0 1,19 0-16,11 0 16,2 0-16,1 0 15,0-1-15,1-4 16,-5 1-16,-3-4 16,-9 1-16,-10-1 15,-4 3-15,-4-1 16,-17 6-1</inkml:trace>
  <inkml:trace contextRef="#ctx0" brushRef="#br0" timeOffset="30432.77">20892 7223 0,'0'0'15,"0"0"-15,0 0 0,0 0 0,0 2 0,0-2 16,0 0 0,0 0-16,0 0 15,17 4-15,26 0 16,28-2-16,4-4 16,-2-8-16,-3-10 15,-7 1-15,-2-7 16,-6 4-16,-10 5 15,-14 5-15,-13 4 16,-18 8 0,23-6-16,-23 6 15,0 0-15</inkml:trace>
  <inkml:trace contextRef="#ctx0" brushRef="#br0" timeOffset="30782.91">22360 6294 0,'0'0'0,"0"0"0,0 0 0,0 0 16,0 0-16,0 0 15,0 0-15,0 0 16,0 6-16,-2 10 16,0 22-16,-5 20 15,1 10-15,-4 4 16,2-1-16,0-3 15,1-2-15,0-1 16,4-8 0,0-9-16,-8 1 15,-27-7-15</inkml:trace>
  <inkml:trace contextRef="#ctx0" brushRef="#br0" timeOffset="31750.03">19437 6026 0,'0'0'0,"0"0"0,0 0 16,0 0-16,0 0 16,13 1-1,41 3-15,62-9 16,46-10-16,16 2 16,23-2-16,20-1 15,10-1-15,24 3 16,-15 4-16,4 1 15,-17 2-15,-15 0 16,-10 5 0,-22 9-16,-20-6 15,-25 1-15,-15 1 16,-26 2-16,-12 5 16,-21 3-16,-18 5 15,-3 11-15,-7 2 16,-4 7-16,-4 13 15,-8 14-15,-6 15 16,-6 9 0,-10 6-16,-8 10 15,-5 12-15,-1-5 16,1 2-16,1-3 16,6-1-16,14-7 15,4-10-15,-2-17 16,1-7-16,-7-2 15,-21-8-15,-21 0 16,-36 0-16,-158 27 31,-37-20-15,-7 2-16,3-21 16,95-11-16,-81 10 15,55-9-15,-20 6 16,15-5-16,7-5 15,8-9-15,11-6 16,25-6-16,12-4 16,18-6-16,15-8 15,15-10 1,16-9-16,13-9 16,10-11-16,16-10 15,11-24-15,17-14 16,18-27-16,7-20 15,20-5-15,4-6 16,7-4 0,4-8-16,-2 0 15,1 0-15,-6 22 16,-1 4-16,-9 20 16,-5 20-16,-6 15 15,-6 19-15,-4 19 16,0 14-16,-2 9 15,0 7-15,0 14 16,0-13-16</inkml:trace>
  <inkml:trace contextRef="#ctx0" brushRef="#br0" timeOffset="33299.67">23738 6505 0,'0'0'0,"0"0"0,0 0 16,0 0-16,0 0 15,5 6-15,-5-6 16,26 31-16,14 17 15,22 24-15,12 10 16,1 6-16,2-2 16,-1 0-16,-2-3 15,-3-2-15,-5-7 16,-4-8 0,-10-12-16,-7-10 15,-13-11-15,-5-6 16,-7-8-16,-6-6 15,-14-13-15,14 13 16,-14-13-16,0 0 16,0 0-16,0 0 15,4-17-15</inkml:trace>
  <inkml:trace contextRef="#ctx0" brushRef="#br0" timeOffset="34050.33">24428 6538 0,'0'0'0,"0"0"0,0 0 15,0 0-15,0 0 16,-5 1-16,5-1 15,-17 17-15,-8 13 16,-13 33-16,-10 28 16,-4 14-16,2 7 15,1 2-15,3-1 16,7-8 0,7-14-16,5-9 15,6-16-15,4-18 16,7-14-16,3-11 15,2-8-15,1-3 16,4-12-16,-3 13 16,3-13-16,0 0 15,-3 10-15,3-10 16,0 0 0,0 0-16,0 0 15,0 0-15,0 0 16,0 0-16,0 0 15,0 0-15,0 0 16,0 0-16,0 0 16,0 0-16,0 0 15,0 0-15,0 0 16,0 0-16,0 0 16,0 0-1,0 0-15,0 0 16,-3-13-16,3 13 15,0 0-15,3-10 16,-3 10-16,0 0 16,0 0-16,0 0 15,0 0-15,0 0 16,0 0-16,0 0 16,0 0-1,0 0-15,0 0 16,0 0-16,0 0 15,0 0-15,-7 10 16,7-10-16,0 0 16,0 0-16,0 0 15,0 0-15,0 0 16,0 0-16</inkml:trace>
  <inkml:trace contextRef="#ctx0" brushRef="#br0" timeOffset="35017.36">10160 8401 0,'0'0'0,"0"0"16,0 0-16,0 0 15,0 2-15,0-2 16,8 32-16,4 16 15,11 16-15,9 8 16,4 4-16,4 3 16,2 3-16,-5-7 15,1-4-15,-5-6 16,3-3-16,-2-3 16,1-4-1,-4-5-15,-2-4 16,-6-8-16,-4-10 15,-7-8-15,-6-7 16</inkml:trace>
  <inkml:trace contextRef="#ctx0" brushRef="#br0" timeOffset="35333.17">10573 8361 0,'0'0'0,"0"0"0,0 0 0,0 0 0,0 0 16,-4 0-16,4 0 15,-9 18-15,-15 28 16,-18 38-16,-5 13 16,1-4-16,0 0 15,0 1 1,2-7-16,5-8 15,7-10-15,6-7 16,4-6-16,4-8 16,3-4-16,4-9 15,5-5-15,2-1 16,5-5-16,5 1 16</inkml:trace>
  <inkml:trace contextRef="#ctx0" brushRef="#br0" timeOffset="35600.85">10994 8853 0,'0'0'0,"0"0"0,0 0 15,0 0 1,0 0-16,0 0 15,6 4-15,-6-4 16,34 22-16,15-2 16,28-8-16,15-5 15,2-10-15,-7-6 16,-9-2-16,-9-2 16,-3 1-16,-2-2 15,-6-1 1,-7 3-16,-15 2 15</inkml:trace>
  <inkml:trace contextRef="#ctx0" brushRef="#br0" timeOffset="35900.97">11158 9485 0,'0'0'0,"0"0"0,0 0 0,0 0 16,0 0-16,0 0 16,11 0-16,20 0 15,31-2-15,17-9 16,7-5 0,0-2-16,-6-4 0,-7-2 15,-6 0 1,-8 1-16,-6 2 15,-5 3-15,-8 3 16,-7 2-16</inkml:trace>
  <inkml:trace contextRef="#ctx0" brushRef="#br0" timeOffset="36268.64">12250 8225 0,'0'0'0,"0"0"0,0 0 15,0 0-15,0 4 16,2 10-16,-1 17 16,5 32-16,0 27 15,1 13 1,3 4-16,1 2 15,1-4-15,0-5 16,0-10-16,-1-13 16,-2-14-16,0-11 15,-1-9-15,-1-7 16,-2-9-16,-1-9 16,-2-5-16,-2-13 15,2 16-15,-2-16 16,0 0-1,0 0-15,0 0 16,0 0-16,0 0 16,0 0-16,0 0 15</inkml:trace>
  <inkml:trace contextRef="#ctx0" brushRef="#br0" timeOffset="37666.12">13586 9722 0,'0'0'0,"0"0"16,0 0-16,0 0 15,19 4-15,24 7 16,37-1-16,18-7 15,3-10 1,-1-3-16,-11-1 16,-8-1-16,-8 0 15,-12 3-15,-12 1 16,-8 3-16,-14 2 16,-6 1-16,-21 2 15,26 6-15,-26-6 16,12 30-1,-16 5-15,-11 19 16,-15 17-16,-6 1 16,-7 2-16,-3-5 15,-2-5-15,-1-3 16,3-7-16,7-9 16,9-10-16,7-10 15,6-5-15,5-6 16,3-4-1,9-10-15,-7 11 16,7-11-16,0 0 16,21 18-16,33 1 15,43-12-15,12-7 16,-2-12-16,-8-4 16,-4-1-16,-14-2 15,-10 6-15,-13 0 16,-15 4-16,-7 5 15,-11 2 1,-3 6-16,-6 4 16,0 4-16,-1 4 15</inkml:trace>
  <inkml:trace contextRef="#ctx0" brushRef="#br0" timeOffset="37933.8">15343 10204 0,'0'0'0,"-2"-3"0,2 3 0,0 0 15,0 0-15,0 0 16,0 0-16,0 0 16,0 0-16,0 0 15,0 0-15,0 0 16,55-9-1,7 9-15,1-3 16,3-1-16,-1 2 16,-1-1-16,-6 1 15,-10-1-15,-5-1 16,-8 1-16,-8 1 16</inkml:trace>
  <inkml:trace contextRef="#ctx0" brushRef="#br0" timeOffset="38201.32">15210 10756 0,'0'0'0,"0"0"0,0 0 0,0 0 15,1 2-15,-1-2 16,0 0-16,47 9 15,29-15-15,17-9 16,4-8 0,-5-2-16,-8-5 15,-1 0-15,-15 4 16,-3 2-16,-12 2 16,-13 7-16,-15 4 15,-14 0-15</inkml:trace>
  <inkml:trace contextRef="#ctx0" brushRef="#br0" timeOffset="39617.08">7432 5473 0,'0'0'0,"-10"-7"16,10 7-16,-35-28 15,11 9-15,1 2 16,0 1-16,0 3 16,-5 3-1,-6-4-15,-15 0 16,-25-2-16,-38 2 16,-26 3-16,-4 6 15,-6 1-15,1 4 16,-13 2-16,-7 7 15,0 6-15,-13 7 16,1 10-16,-22 12 16,3 5-1,-5 5-15,6 0 16,9-3-16,1-1 16,1-1-16,13-4 15,-2 2-15,12-8 16,7-7-16,9-5 15,15-6-15,2 1 16,5-1-16,6-1 16,11 9-1,14 6-15,8 6 16,11 0-16,8 5 16,6 5-16,9 5 15,7 7-15,9 3 16,11 9-16,10 6 15,9 2-15,12 6 16,6 6-16,8 4 16,5 0-1,5 5-15,8 1 16,3 0-16,4-2 16,0-9-16,0-4 15,10-6-15,8-10 16,14-10-16,15-6 15,12-8-15,18-13 16,16-7-16,31-15 16,22-17-1,25-16-15,25-19 16,5-11-16,21-9 16,-23-1-16,8-5 15,-20 1-15,0-2 16,-21 9-16,-6 0 15,-18 9-15,-16 15 16,0 5-16,-15 6 16,-12 3-1,-4 0-15,-15 2 16,-11-9-16,-8-11 16,-9-8-16,-2-7 15,-10-8-15,-8-11 16,-14 0-16,-13-9 15,-11-8-15,-12-5 16,-11-7-16,-7-7 16,-10 2-1,-7 0-15,-8 4 16,-7 6-16,-6 2 16,-3 1-16,-6 6 15,2 7-15,2 6 16,3 6-16,1 4 15,5 7-15,1 5 16,4 8-16,6 8 16,2 6-16,5 10 15,1 4 1,6 13-16,-6-16 16,6 16-16,0 0 15,-4-10-15,4 10 16,0 0-16,0 0 15,0 0-15,0 0 16</inkml:trace>
  <inkml:trace contextRef="#ctx0" brushRef="#br0" timeOffset="45317.03">16303 10097 0,'0'0'0,"0"-3"0,0 3 16,0 0-16,0 0 16,16-8-16,18-4 15,22-1-15,7 0 16,11 4-1,2-1-15,1 2 0,-7 2 16,-7 0 0,-6 0-16,-10 3 15,-8-1-15,-8 0 16,-4 3-16</inkml:trace>
  <inkml:trace contextRef="#ctx0" brushRef="#br0" timeOffset="45632.45">17380 9407 0,'0'0'0,"0"0"16,0 0-16,0 0 15,0 5-15,1 10 16,1 15-16,1 24 15,3 12-15,-2 6 16,0 5 0,3 9-16,-1 5 15,0-2-15,-1 3 16,-2-12-16,-2-2 16,-1-9-16,-2-12 15,1-8-15,0-5 16,0-5-16,-2-3 15,1-12 1</inkml:trace>
  <inkml:trace contextRef="#ctx0" brushRef="#br0" timeOffset="46016.58">18096 9357 0,'0'0'0,"0"0"0,0 0 0,0 0 0,-4 5 16,-3 7-1,-11 18-15,-10 27 0,-1 25 16,2 12 0,4 14-16,4 8 15,4 5-15,3-2 16,4-13-16,10 18 31,23-9-31,0-29 16,13-19-16,-6-30 15,1-12-15,8-2 16,7-3 0,5-4-16,-12-14 15</inkml:trace>
  <inkml:trace contextRef="#ctx0" brushRef="#br0" timeOffset="46549.37">18647 9747 0,'0'0'0,"0"0"0,0 0 0,0 0 16,0 4 0,0-4-16,-3 27 15,0 14-15,-1 26 16,1 12-16,3 12 16,4-3-16,1-3 15,-2-10-15,1-15 16,-4-10-16,-4-8 15,-1-2-15,0-9 16,0-9-16,-3-3 16,1-3-1</inkml:trace>
  <inkml:trace contextRef="#ctx0" brushRef="#br0" timeOffset="47099.52">18872 9361 0,'0'0'0,"0"0"0,0 0 16,0 0-16,4 5 15,7 8-15,18 22 16,30 35-16,8 15 16,-8 14-16,-23 22 15,-1-1 1,-38 79 0,-25 7-1,-10-22-15,-40-29 16,37-78-16,-20-16 15,2 0-15,10-15 16,4-3-16,9-7 16,6-14-16,1-4 15,8-7 1,4-5-16,17-6 16,-17 4-16,17-4 15,0 0-15,0 0 16,0 0-16,0 0 15,-8-13-15,8 13 16,6-11-16,-6 11 16,0 0-16,21-6 15,-21 6 1,0 0-16,0 0 16,0 0-16,0 0 15,15 0-15,-15 0 16,0 0-16,0 0 15</inkml:trace>
  <inkml:trace contextRef="#ctx0" brushRef="#br0" timeOffset="47632.32">19623 10148 0,'0'0'0,"0"0"0,0 0 0,0 0 0,0 0 16,4 5-16,-4-5 15,18 11-15,15-3 16,19 0-16,20 0 16,5-5-16,2-5 15,-10-2 1,-11-1-16,-7-1 16,-2 0-16,-5-1 15,-7 2-15,-9 1 16,-8 1-16,-20 3 15,21-1-15,-21 1 16</inkml:trace>
  <inkml:trace contextRef="#ctx0" brushRef="#br0" timeOffset="48350.21">19899 9801 0,'0'0'0,"0"3"0,0-3 15,0 0 1,0 0-16,0 13 16,0-13-16,4 26 15,1 8-15,3 25 16,3 20-16,0 3 15,2 5-15,-1-2 16,-2-1-16,-4-3 16,-4-9-16,-2-13 15,-2-8 1,-1-10-16,0-11 16,-1-8-16,2-7 15,0-2-15,0-1 16,2-12-16,-3 16 15,3-16-15,0 0 16,-2 11-16,2-11 16,0 0-16,0 0 15,0 0-15,0 0 16,0 0 0,0 0-16,-3 10 15,3-10-15,0 0 16,0 0-16,-2 11 15,2-11-15,0 0 16,0 0-16,0 0 16,0 0-16,-4 10 15,4-10-15,0 0 16,0 0 0,0 0-16,0 0 15,0 0-15,0 0 16,0 10-16,0-10 15,0 0-15,0 0 16,0 0-16,0 0 16,0 0-16,0 0 15,0 0-15,0 0 16,0 0 0,0 0-16,0 0 15,-19-2-15</inkml:trace>
  <inkml:trace contextRef="#ctx0" brushRef="#br0" timeOffset="49249.59">20702 9912 0,'0'0'0,"0"-5"15,0 5-15,0-14 16,0 14 0,0-12-16,0 12 15,0 0-15,0 0 16,0 0-16,0 0 15,-26 2-15,-4 16 16,-11 17-16,-2 11 16,1 11-16,2 10 15,5 10-15,10 1 16,7 2-16,5-4 16,12-9-1,8-5-15,7-9 16,17-9-1,25 5 1,17-11-16,13-42 16,-2-23-16,-7-36 15,-13-13-15,-11 14 16,-8-27-16,-13 10 16,-13 12-1,-12 9-15,-11 4 16,-8 9-16,-10 7 15,-6 6-15,-1 7 16,1 8-16,3 7 16,1 1-16,5 3 15,4 3-15,15 3 16,-19-5-16,19 5 16,0 0-1,0 0-15,0 0 16,0 0-16,0 0 15,0 0-15,0 0 16,0 0-16,0 0 16,0 0-16,0 0 15,0 0 1,0 0-16,0 0 0,0 0 16,0 0-1,0 0-15,0 0 16,0 0-16,-16 9 15</inkml:trace>
  <inkml:trace contextRef="#ctx0" brushRef="#br0" timeOffset="50266.23">21623 10156 0,'0'0'0,"0"0"0,0 0 16,0 0-16,0 0 16,0 0-16,1 3 15,-1-3-15,30 9 16,22-7-16,15-4 16,1-2-1,0-1-15,-5-3 16,-6 1-16,-6 1 15,-3 1-15,-2-1 16,-4 2-16</inkml:trace>
  <inkml:trace contextRef="#ctx0" brushRef="#br0" timeOffset="50617.21">21599 10728 0,'0'0'0,"0"0"0,0 0 0,0 0 16,0 0-16,6 0 16,22 0-1,31 0-15,19 2 16,4 2-16,4-1 15,0-14-15,-1-12 16,-14 5-16,-14 4 16,-11 4-16,-16 5 15,-10 2-15,-20 3 16,17-2-16,-17 2 16,0 0-1,0 0-15,0 0 16,0 0-16</inkml:trace>
  <inkml:trace contextRef="#ctx0" brushRef="#br0" timeOffset="50999.53">22788 10304 0,'0'0'0,"0"0"15,0 0-15,0 0 16,0 0-16,0 0 16,0 0-16,0 0 15,0 0-15,14-1 16,16-2-16,20 0 16,12-3-1,0-1-15,1 1 0,-3 1 16,-8 1-1,-5 0-15,-11 0 16,-11 2-16</inkml:trace>
  <inkml:trace contextRef="#ctx0" brushRef="#br0" timeOffset="51636.09">23447 9648 0,'0'0'0,"0"0"15,0 0-15,0 8 16,0 12-16,0 28 16,0 40-16,4 20 15,1 4-15,0 2 16,-2-5-1,1-11-15,-2-10 16,1-12-16,1-14 16,-2-11-16,0-13 15,-2-11-15,0-9 16,0-5-16,0-3 16,0-10-16,0 13 15,0-13-15,0 0 16,4 14-1,-4-14-15,0 0 16,0 0-16,0 0 16,0 0-16,0 0 15,2 9-15,-2-9 16,0 0-16,0 0 16,0 0-16,0 0 15,0 0-15,0 10 16,0-10-1,0 0-15,0 0 16,0 0-16,0 0 16,0 0-16,0 0 15,0 11-15,0-11 16,0 0-16,0 0 16,0 0-16,0 0 15,0 0-15,0 0 16,0 0-1,0 0-15,0 0 16,0 0-16,0 0 16,0 0-16</inkml:trace>
  <inkml:trace contextRef="#ctx0" brushRef="#br0" timeOffset="52666.09">24447 9711 0,'0'0'0,"0"0"15,-3 3-15,3-3 16,0 0-1,0 0-15,-18 15 16,1 1-16,-13 11 16,-15 15-16,-5 6 15,0-1-15,3 1 16,7-5-16,3 0 16,6-2-16,6-4 15,3-3-15,7-8 16,3-3-1,4-7-15,2-4 16,6-12-16,-7 16 16,7-16-16,0 0 15,-4 13-15,4-13 16,0 0-16,4 13 16,3 4-16,9 15 15,15 17-15,8 10 16,5 2-16,3 3 15,-1-2 1,-6-10-16,-8-11 16,-9-9-16,-6-10 15,-6-7-15,-11-15 16,12 15-16,-12-15 16,0 0-16,7 12 15,-7-12-15,0 0 16,0 0-16,0 0 15,0 0 1,0 0-16,0 0 16,0 0-16,0 0 15</inkml:trace>
  <inkml:trace contextRef="#ctx0" brushRef="#br0" timeOffset="53616.74">24778 10226 0,'0'0'0,"0"-4"0,0 4 0,0 0 0,0 0 15,0 0-15,-7-11 16,7 11-16,0 0 15,0 0 1,0 0-16,0 0 16,-17-6-16,17 6 15,0 0-15,-17 13 16,-1 7-16,-4 20 16,2 18-16,5 11 15,3 8-15,6-3 16,6-3-16,3-10 15,8-10 1,7-8-16,8-11 16,13-11-16,13-10 15,10-13-15,3-2 16,-43-1-16,18-6 16,6-15-16,-7-15 15,-10-21-15,-14-8 16,-10 11-16,-3 6 15,-4 1-15,-3 1 16,-5 3 0,-30 10-16,-58-40 15,60 50-15,-8 6 16,0 6-16,4 6 16,8 4-16,6 1 15,9 5-15,19 0 16,-21-2-16,21 2 15,0 0-15,0 0 16,0 0-16,0 0 16,0 0-1,0 0-15,0 0 16,0 0-16,0 0 16,0 0-16,0 0 15,0 0-15,0 0 16,-15 11-16,15-11 15,0 0-15,0 0 16,0 0 0,0 0-16,0 0 15,0 0-15,0 10 16,0-10-16,0 0 16,0 0-16,0 0 15,0 0-15,0 0 16,0 0-1,0 0-15</inkml:trace>
  <inkml:trace contextRef="#ctx0" brushRef="#br0" timeOffset="54849.59">14599 11254 0,'0'0'0,"0"0"0,0 0 0,0 0 16,0 0-16,0 0 15,0 0-15,-2 3 16,2-3 0,0 25-16,3 18 15,5 24-15,4 8 16,2 3-16,3-3 16,4-6-16,2-9 15,6-5-15,2-5 16,2-12-16,-1-11 15,2-9-15,0-11 16,1-10-16,-3-14 16,-1-12-1,-1-8-15,-4-9 16,-6 3-16,-5-1 16,-3 5-16,-6 9 15,-3 8-15,-1 6 16,1 6-16,-3 10 15,0-13-15,0 13 16,0 0-16,0 0 16,0 0-16,0 38 15,5 18 1,5 22-16,1 17 16,2 17-16,1 9 15,-3 0-15,-6 0 16,-7 3-16,-10 38 31,-5-12-31,-6-27 16,-4-33-1,4-45-15,-8-8 16,-1-9-16,-4-10 16,-2-10-16,-2-16 15,0-9-15,6-9 16,-1-20-16,8-8 15,6-8-15,14-12 16,13-3-16,17-11 16,14-1-1,8 7-15,10 3 16,-1 10-16,0 9 16,-5 12-16,-8 12 15,-7 9-15,-8 8 16,-9 6-16</inkml:trace>
  <inkml:trace contextRef="#ctx0" brushRef="#br0" timeOffset="55399.6">14895 10664 0,'0'0'0,"0"0"0,0 0 16,0 0-16,-1 2 16,0 10-16,-9 21 15,-5 25-15,-13 17 16,-5 1-16,-2-7 15,0-4-15,4-12 16,6-11-16,4-10 16,7-12-16,5-6 15,9-14-15,-10 9 16,10-9 0,0 0-16,0-9 15,8-24-15,15-22 16,5-3-16,0 15 15,-1 11-15,-4 8 16,1 8-16,1 6 16,3 5-16,1 12 15,4 8-15,2 7 16,0 10 0,-2 5-16,-2 5 15,-3 1-15,-4-4 16,-3-2-16,-2-2 15,0-3-15,-1 2 16,-2-5-16,2 2 16,1 3-16</inkml:trace>
  <inkml:trace contextRef="#ctx0" brushRef="#br0" timeOffset="55865.79">15679 11915 0,'0'0'0,"0"0"16,0 0-16,0 0 15,0 0-15,7 3 16,-7-3-16,53 15 16,10-5-16,15-3 15,0-5-15,0-2 16,-6-1 0,-12-2-16,-11 1 15,-9 0-15,-10 1 16,-7-1-16,-23 2 15,20 0-15</inkml:trace>
  <inkml:trace contextRef="#ctx0" brushRef="#br0" timeOffset="56599.34">15669 12448 0,'0'0'0,"0"0"0,-1 2 15,1-2-15,0 0 16,0 0-16,0 11 16,0-11-16,48 19 15,25-8 1,14-7-16,6-11 16,-1-1-16,-6-5 15,-9 3-15,-8 1 16,-11 1-16,-14 3 15,-15 3-15,-9-2 16,-20 4-16,23-1 16,-23 1-16,0 0 15,0 0-15,0 0 16,15 5 0,-15-5-16,0 0 15,0 0-15,0 0 16,0 0-16,0 0 15,0 0-15,0 0 16,0 0-16,0 0 16,0 0-16,0 0 15,0 0-15,0 0 16,0 0 0,0 0-16,0 0 15,0 0-15,0 0 16,0 0-16,0 0 15,0 0-15,0 0 16,0 0-16,0 0 16,0 0-16,0 0 15,0 0-15,0 0 16,0 0-16,0 0 16,0 0-1,0 0-15,0 0 16,0 0-16,0 0 15,0 0-15,0 0 16,0 0-16,0 0 16,0 0-16,0 0 15,0 0-15,0 0 16,0 0-16,0 0 16,0 0-1,0 0-15</inkml:trace>
  <inkml:trace contextRef="#ctx0" brushRef="#br0" timeOffset="57499.38">17374 11659 0,'0'0'0,"0"0"0,0 0 0,0 0 16,-6-3-16,6 3 15,0 0-15,0 0 16,0 0-16,-15-5 16,15 5-16,-36-11 15,8 4-15,0-1 16,0 3-16,5 3 16,1 0-1,4 4-15,-2 1 16,-3 7-16,1 3 15,-3 4-15,5 3 16,0 7-16,-1 8 16,1 4-16,4 4 15,5 5-15,4 11 16,7 7-16,5 15 16,6 7-16,3 1 15,4-3 1,10-3-16,-1-8 15,6-7-15,8-7 16,5-13-16,0-10 16,19-23-1,9-21 1,6-29-16,-1-16 16,-25-6-1,-16-14-15,-6-6 16,-12-9-16,-10 6 15,-10 4-15,-11 9 16,-9 5-16,-8 5 16,-7 6-16,-8 2 15,-4 6-15,4 9 16,5 7-16,1 8 16,-1 6-1,-2 2-15,-1 7 16,5 0-16,0 6 15,0 7-15,2 10 16,7 2-16</inkml:trace>
  <inkml:trace contextRef="#ctx0" brushRef="#br0" timeOffset="58149.52">18503 12462 0,'0'0'0,"0"0"0,-4 1 16,4-1-16,-14 11 16,1 1-16,-11 14 15,-24 43 1,-14 42 0,9-6-16,12-8 15,20-34 1,6-12-16,4-10 15,4-15-15,4-11 16,3-15-16,-4 10 16,4-10-16</inkml:trace>
  <inkml:trace contextRef="#ctx0" brushRef="#br0" timeOffset="58515.75">18821 11560 0,'0'0'0,"0"0"16,0 0-16,0 0 15,0 0-15,2 3 16,-2-3-1,0 0-15,11 14 16,1 3-16,8 12 16,10 13-16,5 8 15,4 1-15,8 6 16,-2-7-16,1-2 16,-3-2-16,-3-3 15,-1-2 1,-3-1-16,-3-4 15,-4-7-15,-8-4 16,-5-6-16</inkml:trace>
  <inkml:trace contextRef="#ctx0" brushRef="#br0" timeOffset="59082.36">19648 11699 0,'0'0'0,"0"0"0,-1 2 16,1-2-16,-7 14 15,-3 4-15,-11 16 16,-9 20-16,-5 13 16,0 2-16,-1 3 15,2-4-15,3-8 16,3-4-1,6-15-15,4-8 16,1-8-16,5-11 16,12-14-16,-18 9 15,18-9-15,-15-19 16,10 0 0,5-5-1,5 1-15,-5 23 16,4-12-16,-4 12 15,0 0 1,0 0-16,0 0 16,0 0-16,7 18 15,-1 8-15,-2 20 16,-1 10-16,-2-5 16,0 5-16,1-6 15,-2 1-15,3-5 16,1-8-1,1-7-15,-1-9 16,-2-9-16,-2-13 16,3 14-16,-3-14 15,0 0-15,0 0 16,0 0-16,0 0 16,18 0-16</inkml:trace>
  <inkml:trace contextRef="#ctx0" brushRef="#br0" timeOffset="59416.2">19995 12265 0,'0'0'0,"0"0"16,0 0-16,0 0 15,1-2 1,-1 2-16,21-9 16,17 5-16,12 6 15,4 0-15,7 7 16,0-5-16,3 2 16,7 0-16,-2-7 15,-6-2-15,-9 1 16,-9-1-1,-12 0-15,-5 0 16,-11 2-16,-17 1 16,15-2-16,-15 2 15</inkml:trace>
  <inkml:trace contextRef="#ctx0" brushRef="#br0" timeOffset="59782.62">20034 12734 0,'-1'-4'0,"1"4"16,0 0-16,0 0 15,0 0-15,0 0 16,0 0-16,31 9 16,32-7-16,36-4 15,7-5-15,-2-2 16,-7-6-16,-4 3 15,-10-3 1,-10 4-16,-13 2 16,-16 3-16,-16 4 15,-9-1-15,-19 3 16,19-4-16,-19 4 16,0 0-16,0 0 15,0 0-15,0 0 16,0 0-1,8-10-15,-8 10 16,0 0-16,-17-22 16</inkml:trace>
  <inkml:trace contextRef="#ctx0" brushRef="#br0" timeOffset="60682.31">21946 12127 0,'0'-4'0,"0"4"0,0 0 16,0 0-16,0 0 15,0 0-15,0 0 16,0 0-16,0 0 16,0 0-16,2-11 15,-2 11-15,2-13 16,0 1-16,-1 0 15,-1-1-15,-8-6 32,-19-9-17,-9-1-15,-5 6 16,3 6-16,3 7 16,-7 5-16,-2 5 15,-3 8-15,-4 8 16,-5 15-1,5 17-15,0 15 16,11 14-16,5 7 16,11 13-16,13 10 15,9-7-15,15-5 16,10-17-16,13-12 16,13-8-16,15-19 15,10-9-15,11-21 16,11-20-16,-2-12 15,11-24-15,-14-8 16,-12-17 0,-14-6-16,-15-5 15,-7-5-15,-21 9 16,-12 9-16,-10 10 16,-14 7-16,-11 4 15,-10 3-15,-21 4 16,-12 6-16,-7 10 15,-9 9 1,4 8-16,-8 4 16,-5 5-16,-9 7 15,9 2-15,1 6 16</inkml:trace>
  <inkml:trace contextRef="#ctx0" brushRef="#br0" timeOffset="62849.23">13726 10931 0,'0'0'0,"0"0"16,0 0-16,0 0 16,0 0-16,7 0 15,12 0-15,23 0 16,35 0-16,22 0 15,19 0-15,16 0 16,11 2-16,22 0 16,17 2-1,21-2-15,20 3 16,13-1-16,20-6 16,4-5-16,12 1 15,1 0-15,13 4 16,6 11-16,3 6 15,-9 2-15,4 0 16,-3 0-16,7 0 16,2 0-1,8-1-15,-1 1 16,0-1-16,3 3 16,-6 6-16,-4 3 15,-25 0-15,-12-2 16,-10 0-16,-14-4 15,-15-6-15,-16-7 16,-16-7-16,-28-4 16,-19-6-1,-27 1-15,-27-1 16,-15 1-16,-16-3 16,-13 3-16,-10-2 15,-10 4-15,-8 1 16,-17 4-16,19-4 15,-19 4-15,0 0 16,0 0-16,0 0 16,0 0-1,0 0-15,0 0 16,0 0-16,0 0 16,0 0-16,0 0 15,0 0-15,11 24 16,-16 18-16,-2 26 15,-1 14-15,-1 17 16,-1 4 0,6 13-16,-1 9 15,0 9-15,3 3 16,-2 5-16,0-5 16,0-1-16,-1 0 15,-5-6-15,-1-1 16,-2-2-16,-1-9 15,-3 0-15,1-12 16,-1-9-16,0-14 16,0-15-1,1-19-15,0-12 16,0-10-16,-1-4 16,-3-6-16,-9-6 15,-12-11-15,-12-9 16,-22-10-16,-20-14 15,-12-3-15,-19-6 16,-7-2-16,-21 0 16,-8 11-1,-11 4-15,-4 7 16,3 8-16,-11 2 16,2 10-16,-4 0 15,-2 5-15,10-1 16,-8 2-16,-5-2 15,-1 0-15,-7 1 16,10-6-16,4-5 16,1-1-16,7 1 15,2 1 1,-5 0-16,15 3 16,-3-2-16,13 1 15,5 3-15,2 2 16,0 0-16,-3 2 15,2 0-15,-8 1 16,-5 4-16,-2 1 16,4 6-1,2-3-15,2 1 16,3 0-16,4-3 16,5 2-16,9-1 15,-2-3-15,5 4 16,-6-7-16,6-6 15,-1-2-15,7 0 16,8-1-16,3 1 16,9 1-16,3 0 15,6-3 1,5 0-16,6-3 16,3 2-16,8-3 15,5 3-15,9-1 16,13 0-16,6-1 15,6 0-15,8 0 16,4 1-16,6 3 16,19 5-1,-25-8-15,25 8 16,0 0-16,-15-5 16,15 5-16,-11-13 15,3-7-15,1-15 16,3-12-16,6-14 15,3-12-15,2-7 16,6 2-16,1 1 16,0-1-16,1-8 15,1 0-15,-5-3 16,-6-3 0,-6 6-16,-4-4 15,-2-1-15,-3 1 16,-1 0-16,-2-1 15,-1-6-15,1 3 16,-1 1-16,5 3 16,4 3-16,7 5 15,3 1 1,0 7-16,2 11 16,1 14-16,-4 13 15,-1 10-15,0 8 16,-2 5-16,-1 13 15,3-15-15,-3 15 16,0 0-16,0 0 16,-4-9-16,4 9 15,0 0 1,0 0-16,0 0 16,0 0-16,0 0 15,0 0-15,0 0 16,0 0-16</inkml:trace>
  <inkml:trace contextRef="#ctx0" brushRef="#br0" timeOffset="64432.55">23441 11784 0,'0'0'0,"0"0"0,0 0 15,0 0-15,0 0 16,0 0-16,0 0 15,3 4-15,-3-4 16,0 0-16,7 18 16,3 5-16,10 22 15,22 24-15,13 11 16,3 2-16,8 7 16,6 5-1,1 2-15,1 1 16,2 1-16,-2-3 15,-5-8-15,-6-8 16,-12-18-16,-8-10 16,-9-8-16,-7-10 15,-6-8-15,-5-5 16,-6-7 0,-10-13-16,11 14 15,-11-14-15,0 0 16,7 11-16,-7-11 15,0 0-15,0 0 16,0 0-16,-1 11 16,1-11-16,0 0 15,0 0-15,0 0 16,-12-12-16,12 12 16</inkml:trace>
  <inkml:trace contextRef="#ctx0" brushRef="#br0" timeOffset="65582.19">24374 11517 0,'0'0'0,"0"0"0,0 0 15,0 0-15,0 0 16,0 0 0,-3 2-16,3-2 15,0 0-15,-9 11 16,9-11-16,-8 11 15,8-11-15,-7 12 16,-3 4-16,-12 21 16,-18 31-16,-10 33 15,-6 20-15,-4 13 16,-9 16-16,-1 5 16,-2 0-1,0-7-15,9-20 16,6-13-16,5-14 15,8-17-15,9-16 16,8-18-16,10-17 16,5-11-16,5-7 15,7-15-15,-7 14 16,7-14-16,0 0 16,0 0-1,0 0-15,-3 10 16,3-10-16,0 0 15,0 0-15,0 0 16,0 0-16,0 0 16,0 0-16,0 0 15,-8 11-15,8-11 16,0 0-16,0 0 16,0 0-16,0 0 15,0 0 1,0 0-16,0 0 15,0 0-15,0 0 16,0 0-16,0 0 16,0 0-16,0 0 15,0 0-15,0 0 16,0 0-16,0 0 16,0 0-1,0 0-15,0 0 16,0 0-16,-16 8 15,16-8-15,0 0 16,0 0-16,0 0 16,0 0-16,0 0 15,0 0-15,0 0 16,0 0-16,0 0 16,0 0-1,0 0-15,0 0 16,0 0-16,0 0 15,0 0-15,0 0 16,0 0-16,0 0 16,0 0-16,0 0 15,0 0-15,0 0 16,0 0-16,0 0 16,0 0-16,0 0 15,0 0-15,0 0 16,0 0-1,0 0-15,0 0 16,0 0-16,0 0 16,0 0-16,0 0 15,-1-12-15,1 12 16,4-24-16,0 8 16</inkml:trace>
  <inkml:trace contextRef="#ctx0" brushRef="#br0" timeOffset="68515.89">1198 10352 0,'0'0'0,"0"0"15,0 0-15,11 6 16,21 8-1,40 4-15,36-10 16,32-10-16,23-11 16,18-8-16,23-7 15,9-5-15,27-3 16,13-3-16,17 0 16,15 1-16,13 10 15,1 6-15,15 3 16,6 4-16,13 1 15,4 0 1,0 6-16,-9 4 16,-6 5-16,-9 5 15,-9-1-15,-32-1 16,-16 3-16,-29 5 16,-22 5-16,-25 2 15,-24 3-15,-29 0 16,-18 0-16,-25 0 15,-18-1 1,-14 0-16,-9 3 16,-5 6-16,1 9 15,-4 13-15,-3 16 16,-5 12-16,-7 19 16,-4 13-16,-4 5 15,-5 10-15,-2-6 16,-2-3-16,-2-2 15,0-9 1,0-6-16,0-7 16,0-9-16,1-4 15,-4-7-15,0-5 16,-4-1-16,-4-8 16,-7 0-16,-7-5 15,-12 1-15,-18 6 16,-35 6-16,-30 3 15,-45-1 1,-23-3-16,-8-3 16,-26-4-16,-4-7 15,-18-1-15,-148 6 32,-14-8-32,-1-3 15,27-10-15,135-18 16,-44 1-16,26-12 15,-9 2-15,27-3 16,-13 2 0,11 4-16,-20 6 15,5 7-15,-3 2 16,18 4-16,3-2 16,29-4-16,0-2 15,28-12-15,6-15 16,22-21-16,23-9 15,8-16-15,21-13 16,12-19-16,13-7 16,11-22-1,6-9-15,10-18 16,8-16-16,12-2 16,6-3-16,8 12 15,4-5-15,5 15 16,1 11-16,6 5 15,-1 14-15,1-1 16,2-4 0,5 5-16,6-5 15,4 6-15,-2 14 16,1 15-16,-2 16 16,4 13-16,4 8 15,6 9-15,6 4 16,0 6-16,4 7 15,8 2-15,9 1 16,20 4 0,22-3-16</inkml:trace>
  <inkml:trace contextRef="#ctx0" brushRef="#br1" timeOffset="71182.41">1735 11020 0,'0'0'0,"0"0"0,0 0 16,0 0-16,-2 5 15,2 13-15,-1 30 16,4 35-16,6 12 16,7 0-16,4 4 15,3-6-15,2-9 16,-3-13 0,-2-15-16,-2-13 15,-4-11-15,-1-8 16,0-11-16,-13-13 15,28 4-15,-10-21 16,5-9-16,-1-18 16,-5-3-16,-5 6 15,-5 9-15,-3 9 16,-2 7 0,-2 16-16,3-13 15,-3 13-15,0 0 16,37 31-16,-2 14 15,2 7-15,-2-2 16,-3-6-16,-3-5 16,-2-11-16,5-15 15,2-17-15,0-13 16,2-22 0,-5-24-16,-2-18 15,-10-13-15,-11-4 16,-7 7-16,-6 14 15,-5 14-15,2 20 16,-1 11-16,4 13 16,-1 6-16,6 13 15,0 0-15</inkml:trace>
  <inkml:trace contextRef="#ctx0" brushRef="#br1" timeOffset="71416.11">2830 11522 0,'0'0'0,"0"0"0,0 0 15,2 5-15,2 9 16,3 11 0,3 20-16,4 10 15,0 17-15,1 16 16,-4 12-16,-1 15 15,-2-8-15,1-12 16,-2-10-16,-2-25 16,1-22-16</inkml:trace>
  <inkml:trace contextRef="#ctx0" brushRef="#br1" timeOffset="71665.84">3047 11635 0,'0'0'0,"0"0"0,0 0 16,0 0-16,0 0 16,0 0-1,18 5-15,25 4 16,25-7-16,8-15 15,1-7-15,-6 1 16,-7 0-16,-6 3 16,-13 2-16,-14 0 15</inkml:trace>
  <inkml:trace contextRef="#ctx0" brushRef="#br1" timeOffset="71849.42">3287 12057 0,'0'0'0,"0"0"16,0 0-16,-5 3 15,5-3-15,17 11 16,20-2-16,28-9 16,11-20-1,9-10-15,4-5 16,-3-6-16,-16 0 15</inkml:trace>
  <inkml:trace contextRef="#ctx0" brushRef="#br1" timeOffset="72066.88">3977 11644 0,'0'0'0,"0"0"0,0 0 0,0 0 0,0 0 16,0 0-16,4-4 16,21-5-16,27-15 15,15-4-15,-1-4 16,-21-24-16</inkml:trace>
  <inkml:trace contextRef="#ctx0" brushRef="#br1" timeOffset="72332.35">4501 10743 0,'0'0'0,"0"0"0,0 0 0,0 5 16,0-5-16,4 21 16,-2 9-16,6 23 15,6 22 1,10 15-16,0 6 15,3 10-15,0 2 16,2 9-16,-2-14 16,-6-10-16,-4-16 15,0-8-15,-3-6 16,0-5-16,0-9 16</inkml:trace>
  <inkml:trace contextRef="#ctx0" brushRef="#br1" timeOffset="73349.25">5860 10757 0,'0'0'0,"0"0"0,0 0 16,1 12-16,7 31 15,6 39-15,2 18 16,3 12-16,-1-3 16,0 6-1,-2-9-15,-2-17 16,-4-13-16,-5-13 15,-3-10-15,1-14 16,-3-15-16,0-13 16,0-11-16,0 0 15,-9-13-15,-5-30 16,3-28-16,7-5 16,4 5-1,7 8-15,8 7 16,6 5-16,10 3 15,2 6-15,5 8 16,3 9-16,11 9 16,7 10-16,4 12 15,-6 14-15,-5 13 16,-3 12-16,-8 34 31,-20 26-15,-26 15-16,-28-8 15,-11-24-15,-12-3 16,-1-13-16,-6-5 16,2-21-16,4-12 15,0-10-15,7-11 16,9-6-16,8-7 16,11-5-1,22 5-15,-18-26 0,20 1 16,13-6-1</inkml:trace>
  <inkml:trace contextRef="#ctx0" brushRef="#br1" timeOffset="73732.39">6929 11455 0,'0'0'0,"0"0"0,0 0 0,0 0 0,-5 0 16,5 0-16,0 0 15,0 0-15,29-4 16,11-4-16,9-4 16,6-7-16,2-2 15,-2-1-15,-1 0 16,-4 1-16,-4-1 16,-3 4-16,-8 3 15,-9 3-15,-8 5 16</inkml:trace>
  <inkml:trace contextRef="#ctx0" brushRef="#br1" timeOffset="74032.66">6924 11829 0,'0'0'0,"0"0"16,-6-3-16,6 3 16,0 0-16,0 0 15,4-14-15,23-2 16,16-4-16,11 0 16,6-2-16,0-1 15,2 1-15,-3-1 16,-3 1-1,-2-8-15,-4-2 16,-8-1-16,-7 1 16,1-8-16</inkml:trace>
  <inkml:trace contextRef="#ctx0" brushRef="#br1" timeOffset="75085.62">7702 10446 0,'0'0'0,"0"0"0,0 0 0,0 0 16,0 0-16,0 0 15,0 0-15,0 0 16,-2 4-16,2-4 15,0 0 1,0 0-16,0 0 16,0 0-16,0 0 15,0 0-15,0 0 16,0 0-16,0 0 16,0 0-16,0 0 15,0 0-15,-2 9 16,2-9-16,0 0 15,0 0 1,0 0-16,0 0 16,0 0-16,0 0 15,0 0-15,0 0 16,0 0-16,0 0 16,0 0-16,0 0 15,0 0-15,0 0 16,0 0-1,0 0-15,0 0 16,0 0-16,0 0 16,0 0-16,0 0 15,0 0-15,0 0 16,0 0-16,-11 11 16,11-11-16,-3 15 15,-3 10 1,-3 16-16,0 7 15,2 9-15,0 13 16,3 16-16,1 5 16,6 0-16,3-1 15,3-2-15,5-2 16,6-4-16,5-2 16,5-4-16,1-5 15,9-4-15,1-10 16,6-5-16,5-10 15,-1-4 1,4-7-16,2-11 16,-1-9-16,-1-13 15,3-7-15,-2-10 16,-1-11-16,-4-10 16,-6-11-16,-4-10 15,-7-3-15,-5-2 16,-6-9-1,-10-3-15,-4-8 16,-7 6-16,-7 4 16,-3-1-16,-5 4 15,-6 2-15,-5 6 16,-7 5-16,-6 6 16,-6 5-16,-6 9 15,-6 4-15,-10 6 16,-5 2-1,-2 6-15,-1 0 0,3 10 16,2 3 0,6 5-16,7 0 15,14 3-15,9-1 16,7 0-16,6 2 16,1 4-16,-7 5 15,-8 12-15,-6 24 16</inkml:trace>
  <inkml:trace contextRef="#ctx0" brushRef="#br1" timeOffset="76799.57">9322 12012 0,'0'0'0,"0"0"16,0 0-16,0 0 15,0 0-15,6 2 16,-6-2-16,28 3 16,26-34-16,68-84 15,51-111-15,20-34 16,-3-22-16,-7 7 15,-35 53-15,-30 45 16,-37 58 0,-30 42-16,-22 33 15,-11 19-15,-4 12 16,-14 13-16,29-5 16</inkml:trace>
  <inkml:trace contextRef="#ctx0" brushRef="#br1" timeOffset="77116.59">9845 12696 0,'0'0'0,"0"0"0,0 0 15,-3-2-15,21-31 16,52-102-16,52-72 15,2 6-15,21-21 16,1 11-16,5 2 16,-10 17-1,-7 14-15,-20 25 16,-23 33-16,-25 32 16,-18 27-16,-16 20 15,-11 14-15,-9 12 16,-12 15-16,7-11 15,-7 11-15</inkml:trace>
  <inkml:trace contextRef="#ctx0" brushRef="#br1" timeOffset="77515.52">9294 10506 0,'0'0'0,"0"0"0,0 0 0,0 0 0,3 7 15,11 17-15,25 33 16,37 44-16,25 23 15,16 12-15,21 13 16,9 4-16,12 4 16,5 1-1,2-3-15,-3 1 16,-8-9-16,-6-8 16,-10-7-16,-10-12 15,-4-3-15,-14-14 16,-10-11-16,-19-15 15,-27-21-15,-23-18 16,-19-22-16,-13-16 16</inkml:trace>
  <inkml:trace contextRef="#ctx0" brushRef="#br1" timeOffset="77815.69">9834 10298 0,'0'0'0,"0"0"0,0 0 15,0 0-15,4 9 16,22 27-16,38 42 15,44 40-15,19 7 16,24 12-16,22 12 16,9 3-1,8 3-15,4 1 0,8 7 16,5 3 0,5 10-16,-7 0 15</inkml:trace>
  <inkml:trace contextRef="#ctx0" brushRef="#br1" timeOffset="85832.09">7891 13034 0,'0'0'0,"0"0"0,0 0 0,0 0 16,0 0-1,0 0-15,0 3 16,0-3-16,0 0 16,0 0-16,0 0 15,0 0-15,0 0 16,0 0-16,0 0 15,30 2-15,-6-2 16,8-1-16,5-3 16,3-4-1,0-1-15,1-1 16,2 0-16,-3 0 16,-2 2-16,-4 0 15,-6 2-15,-3 0 16,-5 2-16,-20 4 15,25-3-15,-25 3 16,0 0-16,16-4 16,-16 4-1,0 0-15,0 0 16,0 0-16,0 0 16,0 0-16,0 0 15,0 0-15,0 0 16,0 0-16,0 0 15,0 0-15,11 9 16,-11-9-16,0 0 16,0 0-16,0 0 15,0 0 1,0 0-16,0 0 16,0 10-16,0-10 15,0 0-15,0 0 16,-4 12-16,4-12 15,-19 22-15,3 0 16,-1 0-16,-1 2 16,-3 0-16,-3 3 15,-3 3 1,0-1-16,1-4 16,4-3-16,1-3 15,4-3-15,-2 2 16,2-2-16,1-1 15,0 0-15,1-1 16,1-2-16,2-1 16,0-1-16,12-10 15,-17 16 1,17-16-16,0 0 16,-14 12-16,14-12 15,0 0-15,0 0 16,0 0-16,0 0 15,0 0-15,0 0 16,0 0-16,16 9 16,5-5-16,6-3 15,2-1 1,5-1-16,1-3 16,0 2-16,-3-1 15,-4-1-15,-3-2 16,-2 1-16,-4 1 15,-4-1-15,-15 5 16,20-5-16,-20 5 16,0 0-16,0 0 15,16-1-15,-16 1 16,0 0 0,0 0-16,0 0 15,0 0-15</inkml:trace>
  <inkml:trace contextRef="#ctx0" brushRef="#br1" timeOffset="86382.43">8686 13154 0,'0'0'0,"0"0"16,-2-3-1,2 3-15,0 0 16,0 0-16,0 0 16,0 0-16,9-12 15,6 6-15,6-3 16,6 2-16,4-1 15,2 2-15,-2 2 16,-5 1-16,4 0 16,-2 1-16,-2 1 15,-4-1-15,-5 2 16,-17 0 0,26 0-16,-26 0 15,18 0-15,-18 0 16,0 0-16,16 0 15,-16 0-15,0 0 16</inkml:trace>
  <inkml:trace contextRef="#ctx0" brushRef="#br1" timeOffset="93066.45">5137 8564 0,'0'0'0,"0"0"15,0 0-15,0 0 16,0 0-16,0 0 15,10-6-15,13-8 16,18-12-16,16-10 16,4 0-1,-3 3-15,-8 10 16,-10 10-16,-7 7 16,-11 4-16,-3 8 15,-5 8-15,-6 22 16,-11 37-16,-32 43 15,-12 18-15,-16-5 16,6-17-16,3-19 16,7-16-16,6-10 15,11-17-15,8-14 16,9-14 0,6-5-16,9-2 15,11-2-15,16-2 16,25-11-16,17-11 15,12-15-15,5-12 16,-2-1-16,-3-4 16,-8 3-16,-9 3 15,-4 2 1,-7 4-16,-3-3 16,-7 0-16</inkml:trace>
  <inkml:trace contextRef="#ctx0" brushRef="#br1" timeOffset="93332.98">6211 8509 0,'0'0'0,"0"0"0,-4 0 15,4 0-15,0 0 16,0 0-16,0 0 15,0 0-15,0 0 16,0 0-16,2-12 16,43-23-16,26-14 15,3 3 1,-9 9-16,-7 6 16,-9 6-16,-11 8 15,-13 6-15</inkml:trace>
  <inkml:trace contextRef="#ctx0" brushRef="#br1" timeOffset="93549.27">6100 8978 0,'0'0'0,"0"0"0,0 0 15,0 0-15,4-4 16,20-13-16,27-16 15,20-4-15,4 0 16,-1 2-16,-5 3 16,-5 1-16,-6 5 15,-3 1-15,-10 3 16,2 5 0</inkml:trace>
  <inkml:trace contextRef="#ctx0" brushRef="#br1" timeOffset="94982.18">7019 8319 0,'0'0'0,"0"0"0,0 0 15,-4 0-15,4 0 16,0 0 0,0 0-16,0 0 15,15-11-15,14-6 16,17-8-16,10-5 15,2 1-15,0 1 16,-3 0-16,0 2 16,-10 4-16,-9 7 15,-7 3-15,-4 5 16,-5 3-16,-20 4 16,25-4-1,-25 4-15,0 0 16,18-2-16,-18 2 15,0 0-15</inkml:trace>
  <inkml:trace contextRef="#ctx0" brushRef="#br1" timeOffset="95382.26">7836 7677 0,'0'0'0,"0"0"0,0 0 16,0 0-16,4 2 16,9 10-1,15 13-15,9 7 16,7 5-16,2 4 15,5-1-15,-2-2 16,1-3-16,-3-4 16,-1-3-16,-2-5 15,-3-1-15,-3-2 16,1-2-16,0 2 16,-4-4-1,-3-1-15,-7-4 16,-5-2-16,-20-9 15,25 8-15</inkml:trace>
  <inkml:trace contextRef="#ctx0" brushRef="#br1" timeOffset="95687.52">8266 7644 0,'0'0'0,"0"0"0,0 0 16,0 3-16,0-3 15,0 24-15,-3 13 16,-4 16-16,-3 5 16,0 2-1,-3 5-15,-2 2 16,-4 6-16,-3 2 15,2-7-15,-1-2 16,3-13-16,3-9 16,2-7-16,1-5 15,1-2-15,3-4 16,1-6-16,1-3 16,2-5-1</inkml:trace>
  <inkml:trace contextRef="#ctx0" brushRef="#br1" timeOffset="98917.14">9215 7043 0,'0'0'0,"0"0"16,-4 0-16,4 0 15,-21 0-15,2 0 16,-3 0-16,-8 0 15,-6 0 1,-12 0-16,-18 0 16,-7 2-16,-13 3 15,-3 6-15,1 2 16,-7 6-16,-2 0 16,-5 3-16,-5-1 15,0 5-15,-3-1 16,-1 2-16,-3-1 15,2 2 1,-3 2-16,1 0 16,-1 0-16,1 1 15,4-6-15,8 0 16,5-4-16,4-4 16,8-2-16,-2-3 15,4-1-15,0 1 16,-6 0-1,-2 2-15,-2 3 16,4 2-16,-2 3 16,0 1-16,-6 3 15,8-2-15,4-2 16,5-2-16,5 0 16,2-2-16,6-2 15,-1 2-15,3-3 16,2 0-1,4 0-15,4-2 16,3 0-16,-3-1 16,3 2-16,4 1 15,1-2-15,5 2 16,3-2-16,5-1 16,11-3-16,4-1 15,3-1-15,16-7 16,-29 22-16,14-6 15,-2 3 1,1 6-16,2 6 16,1 12-16,2 9 15,2 10-15,5 11 16,4 7-16,4 8 16,7 7-16,-2 7 15,7 10-15,4-3 16,-1 0-1,5 2-15,-1-6 0,4 2 16,-2-4 0,0-10-16,-1-10 15,-3-9-15,-2-10 16,-1-7-16,-2-6 16,-2-8-16,-1-10 15,0-3-15,3-9 16,0-1-16,5-3 15,6-7-15,10-1 16,8-4 0,8-7-16,10-8 15,7-10-15,3-8 16,6-7-16,5-9 16,5-1-16,8-6 15,9-3-15,11 0 16,10 5-16,11 1 15,7 3-15,3 8 16,4 1 0,-3 6-16,8 5 15,-8 1-15,6 1 16,-1-3-16,-1 2 16,-1-5-16,-11-2 15,6-7-15,-3-1 16,0-1-16,0 1 15,-6 2 1,-1 0-16,-5 2 16,-6-1-16,-9-3 15,-11 1-15,-13 1 16,-8 4-16,-12 1 16,-11 6-16,-10 2 15,-7 1-15,-6 2 16,-2-3-16,-9 0 15,-4 0 1,-6-4-16,-6-5 16,-3-1-16,-8-5 15,-3-5-15,-6-7 16,-8-7-16,-4-4 16,-2 0-16,-1 1 15,0 1-15,-1-3 16,-2-2-16,0-3 15,0-3-15,0 0 16,3-3 0,3-6-16,4 3 15,2 4-15,1 8 16,1 5-16,1 5 16,2 3-16,-2 10 15,2 8-15,2 9 16,0 7-16,1 5 15,1 2-15,5 11 16,-8-15 0,8 15-16,0 0 15,0 0-15,0 0 16,-9-10-16,9 10 16,0 0-16,0 0 15,0 0-15,0 0 16,0 0-16,0 0 15,0 0-15,0 0 16,0 0-16,0 0 16,0 0-1,0 0-15,0 0 16,0 0-16,0 0 16,0 0-16,0 0 15,0 0-15,0 0 16,0 0-16,0 0 15,0 0-15,0 0 16,0 0 0,0 0-16,0 0 15,0 0-15,0 0 16,0 0-16</inkml:trace>
  <inkml:trace contextRef="#ctx0" brushRef="#br1" timeOffset="104699.69">9625 7205 0,'0'0'0,"0"0"0,0 0 0,0 0 16,0 0-1,0 0-15,3 1 16,-3-1-16,21 7 16,1 0-16,12 6 15,7 0-15,3 3 16,1 0-16,7 2 16,5 1-16,-1-2 15,3-2-15,-7-2 16,-3-3-1,-6-1-15,-9-2 16,-2-3-16,-4-2 16,-1-2-16,-6-2 15,-1 1-15,-20 1 16,21-3-16,-21 3 16,0 0-16,0 0 15,0 0 1,0 0-16,5 11 15,-19 15-15,-4 5 16,-3 2-16,-9 6 16,-9 9-16,-6 3 15,-6 5-15,3-6 16,4-5-16,5-3 16,7-9-16,2-2 15,1 0-15,6-6 16,1-4-1,6-5-15,7-6 16,9-10-16,-15 14 16,15-14-16,0 0 15,0 0-15,0 0 16,0 0-16,0 0 16,24-20-16,14-11 15</inkml:trace>
  <inkml:trace contextRef="#ctx0" brushRef="#br1" timeOffset="105332.35">10653 7523 0,'0'0'0,"0"0"0,0 0 0,0 0 16,0 0-16,0 0 15,0 0-15,0 0 16,0 0-16,0 0 16,0 0-16,0 0 15,0 0-15,0 0 16,0 0-1,-1 5-15,-4 4 16,-4 12-16,-5 14 16,-4 10-16,-2 3 15,0 5-15,-6 4 16,-1-4-16,-6 4 16,-2-4-16,1-6 15,5-6-15,3-10 16,8-10-1,3-3-15,2-3 16,13-15-16,-15 17 16,15-17-16,-10 10 15,10-10-15,0 0 16,0 0-16,0 0 16,0 0-16,0 0 15</inkml:trace>
  <inkml:trace contextRef="#ctx0" brushRef="#br1" timeOffset="107148.86">11293 6987 0,'0'0'0,"-3"-2"15,3 2-15,0 0 16,-22-14-16,22 14 15,-18-8-15,18 8 16,-22-7 0,22 7-16,-28-4 15,28 4-15,-28 3 16,11 1-16,1 6 16,-2 4-16,-3 7 15,0 10-15,-3 7 16,5 6-16,4 4 15,2 3-15,7 4 16,4 4 0,2-5-16,2-5 15,3-1-15,4-1 16,6-4-16,8 1 16,3-4-16,2-5 15,2-8-15,5-7 16,12-5-16,13-6 15,2-7-15,-4-6 16,0-7 0,-2-8-16,8-12 15,-2-4-15,-10-3 16,-6 2-16,-8 1 16,-1-5-16,-5-2 15,-4 3-15,-8 1 16,-9 1-16,-5 0 15,-7 3-15,-5 2 16,-7 1 0,-6-1-16,-10-5 15,-8 5-15,-6 0 16,-10 2-16,-6 1 16,-5 2-16,-4 3 15,1 5-15,0 3 16,3 8-1,6 3-15,-3 4 0,4 2 16,2 4 0,4-1-16,7 3 15,5 1-15,6 3 16,7-3-16,3 1 16,5-1-16,18-8 15,-17 10-15,17-10 16,0 0-1,0 0-15,0 0 16,-14 10-16,14-10 16,0 0-16,0 0 15,0 0-15,0 0 16,0 0-16,0 0 16,0 0-16,0 0 15,0 0-15,0 0 16,0 9-16,0-9 15,0 0-15,0 0 16,0 0 0,0 0-16,0 0 15,0 0-15,0 0 16,0 0-16,0 0 16,0 0-16,0 0 15,0 0-15,0 0 16,0 0-16,0 0 15,0 0 1,0 0-16,0 0 16,0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 0,0 0-16,0 0 15,0 0-15</inkml:trace>
  <inkml:trace contextRef="#ctx0" brushRef="#br1" timeOffset="110265.61">17413 1415 0,'0'0'0,"0"0"16,0-2-16,0 2 16,0 0-16,0 0 15,0 0-15,-27 4 16,-30 15 0,-41 16-16,-4 7 15,17-4-15,19-4 16,16-5-16,15-4 15,7-1-15,4 1 16,10 2-16,6 1 16,12 6-16,18 9 15,15 5-15,17 7 16,11 6-16,-4-8 16,-3-6-16,-12-8 15,-14-12 16,-14-1-31,-20 15 16,-22 10-16,-32 9 16,-12-5-16,-9-21 15,1-13-15,1-9 16,5-8-16,13-2 16,14-2-1,12-3-15,7 0 16,24 3-16,-24-4 15,24 4-15,0 0 16,0 0-16,5-14 16</inkml:trace>
  <inkml:trace contextRef="#ctx0" brushRef="#br1" timeOffset="110532.42">17669 1943 0,'0'0'0,"0"0"16,0 0-16,0 0 15,2 5-15,0 11 16,6 14-16,2 9 16,-5 4-16,-5 0 15,0 2 1,-3 1-16,1-7 15,0-7-15,1-10 16,1-11-16,0-11 16,0 0-16</inkml:trace>
  <inkml:trace contextRef="#ctx0" brushRef="#br1" timeOffset="110683.33">17955 1656 0,'0'0'0,"0"0"15,0 0-15,6 9 16,8 12-16</inkml:trace>
  <inkml:trace contextRef="#ctx0" brushRef="#br1" timeOffset="111148.82">18445 1850 0,'0'0'0,"0"0"0,0 0 16,-5 1-1,-15 2-15,-25 6 16,-16 3-16,3 0 16,5 7-16,10 5 15,10 4-15,6 2 16,13 3 0,10-1-16,5-3 15,9-5-15,2-6 16,8-5-16,9-4 15,9-12-15,7-12 16,-4-6-16,-6-2 16,-10 5-16,-9 7 15,-16 11-15,18-13 16,-18 13-16,21 13 16,-8 13-16,-8 32 15,-6 24 1,-16 17-16,-10 13 15,-29 60 1,-32-18 0,17-17-16,5-44 15</inkml:trace>
  <inkml:trace contextRef="#ctx0" brushRef="#br1" timeOffset="111649.83">17892 2714 0,'11'-19'0,"25"-37"0,5-11 16,49-71-16,-3 44 15,3 18-15,-5 21 16,-4 19-16,-6 9 16,-12 18-16,-8 11 15,-10 9 1,-6 14-16,-9 10 15,-12 14-15,-7 8 16,-9 1-16,-6-7 16,-7-8-16,-3-6 15,0-8-15,2-8 16,4-10-16,8-11 16,0 0-1,0 0-15,-6-28 16,23-39-16,26-22 15,14-4-15,11 14 16,-1 15-16,-2 16 16,-4 16-16,-8 17 15,-8 12-15,-7 10 16,-11 8-16,-6 10 16,-8 10-16,-11 15 15,-9 6 1,-8 3-16,-6-3 15,1-11-15,2-9 16,4-8-16,5-12 16,9-16-16,-3 13 15</inkml:trace>
  <inkml:trace contextRef="#ctx0" brushRef="#br1" timeOffset="111999.19">20045 1566 0,'0'0'0,"0"0"0,0 0 0,0 0 15,-3 4-15,-7 14 16,-17 28-1,-15 27-15,-5 11 16,5 10-16,-3 10 16,5-5-16,3-3 15,5-6-15,8-11 16,8-10-16,7-16 16,11-10-16,13-4 15,16-4 1,12-12-16,15-16 15,21-22-15,12-18 16,5-23-16</inkml:trace>
  <inkml:trace contextRef="#ctx0" brushRef="#br1" timeOffset="112532.09">20115 2055 0,'0'0'0,"0"0"0,0 0 15,0 0-15,0 0 16,7 2-16,12 2 16,24-1-16,15-3 15,8-3-15,-3-3 16,-1 0-1,-11-1-15,-12 4 16,-8-1-16,-7 2 16,-8 0-16,-16 2 15,21 3-15,-21-3 16,4 25-16,-20 15 16,-26 22-16,-23 15 15,-11-8-15,1-7 16,8-9-1,9-10-15,6-5 16,15-11-16,11-8 16,10-7-16,16-12 15,-16 12-15,16-12 16,0 0-16,0 0 16,39 13-16,31-8 15,8-6-15,-5-8 16,1-3-1,-1-1-15,-4-1 16,-3 0-16,-11-3 16,-4-3-16,-6-4 15,-12-11-15</inkml:trace>
  <inkml:trace contextRef="#ctx0" brushRef="#br1" timeOffset="113148.82">21033 1734 0,'0'0'0,"0"0"0,0 0 16,7 4-16,14 14 15,21 31-15,17 29 16,-5 8-1,-15 0-15,-9 18 16,-15-1-16,-19 1 16,-20 1-16,-18-10 15,-30 12-15,-10-9 16,-24-10-16,3-9 16,7-18-16,5-9 15,17-13-15,8-10 16,15-7-16,13-9 15,10-3 1,10-4-16,18-6 16,-18 5-16,18-5 15,0 0-15,0 0 16,0 0-16,-16-2 16,16 2-16,-7-10 15,7 10-15,0-15 16,0 15-16,4-13 15,-4 13-15,6-11 16,-6 11 0,0 0-16,8-13 15,-8 13-15,0 0 16,0 0-16,0 0 16,0 0-16,0 0 15,0 0-15,0 0 16,0 0-1,0 0-15,7-11 16,-12 0-16,-2-6 16</inkml:trace>
  <inkml:trace contextRef="#ctx0" brushRef="#br1" timeOffset="114282">15838 3274 0,'0'0'0,"0"0"16,0 0-16,0 0 15,4 7-15,12 11 16,39 9-16,38 1 15,45-11 1,34-11-16,19-16 16,24-11-16,21-11 15,7 0-15,22-1 16,12-2-16,10 3 16,20 11-16,8 12 15,6 7-15,1 8 16,-13 7-16,-18 7 15,-29 3-15,-5 5 16,-38-8 0,-8 1-16,-30-4 15,-26-8-15,-22-5 16,-26-11-16,-27-3 16,-17-2-16,-21 1 15,-14-1-15,-7-5 16,-5-9-16,-3-12 15,-8-23 1,-11-18-16,-12-20 16,-2-13-16,-2 1 15,-1-20-15,12-6 16,9 6-16,4 0 16,2 15-16,2 2 15,-2 0-15,-1 8 16,-7 6-1,-30-3-15,-23 4 16,-31 0-16,-39 2 16,-29 9-16,-45 18 15,-28 6-15,-26 19 16,-20 15-16,-9 14 16,-20 25-16,2 8 15,5 16-15,18 5 16,4 3-16,20 1 15,9 2 1,21-6-16,19-2 16,17-2-16,16 2 15,21 4-15,16 1 16,15 4-16,22 2 16,11 9-16,12 7 15,7 13-15,4 9 16,14 19-16,6 10 15,5 10-15,5 7 16,4-5-16,3 2 16,8-10-1,1-5-15,6-13 16,2-13-16,1-18 16,5-9-16,-1-11 15,5-10-15,1-9 16,1-10-16,2-5 15,-3-4-15,0-11 16,0 0 0,0 0-16,14 11 15,7-13-15</inkml:trace>
  <inkml:trace contextRef="#ctx0" brushRef="#br1" timeOffset="115165.66">17308 3518 0,'0'0'0,"-1"-5"15,1 5 1,-1-14-16,1 14 16,-3-13-16,3 13 15,0 0-15,-45-10 16,-13 13-16,-12 9 15,8 8-15,10 1 16,8-2-16,10-1 16,12-3-16,7 1 15,5 3 1,8 12-16,14 12 16,23 6-16,19-1 15,14-3-15,-1-7 16,-3-5-16,-10-8 15,-14-5-15,-13-7 16,-7-2 0,-13 2-16,-8 5 15,-22 12-15,-33 10 16,-19 4-16,-4-13 16,2-9-16,7-10 15,13-6-15,10-3 16,16-2-16,9-1 15,6-1-15,16 1 16,0 0 0,-15-7-16,23-11 15</inkml:trace>
  <inkml:trace contextRef="#ctx0" brushRef="#br1" timeOffset="115382.01">17516 3753 0,'0'0'0,"0"0"16,0 0-16,4 0 16,-4 0-16,10 11 15,3 8-15,0 18 16,-6 10 0,-3 11-16,-3-6 15,1-4-15,0-12 16,-2-13-16,0-9 15,0-14-15,0 11 16,0-11-16</inkml:trace>
  <inkml:trace contextRef="#ctx0" brushRef="#br1" timeOffset="115531.88">17681 3496 0,'0'0'0,"0"0"0,0 0 0,0 0 0,0 3 16,2 6-16,3 19 15</inkml:trace>
  <inkml:trace contextRef="#ctx0" brushRef="#br1" timeOffset="116398.24">17987 3781 0,'0'0'0,"0"0"16,4-4-1,-4 4-15,15-13 16,-15 13-16,14-11 16,-14 11-16,0 0 15,0 0-15,0 0 16,0 0-16,-19 8 15,-17 7-15,1-1 16,11-4-16,6-1 16,18-9-16,-19 17 15,19-6 1,7 0-16,13 0 16,12-3-16,7-13 15,0-7-15,0-5 16,-9-3-16,-8 4 15,-7 4-15,-15 12 16,16-11-16,-16 11 16,24 9-16,-4 19 15,-3 18 1,-10 25-16,-7 4 16,-8 5-16,-8 8 15,-12 15 1,-9-8-1,-12-23-15,8-34 16,5-18-16,8-12 16,9-8-16,19 0 15,-30-34-15,25-22 16,18-22 0,15-9-16,11 6 15,12 1-15,8 2 16,-1 13-16,-2 17 15,3 15-15,4 14 16,-3 10-16,-2 12 16,-14 10-16,-8 11 15,-4 10 1,-7 4-16,-9 4 16,-6-4-16,-5-8 15,-3-7-15,-1-11 16,-1-12-16,0 0 15,18-4-15,21-27 16,8-20-16,-7-2 16,-6 6-16,-13 15 15,-4 8 1,-6 7-16,-11 17 16,19-12-16,-3 22 15,4 12-15,5 12 16,2 11-16,-2 1 15,-6-11-15,-1-2 16,-6-9-16,-6-14 16,-6-10-16,0 0 15</inkml:trace>
  <inkml:trace contextRef="#ctx0" brushRef="#br1" timeOffset="116765.81">19536 3445 0,'0'0'0,"0"0"0,0 0 0,0 0 0,0 0 15,-4 12-15,-7 22 16,-7 31-16,-6 18 16,-8 29-16,0 4 15,7-24-15,7-18 16,15-13 15,17-1-31,13-2 16,5-14-16,8-28 15,3-16-15,7-6 16,2-7-16,-8-5 16,-3-3-16</inkml:trace>
  <inkml:trace contextRef="#ctx0" brushRef="#br1" timeOffset="117048.74">19772 3966 0,'0'0'0,"0"0"16,0 0-16,0 0 15,0 0-15,0 0 16,19-1-16,14-2 15,11 0-15,1 1 16,2 0-16,-4-4 16,-2-4-16,-5-6 15,0-6-15,-2 1 16</inkml:trace>
  <inkml:trace contextRef="#ctx0" brushRef="#br1" timeOffset="117315.8">20364 3612 0,'0'0'0,"0"0"0,0 0 15,0 0-15,4 4 16,3 12 0,7 15-16,6 9 15,3 3-15,3 7 16,4-3-16,1-4 15,-2-5-15,-2-9 16,0-3-16,1-2 16,-3-7-16,-6-6 15,-19-11-15,25 5 16</inkml:trace>
  <inkml:trace contextRef="#ctx0" brushRef="#br1" timeOffset="117514.96">20734 3694 0,'0'0'0,"0"0"0,0 0 16,0 0-16,0 0 16,0 0-16,0 3 15,-11 10-15,-19 28 16,-22 21-16,-14 16 16,-8 12-1,13-16-15,9-6 16,8-12-16,2-4 15,11-9-15,7-8 16,24-35-16,0 0 16,0 0-16</inkml:trace>
  <inkml:trace contextRef="#ctx0" brushRef="#br1" timeOffset="117816.05">20878 3389 0,'0'0'0,"0"0"0,0 0 0,2 4 0,-2-4 16,15 20-1,13 16-15,19 26 16,8 17-16,-18-2 15,-7 30-15,-5-10 16,-22 7-16,-15 2 16,-19-51-16,-15-9 15,-15 16-15,-27-9 16,-64 17 15</inkml:trace>
  <inkml:trace contextRef="#ctx0" brushRef="#br1" timeOffset="119083.3">21335 3429 0,'0'0'0,"0"0"0,0 0 0,-5-3 0,-16-8 16,-33-3-16,-42 2 16,-21 4-16,-12-1 15,-2 1 1,-20-4-16,-8-14 15,-8-8-15,-15-13 16,-1-3-16,-9-4 16,-6-2-16,6 3 15,12 5-15,-8 5 16,20 14-16,-7 1 16,15 9-1,7 4-15,11 4 16,5 5-16,3 8 15,4 9-15,-4 4 16,25 5-16,2 0 16,12 0-16,8 0 15,10 5-15,6 0 16,4 2-16,7 3 16,3 2-16,5 6 15,7 3 1,-5 12-16,2 3 15,-5 19-15,6 5 16,1 10-16,8-3 16,8-6-16,5 1 15,7-6-15,8-2 16,2-3 0,6-1-16,4 6 15,6-3-15,2-7 16,4-7-16,3-6 15,8-2-15,8 7 16,8-2-16,14-10 16,20-8-16,22-3 15,29-11-15,13-8 16,22-13-16,9-10 16,-2-4-16,13-6 15,-9-2 1,-3 1-16,5-5 15,-5 2-15,4-1 16,0-2-16,-17 2 16,13-1-16,-15 6 15,4 5-15,-12 0 16,-16 5-16,2-3 16,-10 3-16,3 2 15,-14 3 1,-11 5-16,8 4 15,-10 3-15,-4 3 16,3-2-16,-14-7 16,-1-12-16,-11 1 15,-4 1-15,-2-1 16,-3-4-16,5-19 16,-16 10-16,0-1 15,2 3 1,-6-2-16,3-9 15,-7 8-15,-2-3 16,-7 1-16,1-8 16,0-20-16,-8-6 15,-3-1-15,-9 5 16,-5-28-16,-5 9 16,-8-15-1,-6 16-15,-3 13 16,-1 12-16,0 9 15,2 8-15,-1 7 16,5 8-16,7 14 16,-12-15-16,12 15 15,0 0-15,0 0 16,0 0-16,0 0 16,0 0-16,-14 14 15</inkml:trace>
  <inkml:trace contextRef="#ctx0" brushRef="#br1" timeOffset="119470.79">21893 3747 0,'2'4'0,"-2"-4"0,0 0 0,0 0 16,2 11-16,-2-11 15,0 0-15,0 0 16,0 0-1,0 0-15,19 18 16,64-19-16,97-49 16,46-54-16,-6 8 15,4-19-15,-23 15 16,-38 15-16,-22 14 16,-25 12-16,-29 13 15,-23 16-15,-26 15 16,-38 15-16</inkml:trace>
  <inkml:trace contextRef="#ctx0" brushRef="#br1" timeOffset="119766.32">22001 4037 0,'0'0'0,"-2"7"0,2-7 0,-1 11 0,-2 14 16,3 1-16,0-26 16,39-3-16,57-39 15,55-22-15,1-1 16,30-15-16,-10-13 16,-12 7-16,-9 2 15,-21 13-15,-15 7 16,-9 11-1,-18 15-15,-13 8 16,-13 11-16,-22 5 16,-22 9-16</inkml:trace>
  <inkml:trace contextRef="#ctx0" brushRef="#br1" timeOffset="120069.65">22231 2953 0,'0'0'0,"0"4"0,0-4 0,0 0 0,9 23 16,7 21-16,14 47 15,9 23-15,12 11 16,0-13-1,6 5-15,-4-12 16,9 12-16,6-10 16,-8-14-16,11 5 15,-10-14-15,11 14 16,-2-4-16,-10-14 16,3 9-16,-23-34 15</inkml:trace>
  <inkml:trace contextRef="#ctx0" brushRef="#br1" timeOffset="120336.66">22861 2826 0,'0'0'0,"0"0"16,3 4-16,5 9 16,23 33-16,28 56 15,18 42-15,-4 13 16,11 24-16,1 7 16,11 29-16,-3-11 15,6 19-15,9 16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8T11:26:24.224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8881 5831 0,'0'0'0,"0"0"0,0 0 16,0 0-16,0 0 15,0 0-15,5 6 16,5 7 0,2 5-16,6 7 15,-1-1-15,-1-3 16,-2-2-16,-4-5 16,-3-2-16,3-1 15,-10-11-15,25 17 16,1-10-16,17-7 15,20-9-15,27-16 16,10-14 0,16-9-16,6-13 15,7-5-15,7-9 16,-10 4-16,5-3 16,-14 3-16,-6 3 15,-3 1-15,-16 8 16,-9 4-16,-9 7 15,-13 9-15,-7 4 16,-7 5-16,-5 7 16,-6 7-1,-1 4-15,-2 3 16,-5 2-16,-3 3 16,-3 2-16,-2 4 15,-2 3-15,-1 4 16</inkml:trace>
  <inkml:trace contextRef="#ctx0" brushRef="#br0" timeOffset="2984.31">8963 7872 0,'0'0'0,"0"0"0,0 0 16,0 0-16,0 0 15,0 0-15,0 3 16,0-3 0,0 0-16,8 20 15,0 1-15,3 5 16,-2 4-16,-1 2 15,-2-3-15,-1-3 16,-3-5-16,0-4 16,1-2-16,0 0 15,7 1-15,15-1 16,11-7 0,34-16-16,31-18 15,36-28-15,22-22 16,5-13-16,5-11 15,-14 0-15,-10 6 16,-25 8-16,-11 9 16,-12 5-16,-12 10 15,-11 8-15,-7 5 16,-10 12-16,-8 10 16,-8 8-1,-13 8-15,-8 3 16,-20 8-16,24-8 15,-24 8-15,0 0 16,0 0-16,17-2 16,-17 2-16,0 0 15,0 0-15,0 0 16,0 0-16,0 0 16,0 0-1,0 0-15,0 0 16,0 0-16,0 0 15,0 0-15,0 0 16,0 0-16,0 0 16,0 0-16,0 0 15,0 0-15,7 10 16,-7-10-16,0 0 16,0 0-1,0 0-15</inkml:trace>
  <inkml:trace contextRef="#ctx0" brushRef="#br0" timeOffset="4934.35">8528 6423 0,'0'0'0,"0"0"0,0 0 0,0 0 16,4 0-16,-4 0 15,0 0-15,0 0 16,0 0-16,0 0 16,21 0-16,-1 0 15,14 0 1,6 0-16,6-2 15,-1-1-15,-7 1 16,-4 1-16,-7 0 16,-5 1-16,-3 1 15,0 3-15,-5 2 16,2 2-16,-1 5 16,0 5-1,-1 7-15,-2 4 0,-2 1 16,-6 6-1,-4 4-15,-4 2 16,-3-1-16,-4 0 16,2-2-16,0-3 15,-3 7-15,2 1 16,1 2-16,1 1 16,5-7-16,2-2 15,1-4-15,2 0 16,2-1-1,1-2-15,1-3 16,-2-7-16,-1-4 16,1-7-16,-4-10 15,1 14-15,-1-14 16,0 0-16,4 12 16,-4-12-16,0 0 15,0 0 1,0 0-16,0 0 15,0 0-15,-6 11 16,6-11-16,0 0 16,0 0-16,0 0 15,0 0-15,0 0 16,0 0-16,-18-2 16,18 2-16,0 0 15,0 0 1,0 0-16,0 0 15,0 0-15,0 0 16,0 0-16,0 0 16,-27 3-16,-57 9 15,-22 11-15,29-1 16,17-2 0,12 1-1,1 3-15,10-3 16,11-4-1,8-7-15,18-10 16,-17 12-16,17-12 16,0 0-16,0 0 15</inkml:trace>
  <inkml:trace contextRef="#ctx0" brushRef="#br0" timeOffset="10699.68">5170 11766 0,'0'0'0,"0"0"0,0 0 16,0 0-16,0 0 16,5 0-16,-5 0 15,16-2-15,-1-1 16,5-2 0,11-4-16,8-7 15,6-4-15,4-4 16,6-4-16,1-4 15,9-6-15,2-1 16,-5 3-16,3 0 16,-6 1-16,2 3 15,2 0 1,2 7-16,0 7 16,-1 2-16,2 6 15,-5 2-15,4 3 16,0 3-16,1 2 15,3 0-15,2 0 16,3 0-16,0 0 16,-4 0-16,0 0 15,-2 1-15,-1 2 16,-3 7 0,1 2-16,-1 3 15,-1 0-15,-2 0 16,-5-3-16,5 2 15,2 1-15,0-1 16,-2 0-16,0-3 16,6 0-16,-1-1 15,-3-3-15,-5-2 16,6 1 0,6 2-16,2-3 15,-1 1-15,4 0 16,2-1-16,2-1 15,1-4-15,-2-2 16,5-1-16,0-2 16,4 1-16,-5 0 15,-2 1-15,-3-1 16,-1 1-16,3-1 16,1 1-1,-11 2-15,-11-3 16,-1-1-16,1 0 15,-1 0-15,-8 1 16,-14 1-16,-8 0 16,-7 1-16,-5 1 15,-15 1 1,24-3-16,-24 3 0,0 0 16,19-4-1,-19 4-15,0 0 16,0 0-16,0 0 15,16-4-15,-16 4 16,0 0-16,0 0 16,0 0-16,0 0 15,0 0-15,0 0 16,0 0 0,0 0-16,0 0 15,0 0-15,0 0 16,0 0-16,0 0 15,0 0-15,0 0 16,0 0-16,0 0 16,0 0-16,0 0 15,0 0-15,0 0 16,0 0 0,0 0-16,0 0 15,0 0-15,0 0 16,0 0-16,0 0 15,0 0-15,0 0 16,0 0-16,0 0 16,0 0-16,0 0 15,0 0-15,0 0 16,0 0 0,0 0-16,0 0 15,0 0-15,16 8 16,-16-8-16,0 0 15,0 0-15,0 0 16,0 0-16,0 0 16,0 0-16,0 0 15,0 0-15,0 0 16,0 0 0,0 0-16,0 0 15,0 0-15,0 0 16,0 0-16,0 0 15,0 0-15,0 0 16,0 0-16,0 0 16,0 0-16,0 0 15,0 0-15</inkml:trace>
  <inkml:trace contextRef="#ctx0" brushRef="#br0" timeOffset="13900.57">9713 9556 0,'0'0'0,"0"0"0,0 3 16,0-3-16,0 0 15,-16 19-15,-1 3 16,-3 5-1,4 2-15,0-2 16,-1 3-16,0-1 16,-3 3-16,0 2 15,1 1-15,3 5 16,1 1-16,4 2 16,0-4-16,2-3 15,-1 0 1,1-1-16,-2 7 15,0 3-15,0 4 16,3-3-16,-1-6 16,2-3-16,0 1 15,1 2-15,2-3 16,0-1-16,1-3 16,2 5-16,2 1 15,2-4 1,1-7-16,0-1 15,2 0-15,1 3 16,0 2-16,3 7 16,0 6-16,1 2 15,-1-3-15,-1-5 16,-1-2-16,1-1 16,-1 5-16,2 4 15,-2 5 1,4 0-16,0-4 15,5-2-15,1 0 16,6-6-16,0-1 16,0-1-16,5-2 15,1-1-15,13-5 16,7-2-16,5-7 16,-5-2-16,5-4 15,1-2-15,7-3 16,6-1-1,2-2-15,-1-1 16,4 2-16,5-4 16,5-2-16,7-4 15,2-5-15,11-4 16,2-2-16,5-1 16,2-2-16,1-1 15,3 2-15,0-1 16,1-1-1,-2 1-15,2 1 16,1-2-16,0 3 16,-4 4-16,5 3 15,0 3-15,-3 2 16,-5 1-16,3 0 16,-4 2-16,11-1 15,-2 4 1,-4-2-16,3 1 0,-5 2 15,9 2 1,6 5-16,2 3 16,0 2-16,-1 2 15,-1 2-15,1 0 16,3 1-16,-5 0 16,9 0-16,-2 0 15,2 1-15,-1-4 16,-1-11-1,3-1-15,5-1 16,-8 0-16,-8 0 16,-2 0-16,-14-3 15,-6-1-15,6-2 16,-12-3-16,3-1 16,12-3-16,-9 0 15,10-3 1,-2 2-16,-2 0 0,8-1 15,-13 3 1,-1 1-16,-11 1 16,-9 1-16,2 1 15,-5-2-15,-1 1 16,-2 3-16,-10 2 16,-7 2-16,-12-2 15,-8-2-15,-8-5 16,-7-1-1,5-1-15,0 1 16,-1-1-16,-9 2 16,-3-1-16,-1-3 15,-3 1-15,-1-4 16,-3 0-16,-4-11 16,-3-23-16,-1-24 15,-4-12-15,-4-10 16,-5-2-16,0-4 15,-3-2 1,2 9-16,0 3 16,2 2-16,2-3 15,3-36 1,-1-10 0,0 6-16,1 17 15,2 44-15,0 8 16,-3 7-16,-3 8 15,0 7 1,-7 3-16,-2 4 16,-8 0-16,-8 3 15,-21 6-15,-14-5 16,-19 10-16,-10 2 16,-3 7-16,-7 4 15,-11 3-15,-5 6 16,-18 12-16,-5 9 15,1 5 1,-17 6-16,-9 9 16,-21 2-16,17-3 15,-14-4-15,29-24 16,-7-11-16,14-7 16,4-5-16,8-3 15,14-3-15,-6-2 16,19 2-16,-10-1 15,7 0 1,1 0-16,2-3 16,9 0-16,-2-6 15,3-4-15,7 1 16,-2-1-16,3 1 16,3 2-16,-8 2 15,-2 9-15,2 7 16,-8 5-1,-1 4-15,0 2 16,0 5-16,1-1 16,3 3-16,2 0 15,1-1-15,8-1 16,0 0-16,1-1 16,-3 2-16,-1-2 15,2 5-15,-2 1 16,5 2-16,-3 1 15,4-2 1,1 0-16,2 2 16,0-1-16,3-1 15,3 2-15,7 0 16,3-2-16,1 1 16,6-2-16,2-5 15,3-1-15,2-5 16,-2-1-16,3-4 15,-1-1-15,4 1 16,1-2 0,-1 0-16,1 1 15,1-3-15,3 0 16,3-2-16,1-1 16,0-2-16,1 0 15,2 0-15,2 0 16,3 1-16,-3-2 15,-2 0 1,-1-1-16,2-1 16,4 2-16,6 4 15,3 1-15,4 0 16,5-1-16,20 8 16,-24-7-16,24 7 15,0 0-15,0 0 16,0 0-16,0 0 15</inkml:trace>
  <inkml:trace contextRef="#ctx0" brushRef="#br0" timeOffset="28049.76">17716 11265 0,'0'0'0,"0"0"0,0 0 16,0 0-16,0 0 15,0 0-15,0 0 16,0 0-1,0 0-15,0 0 16,0 0-16,0 0 16,0 0-16,0 0 15,0 0-15,0 0 16,0 0-16,0 0 16,4 0-16,-4 0 15,0 0-15,0 0 16,0 0-16,0 0 15,0 0 1,0 0-16,0 0 16,0 0-16,0 0 15,0 0-15,0 0 16,0 0-16,17 6 16,-17-6-16,0 0 15,0 0-15,0 0 16,16 9-16,-16-9 15,0 0 1,22 0-16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8T11:26:59.174"/>
    </inkml:context>
    <inkml:brush xml:id="br0">
      <inkml:brushProperty name="width" value="0.05292" units="cm"/>
      <inkml:brushProperty name="height" value="0.05292" units="cm"/>
      <inkml:brushProperty name="color" value="#EE0000"/>
    </inkml:brush>
    <inkml:context xml:id="ctx1">
      <inkml:inkSource xml:id="inkSrc8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65217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1" timeString="2026-02-08T11:27:44.676"/>
    </inkml:context>
    <inkml:brush xml:id="br1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3550 2169 0,'0'0'0,"0"0"0,0 0 0,0 0 16,13 0-16,26 0 15,25-2-15,10-2 16,6-1 0,5-1-16,8-2 15,7 0-15,-1 0 16,2 0-16,2 3 15,-6 1-15,2 8 16,5 0-16,-5 4 16,9 1-16,-1 1 15,-4 0-15,8-1 16,-1 2 0,-2 1-16,11 1 15,-6-2-15,11 4 16,-2-2-16,-8-2 15,4 0-15,-7 1 16,-2 2-16,-6-4 16,-9 4-16,2-2 15,-3 0-15,0 0 16,0 0 0,-2-1-16,4 1 15,2-2-15,-1-7 16,0-1-16,4-1 15,-3-2-15,7-1 16,-3-1-16,-3-2 16,0 1-16,-1 0 15,-2 0-15,2-1 16,3 1-16,-4-1 16,1-1-1,5-4-15,-3-1 16,0-2-16,-1-1 15,-7 1-15,4-1 16,0 2-16,0 0 16,4-1-16,0 4 15,2 1-15,9-2 16,-4 2-16,6-2 16,3 2-1,-4-2-15,-1 2 16,1-2-16,-5 1 15,6 0-15,-3 0 16,1 0-16,4-1 16,-4 2-16,2-1 15,4 0-15,-2 0 16,1-1-16,0 0 16,3-1-1,-7-2-15,-5-1 16,0 2-16,-4 1 15,0-1-15,0 0 16,-3 0-16,2 1 16,-3 2-16,-5 1 15,1 1-15,-4 4 16,3-1 0,-6 0-16,5 0 15,1 0-15,0 1 16,4-2-16,-2 1 15,-1 1-15,-1-1 16,-3-1-16,0 2 16,-1-1-16,0 0 15,3 0-15,-6 1 16,1-1-16,-2 0 16,0-1-1,-2 3-15,-3 1 16,-1 0-16,0 0 15,-1 0-15,-1-1 16,-5 2-16,-3 0 16,4 0-16,-4 0 15,-2 0-15,-3 0 16,-3 0-16,0 0 16,-4 0-16,-3 0 15,-7 0-15,-4 0 16,-4 0-1,-2 0-15,-2 2 16,-5 0-16,-3 2 16,-8 1-16,-3 0 15,-16-5-15,19 4 16,-19-4-16,0 0 16,17 9-1,-17-9-15,0 0 16,0 0-16,0 0 15,11 12-15,-11-12 16,0 0-16,0 0 16,0 0-16,0 0 15,0 0-15,0 0 16,0 0-16,0 0 16,0 0-16,0 0 15,0 0 1,0 0-16,0 0 15,0 0-15,0 0 16,0 0-16,0 0 16,0 0-16,0 0 15,8 10-15,-8-10 16,0 0-16,0 0 16,0 0-16,0 0 15,0 0 1,0 0-16,4 10 15,-4-10-15,0 0 16,0 0-16,0 0 16,0 0-16,0 0 15,0 0-15,0 0 16,0 0-16,0 0 16,0 0-16,0 10 15,0-10-15,0 0 16,0 0-1,0 0-15,0 0 16,0 0-16,0 0 16,0 0-16,0 0 15,0 0-15,0 0 16,0 0-16,0 0 16,0 0-16,0 0 15,0 0-15,0 0 16,0 0-1,0 0-15,0 0 16,0 0-16,0 0 16,0 0-16,0 0 15,0 0-15,0 0 16,0 0-16,1 11 16,-1-11-16,0 0 15,0 0-15,0 0 16,0 0-1,0 0-15,0 0 16,0 0-16,0 0 16,0 0-16,0 0 15,0 0-15,0 0 16,0 0-16,0 0 16,0 0-16,0 0 15,0 0 1,0 11-16,0-11 15,0 0-15,0 0 16,0 0-16,0 0 16,0 0-16,0 0 15,0 0-15,0 0 16,0 0-16</inkml:trace>
  <inkml:trace contextRef="#ctx0" brushRef="#br0" timeOffset="9200.23">19281 4011 0,'0'0'0,"0"0"0,0 0 16,0 0-16,0 0 16,0 6-16,2 12 15,4 30-15,11 27 16,14 20-16,6 7 16,1 3-16,2 11 15,-1-6-15,2 6 16,-1-2-16,2 4 15,-1-6 1,-1-7-16,-3-7 16,2 0-16,-4-10 15,0-5-15,-3-3 16,-6-13-16,-2-6 16,-7-14-16,-3-12 15,-4-12-15,-3-3 16,-3-7-1,-4-13-15,6 15 16,-6-15-16,0 0 16,4 11-16,-4-11 15,0 0-15,0 0 16,0 0-16,0 0 16,0 0-16,0 0 15,0 0-15,0 0 16,0 0-16,0 0 15,-3-12 1,6 2-16</inkml:trace>
  <inkml:trace contextRef="#ctx0" brushRef="#br0" timeOffset="10350.28">19851 4554 0,'0'0'0,"-2"-4"0,2 4 16,-5-24-16,15-8 15,15-9-15,18-14 16,17-5-16,13 2 15,10-1-15,5 7 16,4 0-16,-3 5 16,7-1-1,2 0-15,-4 3 16,6 11-16,-6 6 16,3 9-16,-5 4 15,-6 7-15,-11 7 16,-7 3-16,-7 7 15,-5 1-15,-9 0 16,-13-1 0,-11-2-16,-7 0 15,-16-7-15,17 6 16,-17-6-16,0 0 16,0 0-16,0 0 15,13 11-15,-13-11 16,0 0-16,0 0 15,0 0-15,0 0 16,-19-6 0,-20-10-16,-9-5 15,0-2-15,9 3 16,8 4-16,7 2 16,5 1-16,19 13 15,-22-13-15,22 13 16,0 0-16,-15-8 15,15 8-15,0 0 16,0 0 0,0 0-16,0 0 15,0 0-15,0 0 16,0 0-16,16-12 16,28 4-16,18 1 15,2 5-15,-8 8 16,-13 4-16,-8 3 15,-11-1-15,-6 1 16,-6 0 0,-6 4-16,-4 3 15,-9 8-15,-15 10 16,-13 5-16,-9 2 16,-2-8-16,2-6 15,10-8-15,5-4 16,9-7-16,4-5 15,16-7-15,-17 9 16,17-9 0,0 0-16</inkml:trace>
  <inkml:trace contextRef="#ctx0" brushRef="#br0" timeOffset="11183.33">23215 3484 0,'0'0'0,"-9"-5"0,-9 0 0,-30-2 16,-29 6-16,-19 16 15,-8 10-15,-4 11 16,11 7-16,3 11 15,11-4-15,7 5 16,11 1-16,20 0 16,16 7-1,17-7-15,12-1 16,14-5-16,8-7 16,22 3-16,21-12 15,94-16 1,33-42-1,-15-44-15,-27-10 16,-74 24-16,-6-17 16,-11 8-16,-13-4 15,-17-7 1,-14 15-16,-23 4 16,-15 8-16,-19 8 15,-33 8-15,-60 26 16,-66 25-16,-37 12 15</inkml:trace>
  <inkml:trace contextRef="#ctx0" brushRef="#br0" timeOffset="12083.33">19290 5206 0,'0'0'0,"-1"-5"0,1 5 15,-11-22-15,-1 5 16,0 1-16,-2 2 16,1 2-16,-5 0 15,-16 3 1,-11 4-16,-44 15 16,-11 7-16,-24 22 15,-9 18-15,8 7 16,-10 14-16,10 5 15,13-3-15,13 2 16,21-14-16,17-13 16,18-14-16,8-7 15,8-3 1,7-6-16,6-7 16,7-4-16,2-5 15,5-9-15,0 0 16,0 0-16,0 0 15,24-21-15,12-32 16,2-9-16,-4-2 16,-4 8-16,-9 10 15,-6 10 1,-5 11-16,-3 9 16,-3 7-16,-4 9 15,1-10-15,-1 10 16,0 0-16,-45 32 15,-5 28-15,-2 6 16,3 6-16,2-1 16,5 2-1,10-6-15,10-10 16,9-13-16,9-13 16,6-12-16,5-4 15,10-4-15,11-6 16,8-1-16,3-9 15,4-5-15,2-5 16,-3 1-16</inkml:trace>
  <inkml:trace contextRef="#ctx0" brushRef="#br0" timeOffset="12999.81">17784 6494 0,'0'0'0,"-5"2"0,5-2 15,-31 9-15,-9 13 16,-3 20-16,-1 8 16,4 5-16,7-2 15,7-3-15,7 1 16,6 5-16,10-2 16,8-7-1,11-8-15,5-14 16,15-8-16,16-12 15,11-14-15,11-20 16,6-15-16,12-14 16,-8-7-16,-16-14 15,-14 1-15,-14 5 16,-9 8-16,-5 12 16,-11 11-1,-6 12-15,-11 5 16,-9 1-16,-10 3 15,-13 6-15,-24 14 16,-18 20-16,-9 13 16,-10 18-16,6 18 15,1 3-15,14-4 16</inkml:trace>
  <inkml:trace contextRef="#ctx0" brushRef="#br0" timeOffset="29517.65">11851 8347 0,'0'0'0,"0"0"0,0 0 15,0 0-15,0 0 16,4 3-16</inkml:trace>
  <inkml:trace contextRef="#ctx0" brushRef="#br0" timeOffset="30351.21">14022 10294 0,'0'0'0,"0"0"0,0 3 0,0-3 16,0 0-16,0 0 16,0 0-16,18-6 15,-18 6-15,26-13 16,-26 13-1,23-9-15,-23 9 16,0 0-16</inkml:trace>
  <inkml:trace contextRef="#ctx1" brushRef="#br0">1244 11906 0</inkml:trace>
  <inkml:trace contextRef="#ctx0" brushRef="#br0" timeOffset="45967.29">4036 10571 0,'0'0'0,"0"0"0,0 0 0,0 0 0,0 0 16,7 14-16</inkml:trace>
  <inkml:trace contextRef="#ctx0" brushRef="#br1" timeOffset="58883.79">14160 9151 0,'0'0'0,"0"0"0,0 0 15,0 0-15,-1 3 16,1-3-16,0 0 16,11 14-16,-11-14 15,20 21-15,-8-8 16,0-1-16,-1 1 16,0-1-1,-2-1-15,-9-11 16,16 15-16,-16-15 15,0 0-15,0 0 16,18 11-16,-18-11 16,27-16-16,6-22 15,9-20-15,0-11 16,-5 0-16,-1 0 16,-4 7-1,-5 7-15,0 0 16,-4 7-16,-4 6 15,-2 6-15,-3 5 16,2 6-16,0 8 16,3 4-16,-1 7 15</inkml:trace>
  <inkml:trace contextRef="#ctx0" brushRef="#br1" timeOffset="60283.97">12669 9992 0,'0'0'0,"0"0"0,0 0 0,0 0 15,0 0-15,0 0 16,0 0-1,0 6-15,0-6 16,10 19-16,-3-4 16,0 5-16,4 2 15,1 1-15,0-1 16,-2-2-16,0-3 16,-1-5-16,-2-1 15,-7-11 1,8 13-16,-8-13 15,0 0-15,0 0 16,21 6-16,-21-6 16,31-20-16,-10-2 15,2-4-15,-1-1 16,-4 1-16,2 1 16,-2-1-16,-4 7 15</inkml:trace>
  <inkml:trace contextRef="#ctx0" brushRef="#br1" timeOffset="63933.42">10141 7100 0,'0'0'0,"0"0"0,0 0 0,-3-3 16,3 3-16,0 0 15,0 0-15,0 0 16,0 0-16,0 0 15,0 0-15,17 15 16,11 9 0,10 11-16,6 1 15,1 5-15,-1 7 16,-7-1-16,0-1 16,-4 0-16,3 0 15,1 4-15,2 2 16,2 1-16,3-1 15,2 1-15,2 0 16,1-1 0,5 2-16,2 0 0,-5-4 15,4 2 1,-1-2-16,3 2 16,2 1-16,0 1 15,-2-2-15,-1 0 16,3-2-16,0 1 15,1 0-15,-4-1 16,-6 4-16,-3 0 16,0 8-1,-3-2-15,0 3 16,-3 0-16,-3-5 16,1 5-16,-3-5 15,2 2-15,-1 0 16,-3-4-16,1 0 15,-3-3-15,-1-4 16,3 5-16,1 0 16,3 1-1,-1-3-15,2-5 16,-2-2-16,0-3 16,-4-7-16,1 3 15,1-4-15,-1 3 16,1-4-16,2 1 15,-1-2-15,0-1 16,-2-6 0,-3-1-16,1 0 15,2 2-15,2 1 16,2 0-16,-1 0 16,2 1-16,3 1 15,-2 0-15,1 0 16,-7-6-16,4 5 15,1 0-15,2 1 16,-1-2-16,-2-4 16,-2 1-16,2-2 15,-4 1 1,2-2-16,1 4 16,-2 0-16,-1 1 15,-2-1-15,-6-2 16,0 0-16,-3 0 15,-2-1-15,-1-1 16,-1-2-16,0 1 16,-2-3-16,4 3 15,-6-3 1,3 0-16,-3 0 16,-3-7-16,-1 2 15,-11-12-15,14 12 16,-14-12-16</inkml:trace>
  <inkml:trace contextRef="#ctx0" brushRef="#br1" timeOffset="65350.57">10614 6039 0,'0'0'0,"0"0"0,0 0 0,0 0 16,0 0 0,7 7-16,2 8 15,10 13-15,6 7 16,8 8-16,12 4 15,12 6-15,5 2 16,1-3-16,-3-1 16,2-2-16,0 1 15,5 4 1,-4-4-16,-1-3 16,4 5-16,0-2 15,3 3-15,2 1 16,-5 0-16,3 1 15,-2 2-15,1 1 16,-4-1-16,-1-3 16,-1 2-16,4-1 15,-5-1-15,4 2 16,-3-1 0,1-1-16,0 2 15,-5-6-15,1 2 16,0-1-16,-1-1 15,1 2-15,-1-1 16,-2 0-16,3 7 16,-5-2-16,1 1 15,-3 0 1,-4-3-16,1 3 16,-2 0-16,3 4 15,-1-4-15,1 1 16,-1-3-16,1-2 15,3 1-15,2-2 16,0-1-16,-1-4 16,0 2-16,4 2 15,1 3 1,3 2-16,-5-4 16,-1-1-16,-5-5 15,-1-3-15,1 0 16,1 0-16,0 2 15,2 0-15,-5-3 16,-1-2-16,-3 2 16,0-3-16,-2 2 15,-4-1-15,-1-3 16,-4-4 0,1 1-16,0-2 15,-3 0-15,-1-2 16,-2-2-16,-4-2 15,1 0-15,0 0 16,-2 0-16,-1-3 16,-3-1-16,-1-2 15,-4-4-15,3 1 16,-3-1 0,2-2-16,0 0 15,0-1-15,0 0 16,-2-1-16,0-1 15,1 1-15,-2 0 16,1-3-16,4 1 16</inkml:trace>
  <inkml:trace contextRef="#ctx0" brushRef="#br1" timeOffset="66836.92">11774 8834 0,'0'0'0,"0"0"0,0 0 0,0 0 15,0 0-15,0 0 16,0 0-16,-5 0 16,5 0-16,0 0 15,0 0-15,0 0 16,0 0-16,0 0 16,0 0-16,0 0 15,0 0 1,0 0-16,0 0 15,5-12-15,-5 12 16,22-21-16,-7 5 16,3 0-16,-2 1 15,-3 4-15,-1 1 16,-12 10 0,17-17-16,-17 17 15,13-13-15,-13 13 16,11-14-16,-2 4 15,4-2-15,-1-4 16,2-2-16,-4 2 16,0-1-16,-2 3 15,-2 2-15,-6 12 16,7-16-16,-7 16 16,4-10-1,-4 10-15,5-13 16,-5 13-16,3-16 15,-3 16-15,3-19 16,-3 19-16,2-17 16,-2 17-16,0-13 15,0 13-15,0 0 16,0-13-16,0 13 16,0 0-1,0 0-15,0 0 16,0 0-16,0 0 15,0 0-15,-16-3 16,16 3-16,-19 3 16,19-3-16,0 0 15,-19 4-15,19-4 16,0 0-16,0 0 16,0 0-16,0 0 15,0 0-15,0 0 16,0 0-1,0 0-15,30-3 16,-1 1-16,2 0 16,-5 1-16,-5 1 15,-21 0-15,26 4 16,-26-4-16,17 21 16,-15 7-1,-6 15-15,-11 10 16,-4 1-16,-4-5 15,3-11-15,1-7 16,5-9-16,0 0 16</inkml:trace>
  <inkml:trace contextRef="#ctx0" brushRef="#br1" timeOffset="67433.42">12779 7855 0,'0'0'0,"0"0"0,0 0 0,0 0 15,0 0-15,0 0 16,4 0-16,-4 0 16,0 0-16,0 0 15,0 0-15,0 0 16,0 11 0,-4 13-16,-16 22 15,-10 13-15,-3-6 16,2-10-16,4-8 15,1-2-15,4-6 16,0-2-16,7-7 16,3-6-16,12-12 15,-10 12-15,10-12 16,0 0-16,0 0 16,0 0-16,0 0 15,0 0 1,2-14-16,3-3 15,2 3-15,0 4 16,-7 10-16,11-12 16,-11 12-16,23 1 15,-2 8-15,10 7 16,3 3-16,4 2 16,0-1-16,10-1 15</inkml:trace>
  <inkml:trace contextRef="#ctx0" brushRef="#br1" timeOffset="69766.17">11797 9106 0,'0'0'0,"0"0"0,0 0 0,0 0 16,0 0-16,0 0 16,0 0-16,0 0 15,0 0-15,0 0 16,0 0-16,0 0 16,0 0-16,0 3 15,0-3 1,0 0-16,0 0 15,-4 12-15,-3 3 16,-6 4-16,-4 5 16,-1-1-16,1-1 15,0 1-15,-5 4 32,-3 5-32,-1 1 15,2-1-15,5-7 16,1-1-1,2-4-15,0 4 16,1-1-16,0 5 16,0 0-16,2 0 15,2-4-15,2-1 16,0-4-16,3-1 16,0-3-16,-1 0 15,2 2 1,-1 0-16,0 1 0,0-1 15,0 0 1,0 2-16,-4 3 16,2 2-16,-3 4 15,1-3-15,1-2 16,1 0-16,1-5 16,0-4-16,3-4 15,4-10-15,-6 14 16,6-14-16,0 0 15,-5 9-15,5-9 16,0 0 0,0 0-16,0 0 15,0 0-15,0 0 16,0 0-16,0 0 16,0 0-16,-13-19 15,9 4-15,-1 0 16,-1 2-16,2-1 15,1 2-15,1 3 16,2 9 0,-5-14-16,5 14 15,0 0-15,-2-12 16,2 12-16,0 0 16,0 0-16,0 0 15,0 0-15,0 0 16,0 0-16,0-11 15,0 11-15,0 0 16,0 0 0,0 0-16,0 0 15,0 0-15,0 0 16,-1 28-16,1 1 16,1 5-16,4 0 15,0-4-15,0-3 16,2-4-16,-2-4 15,2-5 1,0-2-16,-1-2 16,-6-10-16,20 16 15,-20-16-15,32 13 16,-13-9-16,1-1 16,0-3-16</inkml:trace>
  <inkml:trace contextRef="#ctx0" brushRef="#br1" timeOffset="73016.2">13389 8474 0,'0'0'0,"0"0"0,4 0 16,-4 0-16,0 0 16,0 0-16,0 0 15,0 0-15,0 0 16,20-6 0,-5-3-16,10-6 15,9-10-15,7-14 16,3-7-16,4-5 15,0 1-15,3-4 16,4-4-16,6-7 16,7-6-16,1-1 15,-3 3 1,4-3-16,2-2 16,0 1-16,0-2 15,-4 8-15,-3-1 16,-2 4-16,-2 4 15,-1 2-15,-5 8 16,0 3-16,-3 2 16,-7 6-1,-5 6-15,-8 5 16,-10 9-16,-6 6 16,-16 13-16,18-14 15,-18 14-15,0 0 16,0 0-16,0 0 15,0 0-15,0 0 16,-16-5-16,-8 7 16,-9 3-16,-5 4 15,0 1 1,-1 1-16,-1 2 16,2 1-16,-1-2 15,2 0-15,3-2 16,6 0-16,3-3 15,3 0-15,4-3 16,2 2-16,16-6 16,-26 8-16,26-8 15,-17 4-15,17-4 16,0 0 0,0 0-16,0 0 15,0 0-15,0 0 16,0 0-16,0 0 15,0 0-15,41 0 16,17-10-16,12-9 16,8-10-16,3-8 15,-3 0 1,4-5-16,-3 3 16,-1 1-16,-1-1 15,-5 4-15,-9 5 16,-6 2-16,-12 9 15,-11 8-15,-5 7 16,-6 5-16,-3 4 16,-20-5-16,25 24 15,-24 23-15,-27 61 16,-38 55-16,-33 57 16</inkml:trace>
  <inkml:trace contextRef="#ctx0" brushRef="#br1" timeOffset="74433.35">12320 9664 0,'0'0'0,"0"0"16,0 0-16,0 0 15,0 0-15,0 0 16,0 0-16,0 0 16,0 0-1,0 0-15,0 0 16,-6 0-16,6 0 15,0 0-15,-26 19 16,-7 5-16,-6 5 16,-6 4-16,-5 5 15,-9 4-15,-4 5 16,-3 5-16,2 0 16,0-1-1,-2 2-15,2-1 16,-6 3-16,-3 3 15,1 3-15,2 0 16,1 3-16,-2 5 16,6 1-16,1 0 15,8-8 1,-1 0-16,9-9 0,2-3 16,8-8-1,7-9-15,7-5 16,7-9-16,5-6 15,12-13-15,-13 15 16,13-15-16,0 0 16,-4-15-16,6-26 15,13-24-15,7-12 16,8-5-16,5-3 16,0 6-16,-2 8 15,-1 4 1,-3 2-16,-1 7 15,-5 8-15,-5 14 16,-6 10-16,-4 11 16,-5 4-16,-3 11 15,0 0-15,0 0 16,11 13-16,-15 32 16,-14 26-1,-9 5-15,-9 3 16,-1-1-16,-4-4 15,4-8-15,5-10 16,5-8-16,3-8 16,5-5-16,7-2 15,7-4-15,7 0 16,10 0-16,16 3 16,18-3-1,22-4-15,88-25 31</inkml:trace>
  <inkml:trace contextRef="#ctx0" brushRef="#br1" timeOffset="81100.28">10199 7076 0,'0'0'0,"0"0"0,0 0 0,-5 2 0,5-2 16,0 0-16,0 0 16,2 12-16,6 6 15,16 15-15,14 10 16,10 4 0,8 0-16,15 8 15,1 2-15,4 2 16,-1 1-16,-1-4 15,2 7-15,-4 0 16,-3 4-16,-2 1 16,-3 0-1,6 8-15,2-1 16,-3 3-16,-1 0 0,-1 4 16,1 0-1,0 0-15,-1-1 16,-2-1-16,3 1 15,-2-1-15,4 8 16,1-5-16,1 5 16,-1 1-16,0-6 15,-1 1-15,1 3 16,-4-9 0,-1-3-16,-6-6 15,3 2-15,-4-7 16,0-1-16,0 2 15,-8-9-15,5 6 16,-2-4-16,0-2 16,2 2-16,-4-4 15,2 0-15,1 3 16,2 1 0,-6-5-16,0 0 15,-4-4-15,-2-1 16,-1-2-16,-2 0 15,-1-3-15,-2-1 16,-3-6-16,-1-2 16,2 2-16,-1-1 15,0-1-15,-3-5 16,0 0 0,0-3-16,0-2 15,-2 0-15,-5-5 16,-1-1-16,-3-4 15,-2-3-15,-1-8 16</inkml:trace>
  <inkml:trace contextRef="#ctx0" brushRef="#br1" timeOffset="82067.07">10300 6077 0,'0'0'0,"0"0"16,0 0-16,0 0 15,0 0-15,6 4 16,-6-4 0,23 24-16,2-1 15,18 9-15,12 6 16,16 8-16,6 1 15,0-1-15,7 5 16,-4-1-16,0-2 16,1 3-16,-4 3 15,-1 8-15,2 4 16,2 6-16,4 1 16,4 7-1,2 3-15,1 2 16,3 5-16,-1-1 15,5 4-15,2-1 16,-6-3-16,10 6 16,-4-9-16,5 2 15,3-2-15,-10-6 16,8 5-16,0 1 16,-5 3-16,-2 6 15,-6 1 1,1 3-16,-1 4 15,-2-5-15,0 1 16,-1-1-16,1-1 16,1 3-16,-3-4 15,-2-3-15,-5-2 16,1-3-16,0-4 16,2-4-16,-3-4 15,3-5 1,-5-2-16,-2-7 15,0-2-15,-4-6 16,-2-2-16,-6-5 16,-3 0-16,-2-5 15,-5-1-15,-4-7 16,-6-1-16,-7-6 16,-1-2-1,-3-1-15,6 2 16,2 3-16,10 7 15,21 11-15</inkml:trace>
  <inkml:trace contextRef="#ctx0" brushRef="#br1" timeOffset="84349.09">10490 9202 0,'0'0'0,"0"0"0,0 0 0,0 0 0,0 0 16,0 0-1,0 0-15,0 0 16,0 0-16,0 0 16,0 0-16,0 0 15,0 0-15,0 0 16,3-4-16,-3 4 16,0 0-16,22-17 15,-9 7-15,5-4 16,4 1-16,6-4 15,1-1 1,4-3-16,3-4 16,2-3-16,3-6 15,-1-3-15,2-3 16,3-3-16,-1-2 16,5-4-16,3-5 15,3-5-15,4-4 16,-4 4-16,-2 1 15,3-3 1,2-3-16,5-4 16,-2 1-16,0 0 15,2-3-15,5-4 16,1-1-16,-3 3 16,-1 0-16,-2 4 15,1-1-15,-2 0 16,-1 2-1,0 0-15,7-7 16,0-1-16,2-1 16,2-1-16,2-5 15,-3 3-15,3-1 16,-6 5-16,-3 4 16,0 1-16,-4 3 15,-4 5-15,-2 1 16,1 1-1,7-3-15,1-3 16,-1 4-16,-2 0 16,-1 1-16,3 0 15,2-4-15,-2 1 16,0 3-16,-2-1 16,5-3-16,3-3 15,0 1-15,0 0 16,-4 1-1,4-2-15,-3 2 16,-3-1-16,-5 1 16,0 0-16,-1 1 15,-1 1-15,0 0 16,-4 5-16,-1-1 16,3-1-16,5-4 15,1 1-15,2 0 16,-1 2-16,-2 4 15,2 1 1,1 1-16,-3 2 16,-2 2-16,-2 3 15,-3 1-15,-1 3 16,-2 4-16,-8 5 16,-3 4-16,-6 5 15,-4 5-15,-4 3 16,-3 5-16,-5 3 15,-16 11-15,21-13 16,-21 13 0,0 0-16</inkml:trace>
  <inkml:trace contextRef="#ctx0" brushRef="#br1" timeOffset="85416.61">10573 10429 0,'0'0'0,"0"0"16,0 0-16,0-4 15,0 4-15,21-28 16,14-9-16,13-12 15,17-9 1,6-7-16,9-1 16,3-4-16,4-1 15,1-3-15,-4 5 16,5-5-16,-1 2 16,5-4-16,1-5 15,4-3-15,2-3 16,11-9-16,-2 1 15,5-7 1,7-5-16,3-4 16,7-3-16,-6 1 15,2 2-15,-3-1 16,3-3-16,3 1 16,7-3-16,2-3 15,5-4-15,-1-1 16,0 2-16,1-2 15,0 1-15,1-1 16,1 0 0,-4-2-16,0-3 15,-6 3-15,-2 4 16,0-1-16,1-1 16,-2 7-16,1 6 15,-14 11-15,-11 10 16,-4 5-16,-10 5 15,-7 9-15,-8 6 16,-13 10 0,-12 8-16,-7 9 15,-12 9-15,-10 8 16,-9 7-16,-17 15 16,14-14-16,-14 14 15,0 0-15</inkml:trace>
  <inkml:trace contextRef="#ctx0" brushRef="#br1" timeOffset="87449">13930 7588 0,'0'0'0,"0"0"0,0 2 16,0-2-16,0 0 16,2 11-1,-2-11-15,0 0 16,0 0-16,0 0 16,0 0-16,0 0 15,0 0-15,0 0 16,0 0-16,0 0 15,0 0-15,-30-11 16,8-3-16,-3-4 16,2 0-16,-1 0 15,-3-3 1,-2-1-16,-6-3 16,-1-3-16,-2 1 15,-1-2-15,0-2 16,-1-1-16,1-1 15,4 0-15,-3-1 16,0 1-16,0-1 16,4 3-1,4 5-15,2 2 16,0 0-16,3 2 16,3 2-16,7 6 15,15 14-15,-20-16 16,20 16-16,0 0 15,0 0-15,-18-10 16,18 10-16,0 0 16,0 0-1,0 0-15,0 0 16,0 0-16,0 0 16,-1 18-16,5-2 15,2 8-15,0 4 16,2 4-16,-1-2 15,1 5-15,-1-2 16,3 3-16,-1 0 16,0-1-16,-1-4 15,-1-2 1,-2-4-16,0-7 16,-1-2-16,-2-5 15,-2-11-15,4 15 16,-4-15-16,0 0 15,3 11-15,-3-11 16,0 0-16,0 0 16,0 0-16,0 0 15,0 0 1,0 0-16,0 0 16,0 0-16,0 0 15,-11-24-15,1-6 16,-2-5-16,0-5 15,2 6-15,2 6 16,-1 3-16,2 3 16,1 2-1,1 1-15,-1 5 16,2 2-16,0 2 16,4 10-16,-4-13 15,4 13-15,0 0 16,-3-13-16,3 13 15,0 0-15,23-17 16,-1 7-16,11 0 16,4 3-1,0 3-15,1 4 16,-7 3-16,-4-1 16,-2 3-16,-4 1 15,-3-2-15,0 0 16,0 3-16,7 0 15,2 3-15</inkml:trace>
  <inkml:trace contextRef="#ctx0" brushRef="#br1" timeOffset="88636.48">13539 6016 0,'0'0'0,"0"0"16,0 0-16,0 0 16,0 0-16,0 0 15,0 0-15,0 0 16,0 0 0,0 0-16,5 2 15,-5-2-15,23 9 16,-1 3-16,0 3 15,-1 0-15,-3-2 16,-3 1-16,-1-1 16,0-1-16,0 3 15,0 0 1,3 2-16,1 5 16,4 0-16,-2 0 15,0 0-15,1 1 16,1 0-16,-1 1 15,0-2-15,0-3 16,2 1-16,-3-4 16,-1-3-16,-3 0 15,-3-2-15,-13-11 16,19 14 0,-19-14-16,0 0 15,14 12-15,-14-12 16,0 0-16,0 0 15,0 0-15,0 0 16,0 0-16,0 0 16,0 0-16,0 0 15,0 0-15,-31 3 16,2-3 0,-5-1-16,1-3 15,5 1-15,0-1 16,3 1-16,4 0 15,3-1-15,2 2 16,16 2-16,-23-3 16,23 3-16,0 0 15,-17-4-15,17 4 16,0 0 0,0 0-16,0 0 15,0 0-15,0 0 16,0 0-16,0 0 15,0 0-15,0 0 16,0 0-16,26-5 16,-1 5-16,5 0 15,5 0-15,-1-1 16,0-3 0,-2-3-16,-3-6 15,-2-4-15,0-4 16,-5-3-16,-5-1 15,-4-2-15,-5 4 16,-4 2-16,-2 3 16,-2 2-16,0 2 15,-2 4-15,2 10 16,-4-15-16,4 15 16</inkml:trace>
  <inkml:trace contextRef="#ctx0" brushRef="#br1" timeOffset="92999.35">14078 5397 0,'0'0'0,"0"0"0,0 0 0,-6 1 0,6-1 16,-27 7-16,6-2 15,1 1-15,-1 3 16,-1-3-1,0 3-15,3-2 16,-8-1-16,-4-8 16,-12-5-16,-6-1 15,0-2-15,-2-4 16,-5-6-16,-10-11 16,-3-6-16,4 0 15,-1-3-15,7 2 16,-5-3-16,-2-3 15,-2 0 1,1-2-16,5 2 16,3 3-16,5 3 15,2 1-15,-2 3 16,1 3-16,1 2 16,0 3-16,2-2 15,0 3-15,3-2 16,1-1-16,5 0 15,3-1 1,6 3-16,3 2 16,4 3-16,0-3 15,4 5-15,1-1 16,6 4-16,4 6 16,10 10-16,-12-15 15,12 15-15,0 0 16,0 0-16,0 0 15,0 0-15,0 0 16,0 0 0,19 22-16,4 2 15,0 9-15,2 15 16,-2 14-16,0 8 16,-3 6-16,-3 0 15,1 2-15,0-7 16,-5-14-16,6-8 15,1-11-15,0-9 16,-2-7 0,-4-6-16,-14-16 15,20 12-15,-20-12 16,16-4-16,-8-12 16,-1-18-16,-2-16 15,-5-12-15,-4-2 16,-4-2-16,-3-2 15,1 0-15,-2 0 16,3 9 0,2 6-16,1 10 15,1 6-15,1 7 16,2 6-16,4 1 16,13-1-16,13 1 15,12 0-15,19 6 16,12 5-1,7 5-15,7 7 0,-8 3 16,1 1 0,-10 0-16,-2 0 15,-2 1-15,-2 5 16,0 1-16</inkml:trace>
  <inkml:trace contextRef="#ctx0" brushRef="#br1" timeOffset="94250.17">15490 6021 0,'0'0'0,"0"0"0,0 0 16,0 0-16,0 0 15,0 0-15,4 5 16,7 12-16,15 21 16,12 26-16,19 22 15,13 10 1,9 3-16,7-3 16,5 1-16,8 2 15,5-1-15,7 0 16,5-5-16,3-3 15,2-5-15,-6-4 16,-1-1-16,-5-5 16,-11-1-1,-12 5-15,-10-7 16,-6-7-16,11 7 31,9-22-31,-11-9 16,-23-15-16,-25-12 15,-11-7-15,-20-7 16,22 6-16,-22-6 16,0 0-1,0 0-15,0 0 16,0 0-16,0 0 16,-18-6-16,-16-4 15,-8-3-15,-4 6 16,-13-1-16,-5 4 15,6 0-15,0 3 16,5 2-16,-2 3 16,-3 0-1,7 0-15,2 2 16,7 0-16,7 4 16,8-2-16,4 1 15,6-3-15,17-6 16,-18 10-16,18-10 15,0 0-15,-5 19 16,10-3-16,8 8 16,3-2-16,6 2 15,11-5 1,14-1-16,9-1 16,0-5-16,-6-5 15,-1-10-15,10-18 16,13-14-16,3-19 15,-10-10-15,5-15 16,-6-13-16,3-17 16,0-16-16,-19 3 15,-10-8 1</inkml:trace>
  <inkml:trace contextRef="#ctx0" brushRef="#br1" timeOffset="103583.08">19642 6904 0,'-2'-3'0,"2"3"0,-23-15 0,-5 2 15,3 3-15,6 5 16,4 1-16,-1 4 15,-12 10-15,-21 23 16,-10 16-16,-8 23 16,10 0-16,7 9 15,6 6-15,12-9 16,14 0 0,11-16-16,10-10 15,21 5-15,14-8 16,10-18-16,14-9 15,2-25-15,19-31 16,41-53 0,-8-37-1,-19 9-15,-32 22 16,-41 19-16,-14 10 16,-13 3-1,-8 12-15,-8 10 16,-2 10-16,3 13 15,2 4-15,1 9 16,-10 12-16</inkml:trace>
  <inkml:trace contextRef="#ctx0" brushRef="#br1" timeOffset="104069.28">20197 7129 0,'0'0'0,"5"-4"0,-5 4 0,15-11 0,46-3 16,32-3-16,20 10 16,-6 5-1,-7 4-15,-1 0 16,-4 1-16,-10 0 15,-10 2-15,-18-3 16,-19 0-16,-7-11 16,-6-9-16,-10-11 15,-15-3-15,-17-2 16,-22-8 0,-7 6-16,-9 2 15,3 7-15,14 10 16,10 6-16,9 7 15,19 4-15,-23-4 16,23 4-16,-8 20 16,18 11-16,15 16 15,20 14-15,2-3 16,-2-6 0,-5-9-16,-15-13 15,-1-5-15,-8 14 16,-11 22-16,-18 6 15</inkml:trace>
  <inkml:trace contextRef="#ctx0" brushRef="#br1" timeOffset="104618.93">22380 6089 0,'0'0'0,"0"0"15,2 4-15,-2-4 16,0 0-16,0 0 15,10 15-15,-4 5 16,5 27-16,5 52 16,-2 48-16,-7 41 15,-28 61-15,1 56 16</inkml:trace>
  <inkml:trace contextRef="#ctx0" brushRef="#br1" timeOffset="106566.2">19667 8578 0,'0'0'0,"0"0"0,0 0 0,0 0 15,0-4-15,0 4 16,-2-11-16,2 11 16,-3-11-16,3 11 15,0 0-15,-22-11 16,2 7-16,-11 10 16,-44 54-1,-20 66 1,10 22-1,17-3-15,48-63 16,21 0-16,13-7 16,17-7-16,24-3 15,-5-15-15,18-18 16,-1-12-16,18-22 16,7-29-16,5-44 15,-14-17-15,-17-19 16,-4 2-16,-8 7 15,-9-21 1,-18 28-16,-19 6 16,-12 6-16,-7 15 15,-16 10-15,-4 18 16,-12 8-16,-10 15 16,-18 17-16,-6 15 15,-13 30-15,11 1 16,11 26-1,15 2-15</inkml:trace>
  <inkml:trace contextRef="#ctx0" brushRef="#br1" timeOffset="109183.34">10357 13165 0,'0'0'0,"0"0"0,0 0 15,0 3-15,0-3 16,0 0-16,0 0 15,0 0-15,7 13 16,-7-13-16,29 19 16,-2-8-1,9-2-15,4-2 16,2-2-16,1-1 16,1-1-16,-1 1 15,3 0-15,1 0 16,3-1-16,1 1 15,0 1-15,1-2 16,-1 1-16,-1 0 16,-2 0-1,2-4-15,0-4 16,-4 0-16,-1-1 16,-2-2-16,-1-4 15,1 0-15,0-2 16,-3 2-16,-2 1 15,3 0-15,2-1 16,-5-1 0,1 0-16,-7 1 15,1-2-15,1-1 16,0 1-16,-3 4 16,4 5-16,-1 4 15,3 6-15,-5 1 16,-3 1-16,1 2 15,1 2-15,-1-2 16,-1 1-16,0-1 16,-2 1-1,1-1-15,-2-2 16,2 2-16,-3-1 16,1 2-16,-2-3 15,0 1-15,1 0 16,-1 0-16,3 0 15,-2 0-15,0-1 16,-1-2-16,-2-4 16,2 0-16,1-4 15,3 0 1,-3-2-16,0-1 16,-2-2-16,0 0 15,4 1-15,4-2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8T11:38:43.633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9597 6581 0,'0'0'0,"0"0"0,0 0 0,0 0 16,13 3-16,17 6 15,22 8-15,19 9 16,15 6-16,0 10 16,6 8-16,4 10 15,-1 6 1,6 10-16,0 8 15,0 4-15,1 5 16,6 7-16,1-1 16,3 4-16,5 4 15,-5-4-15,7-1 16,-1-5-16,7 2 16,-1 0-16,-4-4 15,3 2-15,-9-6 16,-1 2-16,-1 4 15,-8-1 1,0 4-16,0-1 16,-10-11-16,-1 4 15,-5-5-15,-4-3 16,-4-1-16,-6-3 16,-8-7-16,-3-1 15,-1-2-15,-4-4 16,-2-4-16,-1 1 15,1-3 1,0 4-16,0-3 16,-6-5-16,4 1 15,-2-4-15,2 0 16,2 0-16,-3-4 16,-6-4-16,-2-3 15,-4-3-15,-1-2 16,-2-2-16,0-2 15,-1 0-15,-1 2 16,0-3 0,-6-4-16,0-1 15,-2-1-15,-1-1 16,1-1-16,-2 1 16,-1-1-16,-2-4 15,-3-1-15,-2-2 16,-3-2-1,-1-2-15,-2-3 0,-12-10 16,17 14 0,-17-14-16,0 0 15,14 12-15,-14-12 16,0 0-16,0 0 16,0 0-16,0 0 15,0 0-15,0 0 16,0 0-16,0 0 15,0 0 1,-11-16-16,5 3 16</inkml:trace>
  <inkml:trace contextRef="#ctx0" brushRef="#br0" timeOffset="3183.69">8675 6853 0,'0'0'0,"0"0"15,0 0-15,-5 1 16,5-1-16,0 0 16,0 0-16,-4 10 15,4-10-15,4 16 16,2-5-16,1 1 15,0-1-15,-7-11 16,18 18-16,-18-18 16,32 14-1,-8-9-15,6-7 16,8-5-16,10-6 16,8-5-16,5-3 15,6-5-15,-1 1 16,0-3-16,1-2 15,1-1-15,0-1 16,-1 0-16,5-3 16,-2 1-1,-2 0-15,3-1 16,3 0-16,2-4 16,9 3-16,7-3 15,3 0-15,2-2 16,3 1-16,-5 1 15,2 1-15,-3 0 16,1 2-16,-7-1 16,5 2-1,-8 5-15,-3-1 16,-4 4-16,-3 1 16,0 1-16,-1 5 15,-2 3-15,-9 4 16,-5 2-16,0 0 15,6 2-15,-2 1 16,-4 1 0,-7 2-16,-3-1 15,0 2-15,4 4 16,-4 0-16,-1 2 16,-3 1-16,-6 2 15,2 0-15,2 1 16,0 3-16,2 3 15,-2 1-15,-3 0 16,-3 1-16,2 1 16,0 3-1,1-1-15,-1 2 16,0 0-16,-1 3 16,1 0-16,-4 0 15,1 1-15,-3-1 16,5 1-16,0 3 15,1 0-15,-1 2 16,-5-2 0,-1 4-16,0 2 15,0 0-15,-3-1 16,0-2-16,1 2 16,2 1-16,-1 1 15,0 1-15,-3-1 16,-1 3-16,0 3 15,-1 0-15,-1-2 16,0-1-16,-1 1 16,2 2-16,0 2 15,2 2 1,1 2-16,-2-2 16,-1-1-16,2 3 15,-2-3-15,-1 1 16,3 1-16,0 3 15,1 2-15,-1 1 16,2 4-16,-2 1 16,1 0-1,0 1-15,1 1 16,-1 0-16,3 5 16,-1-1-16,2 3 15,-1 1-15,0 4 16,-1 3-16,1 3 15,-1 1-15,-1 0 16,-2 0-16,2-1 16,-1 3-16,-1 2 15,-1 1-15,-3-1 16,0 0 0,-3-2-16,0 6 15,-3-1-15,-3 2 16,0-5-16,-5-3 15,-1-2-15,-2-1 16,-2-6-16,-2-3 16,-1-6-16,-1 1 15,0-4 1,-1-3-16,-1-1 16,-1-2-16,0 0 15,-1-1-15,-1 1 16,0-2-16,1-8 15,-1-1-15,0-3 16,1 0-16,-1 2 16,0-1-16,2 0 15,-1 1 1,8-1-16,-2-2 16,4 2-16,3 1 15,5 5-15,4 0 16,2 0-16,3 0 15,5 2-15,3 3 16,4 3-16,8 1 16,4-2-1,5-2-15,2-7 16,4-1-16,5 0 16,2-3-16,5 1 15,-1-7-15,2-5 16,2 0-16,1-3 15,2-1-15,2 0 16,1-4-16,-3-2 16,0 0-16,-4-3 15,1-1-15,-4 0 16,-1-2 0,-2 1-16,-1-1 15,-2-1-15,-7 0 16,-4-3-16,-6 1 15,-1-1-15,-2 0 16,-2-1-16,-2 1 16,-6-2-16,0 0 15,1-1 1,-3 0-16,4-4 16</inkml:trace>
  <inkml:trace contextRef="#ctx0" brushRef="#br0" timeOffset="5485.46">8640 6722 0,'0'0'0,"0"0"16,0 0-16,-2 3 15,2-3-15,0 23 16,0-2-16,3 10 16,9 11-16,8 2 15,7 2-15,6 1 16,6-2 0,9 0-16,7-4 15,11-3-15,11-3 16,15-1-16,9-5 15,9-6-15,11-1 16,-7-3-16,7-2 16,-5 0-16,-2-1 15,0-1-15,-1 7 16,-7 10-16,-7 3 16,-8 4-1,-10 3-15,-5 8 16,-8 3-16,-9 8 15,-4 6-15,-4 2 16,-2 9-16,-4-5 16,-1-1-16,2 4 15,-2-3-15,5 9 16,2-5 0,8-7-16,9 1 15,1-6-15,6 1 16,5-4-16,0-2 15,7 2-15,-4-2 16,2 1-16,-6-5 16,-2 2-16,-5 2 15,-9 11-15,-9 3 16,-4 3 0,-3 3-16,-1 4 15,-1-2-15,2 6 16,1 3-16,-2 2 15,-1-2-15,4 9 16,-2-3-16,12 3 16,6-2-16,0-7 15,7 4-15,-1-5 16,4-4-16,5-2 16,-2-8-1,2-1-15,-2-14 16,1-4-16,0-7 15,2-2-15,1-1 16,-4-6-16,1 0 16,-2-6-16,-1-1 15,4-2-15,-1-4 16,0-1-16,1-2 16,-3-3-16,3-3 15,0-2 1,-4 0-16,-4 1 15,4-1-15,3 0 16,0-4-16,8 2 16,-3-1-16,0-4 15,-5-1-15,-1-3 16,-5 0-16,-2-1 16,-5-1-1,4 0-15,-6-1 16,-2 1-16,-8 1 15,0 1-15,-6-2 16,1 3-16,-8 0 16,-8-4-16,-7 2 15,-4-3-15,-3 1 16,-1-2-16,-2-2 16,1-4-1,3-5-15,2-5 16,1-7-16,3-8 15,1-8-15,-4-1 16,0-3-16,-5 3 16,-2 6-16,-3 4 15,-3 4-15,-4 6 16,-2 6-16,-2 3 16,-2 10-1,5-12-15,-5 12 16,0 0-16,0 0 15,0 0-15,0 0 16</inkml:trace>
  <inkml:trace contextRef="#ctx0" brushRef="#br0" timeOffset="9601.11">18607 10290 0,'0'0'0,"0"0"0,-2-3 0,2 3 15,0 0 1,0 0-16,0 0 16,0 13-16,5 17 15,1 11-15,1 9 16,-2 1-16,1 0 16,-3-10-16,-1-12 15,0-10-15,-2-9 16,0-10-16,0 0 15,0 0-15,-13-12 16,-1-20-16,3-20 16,4-12-1,0-1-15,4 2 16,1 5-16,2 12 16,1 13-16,3 7 15,5 6-15,12 2 16,13 8-16,13 8 15,13 12-15,10 8 16,5 9-16,-2 12 16,-8 0-1,-5 0-15,-8-3 16,-7-6-16,-11-8 16,-9-5-16,-8-6 15,-17-11-15,37-15 16,-8-26-16,4-18 15,-3-15-15,-13 0 16,-6 1-16,-7 6 16,-4 12-1,0 14-15,-2 15 16,1 11-16,0 4 16,1 11-16,0 0 15,0 0-15</inkml:trace>
  <inkml:trace contextRef="#ctx0" brushRef="#br0" timeOffset="11902.99">19958 10093 0,'0'0'0,"0"0"0,0 0 0,0 0 16,0 0-16,-5 1 16,5-1-1,-23 33-15,2 12 16,9 15-16,11-2 16,8-9-16,6-11 15,5-10-15,3-11 16,13-8-16,15-12 15,0-11-15,4-23 16,-12-1-16,-9-10 16,-8 7-1,-13 6-15,-5 4 16,-8 6-16,-8 2 16,-9 5-16,-12 3 15,-12 6-15,-7 5 16,6 5-16,10 1 15,13-1-15,21-1 16,-20 0-16,20 0 16,0 0-1,9-28-15,17-10 16,16-4-16,2 10 16,-2 9-16,-2 14 15,0 14-15,0 14 16,0 11-16,-1 7 15,-7 4-15,-4-1 16,-5-4-16,-3-7 16,-3-4-1,-5-8-15,2-7 0,4-7 16,7-6 0,5-3-16,-2-4 15,-1-2-15,-6 0 16,-5 3-16,-16 9 15,29-14-15,-5 14 16,5 4-16,5 1 16,-4 2-16,2-3 15,3 3 1,7-6-16,10-18 16,-2-15-16,-1-22 15,-6-8-15,-12-15 16,-2-8-16,-11-3 15,-8 0-15,-8 8 16,-9 11-16,-4 15 16,-4 9-1,1 12-15,2 9 0,3 9 16,9 15 0,-9-14-16,9 14 15,0 0-15,-25 18 16,12 15-16,8 19 15,9 15-15,12 14 16,5-5-16,10 1 16,8-3-16,8-10 15,4-6 1,-4-16-16,-5-19 16,0-16-16,1-18 15,2-20-15,-1-11 16,-13 1-16,-7 6 15,-7 5-15,-10 12 16,-2 6-16,-5 12 16,0 0-16,0 0 15,20 12-15,5 20 16,1 10 0,-2 1-16,-7-12 15,-3-7-15,-7-13 16,-7-11-16,34-18 15,-9-15-15,2-21 16,-21-10-16,-19-12 31,-14 18-31,-3 17 16,9 11 0,9 13-16,2 5 15,2 0-15,0 1 16,-1-1-16,9 12 15,-6-10-15,6 10 16,19-10-16,14-5 16,-5 4-16,9 24 15,-6 4 1,-1 1-16,-1-1 16,-2 2-16,8 7 15,0 7-15,-1 1 16,1-2-16,-5-5 15,-3-1-15,2-6 16,-1-8-16,6-12 16,-10-6-16,-6-8 15,-2 1 1,-4-3-16,0 4 16,-2-1-16,-10 13 15,35-2-15,-7 8 16,11 7-16,7 3 15,-5-2-15,-7-3 16,-3-7-16,-5-10 16,-3-11-16,3-14 15,-3-12 1,-5-12-16,-15 0 16,-14 7-16,1 8 15,-7 7-15,-4 13 16,-5 7-16,-4 8 15,2 9-15,2 7 16,4 13-16,10 10 16,8 9-16,17 9 15,4 3 1,3 1-16,3-8 16,4-11-16,15-10 15,24-12-15,2-3 16,3-13-16,-13-15 15,-11-2-15,-1-10 16,-2-12-16,-6-1 16,-7-3-16,-12 6 15,-8 7 1,-6 7-16,-2 9 16,-3 15-16,-5-15 15,5 15-15,-27-6 16,8 12-16,2 7 15,3 9-15,1 4 16,3-1-16,5-3 16,1-2-16,6-3 15,3-6-15,12-1 16,7-4 0,9 1-16,0-4 15,-1-5-15,3-5 16,-4-6-16,-3-6 15,-3-7-15,2-4 16,0-6-16,3-6 16,-3-5-16,-7-2 15,-6 5-15,-5 8 16,-1 6-16,-4 0 16,-1 6-1,1 7-15,-4 6 16,0 11-16,0 0 15,18-9-15,2 12 16,10 7-16,5 3 16,3 2-16,-4-2 15,2 2-15,-2-2 16,-2 0-16,-3-3 16,-10 0-1,-1 2-15,-1 3 16,2 4-16,7 12 15,13 12-15,9 11 16,15 5-16,7-13 16,-3-7-16,-4-9 15,-20-9-15</inkml:trace>
  <inkml:trace contextRef="#ctx0" brushRef="#br0" timeOffset="12433.49">19123 11109 0,'-3'0'0,"3"0"0,0 0 16,0 0-16,0 0 15,0 0-15,17 3 16,62 8 0,35-30-16,47 3 15,16-23-15,32-14 16,28-17-16,20-10 15,22-3-15,16-8 16,5 1-16,11-3 16,8 12-16,12 45 15,-4-15-15,-11 10 16,-12 0 0,-41 13-16,-17 0 15,-37 7-15,-19 1 16,-31 5-16,-30 2 15,-32 5-15,-29 1 16,-27 2-16,-16 1 16,-25 4-16,22-5 15,-22 5-15,0 0 16</inkml:trace>
  <inkml:trace contextRef="#ctx0" brushRef="#br0" timeOffset="20466.18">19614 11523 0,'0'0'0,"0"0"0,0 0 0,0 0 15,0 0-15,0 0 16,0 0-16,-5 0 16,5 0-16,0 0 15,0 0-15,0 0 16,0 0-16,0 0 16,0 0-1,0 0-15,0 0 16,-3 11-16,3-11 15,0 0-15,0 0 16,0 0-16,0 0 16,0 11-16,0-11 15,0 0-15,0 0 16,0 0 0,0 0-16,0 0 15,0 11-15,0-11 16,0 0-16,0 0 15,0 0-15,0 0 16,0 0-16,0 0 16,0 0-16,0 0 15,0 0-15,0 0 16,0 0 0,0 0-16,0 0 15,0 0-15,0 0 16,0 0-16,0 0 15,41-7-15,7-8 16,8-2-16,16-7 16,4-4-16,1 0 15,5 0-15,-8 2 16,2 1 0,4 1-16,-9 2 15,-11 5-15,-10 2 16,-15 4-16,-8 7 15,-7 2-15,-20 2 16,23-2-16,-23 2 16,0 0-16,15 0 15,-15 0-15,0 0 16,0 0-16,10 10 16,-10-10-1,0 0-15,2 10 16,-4 4-16,-4 10 15,-11 11-15,-5 14 16,-15 13-16,-6 6 16,-11 8-16,-12 11 15,-10 0-15,-7 7 16,8-8-16,10-11 16,6-8-1,1 5-15,11 3 16,10-7-16,9-14 15,8-12-15,7-10 16,5-9-16,4-4 16,4-19-16,-2 10 15,2-10-15,13 12 16,13 7-16,15 3 16,23-30-1,8-9-15,19-12 16,2-1-16,4-6 15,2-1-15,-5-8 16,-7 8-16,-6 5 16,-1 6-16,-7 4 15,-12 4-15,-17 4 16,-8 4-16,-13 4 16,-4 1-16,-19 5 15,21-4 1,-21 4-16,0 0 15,0 0-15,15 1 16,-15-1-16,0 0 16,0 0-16,0 0 15,0 0-15,0 0 16,0 0-16,0 0 16,0 0-1</inkml:trace>
  <inkml:trace contextRef="#ctx0" brushRef="#br0" timeOffset="21832.99">20993 11796 0,'0'0'0,"-4"-4"16,4 4-16,-14-19 15,-1-5-15,7-6 16,4-6-16,7-1 16,8-4-16,5-4 15,5-4-15,7 1 16,8-8-16,7-4 16,12-3-16,0 0 15,4 4-15,2 11 16,0 2-1,10-5-15,-7 12 16,6-5-16,-1 15 16,0 1-16,0-2 15,-13 7-15,4-3 16,6 8-16,3 1 16,1-1-16,-11-1 15,-1 4-15,4 0 16,3 8-1,-2 14-15,-14 0 16,3 4-16,-2 1 16,2 2-16,-5-2 15,-8-3-15,-8-1 16,-3-3-16,-7 1 16,-1-2-16,-3 0 15,-17-4 1,22 5-16,-22-5 15,17 5-15,-17-5 16,0 0-16,0 0 16,0 0-16,0 0 15,0 0-15,0 0 16,0 0-16,0 0 16,0 0-1,0-13-15,-14-7 16,-7-4-16,-6-3 15,-5-4-15,-4 1 16,-6-5-16,3 7 16,5 6-16,3 5 15,1 2-15,-2-2 16,2 1-16,0 0 16,7 8-16,-1-1 15,-2 1 1,26 8-16,-21-7 15,21 7-15,0 0 16,0 0-16,0 0 16,0 0-16,0 0 15,0 0-15,26 7 16,12 6-16,1-1 16,6 7-16,8 7 15,-7 0-15,4 4 16,-7-2-1,-2-1-15,-1 1 16,-6-1-16,-3-5 16,-4 1-16,-5 6 15,-7 3-15,-6 5 16,-3-6-16,-4-7 16,-2 0-16,-3 0 15,-9 10-15,-4 2 16,-2-3-16,-2-4 15,3-8 1,0 0-16,4-9 16,2 0-16,11-12 15,-18 17-15,18-17 16,-17 15-16,17-15 16,-22 21-16</inkml:trace>
  <inkml:trace contextRef="#ctx0" brushRef="#br0" timeOffset="38001.29">19753 13007 0,'-1'-3'0,"1"3"0,-8-20 0,4 5 15,1 0-15,5 0 16,11-6-1,16-8-15,27-1 16,13-11-16,15 4 16,-1 10-16,0 3 15,5 7-15,-2 0 16,4 1-16,1 4 16,7-3-16,2 3 15,11 2-15,-8-1 16,-3 4-16,3-3 15,-1-2 1,-3-3-16,2-7 16,-10 4-16,12-8 15,-1-3-15,-10 0 16,5-1-16,-15 6 16,8-1-16,-2 5 15,-4 3-15,6 1 16,-11 2-16,8 1 15,-12 2-15,-9 0 16,10-1 0,-6 3-16,0-2 15,-9-1-15,-9 0 16,-8-2-16,-14 4 16,-9 3-16,-21 7 15,27-10-15,-27 10 16,0 0-1,15-5-15,-15 5 16,0 0-16,0 0 16,0 0-16,0 0 15,0 0-15,0 0 16,0 0-16,0 0 16,0 0-16,0 0 15,0 0-15,0 0 16,0 0-1,0 0-15,0 0 16,0 0-16,0 0 16,0 0-16,0 0 15,0 0-15,0 0 16,0 0-16,0 0 16,16 5-16,-16-5 15,0 0-15,0 0 16,0 0-16,2 11 15,-2-11 1,0 0-16,0 0 16,0 0-16,0 0 15,0 0-15,0 0 16,9 11-16,-9-11 16,0 0-16,0 0 15,0 0-15,0 0 16,0 0-16,0 0 15,0 0 1,0 0-16,0 0 16,0 0-16,0 0 15,0 0-15,0 0 16,0 0-16,0 0 16,0 0-16,0 0 15,0 0-15,0 0 16,0 0-16,0 0 15,0 0-15,0 0 16,0 0 0</inkml:trace>
  <inkml:trace contextRef="#ctx0" brushRef="#br0" timeOffset="47299.75">9320 5772 0,'0'0'0,"-6"2"0,6-2 0,0 0 16,0 0-16,-15 4 15,15-4-15,0 0 16,0 0-16,0 0 15,0 0-15,0 0 16,0 0 0,0 0-16,0 0 15,0 0-15,0 13 16,26 15-16,26 29 16,16 18-16,3 5 15,-4 6-15,4 11 16,0 5-16,-2 0 15,-1 1-15,-4-4 16,-3-3 0,0 3-16,-5-4 15,3 4-15,1-2 16,4-1-16,8 0 16,0-4-16,9 5 15,1-1-15,7 7 16,-1-6-16,-1-4 15,3 1-15,-6-6 16,1 3 0,-4-6-16,-6-5 15,1-4-15,-4-7 16,4 5-16,0-6 16,-1 2-16,1-2 15,0 2-15,3 2 16,-3 1-16,4 4 15,-3 3 1,-3-1-16,-1 3 16,-4-3-16,-3-1 15,-1-1-15,-6-8 16,2 2-16,-2-1 16,0 1-16,1 2 15,-4-4-15,0 5 16,1 3-16,2 7 15,-3-3 1,2 1-16,-4-4 16,0 1-16,-1-2 15,1 2-15,-2-3 16,-1-1-16,4 2 16,0-4-16,3-1 15,4 0-15,-1 2 16,-2-5-16,2 5 15,-2-5-15,2-4 16,-1-2-16,-1-2 16,-2-3-1,-1-4-15,-5-3 16,0-3-16,-5-3 16,-2-6-16,0 0 15,-5-2-15,1-3 16,-5-1-16,-3-3 15,-4-5-15,-3-3 16,-2-3-16,-3-2 16,-2 0-16,0-3 15,-5-3 1,-13-11-16,20 17 16,-20-17-16,0 0 15,18 13-15,-18-13 16,0 0-16,0 0 15,0 0-15,0 0 16,0 0-16,12 9 16,-12-9-1,0 0-15,0 0 16,0 0-16,0 0 16,0 0-16,0 0 15,0 0-15,0 0 16,0 0-16,0 0 15,0 0-15,0 0 16,0 0-16,-13-11 16,13 11-1,-7-11-15,7 11 16,-10-16-16</inkml:trace>
  <inkml:trace contextRef="#ctx0" brushRef="#br0" timeOffset="71949.41">10265 7033 0,'-3'-2'0,"3"2"0,-23-13 16,-5-7-16,1-1 15,4 3-15,11 6 16,12 12-16,0 0 15,0 0-15,0 0 16,0 0-16,0 0 16,38 46-16,21 19 15,16 17 1,15 17-16,7 8 16,18 17-16,7 17 15,3 14-15,8 17 16,3 15-16,-5-4 15,14 18-15,-17-22 16,12 17-16,-8-21 16,13-7-16,-7-16 15,6-12 1,-8-15-16,4-8 16,-1-5-16,1-8 15,-5-6-15,-11-9 16,-2-1-16,-16-15 15,-7-4-15,-19-7 16,-13-7-16,-13-8 16,-14-11-1,-10-9-15,-12-11 16,-18-16-16,0 0 16,0 0-16,0 0 15,0 0-15</inkml:trace>
  <inkml:trace contextRef="#ctx0" brushRef="#br0" timeOffset="73099.27">10833 5828 0,'0'0'0,"3"5"0,7 5 16,30 29-16,39 30 16,25 15-16,10 3 15,15 14-15,4 1 16,10 9-16,2 9 16,9 21-1,6 8-15,13 18 16,10 11-16,-1-1 15,15 14-15,-6-10 16,21 12-16,-4-5 16,6 4-16,-9-6 15,5 3-15,-12-10 16,4 3-16,-14-11 16,-5-5-1,-4-7-15,-11-15 16,-5-1-16,-10-10 15,-6-5-15,-14-14 16,-8-6-16,-11-7 16,-17-15-16,-7 0 15,-21-12-15,-11-6 16,-11-10-16,-15-16 16,-7-10-1,-9-10-15,-8-9 16,-8-13-16,10 14 15,-10-14-15,0 0 16,0 0-16,0 0 16,0 0-16,0 0 15,0 0-15,0 0 16,0 0-16,-16-3 16,16 3-16,-32-24 15,7 2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1:29:52.71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1:29:52.92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1:29:54.18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1:29:54.41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8T11:40:13.183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3815 4106 0,'0'0'0,"0"0"0,0 0 0,0 0 0,0-3 16,0 3-16,0 0 15,22 0-15,3 1 16,4 1-16,2-1 16,-2-2-16,-1-2 15,-1 0-15,-2 1 16,4 0-1,0-1-15,3 4 16,7 3-16,3 2 16,4 3-16,-6 1 15,-2-3-15,-2 2 16,3-5-16,4 0 16,0-1-16,-1-2 15,-4-3 1,-5-1-16,-2-1 0,1 1 15,3-2 1,10 0-16,5-1 16,-2 6-16,-2-3 15,-4 2-15,0-1 16,3 1-16,5 4 16,-3-2-16,-1 2 15,-8-3-15,-6 2 16,1-1-1,-4 1-15,3-1 16,4 0-16,3 1 16,2-1-16,2 0 15,1 1-15,6-1 16,7-5-16</inkml:trace>
  <inkml:trace contextRef="#ctx0" brushRef="#br0" timeOffset="13700.43">16730 10172 0,'0'-2'0,"0"2"0,0 0 0,-13-14 16,13 14-16,0 0 15,0 0-15,0 0 16</inkml:trace>
  <inkml:trace contextRef="#ctx0" brushRef="#br0" timeOffset="14316.16">19308 10142 0,'0'0'0,"-5"-3"0,5 3 15,-18 9-15</inkml:trace>
  <inkml:trace contextRef="#ctx0" brushRef="#br0" timeOffset="29065.52">12059 5137 0,'0'0'0,"0"0"0,0 0 0,0 0 0,0 0 15,0 0 1,0 0-16,0 0 15,6 0-15,-6 0 16,37 2-16,-6 2 16,5-2-16,-1-1 15,2-2 1,4-1-16,4-2 16,0 2-16,1 0 15,-1-1-15,-2 1 16,10-1-16,7 0 15,6 0-15,2 1 16,-5 0-16,2-4 16,4-1-16,-2-1 15,0-3-15,-2 0 16,-1-2 0,7 0-16,-3 0 15,1 0-15,0 0 16,-7 2-16,6-1 15,1 3-15,0 2 16,0 4-16,-3-3 16,-1 4-16,3-1 15,2 0 1,-4 1-16,1 0 16,-1-2-16,1 3 15,-1 1-15,1 3 16,0 1-16,-2-755 15,-1 1513-15,2-755 16,-1 1-16,-2-1 16,-3 3-16,-2-1 15,2 1-15,2-1 16,2 3 0,3-2-16,3 0 15,6 2-15,6 0 16,3-5-16,3-1 15,4-4-15,1-2 16,2-4-16,-2 0 16,4-1-16,-3 1 15,4-2 1,-5 1-16,-4-1 16,4-3-16,1 0 0,4 2 15,2-1 1,3 0-16,0 1 15,2-1-15,-3 0 16,-5 1-16,5 2 16,-4-3-16,0 2 15,1-1-15,-6 3 16,1 1-16,-3 1 16,0 2-1,0 0-15,4 0 16,1 0-16,-3 0 15,11 0-15,-8 0 16,4 0-16,-3 0 16,-4 0-16,17 0 15,-10 0-15,3 0 16,-10 0-16,-10 0 16,9 0-16,-9-2 15,8 1 1,-3 0-16,-4-1 15,0 0-15,-4 1 16,-2 0-16,0 0 16,0 2-16,-1 0 15,1 4-15,-2-1 16,1-1-16,-3 0 16,-2-1-1,3 1-15,-1 0 16,2 0-16,2 2 15,0-1-15,1 1 16,-4-1-16,-7-1 16,2 2-16,1-1 15,3 0-15,-1-1 16,6 1-16,2-6 16,-6-2-1,-8 0-15,-4-2 16,8-1-16,7-2 15,-8 3-15,15 2 16</inkml:trace>
  <inkml:trace contextRef="#ctx0" brushRef="#br0" timeOffset="37399.92">17072 6065 0,'0'0'0,"0"0"0,0 0 0,4 1 16,-4-1-16,38-5 16,1 0-1,7-1-15,9-2 16,-1 1-16,6 1 15,0 3-15,-1 3 16,4 0-16,-3 1 16,1 3-16,-2-2 15,4 2-15,-1 1 16,0 1-16,-2 2 16,2 0-1,-2 2-15,-2-2 16,-3 3-16,-5-1 15,11 1-15,5 1 16,-1 0-16,-3-3 16,-12 1-16,14-1 15,-1-1-15,2-3 16,11 0-16,1 1 16,2-4-1,-2 0-15,-12-4 16,12 2-16,4-1 15,-4 0-15,-3 1 16,-10 0-16,9 0 16,-3 1-16,-9-1 15,-3 1-15,4-1 16,0 2-16,1 0 16,-2-2-16,-5-4 15,4 0 1,6 0-16,2 0 15,-1 1-15,7-4 16,3-3-16,-2 3 16,4 0-16,-7 1 15,4 0 1,1-4-16,-13 5 0,-1-2 16,0 0-16,3 0 15,-4 2-15,-7 5 16,-5 3-1,-4-2-15,-1-1 16,-11-2-16,-9 0 16,-25 2-16,18-2 15,-18 2-15,0 0 16,16-4-16,-16 4 16,0 0-16,0 0 15,0 0 1,18 4-16,-18-4 15,0 0-15,0 0 16,0 0-16,0 0 16,0 0-16,0 0 15,0 0-15,0 0 16,0 0-16,0 0 16,0 0-1,0 0-15,0 0 16,0 0-16,0 0 15,0 0-15,0 0 16,0 0-16,0 0 16,0 0-16,15-2 15,-15 2-15,0 0 16,0 0-16,0 0 16,0 0-16,0 0 15,-1 10-15,1-10 16,-2 13-1,2-13-15,0 0 16,0 0-16,0 0 16,0 0-16,0 0 15,0 0-15,0 0 16,0 0-16,0 10 16,0-10-16,0 0 15,0 0-15</inkml:trace>
  <inkml:trace contextRef="#ctx0" brushRef="#br0" timeOffset="38499.25">8465 7033 0,'0'0'0,"0"0"0,0 0 15,0 0-15,-1-2 16,1 2-16,0 0 16,0 0-16,0 0 15,0 0-15,0 0 16,0 0-16,0 0 15,16 1 1,11 2-16,15 5 16,7-5-16,3-6 15,5-2-15,-4 2 16,3-1-16,-2 0 16,-4 3-16,-5-1 15,-7 2-15,-8 0 16,-4 0-16,-5 0 15,-5 0 1,-16 0-16,20 0 16,-20 0-16,0 0 15,0 0-15,18 0 16,-18 0-16,0 0 16,0 0-16,0 0 15,0 0-15,15 11 16,-15-11-1,0 0-15,0 0 16,0 0-16,0 0 16,0 0-16,0 0 15,0 0-15,0 0 16,1 11-16,-1-11 16</inkml:trace>
  <inkml:trace contextRef="#ctx0" brushRef="#br0" timeOffset="39665.4">22523 7031 0,'0'0'0,"0"0"15,0-3-15,0 3 16,0 0-16,0 0 16,0 0-16,0 0 15,0 0-15,0 0 16,0 0-16,45-14 15,49 3 1,43 1-16,-24 5 16,-15 2-16,-10-2 15,-1 4-15,9-1 16,1 4-16,3 2 16,-11 1-16,-10 1 15,-12 3-15,-19-5 16,-11 2-16,-14-4 15,-23-2-15,26 3 16,-26-3 0,0 0-16,16 0 15,-16 0-15,0 0 16,0 0-16,0 0 16,0 0-16,0 0 15,0 0-15,0 0 16,15 9-16,-15-9 15,0 0-15,0 0 16,0 0-16,0 0 16,0 0-1,0 0-15,0 0 16,0 0-16,0 0 16,0 0-16,0 0 15,0 0-15,0 0 16,0 0-16,0 0 15,0 0-15,0 0 16,0 0 0,0 0-16,0 0 15,0 0-15,0 0 16,0 0-16,-10 11 16,10-11-16,0 0 15,0 0-15,-27 12 16</inkml:trace>
  <inkml:trace contextRef="#ctx0" brushRef="#br0" timeOffset="42399.3">10116 8049 0,'0'0'0,"0"0"16,0 0-1,0 0-15,10 2 16,-10-2-16,37 10 16,-8-4-16,5 2 15,2-1-15,-2 0 16,-1-1-16,0 1 15,2 0-15,3 0 16,10 2-16,3 2 16,0-1-1,3-1-15,-1-1 16,4 0-16,3 0 16,0-1-16,-1-2 15,-3-2-15,5-2 16,3-2-16,4-3 15,0-2-15,0 1 16,5-3-16,-1 3 16,-2-2-1,-5 1-15,4 2 16,2-2-16,1 1 16,-6 3-16,-2 2 15,3 2-15,0 4 16,-5 1-16,-7 0 15,4-1-15,4 1 16,0 1-16,1 0 16,-2-1-1,3 0-15,4 1 16,3 0-16,-7-1 16,1-2-16,5 2 15,5 0-15,2 0 16,1-3-16,0-1 15,4-6-15,3 0 16,1-2 0,-3 0-16,4 1 15,2 1-15,3-2 16,1 2-16,3-2 16,-6-2-16,-1 1 15,-1-1-15,0 1 16,0-1-16,2 2 15,0-3-15,-7 4 16,0 0-16,-6 1 16,-2 2-1,1 2-15,2 2 16,-2 1-16,4-2 16,0 2-16,1-2 15,2 2-15,-3-1 16,2-1-16,0 1 15,-5 0 1,2-1-16,-4 0 16,4 1-16,-1 0 15,4 0-15,3 1 16,0-2-16,-1 1 16,-4-1-16,1 1 15,3 0-15,0-1 16,0-1-16,1-2 15,4-1-15,-6-2 16,3 0-16,1 0 16,-3 0-1,1 0-15,6 0 16,3 0-16,-1 0 16,9 0-16,-4 0 15,0 1-15,12-1 16,-8 0-16,7 0 15,3 3-15,-2 0 16,29 0-16,-2-1 16,-8 1-1,14 0-15,-22 2 16,10 0-16,2 1 16,-17-1-16,5 0 15,-4 0-15,1 1 16,-13-2-16,-9 2 15,-5-1-15,-8 0 16,-5 1-16,-3 0 16,-8-2-16,-5 0 15,-6 0 1,-7 0-16,-12 0 16,-9 0-16,-11 0 15,-18 0-15,25 0 16,-25 0-16,0 0 15,0 0-15,16 0 16,-16 0-16,0 0 16,0 0-16,0 0 15,0 0 1,0 0-16,0 0 16,12 11-16,-12-11 15,0 0-15,0 0 16,0 0-16,0 0 15,0 0-15,0 0 16,0 0-16,0 0 16,4 10-16,-4-10 15,0 0-15,0 0 16,0 0 0,0 0-16,0 0 15,0 0-15,0 0 16,0 0-16,0 0 15,0 0-15,0 0 16,0 0-16,0 0 16,0 0-16,0 0 15,0 0 1,0 0-16,0 0 16,0 0-16,0 0 15,0 0-15,0 0 16,0 0-16,0 0 15,0 0-15,0 0 16,0 0-16,0 0 16,0 0-16,0 0 15,0 0-15,0 0 16,0 0 0,0 0-16,0 0 15,0 0-15,0 0 16,0 0-16,0 0 15,0 0-15,0 0 16,0 0-16,0 0 16,0 0-16,0 0 15,0 0 1,0 0-16,0 0 16,0 0-16,0 0 15,0 0-15,0 0 16,0 0-16,0 0 15,0 0-15,0 0 16,0 0-16,0 0 16,0 0-16,0 0 15,0 0-15,0 0 16,0 0 0,0 0-16,0 0 15,0 0-15,0 0 16,0 0-16,0 0 15,0 0-15,0 0 16,0 0-16,0 0 16,0 0-16,0 0 15,0 0 1,0 0-16,0 0 16,0 0-16,-21 1 15</inkml:trace>
  <inkml:trace contextRef="#ctx0" brushRef="#br0" timeOffset="45382.16">9103 8961 0,'0'0'0,"0"0"0,0 0 0,0 0 15,0 0-15,7 0 16,12 0-16,21 0 16,16-1-16,2 1 15,8 0-15,-1 0 16,-2 0-16,1 0 16,2 0-1,5 0-15,0 0 16,2 0-16,2 0 15,3 3-15,3 0 16,-2 1-16,1 2 16,-7-1-16,-4 1 15,-2 3-15,-5-3 16,-6 1-16,-1 1 16,-7 1-1,-1-1-15,-1 1 16,1-2-16,4 2 15,-1 1-15,1-1 16,-2 0-16,1-1 16,4 3-16,4 0 15,-2-1-15,-2-1 16,-2 0-16,3 0 16,4-1-16,4 0 15,0-5 1,0-2-16,0-1 15,10-1-15,2-1 16,-4-1-16,7-3 16,1 0-16,2 2 15,4-2-15,-1 1 16,2 0-16,1 3 16,-3 0-16,3 4 15,3-1 1,1 0-16,-3 0 15,-1 0-15,-3 1 16,-3 2-16,3 1 16,-1 1-16,1-1 15,-1 1-15,1-1 16,-3 0-16,0 0 16,-2 2-1,2-1-15,-2 0 16,-2 1-16,-1 0 15,0-5-15,-2 1 16,-1-2-16,-1 1 16,1-2-16,-1 2 15,0 0-15,1-2 16,-1 1 0,2 1-16,1-1 0,3 0 15,2-3 1,4-1-16,1-1 15,0 0-15,0-2 16,4-1-16,1-2 16,1-1-16,0 1 15,1 0-15,-3 0 16,3 1-16,0 1 16,-5 3-16,-5 0 15,-4 0 1,-1 1-16,2 2 15,-3 2-15,1 2 16,-3-1-16,3 0 16,-5-1-16,0 0 15,1 1-15,3-1 16,-1 0-16,-5 1 16,-1 0-1,4 1-15,1 0 16,-5-2-16,-2 0 15,2 0-15,3 0 16,-2 0-16,-6-1 16,2 0-16,6 0 15,-1 0-15,1 0 16,1 0-16,8 0 16,4-1-16,7-2 15,-8-1-15,-3-1 16,-6-1-1,-6 2-15,15-3 16,0 1-16,0-1 16,-6 1-16,-3 0 15,1 1-15,5 0 16,5 1-16,5 0 16,8 0-16,0 0 15,2 1-15,-4-1 16,2-1-1,-3 4-15,-9 4 16,-1-3-16,-10-3 16,4-5-16,-6-4 15,-5 3-15,0-1 16,1 3-16,2 1 16,-5 0-16,9 2 15,3 7 1,4 8-16,-1-5 15,3 1-15,2-1 16,2-5-16,-1 2 16,-6-5-16,2 2 15,1 0-15,4-1 16,8 1-16,-5-3 16,8 2-16,-9 0 15,5 2 1,4 0-16,-6 1 15,2 2-15,-13 2 16,-4 2-16,-12-1 16,-11-2-16,-10 2 15,-8-3-15,-10-1 16,-5-1-16,-7 1 16,-16-3-16,24 4 15,-24-4 1,0 0-16,17 4 15,-17-4-15,0 0 16,0 0-16,0 0 16,0 0-16,0 0 15,15 10-15,-15-10 16,0 0-16,0 0 16,0 0-16,0 0 15,0 0-15,0 0 16,0 0-1,0 0-15,0 0 16,0 0-16,0 0 16,0 0-16,0 0 15,0 0-15,0 0 16,-27-1-16,1-6 16</inkml:trace>
  <inkml:trace contextRef="#ctx0" brushRef="#br0" timeOffset="46451.07">6804 10243 0,'0'0'0,"0"0"16,0 0-16,3 3 16,-3-3-16,0 0 15,21 13-15,5 1 16,17 4-16,15-9 16,17-5-16,10-5 15,11-7-15,8-1 16,9-4-16,4-1 15,2-2 1,7 1-16,-2 0 16,1-1-16,-10 2 15,2 2-15,-8 2 16,-11 2-16,-12 4 16,-5 2-16,-12 2 15,-12 0-15,-14 0 16,-18 1-16,-5 0 15,-20-1 1,21 3-16,-21-3 16,0 0-16,18 4 15,-18-4-15,0 0 16,0 0-16,0 0 16,0 0-16,0 0 15,0 0 1,0 0-16,0 0 0,0 0 15,0 0 1,0 0-16,0 0 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8T11:41:42.414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15415 10414 0,'0'0'0,"0"0"0,0 0 15,0 0-15,0 0 16,0 0-16,0 0 15,0 0-15,0 0 16,-5-9 0,-5-7-16,-4-13 15,-1-3-15,4 2 16,-1-2-16,0-1 16,-1-3-16,-1-2 15,-1-2-15,1 1 16,-1-2-16,-1 0 15,0-4-15,0-2 16,0 3-16,2 3 16,3 1-1,3 0-15,1-2 16,1 0-16,2 6 16,1 1-16,-1 5 15,3 3-15,0 0 16,0 2-16,0-3 15,-1-9-15,2-7 16,-1-1-16,1 2 16,0 7-1,0 8-15,0 4 16,0 0-16,0 1 16,0 1-16,0-1 15,1-4-15,-1-2 16,2-2-16,-1 0 15,0 6-15,0 3 16,0 1-16,0-1 16,2 1-1,-3-4-15,3-2 16,0-4-16,1-1 16,1 2-16,-1 0 15,-1 5-15,1 5 16,0 0-16,0 1 15,-1 2 1,0 1-16,1 0 16,0-4-16,-1-3 15,1 0-15,2-2 16,-2 0-16,0 2 16,1 0-16,0-2 15,0-2-15,0-1 16,0-2-16,-1 0 15,1-2-15,2-2 16,1-1-16,2 0 16,0 4-1,-2 2-15,1-1 16,3-1-16,-2 2 16,-2 9-16,-4 7 15,-4 13-15,4-13 16,-4 13-16,0 0 15,3-11-15,-3 11 16,0 0-16,0 0 16,2-10-1,-2 10-15,3-11 16,3-2-16,3-9 16,-1-3-16,1 5 15,-2 1-15,3-11 16,5-14-16,5-10 15,-2 5-15,-4 8 16,2 4-16,3 0 16,1-3-16,2 1 15,-2 4 1,-3 1-16,-2 6 16,-2 5-16,-4 7 15,-3 5-15,-6 11 16,5-13-16,-5 13 15,0 0-15,7-11 16,-7 11-16,0 0 16,0 0-16,0 0 15,0 0 1,0 0-16,5-10 16,-5 10-16,0 0 15,0 0-15,0 0 16,0 0-16,0 0 15,0 0-15,9-13 16,-2 2-16,5-10 16,3-6-16,-4 8 15,-4 5 1,-7 14-16,9-13 16,-9 13-16,4-11 15,-4 11-15,5-13 16,-5 13-16,10-18 15,-10 18-15,8-15 16,-8 15-16,8-10 16,-8 10-1,0 0-15,5-12 16,-5 12-16,0 0 16,0 0-16,0 0 15,1-11-15,-1 11 16,0 0-16,7-24 15,8-11-15,13-11 16,-6 12-16,1 6 16,1 2-16,1 0 15,1 3 1,-3 3-16,-2 3 16,0 0-16,-3 2 15,1-1-15,0 2 16,-3 1-16,-16 13 15,21-16-15,-21 16 16,0 0-16,0 0 16,18-10-16,-18 10 15,0 0 1,0 0-16,0 0 16,22-1-16,-22 1 15,26 9-15,-8-1 16,0 0-16,2 1 15,4 1-15,-2 0 16,1 1-16,-3-2 16,-3-1-16,3-1 15,-1 1 1,2 1-16,1 0 16,-4-2-16,0 1 15,-18-8-15,27 13 16,-27-13-16,30 17 15,-15-6-15,1-2 16,-1 3-16,2 2 16,-1 0-16,-1 0 15,-1 1-15,0-2 16,0 3 0,0 0-16,3 2 15,1 2-15,3 4 16,3 0-16,-1-3 15,1-3-15,3-1 16,1-1-16,0 0 16,-2-2-16,0 0 15,1 1 1,-1-1-16,1 0 16,-1-1-16,-4 0 15,3 0-15,-3 0 16,5 1-16,-3 0 15,-1 1-15,-1 1 16,-1 1-16,0 2 16,-2-2-16,-2-4 15,-1 1 1,2 0-16,-1 1 16,0 1-16,1-1 15,-2-1-15,2 1 16,3 4-16,1-1 15,0 0-15,-1 0 16,2 1-16,-2-1 16,2 2-16,-4-3 15,3 0 1,-1 1-16,0-3 16,3-1-16,1 0 15,0-2-15,-1 0 16,3-2-16,-4 0 15,-1-2-15,-1-2 16,-1 1-16,1-1 16,3 0-16,5 1 15,4-1 1,2 2-16,-4-4 16,-2 1-16,-4 0 15,-3-1-15,-2-2 16,-1 0-16,1 1 15,-2 0-15,1 0 16,0-1-16,4 0 16,3 1-16,2-1 15,1 2 1,-5-3-16,-2-2 16,-4-1-16,-18 2 15,27-3-15,-27 3 16,26-4-16,-26 4 15,27-6-15,-12 0 16,3-1-16,5-4 16,5-2-16,-1-3 15,-1 2-15,-4 1 16,-1 1 0,-1 2-16,1 1 15,3 0-15,0-1 16,2 2-16,-4 1 15,0-2-15,4 0 16,2-3-16,0 1 16,-3-1-16,2-3 15,2-5-15,0-1 16,-5 3-16,-2-3 16,-2 1-1,-3 0-15,1-3 16,-1 0-16,0-3 15,2-5-15,-3-3 16,0-3-16,-5 3 16,-1 0-16,1-2 15,-1-2-15,2-5 16,0 2-16,-4 4 16,1 1-1,-2 4-15,1-2 16,0-3-16,2 0 15,0-2-15,1 0 16,3-11-16,3-10 16,-1 0-16,2 0 15,2 4-15,3 1 16,0 1 0,-1 5-16,-4 5 15,0 4-15,-2 2 16,2-3-16,0 1 15,1-3-15,2-4 16,0-1-16,1-1 16,-1 0-16,-3 1 15,4-10-15,-6-6 16,-2-1 0,-5 6-16,-3 9 15,-3 9-15,1 1 16,-1-1-16,1 0 15,0-4-15,-2 9 16,1 2-16,-3 6 16,2 1-16,-1-3 15,1 2 1,-1-4-16,0-2 0,3 3 16,-1 1-1,1 0-15,0 0 16,1-2-16,0 1 15,2 0-15,2-1 16,0 2-16,1 2 16,-1-5-16,1-2 15,2 2-15,-2-2 16,-1 5 0,2-1-16,-5 4 15,0-2-15,-2 2 16,-3-1-16,-1 3 15,-1-1-15,0-1 16,-2 0-16,1 1 16,-1-1-16,1-3 15,0-2-15,-1-3 16,3 4 0,0 1-16,3 0 15,0 2-15,3-5 16,3-6-16,3 0 15,1 0-15,1 3 16,-4 6-16,-1 4 16,0 6-16,-4 5 15,0 5-15,-5 10 16,8-13-16,-8 13 16,5-13-1,4-3-15,9-22 16,6-16-16,0 2 15,-10 20-15,-7 12 16,-3 6-16,-2 4 16,-2 10-16,2-11 15,-2 11-15,0 0 16,0 0-16,-2-10 16,2 10-1,0 0-15,0 0 16,0 0-16,0 0 15,0 0-15,0 0 16,0 0-16,0 0 16,0 0-16,0 0 15</inkml:trace>
  <inkml:trace contextRef="#ctx0" brushRef="#br0" timeOffset="8799.18">15413 10924 0,'0'0'0,"2"-2"0,-2 2 0,0 0 0,0 0 0,0 0 15,0 0 1,0 0-16,0 0 15,0 0-15,0 0 16,0 0-16,0 0 16,0 0-16,0 0 15,0 0-15,0 0 16,0 0-16,6-10 16,-6 10-1,0 0-15,0-14 16,0 14-16,0-14 15,0 14-15,3-18 16,-2 4-16,-1 2 16,2-3-16,-2 2 15,2 2-15,0-2 16,-2-1 0,3-3-16,0-3 15,-1-1-15,1-3 16,0-2-16,1-3 15,0-2-15,-1 3 16,1-2-16,-1 3 16,2-2-16,-3-2 15,3-8-15,1-6 16,-1-1 0,-2-1-16,2 6 0,-1-2 15,0-5 1,1-7-16,1-6 15,0-6-15,-1-1 16,3 3-16,2 1 16,1-3-16,3-1 15,3-3-15,1 2 16,1-8-16,1-2 16,-2-1-1,-2-8-15,-5 2 16,-4-7-16,-2 4 15,0-6-15,1 1 16,-2 1-16,0-10 16,2 6-16,-2-4 15,0-12-15,1 6 16,2 1-16,-1-10 16,1 6-16,-2-7 15,3-10-15,-2 0 16,5-3-1,-1-7-15,2 16 16,1-8-16,1-5 16,3-2-16,3-6 15,0-2-15,-1-1 16,0 1-16,2-14 16,-1 3-16,0-16 15,1 9-15,-1-2 16,-1-9-1,-1 7-15,3-19 16,-3 6-16,10-12 16,3 7-16,4-13 15,-1 19-15,2-15 16,-3 13-16,0-9 16,8-5-16,-3 12 15,7-22 1,-6 32-16,4-26 15,-6 28-15,2-13 16,-5 3-16,-5 3 16,1-7-16,-5 14 15,-2 1-15,-6 9 16,-4 1-16,-4 6 16,-6 2-16,-8 5 15,-52-589-15</inkml:trace>
  <inkml:trace contextRef="#ctx0" brushRef="#br0" timeOffset="10734.25">13749 7197 0,'0'0'0,"0"0"16,0 0-16,-4-7 15,-5-6 1,-3-7-16,-4-7 16,-4-6-16,-6-8 15</inkml:trace>
  <inkml:trace contextRef="#ctx0" brushRef="#br0" timeOffset="12316.16">12950 5716 0,'0'0'0,"0"0"0,0 0 0,0 0 0,0 0 15,0 0-15,8 0 16,-8 0-16,35 0 15,-5 1-15,6 2 16,2 1 0,5 3-16,2 0 15,3 6-15,4 1 16,2 3-16,8 1 16,4 1-16,5 6 15,5 2-15,7 4 16,3 0-16,7 2 15,-1-1-15,5 1 16,4 2 0,1 0-16,6 0 15,-1-7-15,6 4 16,7 0-16,4 1 16,9 6-16,0-2 15,8 9-15,0 0 16,6 5-16,12 4 15,-1-1-15,7 1 16,-3 0-16,4 1 16,2 2-1,6-1-15,1 1 16,10 3-16,7 8 16,-5-1-16,4 8 15,-3 2-15,-2-4 16,15 8-16,3 1 15,12 4-15,13 4 16,5-4 0,4-2-16,7 0 15,-6-6-15,18 9 16,-5-4-16,12 5 16,1 1-16,-6-4 15,11 5-15,-15-6 16,18 6-16,-13-6 15,14 4-15,-10-1 16,-7 1-16,-5 4 16,-10 0-1,1 1-15,0-1 16,-8-4-16,2 2 16,-26-10-16,32-10 15,-70-20-15,-113-39 16,111 28-16,-25 33 15</inkml:trace>
  <inkml:trace contextRef="#ctx0" brushRef="#br0" timeOffset="15465.07">17900 12409 0,'0'0'0,"0"0"16,0 0-16,0 0 16,0 0-16,0 0 15,0 0-15,6-6 16,-6 6-16,17-23 15,-3 3-15,0-4 16,-4-10-16,3-7 16,-1-7-16,2-11 15,2-4-15,0-7 16,0-3 0,1-1-16,1-11 15,2 0-15,0-10 16,2-5-16,1-4 15,1-6-15,5-9 16,0-1-16,6-12 16,3-12-16,0 7 15,1-12 1,1 3-16,1-6 16,1-8-16,3-7 15,-2-4-15,-1-8 16,-2 0-16,1-5 15,2-12-15,-1 7 16,5-26-16,-1 9 16,10-6-16,4-3 15,-3 14-15,2-17 16,1-3-16,-3-6 16,2-6-1,-1-3-15,-2 12 16,4-16-16,-7 20 15,4-10-15,-3-5 16,-4 0-16,2-12 16,-6 18-16,2-8 15,-9 0-15,-2 9 16,-2-12-16,-2 18 16,-1-8-1,0 8-15,1-1 16,-3 6-16,-1 4 15,12-4-15,4 13 16,3 3-16,4 1 16,-5 16-16,1-4 15,-1 0-15,0-2 16,-1 7-16,-1 3 16,-3 17-1,-2 2-15,1-5 16,-2-47-16,-12 49 0,-21 104 15,1-79 1,4-112-16</inkml:trace>
  <inkml:trace contextRef="#ctx0" brushRef="#br1" timeOffset="25499.56">15494 11207 0,'0'0'0,"0"0"0,0 0 0,-4-2 15,4 2-15,0 0 16,-7-13-16,1 3 16,1-4-1,-2-6-15,0-1 16,4-10-16,3-5 15,0-11-15,0-3 16,0 4-16,0 6 16,0 6-16,0 3 15,0-3-15,1-3 16,-1-6-16,0-2 16,0 2-16,0 8 15,0 8 1,0 3-16,0 0 15,-1 4-15,-1-2 16,-2-1-16,-1-2 16,0-1-16,-1 2 15,-2 2-15,1-1 16,0 1-16,1 0 16,-2 3-16,0-1 15,0-1 1,-1 1-16,1-3 15,0 2-15,-1-4 16,0-3-16,2-2 16,-1-2-16,2-4 15,1-1-15,2 1 16,1 4-16,0-1 16,2-1-1,2 0-15,0-2 16,0 0-16,1-1 15,0 1-15,-1 1 16,-1 0-16,2 2 16,0 0-16,2 1 15,-2 1-15,0-1 16,1-1 0,-1-3-16,1-1 0,-1 0 15,1 1 1,-1 1-16,1 6 15,-2 0-15,-1-2 16,2-1-16,-1-5 16,0 0-16,2 4 15,-2 1-15,-1 4 16,2 2-16,-1 0 16,0 0-16,1-3 15,0 0 1,-1-6-16,0 1 15,0-2-15,2-1 16,-1 4-16,1 3 16,-2 4-16,2 0 15,-1 1-15,2-3 16,-1-3-16,2-3 16,1-2-16,0 5 15,1-4 1,-1 5-16,1-2 0,1 4 15,-1 0 1,1-1-16,-2 2 16,3-3-16,-3 0 15,0 0-15,0 1 16,1-1-16,-3 4 16,1 0-16,-1 6 15,-1 2 1,1 1-16,0 0 15,0 1-15,0 0 16,-2 0-16,1 1 16,-1-2-16,1-1 15,-1 0-15,1-1 16,-1-2-16,-2 2 16,-1 1-16,0-1 15,0 2-15,0-1 16,0 2-1,0 1-15,0 3 16,0-1-16,0-2 16,0 0-16,0 0 15,0-4-15,0 2 16,0-3-16,2 2 16,0 1-16,1-2 15,2 0 1,-2-2-16,1 1 15,0 1-15,0 0 16,0 2-16,-1 0 16,0 1-16,1 1 15,-1 1-15,1 0 16,-2 3-16,-2 11 16,4-17-16,-4 17 15,4-18-15,-1 8 16,0-1-1,-3 11-15,8-13 16,-8 13-16,7-13 16,1 3-16,1-3 15,1 0-15,-3 4 16,-7 9-16,9-16 16,-9 16-16,14-22 15,-8 9 1,2 0-16,-8 13 15,10-20-15,-2 7 16,3-6-16,-2 1 16,0 2-16,-9 16 15,9-16-15,-9 16 16,0 0-16,5-11 16,-5 11-16,0 0 15,0 0-15,0-10 16,0 10-16,0 0 15,0 0 1,0 0-16,0 0 16,0 0-16,0 0 15,2-10-15,-2 10 16,0 0-16,0 0 16,0 0-16,0 0 15,0 0-15,0 0 16,0 0-1,0 0-15,0 0 16,0 0-16,0 0 16,0 0-16,0 0 15,0 0-15,0 0 16,0 0-16,0 0 16,0 0-16,0 0 15,0 0-15,0 0 16,0 0-16,0 0 15,0 0 1,0 0-16,0 0 16,0 0-16,0 0 15,0 0-15,0 0 16,0 0-16,1-10 16,-1 10-16,3-21 15,0 10-15,-3 11 16,4-15-16,-4 15 15,3-15 1,0 3-16,-1-1 16,0 2-16,-2 11 15,3-12-15,-3 12 16,0 0-16,4-10 16,-4 10-16,0 0 15,0 0-15,0 0 16,0 0-16,1-11 15,-1 11 1,0 0-16,0 0 16,0 0-16,0 0 15,0 0-15,0 0 16,0 0-16,0 0 16,0 0-16,0 0 15,0 0-15,0 0 16,0 0-16,0 0 15,0 0 1,0 0-16,0 0 16,0 0-16,0 0 15,0 0-15,0 0 16,0 0-16,0 0 16,0 0-16,0 0 15,0 0 1,0 0-16,0 0 15,0 0-15,0 0 16,0 0-16,8-11 16,-8 11-16,0 0 15,0 0-15,15-10 16,-15 10-16,0 0 16,0 0-16,10-10 15,-10 10-15,0 0 16,0 0-1,0 0-15,0 0 16,0 0-16,17-10 16,-17 10-16,0 0 15,0 0-15,0 0 16,0 0-16,0 0 16,0 0-16,11-9 15,-11 9-15,0 0 16,0 0-16,0 0 15,0 0 1,0 0-16,0 0 16,2-11-16,-2 11 15,0 0-15,0 0 16,0 0-16,0 0 16,0 0-16,0 0 15,0-10-15,0 10 16,0 0-16,0 0 15,0 0-15,0 0 16,0 0 0,0 0-16,-2-11 15,2 11-15,0 0 16,0 0-16,0 0 16,0 0-16,0 0 15,0 0-15,0 0 16,-3-9-16,3 9 15,-9-13-15,1-1 16,-2-2 0,2 1-16</inkml:trace>
  <inkml:trace contextRef="#ctx0" brushRef="#br1" timeOffset="29334.2">15747 7095 0,'0'0'0,"0"0"0,0 0 16,0 0-16,0 0 15,0 0 1,0 0-16,0 0 16,0 0-16,0 0 15,0 0-15,0 0 16,0 0-16,0-2 15,0 2-15,0 0 16,0 0-16,0 0 16,0 0-16,0 0 15,0 0 1,8-11-16,-8 11 16,0 0-16,0 0 15,7-16-15,0 0 16,-1-1-16,2-2 15,-2-1-15,2-1 16,1 0-16,1-2 16,0 2-16,1 1 15,1 1 1,1-1-16,3 0 16,-1 0-16,0 0 15,1-1-15,-1 1 16,1 1-16,-2 0 15,-1 3-15,1-1 16,-1 1-16,2 0 16,2 0-1,-5 6-15,-2-1 16,-10 11-16,23-18 16,-23 18-16,24-16 15,-24 16-15,24-15 16,-24 15-16,21-12 15,-21 12-15,17-8 16,-17 8-16,15-4 16,-15 4-1,16-4-15,-16 4 16,18 2-16,-18-2 16,21 4-16,-21-4 15,26 9-15,-26-9 16,23 12-16,-23-12 15,22 9-15,-22-9 16,23 11-16,-23-11 16,25 11-1,-25-11-15,22 10 16,-22-10-16,25 10 16,-25-10-16,27 11 15,-27-11-15,27 12 16,-27-12-16,20 12 15,-20-12-15,16 9 16,-16-9-16,0 0 16,19 12-16,-19-12 15,14 10 1,-14-10-16,13 11 16,-13-11-16,13 10 15,-13-10-15,11 10 16,-11-10-16,0 0 15,14 12-15,-14-12 16,0 0-16,15 11 16,-15-11-16,0 0 15,19 13 1,-19-13-16,0 0 16,16 13-16,-16-13 15,15 13-15,-15-13 16,13 13-16,-13-13 15,13 11-15,-13-11 16,12 11-16,-12-11 16,14 12-16,-14-12 15,14 13-15,-14-13 16,17 15 0,-17-15-16,18 17 15,-18-17-15,20 19 16,-9-7-16,2 1 15,1 1-15,-1-1 16,-2-2-16,-2 2 16,3-2-16,-1 0 15,-1 0 1,1 1-16,2-2 16,-2 1-16,4 1 15,-1 1-15,1 0 16,0 0-16,-2-3 15,-2 1-15,2-1 16,-13-10-16,21 18 16,-21-18-16,22 18 15,-22-18 1,20 18-16,-7-7 16,-13-11-16,24 20 15,-9-7-15,0 0 16,0 0-16,-1-1 15,-2-3-15,0 2 16,-12-11-16,24 19 16,-24-19-16,23 15 15,-23-15 1,23 15-16,-23-15 16,25 18-16,-9-8 15,0 0-15,-16-10 16,24 16-16,-24-16 15,21 16-15,-21-16 16,20 14-16,-20-14 16,18 12-16,-18-12 15,19 12 1,-19-12-16,20 14 16,-20-14-16,23 12 15,-23-12-15,26 14 16,-26-14-16,26 14 15,-26-14-15,25 15 16,-25-15-16,28 15 16,-28-15-16,23 14 15,-23-14-15,20 14 16,-20-14 0,22 12-16,-22-12 15,21 12-15,-21-12 16,24 16-16,-24-16 15,30 20-15,-30-20 16,27 18-16,-27-18 16,24 15-16,-24-15 15,25 17-15,-25-17 16,30 20-16,-30-20 16,30 19-1,-13-8-15,4 2 16,-1 0-16,0-1 15,0-2-15,-1 0 16,2 0-16,2 2 16,2-2-16,1-1 15,1 0-15,2-1 16,2 1 0,0-1-16,-1-1 15,-3-1-15,-2-1 16,3 1-16,2-2 15,2 2-15,2 0 16,-1-2-16,-1 2 16,-5-2-16,-2 0 15,0-1 1,-1 1-16,-1 0 16,2 0-16,2-1 15,-2 3-15,0-1 16,0 0-16,0 0 15,-3 0-15,2 1 16,-1-1-16,2-1 16,0-3-16,-3 0 15,-5 1-15,-17-2 16,22 2-16,-22-2 16,0 0-1,0 0-15,16 0 16,-16 0-16,0 0 15,22 7-15</inkml:trace>
  <inkml:trace contextRef="#ctx0" brushRef="#br1" timeOffset="31532.51">18807 8065 0,'0'0'0,"0"0"0,0 0 16,0 0-16,0 0 15,0 0 1,1-2-16,4-11 15,4-11-15,6-13 16,-1 2-16,4-5 16,4-1-16,0 2 15,2-2-15,0 0 16,1-3-16,2-2 16,2-1-16,1 3 15,-3 5 1,4-1-16,0-1 15,1-2-15,2-1 16,-3 1-16,-1 1 16,-5 4-16,-2 2 15,1-3-15,-1-3 16,0-4-16,-1-5 16,-2 3-16,-2 4 15,-2 0 1,2 0-16,0-3 15,1-5-15,-2-2 16,-1-1-16,-2 2 16,-3 4-16,0 1 15,1 0-15,0-1 16,0-1-16,-1 2 16,-1 5-16,-3 1 15,-1 4 1,-1-3-16,-1 0 15,2-1-15,-2 0 16,1-2-16,1 2 16,-3-1-16,2-5 15,-2-2-15,0-4 16,0-6-16,-1 7 16,0-5-1,1-1-15,-1-4 16,1 0-16,-1 1 15,1 2-15,1-4 16,3-3-16,-1-4 16,1-1-16,1 5 15,2-2-15,1-5 16,1-3-16,-1 4 16,-1 5-16,0 0 15,-1-2 1,0-2-16,1 0 15,0-2-15,0 5 16,5-8-16,-1 4 16,2-1-16,1-1 15,0 6-15,2-5 16,1 4-16,2-2 16,0-6-16,1 2 15,-1-1 1,1 2-16,-1 5 15,3 0-15,0-1 16,2-2-16,-2-1 16,0 5-16,0-2 15,-2 6-15,-1 1 16,-1 4-16,0-1 16,-1-3-16,-3 1 15,-2 6-15,-4 11 16,1 1-1,-3 0-15,1 6 16,0 1-16,-4 7 16,1 5-16,-3 5 15,-1 3-15,0 5 16,-1 2-16,-2 11 16,3-10-16</inkml:trace>
  <inkml:trace contextRef="#ctx0" brushRef="#br1" timeOffset="37265.65">22556 6843 0,'0'-2'0,"0"2"0,-11-32 15,-4-20-15,5-23 16,5 0 0,4-13-16,3-5 15,5-15-15,7-16 16,0 4-16,3-5 16,5-7-16,0 12 15,5-6-15,1 10 16,1 13-16,5-1 15,0 7-15,0 5 16,2 8 0,1 8-16,1 16 15,0 8-15,-4 7 16,-3 6-16,-3 9 16,-4 8-16,-1 8 15,-1 6-15,1 6 16,-3 3-16,2 4 15,0 5-15,1 7 16,7 9 0,4 10-16,2 5 15,2 5-15,-2 8 16,0 4-16,-4 2 16,-3-2-16,0 0 15,0 0-15,1-1 16,1 1-16,-1-5 15,0-3-15,0-1 16,1 0-16,4 2 16,3 5-1,2 2-15,-2-6 16,0-2-16,2 2 16,-4-6-16,2 2 15,-1-2-15,-4-3 16,-3-4-16,-5-7 15,-1-2-15,-4-5 16,1-3 0,1-7-16,-1-4 15,1-4-15,2-5 16,4-7-16,2-7 16,1-7-16,1-12 15,2-12-15,0-9 16,-1-9-16,-2-6 15,-8-5-15,1-13 16,-4 0-16,-2 0 16,3-10-16,-3 1 15,-1-5 1,0-3-16,1-6 16,1-4-16,-2 1 15,-3 1-15,-2-4 16,-1-4-16,-3 3 15,-2-8-15,-1 5 16,0 3-16,0-6 16,-2 5-16,4-3 15,3-5 1,2 5-16,1-1 16,-1 7-16,2 1 15,-4 7-15,3 2 16,-3 4-16,2 3 15,-4 1-15,2 7 16,-2 2-16,1 6 16,-4 7-1,1 4-15,1 2 16,0 4-16,-3 3 16,1 7-16,0 1 15,1 4-15,1 1 16,-6 36-16,0-13 15,1-4-15,-1-1 16,1 5-16,-1 4 16,2 2-1,-3 4-15,2 1 16,0 2-16,-2 11 16,3-17-16,-3 17 15,3-10-15,-3 10 16,0 0-16,4-12 15,-4 12-15,0 0 16,0 0-16,0 0 16,0 0-1,10-11-15,-10 11 16,0 0-16,0 0 16,0 0-16,0 0 15,0 0-15,0 0 16,5-11-16,-5 11 15,0 0-15,0 0 16,0 0-16,0 0 16,0 0-16,0 0 15,0 0 1,0 0-16,0 0 16,0 0-16,0 0 15,0 0-15,0 0 16,0 0-16,0 0 15,0 0-15,0 0 16,0 0-16,0 0 16,0 0-16,0 0 15,0 0-15,0 0 16,0 0-16,0 0 16,0 0-1,0 0-15,0 0 16,0 0-16,0 0 15,0 0-15,0 0 16,0 0-16,0 0 16,0 0-16,0 0 15,0 0-15,0 0 16,0 0 0,0 0-16,0 0 15,0 0-15,0 0 16,0 0-16,0 0 15,0 0-15,0 0 16,0 0-16,0 0 16,0 0-16,0 0 15,0 0 1,0 0-16,0 0 16,0 0-16,0 0 15,0 0-15,0 0 16,0 0-16,0 0 15,0 0-15,0 0 16,0 0-16,0 0 16,0 0-1,0 0-15,0 0 16,0 0-16,0 0 16,0 0-16,0 0 15,0 0-15,0 0 16,0 0-16,0 0 15,0 0-15,0 0 16,0 0-16,0 0 16,0 0-16,0 0 15,0 0 1,0 0-16,0 0 16,0 0-16,0 0 15,0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 1,0 0-16,0 0 16,0 0-16,0 0 15,0 0-15,0 0 16,0 0-16,0 0 15,0 0-15,0 0 16,0 0-16,0 0 16,0 0-16,0 0 15,0 0-15,0 0 16,0 0 0,0 11-16,0-11 15,0 0-15,0 0 16,0 0-16,0 0 15,0 0-15,0 0 16,0 11-16,0-11 16,0 0-1,0 0-15,0 0 16,0 0-16,0 0 16,0 0-16,0 0 15,0 0-15,0 0 16,0 0-16,0 0 15,0 0-15,0 0 16,0 0-16,0 0 16,0 0-16,0 0 15,0 0-15,0 0 16,0 0-16,0 0 16,0 0-16,0 0 15,0 0 1,0 10-16,0-10 15,0 0-15,0 0 16,0 0-16,0 0 16,0 0-16,0 0 15,0 10-15,0-10 16,0 0 0,0 0-16,0 0 15,0 0-15,0 0 16,0 0-16,0 0 15,0 0-15,0 0 16,0 0-16,0 0 16,0 0-16,0 0 15,0 0-15,0 0 16</inkml:trace>
  <inkml:trace contextRef="#ctx0" brushRef="#br1" timeOffset="61315.88">19758 11343 0,'0'0'0,"0"0"0,0 0 0,0 0 16,0 0-16,0 0 16,0 0-16,0 0 15,0 0-15,0 0 16,0 0-16,0 0 16,0 0-16,0 0 15,0 0 1,0 8-16,-1 10 15,-5 20-15,-8 16 16,-7 12-16,0 2 16,-4 14-16,-5 19 15,0 2-15,12 0 16,25-7-16,17-10 31,11-24-15,8-20-16,4-15 15,-13-16-15,2-15 16,7-22-16,0-28 16,2-39-16,-14 8 15,-9-13-15,-5-4 16,-8 15 0,-3 8-16,-3 11 15,-6 12-15,-6 10 16,-6 10-16,0 2 15,-1 12-15,2 6 16,4 5-16,10 11 16,-15-9-16,15 9 15,0 0-15,-25 14 16,2 25-16,1 19 16,11-15-1,28-12-15</inkml:trace>
  <inkml:trace contextRef="#ctx0" brushRef="#br1" timeOffset="62001.12">20546 11682 0,'0'0'0,"0"0"15,0 0-15,0 0 16,0 0-16,0 0 16,0 0-16,12 5 15,21 6 1,22-2-16,16-9 15,16-6-15,11-6 16,-4-5-16,-2-4 16,-9 1-16,5-2 15,-6 2-15,-1 0 16,-11 0-16,-17 3 16,-11 2-16,-10 3 15,-8 1-15,-6 2 16,-18 9-1,14-14-15,-14 4 16,-10-3-16,-4-2 16,-15 0-16,-8 0 15,-4 4-15,-8 4 16,11 3-16,7 2 16,9 2-16,22 0 15,-25 0 1,25 0-16,0 0 15,0 0-15,0 0 16,-8 19-16,19 2 16,13 4-16,9 8 15,12 4-15,1 3 16,-2-3-16,-8-5 16,-9-6-16,-20 16 31,-21 30-16,-23 14-15,-3 2 16,5-29-16,-1-10 16,-7-4-16,0-7 15,8-10-15,1-3 16</inkml:trace>
  <inkml:trace contextRef="#ctx0" brushRef="#br1" timeOffset="62882.22">22739 11184 0,'0'0'0,"0"0"0,-4 1 16,4-1-16,-22 30 16,-30 69-16,-28 86 15,11 6-15,14-17 16,19 3-1,-9 4 1,16-58 0,11-43-16,10-50 15,8-30-15,0 0 16</inkml:trace>
  <inkml:trace contextRef="#ctx0" brushRef="#br1" timeOffset="68381.38">12653 11485 0,'-4'4'0,"-11"13"0,-13 14 16,-40 46-16,-7 16 15,-2 6-15,4 4 16,-6 10-16,2 1 16,-4 8-16,-3 4 15,-2 2-15,1-2 16,6-6-16,7-14 16,9-15-1,9-10-15,9-16 16,3-8-16,9-9 15,6-11-15,7-9 16,5-6-16,6-9 16,9-13-16,-10 17 15</inkml:trace>
  <inkml:trace contextRef="#ctx0" brushRef="#br1" timeOffset="68782.03">13328 11470 0,'0'0'0,"0"0"0,0 0 0,0 0 0,0 0 15,0 0 1,0 2-16,-5 14 15,-11 40-15,-25 46 16,-25 18-16,-25 23 16,-22 23-16,-21 17 15,-6 2-15,3-1 16,11-16-16,2 0 16,10-15-16,2-3 15,7-1-15,7-11 16,9-6-1,10-14-15,17-27 16,17-22-16,13-22 16,8-14-16,4-9 15,6-10-15,14-14 16,-11 13-16,11-13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44d658b016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44d658b016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9986dc0089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9986dc0089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9986dc0089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9986dc0089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Definition of learning rate is in next slide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ca2b74484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8ca2b74484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learning rate is in next slide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ca2b74484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8ca2b74484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learning rate is in next slide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ca2b74484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8ca2b74484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learning rate is in next slide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8ca2b74484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8ca2b74484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learning rate is in next slide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ca2b74484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8ca2b74484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learning rate is in next slide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8ca2b74484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8ca2b74484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8ca2b7448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8ca2b7448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8ca2b7448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8ca2b7448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aim to find the optimal decision boundary that can separate the classes.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8ca2b74484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8ca2b74484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aim to find the optimal decision boundary that can separate the classes.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8ca2b7448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8ca2b7448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perceptron can take any number of inputs. Each input connection will have a weight associated with it. The aim is to find the values of these parameters that can draw a decision boundary that will separate the classes. The computation remind the same ie take the sign of the weighted sum and compute output response for each example.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8ca2b74484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8ca2b74484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perceptron can take any number of inputs. Each input connection will have a weight associated with it. The aim is to find the values of these parameters that can draw a decision boundary that will separate the classes. The computation remind the same ie take the sign of the weighted sum and compute output response for each example.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9986dc0089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9986dc0089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this as exercise for the students.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8ca2b74484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8ca2b74484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this as exercise for the students.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9986dc0089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9986dc0089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018475"/>
            <a:ext cx="8520600" cy="3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customXml" Target="../ink/ink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customXml" Target="../ink/ink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customXml" Target="../ink/ink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11.xml"/><Relationship Id="rId5" Type="http://schemas.openxmlformats.org/officeDocument/2006/relationships/image" Target="../media/image15.png"/><Relationship Id="rId4" Type="http://schemas.openxmlformats.org/officeDocument/2006/relationships/customXml" Target="../ink/ink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customXml" Target="../ink/ink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6.xml"/><Relationship Id="rId5" Type="http://schemas.openxmlformats.org/officeDocument/2006/relationships/image" Target="../media/image22.png"/><Relationship Id="rId4" Type="http://schemas.openxmlformats.org/officeDocument/2006/relationships/customXml" Target="../ink/ink1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hyperlink" Target="https://colab.research.google.com/drive/1DUVcOoUIWhl8GQKc6AWR1wi0LaMeNkgD?usp=sharing" TargetMode="External"/><Relationship Id="rId7" Type="http://schemas.openxmlformats.org/officeDocument/2006/relationships/customXml" Target="../ink/ink1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8.xml"/><Relationship Id="rId5" Type="http://schemas.openxmlformats.org/officeDocument/2006/relationships/image" Target="../media/image24.png"/><Relationship Id="rId4" Type="http://schemas.openxmlformats.org/officeDocument/2006/relationships/customXml" Target="../ink/ink17.xml"/><Relationship Id="rId9" Type="http://schemas.openxmlformats.org/officeDocument/2006/relationships/customXml" Target="../ink/ink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customXml" Target="../ink/ink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2684575" y="2504025"/>
            <a:ext cx="60207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Deep Neural Network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2884075" y="3296625"/>
            <a:ext cx="6020700" cy="5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AIML Module 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316175" y="3737325"/>
            <a:ext cx="3389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Seetha Parameswaran</a:t>
            </a:r>
            <a:endParaRPr sz="1600">
              <a:solidFill>
                <a:schemeClr val="lt1"/>
              </a:solidFill>
            </a:endParaRPr>
          </a:p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BITS Pilani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1714500" y="1448675"/>
            <a:ext cx="5688300" cy="15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author of this deck, Prof. Seetha Parameswaran, is gratefully acknowledging the authors who made their course materials freely available online.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 Learning Algorithm</a:t>
            </a:r>
            <a:endParaRPr/>
          </a:p>
        </p:txBody>
      </p:sp>
      <p:sp>
        <p:nvSpPr>
          <p:cNvPr id="275" name="Google Shape;275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6B8217D-8B19-B49C-A6E6-0351A4B5D677}"/>
                  </a:ext>
                </a:extLst>
              </p14:cNvPr>
              <p14:cNvContentPartPr/>
              <p14:nvPr/>
            </p14:nvContentPartPr>
            <p14:xfrm>
              <a:off x="4557600" y="758160"/>
              <a:ext cx="2634120" cy="3231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6B8217D-8B19-B49C-A6E6-0351A4B5D6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48240" y="748800"/>
                <a:ext cx="2652840" cy="3250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4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 Learning Algorithm</a:t>
            </a:r>
            <a:endParaRPr/>
          </a:p>
        </p:txBody>
      </p:sp>
      <p:sp>
        <p:nvSpPr>
          <p:cNvPr id="281" name="Google Shape;281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282" name="Google Shape;282;p44" title="Screenshot from 2025-10-15 13-16-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" y="1097280"/>
            <a:ext cx="7315201" cy="347328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C29780-FEB1-AD0C-248C-DCD9BAA094E6}"/>
                  </a:ext>
                </a:extLst>
              </p14:cNvPr>
              <p14:cNvContentPartPr/>
              <p14:nvPr/>
            </p14:nvContentPartPr>
            <p14:xfrm>
              <a:off x="5608080" y="1807920"/>
              <a:ext cx="3444840" cy="2584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C29780-FEB1-AD0C-248C-DCD9BAA094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98720" y="1798560"/>
                <a:ext cx="3463560" cy="2603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570CCD-7A2B-811C-A7EF-19D1532D03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C65924-F109-5A60-40D5-C81F25C50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A1EC16C-830D-907A-34DE-29FA626C459D}"/>
                  </a:ext>
                </a:extLst>
              </p14:cNvPr>
              <p14:cNvContentPartPr/>
              <p14:nvPr/>
            </p14:nvContentPartPr>
            <p14:xfrm>
              <a:off x="385200" y="204480"/>
              <a:ext cx="8569080" cy="4343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A1EC16C-830D-907A-34DE-29FA626C45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5840" y="195120"/>
                <a:ext cx="8587800" cy="436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628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B1D6A-F4B7-C058-52BD-791B2143D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F9A4C-06EF-223E-73F2-446DA95635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D12B20-FAB1-6FDF-05D4-8F4F5EB0F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63EE75-FC47-E61A-F0A0-C6AAB81C0A91}"/>
                  </a:ext>
                </a:extLst>
              </p14:cNvPr>
              <p14:cNvContentPartPr/>
              <p14:nvPr/>
            </p14:nvContentPartPr>
            <p14:xfrm>
              <a:off x="204120" y="-19800"/>
              <a:ext cx="8711280" cy="4830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63EE75-FC47-E61A-F0A0-C6AAB81C0A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4760" y="-29160"/>
                <a:ext cx="8730000" cy="484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3227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EE295-CCEB-FB29-6980-E1B22226E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FCE9E1-B047-9332-A9E5-8A3058A66E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39D3F5-E383-C9FE-39BC-79B931F2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0E1718D-2895-A1A3-D8BF-BD7AD8CE485B}"/>
                  </a:ext>
                </a:extLst>
              </p14:cNvPr>
              <p14:cNvContentPartPr/>
              <p14:nvPr/>
            </p14:nvContentPartPr>
            <p14:xfrm>
              <a:off x="622440" y="1118160"/>
              <a:ext cx="7689600" cy="3542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0E1718D-2895-A1A3-D8BF-BD7AD8CE48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3080" y="1108800"/>
                <a:ext cx="7708320" cy="356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0934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5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 Learning for NOT gate</a:t>
            </a:r>
            <a:endParaRPr/>
          </a:p>
        </p:txBody>
      </p:sp>
      <p:sp>
        <p:nvSpPr>
          <p:cNvPr id="288" name="Google Shape;288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289" name="Google Shape;289;p45" title="Screenshot from 2025-10-15 13-16-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" y="1097280"/>
            <a:ext cx="7315200" cy="348966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BADAE15-B878-14E2-1616-248DA34CAD28}"/>
                  </a:ext>
                </a:extLst>
              </p14:cNvPr>
              <p14:cNvContentPartPr/>
              <p14:nvPr/>
            </p14:nvContentPartPr>
            <p14:xfrm>
              <a:off x="665280" y="618840"/>
              <a:ext cx="8360640" cy="3580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BADAE15-B878-14E2-1616-248DA34CAD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5920" y="609480"/>
                <a:ext cx="8379360" cy="3599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6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 Learning for NOT gate</a:t>
            </a:r>
            <a:endParaRPr/>
          </a:p>
        </p:txBody>
      </p:sp>
      <p:sp>
        <p:nvSpPr>
          <p:cNvPr id="295" name="Google Shape;295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296" name="Google Shape;296;p46" title="Screenshot from 2025-10-15 13-16-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" y="1097280"/>
            <a:ext cx="7315200" cy="353882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161D142-8E57-5F73-9CB2-37F2C43D91A7}"/>
                  </a:ext>
                </a:extLst>
              </p14:cNvPr>
              <p14:cNvContentPartPr/>
              <p14:nvPr/>
            </p14:nvContentPartPr>
            <p14:xfrm>
              <a:off x="711360" y="779400"/>
              <a:ext cx="8386560" cy="4303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161D142-8E57-5F73-9CB2-37F2C43D91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2000" y="770040"/>
                <a:ext cx="8405280" cy="4322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7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 Learning for NOT gate</a:t>
            </a:r>
            <a:endParaRPr/>
          </a:p>
        </p:txBody>
      </p:sp>
      <p:sp>
        <p:nvSpPr>
          <p:cNvPr id="302" name="Google Shape;302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303" name="Google Shape;303;p47" title="Screenshot from 2025-10-15 13-16-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" y="1097280"/>
            <a:ext cx="7315199" cy="371526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FED86F9-492B-315D-F25F-9F2E7513CF09}"/>
                  </a:ext>
                </a:extLst>
              </p14:cNvPr>
              <p14:cNvContentPartPr/>
              <p14:nvPr/>
            </p14:nvContentPartPr>
            <p14:xfrm>
              <a:off x="822600" y="938520"/>
              <a:ext cx="7754400" cy="3912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FED86F9-492B-315D-F25F-9F2E7513CF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3240" y="929160"/>
                <a:ext cx="7773120" cy="3931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C4AA63-1BA4-83D2-E254-05638796D7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B39DD8-89F0-596A-1F36-F65093A02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A718F71-98AB-98BC-9B21-CAC5FE7E2A7E}"/>
                  </a:ext>
                </a:extLst>
              </p14:cNvPr>
              <p14:cNvContentPartPr/>
              <p14:nvPr/>
            </p14:nvContentPartPr>
            <p14:xfrm>
              <a:off x="511560" y="45360"/>
              <a:ext cx="8520120" cy="4854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A718F71-98AB-98BC-9B21-CAC5FE7E2A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2200" y="36000"/>
                <a:ext cx="8538840" cy="487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51B31B6-FA21-CFC3-FB47-8D12A7DFF0BE}"/>
                  </a:ext>
                </a:extLst>
              </p14:cNvPr>
              <p14:cNvContentPartPr/>
              <p14:nvPr/>
            </p14:nvContentPartPr>
            <p14:xfrm>
              <a:off x="7240448" y="918987"/>
              <a:ext cx="1865520" cy="934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51B31B6-FA21-CFC3-FB47-8D12A7DFF0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86448" y="811347"/>
                <a:ext cx="1973160" cy="11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05162A0-DDD1-B39D-7A77-44843B6CB1DD}"/>
                  </a:ext>
                </a:extLst>
              </p14:cNvPr>
              <p14:cNvContentPartPr/>
              <p14:nvPr/>
            </p14:nvContentPartPr>
            <p14:xfrm>
              <a:off x="7255928" y="1784427"/>
              <a:ext cx="1799640" cy="96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05162A0-DDD1-B39D-7A77-44843B6CB1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01928" y="1676427"/>
                <a:ext cx="1907280" cy="31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1340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33199-1F2A-DD45-D49C-F402C7D0B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7D0E53-B102-ED05-EA14-0088313F11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CE8F0E-340E-2DB9-0956-08CA9952B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D466C18-2EFB-8FF6-507E-39B8C6AAC564}"/>
                  </a:ext>
                </a:extLst>
              </p14:cNvPr>
              <p14:cNvContentPartPr/>
              <p14:nvPr/>
            </p14:nvContentPartPr>
            <p14:xfrm>
              <a:off x="972720" y="25200"/>
              <a:ext cx="8001720" cy="4603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D466C18-2EFB-8FF6-507E-39B8C6AAC5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3360" y="15840"/>
                <a:ext cx="8020440" cy="462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503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FB193-DFCE-6712-E17C-91C08E87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F65E23-4015-D650-D2E4-A88ADBCD20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776645-2018-A6F5-6092-F9C6794A7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55C526B-94D2-EEB0-7448-AFFDB63F596B}"/>
                  </a:ext>
                </a:extLst>
              </p14:cNvPr>
              <p14:cNvContentPartPr/>
              <p14:nvPr/>
            </p14:nvContentPartPr>
            <p14:xfrm>
              <a:off x="274680" y="281160"/>
              <a:ext cx="8768160" cy="4700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55C526B-94D2-EEB0-7448-AFFDB63F59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5320" y="271800"/>
                <a:ext cx="8786880" cy="471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0493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A9997-0D7C-0BC4-5CA2-A571D0957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0D6A09-97DA-565F-1646-1F130D03C5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42FB21-7387-8F86-0D1B-8EC043D2D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044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8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XOR Problem</a:t>
            </a:r>
            <a:endParaRPr/>
          </a:p>
        </p:txBody>
      </p:sp>
      <p:sp>
        <p:nvSpPr>
          <p:cNvPr id="309" name="Google Shape;309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310" name="Google Shape;310;p48" title="Screenshot from 2025-10-15 12-11-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" y="1097280"/>
            <a:ext cx="7315200" cy="295028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CE491C-174B-68E0-1F72-DA80E518D595}"/>
                  </a:ext>
                </a:extLst>
              </p14:cNvPr>
              <p14:cNvContentPartPr/>
              <p14:nvPr/>
            </p14:nvContentPartPr>
            <p14:xfrm>
              <a:off x="1861200" y="1801800"/>
              <a:ext cx="4759920" cy="2434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CE491C-174B-68E0-1F72-DA80E518D59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1840" y="1792440"/>
                <a:ext cx="4778640" cy="2453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9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Single Perceptron Fails on XOR</a:t>
            </a:r>
            <a:endParaRPr/>
          </a:p>
        </p:txBody>
      </p:sp>
      <p:sp>
        <p:nvSpPr>
          <p:cNvPr id="316" name="Google Shape;316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317" name="Google Shape;317;p49" title="Screenshot from 2025-10-15 12-11-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" y="1097280"/>
            <a:ext cx="6858001" cy="359555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E416594-DBCB-4BFA-A644-5664EC30CCEC}"/>
                  </a:ext>
                </a:extLst>
              </p14:cNvPr>
              <p14:cNvContentPartPr/>
              <p14:nvPr/>
            </p14:nvContentPartPr>
            <p14:xfrm>
              <a:off x="447840" y="665280"/>
              <a:ext cx="7966440" cy="4122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E416594-DBCB-4BFA-A644-5664EC30CC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8480" y="655920"/>
                <a:ext cx="7985160" cy="414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9D4FA82-1C73-11E9-F104-2BA2A7CF29BF}"/>
                  </a:ext>
                </a:extLst>
              </p14:cNvPr>
              <p14:cNvContentPartPr/>
              <p14:nvPr/>
            </p14:nvContentPartPr>
            <p14:xfrm>
              <a:off x="3109680" y="2077920"/>
              <a:ext cx="5747400" cy="2604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9D4FA82-1C73-11E9-F104-2BA2A7CF29B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00320" y="2068560"/>
                <a:ext cx="5766120" cy="2623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0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 Demo Python Code</a:t>
            </a:r>
            <a:endParaRPr/>
          </a:p>
        </p:txBody>
      </p:sp>
      <p:sp>
        <p:nvSpPr>
          <p:cNvPr id="323" name="Google Shape;323;p50"/>
          <p:cNvSpPr txBox="1">
            <a:spLocks noGrp="1"/>
          </p:cNvSpPr>
          <p:nvPr>
            <p:ph type="body" idx="1"/>
          </p:nvPr>
        </p:nvSpPr>
        <p:spPr>
          <a:xfrm>
            <a:off x="311700" y="1018475"/>
            <a:ext cx="8520600" cy="3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https://colab.research.google.com/drive/1DUVcOoUIWhl8GQKc6AWR1wi0LaMeNkgD?usp=sharing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Student pl note:</a:t>
            </a:r>
            <a:endParaRPr sz="19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/>
              <a:t>The Python notebook is shared for anyone who has access to the link and the access is restricted to use BITS email id. So pl do not access from non-BITS email id and send requests for access. </a:t>
            </a:r>
            <a:endParaRPr sz="1900"/>
          </a:p>
        </p:txBody>
      </p:sp>
      <p:sp>
        <p:nvSpPr>
          <p:cNvPr id="324" name="Google Shape;324;p50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7EC518-F612-E9FB-DF8C-C63940A5A112}"/>
              </a:ext>
            </a:extLst>
          </p:cNvPr>
          <p:cNvGrpSpPr/>
          <p:nvPr/>
        </p:nvGrpSpPr>
        <p:grpSpPr>
          <a:xfrm>
            <a:off x="840368" y="1777227"/>
            <a:ext cx="360" cy="360"/>
            <a:chOff x="840368" y="1777227"/>
            <a:chExt cx="360" cy="3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25BED2C-14E7-0C87-5532-85942AFB7863}"/>
                    </a:ext>
                  </a:extLst>
                </p14:cNvPr>
                <p14:cNvContentPartPr/>
                <p14:nvPr/>
              </p14:nvContentPartPr>
              <p14:xfrm>
                <a:off x="840368" y="1777227"/>
                <a:ext cx="360" cy="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25BED2C-14E7-0C87-5532-85942AFB786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1368" y="1723227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3261004-341A-FA6D-EC93-1137F19EAC4B}"/>
                    </a:ext>
                  </a:extLst>
                </p14:cNvPr>
                <p14:cNvContentPartPr/>
                <p14:nvPr/>
              </p14:nvContentPartPr>
              <p14:xfrm>
                <a:off x="840368" y="1777227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3261004-341A-FA6D-EC93-1137F19EAC4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1368" y="1723227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A0C9B46-E470-DECF-65CE-3AA6C277EC5C}"/>
              </a:ext>
            </a:extLst>
          </p:cNvPr>
          <p:cNvGrpSpPr/>
          <p:nvPr/>
        </p:nvGrpSpPr>
        <p:grpSpPr>
          <a:xfrm>
            <a:off x="1629488" y="1895307"/>
            <a:ext cx="360" cy="360"/>
            <a:chOff x="1629488" y="1895307"/>
            <a:chExt cx="360" cy="3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2FF7951-0717-4F7A-CF54-DBA7CB71B034}"/>
                    </a:ext>
                  </a:extLst>
                </p14:cNvPr>
                <p14:cNvContentPartPr/>
                <p14:nvPr/>
              </p14:nvContentPartPr>
              <p14:xfrm>
                <a:off x="1629488" y="1895307"/>
                <a:ext cx="36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2FF7951-0717-4F7A-CF54-DBA7CB71B03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20488" y="1841307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112CF7A-B0B9-1A95-D7B1-0C6210D2F012}"/>
                    </a:ext>
                  </a:extLst>
                </p14:cNvPr>
                <p14:cNvContentPartPr/>
                <p14:nvPr/>
              </p14:nvContentPartPr>
              <p14:xfrm>
                <a:off x="1629488" y="1895307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112CF7A-B0B9-1A95-D7B1-0C6210D2F01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20488" y="1841307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Linearly Separable Data</a:t>
            </a:r>
            <a:endParaRPr/>
          </a:p>
        </p:txBody>
      </p:sp>
      <p:sp>
        <p:nvSpPr>
          <p:cNvPr id="330" name="Google Shape;330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2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Linearly Separable Data</a:t>
            </a:r>
            <a:endParaRPr/>
          </a:p>
        </p:txBody>
      </p:sp>
      <p:sp>
        <p:nvSpPr>
          <p:cNvPr id="336" name="Google Shape;336;p52"/>
          <p:cNvSpPr txBox="1">
            <a:spLocks noGrp="1"/>
          </p:cNvSpPr>
          <p:nvPr>
            <p:ph type="body" idx="1"/>
          </p:nvPr>
        </p:nvSpPr>
        <p:spPr>
          <a:xfrm>
            <a:off x="311700" y="1018475"/>
            <a:ext cx="8520600" cy="3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b="1"/>
              <a:t>Two sets  data points are separable in a n-dimensional space if they can be separated by an (n-1) dimensional hyperplane.</a:t>
            </a:r>
            <a:endParaRPr b="1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 straight line can be drawn to separate all the data examples belonging to class +1 from all the examples belonging to the class -1. Then the two-dimensional data are clearly linearly separable.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An infinite number of straight lines can be drawn to separate the class +1 from the class -1.</a:t>
            </a:r>
            <a:endParaRPr/>
          </a:p>
        </p:txBody>
      </p:sp>
      <p:sp>
        <p:nvSpPr>
          <p:cNvPr id="337" name="Google Shape;337;p5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9CF92A6-D9FC-A0DD-2664-FDFCDB3BE796}"/>
                  </a:ext>
                </a:extLst>
              </p14:cNvPr>
              <p14:cNvContentPartPr/>
              <p14:nvPr/>
            </p14:nvContentPartPr>
            <p14:xfrm>
              <a:off x="1373400" y="1473480"/>
              <a:ext cx="7223040" cy="2236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9CF92A6-D9FC-A0DD-2664-FDFCDB3BE7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4040" y="1464120"/>
                <a:ext cx="7241760" cy="225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Linearly vs Non-Linearly Separable Data</a:t>
            </a:r>
            <a:endParaRPr/>
          </a:p>
        </p:txBody>
      </p:sp>
      <p:sp>
        <p:nvSpPr>
          <p:cNvPr id="343" name="Google Shape;343;p53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pic>
        <p:nvPicPr>
          <p:cNvPr id="344" name="Google Shape;34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" y="1097280"/>
            <a:ext cx="7315201" cy="300972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41EA66-C85B-2F14-A4B1-9631747F1C49}"/>
                  </a:ext>
                </a:extLst>
              </p14:cNvPr>
              <p14:cNvContentPartPr/>
              <p14:nvPr/>
            </p14:nvContentPartPr>
            <p14:xfrm>
              <a:off x="4086720" y="-285840"/>
              <a:ext cx="5058720" cy="5360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41EA66-C85B-2F14-A4B1-9631747F1C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77360" y="-295200"/>
                <a:ext cx="5077440" cy="5378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4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 for Linearly Separable Data</a:t>
            </a:r>
            <a:endParaRPr/>
          </a:p>
        </p:txBody>
      </p:sp>
      <p:sp>
        <p:nvSpPr>
          <p:cNvPr id="350" name="Google Shape;350;p54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351" name="Google Shape;351;p54"/>
          <p:cNvSpPr txBox="1">
            <a:spLocks noGrp="1"/>
          </p:cNvSpPr>
          <p:nvPr>
            <p:ph type="body" idx="1"/>
          </p:nvPr>
        </p:nvSpPr>
        <p:spPr>
          <a:xfrm>
            <a:off x="311700" y="1018475"/>
            <a:ext cx="8520600" cy="3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Data</a:t>
            </a:r>
            <a:endParaRPr sz="1800"/>
          </a:p>
          <a:p>
            <a:pPr marL="914400" lvl="1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Truth tables or set of examples</a:t>
            </a:r>
            <a:r>
              <a:rPr lang="en" sz="1800"/>
              <a:t> </a:t>
            </a:r>
            <a:endParaRPr sz="1800"/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Model</a:t>
            </a:r>
            <a:endParaRPr sz="1800"/>
          </a:p>
          <a:p>
            <a:pPr marL="914400" lvl="1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Perceptron</a:t>
            </a:r>
            <a:endParaRPr/>
          </a:p>
          <a:p>
            <a:pPr marL="914400" lvl="1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Inputs x are the features or columns</a:t>
            </a:r>
            <a:endParaRPr/>
          </a:p>
          <a:p>
            <a:pPr marL="914400" lvl="1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Target output t is the required label</a:t>
            </a:r>
            <a:endParaRPr sz="1800"/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Objective Function</a:t>
            </a:r>
            <a:endParaRPr sz="1800"/>
          </a:p>
          <a:p>
            <a:pPr marL="914400" marR="0" lvl="1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Deviation of desired output or target t and the computed output ŷ</a:t>
            </a:r>
            <a:endParaRPr/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Learning Algorithm</a:t>
            </a:r>
            <a:endParaRPr sz="1800"/>
          </a:p>
          <a:p>
            <a:pPr marL="914400" lvl="1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Perceptron Learning algorithm</a:t>
            </a:r>
            <a:endParaRPr sz="1800"/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Challenge</a:t>
            </a:r>
            <a:endParaRPr sz="1800"/>
          </a:p>
          <a:p>
            <a:pPr marL="914400" lvl="1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How to learn these n + 1 parameters w</a:t>
            </a:r>
            <a:r>
              <a:rPr lang="en" baseline="-25000"/>
              <a:t>0</a:t>
            </a:r>
            <a:r>
              <a:rPr lang="en"/>
              <a:t> , w</a:t>
            </a:r>
            <a:r>
              <a:rPr lang="en" baseline="-25000"/>
              <a:t>1</a:t>
            </a:r>
            <a:r>
              <a:rPr lang="en"/>
              <a:t> . w</a:t>
            </a:r>
            <a:r>
              <a:rPr lang="en" baseline="-25000"/>
              <a:t>2</a:t>
            </a:r>
            <a:r>
              <a:rPr lang="en"/>
              <a:t> . . . w</a:t>
            </a:r>
            <a:r>
              <a:rPr lang="en" baseline="-25000"/>
              <a:t>n</a:t>
            </a:r>
            <a:r>
              <a:rPr lang="en"/>
              <a:t> ?</a:t>
            </a:r>
            <a:endParaRPr sz="1800"/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Solution</a:t>
            </a:r>
            <a:endParaRPr sz="1800"/>
          </a:p>
          <a:p>
            <a:pPr marL="914400" lvl="1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Use Perceptron learning algorithm.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5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 for Linearly Separable Data</a:t>
            </a:r>
            <a:endParaRPr/>
          </a:p>
        </p:txBody>
      </p:sp>
      <p:sp>
        <p:nvSpPr>
          <p:cNvPr id="357" name="Google Shape;357;p55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pic>
        <p:nvPicPr>
          <p:cNvPr id="358" name="Google Shape;358;p55" title="Screenshot from 2025-10-15 13-16-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" y="1097280"/>
            <a:ext cx="7315199" cy="3273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364" name="Google Shape;364;p56"/>
          <p:cNvSpPr txBox="1">
            <a:spLocks noGrp="1"/>
          </p:cNvSpPr>
          <p:nvPr>
            <p:ph type="body" idx="1"/>
          </p:nvPr>
        </p:nvSpPr>
        <p:spPr>
          <a:xfrm>
            <a:off x="311700" y="1018475"/>
            <a:ext cx="8520600" cy="3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Represent OR gate using Perceptron. Compute the parameters of the perceptron using perceptron learning algorithm.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Represent AND gate using Perceptron. Compute the parameters of the perceptron using perceptron learning algorithm. 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Represent NOR gate using Perceptron. Compute the parameters of the perceptron using perceptron learning algorithm.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Represent NAND gate using Perceptron. Compute the parameters of the perceptron using perceptron learning algorithm.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Implement a perceptron for AND and OR gates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Sketch decision boundaries for Single perceptron</a:t>
            </a:r>
            <a:endParaRPr/>
          </a:p>
        </p:txBody>
      </p:sp>
      <p:sp>
        <p:nvSpPr>
          <p:cNvPr id="365" name="Google Shape;365;p56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7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Concepts</a:t>
            </a:r>
            <a:endParaRPr/>
          </a:p>
        </p:txBody>
      </p:sp>
      <p:sp>
        <p:nvSpPr>
          <p:cNvPr id="371" name="Google Shape;371;p57"/>
          <p:cNvSpPr txBox="1">
            <a:spLocks noGrp="1"/>
          </p:cNvSpPr>
          <p:nvPr>
            <p:ph type="body" idx="1"/>
          </p:nvPr>
        </p:nvSpPr>
        <p:spPr>
          <a:xfrm>
            <a:off x="311700" y="1018475"/>
            <a:ext cx="8520600" cy="3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b="1"/>
              <a:t>Neural Network</a:t>
            </a:r>
            <a:r>
              <a:rPr lang="en"/>
              <a:t>: Biological inspiration and mathematical models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b="1"/>
              <a:t>Perceptron</a:t>
            </a:r>
            <a:r>
              <a:rPr lang="en"/>
              <a:t>: Simplest neural unit, linear classification, learning algorithm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b="1"/>
              <a:t>XOR Problem</a:t>
            </a:r>
            <a:r>
              <a:rPr lang="en"/>
              <a:t>: Limitation of linear models, need for hidden layers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b="1"/>
              <a:t>Learning Paradigms</a:t>
            </a:r>
            <a:r>
              <a:rPr lang="en"/>
              <a:t>: Supervised, unsupervised, reinforcement learning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72" name="Google Shape;372;p57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8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378" name="Google Shape;378;p58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79" name="Google Shape;379;p58"/>
          <p:cNvSpPr txBox="1">
            <a:spLocks noGrp="1"/>
          </p:cNvSpPr>
          <p:nvPr>
            <p:ph type="body" idx="1"/>
          </p:nvPr>
        </p:nvSpPr>
        <p:spPr>
          <a:xfrm>
            <a:off x="311700" y="1018475"/>
            <a:ext cx="8520600" cy="3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Zhang et al. "Dive into Deep Learning" - Chapter 1 https://d2l.ai/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http://mlsp.cs.cmu.edu/people/rsingh/docs/Chapter1_Introduction.pdf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Goodfellow, Bengio, Courville - "Deep Learning" Chapters 1-6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Rosenblatt, F. (1958) - "The Perceptron: A Probabilistic Model”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Minsky &amp; Papert (1969) - "Perceptrons" (Historical perspective)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700"/>
              <a:t>Thank You :)</a:t>
            </a:r>
            <a:endParaRPr sz="2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3247868A9EF043AAFD763B509A33CB" ma:contentTypeVersion="28" ma:contentTypeDescription="Create a new document." ma:contentTypeScope="" ma:versionID="84901d0d2380f0cbab09f54b856969f0">
  <xsd:schema xmlns:xsd="http://www.w3.org/2001/XMLSchema" xmlns:xs="http://www.w3.org/2001/XMLSchema" xmlns:p="http://schemas.microsoft.com/office/2006/metadata/properties" xmlns:ns2="921d7e3d-ccf6-4c0a-83b2-6e8132303dda" targetNamespace="http://schemas.microsoft.com/office/2006/metadata/properties" ma:root="true" ma:fieldsID="b63696e53be52be2985681c4001254f2" ns2:_="">
    <xsd:import namespace="921d7e3d-ccf6-4c0a-83b2-6e8132303dda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1d7e3d-ccf6-4c0a-83b2-6e8132303dda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lf_Registration_Enabled xmlns="921d7e3d-ccf6-4c0a-83b2-6e8132303dda" xsi:nil="true"/>
    <DefaultSectionNames xmlns="921d7e3d-ccf6-4c0a-83b2-6e8132303dda" xsi:nil="true"/>
    <Is_Collaboration_Space_Locked xmlns="921d7e3d-ccf6-4c0a-83b2-6e8132303dda" xsi:nil="true"/>
    <Teams_Channel_Section_Location xmlns="921d7e3d-ccf6-4c0a-83b2-6e8132303dda" xsi:nil="true"/>
    <AppVersion xmlns="921d7e3d-ccf6-4c0a-83b2-6e8132303dda" xsi:nil="true"/>
    <LMS_Mappings xmlns="921d7e3d-ccf6-4c0a-83b2-6e8132303dda" xsi:nil="true"/>
    <Invited_Students xmlns="921d7e3d-ccf6-4c0a-83b2-6e8132303dda" xsi:nil="true"/>
    <Math_Settings xmlns="921d7e3d-ccf6-4c0a-83b2-6e8132303dda" xsi:nil="true"/>
    <Templates xmlns="921d7e3d-ccf6-4c0a-83b2-6e8132303dda" xsi:nil="true"/>
    <FolderType xmlns="921d7e3d-ccf6-4c0a-83b2-6e8132303dda" xsi:nil="true"/>
    <Owner xmlns="921d7e3d-ccf6-4c0a-83b2-6e8132303dda">
      <UserInfo>
        <DisplayName/>
        <AccountId xsi:nil="true"/>
        <AccountType/>
      </UserInfo>
    </Owner>
    <Teachers xmlns="921d7e3d-ccf6-4c0a-83b2-6e8132303dda">
      <UserInfo>
        <DisplayName/>
        <AccountId xsi:nil="true"/>
        <AccountType/>
      </UserInfo>
    </Teachers>
    <Students xmlns="921d7e3d-ccf6-4c0a-83b2-6e8132303dda">
      <UserInfo>
        <DisplayName/>
        <AccountId xsi:nil="true"/>
        <AccountType/>
      </UserInfo>
    </Students>
    <Student_Groups xmlns="921d7e3d-ccf6-4c0a-83b2-6e8132303dda">
      <UserInfo>
        <DisplayName/>
        <AccountId xsi:nil="true"/>
        <AccountType/>
      </UserInfo>
    </Student_Groups>
    <Distribution_Groups xmlns="921d7e3d-ccf6-4c0a-83b2-6e8132303dda" xsi:nil="true"/>
    <TeamsChannelId xmlns="921d7e3d-ccf6-4c0a-83b2-6e8132303dda" xsi:nil="true"/>
    <IsNotebookLocked xmlns="921d7e3d-ccf6-4c0a-83b2-6e8132303dda" xsi:nil="true"/>
    <NotebookType xmlns="921d7e3d-ccf6-4c0a-83b2-6e8132303dda" xsi:nil="true"/>
    <CultureName xmlns="921d7e3d-ccf6-4c0a-83b2-6e8132303dda" xsi:nil="true"/>
    <Invited_Teachers xmlns="921d7e3d-ccf6-4c0a-83b2-6e8132303dda" xsi:nil="true"/>
    <Has_Teacher_Only_SectionGroup xmlns="921d7e3d-ccf6-4c0a-83b2-6e8132303dda" xsi:nil="true"/>
  </documentManagement>
</p:properties>
</file>

<file path=customXml/itemProps1.xml><?xml version="1.0" encoding="utf-8"?>
<ds:datastoreItem xmlns:ds="http://schemas.openxmlformats.org/officeDocument/2006/customXml" ds:itemID="{FE098BFD-F4AA-4D0A-AB77-B9FE4EA121EC}"/>
</file>

<file path=customXml/itemProps2.xml><?xml version="1.0" encoding="utf-8"?>
<ds:datastoreItem xmlns:ds="http://schemas.openxmlformats.org/officeDocument/2006/customXml" ds:itemID="{0B57CF17-9EEF-43FD-AF88-A1FAD45DE7FF}"/>
</file>

<file path=customXml/itemProps3.xml><?xml version="1.0" encoding="utf-8"?>
<ds:datastoreItem xmlns:ds="http://schemas.openxmlformats.org/officeDocument/2006/customXml" ds:itemID="{2D05F37F-2051-4275-9431-770745CCA6AB}"/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751</Words>
  <Application>Microsoft Office PowerPoint</Application>
  <PresentationFormat>On-screen Show (16:9)</PresentationFormat>
  <Paragraphs>98</Paragraphs>
  <Slides>25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Arial</vt:lpstr>
      <vt:lpstr>Simple Light</vt:lpstr>
      <vt:lpstr>Deep Neural Network</vt:lpstr>
      <vt:lpstr>The author of this deck, Prof. Seetha Parameswaran, is gratefully acknowledging the authors who made their course materials freely available online.</vt:lpstr>
      <vt:lpstr>Perceptron Learning Algorithm</vt:lpstr>
      <vt:lpstr>Perceptron Learning Algorithm</vt:lpstr>
      <vt:lpstr>PowerPoint Presentation</vt:lpstr>
      <vt:lpstr>PowerPoint Presentation</vt:lpstr>
      <vt:lpstr>PowerPoint Presentation</vt:lpstr>
      <vt:lpstr>Perceptron Learning for NOT gate</vt:lpstr>
      <vt:lpstr>Perceptron Learning for NOT gate</vt:lpstr>
      <vt:lpstr>Perceptron Learning for NOT gate</vt:lpstr>
      <vt:lpstr>PowerPoint Presentation</vt:lpstr>
      <vt:lpstr>PowerPoint Presentation</vt:lpstr>
      <vt:lpstr>PowerPoint Presentation</vt:lpstr>
      <vt:lpstr>PowerPoint Presentation</vt:lpstr>
      <vt:lpstr>The XOR Problem</vt:lpstr>
      <vt:lpstr>Why Single Perceptron Fails on XOR</vt:lpstr>
      <vt:lpstr>Perceptron Demo Python Code</vt:lpstr>
      <vt:lpstr>Linearly Separable Data</vt:lpstr>
      <vt:lpstr>Linearly Separable Data</vt:lpstr>
      <vt:lpstr>Linearly vs Non-Linearly Separable Data</vt:lpstr>
      <vt:lpstr>Perceptron for Linearly Separable Data</vt:lpstr>
      <vt:lpstr>Perceptron for Linearly Separable Data</vt:lpstr>
      <vt:lpstr>Exercise</vt:lpstr>
      <vt:lpstr>Key Concepts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Aakash Goel (DSAI)</cp:lastModifiedBy>
  <cp:revision>7</cp:revision>
  <dcterms:modified xsi:type="dcterms:W3CDTF">2026-02-08T11:54:31Z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0x010100483247868A9EF043AAFD763B509A33CB</vt:lpwstr>
  </property>
</Properties>
</file>