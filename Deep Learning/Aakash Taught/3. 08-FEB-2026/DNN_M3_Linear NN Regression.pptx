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3.xml" ContentType="application/vnd.openxmlformats-officedocument.presentationml.slideLayout+xml"/>
  <Override PartName="/ppt/ink/ink2.xml" ContentType="application/inkml+xml"/>
  <Override PartName="/ppt/ink/ink3.xml" ContentType="application/inkml+xml"/>
  <Override PartName="/ppt/ink/ink4.xml" ContentType="application/inkml+xml"/>
  <Override PartName="/ppt/notesMasters/notesMaster1.xml" ContentType="application/vnd.openxmlformats-officedocument.presentationml.notesMaster+xml"/>
  <Override PartName="/ppt/ink/ink5.xml" ContentType="application/inkml+xml"/>
  <Override PartName="/ppt/theme/theme1.xml" ContentType="application/vnd.openxmlformats-officedocument.theme+xml"/>
  <Override PartName="/ppt/theme/theme2.xml" ContentType="application/vnd.openxmlformats-officedocument.theme+xml"/>
  <Override PartName="/ppt/ink/ink1.xml" ContentType="application/inkml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Metadata/LabelInfo.xml" ContentType="application/vnd.ms-office.classificationlabel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765800" cy="3244850"/>
  <p:notesSz cx="5765800" cy="3244850"/>
  <p:embeddedFontLst>
    <p:embeddedFont>
      <p:font typeface="Cambria" panose="02040503050406030204" pitchFamily="18" charset="0"/>
      <p:regular r:id="rId11"/>
      <p:bold r:id="rId12"/>
      <p:italic r:id="rId13"/>
      <p:boldItalic r:id="rId14"/>
    </p:embeddedFont>
    <p:embeddedFont>
      <p:font typeface="Lucida Sans" panose="020B0602030504020204" pitchFamily="34" charset="0"/>
      <p:regular r:id="rId15"/>
      <p:bold r:id="rId16"/>
      <p:italic r:id="rId17"/>
      <p:boldItalic r:id="rId18"/>
    </p:embeddedFont>
    <p:embeddedFont>
      <p:font typeface="Tahoma" panose="020B0604030504040204" pitchFamily="3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25CBA27-72C7-434D-87B0-B6F36C1D0E5A}">
  <a:tblStyle styleId="{B25CBA27-72C7-434D-87B0-B6F36C1D0E5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348" autoAdjust="0"/>
  </p:normalViewPr>
  <p:slideViewPr>
    <p:cSldViewPr snapToGrid="0">
      <p:cViewPr varScale="1">
        <p:scale>
          <a:sx n="147" d="100"/>
          <a:sy n="147" d="100"/>
        </p:scale>
        <p:origin x="1162" y="8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8T11:55:42.470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10864 1426 0,'0'0'0,"0"0"0,0 0 16,-3 1-16,3-1 15,-13 3-15,-9-1 16,-11 0-16,-3 0 16,-4 4-16,-7 4 15,-4 6 1,7 1-16,4 2 15,7 1-15,7-1 16,5-3-16,4 1 16,5-2-16,2 2 15,6 3-15,2 0 16,5 4-16,6-3 16,5 0-16,6 1 15,6-1 1,2-1-16,3-4 15,6 1-15,2 1 16,4-3-16,0 3 16,-5-4-16,-3 0 15,-5 3-15,-8 0 16,-4-1-16,-7-1 16,-4-2-16,-5-1 15,-7 1-15,-10 1 16,-12 1-1,-14 1-15,-6-7 16,0-5-16,9-6 16,8-2-16,2-1 15,-4-2-15,-7-3 16,0 0-16,4 1 16,6 1-16</inkml:trace>
  <inkml:trace contextRef="#ctx0" brushRef="#br0" timeOffset="1183.4">11045 1725 0,'0'0'0,"0"0"0,0 0 16,0 0-16,0 0 15,0 3 1,0 9-16,0 15 16,0 4-16,0 1 15,1-4-15,3-2 16,2 0-16,2-4 16,0-4-16,-1-4 15,1-5-15,1-2 16,4-3-1,5-6-15,4-5 16,3-6-16,5-10 16,-5-6-16,0 0 15,-7 1-15,-5 8 16,-6 5-16,-3 6 16,-4 9-16,3-9 15,-3 9 1,0 0-16,0 0 15,0 0-15,0 0 16,0 0-16,-2 13 16,-1 6-16,0 5 15,3 2-15,3 2 16,2-1-16,1-2 16,0 0-16,0-4 15,4 1-15,2 0 16,1-3-1,4-2-15,-3-7 16,4-5-16,4-7 16</inkml:trace>
  <inkml:trace contextRef="#ctx0" brushRef="#br0" timeOffset="1799.88">11728 1797 0,'0'0'0,"0"0"16,0 0-1,0 0-15,-2 2 16,0 7-16,-4 16 16,1 15-16,3 8 15,1-2-15,2-4 16,1-2-16,3-3 16,0-6-16,-2-6 15,0-6-15,-1-6 16,0-5-1,-2-8-15,1 9 16</inkml:trace>
  <inkml:trace contextRef="#ctx0" brushRef="#br0" timeOffset="2133.61">11650 1721 0,'0'0'0,"0"0"16,0-2-16,0 2 16,0 0-16,0 0 15,12-11-15,8 1 16,8 0-16,5 4 16,1 4-16,-5 2 15,4 4-15,-7 2 16,-8 1-16,-2 2 15,-9-2 1,-3 4-16,-4 3 16,-8 6-16,-5 6 15,-8 4-15,-4-3 16,-3-3-16,-1-5 16,3-2-16,5-2 15,5-4-15,3 0 16,4-3-16</inkml:trace>
  <inkml:trace contextRef="#ctx0" brushRef="#br0" timeOffset="2600.31">12068 2016 0,'0'0'0,"-1"-2"0,1 2 16,0 0 0,20-14-16,4 3 15,6-2-15,-5 1 16,3-3-16,-2-11 16,3-5-16,-5-6 15,-7-3-15,-4 6 16,-7 0-16,-6 11 15,-3 6 1,-4 6-16,-6 7 16,-7 3-16,-11 6 15,-11 10-15,4 7 16,1 9-16,1 2 16,8 3-16,8 0 15,9 0-15,11-3 16,17 8 15,13-8-31,17-1 16,-3-6-16,-5-13 15,-5-4-15,3-11 16,-3-11-16,-2-3 16,5-17-16</inkml:trace>
  <inkml:trace contextRef="#ctx0" brushRef="#br0" timeOffset="3015.6">12457 1653 0,'0'0'0,"0"0"0,0 0 16,6 6-16,7 7 15,8 7-15,4 6 16,5 2-16,-2 3 15,1 5-15,-6 0 16,-3-1 0,-4 12-1,-9-3 1,-9-7-16,-4-3 16,-4-14-16,-1-1 15,-3-3-15,-5-4 16,2-6-16,1-6 15,0-10-15,3-5 16,2-4 0,6-8-16,6-5 15,8-3-15,6-5 16,4 3-16,2-1 16,0-2-16,-2 9 15,-4 8-15,0 1 16,0 8-16,3 0 15</inkml:trace>
  <inkml:trace contextRef="#ctx0" brushRef="#br0" timeOffset="4100.46">13404 1529 0,'0'0'0,"0"0"15,0 2-15,0-2 16,6 12-16,2 9 16,9 12-1,6 2-15,6 6 16,2 4-16,7 6 16,0 2-16,-2-8 15,-2-4-15,0-1 16,-5-5-16,-2-2 15,-7-10-15,-5-2 16,0-4-16,-4-2 16,-3-5-16,-8-10 15,8 7 1,-8-7-16</inkml:trace>
  <inkml:trace contextRef="#ctx0" brushRef="#br0" timeOffset="4433.43">13707 1557 0,'0'0'0,"0"0"0,0 2 15,0 5-15,-2 5 16,-4 19-16,-4 7 15,-4 9-15,-3 6 16,1-6-16,-4 7 16,-1-3-16,-3-1 15,2-4 1,-4 2-16,7-8 16,2-6-16,3-6 15,4-9-15,2-3 16,3-4-16,1-3 15,1-3-15,3-6 16,0 12-16,8-6 16</inkml:trace>
  <inkml:trace contextRef="#ctx0" brushRef="#br0" timeOffset="4866.24">13926 1882 0,'0'0'0,"-2"2"16,2-2-16,0 0 15,0 0 1,-4 7-16,4-7 16,0 0-16,18 10 15,15 0-15,17-6 16,4-4-16,-6 0 15,5-1-15,3-2 16,-5 2-16,0-1 16,-5-1-16,-4 2 15,-5-2-15,-7 3 16,-7-1 0,-7 0-16,-5 1 15,-11 0-15,11-3 16</inkml:trace>
  <inkml:trace contextRef="#ctx0" brushRef="#br0" timeOffset="5283.27">14275 1727 0,'0'0'0,"0"0"0,0 0 0,1-2 16,-1 2-16,0 0 16,14 0-16,10 7 15,7 10-15,5 1 16,2 3 0,0 0-16,-3-1 15,-7-3-15,-6-2 16,-4-3-16,-5-1 15,-5-3-15,-3-1 16,-5-7-16,6 10 16,-6-10-16,-2 14 15,-11 1-15,-13 11 16,-12 0-16,2-2 16,5-4-1,6-6-15,3-1 16,5-3-16,3-2 15,3-2-15</inkml:trace>
  <inkml:trace contextRef="#ctx0" brushRef="#br0" timeOffset="5616.8">14757 1528 0,'0'0'0,"0"0"0,0 0 16,0 0-1,3 4-15,7 7 16,6 10-16,2 6 15,1 3-15,0 0 16,-1 0-16,-1-3 16,-1 0-16,-1-5 15,0 0-15,1-3 16,1 1 0,1-3-16,-2-3 15,0-4-15,6-2 16</inkml:trace>
  <inkml:trace contextRef="#ctx0" brushRef="#br0" timeOffset="5900.81">15281 1590 0,'0'0'0,"0"0"15,0 0-15,0 0 16,0 0-16,-1 3 16,-8 6-16,-7 10 15,-6 7-15,-2 6 16,1-2 0,-1 1-16,1-2 15,1 1-15,0-1 16,0-3-16,5-7 15</inkml:trace>
  <inkml:trace contextRef="#ctx0" brushRef="#br0" timeOffset="6166.91">15008 1897 0,'0'0'0,"0"0"16,0 0-16,0 0 15,0 0-15,0 0 16,0 3-16,0 3 16,0 8-16,0 4 15,0 4-15,-2 4 16,0 3-16,-2 6 16,1 2-1,-2-2-15,1-4 16,-2-5-16,3-2 15,0-4-15,1-4 16,1-4-16</inkml:trace>
  <inkml:trace contextRef="#ctx0" brushRef="#br0" timeOffset="7700.5">10894 2713 0,'0'0'0,"0"0"15,0 0-15,0 0 16,0 2-16,0 5 16,1 12-16,2 11 15,-1 7 1,0 1-16,0 1 15,2 4-15,1-3 16,2-3-16,1-6 16,3 0-16,2 0 15,4-3-15,3-4 16,5-6-16,6-4 16,5-4-16,3-7 15,-1-6 1,0-10-16,-2-6 15,-1-5-15,-6-5 16,-3-1-16,-5-2 16,-7-6-16,-3-1 15,-6 3-15,-3 2 16,-3 4-16,-2 2 16,-2-1-16,-2 4 15,0 3-15,-1 6 16,3 5-1,1 4-15,4 7 16,-4-8-16,4 8 16,0 0-16</inkml:trace>
  <inkml:trace contextRef="#ctx0" brushRef="#br0" timeOffset="8734.48">11511 2810 0,'0'0'0,"0"0"16,0 0-16,0 0 15,0 1-15,0-1 16,8 14-16,1 7 16,1 9-16,0 8 15,-5-2 1,-3-4-16,-1-3 0,0-2 15,-1-474 1,-1 934-16,0-473 16,1-7-16,0-7 15,0 8-15,0-8 16,0 0-16,0 0 16,0 0-16,-7-18 15,7-5-15,3-7 16,4-5-1,3 2-15,1 2 16,2 4-16,2 5 16,2 5-16,1 4 15,0 5-15,-3 4 16,-1 3-16,0 6 16,2 10-16,2 7 15,-4 8-15,-8 3 16,-1 1-16,-5 0 15,-2-1 1,-1-4-16,-1-6 16,1-5-16,1-1 15,0-2-15,4 3 16,4 1-16</inkml:trace>
  <inkml:trace contextRef="#ctx0" brushRef="#br0" timeOffset="9553.57">12206 3003 0,'0'0'0,"0"0"0,0 0 15,9 0 1,9 0-16,11 0 16,3 0-16,-1 0 15,5 0-15,2-2 16,3 0-16,0-2 16,-3 0-16,-2 1 15,-6 1-15,-2 0 16,-4 2-16,-8-1 15,-2 0 1,-14 1-16,13-4 16,-13 4-16,5-9 15,-5 3-15,-5-4 16,0 1-16,-2 0 16,-3-2-16,-2-1 15,3 4-15,9 8 16,-8-7-1,8 7-15,0 0 16,0 0-16,0 0 16,0 0-16,0 0 15,12 13-15,11 4 16,3 3-16,-2-1 16,-3-3-16,-5-3 15,-3-1-15,-7-1 16,-7 2-16,-6 4 15,-9 4 1,-1 0-16,0-1 16,4-5-16,5-6 15</inkml:trace>
  <inkml:trace contextRef="#ctx0" brushRef="#br0" timeOffset="9900.19">13270 2814 0,'0'3'0,"0"-3"0,7 11 15,4 6-15,5 5 16,6 12-16,0 0 15,0 3-15,0 2 16,-3-5-16,-2-4 16,-3-1-1,-1-6-15,-4-6 16,-2-2-16,-2-6 16,-5-9-16,5 7 15,-5-7-15,0 0 16</inkml:trace>
  <inkml:trace contextRef="#ctx0" brushRef="#br0" timeOffset="10117.34">13548 2808 0,'0'0'0,"1"2"0,-1-2 15,-12 20-15,-8 7 16,-8 11 0,0-4-16,-3 8 15,-5 4-15,0 0 16,-1 1-16,1 2 16,1-4-16,5-6 15,3-3-15</inkml:trace>
  <inkml:trace contextRef="#ctx0" brushRef="#br0" timeOffset="13617.12">10558 2443 0,'0'0'0,"0"0"0,0 0 15,0 0 1,7 0-16,14 0 16,22 0-16,14 0 15,18 2-15,1 1 16,15 1-16,5-1 15,7 0-15,17 2 16,-7-7-16,16-1 16,-12-1-16,12-1 15,6 0-15,-3 3 16,13 17 0,-13 0-16,5 2 15,-2-2-15,-2-8 16,5-4-16,-2-6 15,3-5-15,-8 3 16,5 0-16,-8 2 16,-1 3-16,-2 9 15,0 1-15,-8-2 16,15-5 0,-7-15-16,-3 5 15,-4-2-15,-11 2 16,-6 1-16,-5 0 15,-7 1-15,-6-2 16,-9 0-16,-6-1 16,-7 1-16,-8-1 15,-4-1-15,-10 0 16,-4 0-16,-8-1 16,-4 2-1,-5-1-15,-3-1 16,-3-2-16,1-5 15,-4-4-15,-1-4 16,-4-5-16,-1-4 16,-2-1-16,-2-8 15,0-1-15,-1-2 16,1-2 0,-1 1-16,1 1 15,-1-4-15,2 3 16,1 0-16,2 2 15,1 4-15,2 1 16,-2 5-16,0 2 16,0 4-16,-4 0 15,-5-1 1,-6-2-16,-6 1 16,-6 3-16,-4 4 15,-6 0-15,-5 0 16,-7 1-16,-10 1 15,-7 3-15,-8 3 16,-9 4-16,-9 3 16,-8 4-16,-9 2 15,-5 1 1,-9 2-16,1 1 16,-13-1-16,17 0 15,-6 1-15,-3 2 16,4 2-16,-12 0 15,4-2-15,-6 2 16,-6 1-16,5-1 16,-5 1-16,4 0 15,1 3-15,2 1 16,8-1 0,-10 0-16,3 1 15,-3 0-15,11-2 16,4-3-16,5-1 15,1 0-15,-1 1 16,9-2-16,-1 0 16,13 2-16,2 2 15,2-1-15,8 0 16,4 0 0,1 0-16,7 0 15,3 0-15,6-1 16,8 0-16,3 0 15,6 0-15,5 0 16,4 2-16,6 1 16,5-2-16,2 0 15,4-1-15,1 2 16,4 5-16,2 4 16,1 1-1,2 3-15,3 3 16,1 11-16,4 8 15,2 6-15,2 0 16,3 2-16,2 5 16,0 1-16,1 4 15,-2-4-15,0-1 16,0-4-16,-1 0 16,1-3-1,1-4-15,0-1 16,0-7-16,0-4 15,-1-6-15,-2-6 16,-1-6-16,-2-3 16,0-2-16,-4-9 15,5 11-15,-5-11 16,0 0-16,4 7 16,-4-7-1,0 0-15,0 0 16,12 2-16,-1-2 15,11-1-15,7-1 16,-1-1-16,-3 1 16,-6 0-16,-5 0 15,-4 0-15,-10 2 16,10-1-16,-10 1 16,0 0-1</inkml:trace>
  <inkml:trace contextRef="#ctx0" brushRef="#br0" timeOffset="14883.21">10739 2496 0,'0'0'0,"0"0"0,0 0 15,-1 4-15,-3 6 16,-1 12-16,-6 15 16,-5 11-16,-1 1 15,-3 6 1,0-2-16,-3 9 15,-2 0-15,1 4 16,1 4-16,0-2 16,1 8-16,4 0 15,1-1-15,3-2 16,2-1-16,4-8 16,0-6-16,3-9 15,0-11 1,2-6-16,0-9 15,0-6-15,1-4 16,2-5-16,0-8 16,-1 10-16,1-10 15,0 0-15,0 0 16,0 0-16,0 0 16,0 0-16,0 0 15,-3-22 1,0-4-16,0-2 15,2-1-15,-2-5 16,-1 2-16,-1 2 16,-1 3-16,2 6 15,-1 5-15,1 4 16,1 5-16,3 7 16,-4-10-1,4 10-15,0 0 16,0 0-16,0 0 15,-17 13-15,8 10 16,2 8-16,2 4 16,2 5-16,2 5 15,1 1-15,2-1 16,2-4-16,2-9 16,-1-5-16,2-5 15,-1-7-15,0-3 16,3-4-1,4-4-15,3-4 16,6-6-16,3-5 16,3-4-16,0-4 15,-1 0-15,-1-1 16,-3 2-16,-3 3 16,-2 0-16,-4 5 15,-1 1 1</inkml:trace>
  <inkml:trace contextRef="#ctx0" brushRef="#br0" timeOffset="15533.3">10071 4251 0,'0'0'0,"0"0"0,0 0 15,0 0-15,0 0 16,-1 6-16,-3 8 16,-3 18-16,-6 15 15,0 8 1,-3 9-16,0 3 15,-1 2-15,0-5 16,1-6-16,2-11 16,1-4-16,0-5 15,0-4 1,-1-4 0,4-10-1,4-11-15,6-9 16,0 0-16,1-40 15,6-19-15,3-11 16</inkml:trace>
  <inkml:trace contextRef="#ctx0" brushRef="#br0" timeOffset="16151.04">9984 4346 0,'0'0'0,"0"-2"0,0 2 16,1-12-16,0-2 15,2-4-15,2 1 16,3-1-1,3 1-15,3 0 16,5 3-16,4 3 16,2 2-16,6 6 15,0 4-15,-3 6 16,-4 2-16,-4 1 16,-2 3-16,-2 3 15,-3 3 1,-3 4-16,-6 3 0,-4 4 15,-6 0 1,-6 3-16,-6-2 16,-5 0-16,-6-2 15,-2-3-15,1-4 16,0-6-16,3-3 16,2-4-16,3-4 15,6-1-15,3-3 16,13-1-1,-14 0-15,14 0 16,0 0-16,0 0 16,0 0-16,0 0 15,0 0-15,0 0 16,12 7-16,10 3 16,4 3-16,6 4 15,2 4-15,2 2 16,1 8-16,-4-2 15,0 1 1,-6-3-16,-2-2 16,-5-4-16,-4-4 15,-4-3-15,-3-3 16,-3-4-16,-6-7 16,5 10-16,-5-10 15,0 0-15,2 7 16,-2-7-16,0 0 15</inkml:trace>
  <inkml:trace contextRef="#ctx0" brushRef="#br0" timeOffset="16685.9">10518 4639 0,'0'0'0,"0"0"16,0 0-16,1 3 15,-1-3-15,8 11 16,-2-2-16,3 0 16,3-2-16,3-3 15,3-3-15,-2-2 16,-1-3-16,1-10 15,-1-4 1,0-6-16,-3-4 16,-4 4-16,-3 3 15,-5 0-15,-5-1 16,-3 4-16,-2 4 16,-3 5-16,-5 7 15,-7 7-15,-6 6 16,2 7-1,0 11-15,7 6 16,3 7-16,3 3 16,5-2-16,2 1 15,6 2-15,3-4 16,3-7-16,3-8 16,6 0-1,10-2 1,4 1-1,2-9-15,-1-9 16,1-10-16,-2-1 16,1-9-16,1-5 15,0-7-15</inkml:trace>
  <inkml:trace contextRef="#ctx0" brushRef="#br0" timeOffset="17366.72">11001 4463 0,'0'0'0,"0"0"0,0 0 0,-1-2 0,1 2 16,-5-7-16,5 7 15,-21-4-15,-1 12 16,-6 7-16,3 4 15,0 6 1,4 8-16,4 7 16,7-2-16,7-9 15,3-10-15,2-4 16,1-4-16,11-9 31,18-15-31,17-27 16,0 1-16,-21 14 15,-3 4-15,-8 6 16,-4 3 0,-2 4-16,1 6 15,3 10-15,0 6 16,1 18-16,-1 19 16,-5 8-16,-8 8 15,-6-2-15,-5 2 16,-2 1-16,1 0 15,1-2-15,-1-3 16,-4 6 0,-3-9-16,3-10 15,-1-8-15,1-14 16,-1-7-16,-10-4 16,3-5-16,-2-4 15,-1-11-15,7-9 16,4-11-16,7-18 15,8-18 1,3-2-16,13-7 16,10 9-16,2 3 15,4 7-15,-6 10 16,-3 8-16,2-1 16,1 4-16,5 1 15,3 5-15</inkml:trace>
  <inkml:trace contextRef="#ctx0" brushRef="#br0" timeOffset="18533.41">13450 2440 0,'0'0'0,"0"0"0,0 0 0,0 0 16,7 4-16,11 7 15,13 8-15,6 3 16,0 3-16,3 5 16,2 3-16,3 3 15,-4 0-15,3 3 16,-2 4-16,1 3 15,-1 4-15,-1 3 16,-3 2-16,2 4 16,-1 0-1,1 0-15,-1 0 16,1 1-16,-2-3 16,0-1-16,-3-6 15,-2-7-15,-4-5 16,0-5-16,-2-4 15,-4-2-15,-1-5 16,-3-4 0,-1-1-16,-5-5 15,-1-1-15,-4-4 16,-8-7-16,11 10 16,-11-10-16,0 0 15,0 0-15,0 0 16,10 6-16,-10-6 15</inkml:trace>
  <inkml:trace contextRef="#ctx0" brushRef="#br0" timeOffset="18967.84">14761 3498 0,'0'0'0,"0"0"0,0 0 16,0 0-16,0 0 15,0 1 1,0-1-16,-2 7 16,-2 4-16,1 10 15,2 3-15,3 1 16,6 1-16,3 4 15,4 2-15,2-1 16,1-3-16,-3-5 16,-1-4-1,-2-2-15,-3-2 16,-2-4-16,-6 1 16,-6 2-16,-9 3 15,-11 1-15,-14 1 16,-13-5-16,-2-5 15,-4-3-15,1-4 16,7 0 0,4-2-16,10 0 15,7 0-15,7 0 16,7 0-16,15 0 16,-12 3-16</inkml:trace>
  <inkml:trace contextRef="#ctx0" brushRef="#br0" timeOffset="19499.73">14611 4284 0,'0'0'0,"-3"-2"16,3 2-16,-19-9 16,-2 4-16,-9 0 15,-8 5-15,-7 5 16,-4 3-16,-5 3 15,2 2-15,5 5 16,-2 5-16,5 3 16,4 8-16,3 2 15,9 3 1,9 3-16,8 1 16,10-1-16,7-4 15,7-1-15,6-5 16,9 0-16,4-5 15,8-1-15,5-9 16,-1-7-16,-2-7 16,-6-1-1,-5-2-15,-5 0 16,-3-3-16,-2-3 16,-4-2-16,5-5 15</inkml:trace>
  <inkml:trace contextRef="#ctx0" brushRef="#br0" timeOffset="19816.34">14810 4321 0,'0'0'0,"0"0"0,0 0 15,0 4-15,0 8 16,0 17-16,-7 15 16,-5 7-16,-6 5 15,0-3 1,-2-3-16,2-7 16,2-4-16,0-3 15,3-3-15,3-5 16,4-3-16,5-7 15,3-2-15,4-5 16,2 0-16,12-2 16,10-1-16,8-3 15,15-13 1</inkml:trace>
  <inkml:trace contextRef="#ctx0" brushRef="#br0" timeOffset="20916.03">15122 4597 0,'0'0'0,"0"0"16,-3-3-16,3 3 16,-20-6-16,-3 5 15,-5 4-15,-3 6 16,-2 7-16,4 3 15,3 6-15,4-1 16,5 3 0,10-5-1,4-1-15,6-5 16,7-6 0,8-4-16,12-9 15,7-10-15,-1-7 16,-5-4-16,-4 1 15,-4 2-15,-8 6 16,-4 5-16,-11 10 16,15-6-16,-5 10 15,1 4-15,0 4 16,0 8 0,0-1-16,-2 0 15,0-2-15,-1-2 16,2-1-16,2-4 15,7-5-15,3-3 16,5-6-16,4-8 16,-3-7-16,-4-1 15,-8-1-15,-5 1 16,-4-3-16,-2 0 16,-5 4-1,-6 4-15,-2 5 16,-4 5-16,-4 3 15,-1 4-15,0 4 16,0 6-16,2 8 16,3 1-16,9 5 15,6 3-15,9 7 16,6 6 0,4-3-16,-1-7 15,-3-8-15,-4-5 16,2-1-16,-4-2 15,-1-4-15,-2-3 16,-9-9-16,7 8 16,-7-8-16,0 0 15,-12 10-15,1-5 16,-2-2 0,2-3-16,-1-1 15,0-4-15,4-2 16,6-4-16,5-13 15,9-8-15,5-9 16,7-2-16,9 1 16,-3 6-16,1 2 15,2 4-15,-5 7 16,-7 3 0,-8 8-16,-6 5 15,-7 7-15,0 0 16,0 0-16,0 0 15,0 0-15,-8 19 16,-4 2-16,-2 7 16,0 0-16,3 4 15,8 5-15,10 4 16,3-4 0,-1-8-16,-2-1 31,0-2-31,-2-3 15,-16 3-15,-15-4 16,-19 3-16,-1-3 16</inkml:trace>
  <inkml:trace contextRef="#ctx0" brushRef="#br0" timeOffset="23349.76">9799 5165 0,'0'0'0,"0"0"0,0 0 15,0 0-15,0 0 16,3-1-1,7-1-15,23-4 16,23-5-16,14 1 16,9 2-16,6 2 15,5 1-15,-1 0 16,-5 1-16,-2 1 16,-10-1-16,-2 0 15,-7-2-15,-5 0 16,-8-2-1,-10 2-15,-10-1 16,-7 4-16,-2-1 16,-5 2-16,1-1 15,-1 2-15,2 0 16,2 2-16</inkml:trace>
  <inkml:trace contextRef="#ctx0" brushRef="#br0" timeOffset="24115.51">13938 5102 0,'0'0'0,"0"0"16,0 0-16,0 0 15,5 2 1,10 3-16,22 0 16,25 0-16,16-3 15,8 2-15,12-1 16,7 0-16,6 0 16,2 1-16,8-1 15,6 0-15,-12-1 16,3-1-1,-14-2-15,-5-2 16,-10 1-16,-12 0 16,-9 1-16,-11 0 15,-12 0-15,-15 2 16,-8 0-16,-7 0 16,-15-1-16,13 10 15,-18 1-15</inkml:trace>
  <inkml:trace contextRef="#ctx0" brushRef="#br0" timeOffset="25166.02">11033 4892 0,'0'0'0,"0"0"16,-2-2-16,2 2 16,0 0-16,0 0 15,-6-8-15,6 8 16,3-15-16,11-6 15,11-7-15,6-3 16,3 0 0,0 2-16,-3 1 15,-1 2-15,-3 2 16,-4 5-16,-4-1 16,-3 5-16,-5 3 15,-2 2-15,-4 4 16,-5 6-16,7-9 15,-7 9-15,0 0 16,0 0 0</inkml:trace>
  <inkml:trace contextRef="#ctx0" brushRef="#br0" timeOffset="26615.95">9524 5630 0,'0'0'0,"0"0"0,0 0 15,0 0-15,0 0 16,4 5-16,7 7 16,7 9-16,3 4 15,3 4 1,2 0-16,2 5 16,1 0-16,1-3 15,-2-1-15,-1-7 16,-2-2-16,-3-4 15,-1-2-15,-2 0 16,1 0-16,-3-3 16,-4-2-16,-3 0 15,-2 0 1,-2-1-16,-1-2 16</inkml:trace>
  <inkml:trace contextRef="#ctx0" brushRef="#br0" timeOffset="26983.19">10198 5578 0,'0'0'0,"0"0"15,0 0-15,0 0 16,0 0-16,0 2 16,-2 5-16,-4 14 15,-5 15 1,-2 3-16,-2-2 16,-1-5-16,0-3 15,-1-3-15,1-2 16,-2 1-16,2-1 15,0-3-15,4-5 16,1-3-16,2-1 16,1 0-16,0 0 15,3-1 1,0 1-16,2-3 16,3 0-16</inkml:trace>
  <inkml:trace contextRef="#ctx0" brushRef="#br0" timeOffset="27566.96">9955 6014 0,'0'0'0,"0"0"0,0 0 0,0 0 0,0 0 15,0 0-15,0 0 16,0 0-16,0 0 16,0 1-16,0-1 15,0 7 1,0 5-16,0 12 16,1 7-16,0 2 15,0 2-15,1 2 16,-1 3-16,2-1 15,-1-4-15,1-3 16,-1-3-16,1-4 16,-2-1-16,0-3 15,0-3 1,0-3-16,-1-4 16,1-4-16,-1-7 15,2 10-15,-2-10 16,2 8-16,-2-8 15,0 0-15,1 7 16,-1-7-16,0 0 16,0 0-16,0 0 15,0 0-15,0 0 16,0 0 0,0 0-16,0 0 15,0 0-15,0 0 16,-2 7-16,2-7 15,0 0-15,0 0 16,0 0-16,0 0 16,0 0-16,0 0 15</inkml:trace>
  <inkml:trace contextRef="#ctx0" brushRef="#br0" timeOffset="28566.92">10241 6094 0,'0'0'0,"0"0"16,0 0 0,0-2-16,0 2 15,0 0-15,12-9 16,20-1-16,16 0 15,6 4-15,3 2 16,3 0-16,3 0 16,-2 1-16,-5 0 15,-4-2 1,-5-1-16,-2 0 16,-6-1-16,-7 1 15,-8 2-15,-6 1 16,-6 1-16,-12 2 15,13-2-15,-13 2 16,0 0-16,0 0 16,0 0-16</inkml:trace>
  <inkml:trace contextRef="#ctx0" brushRef="#br0" timeOffset="29065.24">10761 5855 0,'0'0'0,"0"0"0,0 0 15,0 0-15,3 0 16,-3 0-16,0 0 16,19 5-1,-1 0-15,6 4 16,5 3-16,1 1 15,-1 2-15,-2-2 16,-6 0-16,0-1 16,0 3-16,-2-2 15,-3 0-15,-5-2 16,-4 0-16,-6 2 16,-2 4-16,-6 9 15,-9 6 1,-7 7-16,-2-2 15,-2-1-15,-3-1 16,3-4-16,-3-1 16,4-5-16,3-5 15,1-4-15,5-4 16,2-3-16,3-3 16,12-6-16,-13 8 15,13-8 1,0 0-16,0 0 15,0 0-15,0 0 16,0 0-16,0 0 16,0 0-16,21 2 15,-4-2-15</inkml:trace>
  <inkml:trace contextRef="#ctx0" brushRef="#br0" timeOffset="30532.53">11750 5690 0,'0'0'0,"0"0"0,-2-2 16,2 2-16,-8-7 16,-2 2-16,-18 8 15,-22 6-15,-1 10 16,7 6-16,8 2 16,4 2-16,1 6 15,3 4-15,7 4 16,8 7-1,8 6-15,7-4 16,20 22 0,3-6-1,15-6-15,-2-10 16,-8-27-16,-2-8 16,-5-8-16,1-4 15,6-6-15,2-3 16,-3-2-1,-3-3-15,-7-3 16</inkml:trace>
  <inkml:trace contextRef="#ctx0" brushRef="#br0" timeOffset="30733.8">11436 6092 0,'0'0'0,"0"0"16,0 0-16,3 0 15,11 0-15,22 0 16,11 0-16,2 0 16,0 0-16,2-2 15</inkml:trace>
  <inkml:trace contextRef="#ctx0" brushRef="#br0" timeOffset="31583.47">12036 5867 0,'0'0'0,"0"0"15,0 0-15,0 0 16,-1 7-1,-1 10-15,-3 18 16,-5 11-16,-2 1 16,-4 2-16,3-4 15,1-5-15,0-1 32,10 3-32,7-7 15,3-12-15,-8-23 16,14 1-1,-6-23-15,2-9 16,-3-2-16,-2-12 16,-4-3-16,-6-6 15,1 4-15,1 9 16,0-1-16,0 1 16,1-2-16,1-2 15,6 7-15,7 4 16,-1 4-16,2 5 15,3 1 1,5 4-16,2 4 16,9 2-16,2 5 15,1 3-15,0 4 16,-11 7-16,-6 4 16,-2 7-16,-2 0 15,-5 8-15,-8 2 16,-9 6-1,-14 6-15,-5-4 16,-10 7-16,1-3 16,-1-1-16,-4-3 15,-3-8-15,6-7 16,4-4-16,13-5 16,7-5-16,14-5 15,-16 7-15,16-7 16,-3 7-1,10 4-15,7 4 16,15 4-16,12 1 16,8 2-16,3-1 15,-13-6-15,-1-2 16,0 0-16,-1-5 16,-2-1-16,-12-3 15,-8-1-15,-5-2 16,-10-1-16,9 2 15,-9-2 1,0 0-16,0 0 16,0 0-16,0 0 15,0 0-15,0 0 16</inkml:trace>
  <inkml:trace contextRef="#ctx0" brushRef="#br0" timeOffset="33235.1">12971 5461 0,'0'0'0,"0"0"15,0 0-15,0 1 16,0-1-16,0 0 15,0 0-15,0 0 16,-12 11 0,-21 1-16,-8-1 15,8-4-15,9 0 16,-1-2-16,2 0 16,4 3-16,4-1 15,4 3-15,3-1 16,3 3-16,3 0 15,4-3-15,7 4 16,4-4 0,9 6-16,6 2 15,-2-2-15,-3-1 16,-7-5-16,-16-9 16,13 7-16,-13-7 15,3 13-15,-12 6 16,-5 3-16,-7-2 15,-2 4-15,-3 1 16,2 1 0,7-6-16,6-6 15,5-6-15,6-8 16,-6 11-16,5-5 16,7 7-16,1-1 15,5 3-15,2 2 31,2 1-31,1 2 16,-7 0 0,-9 3-16,-3 0 15,-2 3-15,-4-2 16,-1-1-16,-1-1 16,0-4-16,3-4 15,0-2-15,3-6 16,4-6-16,0 0 15,2 9 1,-2-9-16,16 11 16,-4-5-16,-2-1 15,-10-5-15,12 11 16,-13 7-16,-10 11 16,-11 11-16,-5-2 15,0-2-15,0-1 16,4-5-16,5-6 15,6-5-15,7-6 16,3-1 0,3-3-16,3 0 15,5 0-15,3 1 16,-1-2-16,-1-1 16,-10-7-16,12 15 15,-8-1-15,-1-2 16,0 0-16,-2-4 15,1 0-15,5-2 16,7-1-16,4 1 16,1-3-1,-2-2-15,-4 1 16,-3-2-16,-10 0 16,13 0-16,-13 0 15,19-4-15</inkml:trace>
  <inkml:trace contextRef="#ctx0" brushRef="#br0" timeOffset="34032.66">13326 5729 0,'0'0'0,"0"0"0,0 0 16,0 0-16,-2 2 15,-2 7-15,-3 11 16,-5 13-16,1 10 16,-1 1-1,0 4-15,2 0 16,2-3-16,1-1 16,4-8-16,-1-1 31,1-7-31,1-5 15,1-7-15,-2-4 16</inkml:trace>
  <inkml:trace contextRef="#ctx0" brushRef="#br0" timeOffset="34316.93">13453 6179 0,'0'0'0,"0"0"0,0 0 15,-1 2 1,-2 7-16,-6 13 16,-6 14-16,-5 5 15,-4 0-15,0-4 16,4-7-16,1-6 15,4-5-15,2-4 16,5-6-16,8-9 16</inkml:trace>
  <inkml:trace contextRef="#ctx0" brushRef="#br0" timeOffset="34667.25">13778 5891 0,'0'0'0,"0"0"0,0 0 16,0 1-16,0 6 15,0 17-15,0 13 16,0 16-16,0 4 15,0 7 1,0-11 0</inkml:trace>
  <inkml:trace contextRef="#ctx0" brushRef="#br0" timeOffset="34833.66">13843 6116 0,'0'0'0,"0"0"0,0 0 15,0 0-15,0 1 16,0-1 0</inkml:trace>
  <inkml:trace contextRef="#ctx0" brushRef="#br0" timeOffset="35149.74">14144 5962 0,'2'-2'0,"-2"2"16,13-7-16,5 0 15,4 3-15,2 7 16,-3 4-16,-4 10 15,-5 6-15,-8 5 16,-8 5-16,-9-2 16,-5 2-16,-4-7 15,1-6-15,5-6 16,5-6 0,11-8-16,-11 7 15,11-7-15,0 0 16,0 0-16,30 8 15,0-5-15,7-2 16</inkml:trace>
  <inkml:trace contextRef="#ctx0" brushRef="#br0" timeOffset="35366.67">14463 6208 0,'-2'3'0,"-6"7"0,-3 4 16,-17 24-16,-3 3 16,2-3-16,2-2 15,3-4 17,3-4-32,1-7 15,12-13-15,8-8 16</inkml:trace>
  <inkml:trace contextRef="#ctx0" brushRef="#br0" timeOffset="35683.07">14699 5897 0,'0'0'0,"0"2"0,0-2 16,2 6-1,1 7-15,1 14 16,-1 17-16,-4 4 15,-3 8 1,-2 0 0,1-12-16</inkml:trace>
  <inkml:trace contextRef="#ctx0" brushRef="#br0" timeOffset="35850.33">14812 6148 0,'0'0'0,"0"0"16,0-1-16,0 1 15,0 0-15,0 0 16,0 0-16,0 0 16</inkml:trace>
  <inkml:trace contextRef="#ctx0" brushRef="#br0" timeOffset="36199.64">14953 6057 0,'0'0'0,"0"-2"0,0 2 16,3-8-1,1 1-15,-4 7 16,10-11-16,-10 11 15,21-4-15,-8 7 16,1 3-16,-4 3 16,-3 3-16,-2 5 15,-3 1-15,-2 3 16,-5-1-16,-2-1 16,0-1-1,1-5-15,1-5 16,2-2-16,3-6 15,0 0-15,0 0 16,8 9-16,4-5 16,7-1-16,7-1 15,2-2-15</inkml:trace>
  <inkml:trace contextRef="#ctx0" brushRef="#br0" timeOffset="36566.62">15272 6055 0,'0'0'0,"0"0"0,0 0 16,3 1-16,-3-1 16,14 5-1,-4-1-15,-10-4 16,14 12-16,-12-2 15,-4 4-15,-3 2 16,-1-2-16,1-2 16,-1-2-1,3-2 1,1 0-16,7 6 16,4 4-16,2 2 15,-1-3 1,-4-5-16,0-1 15,-3-1-15,-6 2 16,-6 5-16,-8 2 16,-10 1-16,-7-15 15</inkml:trace>
  <inkml:trace contextRef="#ctx0" brushRef="#br0" timeOffset="37766.58">15482 5671 0,'0'0'0,"0"0"16,2-2-16,-2 2 15,22-8-15,6 2 16,12 4-16,2 2 16,-5 2-16,-8 1 15,-8 0 1,-9 2-16,-12-5 15,6 15-15,-15 1 16,-10 4-16,-12 4 16,-5-2-16,-4-3 15,4 0-15,10-5 16,7-3-16,3-1 16,3 0-16,3 0 15,4 1 1,1 0-16,2 1 15,2-1-15,1 1 16,1 2-16,2 1 16,3 5-16,2 2 15,4 3-15,3 3 16,0-2-16,1 0 16,1-1-16,-1-4 15,2 1 16,-9 14-31,-2-2 16,-6 2-16,-1-15 16,-4-3-16,-1 4 15,0-4-15,0 0 16,0-2-16,-1 3 16,0 3-16,0 1 15,-1 8-15,1-1 16,2-1-1,-2 5-15,2-4 16,-1-3-16,-4-4 16,-3-7-16,8-7 15,4-9-15,-4 7 16,4-7-16,0 0 16,7 10-16,-7-10 15,8 7-15,-8-7 16,9 7-16,-9-7 15</inkml:trace>
  <inkml:trace contextRef="#ctx0" brushRef="#br0" timeOffset="40999.75">9756 6642 0,'0'0'0,"0"0"0,3 1 15,-3-1-15,27 4 16,2 1-16,8-1 15,3-1 1,-1-1-16,1-1 16,0-1-16,1-1 15,3-1-15,2-2 16,0-2-16,3-1 16,-2 1-16,-1-1 15,0 1-15,1-1 16,0 1-16,-1 0 15,-1 3-15,1 1 16,1 0 0,-2 2-16,-5-1 15,2 0-15,1 0 16,-2 0-16,-1 0 16,-4 0-16,1 0 15,1 1-15,-2-1 16,-5 0-16,-3 1 15,-2-1 1,-1 0-16,5 1 16,-1 1-16,-1 0 15,-2 1-15,-4-1 16,0 1-16,-1 0 16,3 0-16,2 0 15,2 0-15,-3 0 16,-3 0-1,0 0-15,-3-1 16,1 1-16,2 0 16,1 0-16,5-1 15,0 1-15,0-1 16,-1 1-16,1-1 16,5-1-16,2 0 15,2-1-15,1-1 16,-6-1-16,2 0 15,3-1 1,0 0-16,-1 0 16,-4 1-16,-1-1 15,5 0-15,-1 0 16,-1 0-16,-5 1 16,-5 2-16,-2 0 15,0 0-15,3 1 16,3 0-16,0 0 15,-1 0 1,-3 0-16,0 0 16,2 0-16,6 0 15,1 0-15,4 0 16,-2 0-16,1 0 16,3-1-16,2 0 15,1-1-15,-3 1 16,0-1-16,5 0 15,-4 0-15,1 1 16,-4-1-16,-2 2 16,1 0-1,1 0-15,0 2 16,-6 1-16,-2-1 16,-1 0-16,4 1 15,-1-1-15,2 1 16,-5-2-16,-3 1 15,-2-2-15,3 1 16,3 1 0,5 0-16,-2 0 15,-1-1-15,-1 0 16,2 1-16,3-1 16,3 0-16,1 0 15,-4 0-15,2 0 16,2-1-16,2 1 15,-1 0-15,-3 0 16,0-1 0,3 2-16,-2-1 15,0 2-15,-7-1 16,2 3-16,4-1 16,1 2-16,0 0 15,-3 0-15,0-1 16,2 1-16,1 0 15,3-1-15,-2-2 16,2-1 0,-2 1-16,2-1 15,-3 0-15,4-1 16,-1 1-16,-1-2 16,0 0-16,-2 0 15,0 0-15,-2 0 16,-2 0-16,-2 0 15,-1 0-15,-2 0 16,-1 0 0,-3 0-16,-2 1 15,-4 0-15,-4 0 16,-1 0-16,-3-1 16,0 1-16,-11-1 15,16 1-15,-16-1 16,11 2-16,-11-2 15,0 0-15,11 3 16,-11-3-16,0 0 16,0 0-1,0 0-15,0 0 16,0 0-16,10 1 16,-10-1-16,0 0 15,0 0-15,0 0 16,0 0-16,0 0 15,0 0-15,0 0 16,0 0-16,0 0 16,0 0-1,0 0-15,0 0 16,0 0-16,0 0 16,0 0-16,0 0 15,0 0-15,0 0 16,0 0-16,0 0 15,0 0-15,0 0 16,0 0-16,0 0 16,0 0-16,0 0 15,0 0 1,0 0-16,0 0 16,0 0-16,0 0 15,0 0-15,0 0 16</inkml:trace>
  <inkml:trace contextRef="#ctx0" brushRef="#br0" timeOffset="43266.93">11764 4079 0,'0'0'0,"0"0"0,-2-2 16,2 2-16,-13-15 15,-3 0-15,-7-4 16,-8 1-16,-6 0 15,-7 0-15,-6 0 16,-10-1-16,3 3 16,-8 0-16,1 2 15,-2 2 1,-5 2-16,4 2 16,-2 0-16,-2 2 15,7 1-15,-7 0 16,4 0-16,2 2 15,0 0-15,5 1 16,1 1-16,-1 2 16,6 1-16,0 0 15,5 2 1,2 2-16,-2 1 16,5-1-16,4 1 15,3 2-15,2 1 16,-4 4-16,-2 3 15,-2 4-15,0 2 16,1 1-16,-1 1 16,3 1-16,0 3 15,1 2 1,0 3-16,1 0 16,0 4-16,4-2 15,1 1-15,3-1 16,0 2-16,1 1 15,4 0-15,2-3 16,3 2-16,6 0 16,1 2-1,3-1-15,1 0 16,2-2-16,4 1 16,1 3-16,2 1 15,1-3-15,2 3 16,1-1-16,2 1 15,-1 2-15,0-4 16,1 0-16,-1 1 16,-1-3-16,1-3 15,-2-3 1,0-6-16,0 0 16,-1-3-16,0-2 15,-1-4-15,1-3 16,-1-4-16,0-3 15,-1-7-15,1 10 16,-1-10-16,0 0 16,2 7-16,-2-7 15,0 0 1,10 10-16,8-5 16,11 1-16,10-6 15,4-1-15,4-4 16,2-3-16,6 0 15,3-1-15,3 0 16,9-2-16,2 3 16,5 4-1,2 7-15,1 3 16,4 1-16,0 0 16,4 1-16,3-1 15,0 0-15,4 0 16,-1-1-16,-1-1 15,-4-1-15,1-1 16,-6-1-16,0 1 16,-7-1-16,-9 0 15,-3-1 1,-6 1-16,-7-1 16,-5 0-16,-10 0 15,-6-1-15,-5 2 16,-5-1-16,-4 0 15,-3 0-15,-2 0 16,-2 0-16,-10-1 16,14 1-16,-14-1 15,12-13 1,-4-4-16,2-11 16,-1-9-16,-1-7 15,-2-6-15,-1-6 16,-2-1-16,1-2 15,0-2-15,2-3 16,7-7-16,1 4 16,0 3-16,1-2 15,-1 5-15,1 0 16,-2 3 0,0 9-16,-2 3 15,-2 7-15,-1 5 16,-3 6-16,-1 3 15,-1 4-15,-2 4 16,0 4-16,-2 3 16,1 2-16,-2 1 15,2 7-15,-3-7 16,3 7 0,0 0-16,0 0 15,0 0-15,-6-7 16,6 7-16,0 0 15,0 0-15,0 0 16,0 0-16,-10 0 16,10 0-16,0 0 15,0 0 1,0 0-16,0 0 16,0 0-16,0 0 15,-10 0-15,10 0 16,0 0-16,0 0 15,0 0-15,0 0 16,0 0-16,0 0 16,0 0-16,0 0 15,0 0 1,0 0-16,0 0 16,0 0-16,0 0 15,0 0-15,0 0 16,0 0-16,5-6 15</inkml:trace>
  <inkml:trace contextRef="#ctx0" brushRef="#br0" timeOffset="44832.82">14403 5040 0,'0'0'0,"-1"-4"15,-2-3-15,-1-8 16,-7-9-16,-8-3 16,-5 0-16,-7-2 15,-8 1-15,-3 3 16,-5 1-16,-6 2 16,-5 2-1,-6 4-15,-7 0 16,-12 3-16,2 1 15,-10 2-15,4 5 16,-2 4-16,-3 1 16,-2 7-16,0 2 15,-1 3-15,0 4 16,4 1-16,-8 5 16,6 1-1,-4 2-15,-4 5 16,2 1-16,0 5 15,-1 1-15,2 4 16,0 2-16,5 3 16,3 1-16,3 0 15,-3 5-15,4 2 16,-6 6-16,-1 7 16,-6 3-1,-4 2-15,-7 5 16,1 0-16,0 2 15,5 1-15,7-3 16,7 1-16,3 0 16,7 1-16,1 2 15,5 3-15,0 0 16,2 2-16,4 1 16,5-3-16,6-4 15,4-4 1,7-7-16,3-4 15,5-8-15,3-3 16,4-4-16,5-7 16,1 1-16,4-7 15,3-4-15,4-8 16,5-7-16,2-5 16,3-5-16,4-8 15,-5 10 1,5-10-16,0 0 15,0 0-15,-16-5 16,5-8-16,-1-8 16,-3-5-16,3-2 15,0 2-15,3 3 16,2 2-16,2 5 16,2 5-1,0 3-15,3 8 16,-2-7-16,2 7 15,0 0-15,-4 17 16,0 12-16,1 8 16,3 2-16,3-2 15,1-5-15,1-3 16,2-5-16,0-6 16,4-2-16,3-4 15,8-4 1,7-8-16,9-5 15,3-7-15,-1-4 16,-3 0-16,-4 0 16,-3 1-16,-9 5 15,-4 2-15</inkml:trace>
  <inkml:trace contextRef="#ctx0" brushRef="#br0" timeOffset="45299.69">9015 7660 0,'0'0'0,"0"0"0,0 0 16,0 0-16,3 3 15,6 4-15,8 7 16,8 8-16,6 4 16,2 3-16,1 0 15,0 1-15,0-1 16,-2 0-16,-2-3 16,-2-3-16,-3-3 15,1-3-15,-1-2 16,-2-1-1,-1-1-15,-4-2 16,-2-2-16</inkml:trace>
  <inkml:trace contextRef="#ctx0" brushRef="#br0" timeOffset="45899.48">9736 7815 0,'0'0'0,"0"0"0,0 0 16,0-2-16,0 2 16,0 0-16,0 0 15,0 0-15,0 0 16,-11 8-1,-5 8-15,-5 5 16,-4 3-16,0 2 16,-2 1-16,1-2 15,3-2-15,1-2 16,6-4-16,1-2 16,3-2-16,3-3 15,3-4-15,6-6 16,-8 8-1,8-8-15,0 0 16,0 0-16,-5 6 16,5-6-16,0 0 15,0 0-15,0 0 16,0 0-16,0 0 16,-3 10-16,3-4 15,0 7 1,0 7-16,2 7 15,-1 2-15,0 3 16,1 0-16,-1-1 16,2 0-16,0 0 15,0-1-15,1-5 16,-1-3-16,-1-5 16,0-2-16,0-3 15,-1-2 1,-1-2-16,0-2 15,0-6-15,0 11 16</inkml:trace>
  <inkml:trace contextRef="#ctx0" brushRef="#br0" timeOffset="47802.85">9940 8163 0,'0'0'0,"0"0"0,0 0 16,0 0-16,0 0 16,4 0-16,-4 0 15,23 0-15,1 0 16,5 0-16,2 0 15,1 0 1,1 0-16,-1-1 16,-3-1-16,-1-1 15,-2-3-15,-4-1 16,-4-1-16,-2 2 16,-5 1-16,-11 5 15,14-8-15,-14 8 16,5-9-16,-5 2 15,-3-1-15,-2-2 16,-4 0 0,-4-2-16,-2 3 15,2 1-15,0 4 16,13 4-16,-14-5 16,14 5-16,0 0 15,-9-3-15,9 3 16,0 0-16,0 8 15,5-2 1,4 5-16,6 0 16,3 0-16,0 1 15,-1-2-15,-3-1 16,-4-2-16,-10-7 16,9 13-16,-12 2 15,-7 9-15,-8 4 16,-8 4-16,-1-6 15,4-6 17,8-7-32,15-13 15</inkml:trace>
  <inkml:trace contextRef="#ctx0" brushRef="#br0" timeOffset="48582.95">10740 7776 0,'-1'-2'0,"1"2"0,-3-7 15,-1-1-15,0-1 16,-2 0 0,-7-1-16,-6 2 15,-6 2-15,-1 3 16,2 2-16,3 4 16,3 1-16,4 3 15,3 0-15,4 1 16,3 0-16,5 3 15,5 5 1,4 3-16,9 1 0,9 0 16,14 0 15,4 1-31,-11-4 16,-11-6-16,-10-2 15,-8 8-15,-7 7 16,-9 8-16,-5 3 15,-8-2-15,1-2 16,0-3-16,3-4 16,5-3-1,6-4-15,6-3 16,1-5-16,2-2 16,-1-7-16,7 12 15,2-5-15,3-1 16,1 0-16,-2-2 15,1 1-15,-2-2 16,-10-3 0,14 15-16,-11-2 15,-3 3-15,-3 4 16,-1 6-16,-2 0 16,2-5-16,1-6 15,1-7-15,2 1 16,0-9-16,7 12 15,6-2-15,11 2 16,1-1 0,-3-5-16,-5-2 15,-2-2-15,-4 0 16,6-4-16</inkml:trace>
  <inkml:trace contextRef="#ctx0" brushRef="#br0" timeOffset="49332.14">11153 7764 0,'0'0'0,"0"0"0,-2-3 15,2 3-15,0 0 16,0 0-16,0 0 16,0 0-16,0 0 15,-1 27 1,5 12-16,0 1 16,-1 4-16,2 9 31,-2 0-31,-3-10 15,-2-16-15,0-13 16,1-8-16,1-6 16,0 0-16,0 0 15,-1-14-15,1-22 16</inkml:trace>
  <inkml:trace contextRef="#ctx0" brushRef="#br0" timeOffset="49550.75">11040 7641 0,'0'0'0,"-3"-3"16,3 3-16,-7-9 16,7 9-1,-3-10-15,3 10 16,11-11-16,21 1 16,15-4-16,7 3 15,1 3-15,-4 3 16,-4 3-16,-11 1 15,-9 4-15,-9 2 16,-7 7-16</inkml:trace>
  <inkml:trace contextRef="#ctx0" brushRef="#br0" timeOffset="49866.41">11057 7898 0,'0'0'0,"10"-1"0,12-1 15,31-2 1,13-3-16,-2-5 16,-12 3-16,-7-1 15,-10 3-15,-10 1 16,-3 1-16,-6 3 15,-3 4-15,-13-2 16,12 20-16,-12 5 16,-6 15-16,-6 6 15,-2-7 1,1-5-16,1-8 16,1-4-16,1-1 15,0-7-15</inkml:trace>
  <inkml:trace contextRef="#ctx0" brushRef="#br0" timeOffset="50032.44">11610 7647 0,'0'0'0,"0"0"16,0 0-16,0 0 15,0 0-15,0 3 16,0 5-16</inkml:trace>
  <inkml:trace contextRef="#ctx0" brushRef="#br0" timeOffset="50416.67">11654 7856 0,'0'0'0,"0"0"16,2 3-16,2 6 16,6 9-16,-1 7 15,-5 6 1,-3-2-16,-2-3 16,1-7-16,0-7 15,0-5-15,0-7 16,0 0-16,0 0 15,12-18-15,2-8 16,2-3-16,0 2 16,3 3-16,-3 7 15,-2 6-15,2 6 16,-1 6 0,0 4-16,-3 6 15,0 8-15,-4 8 16,-3 3-16,-7 0 15,-2-5-15</inkml:trace>
  <inkml:trace contextRef="#ctx0" brushRef="#br0" timeOffset="50616.62">12002 7869 0,'0'0'0,"0"0"15,0 2-15,0 5 16,1 10-16,-1 11 16,1 7-16,0-2 15,0-6 1,-1-4-16,1-4 16,2-4-16,1-3 15,-2-3-15</inkml:trace>
  <inkml:trace contextRef="#ctx0" brushRef="#br0" timeOffset="50766.6">12011 7692 0,'0'0'0,"0"2"0,0-2 16,0 0-16,1 12 15</inkml:trace>
  <inkml:trace contextRef="#ctx0" brushRef="#br0" timeOffset="51016.56">12262 7674 0,'2'-1'0,"-2"1"0,0 0 15,0 0-15,13 10 16,-4 14-16,-1 13 16,-5 12-16,-1 5 15,-1-6-15,-1-1 16,1 9 15,-1-4-31,0-13 16,0-7-16,0-18 15,0-14-15</inkml:trace>
  <inkml:trace contextRef="#ctx0" brushRef="#br0" timeOffset="51432.01">12172 7991 0,'0'0'0,"5"2"15,-5-2-15,17 7 16,8-1-16,12 0 16,4-1-16,2-5 15,-2-6-15,4-13 16,3-2 0,-7-3-16,-7 0 15,-9 2-15,-6 5 16,-5 0-16,-3 2 15,-8 5-15,-3 1 16,-5 2-16,-6 1 16,-2 2-16,-10 8 15,-8 5-15,0 4 16,5 8 0,11 7-16,3 10 15,7 1-15,7-6 16,11-2-16,10 4 15,-2-2-15,3-5 16,3-6-16,0-9 16,3-4-16,4-5 15</inkml:trace>
  <inkml:trace contextRef="#ctx0" brushRef="#br0" timeOffset="52816.67">13233 7750 0,'0'0'0,"-2"-2"16,2 2-16,-11-13 15,2 1-15,3 4 16,6 8-16,-9-10 16,9 10-16,0 0 15,-6-7 1,6 7-16,-6 8 15,0 8-15,0 6 16,3 2-16,3-1 16,3 1-16,7 3 15,4 2-15,4 0 16,-1-6-16,3-3 16,0 1-16,1-6 15,2-4-15,-3-9 16,3-8-1,-3-1-15,0-4 16,-4-2-16,0-2 16,-4-12-16,-5-6 15,-5-1-15,-10-4 16,-3 6-16,-5 0 16,-4 6-16,1 7 15,-3 2 1,-3 5-16,0 6 15,1 3-15,3 5 16,4 3-16,4 5 16,3 8-16,5 3 15,3-2-15</inkml:trace>
  <inkml:trace contextRef="#ctx0" brushRef="#br0" timeOffset="53132.51">13561 7900 0,'0'0'0,"0"0"16,-1 2-16,-2 9 15,-4 15-15,-3 8 16,1-3-16,1 2 16,1 0-16,3-4 15,0-5-15,1-9 16,-4-4-1</inkml:trace>
  <inkml:trace contextRef="#ctx0" brushRef="#br0" timeOffset="53449.71">13799 7668 0,'0'0'0,"0"2"0,0-2 16,1 15-16,2 9 15,2 10 1,1 7-16,-1 5 15,-7 1-15,-7 2 16,3-4 0,-2-12-1,5-13-15</inkml:trace>
  <inkml:trace contextRef="#ctx0" brushRef="#br0" timeOffset="53700.09">14025 7962 0,'0'0'0,"0"0"15,-1 2-15,-7 5 16,-7 12-16,-7 12 15,3 15 1,2 3-16,2-6 16,3-7-1</inkml:trace>
  <inkml:trace contextRef="#ctx0" brushRef="#br0" timeOffset="54149.41">14284 7756 0,'0'0'0,"3"-1"16,-3 1-16,16-5 15,2-1-15,3 7 16,3 11-16,-1 5 16,-3 7-16,-10 6 15,-4 3-15,-19 13 31,-10 2-15,5-9-16,1-10 16,8-15-16,4-5 15,5-9-15,-6 8 16,6-8-16,14 6 16,17 0-16,12-6 15,-6-7-15,1-2 16,1-2-1,-11-1-15</inkml:trace>
  <inkml:trace contextRef="#ctx0" brushRef="#br0" timeOffset="54885.07">14698 7534 0,'0'0'16,"2"-2"-16,-2 2 0,0 0 15,14-8 1,-2 3-16,7-1 16,7 2-16,3 0 15,-5 2-15,-3 1 16,-5 2-16,-6 2 16,-10-3-16,11 14 15,-11 1-15,-3 6 16,-6 5-16,-2-1 15,-5 1 1,-1 2-16,1-3 16,5-6-16,3-4 15,4 1-15,6 3 16,3 6-16,2-1 16,1-1-16,-3-6 15,-2 0-15,-8 4 16,-6 6-16,-1 3 15,1-6 1,-1-1-16,3-6 16,0 1-16,0 1 15,2-4-15,2 0 16,1-2-16,2 0 16,2 0-16,4 4 15,8 4-15,4 0 16,6 5-16,-2-6 15,-5-4-15,-2-3 16,-4-4 0,-3 1-16,-4 4 15,-7 7-15,-6 13 16,-8-2-16,-8 1 16,4-9-16,-4-11 15,0-1-15,-3-4 16,1-11-16,-6-2 15</inkml:trace>
  <inkml:trace contextRef="#ctx0" brushRef="#br0" timeOffset="60933.12">8087 8107 0,'0'0'0,"0"0"0,0 0 16,0 0-16,0 0 15,0 0 1,0 0-16,-1-1 15,1 1-15,0 0 16,0 0-16,0 0 16,0 0-16,0 0 15,0 0-15,0 0 16,0 0-16,0 0 16,0 0-16,0 0 15,0 0 1,0 0-16,0 0 15,0 0-15,-2 7 16,5 2-16,0 3 16,2 1-16,-1 3 15,2 0-15,-2-1 16,2-1-16,0 0 16,0-2-16,0 0 15,3-1-15,1 1 16,3-1-1,0 0-15,1-2 16,0-3-16,1-3 16,4-4-16,5-8 15,5-10-15,9-14 16,7-17-16,5-12 16,0-8-1,0-4-15,0-2 16,-3 1-16,-2 3 15,-5 8-15,-2 4 16,2 7-16,-2 8 16,-2 5-16,-2 4 15,-4 7-15,-4 6 16,-5 4-16,-4 5 16,-5 3-16,-3 3 15,-9 8 1,12-8-16,-12 8 15,0 0-15,0 0 16,0 0-16,0 0 16,9-6-16,-9 6 15,0 0-15,0 0 16,0 0-16,0 0 16,0 0-16,0 0 15,0 0 1,0 0-16,0 0 15,0 0-15,0 0 16,0 0-16,0 0 16,0 0-16,0 0 15,0 0-15,0 0 16,0 0-16,0 0 16,0 0-16,0 0 15,0 0-15,0 0 16,0 0-1,0 0-15,0 0 16,0 0-16,0 0 16,0 0-16,0 0 15,0 0-15,0 0 16,0 0-16,0 0 16,0 0-16,0 0 15,0 0-15,0 0 16,0 0-1,0 0-15,0 0 16,0 0-16,0 0 16</inkml:trace>
  <inkml:trace contextRef="#ctx0" brushRef="#br0" timeOffset="63582.81">13384 8394 0,'0'0'0,"0"0"16,0 0-16,0 0 16,0 0-16,0-2 15,0 2-15,0 0 16,0 0-16,0 0 15,0 0-15,0 0 16,0 0-16,0 0 16,0 0-1,0 0-15,0 0 16,0 0-16,0 0 16,0 0-16,0 0 15,0 0-15,0 0 16,0 0-16,0 0 15,0 0-15,0 0 16,0 0-16,0 0 16,0 0-1,0 0-15,0 0 16,0 0-16,0-469 16,0 938-16,0-469 15,0 0-15,0 0 16,0 0-16,0 0 15,0 0-15,0 0 16,0 0-16,0 0 16,0 0-1,0 0-15,0 0 16,0 0-16</inkml:trace>
  <inkml:trace contextRef="#ctx0" brushRef="#br0" timeOffset="64132.86">13823 8369 0,'0'0'0,"0"0"15,0 0-15,0-1 16,0 1-16,0 0 16,0 0-16,0 0 15,0 0-15,0 0 16,19-1-16</inkml:trace>
  <inkml:trace contextRef="#ctx0" brushRef="#br0" timeOffset="66233.22">13569 6794 0,'0'0'0,"0"0"0,0 0 16,0 0-16,0 0 15,0 0-15,3 0 16,-3 0 0,1 9-16,1 6 15,-2 6-15,-2 4 16,-2 2-16,0-3 15,0 1-15,0-4 16,1-4-16,-1-3 16,1-2-16,1-1 15,-1-1-15,0-3 16,1 1 0,0-2-16,2-6 15,-5 12-15</inkml:trace>
  <inkml:trace contextRef="#ctx0" brushRef="#br0" timeOffset="66633.32">13719 7053 0,'0'0'0,"0"0"0,0 0 16,0 0-16,0-2 16,0 2-1,0 0-15,0 0 16,0 0-16</inkml:trace>
  <inkml:trace contextRef="#ctx0" brushRef="#br0" timeOffset="67182.94">13883 6962 0,'0'0'0,"0"0"0,1-1 16,-1 1-16,0 0 15,17-11-15,-4 4 16,2 4-16,4 3 16,-1 2-1,-1 3-15,-4 3 16,-4 4-16,-4 2 15,-3 1-15,-6 4 16,-2 2-16,-5 1 16,-3 0-16,0-2 15,-1 1-15,2-3 16,2-2-16,3-4 16,2-3-1,1-3-15,5-6 16,-5 9-16,5-9 15,0 0-15,0 0 16,0 7-16,0-7 16,17 5-16,7-5 15,11 0-15,2-4 16,-8 1-16,0 0 16,-6-1-1,1-1-15,-2-1 16,-5 1-16,-4 2 15,-13 3-15,17-4 16,-17 4-16,9-1 16,-9 1-16</inkml:trace>
  <inkml:trace contextRef="#ctx0" brushRef="#br0" timeOffset="68282.98">14244 7070 0,'0'0'0,"0"0"0,1-2 16,-1 2-16,7-8 16,-7 8-16,11-11 15,-11 11 1,15-8-16,-15 8 15,20-1-15,-9 4 16,0 2-16,-3 2 16,0 1-16,-4 4 15,-3 7-15,-3 2 16,-5 4-16,-1-3 16,1-5-16,0-1 15,-1-3 1,0-2-16,1-1 15,-2 0-15,2-1 16,0-2-16,7-7 16,-6 6-16,6-6 15,0 0-15,0 0 16,0 0-16,0 0 16,0 0-1,0 0-15,0 0 16,0 0-16,10 0 15,-10 0-15,0 0 16,0 0-16,0 0 16,0 0-16,10-1 15,-10 1-15,0 0 16,0 0-16,12-5 16,-12 5-16,22-7 15,-3 2 1,4-1-16,2 0 15,1 1-15,-2 1 16,-4 1-16,-4 1 16,-4 0-16,-1 0 15,-11 2-15,16-2 16,-16 2-16,13 0 16,-13 0-16,0 0 15,0 0-15,12 2 16,-12-2-1,0 0-15,0 0 16,0 0-16,0 0 16,0 0-16,0 0 15,0 0-15,0 0 16,0 0-16,0 0 16,0 0-16,0 0 15,10 7-15,-10-7 16,0 0-1,0 0-15,0 0 16,0 0-16,0 0 16,0 0-16,9 7 15,-9-7-15,0 0 16,4 7-16,-4-7 16,5 6-16,-5-6 15,4 10-15,1-1 16,-1 0-16,0 3 15,-3-1 1,-6 3-16,-4 5 16,-7 0-16,-4 2 15,-4-7-15,-9-2 16,-3-2-16,2-5 16,5-1-16,12-2 15,3-2-15,2-1 16,12 1-1,-16-2-15,16 2 16</inkml:trace>
  <inkml:trace contextRef="#ctx0" brushRef="#br0" timeOffset="69032.8">14708 7011 0,'0'0'0,"0"0"16,0 0-1,0 0-15,0 0 16,5 5-16,4 2 16,4 6-16,7 6 15,3 1-15,2 1 16,1-3-16,-2-1 16,0-2-16,2-1 15,1-2-15,-2-2 16,-5-1-1,-4-2-15,-6-2 16,-10-5-16,14 7 16,-14-7-16,9 7 15,-9-7-15,5 8 16,-5-1-16,-4 6 16,-3 4-16,-3 1 15,-4-1-15,-3 2 16,-3 0-16,-2 1 15,4-2 1,4-6-16,3-2 16,2-2-16,2-1 15,7-7-15,-10 12 16,10-12-16,-4 9 16,4-9-16,-1 11 15,3-4-15,1 4 16,5 3-1</inkml:trace>
  <inkml:trace contextRef="#ctx0" brushRef="#br0" timeOffset="69399.38">15266 7076 0,'0'0'0,"0"0"15,0 0-15,0 0 16,0 5-1,0 5-15,0 5 16,0 8-16,0 0 16,0 1-16,0-2 15,0 1-15,2 4 16,0 4-16,1 0 16,-1-4-16,0-8 15,-1-4-15,0-2 16,1-2-16</inkml:trace>
  <inkml:trace contextRef="#ctx0" brushRef="#br0" timeOffset="69599.49">15402 7335 0,'0'0'0,"0"0"16,0 0-16,0 0 0,0 0 16,0 0-1,0 0-15,0 0 16,0 0-16,0 0 16</inkml:trace>
  <inkml:trace contextRef="#ctx0" brushRef="#br0" timeOffset="70532.57">15519 7127 0,'0'0'0,"0"0"0,2-2 16,-2 2-16,0 0 15,21-9 1,0 4-16,2 3 16,0 3-16,-1 2 15,2 4-15,-2 2 16,-3 0-16,-3 3 16,-5-1-16,-2 5 15,-3 1-15,-6 1 16,-3 6-16,-4 2 15,-5 6 1,-3 1-16,-3-6 16,2-4-16,1-5 15,0 2-15,1-4 16,-1 1-16,2-3 16,3-3-16,2-3 15,8-8-15,-7 8 16,7-8-16,0 0 15,0 0 1,19 7-16,2-6 16,7-2-16,1 0 15,5 1-15,3-1 16,-6 0-16,-5-1 16,-26 2-16,0 0 15,15 0-15,-15 0 16,15 0-16,-15 0 15,10 0 1,-10 0-16,0 0 16,11 0-16,-11 0 15,0 0-15,0 0 16,0 0-16,10 0 16,-10 0-16,0 0 15,0 0-15,0 0 16,0 0-16,0 0 15,0 0 1,0 0-16,0 0 0,10 0 16,-10 0-1,0 0-15,0 0 16,0 0-16,0 0 16,0 0-16,0 0 15,0 0-15,0 0 16,9 0-16,-9 0 15,0 0-15,0 0 16,0 0-16,0 0 16,0 0-1,0 0-15,0 0 16,0 0-16,0 0 16,10 0-16,-10 0 15,0 0-15,0 0 16,0 0-16,0 0 15,0 0-15,0 0 16</inkml:trace>
  <inkml:trace contextRef="#ctx0" brushRef="#br0" timeOffset="71566.28">13256 7439 0,'0'0'0,"0"0"16,6-3-16,8-4 15,17-3-15,12 1 16,7 4-16,2 2 15,1 3-15,5 3 16,1 0-16,5 2 16,1 0-1,0-1-15,4 2 16,0-2-16,4 1 16,10 1-16,-3 0 15,1 2-15,-4 2 16,-8 0-16,5 1 15,-4 0-15,3 1 16,1-1-16,-1 1 16,0-1-1,-3 0-15,2-4 16,-2 2-16,-1-1 16,1 0-16,-5 0 15,-7-2-15,0-1 16,-5-1-16,1-3 15,-1 0-15,9 0 16,-6-1-16,-5 0 16,-6 0-1,-33 0-15,6 0 16,2 0-16,-3 0 16,-3 0-16,-14 0 15,16 0-15,-16 0 16,0 0-16,11 0 15,-11 0-15,0 0 16,0 0-16,10 0 16,-10 0-1,0 0-15,0 0 16,0 0-16,0 0 16,0 0-16,0 0 15,0 0-15,10 0 16,-10 0-16,0 0 15,0 0-15,0 0 16,0 0-16,0 0 16,0 0-16,0 0 15,0 0 1,0 0-16,0 0 16,0 0-16,0 0 15,0 0-15,0 0 16,0 0-16,0 0 15,10 0-15,-10 0 16,0 0-16,0 0 16,0 0-1,0 0-15</inkml:trace>
  <inkml:trace contextRef="#ctx0" brushRef="#br0" timeOffset="73481.86">13357 7475 0,'0'0'0,"0"0"16,0 0-16,-2-1 15,2 1-15,0 0 16,0 0-16,-13-4 15,13 4-15,0 0 16,-12-8-16,12 8 16,-7-11-16,2 1 15,3-4 1,-3-8-16,2-6 16,3-1-16,2-3 15,3 4-15,-1-2 16,3 0-16,-1-1 15,0-4-15,0 2 16,0 1-16,-1 1 16,-1 4-16,-1 1 15,-3 1-15,0 3 16,0 1 0,-1 0-16,0 0 15,0 2-15,0-1 16,0 4-16,0 2 15,0 1-15,-1 1 16,1 1-16,-1 3 16,0-1-16,1 2 15,-1-1 1,1 1-16,0 0 16,-1-1-16,1 2 15,1 6-15,-3-11 16,3 11-16,-1-10 15,1 10-15,-1-11 16,1 11-16,-2-12 16,2 12-16,-1-12 15,0 6 1,0-2-16,0-1 16,0 0-16,1 0 15,-1 1-15,0 1 16,1 0-16,0 7 15,-2-11-15,2 11 16,-1-7-16,1 7 16,0 0-16,0 0 15,-2-7-15,2 7 16,0 0 0,14-7-16,1 1 15,8-1-15,3 3 16,4 0-16,8 1 15,4 3-15,3 0 16,3 5-16,1-1 16,7 0-16,2 1 15,4 0-15,2-1 16,2 2 0,2-2-16,-2 1 15,4 0-15,-2 0 16,-2-1-16,2 0 15,-4 0-15,-1 0 16,6 1-16,-3-2 16,1-1-16,3 1 15,-8-1 1,0-1-16,-1 1 16,-6-1-16,1 0 15,0 0-15,-3 0 16,0 0-16,-1-1 15,-3 1-15,-1 0 16,-1-1-16,-2 0 16,-2 0-16,0 0 15,4 0-15,-6 0 16,-4 0-16,-3 0 16,-7 0-1,-2 0-15,-25 0 16,0 0-16,11 0 15,-11 0-15,0 0 16,10 0-16,-10 0 16,0 0-16,0 0 15,0 0-15,9 0 16,-9 0 0,0 0-16,0 0 15,0 0-15,0 0 16,0 0-16,0 0 15,0 0-15,0 0 16,0 0-16,0 0 16,11 0-16,-11 0 15,0 0-15,0 0 16,0 0 0,0 0-16,0 0 15,0 0-15,0 0 16,0 0-16,0 0 15,9 0-15,-9 0 16,0 0-16,0 0 16,0 0-16,0 0 15,0 0 1,0 0-16,0 0 16,0 0-16,0 0 15,0 0-15,0 0 16,0 0-16,0 0 15,0 0-15,0 0 16,0 0-16,0 0 16,0 0-16,0 0 15,0 0-15,0 0 16,0 0-16,0 0 16,0 0-1</inkml:trace>
  <inkml:trace contextRef="#ctx0" brushRef="#br0" timeOffset="79532.97">10888 7352 0,'0'0'0,"0"0"16,-4-2-16,4 2 16,-5-7-16,1 1 15,-2-3-15,-1-1 16,0 1-16,0-3 16,-4 1-16,-3-1 15,-2 0-15,-3 0 16,-2 1-16,-1 1 15,0 2 1,0 0-16,-6 0 16,-6 0-16,-5 0 15,1 4-15,-2 2 16,1 2-16,-5 1 16,0 3-16,1-1 15,-2 3-15,0 0 16,0 0-16,1 2 15,1-2 1,4-1-16,1 2 16,3-3-16,1 1 15,1 0-15,0 1 16,2 2-16,1-1 16,3 0-16,3-1 15,3-1-15,-1 1 16,0 0-16,-1-2 15,0 1-15,1-2 16,0 0 0,1-1-16,-1 0 15,1 0-15,-3 0 16,-2-1-16,-1 1 16,-1-1-16,-1 1 15,0 0-15,0-1 16,1 1-16,1-1 15,0 2 1,-1 0-16,-4 2 16,1 1-16,2 0 15,2 1-15,0 2 16,1-1-16,-1 4 16,2 1-16,1 0 15,1 1-15,3 1 16,2 2-16,2 1 15,1 0 1,3 2-16,1 0 16,1 2-16,2 1 15,0 2-15,2 4 16,3 6-16,0 0 16,0 2-16,2-3 15,-2 5-15,1 3 16,0 1-1,0 0-15,0-3 16,-1 1-16,2-1 16,-2-2-16,2 0 15,1-2-15,2-1 16,0-3-16,2-1 16,2-1-16,4 1 15,2 0-15,1-4 16,5 5 15,5 1-31,6-1 16,-2-5-16,-2-8 15,-1-5-15,2-4 16,4 0-16,1-1 16,3-1-16,3 0 15,1 0-15,0 0 16,0-1-16,2-2 15,6 0-15,-3 0 16,-1 0 0,5 1-16,-1 0 15,3-1-15,-1 1 16,5-1-16,2 1 16,9 1-16,3-1 15,-9 0-15,4-4 16,0-3-16,-1 0 15,8-1-15,0-1 16,-8 1-16,6 1 16,3-2-1,0-1-15,15 0 16,-11-2-16,7 0 16,3-1-16,-1-4 15,4-1-15,-1-1 16,5-1-16,0 0 15,6-1-15,-12 3 16,2-1 0,-5 2-16,3 1 15,-6 0-15,16 3 16,-8 4-16,11 0 16,-7 1-16,-11 1 15,13 0-15,-17-1 16,10 2-16,-9-2 15,-4 1 1,7-1-16,-6 0 16,5 1-16,-7-2 15,-3 1-15,8-1 16,-6 0-16,10 0 16,-4 0-16,-5 0 15,6 0-15,-11 2 16,4 0-16,-11 3 15,-2-1-15,5 2 16,0-1-16,7-1 16,-2 1-1,-1 1-15,-9 0 16,-8 2-16,2 1 16,-2 1-16,-1-1 15,-1-1-15,-3 1 16,-1-1-16,0 1 15,-3-1-15,-1-1 16,-3-4-16,1-5 16,1-2-1,1-4-15,-4-3 16,0-1-16,1-5 16,-3-4-16,-3-4 15,-4-6-15,-4 0 16,-2-1-16,-4-4 15,0-1-15,-1-6 16,-1 1-16,0-3 16,-2 6-1,0 0-15,0 0 16,-3 4-16,0 2 16,-2 1-16,-1 0 15,-4 2-15,-5 0 16,-5 2-16,-4 1 15,-9-1-15,-8-1 16,-12 1-16,-7 2 16,-5 5-1,-6 4-15,-4 2 16,-11 2-16,-3 4 16,-4 1-16,-2 2 15,0 1-15,-10-1 16,6 3-16,-4 0 15,6 0-15,-3 1 16,2-2-16,-1 2 16,1-1-1,5-1-15,-10 0 16,0 1-16,-1-1 16,-4 3-16,-1 0 15,-2 1-15,0 3 16,-2 2-16,-4 3 15,4 2-15,2 0 16,-2 1-16,0-1 16,4 0-1,12-1-15,3 0 16,7-3-16,-10-1 16,7-1-16,6-2 15,0-1-15,12 0 16,-1-4-16,4 2 15,2-1-15,-2-1 16,4 0-16,2 0 16,2 0-1,2 0-15,2 1 16,5 0-16,2 1 16,0-1-16,2 1 15,0 1-15,1-2 16,1 3-16,-2 0 15,1 1-15,2 1 16,2-2-16,3 2 16,4 0-1,1 2-15,3-2 16,3 1-16,4 0 16,12-1-16,-15 0 15,15 0-15,0 0 16,0 0-16</inkml:trace>
  <inkml:trace contextRef="#ctx0" brushRef="#br0" timeOffset="82366.53">7246 7443 0,'0'0'0,"0"0"16,0 0-16,0 0 15,6 4-15,5 5 16,11 10-16,12 8 16,9 9-16,6 4 15,9 9-15,7 5 16,2 3-16,5 4 16,-1-1-16,-1-2 15,7-2 1,2-6-16,-1-2 15,3 3-15,-6-5 16,4 2-16,-4 2 16,-2 0-16,-3 1 15,-9-3-15,-6-4 16,-3 0-16,-7-7 16,-4 1-16,-7-7 15,-6-5 1,-4-4-16,-5-5 15,-3-1-15,-4-4 16,-4-4-16,-8-8 16,8 8-16,-8-8 15,0 0-15,0 0 16,0 0-16,0 0 16</inkml:trace>
  <inkml:trace contextRef="#ctx0" brushRef="#br0" timeOffset="83182.28">8424 7160 0,'0'0'0,"0"0"16,0 0-16,0 0 15,-4 5 1,-6 9-16,-16 22 15,-12 20-15,0 4 16,3 4-16,-3 9 16,-2 7-16,-3 3 15,-1 3-15,1-2 16,2-2-16,1-9 16,1-5-16,1-5 15,4-4 1,-1 0-16,4-8 15,4-4-15,4-7 16,4-8-16,4-5 16,5-5-16,2-5 15,3-4-15,1-4 16,1-2-16,3-7 16,-3 8-16,3-8 15,0 0-15,-2 7 16,2-7-1,0 0-15,0 9 16,0-9-16,0 9 16,0-9-16,0 0 15,0 7-15,0-7 16,0 0-16,-1 7 16,1-7-16,0 0 15,0 0 1,-3 7-16,3-7 15,0 0-15,-3 8 16,-2 5-16,-1 3 16,-1 2-16,0 1 15,-2 3-15,-1 0 16,-1 1-16,0-3 16,1-1-16,0-2 15,0-1-15,-1 2 16,-1 0-1,0-1-15,1-2 16,-1 0-16,5-8 16</inkml:trace>
  <inkml:trace contextRef="#ctx0" brushRef="#br0" timeOffset="87132.8">7093 5585 0,'0'0'0,"0"0"0,0 0 0,0 0 16,-1 2 0,0 5-16,-4 12 15,-1 12-15,-1 8 16,-1 9-16,1 4 15,0 0-15,0 2 16,0-1-16,1-2 16,-1-3-1,2-5-15,0-2 16,-1-5-16,2-6 16,0-5-16,2-11 15</inkml:trace>
  <inkml:trace contextRef="#ctx0" brushRef="#br0" timeOffset="87649.25">7055 5554 0,'0'0'0,"0"0"0,0-3 16,0 3-16,23-18 16,7 2-1,4 2-15,0 4 16,-2 5-16,-3 6 16,0 5-16,-5 2 15,-6 2-15,-3 1 16,-5 4-16,-5 6 15,-8 7-15,-10 11 16,-10 3-16,-8-1 16,-1-4-16,0-5 15,-1-3 1,4-4-16,2-8 16,3-1-16,6-5 15,5-4-15,13-7 16,-15 10-16,15-10 15,0 0-15,0 0 16,-9 7-16,9-7 16,12 18-16,6-2 15,9 1 1,-1-1-16,0-2 16,0 0-16,1-2 15,-3 1-15,-3-1 16,-1 0-16,-3 5 15,0 4-15,0 2 16</inkml:trace>
  <inkml:trace contextRef="#ctx0" brushRef="#br0" timeOffset="88149.1">7754 6143 0,'0'0'0,"0"0"15,0 0-15,-3 0 16,3 0-16,-16 19 16,-9 18-16,-7 11 15,5 1 1,3-4-16,3-2 16,1-8-16,3-4 15,4-6-15,3-6 16,3-5-16</inkml:trace>
  <inkml:trace contextRef="#ctx0" brushRef="#br0" timeOffset="88398.97">7967 5839 0,'0'0'0,"0"0"0,0-2 16,0 2-16,0 0 16,0 0-16,7 17 15,0 15-15,-7 17 16,-2 3 0,-7 6-16,-4-5 15,-2-6-15,-1-3 16,4-11-16,3-7 15,0-9-15</inkml:trace>
  <inkml:trace contextRef="#ctx0" brushRef="#br0" timeOffset="88949.03">7909 5825 0,'0'0'0,"1"-3"16,-1 3-16,10-17 16,10-3-16,14-4 15,3 4-15,2 7 16,-5 4 0,-1 5-16,-3 7 15,-3 5-15,-4 6 16,-5 2-16,-9 5 15,-7 8-15,-12 8 16,-12 7-16,-6 3 16,-6-2-16,4-8 15,3-6-15,6-10 16,6-5 0,4-6-16,4-3 15,7-7-15,-7 7 16,7-7-16,0 0 15,18 15-15,9-5 16,5 2-16,1-3 16,-5 0-16,-1 0 15,-5-1-15,-4 2 16,-4 6-16,-7 0 16,-6 0-1,-9 5-15,-15 1 16,-15 2-16,-6 1 15,-3-7-15,3-5 16,5-5-16,5-3 16,0-1-16,-11-8 15</inkml:trace>
  <inkml:trace contextRef="#ctx0" brushRef="#br0" timeOffset="89582.83">7173 6530 0,'0'0'0,"0"0"0,-3-1 15,3 1-15,0 0 16,-9 1-16,-1 8 16,-4 20-1,-7 18-15,2 12 16,5 4-16,-1 0 15,3 15 1,0-1 0,3-9-16,2-17 15,5-19 1,2-15-16</inkml:trace>
  <inkml:trace contextRef="#ctx0" brushRef="#br0" timeOffset="90116.03">7016 6637 0,'0'0'0,"3"-4"0,-3 4 16,28-19-16,8 4 15,6 6-15,1 7 16,-1 2-16,-3 6 16,-8 3-16,-5 2 15,-4 5-15,-6 5 16,-6 4-16,-7 6 16,-13 5-16,-5 4 15,-11 6 1,2-10-16,1-5 15,3-10-15,5-6 16,2-4-16,4-4 16,9-7-16,0 0 15,-8 7-15,8-7 16,11 9-16,4 2 16,8-1-1,6 1-15,2-2 16,-6-1-16,-9-4 15,-6 0-15,-10-4 16,5 15-16,-14-2 16,-9 4-16,-11 6 15,-11 0-15,-1 0 16,-1-3-16,5-5 16,8-5-16,8-3 15,-1-3 1</inkml:trace>
  <inkml:trace contextRef="#ctx0" brushRef="#br0" timeOffset="90482.34">7605 6815 0,'0'0'0,"5"1"15,-5-1-15,34 11 16,0 8-16,4 3 16,-5 3-16,-4-1 15,-7-2-15,-5-5 16,-6-2-16,-4-2 16,-4 1-1,-6 2-15,-10 6 16,-7 9-16,-12 5 15,-4 1-15,-1 0 16,3-2-16,-1 1 16,-3 3-16,2-1 15,9-5-15,16-20 32,11-13-32</inkml:trace>
  <inkml:trace contextRef="#ctx0" brushRef="#br0" timeOffset="91132.46">8021 6845 0,'0'0'0,"0"0"16,1 2-16,5 6 15,4 13-15,-2 15 16,-7 15-1,-6 9-15,-8 4 16,-1-6-16,0-12 16,3-10-16,0-9 15,1-7-15,0-7 16,4-5-16,6-8 16,0 0-16,-13-24 15,13-30 1,5-20-16,4 8 15,5-4-15,4 2 16,2 4-16,2 4 16,-1 18-16,2 5 15,0 10-15,6 9 16,0 3-16,0 7 16,-2 6-16,-3 6 15,-1 9-15,-6 0 16,-5 6-1,-7 3-15,-8 1 16,-11 8-16,-7 7 16,-10 0-16,-1-6 15,0-6-15,4-6 16,4-4-16,6-3 16,4-2-16,6 0 15,4 4-15,5 3 16,5 4-1,10 4-15,9 4 16,7-1-16,4-4 16,6-1-16,3-1 15,-2-3-15,-5-1 16,-8-5-16,1 1 16,-1-1-16,1 1 15,1 3 1,-10-3-16,-4-4 15</inkml:trace>
  <inkml:trace contextRef="#ctx0" brushRef="#br0" timeOffset="92432.78">8786 6620 0,'0'0'0,"-2"-3"16,2 3-16,-20-14 15,-6-3 1,-13-3-16,-8 2 16,-8 2-16,-6-1 15,-9 1-15,-9 1 16,-9 0-16,-7 1 16,-4 0-16,-2 1 15,3 2-15,7 0 16,4 2-1,10 1-15,7 1 16,7 1-16,4-1 16,6 3-16,-1 0 15,4 2-15,1 5 16,1 4-16,1 4 16,0 2-16,-2 5 15,0 4-15,1 5 16,4 0-1,6 1-15,8-1 16,5 1-16,4 0 16,4 3-16,4 4 15,3 5-15,2 4 16,3 5-16,2 6 16,3 5-16,5 4 15,5 5-15,3-2 16,5 0-16,16 23 31,11-13-15,9-8-16,8-14 15,-10-29-15,9 0 16,12-4-16,8-16 16,7 2-16,3-7 15,4-5-15,-5-2 16,-1-4-16,0 0 15,-4 2-15,2-2 16,1 1 0,-12 6-16,-4 2 15,-12 2-15,-6 1 16,-5 0-16,1 0 16,-3-1-16,-7-4 15,1-4-15,-4-8 16,5-17-16,-2-1 15,-7-14-15,-1-10 16,-4-13 0,5-17-16,-2-1 15,-1 1-15,-6 18 16,-1 4-16,-2 2 16,-4 7-16,-4 3 15,-6 3-15,-5 5 16,-9 1-16,-9 6 15,-6 6 1,-14 8-16,-25 11 16,-51 26-16</inkml:trace>
  <inkml:trace contextRef="#ctx0" brushRef="#br0" timeOffset="94016.1">6986 4123 0,'0'0'0,"-6"0"0,-5 4 0,-18 16 15,-8 10-15,6 4 16,5 0-16,6 0 15,4 3-15,4 6 16,5-1-16,3-4 16,6-8-16,6-2 15,4-4 1,3-4-16,0-4 16,-2-6-16,-2-2 15,-11-8-15,13 8 16,-13-8-16,10 9 15,-7 4-15,1 8 16,-1 12-16,-5 10 16,-3 6-1,-1-1-15,-1-4 16,3-8-16,1-8 16,4-7-16,5-4 15,2-5-15</inkml:trace>
  <inkml:trace contextRef="#ctx0" brushRef="#br0" timeOffset="94464.62">7170 4605 0,'0'0'0,"0"0"16,0 0-16,0-1 15,0 1-15,6-8 16,10-7 0,17-5-16,6 0 15,3 3-15,-1-1 16,-3 2-16,-1 1 16,-5 2-16,-1 0 15,-7-2-15,-3 3 16,-5-2-16,-3 3 15,-6 1-15,-3 1 16,-4-1 0,-2 0-16,-2 0 15,0 2-15,4 8 16,-8-10-16,8 10 16,0 0-16,0 0 15,0 0-15,0 0 16,0 0-16,7 16 15,6-1-15,2-2 16,0-2-16,-3-1 16,-1-1-1,-2-2-15,-2 2 16,-1 1-16,-2-4 16</inkml:trace>
  <inkml:trace contextRef="#ctx0" brushRef="#br0" timeOffset="94983.82">7869 4247 0,'0'0'0,"0"0"16,0 3-16,0-3 16,7 20-16,-1 5 15,0 7-15,-3 5 16,-2-2-16,-2-8 15,-2-4-15,-2-8 16,-1-5-16,0-4 16,6-6-1,-11-3-15,4-20 16,1-22-16,8-11 16,3 3-16,1 12 15,-1 13-15,-1 11 16,-3 7-16,3 4 15,-4 6-15,23-4 16,-3 7-16,2 6 16,3 3-1,2 1-15,0 0 16,-1 1-16,2-9 16,3-10-16,0-3 15,0-6-15,-5-1 16,-8 3-16,-5 3 15,-4 2-15,-9 7 16,17 0-16,-1 14 16,3 8-1,1 7-15,-2 4 16,-3 3-16,-3 2 16,-9-3-16</inkml:trace>
  <inkml:trace contextRef="#ctx0" brushRef="#br0" timeOffset="95466.28">7414 5004 0,'0'0'0,"0"0"0,6 0 0,17 0 15,23 2 1,12 2-16,1 0 16,-4 1-16,-4-1 15,-5-3-15,-6-4 16,-7-4-16,-4-2 15,-7 0-15,-6 1 16,-7 0-16,-9 8 16,11-9-16,-11 9 15,0 0-15,5-7 16,-5 7 0,0 0-16,-1-7 15,1 7-15,0 0 16,0 0-16,0 0 15,0 0-15,0 0 16,0 0-16,-3 15 16,3-3-16,0 2 15,0 1 1,0-4-16,0-1 16,0-10-16</inkml:trace>
  <inkml:trace contextRef="#ctx0" brushRef="#br0" timeOffset="96016.22">8028 4915 0,'0'0'0,"0"0"0,0 0 0,0 0 16,3 3-16,0 4 16,5 9-16,2 13 15,-2 12-15,-3 4 16,-2-4-16,-1-7 15,0-9-15,-1-7 16,-1-9-16,0-9 16,0 0-1,0 0-15,0 0 16,-3-25-16,1-17 16,0-4-16,1 2 15,0 3-15,-2 3 16,0 6-16,-1 6 15,1 9-15,3 5 32,10 1-32,16-4 15,13-3-15,-5 10 16,-5 3 0,-5 4-16,-7 2 15,-17-1-15,12 9 16,-14 4-16,-12 13 15,-2 2-15,-4-4 16,-1-3-16,3-4 16,3-4-16,7-6 15,8-7 1,-10 7-16,10-7 16,0 0-16,0 0 15,27 8-15,2-11 16,8-6-16,5-10 15,-2-12-15</inkml:trace>
  <inkml:trace contextRef="#ctx0" brushRef="#br0" timeOffset="96748.96">8673 3055 0,'0'0'0,"0"0"0,0 0 16,-2 6-16,-2 11 16,-5 16-1,2 6-15,-1-1 16,0-3-16,3-5 15,-1-5-15,3-8 16,-1-6-16,2-5 16,2-6-16,0 0 15,-14-8-15,4-22 16,3-21 0,8-9-16,2 4 15,3 12-15,0 13 16,-2 12-16,-2 7 15,-2 12-15,8-9 16,4 13-16,8 11 16,6 8-16,3 7 15,-1-1-15,-2-3 16,-3-6-16,1-9 16,2-6-1,-4-5-15,2-5 16,-2-6-16,-2-2 15,-2 1-15,-4 2 16,-2 2-16,-1 2 16,4 5-16,5 9 15,4 6-15,2 7 16,0 5 0,-5-3-16,-4-1 15,-3-3-15</inkml:trace>
  <inkml:trace contextRef="#ctx0" brushRef="#br0" timeOffset="97099.14">9238 2979 0,'0'0'0,"0"0"16,2 1-16,-2-1 15,29 12-15,8 3 16,2 0-16,-3 1 16,-5-2-16,-4 3 15,-7 1 1,-5 2-16,-7 2 15,-10 4-15,-12 9 16,-14 7-16,-12 6 16,-3 0-16,1-6 15,3-5-15,5-5 16,7-5-16,7-5 16,8-6-1</inkml:trace>
  <inkml:trace contextRef="#ctx0" brushRef="#br0" timeOffset="97566.21">9563 3085 0,'0'0'0,"0"0"0,0 0 15,1 2 1,7 7-16,7 16 15,1 13-15,-1 5 16,-2-1-16,-4-6 16,-3-5-16,-2-8 15,-2-10-15,-2-5 16,0-8-16,0 0 16,0 0-16,-11-16 15,0-17 1,1-9-16,0-3 15,2 6-15,4 7 16,1 7-16,3 6 16,0 5-16,2 2 15,4 1-15,9-2 16,8-1 0,13 2-16,2 3 15,0 3-15,-4 3 16,-4 1-16,-5 2 15,-5 1-15,-5 1 16,-15-2-16,12 6 16,-13 0-16</inkml:trace>
  <inkml:trace contextRef="#ctx0" brushRef="#br0" timeOffset="97732.61">9617 3225 0,'0'0'0,"0"0"15,0 0-15,7 1 16,12 2-16,17 1 16,10-1-16,1-2 15,-2-2-15,-2-3 16,-2-1-16,-1 0 16,2-3-1</inkml:trace>
  <inkml:trace contextRef="#ctx0" brushRef="#br0" timeOffset="98364.51">9559 2449 0,'0'0'0,"0"0"0,0 0 0,-1 3 0,-3 9 15,-5 23-15,-11 31 16,-4 12-16,2 4 16,-1 11-16,3-6 15,1 5-15,-2 3 16,1 4-16,-7 9 16,-7 5-16,-4 7 15,1-5 1,1-5-16,5-10 15,2-11-15,-2 21 32,10-25-32,5-15 15,7-23-15,4-27 16,2-8-16,1-3 16,1-2-16,1-7 15,-1 13-15</inkml:trace>
  <inkml:trace contextRef="#ctx0" brushRef="#br0" timeOffset="110982.08">11443 4273 0,'0'0'0,"0"0"0,0 0 0,0 5 15,2 1-15,2 9 16,3 9-16,2 5 15,3 8-15,-2-2 16,2 0-16,-1 0 16,0-2-16,-1-2 15,0 4 1,0-4-16,1-3 16,1-6-16,-1-7 15,2-6-15,12-4 16,14-11-16,12-8 15,8-15-15,0-8 16,3-9-16,3-7 16,0-2-16,2-1 15,-4 3-15,-2 3 16,-3 7 0,-4 8-16,12 1 31,-3 5-31,-7 9 15,-16 7-15,-20 6 16,-8 4-16,-12 3 16,16-4-16,-16 4 15,10-1 1,-10 1-16,0 0 16,0 0-16,0 0 15,0 0-15,0 0 16,0 0-16,0 0 15,0 0-15,0 0 16,0 0-16,9 6 16,-9-6-16,0 0 15,0 0 1,0 0-16,0 0 16,0 0-16,0 0 15</inkml:trace>
  <inkml:trace contextRef="#ctx0" brushRef="#br0" timeOffset="112448.96">5814 1378 0,'0'0'0,"0"0"0,0 2 16,1 4-16,1 15 15,2 17-15,-1 1 16,-1 4-16,1 4 16,-1 9-16,-1 0 15,0-4-15,-1-6 16,0 1-16,0 3 16,-1-5-1,0-4-15,0-5 16,-2 2-16,0-2 15,0-4-15,0-6 16,1-9-16,0-6 16,1-5-16</inkml:trace>
  <inkml:trace contextRef="#ctx0" brushRef="#br0" timeOffset="114414.57">4107 1999 0,'0'0'0,"0"0"0,0 0 16,0 0-16,3-2 16,-3 2-16,22-10 15,-3 1-15,4-2 16,5-1-16,1 1 16,0-1-16,4-1 15,-2 0-15,3-3 16,0-1-1,-3 0-15,3-2 16,-1 0-16,3 0 16,1-1-16,0-1 15,1 0-15,1 0 16,0-1-16,-1 1 16,-2 1-16,-3 1 15,3 1-15,0 0 16,1 1-1,-2 4-15,-2 2 16,-1-1-16,-1 0 16,-1 1-16,-2-1 15,0 0-15,0-1 16,-1-1-16,1-1 16,-1 1-16,1-1 15,3 1 1,-2 2-16,1 0 15,-1 3-15,-1 0 16,-1 0-16,3 0 16,-1 0-16,2 0 15,-1 1-15,-3-2 16,-2 2-16,-2-1 16,0-1-16,0 0 15,2-1-15,1-2 16,-3 1-1,-1 0-15,2 0 16,-1-1-16,2 0 16,3-1-16,-3 3 15,2-1-15,0 0 16,-1-1-16,4 0 16,-3 1-16,6-3 15,-1 1-15,3-1 16,0-1-1,-4 2-15,2 1 16,-4 0-16,0 1 16,1-1-16,2-1 15,-1 1-15,4 0 16,-1 0-16,-1 1 16,-2 1-16,-2 0 15,-2 1-15,0-1 16,0 0-1,-2-1-15,0 0 16,1 0-16,-2 1 16,1-1-16,-2 0 15,0 1-15,-3 1 16,0 1-16,-3 2 16,-5 2-16,-12 5 15,15-7-15,-15 7 16,0 0-16,10-3 15,-10 3 1,0 0-16</inkml:trace>
  <inkml:trace contextRef="#ctx0" brushRef="#br0" timeOffset="114866.12">6482 672 0,'0'0'0,"0"0"0,0 0 0,0 0 16,0 0-16,2 2 16,-2-2-16,25 14 15,-4 0-15,4-1 16,2-3-1,3-1-15,1-2 16,0-1-16,-1-2 16,-3 0-16,-3-2 15,-2 1-15,-4-1 16,-3 1-16,-1-2 16,-3 0-16,-11-1 15,17 5-15,-17-5 16,13 11-16,-6-3 15,-3 4-15,-2 5 16,-4 7 0,-7 10-16,-13 11 15,-11 13-15,-12 5 16,-10 4-16,-4 0 16,5-8-16</inkml:trace>
  <inkml:trace contextRef="#ctx0" brushRef="#br0" timeOffset="115832.45">7299 456 0,'0'0'0,"0"2"15,0-2-15,0 10 16,0 3-16,0 7 15,0 4-15,0 4 16,0 1 0,0 4-16,0 0 15,0 2-15,0-1 16,-2 2-16,2-1 16,-1 1-16,0 2 15,1-3-15,-1 1 16,0-1-16,0-1 15,0 0 1,0-2-16,1-3 16,-1-3-16,-1-5 15,2-5-15,0 1 16,2-4-16,2 0 16,5 1-16,8 2 15,13 0-15,21 1 16,18-7-16,12-3 15,8-9-15,0-4 16,3 0 0,2-2-16,5 0 15,-3-1-15,2-1 16</inkml:trace>
  <inkml:trace contextRef="#ctx0" brushRef="#br0" timeOffset="117132.27">4161 2089 0,'0'0'0,"0"0"0,0 0 16,0 0-16,0 0 15,12 2-15,21 1 16,19 5 0,7-1-16,7 1 15,5-1-15,4-4 16,3-1-16,0-2 16,4 0-16,2 0 15,6 0-15,1 0 16,1 0-16,2 0 15,1 0-15,-3 0 16,2 0-16,-2 0 16,-4 0-1,-3 0-15,-4 0 16,-4-2-16,-2 0 16,-8-2-16,3-1 15,-8 0-15,-3 1 16,-4 0-16,-8 1 15,-3 1-15,-7 0 16,-5 2-16,-4-2 16,-5 2-1,-3-2-15,-2-1 16,-4-1-16,-1-2 16,0 0-16,-2-3 15,-1 0-15,-3-1 16,0 1-16,-4-2 15,-1 0-15,-4-3 16,-4 0-16,-5-2 16,-6 0-1,-3 1-15,2 2 16,2 3-16,6 4 16,10 6-16,-13-9 15,13 9-15,0 0 16,0 0-16,0 0 15,-9-4-15,9 4 16,0 0 0,0 0-16,34 7 15,8 2-15,6 4 16,-5 2-16,-6 4 16,-7 0-16,-7 1 15,-7 5-15,-5 1 16,-7 2-16,-7 4 15,-8 1-15,-9 2 16,-5 0 0,-6-1-16,0-3 15,3-3-15,5-7 16,5-4-16,5-4 16,3-5-16,10-8 15</inkml:trace>
  <inkml:trace contextRef="#ctx0" brushRef="#br0" timeOffset="117865.59">7061 1805 0,'0'0'0,"0"1"0,0-1 16,0 28-16,0 13 16,-1 14-1,-4 0-15,-2-2 16,-3-3-16,0-8 16,-1-8-16,2-7 15,2-9-15,3-6 16,2-5-16,2-7 15,0 0-15,-10 4 16,1-18 0,-1-16-16,1-19 0,5-5 15,4 0 1,3 0-16,0 5 16,1 6-16,1 12 15,0 7-15,0 6 16,2 4-16,2 5 15,7 4-15,7 5 16,5 5-16,2 6 16,0 9-16,0 4 15,-1 1 1,-2-1-16,-6-5 16,-2-3-16,0-6 15,4-8-15,1-6 16,2-11-16,2-7 15,-3-5-15,-3-3 16,-7 3-16,-5 7 16,-3 6-16,-4 6 15,-3 8 1,0 0-16,0 0 16,10 4-16,3 16 15,-3 18-15,2 10 16,-4 2-16,-1-2 15,-1-4-15,-1-4 16,-2-7-16,1-6 16,3-7-1,0-7-15,1-4 16,4-9-16,4-11 16</inkml:trace>
  <inkml:trace contextRef="#ctx0" brushRef="#br0" timeOffset="118116.08">7783 1674 0,'0'0'0,"0"0"15,0 0-15,0 0 16,1 5-16,3 12 16,4 17-16,-2 12 15,-2 2-15,-4 1 16,-1-7-16,-2-5 15,2-3-15,0-5 16,0-5-16,2-5 16,2-2-16,6-4 15,6-1 1,10-2-16,8-2 16,6-7-16,2-8 15,0-7-15</inkml:trace>
  <inkml:trace contextRef="#ctx0" brushRef="#br0" timeOffset="118832.52">8206 1803 0,'0'0'0,"0"0"0,0 0 15,2 9-15,2 11 16,2 12-16,0 8 15,0-5-15,0 0 16,-1-4-16,0-3 16,-2-4-16,-1-6 15,-1-6-15,-1-6 16,0-6 0,0 0-16,-10 1 15,-1-8-15,-7-14 16,-3-9-16,1-11 15,1-5-15,3 2 16,7 3-16,2 5 16,4 1-16,2 1 15,2 5-15,3 3 16,4 4 0,6 4-16,8-3 15,7 3-15,4 4 16,0 4-16,1 6 15,-1 4-15,-2 4 16,-5 3-16,-6 1 16,-6 2-16,-4 6 15,-3-1-15,-6 4 16,-3 5 0,-4-3-16,-3 2 15,-1-3-15,0-5 16,1-1-16,2-1 15,0-3-15,2 1 16,3-1-16,2 3 16,5 6-16,8 5 15,7 4-15,7 0 16,8-1 0,5 0-16,3-2 15,2-1-15,-3-3 16,-4-3-16,-4-3 15,-4-1-15,-8-3 16,-4-4-16,-7-2 16,-11-5-16,0 0 15</inkml:trace>
  <inkml:trace contextRef="#ctx0" brushRef="#br0" timeOffset="120198.72">4342 2070 0,'0'0'0,"0"0"0,2 3 16,3 4-16,9 13 15,9 9-15,7 3 16,3 0 0,4-1-16,2-2 15,5 1-15,-1-4 16,-1-2-16,2 0 15,-2-5-15,3-2 16,2-3-16,3-3 16,2 0-16,0 0 15,2 1-15,-1-1 16,2 0 0,-1 3-16,-1-2 15,0 2-15,-2-2 16,0 1-16,0-1 15,-1-5-15,1 3 16,-2-5-16,-1-2 16,0-5-16,-1 2 15,1-1-15,-1 4 16,-2-1-16,-2 2 16,-3 0-16,5 2 15,1 1 1,-3 1-16,0-1 15,-4-1-15,3 2 16,-1-2-16,-1-2 16,-6 1-16,1-1 15,-2-1-15,1 0 16,-4 0-16,-3 0 16,-5-2-1,-4 1-15,-2 0 16,-5-1-16,-11-1 15,14 2-15,-14-2 16,0 0-16,0 0 16,12 1-16,-12-1 15,0 0-15,0 0 16,0 0-16,-7-9 16,-1-1-16,-2-3 15,-2-3 1,-1 3-16,1 0 15,2 2-15,1 3 16,3 2-16,6 6 16,-10-7-16,10 7 15,0 0-15,0 0 16,0 0-16,-7-8 16,7 8-16,0 0 15,0 0 1,0 0-16,19 0 15,1 1-15,5 3 16,-1 3-16,-2 1 16,-3 2-16,-3 0 15,-5 1-15,-3 1 16,-4 1-16,-3 4 16,-8 6-16,-9 4 15,-4 1 1,-5-1-16,5-8 15,2-5-15,4-4 16,2-2-16,12-8 16,-14 9-16,14-9 15</inkml:trace>
  <inkml:trace contextRef="#ctx0" brushRef="#br0" timeOffset="120648.61">7073 2377 0,'0'0'16,"0"0"-16,0 0 15,0 0-15,1 6 16,0 12-16,1 18 15,-4 10-15,-3 9 16,-3 7-16,-2 7 16,-1-3-16,-1-1 15,0-6-15,1-8 16,1-2-16,0-7 16,3-11-16,1-8 15,3-9-15,3-14 31</inkml:trace>
  <inkml:trace contextRef="#ctx0" brushRef="#br0" timeOffset="121015.91">6959 2636 0,'0'0'0,"0"-1"0,0 1 16,0-14-16,-3-5 15,1-2-15,0 0 16,0 2-1,2 0-15,3 0 16,3 0-16,5 0 16,5 2-16,6 0 15,6 4-15,2 2 16,1 3-16,-1 3 16,-2 4-16,2 6 15,-4 5 1,-2 5-16,-8 5 15,-7 2-15,-8 7 16,-10 6-16,-14 6 16,-10 6-16,-5-6 15,-2-4-15,6-9 16,6-9-16,8-5 16,6-6-16,14-8 15,-14 7-15,14-7 16,0 0-1</inkml:trace>
  <inkml:trace contextRef="#ctx0" brushRef="#br0" timeOffset="121466.1">7467 2555 0,'0'0'0,"0"0"0,0 0 15,0 0-15,0 4 16,-1 6-16,0 9 16,-7 10-16,-5 9 15,-2 4-15,-2 3 16,3-7-16,5-8 16,6-4-16,5-7 15,12-3 16,13-6-31,21-14 16,6-20-16,-12-11 16,-5-10-16,-6-2 15,-9 0-15,-11 8 16,-4 6-16,-5 7 16,-3 7-16,-2 8 15,1 2 1,2 9-16,-4-10 15,4 10-15,-24 2 16,-2 6-16,2 4 16,10-4-16,14-8 15,-4 7-15</inkml:trace>
  <inkml:trace contextRef="#ctx0" brushRef="#br0" timeOffset="122631.64">4731 2246 0,'0'0'0,"0"0"16,0 0-16,3 9 16,7 17-16,13 16 15,5 6-15,4 1 16,1 0-1,2 2-15,-1-1 16,-1 0-16,1-2 16,-2-1-16,-1-1 15,3-1-15,6-1 16,5-2-16,2-3 16,4-2-16,1-2 15,4-2-15,2-2 16,2-5-1,3-2-15,-2-4 16,1-2-16,-3-1 16,1-3-16,-1-1 15,-6-5-15,1 0 16,0-1-16,-2-2 16,-5 1-16,-4-1 15,-4 0-15,-3-1 16,-7-1-16,-9 0 15,-7-1-15,-13-2 16,14 1 0,-14-1-16,0 0 15,0 0-15,0 0 16,0 0-16,0 0 16,0-12-16,-7 0 15,0 0-15,0 2 16,1 2-16,6 8 15,-6-10 1,6 10-16,0 0 16,0 0-16,-5-6 15,5 6-15,0 0 16,18 3-16,2 0 16,3 4-16,-5-1 15,-3-1-15,-3 1 16,-12-6-1,16 11-15,-16-11 0,7 10 16,-5-2 0,-7 6-16,-6 8 15,-10 10-15,-3-2 16,2-6-16,5-6 16,4-4-16,6-5 15,7-9-15</inkml:trace>
  <inkml:trace contextRef="#ctx0" brushRef="#br0" timeOffset="123068.82">6639 3006 0,'0'0'0,"0"0"0,0 0 15,0 0-15,0 0 16,0 0-16,5 7 16,6 8-16,4 12 15,-5 10-15,-4 3 16,-3 2-1,-3 0-15,-3-2 16,1-4-16,0-2 16,0-4-16,1-3 15,0-4-15,4-4 16,6-4-16,5-2 16,9-4-16,10-8 15,11-4-15,9-11 16,1-4-16,-4-2 15,-3-2-15,-6 3 16,-5 2 0,-7 3-16,-8 4 15,-6 4-15,-15 6 16</inkml:trace>
  <inkml:trace contextRef="#ctx0" brushRef="#br0" timeOffset="124218.59">6024 3171 0,'0'0'0,"0"0"0,0 0 0,0 0 16,0 0 0,0 0-16,1 2 15,-1-2-15,-1 7 16,0 3-16,-1 5 16,-2 5-16,3 4 15,2 9-15,5 7 16,2 4-16,2 6 15,3 0 1,2 7-16,3 3 16,1 7-16,3 6 15,4 5-15,-2 0 16,-1-4-16,-1-1 16,0-2-16,-1-3 15,0-1-15,-2-2 16,2 0-16,3-3 15,5-7 1,5-8-16,4-9 16,3-5-16,3-8 15,2-5-15,3-13 16,-1-5-16,2-8 16,-6-10-16,-9 0 15,-5-2-15,-8 1 16,-5 1-16,-5 1 15,-6 0 1,-2 0-16,-5 2 16,-3 3-16,-3-2 15,-4 2-15,1 2 16,-1 3-16,11 5 16,-13-8-16,13 8 15,0 0-15,0 0 16,0 0-16,-7 10 15,9 0-15,1 7 32,1 19-17,-5 10-15,-6 3 16,-1-14-16,-3-4 16,-1 1-16</inkml:trace>
  <inkml:trace contextRef="#ctx0" brushRef="#br0" timeOffset="131298.81">8860 4609 0,'0'0'0,"0"0"0,0 0 0,3 0 16,-3 0-1,10 8-15,-1 0 16,1 12-16,-3 9 16,1 10-16,-3 0 15,-1 4-15,0-4 16,0-2-16,-1-3 15,4-6-15,3-4 16</inkml:trace>
  <inkml:trace contextRef="#ctx0" brushRef="#br0" timeOffset="131565.87">9196 4705 0,'0'0'0,"0"0"15,0 0-15,0 0 16,0 0-16,-1 3 16,-5 10-16,-6 12 15,-4 9-15,-2 2 16,3-2-16,-2-2 15,2-6-15,0-5 16,1-3-16,3-4 16</inkml:trace>
  <inkml:trace contextRef="#ctx0" brushRef="#br0" timeOffset="131716.87">8940 5005 0,'0'0'0,"0"0"15,0 0 1,0 0-16,-1 4 0,-1 8 16,-3 12-1,-3 13-15,1 7 16,1 3-16,5 1 16,1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8T11:58:08.922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11344 4632 0,'0'0'0,"0"0"0,0 0 0,0 2 15,0-2-15,0 0 16,0 0-16,0 0 16,16 9-16,17-1 15,18 2-15,2-1 16,1 0-16,-3 0 15,-4 3-15,-5 16 16,-7 9 0,-7 13-16,-5 17 15,-5 8-15,-6 16 16,-7 9-16,-10 7 16,-5 11-16,-3 1 15,-1 2-15,-2 3 16,2 2-16,-2 6 15,2 2-15,7 3 16,7 3-16,14 74 31,3-48-15,1 15-16,-3-68 16,-8-50-16,0-6 15,-3-18-15,-2-3 16,-12-5-16,-9-2 15,-9-3-15,-6-7 16,-17-3 0,-17 1-16,-22-3 15,-1-2-15,12-2 16,9-3-16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8T11:58:17.984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6108 2600 0,'0'0'0,"0"0"0,0 0 0,0 0 0,0 0 16,0 0-1,0 0-15,0 2 16,0-2-16,0 0 16,0 11-16,1-4 15,0 2-15,0 1 16,3 1-16,-1 0 15,2 0-15,2-1 16,9-4-16,16-8 16,36-27-16,24-27 15,12-13-15,-6-4 16,-2-2 0,-5 6-16,-4 0 15,-8 8-15,-7 7 16,-13 8-16,-13 10 15,-12 9-15,-10 8 16,-7 6-16,-7 5 16,-10 8-16,12-6 15,-12 6 1,0 0-16,0 0 16,9 0-16,-9 0 15,0 0-15,0 0 16</inkml:trace>
  <inkml:trace contextRef="#ctx0" brushRef="#br0" timeOffset="2918.05">9335 1900 0,'0'0'0,"0"0"15,0 0-15,0 0 16,0 0-16,0 0 16,0 0-16,0 0 15,0 0-15,0 1 16,0-1-16,0 0 16,7 10-16,0 3 15,5 5 1,3 4-16,4 3 15,3 3-15,4 3 16,1 4-16,3 1 16,0-2-16,1-2 15,0 0-15,0-3 16,-2-3-16,-4-5 16,-4-4-1,-3-3-15,-4-4 16,-4-2-16,-10-8 15,13 9-15,-13-9 16,0 0-16,10 5 16,-10-5-16,19-11 15</inkml:trace>
  <inkml:trace contextRef="#ctx0" brushRef="#br0" timeOffset="3251.21">9991 1876 0,'0'0'0,"0"0"0,0 0 16,0 0-16,0 2 16,-4 5-16,-3 12 15,-5 11-15,-1 6 16,-3 0-1,-1 1-15,2-1 16,-1-2-16,0-2 16,2-4-16,2 0 15,-1-3-15,1 0 16,1-2-16,1-1 16,0-1-16,2-4 15,1-1-15,2-4 16,2-5-1</inkml:trace>
  <inkml:trace contextRef="#ctx0" brushRef="#br0" timeOffset="3550.35">9765 2339 0,'0'0'0,"0"0"15,0 0-15,0 0 16,-1 3-16,-1 4 16,-1 6-16,-2 11 15,-3 9-15,-1 12 16,-2 4-16,2 5 16,-3 4-16,-1 0 15,-3 27 16,-2-1-31,3-15 16,4-14-16,4-23 16,6-10-16,4-2 15,1-4-15</inkml:trace>
  <inkml:trace contextRef="#ctx0" brushRef="#br0" timeOffset="4051.64">10224 2442 0,'0'0'0,"0"0"15,0 0 1,0 0-16,0 0 16,2 1-16,9 0 15,15 4-15,16 0 16,5-3-16,3-2 16,-2-2-16,0-1 15,-5-1-15,-1 0 16,-4 0-1,-6 2-15,-4 0 16,-7 2-16,-4 2 16,-7 0-16,-10-2 15</inkml:trace>
  <inkml:trace contextRef="#ctx0" brushRef="#br0" timeOffset="4267.71">10207 2883 0,'0'0'0,"0"0"0,0 0 0,2 0 16,-2 0-16,32-3 16,19 0-16,15-5 15,13-1 1,0-1-16,4 0 15,10-2-15,4 5 16,0 5-16</inkml:trace>
  <inkml:trace contextRef="#ctx0" brushRef="#br0" timeOffset="6050.32">11437 1820 0,'0'0'0,"0"2"16,0-2-16,0 24 15,0 14-15,-4 20 16,-3 17-16,-4 14 15,-7 17 1,-10 16-16,-6-4 16,-2 21-16</inkml:trace>
  <inkml:trace contextRef="#ctx0" brushRef="#br0" timeOffset="9667.69">12461 1897 0,'0'0'0,"0"0"0,0 0 16,7 4-16,9 3 15,10 5-15,-1 2 16,-6 4-16,-9 10 16,-8 4-16,-12 14 15,-20 10-15,-11-3 16,-9 4-16,2-8 16,8-4-16,4-5 31,18 0-16,17-10-15,8-5 16,9-10-16,11-4 16,17-6-16</inkml:trace>
  <inkml:trace contextRef="#ctx0" brushRef="#br0" timeOffset="9817.74">12838 2206 0,'0'0'0,"0"0"0,0 0 16,0 0-16,1 1 15,-1-1-15,10 13 16,10-5-16</inkml:trace>
  <inkml:trace contextRef="#ctx0" brushRef="#br0" timeOffset="10184.26">13307 2000 0,'0'0'0,"0"0"0,0 0 0,0 0 0,0 0 15,-3 2-15,3-2 16,-31 18-16,-5 2 15,-5 3-15,6-3 16,3 2-16,7 5 16,9 4-16,10 4 15,15 20 1,23 19 0,2-1-16,-7-29 15,-11-24 1,-4-1-16,-5-10 15,4 5-15,-10-7 16,-1-7-16,-11 7 16,-6-2-16,-5 3 15,-3-2-15</inkml:trace>
  <inkml:trace contextRef="#ctx0" brushRef="#br0" timeOffset="10416.76">13281 1918 0,'0'0'0,"4"-5"16,4-3-16,23-7 16,33 1-16,14 5 15,2 9-15,-6-1 16,-14 0-1,-10 0-15,-10-4 16,-14 2-16,-11 1 16,-15 2-16,0 0 15</inkml:trace>
  <inkml:trace contextRef="#ctx0" brushRef="#br0" timeOffset="10999.9">13660 2358 0,'0'2'0,"0"-2"0,0 0 0,0 0 0,2 13 16,3 0-1,7 26-15,6 18 16,-3-8-16,2-12 16,3-24-16,7-17 15,21-29-15,37-19 16,31-32-16,24-11 16,28-14-16,-1 5 15,64-7 16</inkml:trace>
  <inkml:trace contextRef="#ctx0" brushRef="#br0" timeOffset="12634.06">12317 2585 0,'0'0'0,"0"0"15,0-2-15,0 2 16,14-13-16,19 6 15,23 1-15,11 4 16,-10 15 0,-7-10-16,-2 6 15,-4-4-15,5 0 16,2 1-16,-2-1 16,-6-1-16,-4 0 15,-4-3-15,-6 0 16,-1 0-16,4 7 15</inkml:trace>
  <inkml:trace contextRef="#ctx0" brushRef="#br0" timeOffset="16217.28">11669 2542 0,'0'0'0,"0"0"15,0 0-15,0 0 16,0 0-16,-1 4 15,-1 10-15,-5 15 16,-6 17-16,-6 0 16,-6 6-16,-1-6 15,-3 1-15,-4-1 16,3-2-16</inkml:trace>
  <inkml:trace contextRef="#ctx0" brushRef="#br0" timeOffset="20234.02">3261 3338 0,'0'0'0,"0"0"15,0 0-15,0 0 16,0 0-16,0 0 15,0 0-15,0 2 16,0-2 0,0 0-16,0 0 15,11 4-15,-11-4 16,11 3-16,-11-3 16,16 4-16,-6 0 15,1 0-15,0 0 16,-1-1-16,0 1 15,1-1 1,2 1-16,1 2 16,1-2-16,2 2 15,1 0-15,1-1 16,0 1-16,-1-1 16,0-1-16,0-1 15,0 0-15,0-1 16,2 0-16,1 1 15,1 0-15,1-1 16,-4 0 0,1 0-16,0-1 15,-2 0-15,1-1 16,2 1-16,0 0 16,0 0-16,0 0 15,2 0-15,5 0 16</inkml:trace>
  <inkml:trace contextRef="#ctx0" brushRef="#br0" timeOffset="22950.98">13584 2975 0,'0'0'0,"0"0"0,0 0 16,0-1-16,0 1 16,0 0-16,0 0 15,-4-7-15,-6 3 16,-25-1-16,-20 1 15,5 5-15,6 5 16,8 3-16,4 1 16,7-1-1,3 0-15,4 1 16,4 4-16,3 1 16,3 2-16,7 4 15,11 5-15,11 4 16,18 4-16,5 2 15,4-1-15,1-2 16,-6-5-16,0-1 16,-9-5-16,-8-5 15,-8 0-15,-12 0 16,-10 2 0,-16 5-16,-28 4 15,-16 0-15,-9-7 16,8-10-16,9-2 15,6-13-15,11-1 16,9 0-16,5-3 16,7 1-16,-5 0 15</inkml:trace>
  <inkml:trace contextRef="#ctx0" brushRef="#br0" timeOffset="24084.3">13190 3756 0,'0'0'0,"0"2"0,0-2 15,-3 18-15,-12 11 16,-13 16-16,-6 0 15,-3 5-15,1-5 16,-2 2-16,4-6 16,2-2-16,6-5 15,3-6-15,3-3 16,6-8 0,6-6-16,2-2 15,6-9-15,-7 7 16,7-7-16,0 0 15,0 0-15,-14-10 16,9-1-16,0 0 16,2 2-16,3 9 15,-3-10-15,3 10 16,0 0 0,-1-6-16,1 6 15,0 0-15,0 0 16,4 7-16,1 5 15,3 5-15,1-1 16,2-2-16,1-3 16,0-1-16,-1-4 15,0 0 1,-11-6-16</inkml:trace>
  <inkml:trace contextRef="#ctx0" brushRef="#br0" timeOffset="24617.86">12558 4430 0,'0'0'0,"0"0"16,0 0-16,0 0 15,1 2-15,-1-2 16,6 13-16,3 6 16,3 7-16,4 8 15,-1-6-15,-2-5 16,4-1-16,2-2 16,6 8-1,2-1-15,-8-6 16</inkml:trace>
  <inkml:trace contextRef="#ctx0" brushRef="#br0" timeOffset="24866.59">12787 4520 0,'0'1'0,"0"-1"16,0 0-16,0 0 16,-10 15-16,-6 10 15,-1 9-15,-2 5 16,1 1 0,2-7-16,-4 7 15,9-17-15,1 2 16,3-3-16,4-5 15</inkml:trace>
  <inkml:trace contextRef="#ctx0" brushRef="#br0" timeOffset="25168">12996 4628 0,'0'3'0,"0"-3"0,0 0 0,5 7 16,-5-7-16,30-3 15,5-4-15,1-1 16,-1-1-16,6 7 16,2 9-1,0-3-15,-3 0 0,-9 0 16,-2-2-1,-3 0-15,-3 0 16,1-9-16,-5-5 16,-8 6-16</inkml:trace>
  <inkml:trace contextRef="#ctx0" brushRef="#br0" timeOffset="25484.02">13287 4509 0,'0'0'0,"0"0"0,0 0 0,0 0 0,0-2 16,0 2-16,0 0 16,0 0-16,10 5 15,8 4 1,7 6-16,5-1 15,-1 0-15,-5-3 16,-5-3-16,-3-1 16,-16-7-16,12 10 15,-12 5-15,-12 9 16,-11 15-16,-17 4 31,-2 4-15,10-16-16</inkml:trace>
  <inkml:trace contextRef="#ctx0" brushRef="#br0" timeOffset="25949.71">13822 4469 0,'0'0'0,"0"0"0,0 0 16,0 0-16,1 1 16,-1-1-16,20 20 15,6 2-15,5 4 16,4 0-1,-1-2-15,1-3 16,-4-5-16,-5-2 16,-1-2-16,-1 0 15,-4-3-15</inkml:trace>
  <inkml:trace contextRef="#ctx0" brushRef="#br0" timeOffset="26216.77">14232 4494 0,'0'0'0,"0"0"16,0 0-16,0 0 15,-2 3 1,-4 4-16,-7 10 15,-8 9-15,-1 2 16,0 1-16,2-1 16,1 0-16,0-1 15,2-1-15,4-7 16,3-2-16,10-17 31</inkml:trace>
  <inkml:trace contextRef="#ctx0" brushRef="#br0" timeOffset="26417.29">14030 4744 0,'0'0'0,"0"0"0,0 0 15,0 0-15,0 3 16,0-3-16,2 21 16,1 5-16,-2 7 15,-2 4-15,-4 0 16,-3 5-16,-3 0 15,-3 1 1,0-3-16,1-7 16,1-3-16,2-2 15</inkml:trace>
  <inkml:trace contextRef="#ctx0" brushRef="#br0" timeOffset="27534.32">14413 4157 0,'0'0'0,"-1"-2"16,1 2-16,-16-10 16,-10 0-16,-15 1 15,-10 6-15,-2 7 16,2 7-16,-3 8 16,-5 5-16,-4 8 15,-6 8-15,2 6 16,1 5-16,9 3 15,6 3 1,5 4-16,6 5 16,7 5-16,8 3 15,8-4-15,16 45 32,10-9-32,17 0 15,5-20-15,0-41 16,3-6-1,9-2-15,11-13 16,8-7-16,14-7 16,-5-19-16,1-9 15,8-22-15,1-5 16,18-14-16,-11-5 16,-8-8-16,-7-6 15,-16-1-15,-9 7 16,-11 1-16,-14-3 15,-9 4-15,-10 3 16,-12 7 0,-11 6-16,-6 5 15,-6 9-15,-1 7 16,3 8-16,4 9 16,9 5-16,6 5 15,10 6-15,-11 0 16,11 0-16,-7 10 15,10 0 1</inkml:trace>
  <inkml:trace contextRef="#ctx0" brushRef="#br0" timeOffset="27851.1">14971 4422 0,'0'0'0,"0"0"16,0 0-16,3 5 15,7 12-15,5 16 16,0 14-16,-1 1 15,-3-5 1,-2-10-16,5-9 31,34-12-31,60-33 16,37-45-16,-18-17 16,59-9-16,156-139 15</inkml:trace>
  <inkml:trace contextRef="#ctx0" brushRef="#br0" timeOffset="28751.36">12750 4684 0,'0'0'0,"0"0"0,0 0 16,0 0 0,1 3-16,4 8 15,9 16-15,6 15 16,0 4-16,0-2 16,0-4-16,0-6 15,-1-4-15</inkml:trace>
  <inkml:trace contextRef="#ctx0" brushRef="#br0" timeOffset="30416.73">3367 3429 0,'0'0'0,"0"0"15,0 0-15,0 0 16,0 0-16,0 0 15,0 0-15,5 0 16,-5 0-16,23 2 16,-3 0-16,7 0 15,2-1 1,1 1-16,2-1 16,5 0-16,-3-2 15,-1 0-15,-5-1 16,-3-1-16,-1-1 15,-3 0-15,0-1 16,-3 1-16,1 0 16,1 0-16</inkml:trace>
  <inkml:trace contextRef="#ctx0" brushRef="#br0" timeOffset="31751.01">4098 3446 0,'0'0'0,"0"0"0,0 0 16,0 0 0,0 0-16,0 0 15,0 0-15,5 0 16,6 0-16,12 0 15,7 0-15,3 0 16,5 0-16,2 0 16,4 0-16,0 0 15,-2 0-15,-3 0 16,-2 0 0,0 0-16,0 0 15,0 0-15,-5 0 16,-2 0-16,0 1 15,0 1-15,-1-1 16,-2 0-16,-7 1 16,-3 0-16,-3 0 15,-1-2-15,-13 0 16,16 2 0,-16-2-16,0 0 15,12 2-15,-12-2 16,0 0-16,19 4 15,-1-1-15</inkml:trace>
  <inkml:trace contextRef="#ctx0" brushRef="#br0" timeOffset="33699.55">5595 3499 0,'0'0'0,"0"0"15,0 0-15,0 0 16,0 0-16,8 1 16,11 1-16,15 1 15,7-1-15,5-2 16,0-2-16,6-3 16,4-2-16,6 0 15,4-1 1,5 1-16,7-2 15,0 1-15,9 1 16,-2 2-16,1 0 16,0 1-16,-3 0 15,0 2-15,-4 0 16,-4 0-16,0 1 16,-4-1-16,2 0 15,-5 1 1,-3-1-16,-3-1 15,-3 1-15,-4-2 16,-4 0-16,-5 1 16,-7 1-16,-5 0 15,-1-1-15,-2 1 16,0 2-16</inkml:trace>
  <inkml:trace contextRef="#ctx0" brushRef="#br0" timeOffset="53784.31">12251 5117 0,'0'0'0,"0"0"0,0 0 16,0 0-16,0 0 16,0 0-16,0 0 15,0 0-15,8 0 16,7 0-16,8 0 15,3 0-15,1 0 16,3 0 0,6 0-16,6 0 15,2-1-15,-1 0 16,2-1-16,5 0 16,-1 1-16,3 0 15,0-1-15,0 0 16,-2 1-16,-2-1 15,0 1-15,0-2 16,-1-3-16,-6 0 16,-3-3-1,0-4-15,-3-1 16,-4-3-16,-3-2 16,-4-1-16,-3-4 15,-4-1-15,-2-5 16,-4-3-16,-3-5 15,-1-3-15,-4-3 16,-1-5 0,-1 0-16,-1-3 15,0 1-15,-2 0 16,0 4-16,-3 3 16,0 5-16,-3 3 15,-3 3-15,-5 4 16,-4 4-16,-9 3 15,-6 3-15,-9 1 16,-4 3-16,-4 3 16,-3 1-1,-6 2-15,0 2 16,1 3-16,1 2 16,8 0-16,3 0 15,5 1-15,4 1 16,0 0-16,5 0 15,4 2-15,3 0 16,4 1 0,-1 3-16,1 2 0,-1 1 15,3 3 1,-5 4-16,2 5 16,-1 6-16,-1 8 15,0 7-15,3 11 16,3 3-16,2 4 15,4 3-15,0-3 16,2 3-16,5-4 16,0-1-16,2-4 15,0-9 1,1-2-16,0-3 16,-1-3-16,-2-5 15,0-2-15,1-7 16,2-3-16,0-4 15,1-4-15,1-3 16,2-9-16,-2 10 16,2-10-16,0 0 15,0 0 1,0 0-16,-2 6 16,2-6-16,0 0 15,0 0-15,0 0 16,0 0-16,0 0 15,0 0-15,0 0 16,0 0-16,0 0 16,0 0-16,0 0 15,0 0-15,-4 6 16,4-6 0,0 0-16,0 0 15,0 0-15,0 0 16,0 0-16,0 0 15,0 0-15,0 0 16,0 0-16,0 0 16,0 0-16,0 0 15,0 0-15,-2 7 16,2-7 0,0 0-16,0 0 15,0 0-15,0 0 16,0 0-16,0 0 15,0 0-15,0 0 16,0 0-16,0 0 16,0 0-16,0 0 15,0 0-15,0 7 16,0-7 0,0 0-16,0 0 15,0 0-15,0 0 16,0 0-16,0 0 15,0 0-15,0 0 16,0 0-16,0 0 16,0 0-16</inkml:trace>
  <inkml:trace contextRef="#ctx0" brushRef="#br0" timeOffset="56316.49">6690 4100 0,'0'0'0,"7"-1"0,7-2 16,24-7-16</inkml:trace>
  <inkml:trace contextRef="#ctx0" brushRef="#br0" timeOffset="57366.77">8980 4058 0,'0'0'0,"0"0"16,7-4-16,14-4 15,23-5-15,19 2 16,2 5-16,2 1 16,0 4-16,-6 1 15,-5 1-15,-5 2 16,-8 1-1,-5 2-15,-7 5 16,-4-1-16,-3 5 16,-4 7-16,-2 7 15,-4 8-15,-5 5 16,-4 9-16,-6 6 16,-2 3-16,-5 6 15,-1-2-15,-1 2 16,0 1-16,-1 1 15,1 3 1,3 3-16,7 1 16,1 0-16,5 2 15,0-1-15,0-3 16,2-1-16,-2-6 16,0-3-16,1-9 15,-1 13 1,0-4-1,0-7 1,-3-11-16,-2-23 16,-2-8-16,-1-2 15,-6-3-15,-12 0 16,-11 5-16,-17-2 16,-12-2-16,-8-3 15,-12-2-15,-13 1 16,-7 3-16</inkml:trace>
  <inkml:trace contextRef="#ctx0" brushRef="#br0" timeOffset="59966.95">3455 5111 0,'0'0'0,"0"0"15,0 0-15,0 0 16,0 0 0,4 0-16,6 0 15,7 0-15,4-1 16,1-2-16,0 0 16,-2-1-16,2 0 15,2 0-15,-1 0 16,2 0-16,-2 0 15,2 0-15,1 0 16,-2 0 0,3 0-16,-2 2 15,0 2-15,2 1 16,-2 0-16,0 0 16,0 0-16,-2-1 15,0 0-15,0 0 16,0 0-16,0 0 15,0 0-15,2 0 16,0 0-16,1 0 16,2 0-1,0 1-15,1-1 16,0 0-16,0 0 16,2 0-16,-1 0 15,2 0-15,2 0 16,0 0-16,-2 0 15,2-1-15,0-1 16,3 0 0,1 0-16,2-2 15,-3 1-15,0 0 16,1-2-16,0 3 16,1-3-16,-4 2 15,-2 0-15,2-1 16,-2 2-16,1 1 15,0 4-15,-2-2 16,-1 2-16,2-2 16,-1 2-1,0-2-15,0 1 16,-2 0-16,-1 0 16,-2 0-16,-3 1 15,3 0-15,-4 1 16,1-1-16,0 0 15,1 0-15,0 1 16,4 0-16,-2 0 16,-1-1-1,0 1-15,1-2 16,1 0-16,-3-1 16,2 0-16,-2 0 15,1-1-15,1-2 16,1-1-16,-3 1 15,2-1-15,-1 0 16,3 1 0,1-1-16,-2-1 15,4-2-15,-4 2 16,0 1-16,3-2 16,-1 0-16,-1 0 15,-3 1-15,0 0 16,0 0-16,-3 0 15,0 1-15,-7-2 16,0 2 0,-2 0-16,-1 0 15,-1 1-15,0 0 16,3-1-16,6-1 16,6 2-16,9 1 15</inkml:trace>
  <inkml:trace contextRef="#ctx0" brushRef="#br0" timeOffset="62400.67">6900 5128 0,'0'0'0,"0"0"0,0 0 16,0 0-16,0 0 16,0 0-16,0 0 15,0 0 1,0 0-16,0 0 16,0 0-16,0 0 15,0 0-15,0 0 16,0 0-16,0 0 15,0 0-15,0 0 16,3 0-16,-3 0 16,12-2-16,1 1 15,0-1-15,3 0 16,2 1-16,1 0 16,3 1-1,-1 1-15,2 0 16,-3 0-16,-1 1 15,-3 0-15,0-1 16,0 0-16,2 2 16,2 0-16,3 1 15,1 0-15,0 1 16,0-2 0,0 2-16,5 0 15,2-2-15,1-2 16,1-3-16,-5-2 15,0-1-15,-4 0 16,-3 0-16,-2 0 16,-4 1-16,-3 1 15,-12 3-15,14-4 16,-14 4-16,0 0 16,0 0-1,11-4-15,-11 4 16,0 0-16,0 0 15,13-1-15,-1 2 16</inkml:trace>
  <inkml:trace contextRef="#ctx0" brushRef="#br0" timeOffset="69499.59">9516 5410 0,'0'0'0,"0"0"0,0 0 0,1-3 16,-1 3-16,16-13 15,5 1-15,16-1 16,5 1-16,4 1 16,5 1-16,-2 3 15,3 0-15,-3 3 16,-1-1 0,0 3-16,-4 1 15,-1 2-15,1 1 16,0 3-16,0-1 15,-1 3-15,0 0 16,-4 0-16,3 0 16,-2 1-16,-2-1 15,-3 3-15,1 0 16,0 0 0,-1 2-16,-1 0 15,1-1-15,-1 1 16,4 2-16,0 0 15,4 0-15,-3 0 16,-3-1-16,-1-1 16,-1 0-16,3 0 15,-2 1-15,1 2 16,-4-2 0,2 2-16,-2-1 15,-1 1-15,-3-3 16,-1 0-16,0 1 15,1 0-15,1-1 16,-1-1-16,-1-1 16,-3-3-16,3 1 15,-2-1-15,-1-1 16,-1 0 0,-2 1-16,3-1 15,-1 1-15,1-1 16,-2 0-16,-4 0 15,-2 0-15,-1 0 16,0 0-16,-2-1 16,0 1-16,-1-1 15,0 3-15,-1-2 16,-11-6 0,14 8-16,-14-8 15,0 0-15,0 0 16,10 7-16,-10-7 15,0 0-15,0 0 16,6 7-16,-6-7 16,0 0-16,0 0 15,6 7 1,-6-7-16,0 0 16,6 6-16,-6-6 15,0 0-15,0 0 16</inkml:trace>
  <inkml:trace contextRef="#ctx0" brushRef="#br0" timeOffset="69950.67">11585 5609 0,'0'0'0,"0"0"0,0 0 16,0 0-16,0 0 15,0 0-15,3 2 16,-3-2-16,11 13 15,-1-2-15,4 2 16,1 0-16,1 1 16,0 1-16,-2-4 15,-1-1-15,-3-1 16,0 0-16,-3-3 16,0 0-1,-7-6-15,12 11 16,-12-11-16,7 11 15,-5-3-15,-1 3 16,-7 7-16,-14 7 16,-23 10-16,-26 8 15,-25 1-15,-9 3 16</inkml:trace>
  <inkml:trace contextRef="#ctx0" brushRef="#br0" timeOffset="71799.13">12470 5703 0,'0'4'0,"0"-4"0,0 7 15,0-7-15,0 0 16,0 0-16,-1 8 16,1-8-16,0 0 15,0 0-15,-2 9 16,-1 0-16,0 2 16,0 1-16,0-3 15,0 0-15,0 0 16,0 4-1,-2 4-15,-1 0 16,1 0-16,0 1 16,0 1-16,-1 3 15,-1 3-15,0 3 16,-2 6-16,1 3 16,1 1-16,1 0 15,0 3-15,1 1 16,0 0-1,0-3-15,0-2 16,1-6-16,3-4 31,2-8-31</inkml:trace>
  <inkml:trace contextRef="#ctx0" brushRef="#br0" timeOffset="72367.6">12347 5761 0,'0'0'0,"0"-2"16,0 2-16,3-11 0,3-2 15,6-2 1,8 0-16,9 2 16,6 3-16,2 3 15,-2 6-15,-1 4 16,0 5-16,-4 3 16,-3 2-16,-5-1 15,-5 3-15,-1 4 16,-6 1-1,-4 3-15,-8 3 16,-9 2-16,-10 0 16,-9-1-16,-7-4 15,-3-1-15,3-5 16,7-4-16,11-5 16,5-1-16,14-7 15,-14 6-15,14-6 16,0 0-16,0 0 15,0 0 1,-7 8-16,12 2 16,6 8-16,10 4 15,5 4-15,-1-2 16,1 0-16,0 1 16,-3-2-16,0 2 15,0-2 16</inkml:trace>
  <inkml:trace contextRef="#ctx0" brushRef="#br0" timeOffset="73135.42">12866 6102 0,'0'0'0,"-1"-4"0,1 4 15,-8-12-15,0 3 16,1 3-16,-5 1 15,-6 5 1,-8 7-16,-3 6 16,0 5-16,4 5 15,4 0-15,6-3 16,6-1-16,7-2 16,3-2-16,2-3 15,7-6-15,6-4 16,6-5-16,2-4 15,-4-1 1,-2-3-16,-5 0 16,-3 1-16,-3 2 15,-7 8-15,9-10 16,-9 10-16,0 0 16,13 2-16,-6 8 15,3 6-15,0 4 16,0-2-1,-2 0-15,2-1 16,3-5-16,3-5 16,2-4-16,3-6 15,1-5-15,0-2 16,-3-3-16,-3-1 16,-2 2-16,-4 2 15,-2 4-15,-8 6 16,0 0-16,0 0 15,9 0 1,-6 14-16,-3 12 16,-3 2-16,-3 1 15,0-4-15,-1-5 16,-1-5-16,3-6 16,1-2-16,4-7 15,0 0-15,0 0 16,0 0-16,-5-24 15,14-23 17,4-22-32,-3 15 15,-1 4-15,-5 24 16,-1 13-16,-1 3 16,0 4-16,-2 6 15,1-9-15,-1 9 16,0 0-16,0 0 15,0 0 1</inkml:trace>
  <inkml:trace contextRef="#ctx0" brushRef="#br0" timeOffset="73567.16">13152 6095 0,'0'0'0,"0"0"15,0 0-15,0 0 16,0 0-16,2 5 15,3 6-15,3 10 16,0 7 0,-3 4-16,-4-1 15,-1 1-15,0-1 16,-1-2-16,0-2 16,0-8-1,2-7 1,2-3-16,-3-9 15,22 2-15,2-10 16,2-10 0,-2-7-16,-2-2 15,-6 3-15,-5 5 16,-5 9-16,-2 2 16,-4 8-16,3-7 15,-3 7-15,0 0 16,4 10-16,0 5 15,0 8-15,-3 3 16,-2 1 0,-1-6-16,0-4 15,2-6-15,-1 3 16</inkml:trace>
  <inkml:trace contextRef="#ctx0" brushRef="#br0" timeOffset="74017.07">13802 5898 0,'0'0'0,"0"0"15,-2 4-15,-3 11 16,-9 24-16,-8 20 15,-2 8 1,-2 1-16,-2 4 16,4-6-16,-1 1 15,-6 26 1,-3 16 0,15-49-16,-4 14 15,8-27-15,10-29 16,-8 19-16,6-15 15,7-22-15,0 0 16</inkml:trace>
  <inkml:trace contextRef="#ctx0" brushRef="#br0" timeOffset="74716.8">14079 6450 0,'0'0'0,"0"0"16,0 0-16,0 0 15,0 0-15,-2-2 16,2 2 0,-13-3-16,13 3 15,0 0-15,0 0 16,-2-7-16,2 7 16</inkml:trace>
  <inkml:trace contextRef="#ctx0" brushRef="#br0" timeOffset="76285.25">13996 6299 0,'0'0'0,"0"0"0,0 0 16,0 0-16,-2 1 16,2-1-16,-6 8 15,-4 4-15,0 8 16,-1 7-16,0 2 15,-1 4-15,4 7 16,1-3-16,4-6 31,1-12-31,1-8 16,1-11 0,-1 8-16,1-8 15,0 0-15,0 0 16,8-14-16,0-8 15,-4-7-15,0-1 16,-2 3-16,1 6 16,-1 0-16,1 2 15,-1 2-15,3 2 16,0 3 0,2 4-16,3 3 15,3 2-15,4 5 16,2 6-16,1 4 15,2 9-15,-1 1 16,-1 3-16,-2-1 16,-5-6-16,-2-3 15,-2-4-15,-3-3 16,-6-8 0,12 9-16,-12-9 15,18-3-15,-3-7 16,2-6-16,-1-4 15,-3 2-15,-5 2 16,-2 3-16,-2 4 16,-3 2-16</inkml:trace>
  <inkml:trace contextRef="#ctx0" brushRef="#br0" timeOffset="77033.7">14495 6419 0,'0'0'0,"0"0"16,-1 5-16,-4 4 15,-5 9-15,2 4 16,0 2-16,2 1 15,3-6-15,2-1 16,2-5-16,2-4 16,2 0-16,-5-9 15,19 10-15,-5-9 16,5-5 0,1-5-16,-3-2 15,-5 0-15,-5 1 16,-3 2-16,-4-2 15,-3-2-15,-2 0 16,-2 0-16,-1 3 16,3 1-16,0 0 15,1 1 1,3-1-16,5-3 16,4 0-16,4-1 15,1 2-15,1 4 16,2 3-16,-1 8 15,1 3-15,-2 4 16,-3 2-16,-2 4 16,-2 1-16,-3 0 15,-1-1-15,-2-6 16,-1-3 0,0-9-16,0 10 15,0-10-15,0 0 16,0 0-16,0 0 15,20-14-15,-3-1 16,-1 1-16,-3 2 16,-3 4-16,0 1 15,-10 7-15,16-7 16,-16 7 0,18 9-16,-7 1 15,-1 6-15,-1 1 16,-2 1-16,-3-1 15,-1-1-15,-2 1 16</inkml:trace>
  <inkml:trace contextRef="#ctx0" brushRef="#br0" timeOffset="77383.42">15082 6372 0,'0'0'0,"0"0"0,0 0 16,0 5-16,2 6 16,1 17-16,-1 12 15,-5 3 1,0-1-16,-2 1 16,0 2-16,0 2 15,0-4 1,2-14-1,-2-18-15</inkml:trace>
  <inkml:trace contextRef="#ctx0" brushRef="#br0" timeOffset="77833.28">15008 6377 0,'0'0'0,"0"-5"0,-1-2 15,0-10-15,2-5 16,3-2-16,2 0 16,3 2-16,7 0 15,5 4-15,5 5 16,2 4-16,1 3 16,-1 4-1,-2 4-15,-2 5 16,-7 4-16,-4 3 15,-6 4-15,-7 7 16,-7 3-16,-11 3 16,-11 2-16,-7-4 15,0-4-15,3-2 16,4-3-16,5-4 16,6-2-16,5-6 15,6-1 1,2 1-16,4 1 15,3 1-15,5 5 16,4 0-16,3 2 16,4 2-16,3 4 15,5 2-15,-3-1 16,-2-3-16,-3-5 16</inkml:trace>
  <inkml:trace contextRef="#ctx0" brushRef="#br0" timeOffset="78633.35">15280 6571 0,'0'0'0,"0"0"16,0 0-16,0 0 16,0 0-1,0 0-15,0 0 16,2 1-16,-2-1 15,25 2-15,-1-3 16,3-6-16,-4-5 16,-1-4-16,-3-4 15,-5 3-15,-5 0 16,-4 2-16,-3 4 16,-4 1-1,-5 2-15,-7 1 16,-5 4-16,-3 6 15,1 4-15,1 5 16,2 7-16,1 4 16,3 3-16,4-5 15,4 1-15,4 2 16,7 2-16,5-1 16,6-1-1,1-7-15,4-5 16,3-8-16,2-6 15,0-5-15,0-6 16,2-3-16,-1-5 16,-6 1-16,-7 1 15,-4 3-15,-3 2 32,-4 3-32,-3 11 15,0-7-15,0 7 16,-8 7-1,-5 4-15,1 4 16,0 7-16,3 2 16,1 3-16,0 5 15,0-3-15,1 2 16,0-3-16,1 1 16,-1 1-16,0 0 15,-1 7-15,0 1 16,-6 9-1,-3-4-15,3-15 16,5-7-16,5-11 16,1-3-16,3-7 15,-3 8-15,3-8 16,0 0-16,-3-16 16,4-11-16,10-7 15,4-5-15,2 2 16,-1 1-1,1 8-15</inkml:trace>
  <inkml:trace contextRef="#ctx0" brushRef="#br0" timeOffset="79483.6">15522 6668 0,'0'0'0,"0"0"0,0 0 16,0 0-16,4 5 16,4 6-16,9 10 15,3 5-15,-2 2 16,-6-4-16,-4 3 16,-1-2 15,-2-5-31,-1-6 15,-1-6-15,-3-8 16,0 0-16,0 0 16,2-6-16,1-11 15,3-6-15,5-5 16,2-4-16,0 3 16,-1 2-1,-5 8-15,-2 7 16,-2 5-16,-3 7 15,0 0-15,0 0 16,0 0-16,0 0 16,7 21-16,-5 1 15,-4-7-15,2-1 16,-1-4-16,-1 2 16,2-1-16,3 3 15,3-1-15,2-2 16,6-2-1,-3-3-15,6-2 16,-1-4-16,-16 0 16,0 0-16,12-3 15,-12 3-15,14-6 16,-14 6-16,13-13 16,-8 6-16,-5 7 15,5-8-15,-5 8 16,0 0-1,0 0-15,0 0 16,0 0-16,0 0 16,0 0-16,0 0 15,0 0-15,0 0 16,0 0-16,0 0 16,0 0-16,10 3 15,-10-3-15,0 0 16,13 1-1,-13-1-15,0 0 16,0 0-16,10 0 16,-10 0-16,0 0 15,0 0-15,4 9 16,-2 8-16,0 6 16,-5 1-1,-13-1-15,-85 40 0</inkml:trace>
  <inkml:trace contextRef="#ctx0" brushRef="#br0" timeOffset="82750.59">12772 7146 0,'0'0'0,"0"0"16,0 0-16,1 4 15,-1-4-15,9 15 16,0-1-16,1 2 16,4-2-16,4-5 15,11-7 1,16-10-16,18-20 16,9-4-16,1-10 15,-3-1-15,-7 3 16,-4 0-16,-11 5 15,-7 0-15,-11 6 16,-11 11 0,-9 8-16,-10 10 0,0 0 15,12-6 1,-12 6-16,0 0 16,0 0-16,0 0 15,0 0-15</inkml:trace>
  <inkml:trace contextRef="#ctx0" brushRef="#br0" timeOffset="84251.3">10824 5302 0,'0'0'0,"0"0"0,0 0 15,0 0-15,0 0 16,-2 2-16,2-2 15,-4 19-15,0 6 16,-2 11-16,0 4 16,1 7-1,2 5-15,2 3 16,2 2-16,0 0 16,2 4-16,2 2 15,3 5-15,0 4 16,3 0-16,2 6 15,0 3-15,1-1 16,-1 3-16,0-3 16,-1 0-16,-1 0 15,-2-7 1,1-1-16,-2-3 16,1-4-16,-2-4 15,1-2-15,3-2 16,3-3-16,4 1 15,2-7-15,3 1 16,4-2-16,-1-4 16,2-2-16,3-1 15,3-3 1,7-1-16,3-6 16,1-3-16,3-1 15,-2-5-15,-1-2 16,-1-5-16,1 0 15,0-3-15,-3-2 16,-2-3-16,-8-3 16,-6-1-16,-1-2 31,-5-1-15,-3 0-16,-7-2 15,-10 3-15,8-7 16,-7-2-16,-2-2 15,-4-5-15,-5-5 16,-7-3-16,-3-2 16,-4 1-16,2 2 15,1 5 1,0 0-16,2 2 16,2 3-16,3 1 15,4 5-15,10 7 16,-14-9-16,14 9 15,0 0-15,-10-5 16,10 5-16,0 0 16,0 0-16,0 0 15,0 0 1,0 0-16,20 14 16,3 2-16,6 3 15,1 0-15,1 1 16,-2-1-16,-3-3 15,0 1-15,-3 2 16,-3 0-16,-7 1 16,-6-4-16,-6 3 15,-6 1-15,-10 4 16,-15 3 0,-12 8-16,-11 0 15,0-2-15,-2-1 16,5-7-16,-4-1 15,3-2-15</inkml:trace>
  <inkml:trace contextRef="#ctx0" brushRef="#br0" timeOffset="86415.98">13822 5579 0,'0'0'0,"0"0"0,0 0 16,0 0-16,0 0 16,0 1-16,0-1 15,1 19-15,2 1 16,0 5-16,-1-1 16,0 0-16,0-3 15,-1-2 1,1-2-16,1 0 15,0-3-15,4-1 16,4 0-16,12-1 16,21-2-16,31-12 15,24-16-15,12-12 16,4-8-16,-5-6 16,-3-1-1,-15 2-15,-12 3 16,-18 7-16,-13 5 15,-8 6-15,-9 6 16,-7 2-16,-8 4 16,-6 4-16,-11 6 15,11-6-15,-11 6 16,0 0-16,0 0 16,0 0-1,0 0-15,0 0 16,0 0-16,0 0 15,0 0-15,0 0 16,0 0-16,0 0 16,0 0-16,0 0 15,0 0-15,0 0 16,0 0-16,9-3 16,-9 3-16,0 0 15,0 0 1,0 0-16,0 0 15,0 0-15,0 0 16,0 0-16,7 7 16,-7-7-16,0 0 15,0 0-15,0 0 16,0 0-16,0 0 16,0 6-1,0-6-15,0 0 0,0 0 16,0 7-1,0-7-15,0 0 16,0 0-16,0 0 16,0 6-16,0-6 15,0 0-15,0 0 16,0 8-16,0-8 16,0 0-16,0 0 15,0 6-15,0-6 16,0 0-1,0 0-15,0 0 16,0 0-16,0 0 16,0 6-16,0-6 15,0 0-15,0 0 16,0 0-16,0 0 16,0 0-16,0 0 15,0 0 1,0 0-16,0 0 15,0 0-15,0 0 16,0 0-16,0 0 16,0 0-16,-11-12 15</inkml:trace>
  <inkml:trace contextRef="#ctx0" brushRef="#br0" timeOffset="88699.38">12181 7484 0,'0'0'0,"0"1"15,0-1-15,0 0 16,0 0-16,0 0 15,0 8 1,0-8-16,0 0 16,0 0-16,0 0 15,0 0-15,0 0 16,15 6-16,12-8 16,13-5-16,1-1 15,6-1-15,-1 1 16,1 0-16,-3 0 15,-3 3-15,-4 0 16,-4 2 0,-6 2-16,-7 1 15,-5 1-15,-2 0 16,-13-1-16</inkml:trace>
  <inkml:trace contextRef="#ctx0" brushRef="#br0" timeOffset="88949.23">12411 7555 0,'0'0'0,"0"0"0,0 0 16,0 0-16,0 2 16,2 4-16,1 12 15,2 11-15,2 12 16,-4 7-16,-2 3 15,-3-4 1,0-3-16,1 8 31,0-7-31,0-3 16,0-21-16</inkml:trace>
  <inkml:trace contextRef="#ctx0" brushRef="#br0" timeOffset="90666.88">12533 7937 0,'0'0'0,"0"0"0,0 1 16,0-1-16,0 0 16,0 0-16,0 0 15,17 0-15,-6 2 16,7 0-16,1-2 15,1 2-15,0-3 16,0-7 0,2-9-16,2-1 15,-5 1-15,-3-1 16,-2-4-16,-4 4 16,-2-1-16,-4 2 15,-3 8-15,0-3 16,-3 5-16,2 7 15,-12-5 1,1 3-16,1 2 16,10 0-16,-15 16 15,8 7-15,1 7 16,3-9-16,0 7 16,5 1-16,1 12 15,6 11-15,-2-18 16,3-5-16,4-7 15,-1-7-15,3-3 16,1-3-16,3-8 16,8-3-1,0-6-15,-4-19 16,-7-8-16,-2-11 16,-5 18-16,-8 20 15,-2 8-15,0 0 16,6-12-16,-6 12 15,0 0-15,0 0 16,9 21 0,-7-9-16,0-1 15,-1-3-15,1 0 16,-1 1-16,1 0 16,0-1-16,-2-1 15,0-7-15,16-3 16,7-27-16,3-6 15,-5 2-15,-10 17 16,-6 7 0,-5 10-16,0 0 15,0 0-15,15 0 16,-5 4-16,4 8 16,0 0-16,-1 4 15,-5-9-15,-8-7 16,26-9-16,-6 0 15,1-2-15,0 1 16,-2-1-16,-6 2 16,-13 9-1,0 0-15,0 0 16,11-6-16,-11 6 16,16-1-16,-5 0 15,1-3-15,5-9 16,-5 4-16,0 1 15,-3 0-15,1-1 16,-2-1 0,-8 10-16,0 0 15,0 0-15,13-2 16,-13 2-16,14 24 16,-5-5-16,1 11 15,-3 5-15,-3-4 16,-3 8-16,-1-5 15,-2-7-15,0 1 16,1-19 0,1-9-16,-2 7 15,2-7-15,-3-9 16,-4-12-16,3-21 16,2-1-16,2 5 15,1-10-15,1 4 16,-1-5-16,1-3 31,0 18-31,-1 11 16,2 7-1,0 7-15,-3 9 16,10-9-16,-10 9 16,19 4-16,-7 5 15,-2 5-15,-2 2 16,-4 3-16,-3-2 15,-4 2-15,-5 2 16,-4 0-16,-1-4 16,-1-3-1,-2-3-15,5-4 16,1-2-16,10-5 16,0 0-16,-8 7 15,13 1-15,6 4 16,2-2-16,5-4 15,1 0-15,-6-3 16,3-1-16,-3 0 16,1 0-1,-2 0-15,3-1 16,0-1-16,0 0 16,1-1-16,3-6 15,3-10-15,0-5 16,-6-1-16,-6 3 15,-5-2-15,-5 4 16,-3 3-16,0 5 16,3 10-16,-14-10 15,3 9 1,-3 8-16,-1 4 16,2 6-16,6 2 15,6 5-15,3-2 16,5 3-16,5 0 15,7 2-15,3-2 16,4-7-16,12-12 16,6-10-16</inkml:trace>
  <inkml:trace contextRef="#ctx0" brushRef="#br0" timeOffset="91053.14">13878 7820 0,'0'0'0,"0"0"0,0 0 0,0 0 16,0 0-16,2 4 15,3 3 1,3 4-16,6 6 16,5 10-16,-5 10 15,-3-6-15,-4-5 16,-5-4-16,0-7 15,-3-2-15,0-4 16,1-9-16,-2 8 16,2-8-1,0 0-15,-1-15 16,2-14-16,4-8 16,5-6-16,5 4 15,7-2-15,-2 4 16,-5 7-1,-1 4 1,-12 1-16,-15 0 16,-12 3-16,-12-1 15,12 10 1</inkml:trace>
  <inkml:trace contextRef="#ctx0" brushRef="#br0" timeOffset="92348.92">12567 8273 0,'0'0'0,"-6"-1"0,6 1 16,-14-1-16,14 1 15,-12-1-15,12 1 16,0 0-16,0 0 16,0 0-16,0 0 15,0 0-15,24 2 16,9-1-16,12 0 16,12-1-1,6-2-15,3-1 16,11-3-16,4-1 15,9-2-15,4 0 16,-3 1-16,3 1 16,-2 7-16,-4 2 15,-4 4 1,-12-2-16,1 1 16,1-1-16,8 1 15,-9-1-15,-18-1 16,4 0-16,-11 0 15,-2-1-15,-7 0 16,-17-1-16,-5 0 16,-2 0-16,-4-1 15,-11 0-15,14 0 16,-14 0 0,0 0-16,0 0 15,10 3-15,-10-3 16,0 0-1,0 0 1,4 8-16,-4-8 16,0 0-16,3 9 15,-3-9 1,0 0-16,0 7 16,0-7-16,0 0 15,0 6-15,0-6 16,0 0-16,0 0 15,0 0-15,0 0 16,0 7-16,0-7 16,0 0-16,0 0 15,0 0-15,0 0 16,0 0 0,0 0-16,0 7 15,0-7-15,0 0 16,0 0-16,0 0 15,0 0-15,0 0 16,0 0-16,-2 6 16,2-6-16,0 0 15,0 0-15,0 0 16,0 0 0,0 0-16,0 0 15,0 0-15,0 0 16,0 0-16,0 0 15,0 0-15,0 0 16,0 0-16,0 0 16,0 0-16,0 0 15,0 0-15,0 0 16,0 0 0,0 0-16,0 0 15,0 0-15,0 0 16,0 0-16,0 0 15,0 0-15,0 0 16,0 0-16,0 0 16,0 0-16,0 0 15,0 0-15,0 0 16,0 0-16,0 0 16,0 0-1,0 0-15,0 0 16,0 0-16,0 0 15,0 0-15,0 0 16,0 0-16,0 0 16,0 0-16,0 0 15,0 0-15,0 0 16,0 0-16</inkml:trace>
  <inkml:trace contextRef="#ctx0" brushRef="#br0" timeOffset="98398.87">14476 7521 0,'0'0'0,"0"-1"0,0 1 16,-1-9-16,0 3 16,-2-1-16,-3-2 15,-4 0-15,-8-4 16,-5-2-1,-7-1-15,-6-1 16,-9-4-16,-5 0 16,-8 0-16,-5 1 15,1 3-15,-6 1 16,-2 1-16,7 3 16,-3 0-16,-1 1 15,0 1-15,-6 1 16,-2 0-16,1 2 15,0 1 1,3 2-16,5-1 16,2 3-16,4 0 15,4 0-15,5 0 16,8 2-16,7-1 16,8 1-16,6 0 15,5-1-15,1-1 16,-1 0-1,0-1-15,-1 0 16,0-1-16,-3-1 16,-4-1-16,-8-3 15,-6-1-15,-6-2 16,1 2-16,6 1 16,9 2-16,11 3 15,2 1-15,1-1 16,-5 1-1,-8-2-15,-3 1 16,5 1-16,7 3 16,6 0-16,13 0 15,-20 3-15,1 3 16,-9 6-16,-3 1 16,5 1-16,7-2 15,4-1-15,1 2 16,1 2-1,-1 3-15,-1 6 16,1 5-16,0 5 16,3 3-16,1 2 15,0 6-15,2 1 16,2 0-16,0 2 16,3 2-16,2 0 15,1-1-15,0-3 16,4 20 15,0 2-31,4 0 16,-3-14-16,-2-20 15,4 1-15,0-4 16,3-2-16,-1-2 16,-1-2-16,-1-3 15,3-1-15,10-4 16,-3-3-16,12 0 15,0-4 1,7-3-16,9-4 16,-3-3-16,4-3 15,8-2-15,5-1 16,0-2-16,3 0 16,-1 0-16,6 0 15,3 5-15,-4 2 16,11 0-16,-7 2 15,2-1-15,0 0 16,-4 0 0,4 0-16,3 2 15,-8 2-15,-2-2 16,0 0-16,-5 2 16,3 0-16,1 0 15,-10 1-15,4-1 16,6 0-16,-7-1 15,1 0 1,-2 1-16,-18-2 16,5 1-16,-4-1 15,-9-1-15,19-3 16,-3 1-16,-1 0 16,-6 0-16,-19 1 15,-6-1-15,-3 1 16,-11 0-16,12 0 15,-12 0-15,0 0 16,0 0 0,11 0-16,-11 0 15,0 0-15,3-10 16,-1-1-16,-1-17 16,-3-15-16,-1-3 15,0 3-15,0-3 16,-2-6-16,2-1 15,-1 1-15,1 5 16,3-2 0,2-2-16,2 2 15,1 6-15,2 1 16,0-7 0,3 0-1,-2 10-15,-2 8 16,-2 12-16,-1 3 15,-1 4 1,-2 3-16,0 3 16,0 6-16,0-9 15,0 9-15,0 0 16,0 0-16,-1-6 16,1 6-16,0 0 15,0 0-15,0 0 16,0 0-16,0 0 15,0 0 1,0 0-16,0 0 16,0 0-16,0 0 15,0 0-15,0 0 16,0 0-16,0 0 16,0 0-16,0 0 15,0 0-15,0 0 16,0 0-16,0 0 15,0 0 1,0 0-16,0 0 16,0 0-16,0 0 15,0 0-15,0 0 16,0 0-16,0 0 16,0 0-16,0 0 15,0 0-15,0 0 16,0 0-16,0 0 15,0 0-15,0 0 16,0 0 0,0 0-16,0 0 15,0 0-15,0 0 16,0 0-16,0 0 16,0 0-16,0 0 15,0 0-15,0 0 16,0 0-16,0 0 15,0 0 1,0 0-16,0 0 16,0 0-16,0 0 15,0 0-15,-7 6 16,7-6-16,0 0 16,0 0-16,0 0 15,0 0-15,0 0 16,0 0-16,0 0 15,0 0-15,0 0 16,0 0 0,0 0-16,0 0 15,0 0-15,0 0 16,0 0-16,0 0 16,0 0-16,0 0 15,0 0-15,0 0 16,0 0-16,0 0 15,0 0-15,0 0 16,0 0 0,0 0-16,0 0 15,-6 7-15,6-7 16,0 0-16,0 0 16,0 0-16,0 0 15,0 0-15,0 0 16,-3 6-16,3-6 15,0 0 1,0 0-16,0 0 16,0 0-16,0 0 15,0 0-15,0 0 16,0 0-16,0 0 16,0 0-16,0 0 15,0 0-15,0 0 16,-4 7-16,4-7 15,0 0-15,0 0 16,0 0 0,0 0-16,0 0 15,0 0-15,0 0 16,0 0-16,0 0 16,0 0-16,0 0 15,0 0-15,0 0 16,-2 6-16,2-6 15,0 0-15,0 0 16,0 0 0,0 0-16,0 0 15,0 0-15,0 0 16,0 0-16,0 0 16,0 0-16,0 0 15,0 0-15,0 0 16,0 0-16,0 0 15,0 0 1,0 0-16,0 0 0,0 0 16,0 0-1,0 0-15,0 0 16,0 0-16,0 0 16,0 0-16,0 0 15,0 0-15,0 0 16,0 0-16,0 0 15,0 0-15,0 0 16,0 0-16,0 0 16,0 0-1,0 0-15,0 0 16,0 0-16,0 0 16,0 0-16,0 0 15,0 0-15,0 0 16,0 0-16,0 0 15,0 0-15,-3 7 16,3-7-16,0 0 16,0 0-1,0 0-15,0 0 16,0 0-16,0 0 16,0 0-16,0 0 15,0 0-15,0 0 16,0 0-16,0 0 15,0 0-15,0 0 16,0 0 0,0 0-16,0 0 15,0 0-15,0 0 16,0 0-16,0 0 16,0 0-16,0 0 15,0 0-15,0 0 16,0 0-16,0 0 15,0 0-15,0 0 16,0 0-16,0 0 16,0 0-16,0 0 15,0 0 1,0 0-16,0 0 16,0 0-16,0 0 15,0 0-15,0 0 16,0 0-16,0 0 15,0 0-15,0 0 16,0 0 0,0 0-16,0 0 15,0 0-15,0 0 16,0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 1,0 0-16,0 0 16,0 0-16,0 0 15,0 0-15,0 0 16,0 0-16,0 0 15,0 0-15,0 0 16,3-9-16</inkml:trace>
  <inkml:trace contextRef="#ctx0" brushRef="#br0" timeOffset="99516.08">12668 6539 0,'0'0'0,"0"0"15,0 0-15,0 0 16,0 0-16,0 0 15,0 0-15,-2 1 16,-1 7-16,-4 8 16,-5 9-16,-4 10 15,-1 4 1,-1 1-16,-8 29 31,6 6-31,-2 3 16,7-25-16,8-26 15,-2-3-15,2-2 16,-4 7-16,2 0 16,0-5-16,5-7 15,0-8-15,4-9 16,0 0-16,0 0 16,0 0-1,0 0-15,0 0 16,0 0-16,-1-11 15,3-6-15,1-8 16,-1-14-16,1-1 16,-1 10-16,0 8 15,-1 5 1,-1 6-16,0 4 16,0 7-16,0-7 15,0 7-15,0 0 16,-9 7-16,0 5 15,1 2-15,2-1 16,3-4-16,2-2 16,4 2-16,3 2 15,5 3 1,10-2-16,3-8 16,5-7-16,1-6 15,-2 2-15,0-2 16,-5 2-16,-1 1 15,-8 2-15,-14 4 16</inkml:trace>
  <inkml:trace contextRef="#ctx0" brushRef="#br0" timeOffset="100099.3">12532 6640 0,'0'0'0,"-4"0"16,4 0-16,-15 1 16,5 0-16,10-1 15,-13 2-15,13-2 16,0 0-16,0 0 16,-11 3-1,11-3-15,-4 7 16,4-7-16,0 0 15,15-10-15,3-7 16,-3 0-16,-2 4 16,-2 0-16,-2 3 15,-9 10-15,10-11 16,-10 11-16,0 0 16,0 0-1,0 0-15,0 0 16,12 3-16,-12-3 15,6 12-15,-2-5 16,1 3-16,0-2 16,-2 0-16,2 0 15,-1-1-15,5 3 16,0 1-16</inkml:trace>
  <inkml:trace contextRef="#ctx0" brushRef="#br0" timeOffset="107066.05">7404 7703 0,'0'0'0,"0"0"0,-3-3 15,1-4-15,-2-2 16,0-1 0,0-2-16,-1 1 15,0-3-15,-2-4 16,0 3-16,-2-4 15,0 4-15,1 1 16,1 3-16,2 3 16,5 8-16,-5-10 15,5 10 1,0 0-16,0 0 16,0 0-16,0 0 15,-5 19-15,5 2 16,0 9-16,1 11 15,-1 6-15,1 8 16,-4 0-16,-1 0 16,-3-2-16,3-7 15,-2-4 1,2-7-16,0-4 16,1-3-16,0-3 15,2-2-15,3-6 16,2-4-16,-1-4 15,-3-9-15,22 7 16,-6-11-16,3-4 16,1-4-16,0 0 15,0-2-15,3 0 16</inkml:trace>
  <inkml:trace contextRef="#ctx0" brushRef="#br0" timeOffset="107816.82">7601 7950 0,'0'0'0,"-3"2"16,3-2-16,-10 9 16,10-9-16,-11 10 15,6 0 1,3 7-16,-1 5 0,2-2 16,-1 1-16,4-3 15,0-3 1,1-3-16,0-3 15,-3-9-15,6 8 16,-6-8-16,14-1 16,-2-6-16,0-6 15,-1 0-15,-3-3 16,0 0-16,-3 2 16,-3 3-1,-1 5-15,-1 6 16,-2-9-16,2 9 15,0 0-15,0 0 16,0 0-16,0 0 16,0 0-16,0 0 15,6-7-15,12-1 16,8-8 0,4-6-16,-1-4 15,-6 0-15,-3 3 16,-2 1-16,-4 7 15,-4 3-15,-2 4 16,-8 8-16,13 3 16,-3 9-16,-1 13 15,-2 7-15,-5 3 16,-5 10 0,-4 3-16,-4 14 15,-19 31 1,-2 1-1,4-14-15,5-23 16,14-30-16,2-14 16,4-3-16,3-10 15,-4 9-15,4-9 16,0 0 0</inkml:trace>
  <inkml:trace contextRef="#ctx0" brushRef="#br0" timeOffset="108017.4">7974 7961 0,'0'0'0,"-1"-2"16,1 2 0,0 0-16,0 0 15,0 14-15,1 8 16,0 6-16,0-1 15,1 0-15,0 2 16,2-6-16</inkml:trace>
  <inkml:trace contextRef="#ctx0" brushRef="#br0" timeOffset="108215.78">8045 7780 0,'0'0'0,"0"0"16,0 0-16,-3 6 15</inkml:trace>
  <inkml:trace contextRef="#ctx0" brushRef="#br0" timeOffset="108666.73">8226 7999 0,'0'0'0,"2"-4"0,-2 4 16,5-11-16,-3 3 16,-2 8-16,2-8 15,-2 8 1,0 0-16,0 0 15,-17 13-15,4 5 16,1 0-16,1 4 16,2-1-16,3 2 15,1 2-15,4 3 16,3 3-16,1-7 16,1-3-1,-2-5-15,0-3 16,1-2-16,-2-1 15,0 0-15,-1 1 16,0 1-16,-1-2 16,0-2-16,1-8 15</inkml:trace>
  <inkml:trace contextRef="#ctx0" brushRef="#br0" timeOffset="108916.3">8375 7910 0,'0'0'0,"0"0"0,0 0 16,1 3-16,2 10 15,2 12-15,-2 8 16,-3 0-1,-2 0-15,-2 0 16,0 3-16,-1 4 16,-1 0-16</inkml:trace>
  <inkml:trace contextRef="#ctx0" brushRef="#br0" timeOffset="109150.04">8358 8077 0,'0'0'0,"0"0"16,0 0-16,0 0 16,7-2-16,11-5 15,14-4-15,8 0 16,3 0-1,-7 2-15,-6 2 16,-5 1-16</inkml:trace>
  <inkml:trace contextRef="#ctx0" brushRef="#br0" timeOffset="109766.33">7400 8299 0,'0'0'0,"0"0"16,0 0-16,0 0 15,0 0-15,11-2 16,13 0-16,18 6 16,10 2-1,5 2-15,2 1 16,5 0-16,3 1 15,1-1-15,8 0 16,1-3-16,6-3 16,-7 1-16,-2-2 15,0-1-15,-1-5 16,-1-3-16,-2 0 16,-6-1-16,-9 2 15,-5 0-15,-12 1 16,-5 1-1,-6 1-15,-5 1 16,-4 2-16,-8 1 16,-10-1-16,13 1 15,-13-1-15,0 0 16,0 0-16,0 0 16,0 0-16,0 0 15,-8-11-15,-5-1 16,-2 0-1,-7 1-15</inkml:trace>
  <inkml:trace contextRef="#ctx0" brushRef="#br0" timeOffset="116649.24">14446 7828 0,'0'0'0,"0"0"0,0 0 0,0 0 16,0 0-16,0 0 15,0 0-15,0 2 16,0-2 0,0 0-16,2 7 15,-2-7-15,11 16 16,-2-4-16,1 2 15,0 0-15,-1 0 16,2 3-16,-1-2 16,1 2-16,1 0 15,-1 1-15,0-3 16,-1-1-16,-2 1 16,0-3-1,1 0-15,1-2 16,5-4-16,8-4 15,4-3-15,5-8 16,8-11-16,3-7 16,4-9-16,-2-2 15,-7 4-15,-4 2 16,-8 7-16,-1 2 16,-3 2-1,-4 4-15,-3 4 16,-4 3-16,-2 2 15,-9 8-15,11-9 16,-11 9-16,0 0 16,10-8-16,-10 8 15,0 0-15,0 0 16,0 0 0,5-6-16,-5 6 15,0 0-15,0 0 16,0 0-16,0 0 15,0 0-15,0 0 16,0 0-16,0 0 16,0 0-16,0 0 15,0 0-15,0 0 16,0 0-16,0 0 16,0 0-1,0 0-15,0 0 16,0 0-16,0 0 15,0 0-15,0 0 16,0 0-16,0 0 16,0 0-16,0 0 15,0 0-15,0 0 16,0 0-16,0 0 16,0 0-1,0 0-15,0 0 16,0 0-16,0 0 15,0 0-15,0 0 16,0 0-16,7 6 16,-7-6-16,0 0 15,0 0-15,0 0 16,0 0-16,0 0 16,0 0-16,0 0 15,0 0 1,0 0-16,0 0 15,0 0-15,0 0 16,0 0-16,0 0 16,0 0-16,0 0 15,0 0-15,0 0 16,0 0-16,0 0 16,0 0-16,0 0 15,0 0-15,0 0 16,0 0-1,0 0-15,0 0 16,0 0-16,0 0 16,0 0-16,0 0 15,0 0-15,0 0 16,0 0-16,0 0 16,0 0-16,0 7 15,0-7 1,0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0-16,0 0 15,0 0-15,0 0 16,0 0-1,0 0-15,0 0 16,0 0-16,0 0 16,0 0-16,0 0 15,0 0-15,0 0 16,0 0-16,0 0 16,0 0-16,0 0 15,0 0-15,0 0 16,0 0-1,0 0-15,0 0 16,0 0-16,-12-15 16</inkml:trace>
  <inkml:trace contextRef="#ctx0" brushRef="#br0" timeOffset="117883.6">14647 7573 0,'0'0'0,"0"0"16,0 0-16,0 0 15,0 0-15,0 0 16,0 3-16,4 5 16,0 1-16,2 4 15,1 2-15,3 3 16,3 1-16,0 1 16,0-2-16,2-1 15,1 0-15,1-3 16,-1-4-1,2-3-15,2-4 16,4-6-16,3-4 16,3-5-16,1-8 15,0-6-15,1-4 16,-6-1-16,2-4 16,-4 1-16,-4-3 15,-3 0-15,-4 3 16,-6-2-1,-2-4-15,-2 1 16,-1 0-16,-2 7 16,-3 0-16,-3 2 15,-2-1-15,-1 4 16,0 1-16,1 0 16,-2-1-16,1-1 15,0 4-15,1 3 16,0 4-1,1 3-15,2 2 16,-1 2-16,0 0 16,0 2-16,6 8 15,-6-10-15,6 10 16,-5-7-16,5 7 16,-11-2-16,-1 3 15,-5 3-15,1 3 16,-1 1-1,1 2-15,0 2 16,-1 4-16,4 1 16,2 0-16,2-1 15,3-5-15,2-1 16,1-2-16,2-1 16,1-7-16,-2 8 15,2-8-15,0 0 16,0 0-16,0 0 15,10 1 1,7-9-16,5-10 16,-2-1-16,-2 0 15,-1-2-15,-2 1 16,0 2-16,-4 3 16,-2 3-16,-1 2 15,1 3-15,2 0 16,2 4-16,3 3 15,2 2 1,4 6-16,2 4 16,0 0-16,-2 0 15,-2-1-15,2 0 16,-1-1-16,-1 1 16,0-1-16,-4-1 15,-2-2-15,-3-1 16</inkml:trace>
  <inkml:trace contextRef="#ctx0" brushRef="#br0" timeOffset="121348.9">12054 6583 0,'-2'-2'0,"-18"-13"0</inkml:trace>
  <inkml:trace contextRef="#ctx0" brushRef="#br0" timeOffset="123183.17">11831 5869 0,'0'0'0,"0"0"16,0 0-16,0 0 15,0 0-15,0 0 16,0 0-16,0 0 16,0 0-1,0 0-15,0 2 16,0-2-16,0 0 15,0 0-15,0 0 16,0 11-16,0-2 16,0 4-16,2 5 15,0 2-15,1 3 16,1 1-16,0-1 16,1 1-1,2-2-15,-1 1 16,1-4-16,0 0 15,-1-3-15,0-3 16,0-4-16,-1-1 16,-5-8-16</inkml:trace>
  <inkml:trace contextRef="#ctx0" brushRef="#br0" timeOffset="123716.1">12058 5989 0,'0'0'0,"0"0"0,0 0 16,0 0-16,-1 1 16,1-1-16,-7 13 15,-4 4 1,-4 8-16,-3 3 15,-2 2-15,-1 0 16,0-2-16,0-2 16,0-1-16,1-4 15,3-3-15,1-7 16,3-7 15,4-3-31,9-1 16,-10 0-16,10 0 15,0 0-15,0 0 16,0 0-16,-10-1 16,10 1-16,0 0 15,0 0-15,0 0 16,0 0-16,-9 8 16,3 2-16,-2 9 15,-4 7-15,1 2 16,0 1-1,0 3-15,0 1 16,2-1-16,-1-1 16,2-4-16,0-2 15,-1-2-15,1 0 16,-2 0-16</inkml:trace>
  <inkml:trace contextRef="#ctx0" brushRef="#br0" timeOffset="129533.15">1673 6187 0,'0'0'0,"0"0"0,-1-1 16,1 1-16,0 0 16,-8-9-16,8 9 15,-8-9-15,8 9 16,-9-9 0,9 9-16,-12-9 15,12 9-15,-19-12 16,5 7-16,1 0 15,13 5-15,-16-3 16,16 3-16,-10 3 16,1 7-1,-6 9-15,0 8 0,3 3 16,3 0 0,4 1-16,0 0 15,5 2-15,2-3 16,3 0-16,2 0 15,1-3-15,2-2 16,2 1-16,1-1 16,0 0-16,0 1 15,3 5-15,-1 5 16,-6 11 0,-5 11-16,-7 3 15,-2 4-15,0-3 31,5-18-31,18-12 16,21-11-16,27-26 16</inkml:trace>
  <inkml:trace contextRef="#ctx0" brushRef="#br0" timeOffset="131116.89">3817 7339 0,'0'0'0,"0"0"0,1-4 16,-1 4-1,12-19-15,4 3 16,7-3-16,10 0 15,7 4-15,6 2 16,6 2-16,4 4 16,1 2-16,5 3 15,4 2-15,-1 1 16,5 1-16,2 2 16,0-2-1,4 1-15,1-1 16,0 0-16,4 1 15,-6-3-15,4-1 16,-4 1-16,-3 0 16,4 0-16,-4 0 15,1 2-15,3 2 16,-7 1-16,9 0 16,-5 0-1,11-1-15,4 1 16,-1 0-16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8T12:00:42.983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5756 5204 0,'0'0'0,"0"0"0,0 0 16,0 0-16,0 0 15,3 3-15,-3-3 16,23 14-16,-3-3 16,4 1-16,2-3 15,0-3 1,3 0-16,3-1 16,1-1-16,2-2 15,-1-1-15,-1 0 16,3 0-16,1 0 15,0-1-15,-1 0 16,1-2-16,4-1 16,-2 0-16,1 0 15,0-1-15,-2-1 16,0 0 0,-1 0-16,0-1 15,1 1-15,-4-1 16,0-1-16,0 0 15,-1 1-15,4-1 16,-2-1-16,-1 2 16,1 0-16,-4 0 15,3 1 1,-2-2-16,1 2 16,0-1-16,-3 2 15,0 1-15,-1 1 16,4 0-16,1 0 15,1 1-15,-4 0 16,-3 0-16,1 1 16,0-1-1,6 1-15,-3 0 16,0 0-16,-4 0 16,-1 0-16,5 0 15,2 0-15,3 0 16,-2 0-16,-3 0 15,0 0-15,3 0 16,0 0-16,-1 0 16,-1 0-16,-5 0 15,2 0 1,1 0-16,2 0 16,-1 0-16,-4 0 15,-3 0-15,1 0 16,3 0-16,0 0 15,4 0-15,-2 0 16,0 0-16,-1 0 16,1 1-16,1-1 15,1 0 1,-1 0-16,0 0 16,0 0-16,0 0 15,5 0-15,0 0 16,-1 0-16,-1 0 15,-2 0-15,2 0 16,1 0-16,-1 0 16,-1 0-16,-2 0 15,1 0-15,3 0 16,0 0 0,1 0-16,-3 0 15,1 0-15,0-1 16,1 1-16,1-1 15,-4 0-15,0-1 16,3 0-16,0 1 16,-1-1-16,0 1 15,1-1-15,1 0 16,1 2 0,2 0-16,-3 0 15,0 0-15,0 0 16,4 0-16,1 0 15,3 0-15,-2 0 16,2 0-16,4 0 16,-1 0-16,-1 0 15,1 0-15,1 0 16,0 0 0,1 0-16,0 0 15,0 0-15,0 0 16,-1 0-16,-1 0 15,1 0-15,-3 0 16,0 0-16,-1 0 16,-1 0-16,-1 0 15,-2 0-15,-2 0 16,3 0 0,-2-1-16,-1 0 15,0-1-15,0 1 16,1 1-16,-3-2 15,2-1-15,-1 0 16,1-1-16,0-1 16,1 0-16,0 0 15,0 0 1,-1 1-16,2-1 16,4 0-16,1 0 15,5-1-15,8 0 16,7-2-16,13 1 15</inkml:trace>
  <inkml:trace contextRef="#ctx0" brushRef="#br0" timeOffset="4666.39">7175 4533 0,'0'0'0,"-5"-4"15,5 4-15,-19-24 16,7-6-16,6-8 15,7-8 1,11-6-16,10-11 16,11-5-16,18-13 15</inkml:trace>
  <inkml:trace contextRef="#ctx0" brushRef="#br0" timeOffset="5300.58">8522 4447 0,'-1'-4'0,"-4"-9"0,-1-7 16,2-27-16,9-8 15,9-6-15,10-4 16,16-9 0,16-6-16,14-4 15,8 10-15</inkml:trace>
  <inkml:trace contextRef="#ctx0" brushRef="#br0" timeOffset="6016.78">10868 4502 0,'0'-2'0,"0"-7"0,1-6 16,6-23-16,11-14 15,11-7 1,8-5-16,3-4 16,5-3-16,2-2 15,11-12-15,6 0 16,9 0-16,9-3 15</inkml:trace>
  <inkml:trace contextRef="#ctx0" brushRef="#br0" timeOffset="11316.59">6789 5236 0,'0'0'0,"0"0"0,0 0 0,0 0 16,0 0-16,0 0 15,0 0 1,-2 9-16,-5 20 16,-7 35-16,-12 24 15</inkml:trace>
  <inkml:trace contextRef="#ctx0" brushRef="#br0" timeOffset="11916.59">8067 5179 0,'0'0'0,"-2"-3"0,2 3 0,0 0 15,-7-11-15,3 3 16,4 8-16,-4-7 16,4 7-16,0 0 15,0 0-15,-10 21 16,-2 21-16,-2 17 15,0 15-15,-2 9 16</inkml:trace>
  <inkml:trace contextRef="#ctx0" brushRef="#br0" timeOffset="12384.11">10474 5062 0,'0'0'0,"0"0"0,0 0 0,0 0 16,0 0-1,-1 1-15,-1 7 16,-4 11-16,-5 17 16,-6 16-16,-1 12 15,-4 12-15,-7 12 16,-19 13-16,-19 24 15</inkml:trace>
  <inkml:trace contextRef="#ctx0" brushRef="#br0" timeOffset="16516.54">5831 5187 0,'0'0'16,"0"0"-16,0 0 0,0 2 15,-1 7 1,-5 33-16,-15 64 15,-38 51-15,-22 55 16</inkml:trace>
  <inkml:trace contextRef="#ctx0" brushRef="#br0" timeOffset="20217.66">2729 210 0,'0'0'0,"0"0"0,-1-3 16,1 3-16,0 0 15,-9-9-15,9 9 16,-11-8-16,-3 2 15,-8-1 1,-5 2-16,-2 1 16,-2 4-16,-4 3 15,-2 2-15,2 2 16,2 1-16,3-1 16,3 5-16,1 3 15,4 4-15,1 1 16,3 6-16,2 3 15,2 0 1,3 1-16,1 2 16,1 0-16,1-3 15,2-1-15,1-3 16,0 0-16,2 1 16,1 3-16,1 4 15,0-1-15,1 0 16,1 1-16,4 2 15,2 4-15,1-1 16,1-1 0,0 0-16,1 1 15,0-2-15,2 0 16,1-1-16,-1-2 16,0 0-16,0-4 15,-1 3-15,2 0 16,-1 1-16,2 1 15,2-3 1,6 0-16,5-2 16,6 0-16,4 0 15,-1-4-15,1-2 16,3-2-16,0-3 16,0-2-16,3-3 15,2-7-15,1 0 16,2-3-16,2-1 15,0-3-15,2-1 16,-2-2 0,-3 0-16,2-2 15,-2-2-15,-1-1 16,-3 1-16,1-3 16,-3-2-16,-4-1 15,-1-1-15,-4-1 16,-1 2-16,2-2 15,-2 0-15,-5 1 16,-4-1 0,-3 1-16,-3-2 15,-3-4-15,-2-2 16,-1 0-16,-5 0 16,-3-3-16,-2 2 15,-2-2-15,-3-3 16,-1-3-16,-2-4 15,0 0-15,-1 2 16,-1-3 0,-1 1-16,0-1 15,0-1-15,-1-1 16,1-1-16,0 0 16,1 3-16,0-1 15,-1 1-15,-1 1 16,0 3-16,-1 0 15,-3 2-15,-1-3 16,-1 4 0,-3-1-16,-3 1 15,-3 4-15,-2 2 16,-2 2-16,-2 1 16,-3 2-16,-4 3 15,-3 1-15,-8 2 16,-2 2-16,-2 3 15,3 1-15,-1 3 16,2 2-16,-3 4 16,-4 3-1,-2 3-15,-8 6 16,-6 9-16,-10 14 16,-13 22-16</inkml:trace>
  <inkml:trace contextRef="#ctx0" brushRef="#br0" timeOffset="24467.98">8128 3214 0,'0'0'0,"0"0"0,0 0 16,0 0-1,0 0-15,0 0 16,-3 1-16,3-1 15,0 0-15,-2 6 16,2-6-16,0 9 16,0-9-16,2 10 15,-2-10-15,2 11 16,-2-11-16,5 13 16,-2-6-1,1 2-15,3 1 16,3 0-16,2 0 15,2-1-15,0-2 16,2 0-16,1-3 16,1 0-16,2-1 15,0-2-15,-2 0 16,2 0 0,0-1-16,1 0 15,2-1-15,1-1 16,-1 0-16,0-2 15,-1 2-15,0 0 16,-2-1-16,3 1 16,-1-1-16,1 1 15,-3 0-15,1-1 16,1 0 0,1 1-16,2-1 15,2 1-15,3 0 16,0-1-16,-2-2 15,1 1-15,-1 0 16,4 0-16,0 0 16,0 0-16,-3 0 15,-1-1-15,1 0 16,3-1-16,3 1 16,0-1-1,0 1-15,-4 0 16,2 0-16,1 1 15,1-2-15,0 2 16,-2 1-16,1 1 16,-1-1-16,3 2 15,1-2-15,-1 2 16,1 0-16,0 0 16,-1 0-1,-1 0-15,-3 1 16,-1 0-16,1 0 15,-2 0-15,1 0 16,-1 0-16,0 1 16,-1 1-16,0-1 15,3 1-15,-1 0 16,3-1-16,-2 1 16,-1 0-1,-1-1-15,1 1 16,0-1-16,-1-1 15,-1 0-15,-1 0 16,-2 0-16,2 0 16,-2 0-16,1 0 15,0 0-15,-4 0 16,3 0-16,-1 0 16,-1 0-16,2 0 15,1 0 1,-1 0-16,1 0 15,0 2-15,-3 0 16,0 0-16,-1-1 16,2 2-16,3-1 15,1 0-15,1 1 16,1-1 0,0 1-16,4 0 15,4 0-15,3 0 16,-1 1-16,2-1 15,1 0-15,2 1 16,1-2-16,2 1 16,3-1-16,-1-2 15,2 0-15,2-3 16,0 1-16,2 0 16,7-1-1,-4 1-15,3-1 16,-1 0-16,-2-1 15,1 1-15,-5-1 16,-1 1-16,0 0 16,-3-1-16,0 2 15,-2 1-15,-3 1 16,-2 1-16,2 0 16,1 2-1,1-1-15,-1 1 16,-2-1-16,3 1 15,0-1-15,0 0 16,-1-1-16,0-2 16,2 0-16,-2 1 15,-2-1-15,4 0 16,-1 0-16,-1 0 16,0 0-1,1 0-15,1 0 16,-3-1-16,1 0 15,-1 1-15,1-1 16,0 1-16,0 0 16,2 1-16,-4 0 15,0 0-15,0 0 16,-1 0-16,2 0 16,0 0-16,-1 0 15,1 0 1,1 3-16,-1 0 15,1 1-15,0 1 16,0-2-16,-6 2 16,-3-2-16,1 0 15,-2 1-15,-2-2 16,-7 0-16,-6-1 16,-4-1-16,-2-2 15,-2-3-15,-1-1 16,-1-3-1,0-2-15,0 0 16,-3 0-16,-1-1 16,-1-1-16,-1-2 15,0-1-15,1 0 16,0-3-16,-2 0 16,-2 1-16,-2 1 15,-1 3 1,-1 3-16,-1 2 15,1 3-15,0 6 16,-2-10-16,2 10 16,0 0-16,-2-8 15,2 8-15,0 0 16,0 0-16,0 0 16,-2-7-16,2 7 15,0 0 1,0 0-16,0 0 15,0 0-15,0 0 16,0 0-16,0 0 16,0 0-16,0 0 15,0 0-15,0 0 16,0 0-16,0 0 16,0 0-1,0 0-15</inkml:trace>
  <inkml:trace contextRef="#ctx0" brushRef="#br0" timeOffset="34517.54">11350 5968 0,'0'0'0,"0"0"0,0 0 0,0 0 0,0 0 16,2 1-16,5 8 15,11 11 1,9 9-16,4 5 16,2 2-16,6 6 15,0 1-15,-2 1 16,1 1-16,-5-3 16,-3-2-16,3 3 31,-7-9-31,-7-12 15,-1-11 1</inkml:trace>
  <inkml:trace contextRef="#ctx0" brushRef="#br0" timeOffset="34750.03">11740 6051 0,'0'0'0,"0"0"0,0 0 15,-3 0-15,3 0 16,-7 8 0,-5 10-16,-11 15 15,-6 11-15,-3 7 16,-7 10-16,-2 2 16,-12 21-1,6-11 1,15-6-16,10-14 15</inkml:trace>
  <inkml:trace contextRef="#ctx0" brushRef="#br0" timeOffset="35166.42">11821 6436 0,'0'0'0,"0"0"16,5-2-1,-5 2-15,25-8 16,-4 9-16,4 6 16,-3 7-16,-2 10 15,-6 4-15,-10 10 16,-7 5-16,-11 6 15,-14 8-15,-39 31 32,-4 1-17,-4-11-15,21-24 16,31-32-16,9-8 16,6-6-16,8-8 15,0 0-15,3 10 16,37-4-16,71-4 15,9-8-15,16-5 16,-4 3 0,-29 1-16,2-1 15</inkml:trace>
  <inkml:trace contextRef="#ctx0" brushRef="#br0" timeOffset="35834.04">12195 5654 0,'0'0'0,"-2"-4"0,2 4 16,-5-16-16,10 1 15,15-3-15,21-3 16,16 3 0,6 11-16,-9 6 0,-7 8 15,-9 8 1,-9 1-16,-8 9 16,-13 3-16,-13 1 15,-17 10-15,-21 9 16,-2 3-16,9-15 15,16-16-15,20-20 16,9 12-16,107 2 16,77-28-1,5-4-15,33-23 16</inkml:trace>
  <inkml:trace contextRef="#ctx0" brushRef="#br0" timeOffset="57350.72">12542 8260 0,'0'0'0,"0"0"0,0 0 16,0 0-1,0 0-15,0 0 16,0 0-16,0 0 16,-1-3-16,-1-4 15,-1-2-15,-1-9 32,-1-12-32,0-10 15,2-4 1,2 12-16,2-3 15,1-4-15,-1 3 16,1 0-16,0 2 16,0 1-16,2-5 15,-1-1-15,3-1 16,-1 4-16,1 2 16,-1 1-1,1 1-15,0-3 0,0 4 16,2 1-1,0 0-15,0 3 16,2-1-16,0-1 16,1 1-16,1 2 15,-1 1-15,1 2 16,0 2-16,2 0 16,0 1-16,2 3 15,1-1-15,-2 3 16,2 1-16,-4 2 15,3 0 1,3 2-16,3-1 16,1 3-16,-1 1 15,-3 1-15,3 1 16,0-1-16,0 0 16,-1 0-16,1 1 15,-1 1-15,1 2 16,1 1-16,3 1 15,0 0-15,1 0 16,-1 0 0,0-1-16,0 0 15,4 0-15,1-2 16,3-1-16,-2-1 16,-3 0-16,-1-2 15,1 0-15,2-1 16,1 0-16,1 0 15,-4 0-15,-1 0 16,1-2 0,1-1-16,2-3 15,0 1-15,-1-2 16,1-2-16,0-1 16,2-2-16,1 1 15,0 0-15,-2 0 16,0-1-16,0-3 15,0-3 1,0 0-16,-3 0 16,-2-1-16,-1 2 15,-4 1-15,2-1 16,-2 0-16,0 0 16,-1 0-16,0-2 15,-2 0-15,-2 0 16,-1 2-16,-2 1 15,-1 0 1,0-1-16,0 1 16,-2 0-16,-2 1 15,-1 0-15,1-1 16,-2 1-16,1-1 16,1 1-16,-2 1 15,4-2 1,2 0-16,2-3 0,3 1 15,0 2-15,0-2 16,4-1 0,-1-1-16,0 3 15,-1 1-15,0 1 16,-1 2-16,-2 3 16,-3 2-16,-1 2 15,0 1-15,-2 2 16,1 0-16,0-1 15,1 3 1,-1 0-16,1 1 16,0 1-16,-2 2 15,2-1-15,0 0 16,1 1-16,3-2 16,-1 0-16,-1 2 15,-1-1-15,1 0 16,1 1-16,0-1 15,1 0-15,-2 0 16,2-1 0,-4 0-16,3-3 15,2-1-15,3-3 16,0 0-16,-1 1 16</inkml:trace>
  <inkml:trace contextRef="#ctx0" brushRef="#br0" timeOffset="59600.62">10942 1410 0,'0'0'0,"0"0"16,6 5-16,10 7 15,17 15-15,9 7 16,2 1-16,8 1 15,2 0-15,1-2 16,1-1-16,-2-1 16,-2 1-16,-1-3 15,-2 1 1,-3-4-16,-2 0 16,1 0-16,-3-3 15,0-6-15</inkml:trace>
  <inkml:trace contextRef="#ctx0" brushRef="#br0" timeOffset="59866.29">11553 1543 0,'-2'2'0,"-8"11"16,-19 22-16,-60 76 15,-30 39-15,-23 17 16,-31 26-16</inkml:trace>
  <inkml:trace contextRef="#ctx0" brushRef="#br0" timeOffset="61099.53">13831 1402 0,'0'0'0,"0"0"0,0 2 15,2 5-15,3 11 16,5 15-16,1 11 15,1 4-15,0 0 16,-1 0-16,1-2 16,-2-6-16,0-3 15,-2-8-15,1-3 16,-1-2 0</inkml:trace>
  <inkml:trace contextRef="#ctx0" brushRef="#br0" timeOffset="61483.72">13766 1291 0,'0'0'0,"0"0"0,0 0 16,-1-2-16,1 2 15,0 0-15,1-8 16,7-4-16,27-13 16,14-7-1,-4 8-15,-5 8 16,-10 4-16,5 3 15,2 1-15,2 3 16,-3 6-16,-9 4 16,-6 4-16,-6 4 15,-4 8-15,-8 9 16,-8 13-16,-17 9 16,-15 8-16,-8 2 15,-6-2-15,8-12 16</inkml:trace>
  <inkml:trace contextRef="#ctx0" brushRef="#br0" timeOffset="-105883.45">3178 1432 0,'0'0'0,"4"3"0,-4-3 0,34 19 15,5 3-15,9 0 16,7-1 0,3-4-16,3-5 15,9-3-15,0-5 16,8-3-16,-2-2 16,-2-2-16,1-1 15,-3-1-15,1 0 16,-4 0-16,-3 2 15,1-1-15,-2-1 16,-1 2-16,-2 0 16,-2 2-16,-2 1 15,-6 1 1,-5 0-16,-3 0 16,-3 0-16,-3 2 15,-4 0-15,-7-1 16,-5 1-16,-7-3 15,-15 0-15,16 2 16,-16-2-16,0 0 16,0 0-16,0 0 15,0 0 1,0 0-16,0 0 16,0 0-16,-11 0 15,-16-5-15,-3-3 16,2-5-16,4 0 15,1-1-15,3 0 16,4 0-16,5 5 16,5 2-16,6 7 15,-7-8 1,7 8-16,0 0 16,-3-7-16,3 7 15,14-6-15,19-2 16,21 8-16,0 2 15,-7 6-15,-4 4 16,-7 4-16,-8 2 16,-8 3-1,-7-1-15,-5-2 16,-4 0-16,-3-3 16,-1-4-16,0-1 15,0-2-15,-2 4 16,-17 21-16</inkml:trace>
  <inkml:trace contextRef="#ctx0" brushRef="#br0" timeOffset="-96799.9">7394 556 0,'0'0'0,"0"0"0,0 0 16,-2 4-16,1 7 15,-3 16-15,-3 18 16,-1 6 0,-1 6-16,0 0 15,0 2-15,-1 3 16,0-5-16,1-4 15,2-9-15,1-8 16,0-7-16,4-7 16,4 0-16,5-7 15,2-3-15</inkml:trace>
  <inkml:trace contextRef="#ctx0" brushRef="#br0" timeOffset="-96382.9">7385 664 0,'-2'-1'0,"2"1"0,-6-14 16,1-5-1,5-2-15,9-5 16,11-1-16,11-4 15,12-1-15,10 3 16,2 9-16,0 5 16,-3 5-16,-7 6 15,-5 5-15,-7 4 16,-12 6-16,-6 1 16,-7 1-1,-5 1-15,-2 1 16,-5 0-16,-8 4 15,-10 8-15,-8 2 16,0-3-16,6-7 16,5-5-16,-3 1 15,-1 0-15,-1 2 16,3-1 0,3-5-16,1 0 15,-2 1-15,3-3 16</inkml:trace>
  <inkml:trace contextRef="#ctx0" brushRef="#br0" timeOffset="-95933.64">7979 794 0,'-5'1'0,"-9"1"0,-7 4 15,-23 10-15,-1 12 16,-3 14-16,6 2 16,4-2-1,8 0-15,10 1 16,5-4-16,10-4 15,7-12-15,7-6 16,11-3-16,8-7 16,11-9-16,12-17 15,4-9-15,2-10 16,-3-7-16,-7-6 16,-6-5-1,-9 5-15,-14 9 16,-13 6-16,-13 5 15,-9 7-15,-10 5 16,-10 6-16,-24 12 31,-3 13-31,8 4 16</inkml:trace>
  <inkml:trace contextRef="#ctx0" brushRef="#br0" timeOffset="-93832.85">8436 846 0,'0'0'0,"0"0"0,0 0 16,0 3-16,-1 4 15,-2 14-15,-6 19 16,-6 12-1,-4 2-15,-1-1 16,1-7-16,2-6 16,3-6-16,2-5 15,3-3-15,4-4 16,3-4-16,5 0 16,6 0-16,8-1 15,10 3-15,11-2 16,12-6-16,7-2 15,2-7 1,3-7-16,-4-6 16</inkml:trace>
  <inkml:trace contextRef="#ctx0" brushRef="#br0" timeOffset="-91549.24">7344 1476 0,'0'0'0,"0"0"0,0 0 16,13-2-16,26-6 15,34-5 1,4-2-16,6-1 16,1 5-16,4 1 15,2 0-15,3 0 16,1 0-16,-4 0 16,2-1-16,-5 0 15,-2-1-15,-7 0 16,-5 2-16,-5 1 15,-4 1-15,-6 1 16,-4 0 0,-10 2-16,-8 0 15,-8 2-15,-6 1 16,-5 0-16,-4 1 16</inkml:trace>
  <inkml:trace contextRef="#ctx0" brushRef="#br0" timeOffset="-90449.9">7877 1371 0,'0'0'0,"0"0"16,0 0-16,-1 1 16,-8 9-1,-13 21-15,-5 19 16,2-4-16,5-2 16,4-4-16,3-6 15,4-1-15,4-4 16,1-3-16,3-5 15,4-2-15,3 0 16,7 1-16,7 2 16,10 0-1,12-2-15,10-7 16,3-2-16,3-8 16,-5-2-16,-6-3 15,-4-2-15,-7-3 16,-5 0-16,-9-1 15,-6 2-15,-6 1 16,-10 5 0,11-6-16,-11 6 15,0 0-15,3-11 16,-8 4-16,-2-3 16,-5-1-16,-2 1 15,0 1-15,3 2 16,11 7-16,-16-10 15,16 10-15,0 0 16,-9-7-16,9 7 16,0 0-16,22-8 15,8 7-15,3 6 16,-4 2 0,-6 2-16,-7 1 15,-9 6 1,-8 12-1,-19 16-15,-19 8 16,7-9-16,-8-2 16,3-6-16,-3 0 15</inkml:trace>
  <inkml:trace contextRef="#ctx0" brushRef="#br0" timeOffset="-86400.25">11887 3736 0,'0'0'0,"0"0"15,0 0-15,0 0 16,0 0-16,0 0 16,0 0-16,0 0 15,0 0-15,-2 1 16,2-1-16,0 0 16,0 0-16,0 0 15,0 0-15,0 0 16,0 0-16,-11 14 15,-7 9 1,-10 16-16,4-1 16,7-5-1,6-8 1,5-8-16,3-5 16,3-12-16,-2 9 15,2-9 1,0 0-16,25-7 15,1-12-15,5-3 16,-1-3-16,-4 3 16,-4 6-16,-5 2 15,-4 4-15,-3 3 16,-10 7-16,13-9 16,-13 9-16,13 4 15,-4 5 1,1 5-16,-1 5 15,-2 0-15,0-1 16,0 2-16,0-3 16,-1 1-16,4-1 15,5-6-15,3-5 16,-3-4-16,1-8 16,5-5-16,3-6 15,2-5-15,-2-4 16,-1-1-1,-4 1-15,-5 4 16,-5 7-16,-4 5 16,-1 3-16,-4 7 15,4-7-15,-4 7 16,0 0-16,2-8 16,-2 8-16</inkml:trace>
  <inkml:trace contextRef="#ctx0" brushRef="#br0" timeOffset="-86046.89">12413 3938 0,'0'0'0,"0"0"0,-2 3 16,-1 6-16,-5 11 15,-1 10-15,0 1 16,1-3-1,1-1-15,-1 0 16,2-2-16,-1-5 16,-2-3-16,1-5 15,1-4-15,2-1 16,5-7-16,-6 8 16</inkml:trace>
  <inkml:trace contextRef="#ctx0" brushRef="#br0" timeOffset="-85449.63">12721 3818 0,'0'0'0,"0"0"0,0 0 0,0 0 0,6 5 15,7 3-15,11 8 16,8 6-16,5 2 16,-2 0-16,-2-2 15,-6-3-15,4 1 16,0 0-16,-6-2 16,-3-4-16,-5-4 15,0-1-15,3 1 16,-3-2 15,-3 1-31,-2-2 16,-12-7-16,11 7 15</inkml:trace>
  <inkml:trace contextRef="#ctx0" brushRef="#br0" timeOffset="-84983.5">13144 3778 0,'0'0'0,"0"0"0,0 0 15,-1-2 1,1 2-16,0 0 16,0 0-16,0 0 15,0 0-15,0 0 16,0 0-16,0 0 16,0 0-16,0 0 15,0 0-15,0 0 16,-13 4-16,-12 9 15,-16 9-15,0 30 16,9-11-16,-5 11 16,-10 13 15,7-8-31,0-3 16,12-22-16,9-15 15,2-5-15,1-3 16,1-3-16,15-6 15,-9 4 1</inkml:trace>
  <inkml:trace contextRef="#ctx0" brushRef="#br0" timeOffset="-83349.96">13301 3449 0,'0'0'0,"0"0"0,4 0 15,-4 0-15,29 6 16,-1 0-16,-3 0 15,-3 0-15,-6-1 16,-3 3-16,-4 1 16,-5 2-1,-5 4-15,-8 5 16,-7 4-16,-9 1 16,-5-3-16,-3-5 15,-2-2-15,4-2 16,8-4-16,6-3 15,17-6-15,-13 5 16,13-5-16,0 0 16,18 9-1,21-3-15,13-10 16,3-1-16,-3-2 16,-4-1-16,-4-2 15,-3-1-15,-4 1 16,-4 2-16,-11 2 15,-7 3-15,-3 0 16</inkml:trace>
  <inkml:trace contextRef="#ctx0" brushRef="#br0" timeOffset="-82899.55">13478 4027 0,'0'0'0,"0"0"0,0 0 0,0 0 16,0 0-16,0 0 15,4 1-15,9 2 16,12-1-16,12-2 15,10-2-15,2-1 16,0 1-16,-4 0 16,-6 0-1,0 0-15,-4-1 16,-6 1-16,-7-2 16,-7-2-16,-15 6 15</inkml:trace>
  <inkml:trace contextRef="#ctx0" brushRef="#br0" timeOffset="-82615.98">13703 3887 0,'0'0'0,"0"0"0,0 0 0,0 0 16,0 0-16,-1 5 15,-1 9-15,-3 16 16,-1 10-16,-2 1 16,4-6-1,-1-8-15,2-6 16,-1-3-16,0 0 16,0-1-16,0-2 15,2-6-15,1-1 16,-1-1-16,2-7 15</inkml:trace>
  <inkml:trace contextRef="#ctx0" brushRef="#br0" timeOffset="-81783.32">14141 3680 0,'0'0'0,"0"0"0,0 0 16,0 0 0,0 0-16,-1 2 15,-3 7-15,-6 11 16,-3 11-16,1 6 15,2-5-15,2-2 16,3-1 0,2-2-1,0-1-15,1-6 16,0-13 0,2-7-16,0 0 15,0 0-15,14-20 16,6-5-16,-1 1 15,-11 13-15,-2 4 16,-6 7-16,9-11 16,-9 11-16,4-6 15,-4 6-15,0 0 16,0 0-16,0 0 16,-6 19-1,3-5-15,0-1 16,2 1-16,4-1 15,4 3-15,3-3 16,-5-7-16,-5-6 16,10 6-16,5-10 15,6-7-15,1-7 16,-3-6 0,-2-7-16,3-4 15,-4-1-15,-6 7 16,-6 12-16,-1 3 15,-2 6-15,0 0 16,-1 8-16,0-8 16,0 8-16,0 0 15,0 0-15,0 0 16,0 0 0,0 0-16</inkml:trace>
  <inkml:trace contextRef="#ctx0" brushRef="#br0" timeOffset="-81267.12">14392 3916 0,'0'0'0,"3"-1"16,-3 1-16,12-3 15,2 2-15,3 2 16,1 2-16,-3 3 16,-4 4-16,-3 2 15,-3-1-15,-2 2 16,-3 0-16,-7 4 16,-6 6-16,-4 1 15,-1-2 1,5-9-16,2-3 15,3 1-15,-2-2 16,1 2-16,2 1 16,1-1-16,2-3 15,0-1-15,4-7 16,-3 7 0,3-7-16,13 7 15,6-2-15,13-3 16,8-7-16,-8-4 15,3-1-15,-4 3 16,-4-1-16,0 4 16,-6 3-16,-2 1 15,-7 1-15,-12-1 16,14 1 0,-14-1-16,0 0 15,0 0-15,12 6 16</inkml:trace>
  <inkml:trace contextRef="#ctx0" brushRef="#br0" timeOffset="-80699.93">14862 3735 0,'0'0'0,"0"0"0,0 0 0,0 0 16,0 0-16,1 1 15,5 7-15,8 10 16,3 4-16,-2-1 16,4 3-16,4-2 15,-2-4-15,-1-3 16,-4-4-16,-2-1 16,1 0-1,-1-2-15,-2 0 16,-12-8-16,17 11 15,-7-8-15,0 0 16,-10-3-16,12 5 16,-12-5-16,0 0 15</inkml:trace>
  <inkml:trace contextRef="#ctx0" brushRef="#br0" timeOffset="-80400.32">15069 3817 0,'0'0'0,"0"0"16,0 0-1,-4 6-15,-6 8 16,-7 15-16,-9 11 15,0 0-15,0 1 16,2-4-16,7-10 16,1-1-16,2-6 15,2-5-15,-1-4 16,0 0-16,1-1 16,1-1-16</inkml:trace>
  <inkml:trace contextRef="#ctx0" brushRef="#br0" timeOffset="-79600.09">15280 3884 0,'0'0'0,"0"0"0,0 0 0,0 0 15,0 0-15,3 0 16,-3 0-16,28 5 16,-1-3-16,2-4 15,-6 0 1,-2 0-16,0-2 15,2 0-15,4-3 16,-5-1-16</inkml:trace>
  <inkml:trace contextRef="#ctx0" brushRef="#br0" timeOffset="-79316.79">15365 3778 0,'0'0'0,"0"0"0,0 0 15,0 0-15,0 3 16,4 9-16,2 8 16,1 7-16,-1 0 15,-4 0-15,-2 12 31,-2-1-15,-1-3-16,-2-8 16,3-13-16,0-5 15,2-9-15</inkml:trace>
  <inkml:trace contextRef="#ctx0" brushRef="#br0" timeOffset="-78650.9">15654 3688 0,'0'0'0,"0"0"0,0 1 16,0-1-16,0 18 16,-1 5-16,-1 7 15,-4 1-15,0-1 16,0-3-16,-1 5 31,-1 2-31,2-3 16,3-7-1,2-10-15,1-4 16,1-3-16,-1-7 16,2 9-16,-2-9 15,0 0-15,0 0 16,0 0-16,0 0 16,10 0-16,0-7 15,6-4-15,1-3 16,0 1-1,-1 0-15,0 3 16,0 1-16,3 3 16,-19 6-16,10-2 15,4 2-15,6 1 16,4 2-16,0 1 16,-7 2-16,-5 2 15,-4 2-15,-5 4 16,-3 5-16,-4 5 15,-6 0 1,-3-7-16,-17-9 16,3 0-16,-39 11 15,28-10-15,0-7 16,8-3-16,6-1 16,7-1-16,2-3 15</inkml:trace>
  <inkml:trace contextRef="#ctx0" brushRef="#br0" timeOffset="-76566.15">14962 4293 0,'0'0'0,"7"0"0,5 0 16,19-2-16,9-1 15,-8-1-15,0 1 16,-2 0-16,-5 1 16,-4-1-16,-7 2 15,-14 1-15,13 0 16,-13 0-16,0 0 15,0 0 1,-32-2-16,-5 0 16,-2-1-16,-3 1 15,-2 2-15,3 0 16,4 0-16,7 3 16,7 0-16,7-1 15,4 1-15,12-3 16,-12 2-16,12-2 15,0 0-15,0 0 16,19 6 0,22-4-16,8-2 15,0-1-15,-2-2 16,-2 1-16,-4-1 16,-9 0-16,-9 1 15,-8 2-15,-5-1 16,-10 1-16,0 0 15,0 0 1,0 0-16,-12-6 16,-30-1-16,-10 2 15,-1 3-15,0 3 16,4 0-16,8 3 16,6-1-16,5 0 15,5-1-15,5 0 16,7-1-16,13-1 15,0 0 1,0 0-16,8 6 16,20 0-16,19-2 15,5-3-15,-1-1 16,-6-1-16,-2-1 16,-4-2-16,-5 2 15,-10 0-15,-8 1 16,-16 1-16,13-1 15,-13 1 1,0 0-16,-36 0 16,-12 0-16,-8 0 15,0 1-15,5 1 16,13 1-16,12-1 16,6-2-16,4 1 15,5-1-15,11 0 16,0 0-16,0 0 15,0 0-15,45 5 16,6-3-16,2-2 16,2-1-1,-2 0-15,-3 0 16,-6 1-16,-14 0 16,-10 0-16,-6 0 15,-14 0-15,11 0 16,-11 0-16,0 0 15,-14 0 1,-27 0-16,-13 0 0,-8 0 16,4 0-16,5 0 15,10 0 1,14 0-16,9 0 16,8 0-16,12 0 15,-12 0-15,12 0 16,0 0-16,0 0 15,36 0-15,14 0 16,0 0 0,-3-1-16,-2 0 15,-6 1-15,-7-1 16,-11 1-16,-9 0 16,-12 0-16,11 0 15,-11 0-15,-11-2 16,-22-6-16,-23 3 15,-1 4 1,4 0-16,6 2 16,11 1-16,12-1 15,6 0-15,6-1 16,12 0-16,-14 0 16,14 0-16,0 0 15,0 0-15,38 10 16,14-8-16,0-1 15,-2-2-15,-5-1 16,-7-1 0,-5 1-16,-13 1 15,-7 0-15,-13 1 16,0 0-16,0 0 16,0 0-16,-23-5 15,-10 2-15,5 3 16,4 0-16,4 0 15,3 0-15,4 0 16,13 0-16,-16 0 16,16 0-16,0 0 15,0 0 1,-10 0-16,10 0 16,0 0-16,0 0 15,0 0-15,0 0 16,0 0-16,0 0 15,10 2-15,-10-2 16,0 0-16,0 0 16,12 1-1</inkml:trace>
  <inkml:trace contextRef="#ctx0" brushRef="#br0" timeOffset="-75134.31">14880 4290 0,'0'0'0,"0"0"15,0 0-15,0 0 16,6 0-16,11-3 16,15-2-16,11-1 15,2 0-15,1 3 16,0-1-16,-3 1 15,-8 1-15,-6 0 16,-7 0-16,-6 1 16,-5 1-16,-11 0 15,0 0 1,0 0-16,0 0 16,-10 0-16,-35 0 15,-8 1-15,-2 2 16,-1 0-16,7 0 15,6 0-15,12-1 16,11 0-16,7-1 16,13-1-16,-11 2 15,11-2 1,0 0-16,0 0 16,30 10-16,22-6 15,0-1-15,-2-3 16,-5 0-16,-6 0 15,-10-1-15,-11 1 16,-8 0-16,-10 0 16,0 0-16,0 0 15,0 0-15,-45-4 16,-15 3 0,-3 2-16,0 1 15,4 1-15,8-1 16,15 0-16,12-1 15,10 0-15,14-1 16,-11 1-16,11-1 16,0 0-16,30 5 15,37-1 1,-1-5-16,-4-1 16,-5-1-16,-8 1 15,-10 0-15,-10 0 16,-12 1-16,-7 1 15,-10 0-15,0 0 16,0 0-16,-26-8 16,-8 5-16,8 1 15,9 2 1,8 0-16,9 0 16,-11 0-16,11 0 15,0 0-15,0 0 16,0 0-16</inkml:trace>
  <inkml:trace contextRef="#ctx0" brushRef="#br0" timeOffset="-72616.9">14459 3496 0,'0'0'0,"0"0"0,0 0 0,0 0 15,0 0-15,-2 2 16,2-2-16,0 0 16,-5 10-1,5-3-15,-1 5 16,2 3-16,3-1 15,2 1-15,0-5 16,7-2-16,5-3 16,12-6-16,14-6 15,6-8-15,3-5 16,2-2-16,-5 1 16,-1 0-16,-6 2 15,-11 6 1,-7 2-16,-10 4 15,-5 3-15,-10 4 16,11-6-16,-11 6 16,0 0-16,0 0 15,0 0-15,0 0 16,0 0-16,0 0 16,0 0-16,0 0 15,0 0 1</inkml:trace>
  <inkml:trace contextRef="#ctx0" brushRef="#br0" timeOffset="-70817.08">12687 4416 0,'0'0'0,"0"0"16,0 0-16,0 0 16,0 0-16,7-1 15,18-5-15,26-5 16,8-3-1,2 0-15,3 3 16,0 6-16,-6 1 16,-8 3-16,-11-1 15,-11 1-15,-5 1 16,-4-1-16,-6 0 16,-13 1-16,10 0 15,-10 0-15,0 0 16,-35 18-16,-16-6 15,-8-1 1,-1 0-16,8-3 16,8-1-16,3-5 15,10-4-15,7-2 16,11 2-16,13 2 16,-11-2-16,11 2 15,0 0-15,20-10 16,32-12-16,16-1 15,-2 9 1,-2 3-16,-12 4 16,-14 3-16,-4 0 15,-8 0-15,-8 2 16,-8 1-16,-10 1 16,0 0-16,0 0 15,0 0-15,0 0 16,-15 7-16,-11 0 15,1-1 1,-2 0-16,5 1 16,-1-4-16</inkml:trace>
  <inkml:trace contextRef="#ctx0" brushRef="#br0" timeOffset="-69516.49">13034 4425 0,'0'-2'0,"0"2"0,0 0 15,0 0-15,0 0 16,0 0-16,0 0 15,4 12-15,-9 5 16,-9 11 0,-30 12-1,-12 8 1,-7-9-16,-4-14 16,16-5-16,-1-5 15,7-3-15,5-4 16,-1-2-16,-5-4 15,5-2-15,2-1 16,2-6 0,3-4-16,-2-4 15,1-4-15,6 0 16,4-1-16,6 2 16,3-1-16,2 0 15,3 1-15,3 1 16,3 1-16,3 2 15,2-2-15,2 1 16,2-2 0,2 1-16,0 2 15,-1 0-15,0 5 16,-2 1-16,-3 8 16,4-8-16,-4 8 15,0 0-15,0 0 16,4-7-16,-4 7 15,0 0 1,0 0-16,0 0 16,0 0-16,0 0 15,0 0-15,0 0 16,-10 11-16,-4 4 16,-2 3-16,-4 3 15,3-1-15,0-2 16,3 0-16,1-3 15,2-4-15,4-1 16,1-4 0,6-6-16,-6 7 15,6-7-15,0 0 16,0 0-16,0 0 16,0 0-16,0 0 15,0 0-15,-7-8 16,10-7-16,6-6 15,2-2-15,0 1 16,-2 5 0,-2 3-16,-3 4 15,1 2-15,-5 8 16,5-8-16,-5 8 16,0 0-16,5-8 15,-5 8-15,16-2 16,7 2-16,9 1 15,6 1-15,6 2 16,1 0 0,1-1-16,-3 0 15,-5 0-15,-2 0 16,-6-2-16,-3 1 16,-8-1-16,-7-1 15,-12 0-15,12 0 16,-12 0-16,0 0 15,0 0 1,0 0-16,0 0 16,0 0-16,0 0 15,0 0-15,-19 6 16,19-6-16,-19 1 16,19-1-16,-17 0 15,6 0-15</inkml:trace>
  <inkml:trace contextRef="#ctx0" brushRef="#br0" timeOffset="-68183.44">12273 4421 0,'0'0'0,"0"0"0,0 0 15,0 0-15,-2 2 16,2-2-16,-17 18 16,-4 5-1,-6 7-15,-4 2 16,-2 0-16,4-2 16,2-3-16,5-5 15,4-6 1,3-5-1,4-2-15,11-9 16,-12 9 0,12-9-16,0 0 15,-8-18-15,4-6 16,12-11-16,0 5 16,6-1-16,4 0 15,-5 8-15,0 3 16,-7 10-16,-1 3 15,-5 7-15,6-9 16,-6 9-16,0 0 16,7-7-1,-7 7-15,0 0 16,7-8-16,-7 8 16,0 0-16,18-9 15,5 4-15,21 0 16,14 4-16,9-2 15,-2 2-15,-3 0 16,3 0-16,-9 0 16,-6 0-16,-4 1 15,-10-2 1,-6-1-16,-8-2 16,-10 3-16,-12 2 15,13-4-15,-13 4 16,0 0-16,-10-3 15,-22-2-15,-19 7 16,0 3-16,-5 3 16,0 0-16,1 0 15,0 0 1,7 0-16,-2-1 16,5 0-16,11-2 15,10-2-15,7-2 16,2-1-16,5 0 15,10 0-15,-13 0 16,13 0-16,0 0 16,0 0-1,0 0-15,0 0 16,0 0-16,0 0 16,0 0-16,-9-3 15,9 3-15,0 0 16,0 0-16,-12 11 15,-5 23-15,-10 21 16,2-2-16,-12 24 31,-5-6-15,4-13-16,13-19 16,16-25-16,4-7 15,5-7-15,-7 8 16,7-8-16,0 0 15,0 0-15,0 0 16,0 0-16,0 0 16,-11-13-1,15 1-15,2 2 16</inkml:trace>
  <inkml:trace contextRef="#ctx0" brushRef="#br0" timeOffset="-56917.12">9497 7011 0,'0'0'0,"0"0"0,0 0 0,0 0 15,0 0 1,-2 0-16,2 0 15,0 0-15,0 0 16,0 0-16,0 0 16,0 0-16,0 0 15,0 0-15,0 0 16,0 0-16,-9 7 16,6 1-16,-3 11 15,-2 9 1,-2 5-16,0 3 15,1-4-15,2-2 16,3-3-16,4-5 16,3-3-16,3-5 15,3-6-15,7-7 16,11-8-16,9-8 16,7-12-16,0-8 15,-2-6 1,-5 2-16,-3 1 15,-8 5-15,-6 9 16,-6 8-16,-6 6 16,-7 10-16,7-8 15,-7 8-15,0 0 16,-1 14-16,-7 23 16,-10 18-1,-3 6-15,-2 3 16,1-3-16,0 4 15,2-5-15,-7 25 32,1 3-32,5-10 15,3-6-15,6-27 16,2-4-16,-3-2 16,2-14-16,-2-3 15,2 0-15,-4-6 16,0-2-1,2-10-15,0-8 16,4-2-16,-2-9 16,3-7-16,4-14 15,6-8-15,14-8 16,3 3-16,5-1 16,3 6-16,-1 8 15,0 6 1,1 5-16,0 4 15,-1 5-15,-5 3 16,-3 4-16,-6 4 16,-1 1-16,-11 4 15,16-2-15,-16 2 16,11 0-16,-11 0 16</inkml:trace>
  <inkml:trace contextRef="#ctx0" brushRef="#br0" timeOffset="-56550.38">9919 7356 0,'0'0'0,"0"0"0,0 0 16,0 0-16,-2 0 16,2 0-16,0 0 15,14 5-15,13-2 16,10-2-1,0-3-15,-5-2 16,-3 0-16,-5 0 16,-6 1-16,-4 0 15,-14 3-15,12-2 16,-12 2-16</inkml:trace>
  <inkml:trace contextRef="#ctx0" brushRef="#br0" timeOffset="-56333.6">9907 7534 0,'0'0'0,"0"0"0,0 1 0,0-1 16,0 0-16,10 4 16,4-1-16,9-2 15,5-3-15,3-5 16,2-4-1,-2-1-15,1 1 16,3-2-16,3 1 16,-3-1-16</inkml:trace>
  <inkml:trace contextRef="#ctx0" brushRef="#br0" timeOffset="-55000.27">10524 7092 0,'0'0'0,"0"0"0,0 0 16,-1 5-16,-2 11 15,-10 22-15,-5 16 16,0-6-16,4-8 15,2-8 1,5-8-16,4-3 31,4-6-31,2-6 16,-3-9-16,16 0 16,7-17-16,4-9 15,-2-3-15,-5 2 16,-5 6-16,-4 4 15,-3 6 1,-4 4-16,-4 7 16,0 0-16,0 0 15,3 13-15,-2 5 16,-1-1-16,0-2 16,0-3-16,2-3 15,2-1-15,6-4 16,5-6-16,4-11 15,2-8 1,-1-5-16,-1-4 16,-1-1-16,-5 2 15,-4 3-15,-4 6 16,-4 6-16,0 5 16,-1 9-16,-1-8 15,1 8-15,0 0 16,-17 7-16</inkml:trace>
  <inkml:trace contextRef="#ctx0" brushRef="#br0" timeOffset="-54699.94">10797 7294 0,'0'0'0,"0"0"0,0 0 0,-2 1 16,-4 8-16,-9 11 16,-8 12-16,0 7 15,1 6-15,5 1 16,2-2-16,3-4 16,2-4-1,3-7 1,-1 2-16,2-6 15,1-9-15,4-6 16,1-10 0,0 0-16,0 0 15</inkml:trace>
  <inkml:trace contextRef="#ctx0" brushRef="#br0" timeOffset="-52501.19">10793 6908 0,'0'0'0,"0"0"0,0 0 0,4 1 16,-4-1-16,26-5 15,-3 1 1,2 1-16,1 4 16,-3 5-16,-5 3 15,-6 0-15,-4 5 16,-6 3-16,-6 8 15,-5 3-15,-9 4 16,-1 0-16,-1-6 16,3-7-16,5-6 15,4-6 1,8-7-16,-9 7 16,9-7-16,0 0 15,0 0-15,21 7 16,14-8-16,6-5 15,-2-4-15,-4 0 16,-6 0-16,-6 2 16,-3 1-16,-5 1 15,-2 1-15,-13 5 16,15-6 0,-15 6-16,0 0 15,16 3-15</inkml:trace>
  <inkml:trace contextRef="#ctx0" brushRef="#br0" timeOffset="-51250.51">11139 7341 0,'0'0'0,"0"0"0,0 0 15,0 0-15,0 0 16,5 3-16,6 6 15,3 8-15,-5 8 16,-6 9-16,-6-1 16,-7 1-16,-4 0 15,-2-3-15,-2-7 16,4-7 15,5-7-31,9-10 16,0 0-16,3-10 15,18-28-15,14-8 16,0 3-16,0 0 16,-4 8-16,-4 4 15,-6 7 1,-7 9-16,-5 4 16,-9 11-16,7-7 15,-7 7-15,0 0 16,0 20-16,-10 12 15,-4 6-15,-1-5 16,1 2-16,1-5 16,3-2-16,5-7 15,3-7-15,2-4 16,2-5-16,-2-5 16,16 10-16,4-7 15,9-3 1,4-3-16</inkml:trace>
  <inkml:trace contextRef="#ctx0" brushRef="#br0" timeOffset="-50917.33">11521 7454 0,'0'0'0,"0"0"16,0 0-16,9 0 15,7 0-15,8 0 16,1 0-16,1 0 16,3 0-16,3 0 15,-1-2 1,-4-2-16,-11-3 0,-8-4 16</inkml:trace>
  <inkml:trace contextRef="#ctx0" brushRef="#br0" timeOffset="-50650.22">11577 7352 0,'0'0'0,"0"0"16,0 0-16,-1 2 15,-3 8 1,-6 15-16,-6 11 15,0 7-15,0 2 16,3-3-16,2-7 16,4 5-1,7-4 1,10-11-16,6-7 16,0-14-16,0-15 15</inkml:trace>
  <inkml:trace contextRef="#ctx0" brushRef="#br0" timeOffset="-50167.32">11838 7279 0,'0'0'0,"0"0"16,0 2-16,0-2 15,-1 13 1,0 10-16,-1 15 15,-5 12-15,-2 3 16,-1 2-16,0-5 16,0-12-1,0-10 1,3-8-16,1-8 16,3-5-1,3-7-15,0 0 16,0 0-16,0 0 15,0 0-15,5-16 16,6-3-16,8-2 16,2 0-16,1 5 15,4 6-15,3 12 16,-1 7-16,0 5 16,-8 4-1,-7 0-15,-4-4 16,-6 0-16,-4-1 15,-11 2-15,-18 5 16,-16 0-16,-9-6 16,4-8-16,-1-8 15,13-3-15,2 0 16,4 0-16</inkml:trace>
  <inkml:trace contextRef="#ctx0" brushRef="#br0" timeOffset="-49383.95">12178 7452 0,'0'0'0,"0"0"16,0 0-16,0 0 15,0 2-15,1 4 16,3 16-16,2 16 16,3-1-16,2-1 15,9-2-15,9-10 16,7-10-16,26-20 16,36-41-16,31-38 15,23-14-15,6-13 16,-8 10-1,-10 5-15,-17 25 16,-20 19-16,-2 8 31,-35 25-31,-17 8 16,-19 12-16,-18 10 16,-9 6-16,-19 26 15,-36 16 1,-30 1-16</inkml:trace>
  <inkml:trace contextRef="#ctx0" brushRef="#br0" timeOffset="-48966.53">12189 7923 0,'0'0'0,"3"4"15,-3-4-15,10 18 16,-3-7-16,6-4 16,16-11-16,23-26 15,27-12 1,14-18-16,20-23 15,18-10-15,7-7 16,-2 13-16,69-2 31,-23 0-31,-30 24 16,-45 22-16,-66 30 16,0 2-16,-12 4 15,-10 4-15,-6 1 16,-13 2-1,10 0-15,-10 0 16,0 0-16,0 0 16</inkml:trace>
  <inkml:trace contextRef="#ctx0" brushRef="#br0" timeOffset="-47950.21">13994 6888 0,'0'0'0,"0"0"16,0 0-16,0 0 15,0 5-15,-2 11 16,-4 24-16,-3 21 16,-2 10-16,2-1 15,2 0-15,4-8 16,2-12 15,2-13-31,1-15 16,-1-14-16,-1-8 15,0 0-15,5-25 16,0-19-16,-3-12 16,-1-8-16,-1 5 15,0-8-15,0 15 16,0 13-1,3-5-15,3 19 16,0 4-16,3 7 16,2 9-16,6 1 15,8 4-15,7 10 16,4 10-16,1 16 16,4 4-16,-5 3 15,-3-1-15,2 0 16,-6-7-16,0-4 15,4-9 1,-3-9-16,-3-7 16,-5-5-16,-2-10 15,-1-9-15,0-9 16,-3-8-16,-5-6 16,-6 1-16,-3 0 15,-3 1-15,-1 9 16,-1 9-1,1 9-15,-1 4 16,1 2-16</inkml:trace>
  <inkml:trace contextRef="#ctx0" brushRef="#br0" timeOffset="-47234.01">14775 6983 0,'0'0'0,"0"0"0,0 0 0,0 0 16,0 0-16,-2 4 16,-2 8-16,-8 12 15,-4 10-15,-2 3 16,3 0-16,4-6 16,5-7-16,4-5 15,3-3-15,1-6 16,4-1-1,7-1-15,10-4 16,9-6-16,-1-8 16,-9-6-16,-6-10 15,-7-4-15,-9-4 16,-8 0-16,-8 8 16,-5 4-16,0 4 15,5 5-15,5 6 16,11 7-16,-10-7 15,10 7 1,14-12-16,20-3 16,13 4-16,4 4 15,3 0-15,-6 8 16,-5 6-16,-8 8 16,-8 5-16,-5 4 15,-6 4-15,-2 4 16,-5 1-16,-3-8 15,-2-4 1,-3-8-16,-1-4 16,0-9-16,0 8 15,0-8-15,0 0 16,15-17-16,7-11 16,2-6-16,-1 4 15,-6 6-15,-3 9 16,2 7-16,2 8 15,4 7-15,4 8 16,1 8 0,-3 5-16,-4 0 15,0-1-15,-4-4 16,-2-4-16,7-4 16,6-7-16,6-2 15,-1-7-15,-1-7 16,2-12-16,0-4 15,112-102-15</inkml:trace>
  <inkml:trace contextRef="#ctx0" brushRef="#br0" timeOffset="-44701.21">10349 7853 0,'0'0'0,"0"0"0,0 0 0,2 3 16,-2-3-16,15 11 15,-1 1-15,3-1 16,-1-1-16,-1-3 16,6-1-1,0-2-15,8 0 16,0-2-16,0-2 16,-2-1-16,-4-3 15,-2-3-15,2-4 16,0-3-16,3-5 15,4-1-15,4-5 16,0 0-16,-2 1 16,-7-5-1,1 3-15,1-2 16,3 4-16,0 4 16,-8 4-16,0 2 15,0-2-15,0-1 16,-1-3-16,-3 3 15,-1-2-15,1 1 16,1-2-16,-1 1 16,-1 1-1,-3 3-15,-2 0 16,2-12-16,-3-2 16,-1 1-16,-2 2 15,-2 6-15,0 3 16,-3 0-16,1 1 15,-1-1-15,2-4 16,0-2-16,-1-1 16,-1 0-1,-3 3-15,0 3 16,0 1-16,-1-2 16,1-3-16,-1-7 15,0-1-15,0-2 16,0 2-16,1 6 15,-1 0-15,0 1 16,1-6-16,-1-4 16,-1-4-16,-3 2 15,0 5 1,-2 7-16,-1 2 16,-3 2-16,-5-1 15,0 2-15,-1 1 16,-4 1-16,-2 2 15,2 4-15,-1 1 16,-1 5-16,-1 3 16,-3 0-16,-3 1 15,-1 1 1,1 0-16,2 2 16,3 2-16,0 1 15,0 1-15,0 2 16,-1 1-16,2 1 15,0-2-15,0 0 16,0 2-16,0 0 16,-3 4-1,1-1-15,1 4 16,-1 0-16,0 1 16,3 1-16,2 0 15,-1 3-15,4-2 16,1 1-16,0 1 15,2 0-15,3 2 16,1 0 0,2 2-16,1 1 0,0 0 15,3 2 1,-1-2-16,2 5 16,-2 5-16,2-2 15,1-1-15,3-1 16,4 3-16,0 4 15,1-4-15,-1-1 16,1-2-16,0-2 16,1 0-1,0-3-15,0 1 16,2 1-16,-3-5 16,2 8-1,3 8 1,-1 0-16,0 0 15,-3-13-15,0-4 16,0-4-16,-2-5 16,2-3-16,-2 1 15,1-2 1,-1-2-16,0-1 16,0 1-16,1-2 15,0-1-15,8-2 16,7-3-16,6 0 15,5-6-15,-3-2 16,-4 0-16,-4-1 16,-1-1-16,-2 1 15,-4 1-15,-3 0 16,-10 6 0,0 0-16,10-5 15,-10 5-15,0 0 16,0 0-16,0 0 15,0 0-15,0 0 16,-12 7-16,12-7 16,0 0-16,0 0 15,-11 4-15,11-4 16,0 0 0,0 0-16,0 0 15,0 0-15,0 0 16,0 0-16,0 0 15,0 0-15,0 0 16,0 0-16,-10 7 16,10-7-16,0 0 15,0 0-15,0 0 16,0 0 0,0 0-16,0 0 15,0 0-15,0 0 16,0 0-16,0 0 15,0 0-15,0 0 16,0 0-16,0 0 16,0 0-16</inkml:trace>
  <inkml:trace contextRef="#ctx0" brushRef="#br0" timeOffset="-42733.81">9669 8075 0,'0'0'0,"0"0"0,0 0 15,-2 4-15,-3 8 16,1 16-16,1 12 16,2 5-1,0-3-15,1 1 16,0-7-16,2-6 15,1-5-15,1-11 16,3-4-16,-7-10 16,19-2-16,-2-16 15,4-13-15,2-5 16,-3-1-16,-2 1 16,-1 6-1,-4 3-15,-3 10 16,-3 5-16,-7 12 15,0 0-15,14 7 16,-5 22-16,0 15 16,-11 11-16,-1 1 15,-6-3-15,0 3 16,-1-5-16,1-6 16,-5-1 15,-3-13-31,0-12 15,5-7-15,12-12 16,-16 7-16,16-7 16,-15-20-16,6-3 15,5-8-15,6 0 16,4 1-16,5-1 16,4 0-1,5 4-15,2 5 16,1 3-16,-2 4 15,-2 3-15</inkml:trace>
  <inkml:trace contextRef="#ctx0" brushRef="#br0" timeOffset="-42517.27">10080 8258 0,'0'0'0,"0"0"0,0 0 0,0 0 0,0 0 16,0 0-16,5 0 16,-5 0-16,18 0 15,0-1-15,6 0 16,2-2-16,-2 0 16,-4 2-1,-7-1-15,-13 2 16</inkml:trace>
  <inkml:trace contextRef="#ctx0" brushRef="#br0" timeOffset="-42312.85">10082 8421 0,'0'0'0,"0"0"16,0 0-16,6-3 15,6-2-15,12-5 16,10-5-16,3 0 16,2-1-16,5 2 15,-1 6-15,-12 4 16</inkml:trace>
  <inkml:trace contextRef="#ctx0" brushRef="#br0" timeOffset="-40182.68">11427 8084 0,'0'0'0,"0"0"16,0 0-16,0 0 15,0 3-15,-4 14 16,-2 15-16,2 6 15,1-5 1,3-7-16,0-4 16,0-8-16,1-5 15,1-2-15,-2-7 16,3 7-16,-3-7 16,0 0-16,0 0 15,13 3-15,-13-3 16,14-4-16,-14 4 15,0 0 1,12-3-16,-12 3 16,17 11-16,-4 3 15,-1 1-15,1 0 16,-1-1-16,-3-3 16,0-4-16,2-7 15,3-7-15,4-3 16,-2-4-16,-2-2 15,-4 0-15,-2 0 16,-1 3 0,-4 2-16,-1 2 15,-2 9-15,1-7 16</inkml:trace>
  <inkml:trace contextRef="#ctx0" brushRef="#br0" timeOffset="-39916.23">11740 8342 0,'0'0'0,"0"0"0,-3 1 0,3-1 16,-6 11-16,-2 7 15,-5 7-15,1 2 16,2-6-16,3-6 15,1-1 1,1-3-16,1 5 16,3-3-16,2-1 15,3-4-15</inkml:trace>
  <inkml:trace contextRef="#ctx0" brushRef="#br0" timeOffset="-39515.1">11851 8258 0,'0'0'0,"0"0"15,0 0-15,0 0 16,8 4-16,10 6 16,6 5-16,-3 1 15,-1 1-15,1 4 16,-1 0-16,-3-5 15,-6-4 1,-1-3-16,2-2 16,6-4-16,1-8 15,3-10-15,-7-9 16,-8 1-16,0 1 16,-5 1-16,-4 1 15,-5 1-15,-6 1 16,7 8-1,6 10-15,-9-9 0,-1 12 16,-9 4 0,-3 7-16,3 3 15,-3 9-15,7 9 16,-2 2-16,4-1 16,5-2-16,3-10 15,3-6-15,1-9 16</inkml:trace>
  <inkml:trace contextRef="#ctx0" brushRef="#br0" timeOffset="-39248.85">12197 8091 0,'0'0'0,"0"0"0,5 0 16,9 4-16,19 17 16,4 10-1,-10-1-15,-4 7 16,-9 9-16,-2 4 16,-25 17-1,-22 6 1,-20-10-16,-6-19 15</inkml:trace>
  <inkml:trace contextRef="#ctx0" brushRef="#br0" timeOffset="-38682.95">11396 7984 0,'0'0'0,"0"0"0,-5-3 15,5 3-15,-11-6 16,11 6 0,-18 2-16,-4 11 15,-6 8-15,3 3 16,1 5-16,3 6 16,3 4-16,4 5 15,5-6-15,2 0 16,1-4-16,6 3 15,28 16 17,21-4-32,11-10 15,5-4-15,-26-15 16</inkml:trace>
  <inkml:trace contextRef="#ctx0" brushRef="#br0" timeOffset="-37716.71">10702 8117 0,'0'0'0,"0"-1"0,0 1 16,-1-8-16,1 8 15,0-12-15,0 12 16,-1-10-16,1 10 15,-4-7-15,4 7 16,-9-7-16,-1 4 16,-8 4-16,-7 5 15,-2 4 1,3 0-16,5 1 16,2 4-16,2 6 15,4 2-15,2-2 16,6-3-16,2-4 15,3 1-15,7 3 16,1-1-16,6 0 16,1-4-1,2-2-15,2 3 16,2 0-16,-2 1 16,-3 5-16,-6-4 15,-6-1 1,-4 0-1,-2-3-15,-3 2 16,-5 0-16,-5-4 16,-2-4-16,-4-5 15,0-4 1,1-1-16,3-2 16,3-1-16,2 1 15,10 6-15,-14-10 16,14 10-16,-6-7 15,6 7-15,0 0 16,0 0-16,0 0 16</inkml:trace>
  <inkml:trace contextRef="#ctx0" brushRef="#br0" timeOffset="-37384.03">10720 8280 0,'0'0'0,"0"0"15,0 0-15,0 0 16,0 0-16,0 0 15,2 2-15,-2-2 16,4 13-16,1 2 16,0 6-16,-1 2 15,-2 1 1,-1-3-16,-2-3 16,0 0-16,0-4 15,0-5-15,3-2 16,-2-7-16</inkml:trace>
  <inkml:trace contextRef="#ctx0" brushRef="#br0" timeOffset="-37184.07">10749 8226 0,'0'0'0,"0"0"0,0 0 16,0 0-16,0 0 16,2 2-16,-2-2 15,9 7 1</inkml:trace>
  <inkml:trace contextRef="#ctx0" brushRef="#br0" timeOffset="-36617.27">10847 8287 0,'0'0'0,"0"0"0,0 0 16,0-2-16,0 2 15,0 0-15,0 0 16,0 0-16,0 0 15,13 4-15,-3 6 16,0 11-16,-1 9 16,-2 4-16,-4-5 15,-4-6 1,-1-4-16,1-5 16,0-4-16,-1-3 15,2-7-15,-1 7 16,1-7-16,0 0 15,0 0-15,0 0 16,-8-13-16,6-11 16,2-9-16,3-3 15,1 6-15,2 7 16,7 2-16,8 4 16,3 1-1,-1 5-15,-3 5 16,-5 5-16,2 4 15,-3 5-15,1 7 16,-2 10-16,-4 8 16,-3 1-16,-6-3 15,-1-8-15,-1-2 16,0-3 0,0-3-16,1-4 15,1-2-15,0-9 16,16 7-16,12-19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8T12:02:03.432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5711 3735 0,'0'0'0,"0"0"0,0 0 0,0 0 15,-1 2-15,1-2 16,0 0-16,0 0 15,-4 7-15,4-7 16,0 0 0,0 0-16,0 0 15,8 7-15,-8-7 16,25 13-16,-1-5 16,5-1-16,2 0 15,3-2-15,1-3 16,5 0-16,1-2 15,3 0-15,2-2 16,2 2 0,2-3-16,-2-1 15,-1 1-15,1-1 16,3-1-16,-2 0 16,-1 0-16,-1 2 15,0-1-15,-1-1 16,0 1-16,0 0 15,0 2-15,-2 2 16,-3 0-16,-2 3 16,-3 0-1,-1 2-15,-1 1 16,-2-1-16,1 2 16,0 0-16,1 1 15,2-1-15,-1 1 16,4-1-16,3 2 15,1 0-15,4 0 16,1-2 0,0-2-16,3-2 15,-1-2-15,0-2 16,4-1-16,-4-1 16,0-2-16,-2 1 15,5-2-15,0-1 16,-4 1-16,0-1 15,-4 2-15,-3-1 16,-3 0 0,-6 3-16,-3-1 15,-4 2-15,-4-1 16,-4 2-16,-6 0 16</inkml:trace>
  <inkml:trace contextRef="#ctx0" brushRef="#br0" timeOffset="34432.96">4409 4925 0,'0'0'0,"0"0"0,0 0 0,4 1 16,-4-1-1,24 4-15,-4 1 16,3 0-16,4 0 15,0 0-15,2 1 16,-1 0-16,-1-1 16,1 0-16,1 1 15,4 0-15,0 1 16,0 0-16,3-1 16,1 0-1,-1 1-15,1 0 16,-2 1-16,2 0 15,-3 0-15,0 0 16,-1 0-16,0 0 16,-1 1-16,-2-1 15,0-1-15,1 1 16,2-1-16,3 3 16,-4-3-1,1 0-15,-2-2 16,3-1-16,3 0 15,-2-2-15,0-2 16,0 0-16,1 0 16,5 0-16,0-2 15,1 0-15,1-3 16,3-1-16,0-1 16,1 0-16,-1 0 15,-1 0 1,1-1-16,0 0 15,0 1-15,-1 0 16,1 1-16,0-1 16,-3 1-16,0-1 15,-1 3-15,-3 0 16,1 3-16,0 1 16,-2-1-16,1 1 15,-2 0 1,2 1-16,1-1 15,1 0-15,2 0 16,-1 0-16,3 0 16,0 0-16,1 0 15,2 0-15,0 0 16,1 0-16,-1 0 16,2 0-1,0 0-15,0 0 16,1 0-16,1 0 15,-2 0-15,-3 0 16,0 0-16,-3 0 16,1 0-16,1 0 15,-2 1-15,-2-1 16,3 4-16,-3-1 16,1 2-1,-1-2-15,-1 1 16,-1 1-16,3 0 15,1-1-15,-2 2 16,2-2-16,-3 0 16,2-2-16,2 0 15,0-1-15,-1 0 16,2 0-16,-1 0 16,0 0-1,1 0-15,0-1 16,3 1-16,0-1 15,-1-2-15</inkml:trace>
  <inkml:trace contextRef="#ctx0" brushRef="#br0" timeOffset="35934.24">4851 6059 0,'0'0'0,"0"0"0,0 0 0,0 0 16,0 0-16,0 0 16,0 0-16,0 0 15,0 0-15,3 0 16,-3 0-16,27 0 16,-3-1-16,6-1 15,1-3-15,-2 1 16,-1-3-1,-2 3-15,-2-1 16,-1 2-16,-2 0 16,-4 2-16,-2 0 15,0 1-15,-4 1 16,1 0-16,-1 0 16,0 1-16,0 0 15,2 1-15,3 2 16,2 1-16,3 1 15,-2-1 1</inkml:trace>
  <inkml:trace contextRef="#ctx0" brushRef="#br0" timeOffset="36282.75">7054 6251 0,'0'0'0,"0"0"16,2 0-16,-2 0 16,35 0-16,8 0 15,10 0 1,6-1-16</inkml:trace>
  <inkml:trace contextRef="#ctx0" brushRef="#br0" timeOffset="37083.33">9998 6233 0,'0'0'0,"0"0"0,0 0 15,4 0-15,6 2 16,11 4-16,14 1 16,8-4-16,7-3 15,2-2-15,0 0 16,1-2-16,-4-3 15,-3 1 1</inkml:trace>
  <inkml:trace contextRef="#ctx0" brushRef="#br0" timeOffset="37266.74">10989 6187 0,'0'0'0,"0"0"0,0 0 16,0 0 0,0 0-16,1 2 15,-1-2-15,0 0 16,0 0-16,29 8 16,6-7-16</inkml:trace>
  <inkml:trace contextRef="#ctx0" brushRef="#br0" timeOffset="38432.97">11115 1792 0,'1'3'0,"4"8"0,5 11 0,16 29 16,6 9 0,5 4-16,2-1 15,0-3-15,-1-4 16,-2-2-16,-3-5 16,-3-5-16,-5-9 15,-4-5-15,-3-6 16,-2-4-16,-3-4 15,0-5-15</inkml:trace>
  <inkml:trace contextRef="#ctx0" brushRef="#br0" timeOffset="38699.14">11497 1823 0,'0'0'0,"0"0"0,0 0 0,-1 1 0,-5 13 16,-15 32-16,-13 30 16,-5 4-16,-2 2 15,-1-4-15,-3 0 16,3-13-16,3-4 15,2-4-15,4-5 16</inkml:trace>
  <inkml:trace contextRef="#ctx0" brushRef="#br0" timeOffset="41219">11857 2414 0,'0'0'16,"0"0"-16,0 0 0,-1 3 16,-2 9-1,-4 19-15,-2 16 16,1 8-16,1 0 15,0-4-15,2-6 16,-1-6-16,2-5 16,0-7-16,2-4 15</inkml:trace>
  <inkml:trace contextRef="#ctx0" brushRef="#br0" timeOffset="41648.87">12535 1995 0,'0'0'0,"0"0"16,0 0-1,2 4-15,6 14 16,11 18-16,10 11 15,4-2-15,1 3 16,2-2-16,0-2 16,1-4-16,-5-5 15,-2-7-15,-2-5 16,-2-5-16,-4-7 16</inkml:trace>
  <inkml:trace contextRef="#ctx0" brushRef="#br0" timeOffset="41899.78">12910 2024 0,'0'0'0,"0"0"0,-1 5 15,-4 12-15,-8 24 16,-6 15-16,-1 1 16,-3-4-16,-1-3 15,-1-4-15,0-7 16,2 0-16,1-6 16,3-3-1,3-5-15</inkml:trace>
  <inkml:trace contextRef="#ctx0" brushRef="#br0" timeOffset="42268.88">13078 2373 0,'0'0'0,"0"0"0,0 0 0,0 0 15,0 0-15,4 3 16,8 3-16,9 7 16,-1 9-16,-4 5 15,-6-1-15,-8 0 16,-4 2-16,-4-3 16,-3-3-1,-1-1-15,2-6 16,2-5-16,2-2 15,1-1-15,3-7 16,1 14-16,13-4 16,13-1-16,11-5 15,6-3-15,5-6 16,3-7-16,5-8 16</inkml:trace>
  <inkml:trace contextRef="#ctx0" brushRef="#br0" timeOffset="42532.78">13853 2134 0,'0'0'0,"0"0"15,0 0-15,9 4 16,10 10-16,12 11 16,7 7-16,-2 2 15,-2-4-15,0 1 16,-1-2-16,0-5 16,0-10-16,-2-8 15,-3-10 1</inkml:trace>
  <inkml:trace contextRef="#ctx0" brushRef="#br0" timeOffset="42750.1">14102 2122 0,'0'0'0,"0"0"0,-1 2 15,-8 12-15,-12 23 16,-12 16-16,5-3 16,3 1-16,3-2 15,6-5-15,3-5 16,5-8-16,3-3 16</inkml:trace>
  <inkml:trace contextRef="#ctx0" brushRef="#br0" timeOffset="43266.28">14299 2501 0,'0'0'0,"0"0"0,0 0 16,0 0-1,2 3-15,-2-3 16,0 0-16,18 11 16,-18-11-16,14 10 15,-14-10-15,0 0 16,12 8-16,-12-8 16,0 12-16,-8 5 15,-11 10 1,-7 2-16,1-2 15,4-6-15,5-4 16,3-5-16,6-4 16,1-1-16,6-7 15,-7 7-15,7-7 16,0 0-16,5 8 16,4-1-16,3 2 15,1 0-15,-2-2 16,-11-7-16,13 12 15,-12-4 1,-7 7-16,-16 7 16,-18 3-16,-14-2 15,-8-2-15,-3-4 16,3-4-16,1-2 16</inkml:trace>
  <inkml:trace contextRef="#ctx0" brushRef="#br0" timeOffset="44316.25">12383 1919 0,'0'2'0,"-1"8"0,0 13 0,-2 37 15,-3 28 1,0 10-16,-1 16 0,1 15 15,0 10 1,2 15-16,1 12 16,0 5-16,2 3 15,-2-5-15,1 12 16,0 19-16,-3-2 16,-2-16-16,-1 39 31,5-124-31,-2 49 15,1-70-15</inkml:trace>
  <inkml:trace contextRef="#ctx0" brushRef="#br0" timeOffset="44933.48">13517 1969 0,'0'0'0,"0"1"0,0-1 0,0 0 0,-7 26 15,2 17 1,4 20-16,2 11 16,4 20-16,2-9 15,3 1-15,0 3 16,0-2-16,5 35 16,-2-13-16,-6 5 15,-2-1-15,-5-17 16,1 5-16,0-8 15,-2 8 1,-3 17-16,-6 8 16,-3 22-1,2-34 1,4-26-16,1-30 16,5-32-16,0-8 15,0-5-15,-2-4 16,-4-1-16,-3-2 15,-4 0-15</inkml:trace>
  <inkml:trace contextRef="#ctx0" brushRef="#br0" timeOffset="45799.54">14873 2077 0,'0'0'0,"0"0"15,0 2-15,-1 9 16,-1 23-16,1 35 16,2 22-16,2 10 15,1 7-15,0 6 16,-1 0-16,1 5 15,-5-7-15,-3 11 16,-2-8-16,-1 11 16,0 3-16,-4 2 15,-4 18 1,0-12-16,1-10 16,5-34-16,8 9 31,5-28-31,0-15 15</inkml:trace>
  <inkml:trace contextRef="#ctx0" brushRef="#br0" timeOffset="46282.69">15151 2182 0,'0'0'0,"0"0"0,0 0 15,0 0-15,2 3 16,4 8-16,9 10 15,10 7-15,5 0 16,3-1-16,3-3 16,1-4-1,-3-3-15,0-5 16,-2 0-16,-1-3 16,-1 1-16,-2-4 15,2-7-15,122-45 16</inkml:trace>
  <inkml:trace contextRef="#ctx0" brushRef="#br0" timeOffset="46567.53">15670 2191 0,'0'0'0,"0"0"0,0 0 16,0 0-16,-1 4 16,0 5-16,-2 9 15,-3 6-15,-2 2 16,0 0 0,-2 1-16,0-3 15,1-2-15,-1-3 16,2-2-16,-3 1 15,3-4-15</inkml:trace>
  <inkml:trace contextRef="#ctx0" brushRef="#br0" timeOffset="46883.35">15516 2495 0,'0'0'0,"0"0"0,0 0 15,0 0-15,0 0 16,0 4-16,-3 5 16,-2 12-1,-3 17-15,1 7 16,-2 4-16,2 0 16,0 0-16,1-5 15,1-3-15,0-8 16,2-5-16,0-5 15,1-3-15,-1-3 16,2-2-16,-1-3 16,2-3-1,-2 1-15,0-2 16</inkml:trace>
  <inkml:trace contextRef="#ctx0" brushRef="#br0" timeOffset="48550.06">15548 2600 0,'0'0'0,"0"0"0,0 0 0,0 0 15,-4-3 1,4 3-16,-4-9 15,4 9-15,-3-13 16,1 2-16,2-5 16,3-7-16,5-4 15,6 2-15,0 1 16,0 3-16,-4 7 16,-2 2-1,-3 5-15,-5 7 16,6-6-16</inkml:trace>
  <inkml:trace contextRef="#ctx0" brushRef="#br0" timeOffset="50332.6">15052 3136 0,'0'0'0,"0"0"0,0 0 0,0 0 16,5 0-16,9 3 16,15 1-16,12-1 15,4-3 1,2-3-16,0-3 15,1-1-15,-4 0 16,-1 0-16,-6 1 16,-4-2-16,0 1 15,-3 0-15,2 1 16,-4 1-16,-6 2 16,-4 1-16,-4 1 15,-4 1 1,-10 0-16,11 0 0,-11 0 15,0 0 1</inkml:trace>
  <inkml:trace contextRef="#ctx0" brushRef="#br0" timeOffset="53349.62">15081 3188 0,'0'0'0,"0"0"16,0 0-16,0 0 16,0 0-1,8 3-15,9 4 0,20-3 16,11-4-1,11-6-15,2 0 16,0-4-16,-2-2 16,-5-1-16,-1 0 15,0 2-15,-6 1 16,-9 2-16,-7 2 16,-9 0-16,-5 3 15,-6 1 1,-11 2-16,0 0 15,0 0-15,10 0 16,-10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 1,0 0-16,0 0 15,0 0-15,0 0 16,0 0-16,0 0 16,0 0-16,0 0 15,0 0-15,0 0 16,0 0-16,0 0 16,0 0-16,0 0 15,0 0-15,0 0 16,0 0-16,0 0 15,0 0 1,0 0-16,0 0 16,0 0-16,0 0 15,0 0-15,0 0 16,0 0-16,0 0 16,0 0-16,0 0 15,0 0-15,0 0 16,0 0-16,0 0 15,0 0-15,0 0 16,0 0 0,0 0-16,0 0 15,0 0-15,0 0 16,0 0-16,0 0 16,0 0-16,0 0 15,0 0-15,0 0 16,10 1-16,-10-1 15,0 0-15,0 0 16,0 0 0,0 0-16,0 0 15,0 0-15,0 0 16,0 0-16,0 0 16,0 0-16,0 0 15,0 0-15,0 0 16,0 0-16,0 0 15,0 0 1,0 0-16,0 0 16,0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0-16,0 0 16,0 0-1,0 0-15,0 0 16,0 0-16,0 0 16,0 0-16,0 0 15,0 0-15,0 0 16,0 0-16,0 0 15,0 0-15,0 0 16,0 0 0,0 0-16,0 0 15,0 0-15,0 0 16,0 0-16,0 0 16,0 0-16,0 0 15,0 0-15,0 0 16,0 0-16,0 0 15,0 0 1,0 0-16,0 0 16,0 0-16,0 0 15,0 0-15,0 0 16,0 0-16,0 0 16,0 0-16,0 0 15,0 0-15,0 0 16,0 0-16,0 0 15,0 0-15,0 0 16,0 0 0,0 0-16,0 0 15,0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 0,0 0-16,0 0 15,0 0-15,0 0 16,0 0-16,0 0 16,0 0-16,0 0 15,0 0-15,0 0 16,0 0-16,0 0 15,0 0-15,0 0 16,0 0-16,0 0 16,0 0-1,0 0-15,0 0 16,0 0-16,0 0 16,0 0-16,0 0 15,0 0-15,0 0 16,0 0-16,0 0 15,0 0-15,0 0 16,0 0 0,0 0-16,10 4 15,-10-4-15</inkml:trace>
  <inkml:trace contextRef="#ctx0" brushRef="#br0" timeOffset="56033.28">14451 2000 0,'0'0'0,"0"0"0,-2-1 0,2 1 16,0 0-16,-3-8 15,3 8-15,0 0 16,-4-10-16,4 10 16,-6-14-16,-12-8 15,-41-19 1,-30-17-16,4 14 16,10 4-16,6 9 15,-13-4-15,-16 2 16,-9 7-16,-2 8 15,9 16-15,4 3 16,0 1-16,3-1 16,8 1-16,6-1 15,5 0 1,4-2-16,1-3 16,4 2-16,-5 0 15,5 0-15,1-1 16,5 0-16,7 0 15,4 0-15,1 1 16,8-2-16,-6-2 16,0-3-1,-3-2-15,-6 0 16,9 1-16,-1 0 16,7 2-16,-1 1 15,-7 3-15,0 1 16,-9 3-16,-6 0 15,5 3-15,-4 0 16,10 0 0,3 0-16,1 0 15,1 0-15,-1 3 16,-3 0-16,0 4 16,-3-1-16,-2 1 15,-5 2-15,-1 1 16,3 1-16,1 1 15,6-2-15,7 1 16,-1 0-16,3-1 16,1 1-16,1 0 15,-1 1 1,2-1-16,-1 7 16,2 1-16,1 1 15,3 2-15,1-1 16,3 1-16,4-1 15,3 0-15,4-1 16,1 4-16,4-1 16,1 1-16,3-1 15,3 2-15,3 3 16,3 2 0,2 2-16,6 3 15,2-2-15,2 1 16,2-2-16,4 1 15,2 1-15,1-2 16,1-1-16,-1-2 16,3-1-16,0 2 15,1-3-15,0 0 16,0 0 0,0-3-16,2 0 15,2-1-15,0-1 16,-1-1-16,-3-4 15,-1-3-15,1 0 16,1 0-16,0-1 16,2-3-1,1 0-15,2 0 16,4 1-16,2 2 16,0-2-16,3-1 15,1 0-15,1-1 16,0 1-16,2 0 15,-2 0-15,1 0 16,1 0-16,-1 1 16,3-2-16,1 2 15,-1-1-15,-1 0 16,3 1 0,1 0-16,0 1 15,5-1-15,-1-3 16,-2 0-16,2-6 15,-11 0-15,1-3 16,5-1-16,-2 0 16,5-1-16,2-1 15,-2 0 1,5-1-16,-2-2 0,0 0 16,-1 0-1,1-1-15,-1 1 16,1 0-16,-3 0 15,0 0-15,1 0 16,-2 0-16,0 1 16,0 1-16,-1 2 15,0 0-15,2-1 16,-2 1 0,-2 0-16,1 0 15,-2-1-15,-3 1 16,2 0-16,-2-3 15,1 3-15,-1-3 16,-1 1-16,-2-2 16,-1 1-16,-2 0 15,1 0-15,-1 0 16,-2 1 0,3 0-16,-1-1 15,3 1-15,-3-1 16,-4 1-16,3-1 15,3 1-15,5 0 16,-8-1-16,0 0 16,-6 2-16,7-1 15,4-1-15,-3 0 16,1 0 0,-7 0-16,-2 0 15,1 0-15,0-1 16,0 0-16,-2 1 15,-4-4-15,-2 1 16,1-1-16,1-4 16,0-2-16,1-3 15,-1-5-15,0-9 16,-1-3 0,-4-8-16,-6 0 15,-1 0-15,-2-5 16,-2 0-16,-3-3 15,-3 3-15,0 0 16,-2 3-16,0 1 16,0 5-16,-3 2 15,0 4-15,0 1 16,-2-2 0,-2 0-16,-1 1 15,-1 2-15,0 4 16,0 4-16,-1 1 15,-1 1-15,-2 1 16,-2-2-16,0 2 16,-1 2-16,3 3 15,3 5-15,3 1 16,7 7-16,-10-7 16,10 7-1,0 0-15,0 0 16,-7-7-16,7 7 15,0 0-15,0 0 16,0 0-16,0 0 16,0 0-16,0 0 15,0 0-15,0 0 16,0 0-16,0 0 16,0 0-1,0 0-15</inkml:trace>
  <inkml:trace contextRef="#ctx0" brushRef="#br0" timeOffset="61049.74">12841 1639 0,'0'0'0,"0"0"0,0 0 0,0 2 16,0-2-16,-2 19 15,0 2-15,0 1 16,0-1-16,1-5 15,1 0-15,1-3 16,1-2 0,0-3-16,-2-8 15,12 9-15,10-10 16,24-12-16,35-19 16,19-18-16,11-9 15,4-2-15,6-10 16,-16 9-16,-5 1 15,-15 12-15,-13 5 16,-3 4-16,-9 4 16,-8 5-1,-7 7-15,-9 7 16,-10 6-16,-5 2 16,1 2-16,3 1 15,5 4-15,3 4 16,1-1-16</inkml:trace>
  <inkml:trace contextRef="#ctx0" brushRef="#br0" timeOffset="64282.53">13115 4930 0,'0'0'0,"0"-1"15,0 1-15,0 0 16,-6 20-16,-7 29 16,-3 14-1,1 9-15,0 8 16,3 1-16,3 3 15,1-12-15,2 1 16,2-9-16,1-1 16,-1-12-16,3-14 15,-1 0-15,1-6 16,1-8-16,-1 3 16</inkml:trace>
  <inkml:trace contextRef="#ctx0" brushRef="#br0" timeOffset="64569.51">13181 4996 0,'0'0'0,"0"2"16,0-2-16,0 0 15,0 12-15,-3 15 16,-2 27-16,-2 10 16,0 3-16,-3 1 15,3-4-15,-1-1 16,0-6-16,1 1 16,2-10-1,2-1-15,1-2 16,-1-7-16,1 1 15,1-6-15</inkml:trace>
  <inkml:trace contextRef="#ctx0" brushRef="#br0" timeOffset="64866.19">12782 5435 0,'0'0'0,"0"0"0,0 0 15,0 0-15,2-2 16,-2 2-16,27-7 16,14 2-1,17-2-15,6 0 16,6-2-16,-3 1 15,-5-5-15,-7-1 16,-7 1-16,-7 3 16,-8 1-16,-5 1 15,-5 3-15,-8 0 16</inkml:trace>
  <inkml:trace contextRef="#ctx0" brushRef="#br0" timeOffset="65133.5">12794 5653 0,'0'0'0,"0"0"0,0 0 15,0 0-15,5-2 16,15-3-1,32-7-15,25-7 16,3-7-16,4 0 16,-5 0-16,3 0 15,-2-2-15</inkml:trace>
  <inkml:trace contextRef="#ctx0" brushRef="#br0" timeOffset="65983.67">13527 5287 0,'0'0'0,"0"0"0,0 0 15,0-2-15,0 2 16,0 0-1,0 0-15,0 0 16,0 0-16,0 0 16,0 0-16,11 4 15,3 2-15,1 4 16,1 3-16,-1 4 16,0 4-16,-5 3 15,-1 1-15,-2-3 16,-2-3-1,-2-4-15,-5-3 16,-4 1-16,-10 1 31,-4-3-31,-3-7 16,3-7-16,7-3 16,3-4-16,7-6 15,2-8-15,5-4 16,9-5-1,4 0-15,4 2 16,1 4-16,-2 3 16,1 4-16,2 2 15,-2 2-15,3 3 16</inkml:trace>
  <inkml:trace contextRef="#ctx0" brushRef="#br0" timeOffset="67583.78">13862 5274 0,'0'0'0,"0"0"15,0 0-15,0 0 16,0 0-16,0 2 16,0-2-16,-10 16 15,2-2-15,-2 3 16,-1 2-16,3 2 16,0 2-16,5-3 15,3-3-15,0-3 16,2-2-1,1-2-15,2-1 16,3-2-16,-8-7 16,16 6-16,-16-6 15,20-17-15,-6 1 16,-2-3-16,-5 1 16,-4 2-16,-4 0 15,-3 0-15,-2 2 16,0 1-1,0 4-15,-1 1 32,7 8-32,-6-10 15,6 10-15,0 0 16,0 0-16,-5-7 16,5 7-16,13-13 15,-1 5-15,-2 1 16,-10 7-16,18-7 15,-8 6 1,-10 1-16,16 8 16,-10 2-16,-1 4 15,-5 6-15,0 1 16,-5 2-16,-1-4 16,1-1-16,0-5 15,2-3-15,1-4 16,3 0-16,6 5 15,-1-4 1,-6-7-16,16-5 16,-3-5-16,5-4 15,1-1-15,-1 1 16,-9 0-16,-4 1 16,-5-1-16,-3 1 15,-1 1-15,-1 4 16,5 8-1,-4-9-15,4 9 16,0 0-16,-6-6 16,6 6-16,0 0 15,0 0-15,0 0 16,0 0-16,0 0 16,0 0-16,11 1 15,1 6-15,-4 4 16,-1 6-16,2 3 15,-3 4 1,-1-2-16,-3-3 16,-4-4-16,1-5 15,0-1-15,1-2 16,0-7-16,0 0 16,0 0-16,11-16 15,3-6-15,0 1 16,-1 3-16,-2 5 15,-2 3 1,0 2-16,-9 8 16,14-9-16,-14 9 15,12 0-15,0 6 16,-1 0-16,6 5 16,-1-2-16,-7-2 15,3-2-15,1-2 16,4-2-16,1-2 15,-2-2-15,-5-1 16,-11 4-16,15-4 16,-15 4-1,0 0-15,14 2 16,-14-2-16,21 15 16,-7-4-16,-1 2 15,2-2-15,1-3 16,5-9-16,0-5 15,1-4-15,1-5 16,1-3 0,-2-1-16,-5-1 15,-7 0-15,-5 4 16,-4 3-16,-3 2 16,-1 5-16,3 6 15,-7-9-15,7 9 16,0 0-16,-13-2 15,13 2-15,-15 13 16,7 4 0,2 5-16,4 5 15,2 4-15,0 5 16,0-1-16,0 0 31,-4-7-31,-6-3 16,-5-2-16,-13-5 15,-8 0 1,-12-7-16,-9-6 16</inkml:trace>
  <inkml:trace contextRef="#ctx0" brushRef="#br0" timeOffset="68032.56">12870 5833 0,'0'0'0,"9"2"16,7 0 0,27 5-16,22 1 15,12-10-15,13-5 16,8-7-16,1 0 16,16-4-16,-9 2 15,5 0-15,-8 3 16,-2 2-16,-6 2 15,0 0-15,-12 1 16,-8 0-16,-4 1 16,-13 1-1,-3 2-15,-8-1 16,-10 2-16,-5 1 16,-4-1-16,-4 4 15,-2 3-15,-9-2 16</inkml:trace>
  <inkml:trace contextRef="#ctx0" brushRef="#br0" timeOffset="156164.73">12519 6610 0,'0'0'0,"0"0"0,6-5 16,11-6-16,20-12 16,11-5-1,5 0-15,2 3 0,1 3 16,0 4-1,-4 6-15,-3 4 16,-7 4-16,-6 4 16,-4 4-16,-6 2 15,-6 4-15,-6 0 16,-5 2-16,-7 6 16,-8 9-16,-17 13 15,-14 11-15,-11 2 16,4-7-1,6-12-15,11-10 16,9-10-16,7-5 16,11-9-16,-10 9 15,10-9-15,0 0 16,0 0-16,5 11 16,10 0-16,17 3 15,7 1-15,4-1 16,0-1-1,1 1-15,-6-2 16,-2 1-16,1 5 16,-8-3-16,-4 0 15,-8-1-15,-7-4 16,-4-1-16,-6 4 16,-10 2-16,-10 4 15,-10 6 1,-7-1-16,-4-5 15,-2 0-15,0-7 16,5-2-16,3-3 16,5-3-16,5-2 15,3-2 1,4 0 0,4 0-16,14 0 15,-10 0-15</inkml:trace>
  <inkml:trace contextRef="#ctx0" brushRef="#br0" timeOffset="156948.56">13556 6409 0,'0'0'0,"0"0"0,0 0 0,0 0 15,0 0-15,3 2 16,-3-2-1,16 10-15,3 2 16,8 5-16,1 1 16,-2-1-16,2 0 15,2 3-15,-5-4 16,-2-3-16,-6-3 16,-2-2-16,5 2 15,2 2-15,-4-2 16,-5-3-16,-13-7 15,13 7 1,-13-7-16,16 11 16,-11-5-16,-5-6 15,0 0-15,0 0 16,8 7-16,-8-7 16,0 15-16,-12-1 15,-16 13-15,-27 30 16,-8 6-1,8-5-15,4-6 16,11-10-16,-7 3 16,-3 5-16,4-4 15,6-2-15,-7 6 32,8-8-32,8-8 15,7-8-15,14-14 16,4-5-1,6-7-15,-5 8 16,5-8-16</inkml:trace>
  <inkml:trace contextRef="#ctx0" brushRef="#br0" timeOffset="157748.64">14260 6440 0,'0'0'0,"1"-4"0,-1 4 16,11-13-16,7-1 15,12 0-15,6 3 16,3 5-16,2 5 15,1 6 1,-5 4-16,-2 6 16,-4 5-16,-5 4 15,-5 5-15,-7 3 16,-9 7-16,-8 4 16,-13 9-16,-9 4 15,-7-2-15,-4 2 16,-2-7-16,-4 0 15,2-7 1,6-10-16,7-6 16,7-7-16,3-2 15,2-5-15,5 1 16,2-2-16,4-4 16,4-7-16,10 12 15,21-9-15,34-11 16,28-10-16,13-13 15,1 3 1,9-7-16,-3-1 16,7-5-16,2-1 15,-12 5-15,-5 1 16,322-111-16</inkml:trace>
  <inkml:trace contextRef="#ctx0" brushRef="#br0" timeOffset="163466.29">14044 7423 0,'0'-1'0,"0"1"0,2-8 0,2-1 16,-1-1-1,3-3-15,6-2 16,12-4-16,10-2 16,13-3-16,11 3 15,4 1-15,13 0 16,5 1-16,6-1 16,14-4-16,-4 1 15,12-1 1,-2-2-16,-11-1 15,2 0-15,-12 3 16,-1 0-16,5 3 16,302-45-16</inkml:trace>
  <inkml:trace contextRef="#ctx0" brushRef="#br0" timeOffset="171765.1">10144 7511 0,'1'-1'0,"3"-7"0,6-6 0,22-13 16,13-3-1,4 8-15,-4 8 16,-4 6-16,-7 6 16,-7 8-16,-6 5 15,-6 5-15,-5 15 16,-10 15-16,-23 22 31,-18 12-31,7-19 16,4-18-1,17-24-15,6-11 16,7-8-16,-5 9 16,5-9-16,6 15 15,12-1-15,10 5 16,2-3-16,-5-3 16,-7-4-16,-6-2 15,-12-7-15,12 8 16,-13 6-16,-9 8 15,-10 7 1,-5-5-16,-3-8 16,2-2-16,6-4 15,5-6-15,4-1 16,11-3-16,-11 3 16,11-3-16</inkml:trace>
  <inkml:trace contextRef="#ctx0" brushRef="#br0" timeOffset="171931.38">10607 7727 0,'0'0'0,"0"0"0,0-2 0,0 2 15,0 0 1,0 0-16,0 0 15,0 0-15</inkml:trace>
  <inkml:trace contextRef="#ctx0" brushRef="#br0" timeOffset="172315.39">10861 7429 0,'0'0'0,"3"-2"0,-3 2 16,24-18-16,9 8 15,4 8 1,1 7-16,-1 12 16,-6 6-16,-9 8 15,-11 7-15,-10 4 16,-9 3-16,-13 8 16,-6 6-16,-6-6 15,3-11-15,7-15 16,8-10-1,5-7-15,10-10 16,-8 10-16,11-3 16,11-1-16,21-2 15,23-10-15,9-8 16,5-7-16,6-9 16,-5-3-16,6-3 15,-1 2-15,4-2 16</inkml:trace>
  <inkml:trace contextRef="#ctx0" brushRef="#br0" timeOffset="176614.75">11472 8134 0,'0'0'0,"0"-3"0,0 3 16,0 0-16,11-11 15,13 0-15,16-2 16,14 1 0,5 3-16,15 0 15,7 0-15,12 1 16,3-1-16,8-1 15,10-1-15,4-3 16,11 0-16,2-1 16,13 0-16,1-1 15,8-2-15,-2-1 16,11-2 0,-3 1-16,8 9 15,-12-1-15,2 6 16,0 0-16,8 5 15,2 2-15,-9-1 16,-5 1-16,-15-1 16,-5 0-16,-8 0 15,-10 0-15,-4 0 16,-5 0-16,1 0 16,-15-1-1,-64 1-15,12 0 16,-16 0-16,-9 0 15,-2 0-15,-3 0 16,-10 0-16,15 0 16,-15 0-16,0 0 15,11 0-15,-11 0 16</inkml:trace>
  <inkml:trace contextRef="#ctx0" brushRef="#br0" timeOffset="188864.24">5138 7336 0,'0'0'0,"0"0"0,0 0 15,0 0-15,2-2 16,-2 2-16,17-18 16,7-3-1,10-1-15,7 1 16,3 4-16,0 2 16,-4 4-16,-4 3 15,-7 6-15,-5 6 16,-5 7-16,-6 9 15,-3 13-15,-6 11 16,-8 8 0,-9-1-16,-3-4 15,-10 3-15,-1-5 16,1-9-16,3-4 16,6-11-16,-1 0 15,1-2-15,2-3 16,3-4-16,4-5 15,8-7 1,-6 8 0,6-8-1,0 0-15,24 9 16,7-12-16,13-8 16,2-3-16,2-5 15,-5-1-15,-5 1 16,-3 1-16,-11 4 15,-5 3 1,-5 4-16,-4 2 16,-10 5-16,15-4 15,-15 4-15,15 6 16,-15-6-16</inkml:trace>
  <inkml:trace contextRef="#ctx0" brushRef="#br0" timeOffset="189614.74">6091 6981 0,'0'0'0,"0"0"15,0 0-15,0 0 16,0 0-16,0 0 16,-1 1-1,4 8-15,5 11 16,2 16-16,-1 11 16,-2 3-16,0-3 15,0 1-15,1 10 31,-1-5-31,0-13 16,-5-20 0,-2-11-16,0-9 15,0 0-15,-15 4 16,9-12-16,-1-10 16,2-9-16,3-2 15,6 0-15,1 4 16,6 2-16,6 2 15,1 5-15,5 8 16,-5 7-16,7 11 16,-3 7-1,0 11-15,1 7 16,-4 0-16,-5-1 16,-9-7-16,-9-2 15,-4-5-15,-6 1 16,-12 1-16,-9-4 15,-2-4-15,6-5 16,5-6 0,0-2-16,2-1 15,4 0-15,9 0 16,11 0-16</inkml:trace>
  <inkml:trace contextRef="#ctx0" brushRef="#br0" timeOffset="190114.83">6512 7047 0,'1'2'0,"3"4"15,0 6-15,9 19 16,1 15-16,-2 1 16,-7-3-16,-3 3 31,-5-8-15,-5-7-16,2-12 15,2-13-15,4-7 16,-9-2-16,0-13 15,0-14-15,6-5 16,6 2-16,8 4 16,2 5-16,2 3 15,1 6 1,0 6-16,2 5 16,1 5-16,0 5 15,-3 5-15,-1 5 16,0 3-16,-1 8 15,-2 2-15,-3-2 16,-2 2-16,-2-6 16,-1-4-1,0-3-15,-2-5 16</inkml:trace>
  <inkml:trace contextRef="#ctx0" brushRef="#br0" timeOffset="190648.25">6916 6976 0,'0'0'0,"0"0"0,0 0 0,0 0 16,3 6-16,5 8 15,3 13-15,0 8 16,0 3-16,0-2 16,-1-2-16,-1-5 15,-3-7 17,-4-8-32,0-5 15,-2-9-15,0 0 16,0 0-16,0 0 15,11-12-15,-3-10 16,2-8-16,2-3 16,0 0-16,1 2 15,6 3-15,2 0 16,0 2 0,-6 6-16,-2 4 15,-3 4-15,-5 2 16,-2 2-16,-3 8 15,5-9-15,-5 9 16,0 0-16,0 0 16,5-7-16,-5 7 15,14 3 1,-3 3-16,0 3 16,-3-2-16</inkml:trace>
  <inkml:trace contextRef="#ctx0" brushRef="#br0" timeOffset="191265.29">6111 7858 0,'0'0'0,"0"0"0,-3-1 16,3 1-16,0 0 15,0 0-15,0 0 16,0 0-16,0 0 16,5-10-16,18-3 15,10-1-15,1-1 16,-7 3 0,-2 2-16,0-1 15,1 0-15,-6 4 16,-5 0-16,-2 2 15,-13 5-15,17-8 16,-17 8-16,12-6 16,-12 6-16,10-5 15,-10 5 1,0 0-16,11-4 16,-11 4-16</inkml:trace>
  <inkml:trace contextRef="#ctx0" brushRef="#br0" timeOffset="191814.46">6670 7640 0,'0'0'0,"0"0"0,0 0 15,4-3-15,8-4 16,10-6-16,6-2 16,2 1-16,-3 0 15,-3 2-15,-3 1 16,-4 2-16,-5 1 16,-3 1-1,-9 7-15,10-6 16,-10 6-16,0 0 15</inkml:trace>
  <inkml:trace contextRef="#ctx0" brushRef="#br0" timeOffset="192464.66">7065 7511 0,'0'0'0,"0"0"0,0 0 16,0 0-16,0 2 15,0-2-15,0 0 16,0 0-16,25-6 16,8-3-1,5-4-15,0-2 16,-2-1-16,-3 0 15,1 0-15,-5-1 16,-7 4-16,-4 2 16,-6 4-16,-12 7 15,15-9-15,-15 9 16,0 0-16,0 0 16,0 0-1,10-6-15,-10 6 16,0 0-16,0 0 15,0 0-15,0 0 16,0 0-16,0 0 16,0 0-16,0 0 15,0 0-15,0 0 16,0 0-16,0 0 16,0 0-1,0 0-15,0 0 16,0 0-16,0 0 15,0 0-15,0 0 16,0 0-16</inkml:trace>
  <inkml:trace contextRef="#ctx0" brushRef="#br0" timeOffset="193113.75">6607 8106 0,'0'0'0,"2"-5"16,-2 5-16,13-19 15,-2 1 1,8-3-16,3 2 15,3 4-15,-1 1 16,-2 7-16,0 3 16,-3 4-16,-2 5 15,-4 5-15,-3 4 16,-3 8-16,-6 6 16,-4 7-1,-8 5-15,-3 2 16,-4-3-16,-3-3 15,0-3-15,-1 0 16,2-2-16,5-6 16,1-5-16,6-6 15,3-6-15,5-8 16,-7 11-16,7-11 16,0 0-1,1 8-15,-1-8 16,15 3-16,3-7 15,4-4-15,3-5 16,-2 0-16,-4 1 16,-2 2-16,-4 2 15,-1 0-15,-1 2 16</inkml:trace>
  <inkml:trace contextRef="#ctx0" brushRef="#br0" timeOffset="193365.38">7178 8172 0,'0'0'0,"0"-1"16,0 1-16,0 0 15,3-8-15,-3 8 16,0 0-16,14-7 16,-14 7-16,22-7 15</inkml:trace>
  <inkml:trace contextRef="#ctx0" brushRef="#br0" timeOffset="193864.42">7609 7841 0,'0'0'0,"0"0"0,0-2 16,0 2-16,0 0 16,0 0-16,0 0 15,0 0-15,0 0 16,-12-1-1,-4 9-15,-6 8 16,3 2-16,3 0 16,5-2-16,0-1 15,4 0-15,-1-1 16,3 1-16,4-2 16,5 3-16,5 2 15,6 2 1,4 1-16,1-3 15,1-1-15,1 3 16,3-1-16,-4 1 16,-6-1-16,-4 0 15,-5-2-15,-2 0 16,-3-2-16,-4 2 16,-6 1-16,-4 2 15,-7 0 1,-5 0-16,-1-4 15,-2-2-15,1-6 16,1-6-16,4-3 16,3-2-16,6 0 15,13 3-15,-19-5 16</inkml:trace>
  <inkml:trace contextRef="#ctx0" brushRef="#br0" timeOffset="194214.58">7631 7883 0,'0'0'0,"0"0"0,-2 0 16,2 0-16,0 0 16,0 0-16,-10-1 15,10 1-15,0 0 16,3-8-16,14-13 16,22-16-16,8-5 15,3 5-15,1 4 16,-2 6-1,-6 6-15,-9 4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46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82600" y="109545"/>
            <a:ext cx="49434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321894" y="1497985"/>
            <a:ext cx="381254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46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82600" y="109545"/>
            <a:ext cx="49434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46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2600" y="109545"/>
            <a:ext cx="49434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46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6" y="80250"/>
            <a:ext cx="5759866" cy="315974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82600" y="109545"/>
            <a:ext cx="49434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21894" y="1497985"/>
            <a:ext cx="381254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46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hyperlink" Target="http://ppt/slides/ppt/slides/slide10.xml" TargetMode="External"/><Relationship Id="rId18" Type="http://schemas.openxmlformats.org/officeDocument/2006/relationships/hyperlink" Target="http://ppt/slides/ppt/slides/slide42.xml" TargetMode="External"/><Relationship Id="rId3" Type="http://schemas.openxmlformats.org/officeDocument/2006/relationships/image" Target="../media/image3.png"/><Relationship Id="rId21" Type="http://schemas.openxmlformats.org/officeDocument/2006/relationships/image" Target="../media/image11.png"/><Relationship Id="rId7" Type="http://schemas.openxmlformats.org/officeDocument/2006/relationships/image" Target="../media/image7.png"/><Relationship Id="rId12" Type="http://schemas.openxmlformats.org/officeDocument/2006/relationships/hyperlink" Target="http://ppt/slides/ppt/slides/slide6.xml" TargetMode="External"/><Relationship Id="rId17" Type="http://schemas.openxmlformats.org/officeDocument/2006/relationships/hyperlink" Target="http://ppt/slides/ppt/slides/slide38.xml" TargetMode="External"/><Relationship Id="rId2" Type="http://schemas.openxmlformats.org/officeDocument/2006/relationships/notesSlide" Target="../notesSlides/notesSlide3.xml"/><Relationship Id="rId16" Type="http://schemas.openxmlformats.org/officeDocument/2006/relationships/hyperlink" Target="http://ppt/slides/ppt/slides/slide36.xml" TargetMode="External"/><Relationship Id="rId20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hyperlink" Target="http://ppt/slides/ppt/slides/slide3.xml" TargetMode="External"/><Relationship Id="rId5" Type="http://schemas.openxmlformats.org/officeDocument/2006/relationships/image" Target="../media/image5.png"/><Relationship Id="rId15" Type="http://schemas.openxmlformats.org/officeDocument/2006/relationships/hyperlink" Target="http://ppt/slides/ppt/slides/slide32.xml" TargetMode="External"/><Relationship Id="rId10" Type="http://schemas.openxmlformats.org/officeDocument/2006/relationships/image" Target="../media/image10.png"/><Relationship Id="rId19" Type="http://schemas.openxmlformats.org/officeDocument/2006/relationships/hyperlink" Target="http://ppt/slides/ppt/slides/slide1.xml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hyperlink" Target="http://ppt/slides/ppt/slides/slide25.xml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customXml" Target="../ink/ink2.xml"/><Relationship Id="rId5" Type="http://schemas.openxmlformats.org/officeDocument/2006/relationships/image" Target="../media/image14.png"/><Relationship Id="rId10" Type="http://schemas.openxmlformats.org/officeDocument/2006/relationships/hyperlink" Target="http://ppt/slides/ppt/slides/slide1.xml" TargetMode="External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pt/slides/ppt/slides/slide1.xml" TargetMode="Externa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hyperlink" Target="http://ppt/slides/ppt/slides/slide10.xml" TargetMode="External"/><Relationship Id="rId18" Type="http://schemas.openxmlformats.org/officeDocument/2006/relationships/hyperlink" Target="http://ppt/slides/ppt/slides/slide42.xml" TargetMode="External"/><Relationship Id="rId3" Type="http://schemas.openxmlformats.org/officeDocument/2006/relationships/image" Target="../media/image24.png"/><Relationship Id="rId7" Type="http://schemas.openxmlformats.org/officeDocument/2006/relationships/image" Target="../media/image7.png"/><Relationship Id="rId12" Type="http://schemas.openxmlformats.org/officeDocument/2006/relationships/hyperlink" Target="http://ppt/slides/ppt/slides/slide6.xml" TargetMode="External"/><Relationship Id="rId17" Type="http://schemas.openxmlformats.org/officeDocument/2006/relationships/hyperlink" Target="http://ppt/slides/ppt/slides/slide38.xml" TargetMode="External"/><Relationship Id="rId2" Type="http://schemas.openxmlformats.org/officeDocument/2006/relationships/notesSlide" Target="../notesSlides/notesSlide6.xml"/><Relationship Id="rId16" Type="http://schemas.openxmlformats.org/officeDocument/2006/relationships/hyperlink" Target="http://ppt/slides/ppt/slides/slide36.x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hyperlink" Target="http://ppt/slides/ppt/slides/slide3.xml" TargetMode="External"/><Relationship Id="rId5" Type="http://schemas.openxmlformats.org/officeDocument/2006/relationships/image" Target="../media/image5.png"/><Relationship Id="rId15" Type="http://schemas.openxmlformats.org/officeDocument/2006/relationships/hyperlink" Target="http://ppt/slides/ppt/slides/slide32.xml" TargetMode="External"/><Relationship Id="rId10" Type="http://schemas.openxmlformats.org/officeDocument/2006/relationships/image" Target="../media/image10.png"/><Relationship Id="rId19" Type="http://schemas.openxmlformats.org/officeDocument/2006/relationships/hyperlink" Target="http://ppt/slides/ppt/slides/slide1.xml" TargetMode="External"/><Relationship Id="rId4" Type="http://schemas.openxmlformats.org/officeDocument/2006/relationships/image" Target="../media/image25.png"/><Relationship Id="rId9" Type="http://schemas.openxmlformats.org/officeDocument/2006/relationships/image" Target="../media/image9.png"/><Relationship Id="rId14" Type="http://schemas.openxmlformats.org/officeDocument/2006/relationships/hyperlink" Target="http://ppt/slides/ppt/slides/slide25.xml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2.png"/><Relationship Id="rId7" Type="http://schemas.openxmlformats.org/officeDocument/2006/relationships/image" Target="../media/image29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customXml" Target="../ink/ink4.xml"/><Relationship Id="rId5" Type="http://schemas.openxmlformats.org/officeDocument/2006/relationships/image" Target="../media/image27.png"/><Relationship Id="rId10" Type="http://schemas.openxmlformats.org/officeDocument/2006/relationships/hyperlink" Target="http://ppt/slides/ppt/slides/slide1.xml" TargetMode="External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3.png"/><Relationship Id="rId7" Type="http://schemas.openxmlformats.org/officeDocument/2006/relationships/customXml" Target="../ink/ink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pt/slides/ppt/slides/slide1.xml" TargetMode="Externa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7"/>
          <p:cNvGrpSpPr/>
          <p:nvPr/>
        </p:nvGrpSpPr>
        <p:grpSpPr>
          <a:xfrm>
            <a:off x="0" y="7"/>
            <a:ext cx="5759866" cy="3239902"/>
            <a:chOff x="0" y="7"/>
            <a:chExt cx="5759866" cy="3239902"/>
          </a:xfrm>
        </p:grpSpPr>
        <p:pic>
          <p:nvPicPr>
            <p:cNvPr id="45" name="Google Shape;45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7"/>
              <a:ext cx="5759866" cy="32399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" name="Google Shape;46;p7"/>
            <p:cNvSpPr/>
            <p:nvPr/>
          </p:nvSpPr>
          <p:spPr>
            <a:xfrm>
              <a:off x="1982523" y="1293502"/>
              <a:ext cx="3325495" cy="721995"/>
            </a:xfrm>
            <a:custGeom>
              <a:avLst/>
              <a:gdLst/>
              <a:ahLst/>
              <a:cxnLst/>
              <a:rect l="l" t="t" r="r" b="b"/>
              <a:pathLst>
                <a:path w="3325495" h="721994" extrusionOk="0">
                  <a:moveTo>
                    <a:pt x="0" y="721869"/>
                  </a:moveTo>
                  <a:lnTo>
                    <a:pt x="0" y="0"/>
                  </a:lnTo>
                  <a:lnTo>
                    <a:pt x="3324982" y="0"/>
                  </a:lnTo>
                  <a:lnTo>
                    <a:pt x="3324982" y="721869"/>
                  </a:lnTo>
                  <a:lnTo>
                    <a:pt x="0" y="72186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7"/>
          <p:cNvSpPr txBox="1"/>
          <p:nvPr/>
        </p:nvSpPr>
        <p:spPr>
          <a:xfrm>
            <a:off x="1982523" y="1293502"/>
            <a:ext cx="3325495" cy="721995"/>
          </a:xfrm>
          <a:prstGeom prst="rect">
            <a:avLst/>
          </a:prstGeom>
          <a:solidFill>
            <a:srgbClr val="FFFFFF">
              <a:alpha val="79607"/>
            </a:srgbClr>
          </a:solidFill>
          <a:ln w="126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0325" rIns="0" bIns="0" anchor="t" anchorCtr="0">
            <a:spAutoFit/>
          </a:bodyPr>
          <a:lstStyle/>
          <a:p>
            <a:pPr marL="429894" marR="422275" lvl="0" indent="-634" algn="ctr" rtl="0">
              <a:lnSpc>
                <a:spcPct val="8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mbria"/>
                <a:ea typeface="Cambria"/>
                <a:cs typeface="Cambria"/>
                <a:sym typeface="Cambria"/>
              </a:rPr>
              <a:t>D</a:t>
            </a:r>
            <a:r>
              <a:rPr lang="en-US" sz="1350">
                <a:latin typeface="Cambria"/>
                <a:ea typeface="Cambria"/>
                <a:cs typeface="Cambria"/>
                <a:sym typeface="Cambria"/>
              </a:rPr>
              <a:t>EEP </a:t>
            </a:r>
            <a:r>
              <a:rPr lang="en-US" sz="1700"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en-US" sz="1350">
                <a:latin typeface="Cambria"/>
                <a:ea typeface="Cambria"/>
                <a:cs typeface="Cambria"/>
                <a:sym typeface="Cambria"/>
              </a:rPr>
              <a:t>EURAL </a:t>
            </a:r>
            <a:r>
              <a:rPr lang="en-US" sz="1700"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en-US" sz="1350">
                <a:latin typeface="Cambria"/>
                <a:ea typeface="Cambria"/>
                <a:cs typeface="Cambria"/>
                <a:sym typeface="Cambria"/>
              </a:rPr>
              <a:t>ETWORK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lang="en-US" sz="1150">
                <a:latin typeface="Cambria"/>
                <a:ea typeface="Cambria"/>
                <a:cs typeface="Cambria"/>
                <a:sym typeface="Cambria"/>
              </a:rPr>
              <a:t>ODULE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# 3 : L</a:t>
            </a:r>
            <a:r>
              <a:rPr lang="en-US" sz="1150">
                <a:latin typeface="Cambria"/>
                <a:ea typeface="Cambria"/>
                <a:cs typeface="Cambria"/>
                <a:sym typeface="Cambria"/>
              </a:rPr>
              <a:t>INEAR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en-US" sz="1150">
                <a:latin typeface="Cambria"/>
                <a:ea typeface="Cambria"/>
                <a:cs typeface="Cambria"/>
                <a:sym typeface="Cambria"/>
              </a:rPr>
              <a:t>EURAL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en-US" sz="1150">
                <a:latin typeface="Cambria"/>
                <a:ea typeface="Cambria"/>
                <a:cs typeface="Cambria"/>
                <a:sym typeface="Cambria"/>
              </a:rPr>
              <a:t>ETWORKS FOR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R</a:t>
            </a:r>
            <a:r>
              <a:rPr lang="en-US" sz="1150">
                <a:latin typeface="Cambria"/>
                <a:ea typeface="Cambria"/>
                <a:cs typeface="Cambria"/>
                <a:sym typeface="Cambria"/>
              </a:rPr>
              <a:t>EGRESSION</a:t>
            </a:r>
            <a:endParaRPr sz="115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8" name="Google Shape;48;p7"/>
          <p:cNvSpPr txBox="1"/>
          <p:nvPr/>
        </p:nvSpPr>
        <p:spPr>
          <a:xfrm>
            <a:off x="4132173" y="2325276"/>
            <a:ext cx="1280795" cy="392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11150" marR="5080" lvl="0" indent="-299085" algn="l" rtl="0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DNN Team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11150" marR="5080" lvl="0" indent="-299085" algn="l" rtl="0">
              <a:lnSpc>
                <a:spcPct val="126699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BITS Pilani WILP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/>
        </p:nvSpPr>
        <p:spPr>
          <a:xfrm>
            <a:off x="1400073" y="967954"/>
            <a:ext cx="2960370" cy="759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48284" marR="202565" lvl="0" indent="0" algn="ctr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The instructor is gratefully acknowledging the authors who made their course materials freely available online.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This deck is prepared by Seetha Parameswaran.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" name="Google Shape;54;p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55" name="Google Shape;55;p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59" name="Google Shape;59;p8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905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2/ 46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82600" y="109545"/>
            <a:ext cx="49434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66" name="Google Shape;6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637743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9"/>
          <p:cNvSpPr txBox="1"/>
          <p:nvPr/>
        </p:nvSpPr>
        <p:spPr>
          <a:xfrm>
            <a:off x="387959" y="64141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92967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9"/>
          <p:cNvSpPr txBox="1"/>
          <p:nvPr/>
        </p:nvSpPr>
        <p:spPr>
          <a:xfrm>
            <a:off x="387959" y="93334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" name="Google Shape;70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221600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 txBox="1"/>
          <p:nvPr/>
        </p:nvSpPr>
        <p:spPr>
          <a:xfrm>
            <a:off x="387959" y="122528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513535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/>
        </p:nvSpPr>
        <p:spPr>
          <a:xfrm>
            <a:off x="387959" y="1517204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805457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/>
        </p:nvSpPr>
        <p:spPr>
          <a:xfrm>
            <a:off x="387959" y="1809139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209739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87959" y="210106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38931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 txBox="1"/>
          <p:nvPr/>
        </p:nvSpPr>
        <p:spPr>
          <a:xfrm>
            <a:off x="387959" y="239299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681249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9"/>
          <p:cNvSpPr txBox="1"/>
          <p:nvPr/>
        </p:nvSpPr>
        <p:spPr>
          <a:xfrm>
            <a:off x="387959" y="268493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 txBox="1"/>
          <p:nvPr/>
        </p:nvSpPr>
        <p:spPr>
          <a:xfrm>
            <a:off x="563025" y="544082"/>
            <a:ext cx="3241800" cy="22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R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egression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L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inear</a:t>
            </a: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 R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egression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T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he</a:t>
            </a: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 L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inear</a:t>
            </a: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 M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odel</a:t>
            </a: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: S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ingle</a:t>
            </a: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 N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euron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W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orked</a:t>
            </a: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 E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xample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/>
              </a:rPr>
              <a:t>E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/>
              </a:rPr>
              <a:t>valuation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1017268" lvl="0" indent="0" algn="l" rtl="0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P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ython</a:t>
            </a: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 I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mplementation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I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mplementation</a:t>
            </a: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 T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ips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017269" lvl="0" indent="0" algn="l" rtl="0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8"/>
              </a:rPr>
              <a:t>S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8"/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" name="Google Shape;83;p9"/>
          <p:cNvGrpSpPr/>
          <p:nvPr/>
        </p:nvGrpSpPr>
        <p:grpSpPr>
          <a:xfrm>
            <a:off x="0" y="3109250"/>
            <a:ext cx="5760261" cy="92075"/>
            <a:chOff x="0" y="3109250"/>
            <a:chExt cx="5760261" cy="92075"/>
          </a:xfrm>
        </p:grpSpPr>
        <p:sp>
          <p:nvSpPr>
            <p:cNvPr id="84" name="Google Shape;84;p9"/>
            <p:cNvSpPr/>
            <p:nvPr/>
          </p:nvSpPr>
          <p:spPr>
            <a:xfrm>
              <a:off x="0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9"/>
            <p:cNvSpPr/>
            <p:nvPr/>
          </p:nvSpPr>
          <p:spPr>
            <a:xfrm>
              <a:off x="1923862" y="3109250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9"/>
            <p:cNvSpPr/>
            <p:nvPr/>
          </p:nvSpPr>
          <p:spPr>
            <a:xfrm>
              <a:off x="3836211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9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88" name="Google Shape;88;p9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9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9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9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9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905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r>
              <a:rPr lang="en-US"/>
              <a:t>/ 46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01B1C05-8981-8DD4-B089-59FBAA1AB304}"/>
                  </a:ext>
                </a:extLst>
              </p14:cNvPr>
              <p14:cNvContentPartPr/>
              <p14:nvPr/>
            </p14:nvContentPartPr>
            <p14:xfrm>
              <a:off x="1478520" y="164160"/>
              <a:ext cx="4245120" cy="3013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01B1C05-8981-8DD4-B089-59FBAA1AB30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469160" y="154800"/>
                <a:ext cx="4263840" cy="3032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"/>
          <p:cNvSpPr txBox="1">
            <a:spLocks noGrp="1"/>
          </p:cNvSpPr>
          <p:nvPr>
            <p:ph type="title"/>
          </p:nvPr>
        </p:nvSpPr>
        <p:spPr>
          <a:xfrm>
            <a:off x="82600" y="109545"/>
            <a:ext cx="49434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hat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is</a:t>
            </a:r>
            <a:r>
              <a:rPr lang="en-US">
                <a:solidFill>
                  <a:srgbClr val="FFFFFF"/>
                </a:solidFill>
              </a:rPr>
              <a:t> R</a:t>
            </a:r>
            <a:r>
              <a:rPr lang="en-US" cap="small">
                <a:solidFill>
                  <a:srgbClr val="FFFFFF"/>
                </a:solidFill>
              </a:rPr>
              <a:t>egression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grpSp>
        <p:nvGrpSpPr>
          <p:cNvPr id="95" name="Google Shape;95;p10"/>
          <p:cNvGrpSpPr/>
          <p:nvPr/>
        </p:nvGrpSpPr>
        <p:grpSpPr>
          <a:xfrm>
            <a:off x="309193" y="889786"/>
            <a:ext cx="5192466" cy="1586764"/>
            <a:chOff x="309193" y="889786"/>
            <a:chExt cx="5192466" cy="1586764"/>
          </a:xfrm>
        </p:grpSpPr>
        <p:sp>
          <p:nvSpPr>
            <p:cNvPr id="96" name="Google Shape;96;p10"/>
            <p:cNvSpPr/>
            <p:nvPr/>
          </p:nvSpPr>
          <p:spPr>
            <a:xfrm>
              <a:off x="309193" y="889786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7" name="Google Shape;97;p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1084021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1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45790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1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445209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1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934021"/>
              <a:ext cx="50800" cy="5238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10"/>
            <p:cNvSpPr/>
            <p:nvPr/>
          </p:nvSpPr>
          <p:spPr>
            <a:xfrm>
              <a:off x="309193" y="1128295"/>
              <a:ext cx="5142230" cy="381000"/>
            </a:xfrm>
            <a:custGeom>
              <a:avLst/>
              <a:gdLst/>
              <a:ahLst/>
              <a:cxnLst/>
              <a:rect l="l" t="t" r="r" b="b"/>
              <a:pathLst>
                <a:path w="5142230" h="381000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329613"/>
                  </a:lnTo>
                  <a:lnTo>
                    <a:pt x="4008" y="349338"/>
                  </a:lnTo>
                  <a:lnTo>
                    <a:pt x="14922" y="365491"/>
                  </a:lnTo>
                  <a:lnTo>
                    <a:pt x="31075" y="376405"/>
                  </a:lnTo>
                  <a:lnTo>
                    <a:pt x="50800" y="380414"/>
                  </a:lnTo>
                  <a:lnTo>
                    <a:pt x="5090865" y="380414"/>
                  </a:lnTo>
                  <a:lnTo>
                    <a:pt x="5110590" y="376405"/>
                  </a:lnTo>
                  <a:lnTo>
                    <a:pt x="5126743" y="365491"/>
                  </a:lnTo>
                  <a:lnTo>
                    <a:pt x="5137657" y="349338"/>
                  </a:lnTo>
                  <a:lnTo>
                    <a:pt x="5141666" y="329613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>
              <a:off x="5450859" y="972113"/>
              <a:ext cx="0" cy="505459"/>
            </a:xfrm>
            <a:custGeom>
              <a:avLst/>
              <a:gdLst/>
              <a:ahLst/>
              <a:cxnLst/>
              <a:rect l="l" t="t" r="r" b="b"/>
              <a:pathLst>
                <a:path w="120000" h="505459" extrusionOk="0">
                  <a:moveTo>
                    <a:pt x="0" y="50484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5450859" y="95941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5450859" y="94671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0"/>
            <p:cNvSpPr/>
            <p:nvPr/>
          </p:nvSpPr>
          <p:spPr>
            <a:xfrm>
              <a:off x="5450859" y="93401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0"/>
            <p:cNvSpPr/>
            <p:nvPr/>
          </p:nvSpPr>
          <p:spPr>
            <a:xfrm>
              <a:off x="5450859" y="914963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7" name="Google Shape;107;p1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96442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1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18584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0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40725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" name="Google Shape;110;p10"/>
          <p:cNvSpPr txBox="1"/>
          <p:nvPr/>
        </p:nvSpPr>
        <p:spPr>
          <a:xfrm>
            <a:off x="309194" y="821671"/>
            <a:ext cx="4991735" cy="17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2700" rIns="0" bIns="0" anchor="t" anchorCtr="0">
            <a:spAutoFit/>
          </a:bodyPr>
          <a:lstStyle/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50800" marR="17780" lvl="0" indent="0" algn="l" rtl="0">
              <a:lnSpc>
                <a:spcPct val="1147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Regression is a supervised learning task that predicts a continuous-valued output based on input features.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Key Characteristics: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47980" lvl="0" indent="0" algn="l" rtl="0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Input: Feature vector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d</a:t>
            </a:r>
            <a:endParaRPr sz="1050" baseline="30000">
              <a:latin typeface="Arial"/>
              <a:ea typeface="Arial"/>
              <a:cs typeface="Arial"/>
              <a:sym typeface="Arial"/>
            </a:endParaRPr>
          </a:p>
          <a:p>
            <a:pPr marL="347980" lvl="0" indent="0" algn="l" rtl="0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Output: Real-valued target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R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34798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Goal: Learn a function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such that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≈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11" name="Google Shape;111;p10"/>
          <p:cNvGrpSpPr/>
          <p:nvPr/>
        </p:nvGrpSpPr>
        <p:grpSpPr>
          <a:xfrm>
            <a:off x="0" y="3109250"/>
            <a:ext cx="5760261" cy="92075"/>
            <a:chOff x="0" y="3109250"/>
            <a:chExt cx="5760261" cy="92075"/>
          </a:xfrm>
        </p:grpSpPr>
        <p:sp>
          <p:nvSpPr>
            <p:cNvPr id="112" name="Google Shape;112;p10"/>
            <p:cNvSpPr/>
            <p:nvPr/>
          </p:nvSpPr>
          <p:spPr>
            <a:xfrm>
              <a:off x="0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0"/>
            <p:cNvSpPr/>
            <p:nvPr/>
          </p:nvSpPr>
          <p:spPr>
            <a:xfrm>
              <a:off x="1923862" y="3109250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0"/>
            <p:cNvSpPr/>
            <p:nvPr/>
          </p:nvSpPr>
          <p:spPr>
            <a:xfrm>
              <a:off x="3836211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10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16" name="Google Shape;116;p10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905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 46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2249BFE-C9B8-89A8-3A75-7A6DF01DDF3D}"/>
                  </a:ext>
                </a:extLst>
              </p14:cNvPr>
              <p14:cNvContentPartPr/>
              <p14:nvPr/>
            </p14:nvContentPartPr>
            <p14:xfrm>
              <a:off x="4048920" y="1667520"/>
              <a:ext cx="203760" cy="1017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2249BFE-C9B8-89A8-3A75-7A6DF01DDF3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039560" y="1658160"/>
                <a:ext cx="222480" cy="1035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"/>
          <p:cNvSpPr txBox="1">
            <a:spLocks noGrp="1"/>
          </p:cNvSpPr>
          <p:nvPr>
            <p:ph type="title"/>
          </p:nvPr>
        </p:nvSpPr>
        <p:spPr>
          <a:xfrm>
            <a:off x="82600" y="109545"/>
            <a:ext cx="49434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E</a:t>
            </a:r>
            <a:r>
              <a:rPr lang="en-US" cap="small">
                <a:solidFill>
                  <a:srgbClr val="FFFFFF"/>
                </a:solidFill>
              </a:rPr>
              <a:t>xamples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R</a:t>
            </a:r>
            <a:r>
              <a:rPr lang="en-US" cap="small">
                <a:solidFill>
                  <a:srgbClr val="FFFFFF"/>
                </a:solidFill>
              </a:rPr>
              <a:t>egression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roblems</a:t>
            </a:r>
            <a:endParaRPr/>
          </a:p>
        </p:txBody>
      </p:sp>
      <p:pic>
        <p:nvPicPr>
          <p:cNvPr id="123" name="Google Shape;12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996" y="881049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1"/>
          <p:cNvSpPr txBox="1"/>
          <p:nvPr/>
        </p:nvSpPr>
        <p:spPr>
          <a:xfrm>
            <a:off x="483946" y="871199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996" y="1460537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/>
          <p:nvPr/>
        </p:nvSpPr>
        <p:spPr>
          <a:xfrm>
            <a:off x="483946" y="1450688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6996" y="2040026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1"/>
          <p:cNvSpPr txBox="1"/>
          <p:nvPr/>
        </p:nvSpPr>
        <p:spPr>
          <a:xfrm>
            <a:off x="483946" y="2030176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1"/>
          <p:cNvSpPr txBox="1"/>
          <p:nvPr/>
        </p:nvSpPr>
        <p:spPr>
          <a:xfrm>
            <a:off x="619226" y="785112"/>
            <a:ext cx="3509010" cy="17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House Price Prediction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-60325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SzPts val="950"/>
              <a:buFont typeface="Arial"/>
              <a:buChar char="•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Input: Size, location, number of rooms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-60325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SzPts val="950"/>
              <a:buFont typeface="Arial"/>
              <a:buChar char="•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Output: Price in dollars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Temperature Forecasting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-60325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SzPts val="950"/>
              <a:buFont typeface="Arial"/>
              <a:buChar char="•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Input: Historical weather data, season, humidity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-60325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SzPts val="950"/>
              <a:buFont typeface="Arial"/>
              <a:buChar char="•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Output: Temperature in degrees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Stock Price Prediction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-60325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SzPts val="950"/>
              <a:buFont typeface="Arial"/>
              <a:buChar char="•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Input: Historical prices, trading volume, market indicators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-60325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SzPts val="950"/>
              <a:buFont typeface="Arial"/>
              <a:buChar char="•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Output: Future stock price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" name="Google Shape;130;p11"/>
          <p:cNvGrpSpPr/>
          <p:nvPr/>
        </p:nvGrpSpPr>
        <p:grpSpPr>
          <a:xfrm>
            <a:off x="0" y="3109250"/>
            <a:ext cx="5760261" cy="92075"/>
            <a:chOff x="0" y="3109250"/>
            <a:chExt cx="5760261" cy="92075"/>
          </a:xfrm>
        </p:grpSpPr>
        <p:sp>
          <p:nvSpPr>
            <p:cNvPr id="131" name="Google Shape;131;p11"/>
            <p:cNvSpPr/>
            <p:nvPr/>
          </p:nvSpPr>
          <p:spPr>
            <a:xfrm>
              <a:off x="0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1"/>
            <p:cNvSpPr/>
            <p:nvPr/>
          </p:nvSpPr>
          <p:spPr>
            <a:xfrm>
              <a:off x="1923862" y="3109250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1"/>
            <p:cNvSpPr/>
            <p:nvPr/>
          </p:nvSpPr>
          <p:spPr>
            <a:xfrm>
              <a:off x="3836211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" name="Google Shape;134;p1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35" name="Google Shape;135;p11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1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5/ 46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F206A8C-8699-1A37-AF94-778010123C26}"/>
                  </a:ext>
                </a:extLst>
              </p14:cNvPr>
              <p14:cNvContentPartPr/>
              <p14:nvPr/>
            </p14:nvContentPartPr>
            <p14:xfrm>
              <a:off x="537480" y="655200"/>
              <a:ext cx="5229360" cy="2396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F206A8C-8699-1A37-AF94-778010123C2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8120" y="645840"/>
                <a:ext cx="5248080" cy="2415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"/>
          <p:cNvSpPr txBox="1">
            <a:spLocks noGrp="1"/>
          </p:cNvSpPr>
          <p:nvPr>
            <p:ph type="title"/>
          </p:nvPr>
        </p:nvSpPr>
        <p:spPr>
          <a:xfrm>
            <a:off x="82600" y="109545"/>
            <a:ext cx="49434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142" name="Google Shape;14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637743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2"/>
          <p:cNvSpPr txBox="1"/>
          <p:nvPr/>
        </p:nvSpPr>
        <p:spPr>
          <a:xfrm>
            <a:off x="387959" y="64141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92967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2"/>
          <p:cNvSpPr txBox="1"/>
          <p:nvPr/>
        </p:nvSpPr>
        <p:spPr>
          <a:xfrm>
            <a:off x="387959" y="93334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221600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2"/>
          <p:cNvSpPr txBox="1"/>
          <p:nvPr/>
        </p:nvSpPr>
        <p:spPr>
          <a:xfrm>
            <a:off x="387959" y="122528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513535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2"/>
          <p:cNvSpPr txBox="1"/>
          <p:nvPr/>
        </p:nvSpPr>
        <p:spPr>
          <a:xfrm>
            <a:off x="387959" y="1517204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805457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2"/>
          <p:cNvSpPr txBox="1"/>
          <p:nvPr/>
        </p:nvSpPr>
        <p:spPr>
          <a:xfrm>
            <a:off x="387959" y="1809139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209739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2"/>
          <p:cNvSpPr txBox="1"/>
          <p:nvPr/>
        </p:nvSpPr>
        <p:spPr>
          <a:xfrm>
            <a:off x="387959" y="210106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38931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2"/>
          <p:cNvSpPr txBox="1"/>
          <p:nvPr/>
        </p:nvSpPr>
        <p:spPr>
          <a:xfrm>
            <a:off x="387959" y="239299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1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681249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2"/>
          <p:cNvSpPr txBox="1"/>
          <p:nvPr/>
        </p:nvSpPr>
        <p:spPr>
          <a:xfrm>
            <a:off x="387959" y="268493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 txBox="1"/>
          <p:nvPr/>
        </p:nvSpPr>
        <p:spPr>
          <a:xfrm>
            <a:off x="563029" y="537830"/>
            <a:ext cx="3241800" cy="22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R</a:t>
            </a:r>
            <a:r>
              <a:rPr lang="en-US" sz="14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egression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None/>
            </a:pPr>
            <a:r>
              <a:rPr lang="en-US" sz="14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L</a:t>
            </a:r>
            <a:r>
              <a:rPr lang="en-US" sz="1400" b="1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inear</a:t>
            </a:r>
            <a:r>
              <a:rPr lang="en-US" sz="14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 R</a:t>
            </a:r>
            <a:r>
              <a:rPr lang="en-US" sz="1400" b="1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egression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T</a:t>
            </a:r>
            <a:r>
              <a:rPr lang="en-US" sz="1400" b="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he</a:t>
            </a:r>
            <a:r>
              <a:rPr lang="en-US" sz="1400" b="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 L</a:t>
            </a:r>
            <a:r>
              <a:rPr lang="en-US" sz="1400" b="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inear</a:t>
            </a:r>
            <a:r>
              <a:rPr lang="en-US" sz="1400" b="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 M</a:t>
            </a:r>
            <a:r>
              <a:rPr lang="en-US" sz="1400" b="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odel</a:t>
            </a:r>
            <a:r>
              <a:rPr lang="en-US" sz="1400" b="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: S</a:t>
            </a:r>
            <a:r>
              <a:rPr lang="en-US" sz="1400" b="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ingle</a:t>
            </a:r>
            <a:r>
              <a:rPr lang="en-US" sz="1400" b="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 N</a:t>
            </a:r>
            <a:r>
              <a:rPr lang="en-US" sz="1400" b="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euron</a:t>
            </a:r>
            <a:r>
              <a:rPr lang="en-US" sz="1400" b="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W</a:t>
            </a:r>
            <a:r>
              <a:rPr lang="en-US" sz="1400" b="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orked</a:t>
            </a:r>
            <a:r>
              <a:rPr lang="en-US" sz="1400" b="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 E</a:t>
            </a:r>
            <a:r>
              <a:rPr lang="en-US" sz="1400" b="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xample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None/>
            </a:pPr>
            <a:r>
              <a:rPr lang="en-US" sz="1400" b="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/>
              </a:rPr>
              <a:t>E</a:t>
            </a:r>
            <a:r>
              <a:rPr lang="en-US" sz="1400" b="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/>
              </a:rPr>
              <a:t>valuation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1017268" lvl="0" indent="0" algn="l" rtl="0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P</a:t>
            </a:r>
            <a:r>
              <a:rPr lang="en-US" sz="1400" b="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ython</a:t>
            </a:r>
            <a:r>
              <a:rPr lang="en-US" sz="1400" b="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 I</a:t>
            </a:r>
            <a:r>
              <a:rPr lang="en-US" sz="1400" b="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mplementation</a:t>
            </a:r>
            <a:r>
              <a:rPr lang="en-US" sz="1400" b="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I</a:t>
            </a:r>
            <a:r>
              <a:rPr lang="en-US" sz="1400" b="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mplementation</a:t>
            </a:r>
            <a:r>
              <a:rPr lang="en-US" sz="1400" b="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 T</a:t>
            </a:r>
            <a:r>
              <a:rPr lang="en-US" sz="1400" b="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ips</a:t>
            </a:r>
            <a:r>
              <a:rPr lang="en-US" sz="1400" b="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017269" lvl="0" indent="0" algn="l" rtl="0">
              <a:lnSpc>
                <a:spcPct val="136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8"/>
              </a:rPr>
              <a:t>S</a:t>
            </a:r>
            <a:r>
              <a:rPr lang="en-US" sz="1400" b="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8"/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9" name="Google Shape;159;p12"/>
          <p:cNvGrpSpPr/>
          <p:nvPr/>
        </p:nvGrpSpPr>
        <p:grpSpPr>
          <a:xfrm>
            <a:off x="0" y="3109250"/>
            <a:ext cx="5760261" cy="92075"/>
            <a:chOff x="0" y="3109250"/>
            <a:chExt cx="5760261" cy="92075"/>
          </a:xfrm>
        </p:grpSpPr>
        <p:sp>
          <p:nvSpPr>
            <p:cNvPr id="160" name="Google Shape;160;p12"/>
            <p:cNvSpPr/>
            <p:nvPr/>
          </p:nvSpPr>
          <p:spPr>
            <a:xfrm>
              <a:off x="0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2"/>
            <p:cNvSpPr/>
            <p:nvPr/>
          </p:nvSpPr>
          <p:spPr>
            <a:xfrm>
              <a:off x="1923862" y="3109250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2"/>
            <p:cNvSpPr/>
            <p:nvPr/>
          </p:nvSpPr>
          <p:spPr>
            <a:xfrm>
              <a:off x="3836211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" name="Google Shape;163;p1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64" name="Google Shape;164;p12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9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9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9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9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 txBox="1">
            <a:spLocks noGrp="1"/>
          </p:cNvSpPr>
          <p:nvPr>
            <p:ph type="sldNum" idx="12"/>
          </p:nvPr>
        </p:nvSpPr>
        <p:spPr>
          <a:xfrm>
            <a:off x="4661184" y="3109097"/>
            <a:ext cx="318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 / 46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"/>
          <p:cNvSpPr txBox="1">
            <a:spLocks noGrp="1"/>
          </p:cNvSpPr>
          <p:nvPr>
            <p:ph type="title"/>
          </p:nvPr>
        </p:nvSpPr>
        <p:spPr>
          <a:xfrm>
            <a:off x="82600" y="109545"/>
            <a:ext cx="49434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hat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is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inear</a:t>
            </a:r>
            <a:r>
              <a:rPr lang="en-US">
                <a:solidFill>
                  <a:srgbClr val="FFFFFF"/>
                </a:solidFill>
              </a:rPr>
              <a:t> R</a:t>
            </a:r>
            <a:r>
              <a:rPr lang="en-US" cap="small">
                <a:solidFill>
                  <a:srgbClr val="FFFFFF"/>
                </a:solidFill>
              </a:rPr>
              <a:t>egression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grpSp>
        <p:nvGrpSpPr>
          <p:cNvPr id="171" name="Google Shape;171;p13"/>
          <p:cNvGrpSpPr/>
          <p:nvPr/>
        </p:nvGrpSpPr>
        <p:grpSpPr>
          <a:xfrm>
            <a:off x="309193" y="699198"/>
            <a:ext cx="5192466" cy="489281"/>
            <a:chOff x="309193" y="699198"/>
            <a:chExt cx="5192466" cy="489281"/>
          </a:xfrm>
        </p:grpSpPr>
        <p:sp>
          <p:nvSpPr>
            <p:cNvPr id="172" name="Google Shape;172;p13"/>
            <p:cNvSpPr/>
            <p:nvPr/>
          </p:nvSpPr>
          <p:spPr>
            <a:xfrm>
              <a:off x="309193" y="699198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73" name="Google Shape;173;p1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893432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1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086878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1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074178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1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743445"/>
              <a:ext cx="50800" cy="3434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13"/>
            <p:cNvSpPr/>
            <p:nvPr/>
          </p:nvSpPr>
          <p:spPr>
            <a:xfrm>
              <a:off x="309193" y="937722"/>
              <a:ext cx="5142230" cy="200025"/>
            </a:xfrm>
            <a:custGeom>
              <a:avLst/>
              <a:gdLst/>
              <a:ahLst/>
              <a:cxnLst/>
              <a:rect l="l" t="t" r="r" b="b"/>
              <a:pathLst>
                <a:path w="5142230" h="200025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149156"/>
                  </a:lnTo>
                  <a:lnTo>
                    <a:pt x="4008" y="168880"/>
                  </a:lnTo>
                  <a:lnTo>
                    <a:pt x="14922" y="185033"/>
                  </a:lnTo>
                  <a:lnTo>
                    <a:pt x="31075" y="195947"/>
                  </a:lnTo>
                  <a:lnTo>
                    <a:pt x="50800" y="199956"/>
                  </a:lnTo>
                  <a:lnTo>
                    <a:pt x="5090865" y="199956"/>
                  </a:lnTo>
                  <a:lnTo>
                    <a:pt x="5110590" y="195947"/>
                  </a:lnTo>
                  <a:lnTo>
                    <a:pt x="5126743" y="185033"/>
                  </a:lnTo>
                  <a:lnTo>
                    <a:pt x="5137657" y="168880"/>
                  </a:lnTo>
                  <a:lnTo>
                    <a:pt x="5141666" y="149156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3"/>
            <p:cNvSpPr/>
            <p:nvPr/>
          </p:nvSpPr>
          <p:spPr>
            <a:xfrm>
              <a:off x="5450859" y="781541"/>
              <a:ext cx="0" cy="324485"/>
            </a:xfrm>
            <a:custGeom>
              <a:avLst/>
              <a:gdLst/>
              <a:ahLst/>
              <a:cxnLst/>
              <a:rect l="l" t="t" r="r" b="b"/>
              <a:pathLst>
                <a:path w="120000" h="324484" extrusionOk="0">
                  <a:moveTo>
                    <a:pt x="0" y="324387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3"/>
            <p:cNvSpPr/>
            <p:nvPr/>
          </p:nvSpPr>
          <p:spPr>
            <a:xfrm>
              <a:off x="5450859" y="76884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5450859" y="75614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5450859" y="74344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5450859" y="724390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4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13"/>
          <p:cNvSpPr txBox="1"/>
          <p:nvPr/>
        </p:nvSpPr>
        <p:spPr>
          <a:xfrm>
            <a:off x="347294" y="629639"/>
            <a:ext cx="4985385" cy="85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Linear regression assumes the output is a linear combination of the input features.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Mathematical Form: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3"/>
          <p:cNvSpPr txBox="1"/>
          <p:nvPr/>
        </p:nvSpPr>
        <p:spPr>
          <a:xfrm>
            <a:off x="1738176" y="1614550"/>
            <a:ext cx="27363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· · ·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d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3"/>
          <p:cNvSpPr txBox="1"/>
          <p:nvPr/>
        </p:nvSpPr>
        <p:spPr>
          <a:xfrm>
            <a:off x="5220322" y="1629732"/>
            <a:ext cx="19240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(1)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" name="Google Shape;186;p13"/>
          <p:cNvGrpSpPr/>
          <p:nvPr/>
        </p:nvGrpSpPr>
        <p:grpSpPr>
          <a:xfrm>
            <a:off x="513702" y="2263978"/>
            <a:ext cx="69291" cy="512127"/>
            <a:chOff x="513702" y="2263978"/>
            <a:chExt cx="69291" cy="512127"/>
          </a:xfrm>
        </p:grpSpPr>
        <p:pic>
          <p:nvPicPr>
            <p:cNvPr id="187" name="Google Shape;187;p1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26397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1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48539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13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70681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" name="Google Shape;190;p13"/>
          <p:cNvSpPr txBox="1"/>
          <p:nvPr/>
        </p:nvSpPr>
        <p:spPr>
          <a:xfrm>
            <a:off x="321894" y="1926987"/>
            <a:ext cx="2919730" cy="89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where: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35280" lvl="0" indent="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[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]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are the input features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35280" lvl="0" indent="0" algn="l" rtl="0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None/>
            </a:pP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w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[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]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are the weights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35280" lvl="0" indent="0" algn="l" rtl="0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is the bias term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1" name="Google Shape;191;p13"/>
          <p:cNvGrpSpPr/>
          <p:nvPr/>
        </p:nvGrpSpPr>
        <p:grpSpPr>
          <a:xfrm>
            <a:off x="0" y="3109250"/>
            <a:ext cx="5760261" cy="92075"/>
            <a:chOff x="0" y="3109250"/>
            <a:chExt cx="5760261" cy="92075"/>
          </a:xfrm>
        </p:grpSpPr>
        <p:sp>
          <p:nvSpPr>
            <p:cNvPr id="192" name="Google Shape;192;p13"/>
            <p:cNvSpPr/>
            <p:nvPr/>
          </p:nvSpPr>
          <p:spPr>
            <a:xfrm>
              <a:off x="0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1923862" y="3109250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3836211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" name="Google Shape;195;p1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96" name="Google Shape;196;p13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7/ 46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B0FA0E6-0FE3-4860-F41C-598F63E8C70A}"/>
                  </a:ext>
                </a:extLst>
              </p14:cNvPr>
              <p14:cNvContentPartPr/>
              <p14:nvPr/>
            </p14:nvContentPartPr>
            <p14:xfrm>
              <a:off x="795600" y="60480"/>
              <a:ext cx="4921560" cy="3060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B0FA0E6-0FE3-4860-F41C-598F63E8C70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86240" y="51120"/>
                <a:ext cx="4940280" cy="3078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 txBox="1">
            <a:spLocks noGrp="1"/>
          </p:cNvSpPr>
          <p:nvPr>
            <p:ph type="title"/>
          </p:nvPr>
        </p:nvSpPr>
        <p:spPr>
          <a:xfrm>
            <a:off x="82600" y="109545"/>
            <a:ext cx="49434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E</a:t>
            </a:r>
            <a:r>
              <a:rPr lang="en-US" cap="small">
                <a:solidFill>
                  <a:srgbClr val="FFFFFF"/>
                </a:solidFill>
              </a:rPr>
              <a:t>xamples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inear</a:t>
            </a:r>
            <a:r>
              <a:rPr lang="en-US">
                <a:solidFill>
                  <a:srgbClr val="FFFFFF"/>
                </a:solidFill>
              </a:rPr>
              <a:t> R</a:t>
            </a:r>
            <a:r>
              <a:rPr lang="en-US" cap="small">
                <a:solidFill>
                  <a:srgbClr val="FFFFFF"/>
                </a:solidFill>
              </a:rPr>
              <a:t>egression</a:t>
            </a:r>
            <a:endParaRPr/>
          </a:p>
        </p:txBody>
      </p:sp>
      <p:pic>
        <p:nvPicPr>
          <p:cNvPr id="203" name="Google Shape;20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996" y="984364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4"/>
          <p:cNvSpPr txBox="1"/>
          <p:nvPr/>
        </p:nvSpPr>
        <p:spPr>
          <a:xfrm>
            <a:off x="483946" y="974514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4"/>
          <p:cNvSpPr txBox="1"/>
          <p:nvPr/>
        </p:nvSpPr>
        <p:spPr>
          <a:xfrm>
            <a:off x="644626" y="938141"/>
            <a:ext cx="106235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Salary Prediction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4"/>
          <p:cNvSpPr txBox="1"/>
          <p:nvPr/>
        </p:nvSpPr>
        <p:spPr>
          <a:xfrm>
            <a:off x="774445" y="1133613"/>
            <a:ext cx="2496185" cy="19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8100" lvl="0" indent="-60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Char char="•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Salary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Years of Experience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" name="Google Shape;207;p14"/>
          <p:cNvGrpSpPr/>
          <p:nvPr/>
        </p:nvGrpSpPr>
        <p:grpSpPr>
          <a:xfrm>
            <a:off x="456996" y="1391780"/>
            <a:ext cx="121259" cy="528662"/>
            <a:chOff x="456996" y="1391780"/>
            <a:chExt cx="121259" cy="528662"/>
          </a:xfrm>
        </p:grpSpPr>
        <p:pic>
          <p:nvPicPr>
            <p:cNvPr id="208" name="Google Shape;208;p1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56996" y="1391780"/>
              <a:ext cx="121259" cy="121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1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56996" y="1799183"/>
              <a:ext cx="121259" cy="12125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0" name="Google Shape;210;p14"/>
          <p:cNvSpPr txBox="1"/>
          <p:nvPr/>
        </p:nvSpPr>
        <p:spPr>
          <a:xfrm>
            <a:off x="483946" y="1381930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4"/>
          <p:cNvSpPr txBox="1"/>
          <p:nvPr/>
        </p:nvSpPr>
        <p:spPr>
          <a:xfrm>
            <a:off x="644626" y="1345544"/>
            <a:ext cx="130619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Crop Yield Prediction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4"/>
          <p:cNvSpPr txBox="1"/>
          <p:nvPr/>
        </p:nvSpPr>
        <p:spPr>
          <a:xfrm>
            <a:off x="774445" y="1541029"/>
            <a:ext cx="2681605" cy="19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8100" lvl="0" indent="-60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Char char="•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Yield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Rainfall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Fertilizer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4"/>
          <p:cNvSpPr txBox="1"/>
          <p:nvPr/>
        </p:nvSpPr>
        <p:spPr>
          <a:xfrm>
            <a:off x="483946" y="1789333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 txBox="1"/>
          <p:nvPr/>
        </p:nvSpPr>
        <p:spPr>
          <a:xfrm>
            <a:off x="644626" y="1752960"/>
            <a:ext cx="130175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Energy Consumption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4"/>
          <p:cNvSpPr txBox="1"/>
          <p:nvPr/>
        </p:nvSpPr>
        <p:spPr>
          <a:xfrm>
            <a:off x="321894" y="1948445"/>
            <a:ext cx="4168775" cy="48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490219" lvl="0" indent="-60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Char char="•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Energy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Temperature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Hour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Day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The relationship between inputs and output is assumed to be </a:t>
            </a: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linear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6" name="Google Shape;216;p14"/>
          <p:cNvGrpSpPr/>
          <p:nvPr/>
        </p:nvGrpSpPr>
        <p:grpSpPr>
          <a:xfrm>
            <a:off x="0" y="3109250"/>
            <a:ext cx="5760261" cy="92075"/>
            <a:chOff x="0" y="3109250"/>
            <a:chExt cx="5760261" cy="92075"/>
          </a:xfrm>
        </p:grpSpPr>
        <p:sp>
          <p:nvSpPr>
            <p:cNvPr id="217" name="Google Shape;217;p14"/>
            <p:cNvSpPr/>
            <p:nvPr/>
          </p:nvSpPr>
          <p:spPr>
            <a:xfrm>
              <a:off x="0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1923862" y="3109250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3836211" y="3109250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0" name="Google Shape;220;p14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221" name="Google Shape;221;p14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4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746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 / 46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4668473-B750-6BC5-CB6F-EFCAA5A2401B}"/>
                  </a:ext>
                </a:extLst>
              </p14:cNvPr>
              <p14:cNvContentPartPr/>
              <p14:nvPr/>
            </p14:nvContentPartPr>
            <p14:xfrm>
              <a:off x="1587240" y="399960"/>
              <a:ext cx="4128480" cy="2639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4668473-B750-6BC5-CB6F-EFCAA5A2401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77880" y="390600"/>
                <a:ext cx="4147200" cy="2657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3247868A9EF043AAFD763B509A33CB" ma:contentTypeVersion="28" ma:contentTypeDescription="Create a new document." ma:contentTypeScope="" ma:versionID="84901d0d2380f0cbab09f54b856969f0">
  <xsd:schema xmlns:xsd="http://www.w3.org/2001/XMLSchema" xmlns:xs="http://www.w3.org/2001/XMLSchema" xmlns:p="http://schemas.microsoft.com/office/2006/metadata/properties" xmlns:ns2="921d7e3d-ccf6-4c0a-83b2-6e8132303dda" targetNamespace="http://schemas.microsoft.com/office/2006/metadata/properties" ma:root="true" ma:fieldsID="b63696e53be52be2985681c4001254f2" ns2:_="">
    <xsd:import namespace="921d7e3d-ccf6-4c0a-83b2-6e8132303dda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1d7e3d-ccf6-4c0a-83b2-6e8132303dda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elf_Registration_Enabled xmlns="921d7e3d-ccf6-4c0a-83b2-6e8132303dda" xsi:nil="true"/>
    <DefaultSectionNames xmlns="921d7e3d-ccf6-4c0a-83b2-6e8132303dda" xsi:nil="true"/>
    <Is_Collaboration_Space_Locked xmlns="921d7e3d-ccf6-4c0a-83b2-6e8132303dda" xsi:nil="true"/>
    <Teams_Channel_Section_Location xmlns="921d7e3d-ccf6-4c0a-83b2-6e8132303dda" xsi:nil="true"/>
    <AppVersion xmlns="921d7e3d-ccf6-4c0a-83b2-6e8132303dda" xsi:nil="true"/>
    <LMS_Mappings xmlns="921d7e3d-ccf6-4c0a-83b2-6e8132303dda" xsi:nil="true"/>
    <Invited_Students xmlns="921d7e3d-ccf6-4c0a-83b2-6e8132303dda" xsi:nil="true"/>
    <Math_Settings xmlns="921d7e3d-ccf6-4c0a-83b2-6e8132303dda" xsi:nil="true"/>
    <Templates xmlns="921d7e3d-ccf6-4c0a-83b2-6e8132303dda" xsi:nil="true"/>
    <FolderType xmlns="921d7e3d-ccf6-4c0a-83b2-6e8132303dda" xsi:nil="true"/>
    <Owner xmlns="921d7e3d-ccf6-4c0a-83b2-6e8132303dda">
      <UserInfo>
        <DisplayName/>
        <AccountId xsi:nil="true"/>
        <AccountType/>
      </UserInfo>
    </Owner>
    <Teachers xmlns="921d7e3d-ccf6-4c0a-83b2-6e8132303dda">
      <UserInfo>
        <DisplayName/>
        <AccountId xsi:nil="true"/>
        <AccountType/>
      </UserInfo>
    </Teachers>
    <Students xmlns="921d7e3d-ccf6-4c0a-83b2-6e8132303dda">
      <UserInfo>
        <DisplayName/>
        <AccountId xsi:nil="true"/>
        <AccountType/>
      </UserInfo>
    </Students>
    <Student_Groups xmlns="921d7e3d-ccf6-4c0a-83b2-6e8132303dda">
      <UserInfo>
        <DisplayName/>
        <AccountId xsi:nil="true"/>
        <AccountType/>
      </UserInfo>
    </Student_Groups>
    <Distribution_Groups xmlns="921d7e3d-ccf6-4c0a-83b2-6e8132303dda" xsi:nil="true"/>
    <TeamsChannelId xmlns="921d7e3d-ccf6-4c0a-83b2-6e8132303dda" xsi:nil="true"/>
    <IsNotebookLocked xmlns="921d7e3d-ccf6-4c0a-83b2-6e8132303dda" xsi:nil="true"/>
    <NotebookType xmlns="921d7e3d-ccf6-4c0a-83b2-6e8132303dda" xsi:nil="true"/>
    <CultureName xmlns="921d7e3d-ccf6-4c0a-83b2-6e8132303dda" xsi:nil="true"/>
    <Invited_Teachers xmlns="921d7e3d-ccf6-4c0a-83b2-6e8132303dda" xsi:nil="true"/>
    <Has_Teacher_Only_SectionGroup xmlns="921d7e3d-ccf6-4c0a-83b2-6e8132303dda" xsi:nil="true"/>
  </documentManagement>
</p:properties>
</file>

<file path=customXml/itemProps1.xml><?xml version="1.0" encoding="utf-8"?>
<ds:datastoreItem xmlns:ds="http://schemas.openxmlformats.org/officeDocument/2006/customXml" ds:itemID="{A947A0D7-2BC7-4F88-A88A-7F0E89A782D7}"/>
</file>

<file path=customXml/itemProps2.xml><?xml version="1.0" encoding="utf-8"?>
<ds:datastoreItem xmlns:ds="http://schemas.openxmlformats.org/officeDocument/2006/customXml" ds:itemID="{ED84C323-3022-47C4-94CA-BF1F68FDEBAC}"/>
</file>

<file path=customXml/itemProps3.xml><?xml version="1.0" encoding="utf-8"?>
<ds:datastoreItem xmlns:ds="http://schemas.openxmlformats.org/officeDocument/2006/customXml" ds:itemID="{6D2B667D-D011-4952-8B9C-F7A074AE26C5}"/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410</Words>
  <Application>Microsoft Office PowerPoint</Application>
  <PresentationFormat>Custom</PresentationFormat>
  <Paragraphs>101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Lucida Sans</vt:lpstr>
      <vt:lpstr>Arial</vt:lpstr>
      <vt:lpstr>Tahoma</vt:lpstr>
      <vt:lpstr>Calibri</vt:lpstr>
      <vt:lpstr>Cambria</vt:lpstr>
      <vt:lpstr>Office Theme</vt:lpstr>
      <vt:lpstr>PowerPoint Presentation</vt:lpstr>
      <vt:lpstr>PowerPoint Presentation</vt:lpstr>
      <vt:lpstr>Table of Contents</vt:lpstr>
      <vt:lpstr>What is Regression?</vt:lpstr>
      <vt:lpstr>Examples of Regression Problems</vt:lpstr>
      <vt:lpstr>Table of Contents</vt:lpstr>
      <vt:lpstr>What is Linear Regression?</vt:lpstr>
      <vt:lpstr>Examples of Linear Regression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Aakash Goel (DSAI)</cp:lastModifiedBy>
  <cp:revision>8</cp:revision>
  <dcterms:modified xsi:type="dcterms:W3CDTF">2026-02-08T12:07:48Z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0x010100483247868A9EF043AAFD763B509A33CB</vt:lpwstr>
  </property>
</Properties>
</file>