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9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9.xml" ContentType="application/vnd.openxmlformats-officedocument.presentationml.notesSlide+xml"/>
  <Override PartName="/ppt/ink/ink12.xml" ContentType="application/inkml+xml"/>
  <Override PartName="/ppt/notesSlides/notesSlide20.xml" ContentType="application/vnd.openxmlformats-officedocument.presentationml.notesSlide+xml"/>
  <Override PartName="/ppt/ink/ink13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4.xml" ContentType="application/inkml+xml"/>
  <Override PartName="/ppt/notesSlides/notesSlide24.xml" ContentType="application/vnd.openxmlformats-officedocument.presentationml.notesSlide+xml"/>
  <Override PartName="/ppt/ink/ink15.xml" ContentType="application/inkml+xml"/>
  <Override PartName="/ppt/notesSlides/notesSlide25.xml" ContentType="application/vnd.openxmlformats-officedocument.presentationml.notesSlide+xml"/>
  <Override PartName="/ppt/ink/ink16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7.xml" ContentType="application/inkml+xml"/>
  <Override PartName="/ppt/notesSlides/notesSlide28.xml" ContentType="application/vnd.openxmlformats-officedocument.presentationml.notesSlide+xml"/>
  <Override PartName="/ppt/ink/ink18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9.xml" ContentType="application/inkml+xml"/>
  <Override PartName="/ppt/notesSlides/notesSlide31.xml" ContentType="application/vnd.openxmlformats-officedocument.presentationml.notesSlide+xml"/>
  <Override PartName="/ppt/ink/ink20.xml" ContentType="application/inkml+xml"/>
  <Override PartName="/ppt/notesSlides/notesSlide32.xml" ContentType="application/vnd.openxmlformats-officedocument.presentationml.notesSlide+xml"/>
  <Override PartName="/ppt/ink/ink21.xml" ContentType="application/inkml+xml"/>
  <Override PartName="/ppt/notesSlides/notesSlide33.xml" ContentType="application/vnd.openxmlformats-officedocument.presentationml.notesSlide+xml"/>
  <Override PartName="/ppt/ink/ink22.xml" ContentType="application/inkml+xml"/>
  <Override PartName="/ppt/notesSlides/notesSlide34.xml" ContentType="application/vnd.openxmlformats-officedocument.presentationml.notesSlide+xml"/>
  <Override PartName="/ppt/ink/ink23.xml" ContentType="application/inkml+xml"/>
  <Override PartName="/ppt/notesSlides/notesSlide35.xml" ContentType="application/vnd.openxmlformats-officedocument.presentationml.notesSlide+xml"/>
  <Override PartName="/ppt/ink/ink24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25.xml" ContentType="application/inkml+xml"/>
  <Override PartName="/ppt/notesSlides/notesSlide38.xml" ContentType="application/vnd.openxmlformats-officedocument.presentationml.notesSlide+xml"/>
  <Override PartName="/ppt/ink/ink26.xml" ContentType="application/inkml+xml"/>
  <Override PartName="/ppt/notesSlides/notesSlide39.xml" ContentType="application/vnd.openxmlformats-officedocument.presentationml.notesSlide+xml"/>
  <Override PartName="/ppt/ink/ink27.xml" ContentType="application/inkml+xml"/>
  <Override PartName="/ppt/notesSlides/notesSlide40.xml" ContentType="application/vnd.openxmlformats-officedocument.presentationml.notesSlide+xml"/>
  <Override PartName="/ppt/ink/ink28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29.xml" ContentType="application/inkml+xml"/>
  <Override PartName="/ppt/notesSlides/notesSlide43.xml" ContentType="application/vnd.openxmlformats-officedocument.presentationml.notesSlide+xml"/>
  <Override PartName="/ppt/ink/ink30.xml" ContentType="application/inkml+xml"/>
  <Override PartName="/ppt/notesSlides/notesSlide44.xml" ContentType="application/vnd.openxmlformats-officedocument.presentationml.notesSlide+xml"/>
  <Override PartName="/ppt/ink/ink31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32.xml" ContentType="application/inkml+xml"/>
  <Override PartName="/ppt/notesSlides/notesSlide47.xml" ContentType="application/vnd.openxmlformats-officedocument.presentationml.notesSlide+xml"/>
  <Override PartName="/ppt/ink/ink33.xml" ContentType="application/inkml+xml"/>
  <Override PartName="/ppt/notesSlides/notesSlide48.xml" ContentType="application/vnd.openxmlformats-officedocument.presentationml.notesSlide+xml"/>
  <Override PartName="/ppt/ink/ink34.xml" ContentType="application/inkml+xml"/>
  <Override PartName="/ppt/notesSlides/notesSlide49.xml" ContentType="application/vnd.openxmlformats-officedocument.presentationml.notesSlide+xml"/>
  <Override PartName="/ppt/ink/ink35.xml" ContentType="application/inkml+xml"/>
  <Override PartName="/ppt/notesSlides/notesSlide50.xml" ContentType="application/vnd.openxmlformats-officedocument.presentationml.notesSlide+xml"/>
  <Override PartName="/ppt/ink/ink36.xml" ContentType="application/inkml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409" r:id="rId20"/>
    <p:sldId id="410" r:id="rId21"/>
    <p:sldId id="411" r:id="rId22"/>
    <p:sldId id="412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408" r:id="rId56"/>
  </p:sldIdLst>
  <p:sldSz cx="5765800" cy="3244850"/>
  <p:notesSz cx="5765800" cy="3244850"/>
  <p:embeddedFontLs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Lucida Sans" panose="020B0602030504020204" pitchFamily="34" charset="0"/>
      <p:regular r:id="rId62"/>
      <p:bold r:id="rId63"/>
      <p:italic r:id="rId64"/>
      <p:boldItalic r:id="rId65"/>
    </p:embeddedFont>
    <p:embeddedFont>
      <p:font typeface="Tahoma" panose="020B0604030504040204" pitchFamily="34" charset="0"/>
      <p:regular r:id="rId66"/>
      <p:bold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9" roundtripDataSignature="AMtx7mhpTYSZyyeTKyJGhvPrhVNitC2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A3B58F-6099-475F-BB80-25D51F5F37B9}">
  <a:tblStyle styleId="{ECA3B58F-6099-475F-BB80-25D51F5F37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85" d="100"/>
          <a:sy n="185" d="100"/>
        </p:scale>
        <p:origin x="451" y="11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7" Type="http://schemas.openxmlformats.org/officeDocument/2006/relationships/slide" Target="slides/slide6.xml"/><Relationship Id="rId170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17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16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20:51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10606 5347 0,'0'0'0,"0"0"0,0 0 15,0 0-15,0-1 16,0 1-16,0 0 16,0 0-16,0-8 15,0 8 1,0 0-16,3-8 16,-3 8-16,6-9 15,2 1-15,6-1 16,10 2-16,4 1 15,5 2-15,2 2 16,4 2-16,-2 2 16,0 0-16,-1 1 15,0 0-15,0-1 16,1 1 0,1-1-16,-2 1 15,-1-1-15,-2 1 16,-1-3-16,-1-1 15,-3-2-15,-1 1 16,-3 0-16,-1-1 16,-2 1-16,-1-1 15,-3 1-15,0-1 16,-4 1 0,-2 0-16,-11 2 15,16-3-15,-16 3 16,0 0-16,0 0 15,10-1-15,-10 1 16,0 0-16,0 0 16,0 0-1,0 0-15,-14 3 0,-15 4 16,-20 2 0,-9-3-16,2-1 15,0-1-15,1-2 16,5 1-16,8-2 15,11 0-15,8 0 16,6 0-16,6-1 16,11 0-16,-14 0 15,14 0 1,0 0-16,0 0 16,-10-1-16,10 1 15,0 0-15,0 0 16,0 0-16,0 0 15,0 0-15,20-10 16,14 4-16,13 4 16,0 1-16,0 2 15,-2 0-15,1-1 16,-6 0 0,-7 1-16,-5 0 15,-6 0-15,-6 0 16,-4-1-16,-12 0 15,11 0-15,-11 0 16,0 0-16,0 0 16,0 0-16,0 0 15,-24 9-15,-30-6 16,-4-1 0,10-1-16,9 0 0,5-1 15,4 0 1,7 0-16,6 0 15,17 0-15,-15-1 16,15 1-16,0 0 16,0 0-16,0 0 15,8-12-15,31-3 16,23 1 0,-4 2-16,-7 3 15,-7 3-15,-9 2 16,-10 2-16,-7 0 15,-8 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15:31.0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12286 2111 0,'0'0'0,"0"0"0,0 0 0,0 0 0,-3 0 16,3 0-16,0 0 15,0 0 1,-8 15-16,3 9 16,-2 14-16,-1 8 15,0 4-15,0 0 16,2-7-16,-1-1 15,3 2-15</inkml:trace>
  <inkml:trace contextRef="#ctx0" brushRef="#br0" timeOffset="662.05">12101 2061 0,'0'0'0,"0"0"0,0 0 16,0 0-16,0 0 15,8 4-15,8 4 16,7 4-16,7 1 15,9 1-15,7 0 16,6-1-16,1 0 16,-7-2-1,-1 0-15,-5-2 16,-3 1-16,-3-2 16,-5-1-16,-2 0 15,-5 2-15,-3 1 16,-4 2-16,-3 3 15,-3 3-15,-8 7 16,-4 2-16,-7 0 16,-6 2-1,-3-6-15,-7 1 16,-1-2-16,-1-2 16,-2-2-16,0-4 15,-1-2-15,2-4 16,2-2-16,4-1 15,1-1-15,3-1 16,-1 1-16,1-3 16,5-1-16</inkml:trace>
  <inkml:trace contextRef="#ctx0" brushRef="#br0" timeOffset="1555.7">13363 2309 0,'0'0'0,"0"0"0,0 0 0,0 0 0,0 0 15,0 0-15,0 0 16,-6 0-16,-4-2 16,-9-2-16,-9-1 15,-4-2 1,-2 2-16,-2 5 16,1 3-16,0 3 15,5 1-15,3 0 16,7-1-16,6 0 15,2 2-15,2 0 16,4 2-16,1 1 16,3 0-1,5 3-15,5 3 16,3 3-16,8 2 16,4 0-16,3-2 15,2-1-15,0-2 16,1-3-16,1 0 15,-3-4-15,-4-3 16,-5-2-16,-5-2 16,-13-3-16,16 4 15,-16-4 1,0 0-16,0 0 16,0 0-16,6 8 15,-6-8-15,-14 11 16,-9 0-16,-7-2 15,-8-1-15,-6-2 16,-5-1-16,-5-3 16,-1 1-16,-5-2 15,2 0-15,-9-15 32</inkml:trace>
  <inkml:trace contextRef="#ctx0" brushRef="#br0" timeOffset="1931.35">11925 2737 0,'0'0'0,"0"0"0,0 0 0,0 0 16,0 0-16,0 0 15,7 3 1,6 1-16,17 5 16,18 3-16,13 0 15,7 0-15,12-2 16,5-1-16,10 1 15,5-1-15,9 0 16,5-2-16,3 0 16,-1-4-16,-3 0 15,0-2-15,-8 0 16,2 0 0,-15 0-16</inkml:trace>
  <inkml:trace contextRef="#ctx0" brushRef="#br0" timeOffset="3611.36">12206 2879 0,'0'0'0,"0"0"0,-3 1 0,3-1 16,-19 10-1,0-1-15,-6 2 16,-4 2-16,1-1 15,-2 1-15,-3 1 16,-1 0-16,-2 2 16,3-1-16,4-2 15,4-3-15,3 0 16,3-1-16,3 1 16,1 1-1,3-1-15,0 3 16,2 1-16,2 3 15,1 3-15,2 2 16,1 2-16,1-1 16,2 0-16,0 5 15,0 4-15,1 3 16,-1-1 0,1-3-16,-1 1 0,-1 1 15,-2 4 1,-2 0-16,-1 0 15,-1-3-15,1-7 16,0-2-16,2-3 16,0-5-16,2-6 15,1-2-15,2-9 16,-3 9-16,3-9 16,0 0-1,0 0-15,0 0 16,-11-3-16,11 3 15,-18-14-15,5 4 16,-1-1-16,0-1 16,1 3-16,2 0 15,2 2-15,9 7 16,-12-10-16,12 10 16,0 0-1,0 0-15,-12-7 16,12 7-16,0 0 15,-3 8-15,5 1 16,1 5-16,7 2 16,3-1-16,3-3 15,2-5-15,6-5 16,6-3-16,9-8 16,0-6-1,1-5-15,1-3 16,-5-3-16,1-3 15</inkml:trace>
  <inkml:trace contextRef="#ctx0" brushRef="#br0" timeOffset="4477.42">10856 4008 0,'0'0'0,"0"0"0,0 0 0,0 0 15,0 0-15,-1 4 16,-2 7-16,-5 12 16,-4 12-16,-3 13 15,2 11-15,0 4 16,1 1-16,1-6 16,2-5-16,-2 1 31,2-10-16,3-13-15</inkml:trace>
  <inkml:trace contextRef="#ctx0" brushRef="#br0" timeOffset="5045.85">10930 4016 0,'0'0'0,"0"0"0,0 0 16,0 0-16,1 1 15,-1-1-15,11 19 16,2 1-1,1 5-15,2 7 16,-2 8-16,-3 3 16,1-3-16,-4-5 15,1 0-15,-1-4 16,0-1-16,-2-7 16,-1-6-16,-3-3 15,2-5-15,-1-3 16,-3-6-1,14 8-15,-3-8 16,2 0-16,2-6 16,1-3-16,1-5 15,1-3-15,-2-3 16,-1-3-16,0-8 16,-1-7-16,0-5 15,-2 0 1,-2 3-16,-1 3 15,-1 0-15,-1 2 16,0 5-16,-1 6 16,-3 7-16,0 4 15,-1 1-15</inkml:trace>
  <inkml:trace contextRef="#ctx0" brushRef="#br0" timeOffset="5627.77">11515 4144 0,'0'0'0,"0"0"0,0 0 16,-1 4-16,-2 10 16,-2 11-16,-4 9 15,0-4-15,2-3 16,0-4-1,1 1-15,3 0 16,3 0-16,3-4 16,-1-6-16,0-3 15,1-5-15,-3-6 16,17 2-16,2-10 16,7-10-16,-1-6 15,-4 0-15,0-3 16,-2 0-1,-3 1-15,-5 5 16,-2 7-16,-4 6 16,-5 8-16,5-10 15,-5 10-15,0 0 16,0 0-16,4 15 16,-3 7-16,-1 6 15,0 5-15,0 2 16,1-3-1,3-1-15,4-5 16</inkml:trace>
  <inkml:trace contextRef="#ctx0" brushRef="#br0" timeOffset="6342.57">11942 4209 0,'0'0'0,"0"0"0,-4 3 16,-2 4-16,-4 8 15,0 8-15,3 6 16,4 0-1,2-4-15,0-6 16,0-4-16,0-4 16,0-4-16,1-7 15,0 0-15,0 0 16,0 0-16,5-7 16,2-15-16,2-12 15,12-8-15,2 1 16,-4 4-1,0 3-15,-3 7 16,-2 8-16,-4 6 16,-4 7-16,-6 6 15,10-6-15,-10 6 16,16 11-16,-7 4 16,5 10-16,-1 7 15,-5-1-15,-2-5 16,-3-2-16,0-9 15,-2-5-15,1-3 16,-2-7 0,12 6-16,0-10 15,10-10-15,7-8 16,-6-4-16,1-2 16,-8 8-16,-3 3 15,-6 7-15,-7 10 16,5-8-16,-5 8 15,0 0 1,0 0-16,0 0 16,-8 24-16,-3 7 15,-4 6-15,2-2 16,2-9-16,3 5 16,2 1-16,5-6 15,2 5-15</inkml:trace>
  <inkml:trace contextRef="#ctx0" brushRef="#br0" timeOffset="6759.59">12561 4308 0,'0'0'0,"0"0"16,0 0-16,0 0 15,5 0-15,-5 0 16,19-1 0,-4-4-16,4-5 15,3-6-15,-1-2 16,-6 3-16,-4 1 16,0-3-16,-3-1 15,-3 1-15,-5 2 16,-4 1-1,-5 2-15,-5 3 16,-7 3-16,-5 8 16,-1 9-16,0 8 15,1 7-15,2 8 16,4 2-16,6-2 16,6 2-16,7-1 15,9-7-15,5-2 16,6-7-16,6-2 15,5 0-15,3-5 16,5-10 0,-1-10-16</inkml:trace>
  <inkml:trace contextRef="#ctx0" brushRef="#br0" timeOffset="7377.04">12971 4139 0,'0'0'0,"0"5"0,0-5 0,0 0 16,6 18-16,0 4 15,2 3-15,2 5 16,-1-1-1,0 1-15,0-1 16,-3 0-16,-4-11 16,-2-2-16,-3 0 15,-4-2-15,-7 0 32,-7-7-32,2-9 15,2-5-15,8-3 16,5-8-16,4-1 15,6-8-15,8-4 16,4-3-16,2 5 16,-1 6-1,-2 7-15,-1 3 16,0 3-16,1 3 16,-4 4-16,-1 2 15,-12 1-15,18 4 16,-8 5-16,-2 5 15,1 4-15,-3 2 16,-2 2-16,-3 0 16,-1 2-1,-1 4-15,-1 1 16,0-5-16,0-5 16,-1-7-16,2-3 15,-1-3-15,2-6 16,0 0-16,0 0 15</inkml:trace>
  <inkml:trace contextRef="#ctx0" brushRef="#br0" timeOffset="7546.88">13330 4000 0,'0'0'0,"0"0"16,0 0-16,0 0 16,0 0-1,2 2-15,-2-2 16</inkml:trace>
  <inkml:trace contextRef="#ctx0" brushRef="#br0" timeOffset="7908.42">13417 4139 0,'0'0'0,"0"0"0,0 0 16,0 0-16,-3 4 15,3-4-15,-11 11 16,0 0-16,-3 5 16,-1 5-1,0 4-15,3-1 16,-1 4-16,3-2 16,-2 3-16,4 2 15,3-4-15,7-4 31,13 3-31,9-3 16,5-13-16,5-5 16,1-10-16</inkml:trace>
  <inkml:trace contextRef="#ctx0" brushRef="#br0" timeOffset="8757.07">13717 4295 0,'0'0'0,"0"0"0,0 0 0,0 0 0,-2-2 15,2 2-15,0 0 16,-14-7-16,2 1 15,-2 2-15,-2 3 16,-1 4-16,0 2 16,2 4-16,0-2 15,4 2 1,3-1-16,5 1 16,2-2-16,1-7 15,4 10-15,-4-10 16,25 7-16,-7-9 15,4-5-15,-2-1 16,-4 0-16,-6 3 16,-10 5-1,11-7-15,-11 7 16,0 0-16,0 0 16,0 0-16,12 3 15,-7 4-15,2 4 16,-1-2-16,2 3 15,1-1-15,2-2 16,9-1-16,6-10 16,4-3-1,1-7-15,-5-4 16,4-8-16,8-12 16,6-9-16,-4-1 15,-12 3-15,-7-3 16,-6 3-16,-5-2 31,-6 5-31,-7 8 16,-4 8-1,3 12-15,0 5 16,4 7-16,-5-7 16,5 7-16,0 0 15,-13-1-15,3 8 16,-4 9-16,-3 10 15,0 11-15,2 6 16,0 1-16,0 7 16,2-1-16,4-7 15,5-5 1,6-9-16,6 0 16,6-6-16,6-6 15,3-8-15,1-4 16,0-5-16,-1-5 15,1-1-15,0-2 16,-1-2-16,-4 1 16</inkml:trace>
  <inkml:trace contextRef="#ctx0" brushRef="#br0" timeOffset="21429.05">11423 4703 0,'0'0'0,"0"0"0,0 0 15,0 0-15,0 0 16,-5 2-16,5-2 15,-18 16-15,-1 3 16,-2 11 0,0 7-16,4 2 15,0 5-15,3 1 16,1 4-16,5 0 16,4-2-16,4-1 15,4-5-15,7-1 16,4-4-16,6-5 15,3-5-15,1-6 16,1-5 0,6-4-1,2-5 1</inkml:trace>
  <inkml:trace contextRef="#ctx0" brushRef="#br0" timeOffset="21835.84">11760 4869 0,'0'0'0,"0"0"16,0 0-16,0 0 16,0 0-16,0 3 15,0-3-15,-1 13 16,0 2-16,0 8 15,-2 11-15,0 7 16,0 0 0,-1 2-16,1-5 15,0-4-15,0-6 16,0-4-16,-1-5 16,0-4-16,0-4 15</inkml:trace>
  <inkml:trace contextRef="#ctx0" brushRef="#br0" timeOffset="22184">11510 4886 0,'0'0'0,"0"0"0,0 0 0,5 0 16,8 0-16,14-2 15,10 0-15,6-3 16,-3 0-16,-2-1 15,3 0-15,-5-1 16,-1-1 0,-4 0-16,-7 1 15,-3 1-15,-4 1 16,-6 2-16,0 0 16,-1-1-16</inkml:trace>
  <inkml:trace contextRef="#ctx0" brushRef="#br0" timeOffset="23006.72">12070 5115 0,'3'-2'0,"-3"2"0,0 0 0,0 0 16,1-8-16,-1 8 15,-8-11-15,1 3 16,7 8-16,-14-12 15,14 12-15,-24-4 16,5 6 0,6 2-16,-2 2 15,0 3-15,1 6 16,-1 4-16,3 2 16,3 0-16,3 1 15,1-1-15,3-4 16,3-2-16,1-2 15,2-3-15,5-1 16,8-2-16,5-8 16,3-10-1,-8-3-15,-4-4 16,-1 2-16,1-2 16,4-6-16,1 1 15,-7 8-15,-3 5 16,-3 3-16,-5 7 15,8-8-15,-8 8 16,0 0-16,0 0 16,5 11-16,-5 10 15,-1 2 1,2 0-16,2 0 16,-1-1-16,3 0 15,-1-4-15,8-4 16,10-6-1,8-11 1,9-9-16,-9-2 16</inkml:trace>
  <inkml:trace contextRef="#ctx0" brushRef="#br0" timeOffset="23507.82">12487 4883 0,'0'0'0,"0"0"0,0 0 0,0 0 16,0 0-16,-2 6 15,-2 4-15,-4 11 16,-7 8-16,-3 6 15,0 2 1,2-5-16,1-3 0,4-6 16,0 0-1,3-3-15,1-1 16,2-4-16,1-3 16,2-2-16,3 0 15,4-1 1,5-1-1,7-1-15,-1-5 16,-3-4-16,-13 2 16,15-16-1,-10 6-15,-2-4 16,0 2-16,-2-3 16,0 3-16,-1 1 15,-2 2-15,2 9 16,-5-9-16,5 9 15,-15-3-15,1 7 16,-2 3-16,-2 5 16</inkml:trace>
  <inkml:trace contextRef="#ctx0" brushRef="#br0" timeOffset="25070.35">12643 5140 0,'0'0'0,"0"0"0,0 0 16,3 3 0,1 4-16,2 1 15,-1 1-15,0 0 16,0 1-16,-1 0 15,1 0-15,-1-1 16,-1-1-16,3-1 16,-6-7-1,20 6-15,-5-9 16,1-4-16,0-6 16,-3 0-16,-1 0 15,-4 3-15,-2 3 16,-6 7-16,8-8 15,-8 8-15,0 0 16,0 0-16,0 0 16,0 0-16,0 0 15,6 14-15,-4 1 16,1 0 0,-1-5-16,1 0 15,3 0-15,3 0 16,4-1-16,5-5 15,3-7-15,3-6 16,5-4-16,5-5 16,1-7-16,0-3 15,-3-4 1,3-9-16,-5-6 16,-2 0-16,-8 7 15,-3 4-15,-6 6 31,-3 5-31,-3 3 16,-4 12-16,-1 10 16,1-10-1,-1 10-15,0 0 16,-14 4-16,-3 9 16,-3 9-16,0 7 15,0 2-15,2 2 16,5 4-16,3-1 15,4-2-15,3-1 16,1-6-16,2-4 16,4-2-1,0-2-15,2-3 0,3-2 16,-2-4 0,0-4-16,-7-6 15,20 9-15,-3-13 16,9-2-16,2-3 15,-2-1-15,-4 1 16,-3-4-16,-3-1 16,-3 1-16,-5 1 15,-3 2-15,-2 4 16,-3 6 0,-2-9-16,2 9 15,-22-5-15,0 6 16,-4 4-16,5 3 15,5-1-15,4 1 16,12-8-16,-12 10 16,12-10-16,0 0 15,-5 6 1,5-6-16,0 0 16,0 0-16,12 7 15,-12-7-15,17 6 16,-6-2-16,1 1 15,-2-1-15,1 0 16,-11-4-16,20 7 16,-6-3-1,5 0-15,5-4 0,5-3 16,0 0 0,1-5-16,1-2 15,-5-2-15,-4-2 16,0-1-16,-3 0 15,-2-2-15,-3 1 16,-5 4-16,-5 4 16,-2 2-16,-2 6 15,-3-11-15,3 11 16,-18-10 0,4 7-16,1 5 15,2 1-15,11-3 16,-15 10-16,15-10 15,-8 12-15,8-12 16,1 13-16,6-4 16,8 1-16,6-2 15,6-1-15,0 0 16,-5-3 0,-4 0-16,-6-2 15,-12-2-15,17 3 16,-17-3-16,14 7 15,-14-7 1,19 14-16,-8-5 0,-1-1 16,0 0-16,-1-1 15,2-3-15,4-4 16,-2-2 0</inkml:trace>
  <inkml:trace contextRef="#ctx0" brushRef="#br0" timeOffset="25365.58">13966 4787 0,'0'0'0,"0"0"0,1 1 15,5 7-15,9 11 16,11 12-16,0 4 16,0 13-1,-1 7-15,8 22 32,-3-2-32,-6-7 15,-24-10-15,-17-18 16,-16-6-16,-8-14 15</inkml:trace>
  <inkml:trace contextRef="#ctx0" brushRef="#br0" timeOffset="26919.77">14381 4406 0,'0'0'0,"0"0"0,0 0 0,0 0 16,4 0-1,-4 0-15,26-2 16,-1 0-16,5-1 15,-1-2-15,2-2 16,2 0-16,-3 0 16,-1-1-16,-9 1 15,-3 0-15</inkml:trace>
  <inkml:trace contextRef="#ctx0" brushRef="#br0" timeOffset="27182.18">14506 4218 0,'0'0'0,"0"0"0,0 0 16,0 0-16,0 0 15,0 4 1,0 6-16,0 7 15,0 4-15,0 5 16,0 9-16,0 4 16,0-3-16,0-1 15,0-9-15,0 3 16</inkml:trace>
  <inkml:trace contextRef="#ctx0" brushRef="#br0" timeOffset="27636.84">14981 4138 0,'0'0'0,"0"0"0,0 0 0,-3 0 0,3 0 16,-21 4-16,-1 2 16,-1 3-16,-1 4 15,2 4-15,2 2 16,2 2-16,4 1 16,3 3-16,3 1 15,4 1 1,5 3-16,6-3 15,3-2-15,1-3 16,5-2-16</inkml:trace>
  <inkml:trace contextRef="#ctx0" brushRef="#br0" timeOffset="28319.53">15035 4325 0,'0'0'0,"0"0"0,0 0 0,0 0 16,0 0-16,-3 2 16,3-2-16,-14 8 15,2 1-15,3 2 16,2 0-1,2-2-15,2 2 16,6 1-16,3 0 16,3-3-16,4-4 15,3-4-15,2-4 16,-2-4-16,-1-2 16,-1-2-16,-4 2 15,-2 3-15,-8 6 16,9-8-16,-9 8 15,0 0 1,0 0-16,0 0 16,13-2-16,-13 2 15,13 8-15,-13-8 16,20 11-16,-5-10 16,5-5-16,1-4 15,-3-3 1,-1-1-16,-2-6 15,-2 0-15,-2-1 16,-1 2-16,-4 3 16,0 3-16,-2 3 15,-4 8-15,3-10 16,-3 10-16,0 0 16,0 0-16,0-7 15,0 7-15,0 0 16,-6 9-16,1 2 15,-1 4 1,1 1-16,4 5 16,2 1-16,2 1 15,3-4-15,-2-3 16,1 0-16,-2-7 16</inkml:trace>
  <inkml:trace contextRef="#ctx0" brushRef="#br0" timeOffset="28934.56">15252 4365 0,'0'0'0,"0"0"0,0 0 0,0 0 16,4 0-16,-4 0 16,26 0-16,3 0 15,4 0-15,-2 0 16,-2-2-1,-3 0-15,-1-1 16,0-1-16,1-1 16,-4-2-16,-3-1 15,1-1-15,-7 2 16,-4 1-16,0-1 16,-4 0-16,-4 0 15,-2-1-15,-7-2 16,-6 1-1,-9 3-15,-2 2 16,5 5-16,3 3 16,1 2-16,5 1 15,0 3-15,4 1 16,2 4-16,5 4 16,5 0-16,4 2 15,1-2-15,1-6 16,4-4-1,3-2-15,5-9 0,6-4 16,-1-5 0,-4-1-16,-4 1 15,-4 1-15,-4 2 16,-4 1-16,-8 7 16,11-8-16,-11 8 15,0 0-15,0 0 16,0 0-16,0 0 15,-17 16 1,-7 10-16,-5 6 16,-1 1-16,-1 0 15,5 2-15,5-3 16,10-11-16,3-1 16,4 3-16</inkml:trace>
  <inkml:trace contextRef="#ctx0" brushRef="#br0" timeOffset="29101.27">15524 4540 0,'5'-3'0,"10"-6"15,18-5-15,31-14 16,4-2-16,226-90 15</inkml:trace>
  <inkml:trace contextRef="#ctx0" brushRef="#br0" timeOffset="32836.68">11795 3262 0,'0'0'0,"-3"0"0,3 0 15,-16 0-15,-1 0 16,-8-2-16,-7 0 15,-8 0-15,-12-2 16,-7 1-16,-8-1 16,-8 5-16,-1 3 15,-1 6 1,3 1-16,6 0 16,4 0-16,-1 2 15,2-2-15,-1 1 16,1-1-16,2 1 15,1 2-15,1 1 16,6 0-16,3-1 16,7-2-16,2-1 15,5-1 1,6-1-16,5 0 16,5-2-16,4 1 15,3-1-15,-1 2 16,2 2-16,1 2 15,-3 5-15,0 8 16,0 3-16,2 3 16,2 4-16,0 3 15,3 9 1,1 1-16,1 3 16,2 0-16,0-1 15,-1 7-15,1 3 16,-2 2-16,2 3 15,0 5-15,-2 1 16,1 4-16,-5-2 16,1-3-16,-3 0 15,-1 1-15,0-1 16,1 3 0,0-7-16,2-5 15,-1-4-15,4-4 16,3 0-16,3-3 15,1-1-15,3-2 16,1-5-16,2 1 16,0-1-16,-2-2 15,1-3 1,-1 0-16,0-3 16,-1-3-16,0-3 15,-1-3-15,0 0 16,-3-3-16,0-3 15,-2-2-15,1-3 16,0-1-16,0-4 16,0-1-16,0-2 15,0-1-15,1-6 16,-1 7 0,1-7-16,-2 7 15,2-7-15,-1 8 16,1-8-16,-1 9 15,1-9-15,-2 10 16,2-10-16,-2 12 16,2-12-16,-3 12 15,1-3-15,0 2 16,-4 2 0,-1 2-16,-3 1 15,-1 0-15</inkml:trace>
  <inkml:trace contextRef="#ctx0" brushRef="#br0" timeOffset="33029.53">10052 5979 0,'0'0'0,"0"0"0,0 0 15,3 0-15,-3 0 16,0 0-16,14 1 16,-14-1-16,0 0 15,10-1-15</inkml:trace>
  <inkml:trace contextRef="#ctx0" brushRef="#br0" timeOffset="35696.53">10724 4900 0,'0'0'0,"0"0"16,0 0-16,0 0 15,0 0-15,0 0 16,0 2-16,0-2 16,-1 10-16,1 4 15,-1 5-15,-2 6 16,-2 5-16,1 0 16,-1 1-16,2-3 15,-1-2 1,0-1-16,1 0 15,-1-2-15,1-1 16,3 0-16,0-1 16,3-1-16,2-1 15,1-1-15,4 0 16,3-1-16,2 0 16,0-1-16,5 0 15,4 0 1,0-3-16,3-2 15,1-3-15,1-1 16,1-3-16,1-1 16,-3-1-16,0-1 15,2-1-15,0-1 16,3-1-16,1 2 16,-4 0-16,-1-1 15,-2 0 1,-1 0-16,0 1 15,1 1-15,-2 1 16,1-2-16,-4 3 16,0-1-16,1 1 15,2 0-15,4 1 16,-1 0-16,2 0 16,0 0-16,-1 0 15,3-1 1,2-2-16,0-1 15,-1-1-15,4-2 16,2 0-16,4 0 16,1-1-16,4 1 15,3-1-15,-6 0 16,1-1-16,-3-2 16,4-1-16,8-2 15,-1 1 1,-1 0-16,-2 1 15,-3-1-15,-1 2 16,0-1-16,-3 1 16,0 0-16,1 2 15,-2 0-15,3 4 16,2-1-16,2 4 16,4-2-16,0 0 15,0 0-15,-4 0 16,0 0-1,-3 0-15,0 1 16,1 2-16,0 0 16,3 1-16,-2-1 15,0 1-15,-2-2 16,-2 1-16,3-1 16,-3 0-16,-2 0 15,1-1 1,-3 2-16,1-2 15,8 1-15,1 1 16,-2-1-16,-5 0 16,-1 0-16,-4-1 15,6-1-15,3 1 16,-8-1-16,6 0 16,-5 0-16,-1 1 15,1 1 1,-3-2-16,1 2 15,-1 1-15,3-2 16,2 1-16,-1 0 16,1-1-16,-3 1 15,4 1-15,-2 1 16,1 1-16,-2 0 16,0 0-16,0 0 15,-7-1-15,-4-1 16,-3-1-16,-1-1 15,-2-1 1,-3-2-16,2-1 16,-1 1-16,0 0 15,-2-2-15,0 2 16,-1-1-16,0 1 16,-2 0-16,-1 1 15,-2-1-15,-1 0 16,0 1-1,-2-1-15,-1 0 16,-10 2-16,14-1 16,-14 1-16,12-2 15,-12 2-15,11-6 16,-11 6-16,11-9 16,-6 1-16,-1 0 15,1-2-15,-1-1 16,0-2-16,-1-4 15,1-3-15,0-2 16,0-1 0,1-3-16,-1 0 15,1-1-15,3 1 16,1-1-16,3-1 16,0-1-16,-1 1 15,0 2-15,-1 4 16,-1 3-16,-1 3 15,-2 3 1,-2 4-16,0 1 16,-2 1-16,-2 7 15,4-9-15,-4 9 16,0 0-16</inkml:trace>
  <inkml:trace contextRef="#ctx0" brushRef="#br0" timeOffset="37307.78">14134 5490 0,'0'0'0,"0"0"0,-4 1 15,4-1-15,0 0 16,-6 8-16,6-8 15,1 11-15,-1-11 16,6 12 0,-2-5-16,1 1 15,-1 2-15,-5-1 16,-2-2-16,1 0 16,0-1-16,4 3 15,8 7-15,2 0 16,8 1-16,-3-6 15,2-2 1,4-1-16,0 1 16,-1-1-16,5 2 15,-1 0-15,3 1 16,-5-1-16,-6-5 16,0-5-16,-2-3 15,-2 1-15,-2 1 16,-12 1-16,11-2 15,-11 2-15,11-2 16,-11 2-16,0 0 16,0 0-1,4-14-15,-15 0 16,-6-2-16,-4 3 16,-1 3-16,5 3 15,-1 0-15,3-1 16,5 5-16,10 3 15,-11-4-15,11 4 16,0 0 0,0 0-16,0 0 15,8 7-15,6-1 16,7 3-16,-1-2 16,-3-1-16,0 0 15,-4-1-15,-2-1 16,-11-4-16,12 9 15,-12-9-15,3 12 16,-3-12-16,-5 11 16,-2-1-1,-3 2-15,-2-1 16</inkml:trace>
  <inkml:trace contextRef="#ctx0" brushRef="#br0" timeOffset="38121.11">14712 5688 0,'0'0'0,"0"0"0,0 0 0,-1 2 0,1-2 16,-5 15-1,0-1-15,0-1 16,0-2-16,-2 6 16,-5 4-16,-3 6 15,5-7-15,1-7 16,4-6-16,5-7 15,-11 10-15,11-10 16,0 0-16,-13-9 16,13 9-1,0-9-15,9 0 16,11-20-16,1-2 16,0-5-16,-5 4 15,-3 10-15,-4 3 16,0 7-1,3 6 1,2 4-16,3 4 16,-2 5-1,0 3-15,-1 3 16,-2 1-16,1 1 16,-2-1-16,-3-1 15,1-3-15,0-1 16,5 0-16,3-6 15,0-1-15,-3-6 16,3-5-16,0-1 16,1-5-1,-3-3-15,-2-2 16,-3 2-16,-4 5 16,-2 7-16,-4 6 15,2-8-15,-2 8 16,0 0-16,0 0 15,0 9-15,0 6 16,0 4-16,-2-1 16,-1 2-1,-3 1-15,-1-3 16,-1-3-16,-1 0 16,1 0-16,1-1 15,1-3-15,2-4 16,4-7-16,-4 10 15</inkml:trace>
  <inkml:trace contextRef="#ctx0" brushRef="#br0" timeOffset="38605.85">15304 5665 0,'0'0'0,"0"0"0,0 0 0,0 0 0,0 0 16,-1 4-16,-1 3 15,-2 7-15,-1 3 16,-2 4-16,1-2 15,-1-2-15,-1 2 16,1-1-16,0-1 16,0 0-16,2-5 15,1-1 1,1-3-16,3-8 16,-4 10-16,4-10 15,0 0-15,0 0 16,0 0-16,10 11 15,-3-2-15,3-1 16,4 1-16,6-3 16,3-1-1,1-2-15,1-7 16,0-1-16,-1 0 16,-4-2-16,2 0 15,-2 1-15,-1 0 16</inkml:trace>
  <inkml:trace contextRef="#ctx0" brushRef="#br0" timeOffset="48260.95">14588 6029 0,'0'0'0,"2"2"0,-2-2 0,0 0 16,14 7-16,4 0 15,-2-3-15,4-1 16,0-3-16,-1-1 16,4-1-16,3 0 15,2 0-15,2-1 16,-4 0-16,1 2 16,2 2-1,-1 3-15,2 4 16,7-1-16,-4 2 15,-2 0-15,-1-1 16,-2 0-16,1-1 16,-1 1-16,-2-2 15,-3 0-15,-2-2 16,-1 1-16,-1-2 16,3-1-1,-2 0-15,2 0 16,-1-1-16,-6 0 15,1 0-15,-3 0 16,-2 0-16,-1 0 16,-10-1-16,14 1 15,-14-1-15,12 1 16,-12-1 0,12 3-16,-12-3 15,12 1-15,-12-1 16,18 1-16,-5 0 15,2 1-15,-3-5 16</inkml:trace>
  <inkml:trace contextRef="#ctx0" brushRef="#br0" timeOffset="59757.75">9999 5859 0,'0'0'0,"0"0"0,0 0 16,0 0-16,0 0 15,0 0 1,0 0-16,-3 3 16,3-3-16,-2 15 15,0 1-15,-1 5 16,1 5-16,0 3 16,1 2-16,0 2 15,2-2-15,0 2 16,0-2-16,1-2 15,-1 4-15,1 3 16,0-1 0,0-3-16,0-3 15,0-1-15,1-1 16,0 1-16,0 0 16,2-3-16,0-1 15,1-4-15,0-1 16,0-1-16,2-1 15,0 1-15,0-2 16,0 1 0,-2-1-16,2 0 15,-1-1-15,-2-2 16,0 0-16,-1 1 16,0 0-16,-1-2 15,-1-2-15,-1-1 16,0-1-16,0-1 15,-1-1 1,0 1-16,-1 1 16,0-1-16,-1 2 15,0-1-15,0 1 16,-2-1-16,1 2 16,1-1-16,-2 1 15,-1 1-15,-1-1 16,3-3-16,3-7 15,0 0-15,0 0 16,0 0-16,0 0 16</inkml:trace>
  <inkml:trace contextRef="#ctx0" brushRef="#br0" timeOffset="60468.47">10001 6361 0,'0'0'16,"0"0"-16,0 0 0,0 0 0,0 0 16,0 0-16,0 0 15,0 0-15,4 0 16,-4 0-16,25 1 16,-5 0-16,1 0 15,2 0-15,4 0 16,3-1-16,2 0 15,-1 0-15,-5 0 16,-1-1 0,-2-1-16,4-2 15,-1-1-15,1 1 16,-5-1-16,-5 2 16,-1 1-16,-4 1 15,-1 1-15,-1-2 16,-10 2-16,16-1 15,-16 1-15,11 0 16,-11 0 0,0 0-16,0 0 15,9 1-15,-9-1 16,0 0-16,0 0 16,0 0-16,0 0 15</inkml:trace>
  <inkml:trace contextRef="#ctx0" brushRef="#br0" timeOffset="61065.21">10320 6151 0,'0'0'0,"0"0"16,0 0-16,0 0 16,0 0-1,0 0-15,0 0 16,0 0-16,0 3 16,0-3-16,2 9 15,-1 0-15,4 4 16,0 1-16,3 3 15,3 0 1,2-3-16,0-1 0,4-1 16,2-1-1,-1-1-15,1-3 16,-3 0-16,1 0 16,-1-1-16,-3 0 15,0-1-15,-2-1 16,0 0-16,-11-4 15,14 6-15,-14-6 16,0 0-16,7 7 16,-7-7-1,-7 12-15,-4 1 16,-4 1-16,-1 0 16,-1-1-16,-1 1 15,0 0-15,1-2 16,1-1-16,1-2 15,2-2-15,2 0 16,-2 0-16,1 0 16,1 0-16,2 0 15,9-7 1,-9 8-16,9-8 16</inkml:trace>
  <inkml:trace contextRef="#ctx0" brushRef="#br0" timeOffset="61705.53">11043 6008 0,'0'0'0,"0"0"16,0 0-16,0 0 15,0 0-15,0 0 16,-1 5-16,1 1 15,-2 4 1,0 3-16,1 2 0,0 3 16,-1 1-1,1-2-15,-1 1 16,0 0-16,1-1 16,-2 4-16,-2 2 15,1 3-15,-3 1 16,2-2-16,0-1 15,-2-1-15,1-1 16,-1 0-16,1-4 16,1-2-16,1-3 15,1-3-15,0-3 16,3-7 0,-5 6-16,5-6 15</inkml:trace>
  <inkml:trace contextRef="#ctx0" brushRef="#br0" timeOffset="62209.67">10759 5993 0,'0'0'0,"0"0"15,0 0-15,0 0 16,0 0-16,0 0 15,0 0-15,0 0 16,0 0 0,7-3-16,5 0 0,7-2 15,4 0-15,3 1 16,3 0 0,4 1-16,4-1 15,-3 2-15,-3-2 16,1 3-16,-2 0 15,-2 1-15,-3 1 16,-3 0-16,-4 0 16,-3 2-16,-5-3 15,-10 0-15,12 4 16,-12-4 0</inkml:trace>
  <inkml:trace contextRef="#ctx0" brushRef="#br0" timeOffset="63013.32">11232 6360 0,'0'0'0,"0"0"15,0 0-15,0 0 16,0 0-16,0 0 15,0 0-15,0 0 16,0 0-16,0 0 16,5 2-16,-5-2 15,22 0-15,-4-3 16,6-2 0,0-3-16,-3 2 15,-1-2-15,0 0 16,-2-5-16,-2-1 15,-5 0-15,-2 2 16,-3 2-16,-3 0 16,0 0-16,-3 2 15,-1-2-15,-3 0 16,-1 2 0,-4 1-16,-3 0 15,-5 3-15,-1 0 16,1 4-16,2 3 15,0 1-15,1 1 16,2 2-16,0 3 16,1 4-16,0 7 15,1 1-15,3 3 16,2-2-16,0-3 16,1-1-1,3-3-15,-1 0 16,2-5-16,1 1 15,1 0-15,4 2 16,2 1-16,2-1 16,-1-5-16,1-2 15,1-1-15,4-1 16,1-2 0,-1-1-16,-3-1 15,2-1-15,-1-1 16,0 1-16,1-1 15,-3-1-15,1 0 16,-1-2-16,4-2 16,-1 1-16</inkml:trace>
  <inkml:trace contextRef="#ctx0" brushRef="#br0" timeOffset="63479.21">11646 6193 0,'0'0'0,"0"0"15,0 0-15,0 0 16,0 0-16,3 3 16,4 4-16,4 6 15,5 5-15,4 3 16,-2-1-16,2 2 16,-1-2-1,-2-4-15,-2-2 16,-3-2-16,1 0 15,1 1-15,3 0 16,2-1-16,-1-2 16,-2-2-16,-6-3 15,-10-5-15,16 7 16,-16-7 0,11 4-16,-11-4 15,0 0-15,0 0 16,10 3-16,-10-3 15,0 0-15</inkml:trace>
  <inkml:trace contextRef="#ctx0" brushRef="#br0" timeOffset="63928.42">11912 6191 0,'0'0'0,"-3"0"0,3 0 16,-12 2-1,-2 0-15,-1 2 16,-4 4-16,-1 3 15,-1 4-15,-1 1 16,1 0-16,1 2 16,-2 2-16,1-1 15,1 1-15,4-4 16,2 0-16,0-1 16,-1 1-1,2-2-15,0 1 16,1-1-16,0 0 15,-1-2-15,2-1 16,2-2-16,1-2 16,8-7-16,-9 10 15,9-10-15,0 0 16,0 0-16,0 0 16</inkml:trace>
  <inkml:trace contextRef="#ctx0" brushRef="#br0" timeOffset="64629.35">12327 5966 0,'0'0'0,"0"0"0,0 0 0,0 0 15,0 0-15,-1 3 16,1-3-16,-10 18 16,0 0-16,-2 4 15,-2 4-15,0 0 16,0 0-16,1-3 16,2-1-1,-1-2-15,2 0 16,-4 4-16,-1 1 15,-1 1-15,0-2 16,-1 0-16,-3 3 31,-1 1-31,5-4 16,9-9-16,4-5 16,3-3-16,0 0 15,2 2 1,6-1-16,4 4 15,10-5-15,0 0 16,2-3-16,5-4 16,6-3-16,-2 1 15,1-2-15,-4 1 16,-6 0-16,8 0 16,-9 1-16,-5 0 15,-1 1 1,-5-2-16,4-1 15,-1 2-15,-4-1 16</inkml:trace>
  <inkml:trace contextRef="#ctx0" brushRef="#br0" timeOffset="65159.49">12040 6139 0,'0'0'0,"0"0"15,0 0-15,0 0 16,0 0-1,-3-1-15,3 1 16,0 0-16,0 0 16,0 0-16,0 0 15,16 2-15,4 1 16,6-1-16,0 1 16,3-1-16,-2-1 15,1-1 1,2-1-16,0-1 15,-3-1-15,-5 1 16,0 0-16,-5 0 16,-1 1-16,-5 0 15</inkml:trace>
  <inkml:trace contextRef="#ctx0" brushRef="#br0" timeOffset="67091.17">13192 5988 0,'-1'-2'0,"1"2"0,0-8 15,0 8-15,0 0 16,-2-7-16,2 7 15,0 0-15,0 0 16,-14-2 0,2 4-16,-5 2 15,-4 2-15,-4 7 16,3 1-16,2-1 16,0 1-16,3-2 15,0 2-15,0 3 16,3 0-16,0 5 15,1 3 1,0 2-16,2 4 16,1-1-16,2 1 15,1-4-15,2-1 16,1-1-16,2-3 16,1-3-16,2-6 15,0 0-15,2-2 16,-1-1-16,1-1 15,-2 1-15,2 1 16,1 0 0,-1 5-16,3 8 15,1 1-15,6 3 32,10-8-32,-1-9 15,1-2-15,-9-4 16,-2-1-16</inkml:trace>
  <inkml:trace contextRef="#ctx0" brushRef="#br0" timeOffset="67616.89">13297 6222 0,'0'0'0,"0"0"0,0 0 0,-3 3 0,-2 3 15,-3 4-15,-1 3 16,-3 4 0,1 2-16,-2 5 15,0 4-15,3-1 16,4-3-16,1-5 16,2-5-1,0-1 1,1-4-1,2-1-15,0-8 16,0 7-16</inkml:trace>
  <inkml:trace contextRef="#ctx0" brushRef="#br0" timeOffset="68309.39">13284 6174 0,'0'0'0,"0"0"0,0 0 0,0 0 0,0 0 15,0 0-15,0 0 16,3 3-16,-3-3 15,10 11-15,-4-4 16,4 4 0,-2 3-16,1 1 15,0 2-15,-1-2 16,0 0-16,-1-1 16,-1-2-16,1 1 15,3-2-15,0 1 16,-1 1-16,0-2 15,0 0 1,-1-1-16,-3 0 0,2 0 16,-2-1-1,-2 0-15,0-1 16,-3-8-16,4 10 16,-4-10-16,0 0 15,4 8-15,-4-8 16,0 0-16,0 0 15,12 5-15,-12-5 16,19-10 0,-9 2-16,3-4 15,2-7-15,2-2 16,1-4-16,-1 1 16,-4 1-16,-3 3 15,-2 4-15,-1 1 16,-2 3-16,0 0 15,-1 2-15,-1 3 16,-1 1-16,-2 6 16,3-9-1,-3 9-15,0 0 16,2-7-16</inkml:trace>
  <inkml:trace contextRef="#ctx0" brushRef="#br0" timeOffset="69057.89">13903 6157 0,'0'0'0,"0"0"15,0 0-15,0 0 16,0 0-16,0 0 16,-2 3-16,2-3 15,-10 12 1,3-2-16,-1 0 16,-2 3-16,1 0 15,0-1-15,1 0 16,0-1-16,0-1 15,1 2-15,-1 0 16,1 0-16,0-2 16,-1 2-16,0 0 15,1-1 1,-1 2-16,3-4 16,1-2-16,2 0 15,-2 1-15,3 1 16,0-2-16,1-7 15,0 8-15,0-8 16,0 12-16,1-4 16,-1-8-1,4 10-15,-4-10 16,3 8-16,-3-8 16,0 0-16,4 8 15,-4-8-15,5 7 16,-5-7-16,0 0 15,4 8-15,-4-8 16,0 0-16,0 0 16,6 7-16,-6-7 15,0 0 1,15 6-16,-2-5 16,4-1-16,3-1 15,3 0-15,4-2 16,0 1-16,-7 0 15,-1 0-15,0 1 16,0-1-16,-2 1 16,-17 1-16,0 0 15,0 0 1,0 0-16,0 0 16,0 0-16</inkml:trace>
  <inkml:trace contextRef="#ctx0" brushRef="#br0" timeOffset="69396.97">14302 6283 0,'0'0'0,"0"0"0,0 0 0,0 0 0,0 0 16,0 0-1,3 1-15,-3-1 0,-2 10 16,0 5 0,-4 9-16,-6 7 15,-6-1-15,-2 2 16,-3-2-16,7-8 15,3 7 1,11-4 0,2-17-16,0-8 15</inkml:trace>
  <inkml:trace contextRef="#ctx0" brushRef="#br0" timeOffset="69890.02">14253 6218 0,'0'0'0,"0"0"15,0 0-15,0 0 16,0 0-16,0 0 15,0 0-15,2 0 16,-2 0-16,22 0 16,-6 0-16,2 1 15,3 2 1,5 0-16,-1 2 16,-4-1-16,-3 1 15,-4 0-15,0 0 16,-2 1-16,-1 1 15,-3-2-15,-2 3 16,-6-8-16,6 11 16,-7-4-16,-5 3 15,-6 1-15,-7-1 16,-5 0 0,-3-2-16,5 0 15,3-4-15,3 1 16,2-2-16,3 1 15,1-2-15,10-2 16,-12 3-16,12-3 16,0 0-16</inkml:trace>
  <inkml:trace contextRef="#ctx0" brushRef="#br0" timeOffset="70319.45">14644 6168 0,'0'0'0,"0"0"15,0 0-15,0 0 16,0 0-16,0 0 16,0 1-16,0-1 15,10 10-15,1 1 16,4 6 0,1 7-16,-1 7 15,-5-1-15,-3-3 16,-2 4-16,0 3 15,-2 5-15,-6 6 16,-22 17 0,-6-5-1,1-14-15,7-14 16,8-8 0</inkml:trace>
  <inkml:trace contextRef="#ctx0" brushRef="#br0" timeOffset="71193.95">12962 6646 0,'0'-2'0,"0"2"0,0 0 0,0 0 0,0 0 16,0 0-16,5-8 15,-5 8 1,18-7-16,2 6 0,7 1 16,3 1-1,2 2-15,0 0 16,8 0-16,5 0 15,4 0-15,5 0 16,3 1-16,1-9 16,1-5-16,2-2 15,-5 2-15,7 6 16,7 15-16,-10-6 16,0 1-16,3-6 15,-2 1 1,1 1-16,-8 3 15,-11 7-15,-6-6 16,1 3-16,1-3 16,1-2-16,-1 0 15,-3-1-15,2-1 16,-9 0-16,-1 0 16,-5 2-1,-7-1-15,-2 0 16,-2 0-16,-2-2 15,-10-1-15,16 2 16,-16-2-16,11 2 16,-11-2-16,0 0 15,0 0-15,0 0 16,12-3 0</inkml:trace>
  <inkml:trace contextRef="#ctx0" brushRef="#br0" timeOffset="71364.02">14841 6645 0,'0'0'0</inkml:trace>
  <inkml:trace contextRef="#ctx0" brushRef="#br0" timeOffset="89860.49">10106 6846 0,'0'0'0,"0"0"0,0 0 0,0 0 16,0 0-16,0 0 15,0 0-15,0 2 16,0-2-16,0 0 16,0 14-16,0-1 15,0 4-15,0 4 16,0 0-16,0 0 15,-2 0 1,1-2-16,0 3 16,-1 1-16,1 0 15,0 2-15,-1-2 16,0-1-16,1-2 16,0-1-16,1 0 15,0-1-15,0-2 16,1 2-16,0 0 15,1 0-15,-1 4 16,1-1 0,-1-2-16,1-2 15,0-2-15,2-1 16,-2 0-16,1 0 16,0 0-16,0-2 15,-1-1-15,1 1 16,1 0-16,0 2 15,1 1-15,-1-4 16,-1-2 0,-1-2-16,-2-7 15,3 9-15,-3-9 16,3 6-16,-3-6 16,2 6-16,-2-6 15,0 0-15,0 8 16,0-8-16</inkml:trace>
  <inkml:trace contextRef="#ctx0" brushRef="#br0" timeOffset="90450.77">10103 7191 0,'0'0'0,"0"0"0,0 0 0,0 0 16,0 0-16,0 0 15,0 0-15,0 0 16,0 0-16,0 0 16,4 0-16,-4 0 15,20-7-15,-1 2 16,6-1-16,2 3 15,-1 2 1,-1 1-16,-2 0 16,6 0-16,0 0 15,5 0-15,-1 1 16,-3 0-16,-2 0 16,0-1-16,-1 1 15,3 0-15,-2 0 16,-3 0-16,-6 0 15,-4-1-15,-3 0 16,-12 0-16,16 0 16,-16 0-1,0 0-15,11 0 16,-11 0-16,0 0 16,0 0-16</inkml:trace>
  <inkml:trace contextRef="#ctx0" brushRef="#br0" timeOffset="91009.21">10409 7021 0,'0'0'0,"0"0"0,0 0 16,0 0 0,0 0-16,0 0 15,0 0-15,0 0 16,0 0-16,1 2 16,-1-2-16,10 6 15,0 1-15,2 0 16,3 2-16,1 1 15,2 1-15,0 1 16,-1-2-16,-2 0 16,0-1-1,0 0-15,-2-1 16,0-1-16,-1 1 16,-12-8-16,17 10 15,-17-10-15,11 7 16,-11-7-16,6 7 15,-6-7-15,2 10 16,-5-1 0,-3 0-16,-5 3 15,-9 3-15,-3 0 16,-2 0-16,2-2 16,3 0-16,0-1 15,3-1-15,2-2 16,3 0-16,3 0 15,3 1-15,-1 0 16</inkml:trace>
  <inkml:trace contextRef="#ctx0" brushRef="#br0" timeOffset="92323.12">10880 7002 0,'0'0'0,"0"0"0,0 0 16,1 2-16,-1-2 15,2 14-15,0 3 16,2 8-16,-2 6 15,-2-1-15,-1-1 16,-1 0-16,-2-2 16,1-2-16,-1 1 15,1 0-15,0-2 16,1-4 0,0-11-16</inkml:trace>
  <inkml:trace contextRef="#ctx0" brushRef="#br0" timeOffset="92869.75">10870 7063 0,'0'0'0,"0"0"0,0 0 0,-3-3 16,3 3-16,-8-11 15,4 5-15,-1-1 16,1 1 0,1-3-16,1-3 15,2-1-15,3-1 16,6-2-16,2 0 15,4 1-15,1 5 16,0 2-16,-2 4 16,0 3-16,-1 2 15,1 1 1,1 6-16,0 5 16,-1 5-16,-2 7 15,-4 6-15,-2 7 16,-3 2-16,0 0 15,-1-8-15,0-4 16,-2-2 0,2-2-1,3-1-15,0-5 16,2-5 0,-2-3-16,-2-3 15,-3-7-15,4 6 16,-4-6-16,0 0 15</inkml:trace>
  <inkml:trace contextRef="#ctx0" brushRef="#br0" timeOffset="93087.93">10883 7282 0,'0'0'0,"0"0"16,0 0-16,0 0 15,5-2-15,-5 2 16,26-3-16,-1 0 16,-2-1-1,1 1-15,-2 1 16,2 0-16</inkml:trace>
  <inkml:trace contextRef="#ctx0" brushRef="#br0" timeOffset="93634.9">11232 7144 0,'0'0'0,"0"0"16,0 0-16,0 0 15,2 3 1,-2-3-16,4 15 16,-2-3-16,2 3 15,0 0-15,-1-1 16,0-2-16,1 0 15,0-2-15,2-2 16,-6-8-16,12 7 16,-1-9-16,2-6 15,2-9-15,1 2 16,-5-4 0,-2 2-16,-3 3 15,-1-1-15,-2 4 16,-1 4-16,-2 7 15,2-8-15,-2 8 16,0 0-16,0 0 16,0 0-16,0 0 15,9 8-15,1 7 16,-2 5-16,-2 2 16,-2 0-1,1 1-15,0-2 31,-1-3-31,11-1 16</inkml:trace>
  <inkml:trace contextRef="#ctx0" brushRef="#br0" timeOffset="94323.61">11820 7129 0,'0'0'0,"-2"-2"0,2 2 16,-8-10-1,1 3-15,0 0 16,1-1-16,-7 0 15,-5 1-15,-1 3 16,2 3-16,2 2 16,1 4-16,-1 6 15,-1 6-15,0 3 16,4 1-16,3-2 16,2-1-16,4 5 15,3 2 1,3-2-16,9-3 15,3-6-15,5-9 16,3-1-16,-3-5 16,6-5-16,3 0 15,-3-5-15,2-9 16,-9-13-16,-1-7 16,-8-9-1,-7 1-15,0 1 16,-8-11-1,-2 6 1,0 10-16,-1 12 16,3 16-16,2 5 15,3 9-15,-3-9 16,3 9-16,0 0 16,-11 9-1,0 11-15,-1 15 16,4 6-16,-1 6 15,3 2-15,3 1 16,3-1-16,3-6 16,3-3-16,2-6 15,9-7-15,6-5 16,-6-7-16,-1-6 16,-4-4-1,-12-5-15</inkml:trace>
  <inkml:trace contextRef="#ctx0" brushRef="#br0" timeOffset="94586.64">12141 7073 0,'0'0'0,"0"0"0,0 0 0,0 0 0,0 0 16,0 0-16,3 4 16,0 4-16,4 4 15,0 7-15,0 0 16,0-4-16,-3-3 16,0-2-1,-1-3-15,-3-7 16,4 12-16</inkml:trace>
  <inkml:trace contextRef="#ctx0" brushRef="#br0" timeOffset="94762.08">12261 6962 0,'0'0'0,"0"0"0,0 0 16,0 0-16,0 0 16,0 0-16</inkml:trace>
  <inkml:trace contextRef="#ctx0" brushRef="#br0" timeOffset="95356.01">12535 7076 0,'0'0'0,"0"0"0,0 0 0,0 0 0,0 0 15,-3 0-15,3 0 16,-22 2-16,3-1 16,2 1-16,3-1 15,-1 2-15,-4 4 16,-1 7 0,-2 3-16,4 3 0,2 1 15,5-1 1,1 5-16,3-1 15,3-2-15,9 1 16,13-4-16,15-3 16,2-3-16,-9-7 15,-9-2-15,6-1 16,14-1-16,6-2 16,-4-2-16,-14-6 15,-9-6 1,-4 1-16,-2-4 15,-2 3-15,-7-7 16,-4-3-16,-8-4 16,-7-2-16,-3 6 15,-1 4-15,-1 5 16,1 10-16,2 4 16,-2 2-16,7 3 15,15-4-15</inkml:trace>
  <inkml:trace contextRef="#ctx0" brushRef="#br0" timeOffset="96512.83">10667 7503 0,'0'0'0,"0"0"0,0 0 0,0 0 0,-2 2 15,2-2-15,0 0 16,0 0-16,0 0 16,0 0-16,20 6 15,11-4-15,9-4 16,5-3-1,6-2-15,2 0 16,6 0-16,9-2 16,-1 1-16,3-1 15,9 0-15,-9 1 16,13-1-16,-4 1 16,-7 2-16,11 1 15,-11 1-15,19 2 16,-5 1-16,2 1 15,-6 1-15,-17 0 16,11 3 0,-16 0-16,4 1 15,-5 2-15,-13-3 16,0 1-16,-4 0 16,2 1-16,-10-3 15,-5 1-15,-8-2 16,-4 0-16,0 0 15,-2 2 1,2 0-16,-3 2 16,-1-1-16,-1 0 15,-12-5-15,15 6 16,-15-6-16,0 0 16,11 4-16,-11-4 15,0 0-15,0 0 16,0 0-16,0 0 15,9 5 1</inkml:trace>
  <inkml:trace contextRef="#ctx0" brushRef="#br0" timeOffset="106166.02">13236 7023 0,'0'0'0,"0"0"0,0 0 16,0 0-16,0 0 15,0 0-15,-1 2 16,1-2 0,-6 6-16,-4 5 15,-5 4-15,-4 5 16,-1 1-16,-1 2 16,0-2-16,2-1 15,0 1-15,1-1 16,2 2-16,2 1 15,2 0-15,6 1 16,4 2 0,3-1-16,5 3 15,3-2-15,5 2 16,6 0-16,4 3 16,1-2-16,-3-6 15,1-5-15,3 0 31,6-4-31,2-4 16,-2-2 0,-9-5-16,2-4 15</inkml:trace>
  <inkml:trace contextRef="#ctx0" brushRef="#br0" timeOffset="106725.72">13430 7320 0,'0'0'0,"0"0"0,0 0 16,0 0-16,0 0 15,0 0-15,1 4 16,1 3-16,3 3 16,-1 4-1,-1 4-15,1 1 16,-1-3 0,0-4-1,3-3-15,-6-9 16,0 0-16,0 0 15</inkml:trace>
  <inkml:trace contextRef="#ctx0" brushRef="#br0" timeOffset="107148.83">13403 7305 0,'0'0'0,"0"0"0,0 0 0,0-3 16,-1-5-16,-1-3 15,1-6-15,0-1 16,3 0-16,2-1 16,3-1-16,1 2 15,1 0 1,1 3-16,3 3 16,3 1-16,0 3 15,1 3-15,1 2 16,1 6-16,2 2 15,1 6-15,1 4 16,-1 3 0,0 1-16,-2 0 0,-3 2 15,-2 3 1,0 4-16,-2 1 16,-3-3-16,0 0 31,-3-2-31,-3-5 15,0-5-15,-2-5 16,-2-9-16,2 11 16,-2-11-16,0 0 15</inkml:trace>
  <inkml:trace contextRef="#ctx0" brushRef="#br0" timeOffset="107443.4">13405 7361 0,'0'0'0,"0"0"16,2-3-16,-2 3 15,13-9-15,2 1 16,10 0-16,4 1 15,2 1-15,1 2 16,-4 2-16,-1 0 16,-2 1-16,2 0 15,-5 0-15,2 0 16</inkml:trace>
  <inkml:trace contextRef="#ctx0" brushRef="#br0" timeOffset="107833.95">13929 7155 0,'0'0'0,"0"0"0,0 0 16,0 0-16,0 0 15,2 4-15,-2-4 16,10 12-16,-4-2 16,-2 7-16,-1 4 15,-2 3-15,-2 1 16,0 0 0,-1-4-16,1-4 15,1-3-15,-1-3 16,0-2-16,1-1 15,0-8-15,1 9 16,-1-9-16,20 12 16,9-6-16,3-1 15,-2-5-15,-5-2 16,1-2-16,2-6 16,-7-1-1</inkml:trace>
  <inkml:trace contextRef="#ctx0" brushRef="#br0" timeOffset="108334.9">14208 7302 0,'0'0'0,"0"0"0,3 2 16,-3-2-16,0 0 15,15 2-15,-3-3 16,5 0-16,1-2 16,0-1-16,1 0 15,-1-1-15,1-1 16,-1-2-16,-5-1 16,-3-1-1,-5-5-15,-3 2 16,-5-3-16,-6 1 15,-7 0-15,-1 3 16,-3 5-16,2 3 16,3 3-16,-1 3 15,5 1-15,-4 4 16,4 5-16,0 6 16,3 1-1,7 3-15,2 1 16,5-1-16,5 2 15,2 0-15,4-1 16,18-1 0,6-5-1,6-5-15,-10-8 16,-14-4 0,4-9-16,-1-4 15</inkml:trace>
  <inkml:trace contextRef="#ctx0" brushRef="#br0" timeOffset="108647.98">14526 7225 0,'0'0'0,"0"0"16,0 0-16,3 3 15,6 5-15,8 5 16,5 3-16,5 3 16,1 1-16,2 0 15,0 0-15,2 1 16,-1-2-16,-6-4 16,-2-3-1,-7-4-15,-2-3 16,-3-1-16,-1-3 15,4-6-15</inkml:trace>
  <inkml:trace contextRef="#ctx0" brushRef="#br0" timeOffset="108882.54">14715 7264 0,'0'0'0,"0"0"0,0 0 16,-1 1-16,0 6 15,-5 8-15,-3 9 16,-2 1 0,2-2-16,-2-2 15,-1-1-15,0-4 16,0-3-16,3-5 15,9-8-15,-11 9 16</inkml:trace>
  <inkml:trace contextRef="#ctx0" brushRef="#br0" timeOffset="109507.1">15089 7265 0,'0'0'0,"0"0"0,0 0 0,0 0 15,-2-2-15,2 2 16,-7-6-16,-5-3 15,-7 1-15,-7 4 16,-1 2-16,5 2 16,1 2-16,4 1 15,2 3-15,2 1 16,-1 8-16,2 7 16,1 5-1,5-2-15,3-8 16,3-2-16,2-5 15,1 1-15,3-4 16,7-3-16,7-4 16,4-2-16,-1-3 15,-7-4-15,-3-1 16,1-4-16,-3-3 16,-1 2-1,-4 3-15,-1 3 16,-2 2-16,-3 7 15,4-6-15,-4 6 16,0 0-16,0 0 16,0 0-16,4 18 15,1 4-15,1-1 16,2-1-16,3 0 16,10 2-16,11-3 15,2-2 1,3-5-16,-6-5 15,0-4-15,-2-4 16</inkml:trace>
  <inkml:trace contextRef="#ctx0" brushRef="#br0" timeOffset="110775.69">15439 7001 0,'0'0'0,"0"0"16,0 0-16,2 1 15,6 6-15,9 6 16,9 6-16,3 3 16,3 2-1,2 1-15,-1 3 0,-5 1 16,-1 0-1,-5 0-15,-1 1 16,-3-1-16,-3-1 16,-6-3-16,-10 0 15,-3-3-15,-8-1 16,-11 1-16,-12 0 16,-17 0-16,-10 0 15,2-4-15,7-4 16,5 0-1,4-2-15,11-3 16</inkml:trace>
  <inkml:trace contextRef="#ctx0" brushRef="#br0" timeOffset="111701.43">13281 7627 0,'0'0'0,"0"0"16,0 2-16,0-2 16,0 0-16,0 0 15,11 3-15,12-1 16,10-1-16,12-2 16,6-2-16,1-1 15,7-2-15,-4 0 16,0 0-1,-3 1-15,2 1 16,1 0-16,5 2 16,0 4-16,-2-1 15,1 2-15,0-1 16,-3 1-16,4 1 16,-5 0-16,0 2 15,-3-2-15,-1 0 16,-2 0-1,0 0-15,-4 0 16,-1-2-16,-3 1 16,-4-1-16,2-1 15,-3-1-15,2 0 16,0 0-16,-2 0 16,0 0-16,-4 0 15,2 2-15,-2 1 16,-3 1-16,0 1 15,-4 0 1,-1-1-16,-2 2 16,-2-2-16,-4-2 15,-2 2-15,0-1 16,-4-1-16,0 1 16,-10-3-16,18 4 15,-5-5-15</inkml:trace>
  <inkml:trace contextRef="#ctx0" brushRef="#br0" timeOffset="111884.89">15544 7710 0,'0'0'0,"-1"-3"0,1 3 0</inkml:trace>
  <inkml:trace contextRef="#ctx0" brushRef="#br0" timeOffset="122174.92">11560 7395 0,'0'0'0,"0"0"0,0 0 0,0 0 0,0 0 15,0 0-15,0 0 16,-2 2-16,2-2 16,0 8-1,0 4-15,2 9 16,1 11-16,0 11 16,1 4-16,-3 8 15,-2-2-15,-3 1 16,0-6-16,0-5 15,1-6-15,1-7 16,1-6-16,0-5 16,3-3-16,3-2 15,1-1 1,3-2-16,1-2 16,5-2-16,7-6 15,8-4-15,10-5 16,3-4-16,0 1 15,0-1-15,2 1 16,-4 0 0,-5 2-16,-2 0 0,-5 2 15,-1 3 1,-1 2-16,-5 0 16,-2 0-16,-5 1 15,-5 0-15,-10 1 16,14 0-16,-14 0 15,0 0-15,0 0 16,0 0-16,-6-11 16,-5 0-16,-4 1 15,-6 0 1,1 1-16,2 3 16,0 1-16,2 1 15,3 1-15,3 1 16,10 2-16,-10-2 15,10 2-15,0 0 16,0 0-16,0 0 16,7 11-1,4-1-15,5 1 16,4 1-16,4 0 16,-1-2-16,0 0 15,-6-3-15,-4 1 16,-3 8-16,-2 4 15,-1 0-15,-5-3 16,-3-4-16,-5 2 16,-5 2-16,-2 0 15,2-5 1</inkml:trace>
  <inkml:trace contextRef="#ctx0" brushRef="#br0" timeOffset="122472.33">12477 7897 0,'0'0'0,"0"0"0,0 0 16,-1 9-16,-1 11 15,-3 3 1,-4 7-16,-3 4 16,2-7-16,0 3 31</inkml:trace>
  <inkml:trace contextRef="#ctx0" brushRef="#br0" timeOffset="122770.09">12232 7828 0,'4'5'0,"5"4"0,3-3 15,25-6-15,4-6 16,4-3-16,-6 3 15,-1 7-15,-10-1 16,-4-1-16</inkml:trace>
  <inkml:trace contextRef="#ctx0" brushRef="#br0" timeOffset="123213.62">12719 7988 0,'2'3'0,"-2"-3"0,0 0 16,15 1-16,-4-7 16,-3-1-16,-1-1 15,-6-9 1,-1 1-16,-10-3 16,-7 8-16,-8-3 15,-7 5-15,5 4 16,4 10-16,2 8 15,2 0-15,2 5 16,8-8-16,0 6 16,7 6-16,-2-4 15,5 17-15,1-15 16,3-1 0,11 2-16,1-5 15,3-3-15,-2-3 16,8-4-16</inkml:trace>
  <inkml:trace contextRef="#ctx0" brushRef="#br0" timeOffset="123552.46">12977 7900 0,'0'0'0,"2"3"0,-2-3 0,0 0 0,10 18 16,2 3-16,2-4 16,5-2-1,3 2-15,4 5 16,3 1-16,-5 1 15,-1-3-15,-4-2 16,-4-4-16,-4-6 16,-11-9-1</inkml:trace>
  <inkml:trace contextRef="#ctx0" brushRef="#br0" timeOffset="123745.08">13196 7949 0,'0'0'0,"0"0"16,-1 3-16,-5 6 15,-2 1-15,-7 4 16,-6 7-16,1 0 16,-6 4-1,4 5-15,8-11 16,3 1-16,5-7 15,1-6-15,2 2 16,2 6-16</inkml:trace>
  <inkml:trace contextRef="#ctx0" brushRef="#br0" timeOffset="124102.13">13556 7889 0,'0'0'0,"1"6"0,-1-6 16,1 7-1,-1-7-15,-2 10 16,-2 7-16,-3 7 15,-1 8-15,-1 3 16,4-12-16,-1 3 16,5 4-16,12-7 31,8-2-31,6-9 16,-3-7-1,2 0-15,16-4 16</inkml:trace>
  <inkml:trace contextRef="#ctx0" brushRef="#br0" timeOffset="126183.95">13304 8002 0,'0'0'0,"0"0"0,0 0 0,0 0 15,0 0-15,0 0 16,11-2-16,7-3 16,6-1-16,5-2 15,1 0-15,5-2 16,3 2-16,0 1 16,-3 6-16,-7 0 15,-1 1-15,-3 0 16,-1 0-16,-5 1 15,-2 0 1,-5 1-16,-11-2 16,18 2-16,-18-2 15,17 1-15,-17-1 16,20 2-16,-8 0 16,-2 1-16</inkml:trace>
  <inkml:trace contextRef="#ctx0" brushRef="#br0" timeOffset="129589.9">13903 7886 0,'0'0'0,"0"0"0,0 0 16,0 0-16,4-3 15,-4 3 1,0 0-16,0 0 16,6-7-16,-6 7 15</inkml:trace>
  <inkml:trace contextRef="#ctx0" brushRef="#br0" timeOffset="129713.4">13956 7857 0,'0'0'0,"0"0"0,1 2 16,-1-2-16,0 0 16,10 1-16,-10-1 15,15-1-15,-4 1 16,-11 0-16</inkml:trace>
  <inkml:trace contextRef="#ctx0" brushRef="#br0" timeOffset="130448.57">13902 8077 0,'0'0'0,"0"0"0,0 0 0,0 0 0,0 0 15,0 0-15,5 0 16,5-1-16,12-4 15,14 1-15,4 1 16,3 1 0,1 2-16,2 1 0,2 1 15,-5 0 1,-3 1-16,-5-1 16,-3 1-16,-4-2 15,-4 0-15,-5 1 16,-4-2-16,-3 0 15,-12 0-15,11 0 16,-11 0-16,0 0 16,0 0-16,0 0 15,-11-15-15,-7 1 16,0 0 0,-2 1-16,3 1 15,3 2-15,2 2 16,12 8-16,-13-9 15,13 9-15,0 0 16,0 0-16,-10-7 16,10 7-16,0 0 15,0 0 1,0 0-16,15 14 16,-2-2-16,2 2 15,-1-2-15,-1-1 16,1-1-16,-3-3 15,-11-7-15,13 10 16,-13-10-16,0 0 16,-3 10-16,-9 0 15,-5-2-15,-2-2 16,5-1 0,14-5-16</inkml:trace>
  <inkml:trace contextRef="#ctx0" brushRef="#br0" timeOffset="131277.37">14736 8109 0,'0'0'0,"0"0"0,-1 2 15,-3 6-15,-4 7 16,-1 6-16,-1 0 16,0 0-1,0 0-15,2-5 16,3-4-16,2-5 31,3-7-31,0 0 16,0 0-16,0 0 15,1-16-15,2-10 16,1 4 0,2-5-16,3-2 15,2-1-15,5 2 16,4 5-16,-1 3 15,-1 5-15,-3 2 16,-1 3-16,-1 1 16,-3 4-16,0 1 15,-10 4-15,19 1 16,-5 8 0,2 5-16,1 5 15,-2 8-15,-1 1 16,-1 0-16,-2 2 15,0-3-15,-1-1 16,-1-1-16,-1-7 16,-2-5-16,-1-2 15,0-4 1,-5-7 0,0 0-1,-11 0-15,-20-9 16,-6 0-16,5 1 15,-2-2-15,1 3 16,5 2-16,4 1 16,9 1-16,5 1 15,10 2-15,-16-1 16,16 1-16,-10 0 16,10 0-1,0 0-15,0 0 16,11-7-16,15 2 15,11 0-15,-1 4 16,-2-1-16,-3 0 16</inkml:trace>
  <inkml:trace contextRef="#ctx0" brushRef="#br0" timeOffset="134384.75">15089 7009 0,'0'0'0,"0"0"0,0 0 0,0 0 15,8-5-15,6-1 16,10-2-16,1 1 16,2 2-16,-1 0 15,-3 0-15,4-1 16,2 0-16,1 0 16,-1-2-16,-3-1 15,-2-3-15,-5-3 16,-1 0-1,-3-1-15,-2 0 16,-2 1-16,-1 0 16,-4-2-16,-1-2 15,-3-2-15,-2-2 16,0-2-16,-2 2 16,-3-1-16,-1 2 15,-4-1-15,-2 1 16,-1 1-16,-3 1 15,-4 2 1,-3 1-16,-3 2 16,2 3-16,1 1 15,0 2-15,2 2 16,0 1-16,-1 1 16,2 1-16,0 1 15,-2 2-15,0 2 16,0 1-1,2 2-15,0-1 16,-1 1-16,-2 0 16,0 1-16,1 0 15,0 0-15,2-1 16,3 0-16,3-1 16,14-3-16,-14 4 15,14-4-15,0 0 16,-11 3-16,11-3 15,0 0 1,0 0-16,0 0 16,0 0-16,14-10 15,-1 2-15,4-2 16,1-2-16,2-2 16,2 1-16,-3 0 15,-1-1-15,-2 2 16,-2-1-16,-1 0 15,-4 2 1,-1 0-16,-3 3 16,0-1-16,-2 3 15,-3 6-15,4-8 16,-4 8-16,0 0 16,1-8-16,-1 8 15,0 0-15,0 0 16,0 0-16,-11-5 15,11 5 1,-24 1-16,7 5 16,-2 2-16,-1 3 15,1 0-15,1 0 16,1 1-16,0 0 16,2-1-16,2 1 15,1-1-15,3-1 16,1-1-1,3-2-15,5-7 16,-7 10-16,7-10 16,0 0-16,-3 7 15,3-7-15,0 0 16,0 0-16,2 9 16,-2-9-16,7 8 15,-1 0-15,5 3 16,3 4-1,3 1-15,3 0 16,2 0-16</inkml:trace>
  <inkml:trace contextRef="#ctx0" brushRef="#br0" timeOffset="137473.31">10253 7572 0,'0'0'0,"0"0"0,0 0 0,0 0 15,0 0-15,-1 1 16,1-1-16,0 0 16,0 0-16,-6 7 15,6-7-15,-7 12 16,2-3-16,-2 2 15,2 4-15,-2 3 16,1 5 0,1 4-16,1 3 15,0-2-15,1-1 16,-2 0-16,2 1 16,-1 0-16,0 0 15,1 0-15,-1-1 16,0-3-16,1-3 15,1-1-15,2-2 16,0-1-16,2-2 16,-1 1-1,1 0-15,1 0 16,1 1-16,0-2 16,0-1-16,1-2 15,-1 2-15,0-3 16,-1-1-16,1-2 15,-1-2-15,-3-6 16,4 11-16,-4-11 16,3 8-16,-3-8 15,0 0 1,4 7-16,-4-7 16,0 0-16,0 0 15,0 0-15,0 0 16,10 6-16,-10-6 15,0 0-15,0 0 16,0 0-16,0 0 16,0 0-1,0 0-15,0 0 16,0 0-16,0 0 16,0 0-16,0 0 15,0 0-15,0 0 16,0 0-16,6-7 15,-6 7-15,0 0 16,0 0-16,0 0 16,0 0-1,0 0-15,0 0 16,-13-2-16,13 2 16,-13-1-16,3 0 15,-1 0-15,0 1 16,-4 1-16,0 0 15,-1 0-15,-5 1 16,-2 1-16,-6 2 16,0-1-1,3 0-15,2-1 16,4 0-16,2 0 16,0 0-16,0-1 15,0 0-15,1 1 16,2-1-16,2 0 15,2-1-15,11-1 16,-15 2-16,15-2 16,-10 2-1,10-2-15,0 0 16,-12 2-16,12-2 16,0 0-16,0 0 15,0 0-15,0 0 16,0 0-16,-7-9 15,7 2-15,0-5 16,2-3 0,2-2-16,2 0 15,1 2-15,-2 2 16,2-2-16,0 3 16,-1 1-16,-1 2 15,-5 9-15,6-9 16,-6 9-16,0 0 15,0 0-15,0 0 16,0 0-16,-7 9 16,-10 13-16,-4 5 15,-3 0 1,4-5-16,2-3 16,3-2-16,2-3 15,3-4-15,4-2 16,6-8-16,-8 8 15,8-8-15,0 0 16,0 0-16,0 0 16,11 10-16,6-4 15,6 0 1,9 2-16,0 1 16,1-3-16,11 2 31</inkml:trace>
  <inkml:trace contextRef="#ctx0" brushRef="#br0" timeOffset="138208.54">10320 7619 0,'0'0'0,"0"0"16,0 0-16,0-7 15,-2-1-15,1 0 16,-1-3-16,0 3 16,2 2-16,-1-1 15,1 7-15,-2-11 16,2 11 0,-5-7-16,5 7 15,-12-11-15,12 11 16,-13-9-16,13 9 15,-14-4-15,14 4 16,-13-2-16,13 2 16,-12-2-1,12 2-15,-13-2 0,13 2 16,-12-7 0,4-1-16,1 1 15,1-2-15,-1 0 16,2 1-16,0-1 15,1 2-15,4 7 16,-7-11-16,7 11 16,0 0-16,-6-7 15,6 7-15,0 0 16,0 0 0</inkml:trace>
  <inkml:trace contextRef="#ctx0" brushRef="#br0" timeOffset="140887.91">7338 8001 0,'0'0'0,"0"0"16,2 2-16,-2-2 16,0 0-16,0 0 15,11 5-15,0-1 16,4 0-16,3 0 16,2-3-1,3-2-15,4-1 16,2-2-16,-3 0 15,-2 0-15,1 0 16,1-1-16,-1-1 16,0 1-16,-3-1 15,-3 1-15,-1 0 16,-1 0-16,0 2 16,-1-2-1,-4 2-15,-1 1 16,-11 2-16,15-3 15,-15 3-15,0 0 16,11-2-16</inkml:trace>
  <inkml:trace contextRef="#ctx0" brushRef="#br0" timeOffset="141261.88">7624 8052 0,'0'0'0,"0"0"0,0 0 16,-2 5-1,0 5-15,-1 3 16,-1 5-16,0 4 16,1 3-16,-1 2 15,2 0-15,0 0 16,0-3-16,1-1 16,-1-1-16,0-4 15,1-3-15,0-3 16,-1-4-1,2-8-15,-1 9 16,1-9-16,0 0 16,0 0-16</inkml:trace>
  <inkml:trace contextRef="#ctx0" brushRef="#br0" timeOffset="141602.28">7416 8448 0,'0'0'0,"0"0"0,0 0 16,0 0-16,0 0 15,0 0-15,0 0 16,7 0-16,4-2 16,10-1-16,9-2 15,2 0-15,-4 1 16,-3 0-1,-4 0-15,0 0 16,-2-1-16,2 0 16,-3 0-16,-1 0 15,-2 0-15,-1 1 16,1-1-16,-2 0 16,1 1-16,-1-2 15,0 1-15,0 0 16</inkml:trace>
  <inkml:trace contextRef="#ctx0" brushRef="#br0" timeOffset="141992.81">8026 8079 0,'0'0'0,"0"0"0,0 0 15,0 0-15,0 0 16,-2 0-16,2 0 15,0 0 1,-11 12-16,0 8 16,1 9-16,1 3 15,2 1-15,1 1 16,1-4-16,1-4 16,0-3-16,2-3 15,2-3-15,0-5 16,0-5-16,0-7 15</inkml:trace>
  <inkml:trace contextRef="#ctx0" brushRef="#br0" timeOffset="142576.97">8064 8025 0,'0'0'0,"0"0"0,0 0 16,0 0-16,0 0 15,0 0-15,2 3 16,-2-3-16,10 8 16,1 1-16,0 5 15,3 3-15,-2 2 16,-1-1-1,-1-2-15,-2-4 16,-1-2-16,-1-3 16,-2 0-16,-4-7 15,8 7-15,-8-7 16,16-3-16,-6-5 16,4-5-16,7-10 15,3-7-15,2-4 16,-2 2-16,-4 2 15,-5 4 1,-3 8-16,-5 5 16,-3 5-16,-4 8 15,4-8-15,-4 8 16,0 0-16,7 8 16,-1 8-16,-2 10 15,-2 7-15,-2 4 16,-2 2-16,-2 2 15,0 0 1,0-5-16,0-5 16,0-3-16,-1 0 15,-2-2-15,0-1 16,2-4-16,1-6 16,2-6-16,2-9 15,0 0-15</inkml:trace>
  <inkml:trace contextRef="#ctx0" brushRef="#br0" timeOffset="142933.01">8671 8034 0,'0'0'0,"0"0"0,0 0 0,0 0 15,0 0-15,0 2 16,0-2-16,0 16 16,-3 7-16,-2 10 15,-3 7-15,-2-1 16,0 1-16,0-1 15,-1 3-15,2-3 16,1-8 0,3-8-1,2-9 1,2-6-16,1-8 16,0 0-16</inkml:trace>
  <inkml:trace contextRef="#ctx0" brushRef="#br0" timeOffset="143315.84">8696 8049 0,'0'0'0,"0"0"15,0 0-15,1-4 16,-1 4-16,5-7 15,-5 7-15,13-6 16,-13 6-16,16-2 16,-6 4-1,0 8-15,2 5 16,0 10-16,-1 9 16,-3 3-16,-1-1 15,-3-2-15,-1-4 16,1-1-16,-1-3 15,0-6-15,0-5 16,0-3-16,0-2 16,-2-4-1,-1-6-15,2 6 16,-2-6-16,0 0 16</inkml:trace>
  <inkml:trace contextRef="#ctx0" brushRef="#br0" timeOffset="143523.19">8596 8390 0,'0'0'0,"0"-2"16,0 2-16,0 0 15,11-13-15,4 1 16,7-2-16,6 1 15,-1 1-15,-4 3 16,0 1 0,-2 0-16,1 1 15,-2 0-15</inkml:trace>
  <inkml:trace contextRef="#ctx0" brushRef="#br0" timeOffset="144179.29">9152 8017 0,'0'0'0,"0"0"0,0 0 16,0 0-16,0-2 15,0 2-15,0 0 16,-3-7-16,3 7 15,0 0-15,0 0 16,-11-7 0,11 7-16,-18 3 15,4 6-15,-4 8 16,-3 9-16,0 7 16,0 6-16,4 1 15,5-2-15,5-5 16,4-1-16,6-4 15,3-2-15,1-6 16,3-8 0,-1-4-16,3-3 15,4-3-15,2-5 16,1-3-16,-1-4 16,-3 0-16,-2 1 15,-3 0-15,0 1 16,-5 1-16,-5 7 15,9-9-15,-9 9 16,0 0-16,0 0 16,0 0-1,0 0-15,0 0 16,-5 15-16,-3 6 16,-2 4-16,4 0 15,2 0-15,2-4 16,0-3-16,3-3 15,0-5-15,1-1 16,0-2 0,2 2-16,-4-9 15</inkml:trace>
  <inkml:trace contextRef="#ctx0" brushRef="#br0" timeOffset="144732.57">9525 8123 0,'0'0'0,"0"0"0,0 0 0,0 0 15,0 0-15,0 0 16,0-2-16,0 2 15,0 0-15,-9-6 16,9 6-16,-25-3 16,2 7-16,-3 4 15,2 3 1,1 4-16,4 4 16,5-1-16,3 2 15,5-4-15,2-1 16,4-1-16,2-3 15,5 1-15,4 0 16,4 0 0,5-2-16,-1-4 15,-1-4-15,-4 0 16,-4-1-16,-10-1 16,9 1-16,-9-1 15,3 7-15,-4 4 16,-1 7-16,-6 2 15,-1 2-15,-2 0 16,2-4-16,3-4 16,1-3-1,2-1-15,5-1 16,4-1-16,4-4 16,5-1-16,3-6 15,3-3-15,5-5 16,0-4-16,5-5 15,-6 2-15</inkml:trace>
  <inkml:trace contextRef="#ctx0" brushRef="#br0" timeOffset="146662.6">7434 7912 0,'0'0'0,"0"0"0,0 2 16,0-2-16,0 0 16,1 8-1,-1-8-15,0 16 16,0 6-16,-2 9 15,-2 10-15,-3 4 16,-5 6-16,-1 1 16,-3-1-16,2-2 15,-3 4-15,-1-2 16,-1 0 0,-1 2-16,3-7 15,0-4-15,3 1 31,3-9-31,2-7 16,2-6-16,4-8 16,0-5-16,3-8 15,-3 9-15,3-9 16</inkml:trace>
  <inkml:trace contextRef="#ctx0" brushRef="#br0" timeOffset="147655.6">6000 8041 0,'0'0'0,"0"0"0,0 0 16,0 0-16,0 2 15,0-2-15,5 14 16,1 0-16,0 8 16,4 1-16,1 2 15,1 1-15,1-3 16,-1-2-16,-2-6 16,-1-3-16,-1-2 15,-2-2 1,-6-8-16,10 9 15,-10-9-15,10 5 16,-10-5-16,21-16 16,-3-5-16,0-10 15,1-6-15,-2-2 16,-1 0-16,0 1 16,-1-1-16,-4 2 15,-1 7 1,-5 10-16,-1 7 15,-2 4-15,-2 9 16,2-6-16,-2 6 16,0 0-16</inkml:trace>
  <inkml:trace contextRef="#ctx0" brushRef="#br0" timeOffset="147943.91">6547 8206 0,'0'0'0,"0"0"16,0 0-16,0 0 15,0 3-15,0-3 16,-2 18-16,0-2 16,1 2-16,0 0 15,1 1-15,2 0 16,0-4-16,1-3 16,-2-3-16,-1-9 15</inkml:trace>
  <inkml:trace contextRef="#ctx0" brushRef="#br0" timeOffset="148156.49">6571 8050 0,'0'0'0,"0"0"0,0 0 0,0 0 0,0 0 15,0 0-15,-2-1 16,2 1-16,0 0 16,0 0-16,0 0 15</inkml:trace>
  <inkml:trace contextRef="#ctx0" brushRef="#br0" timeOffset="148569.26">6838 8115 0,'0'0'0,"0"0"0,0 0 15,0 0-15,0 0 16,-2 1-16,2-1 16,0 0-16,-2 9 15,1 1 1,-1 8-16,0 3 15,2 4-15,-1-1 16,0 2-16,0 1 16,-2-1-16,-4 0 15,0-5-15,2-5 16,-1-3-16,2-1 16</inkml:trace>
  <inkml:trace contextRef="#ctx0" brushRef="#br0" timeOffset="148982.97">6811 8108 0,'0'0'0,"0"0"15,0 0-15,0 0 16,0 0-1,0 0-15,0 0 16,3 0-16,-3 0 16,14 6-16,-1-1 15,3 2-15,2 5 16,0-1-16,-1 3 16,-4 1-16,-2 1 15,-2 0-15,-3-3 16,-4 2-16,-3 1 15,-5 0 1,-2 3-16,-3 0 16,-4 1-16,-2 0 15,1-2-15,1-3 16,4-5-16,1-3 16,10-7-16,-12 8 15,12-8-15,0 0 16,-10 0-16</inkml:trace>
  <inkml:trace contextRef="#ctx0" brushRef="#br0" timeOffset="149641.14">7219 8109 0,'0'0'0,"0"0"0,0 0 0,0 0 15,0 0-15,0 0 16,0 0-16,0 0 15,-3 0 1,3 0-16,0 0 16,-17 3-16,5 2 15,-2 2-15,2 2 16,2-1-16,2 1 16,1 0-16,1 3 15,3-1-15,1 0 16,4-1-16,2-1 15,6 1 1,4-2-16,4-2 16,-1-2-16,-1-2 15,-3-1-15,0 0 16,-3-1-16,-10 0 16,14 0-16,-14 0 15,0 0-15,8 15 16,-10 2-16,-5 9 15,-5 3 1,-1-1-16,1-5 16,2-4-16,1-3 15,2-4-15,3-2 16,4-10-16,-4 9 16,4-9-16,16 11 15,1-7-15,12-7 16,7-4-16,1-4 15,-4 0 1,-6 2-16,-2-1 16</inkml:trace>
  <inkml:trace contextRef="#ctx0" brushRef="#br0" timeOffset="151057.84">6351 8656 0,'0'0'0,"0"0"0,0 0 16,0 0-16,0 0 15,4 2-15,-4-2 16,13 5-16,4 0 16,2 0-16,5 0 15,3-1-15,3-2 16,2 0-16,1-1 15,-1-1-15,-2 0 16,2 0 0,-1 0-16,0 0 15,2 0-15,-1 0 16,0 0-16,-1 0 16,-1 0-16,-2 0 15,3 0-15,-2 0 16,0 0-16,-3 0 15,-1 0 1,1 0-16,6 0 16,1 0-16,1-3 15,-3 0-15,-3-1 16,2-1-16,1-1 16,3 0-16,0 1 15,-2 0-15,-2 0 16,2 0-1,3 0-15,2 0 0,-3 2 16,-2 1-16,-2 1 16,2-1-1,0 0-15,0 1 16,-3-1-16,-3 1 16,-1 0-16,4-2 15,-2 1-15,-1-1 16,-1 0-16,-2 1 15,1-1-15,-1 1 16,0-1 0,0 2-16,1-3 15,0 2-15,-1 0 16,1 2-16,0 2 16,3 0-16,0 2 15,1-3-15,-2 2 16,1-1-16,-1 1 15,2-1 1,2-2-16,0 0 16,0-2-16,0 0 15,-2 0-15,-1-1 16,0 1-16,0-1 16,0 0-16,-1 1 15,-2 0-15,-2 0 16,-1 1-16,-1-1 15,0 0-15,-1 0 16,0 1 0,1 0-16,-1 1 15,0 1-15,-2 1 16,-2 1-16,2 2 16,2 1-16,2 2 15,-2 0-15,-1-1 16,-3 0-16,1-1 15,1 2-15,5-2 16,4 0 0,2-1-16,-2-1 15,-5-1-15,-1 0 16,-1-2-16,3 0 16,5-1-16,1-1 15,-1 0-15,-5 1 16,-5-1-16,0 0 15,0 0-15,-1 0 16,-1 1 0,0-1-16,0 0 15,4 0-15,-1-2 16,1 0-16,1-1 16,-1-3-16</inkml:trace>
  <inkml:trace contextRef="#ctx0" brushRef="#br0" timeOffset="175993.58">8404 7258 0,'0'0'0,"0"0"0,0 0 0,0 0 0,0 0 16,1 2-16,-1-2 15,0 0 1,0 0-16,0 0 16,-7 7-16,-3-1 15,-6 2-15,-4 1 16,-2 2-16,0-2 15,3-1-15,1 0 16,4-1-16,-1 1 16,3 1-16,1 1 15,1 0-15,3 0 16,0 1 0,1 1-16,1 3 15,1 0-15,2 2 16,3 1-16,1-1 15,2 0-15,2 1 16,0-2-16,3 3 16,1-2-1,0-3-15,2-1 16,0-3-16,-1 0 16,2-2-16,0-2 15,0-1-15,1-2 16,0-1-16,-1-1 15,-3-1-15,-10 0 16,15-1-16,-15 1 16,14-2-16,-14 2 15,14-7-15,-14 7 16,11-6 0,-11 6-16,9-6 15,-9 6-15,0 0 16,0 0-16,11-10 15</inkml:trace>
  <inkml:trace contextRef="#ctx0" brushRef="#br0" timeOffset="177088.19">8670 7275 0,'0'0'0,"0"0"0,0 0 0,0 0 0,0-1 16,0 1-16,0 0 16,0 0-16,0 0 15,0 0-15,0 0 16,0 0 0,0 0-16,-1 10 15,0 0-15,0 5 16,0-1-16,1-2 15,1-1-15,0 1 16,0 0-16,1-1 16,0 0-16,0 0 15,1 1-15,0 0 16,1 1 0,0-1-16,1 2 15,1 0-15,-1-3 16,0 0-16,-1 0 15,-1-3-15,-1-2 16,-2-6-16,4 9 16,-4-9-16,0 0 15,3 8-15,-3-8 16,0 0-16,0 0 16,0 0-1,0 0-15,0 0 16,0 0-16,12 3 15,-12-3-15,14-12 16,-3 1-16,4-4 16,0-3-16,1-3 15,0 0-15,-2 2 16,0-1-16,0 0 16,-1 1-1,0 3-15,-5 3 16,-1 2-16,-2 3 15,-1 0-15,-4 8 16,5-10-16,-5 10 16,0 0-16,2-6 15,-2 6 1,0 0-16,0 0 0,0 0 16,1-9-1,-1 9-15</inkml:trace>
  <inkml:trace contextRef="#ctx0" brushRef="#br0" timeOffset="179785.24">9145 7155 0,'0'0'0,"0"0"16,0-1-16,0 1 15,0 0-15,0 0 16,0 0-16,0 0 16,-1-8-1,1 8-15,-2-7 16,2 7-16,-4-8 15,4 8-15,-5-11 16,5 11-16,-10-14 16,3 5-16,1 0 15,0 0 1,-2 1-16,-1 1 0,-1-1 16,-1 1-1,-2-2-15,-1 1 16,-1 1-16,-2 0 15,0 0-15,0 1 16,1 1-16,0-1 16,2 2-16,0-1 15,-1 0-15,1 0 16,-1 0-16,-1 0 16,1 1-1,1-1-15,0 1 16,2 2-16,0-2 15,0 1-15,1 0 16,-2-1-16,-2 0 16,-2 0-16,-3 0 15,0 1 1,-1 0-16,-1 0 0,2 3 16,1 0-1,0 0-15,-1 2 16,0 2-16,-1-1 15,-2 1-15,-1 0 16,2 0-16,0 0 16,-1 2-16,1 0 15,0 2-15,2-1 16,2 0-16,2-1 16,1 1-1,1 0-15,0-1 0,0-1 16,1 1-1,0 0-15,1 0 16,-1-1-16,2 0 16,1 0-16,10-5 15,-19 13-15,9-5 16,0 3-16,-1 1 16,-1 1-16,2 0 15,1 0 1,1-2-16,1 0 15,0 1-15,1-2 16,1 0-16,0-1 16,0 2-16,-1-2 15,2 2-15,-3 0 16,1 1-16,0 0 16,1-1-16,0 1 15,0-2 1,1 1-16,0 0 15,0-1-15,0 1 16,0-1-16,1 2 16,-1-1-16,0 0 15,1 1-15,-1-2 16,0 1-16,2 1 16,-1-1-16,0 1 15,2-1 1,0 2-16,1-1 15,0-1-15,1 0 16,-1-1-16,1-1 16,-1-1-16,1 0 15,0 0-15,0 0 16,-1 1-16,1-2 16,0 1-16,0 0 15,0 1-15,0 0 16,2 0-1,0 1-15,2 0 16,2 2-16,0 0 16,1-1-16,-1 0 15,0-1-15,0 1 16,-1-1-16,1 0 16,2 2-16,0-1 15,1 0 1,0 3-16,0-3 15,-1-1-15,0-1 16,1-1-16,-2 0 16,2 0-16,0-1 15,0 0-15,1 0 16,2 0-16,0-1 16,-1 1-16,-1-4 15,1 2 1,-1-2-16,0 0 15,-1 0-15,1 0 16,1-1-16,-1 0 16,2 1-16,-1 0 15,1-1-15,-1 0 16,1 1-16,0-1 16,-1 1-16,0-1 15,-1-1-15,2 1 16,0-1-1,1 0-15,-1 0 16,1 0-16,2-1 16,1 1-16,1 0 15,0 0-15,0 0 16,0 0-16,0-1 16,0 1-16,-1-1 15,1-1-15,1 0 16,1-1-1,1 0-15,0 1 16,1-1-16,-2 0 16,-2 0-16,1-1 15,-4-1-15,1 0 16,-1 0-16,-1-1 16,0 2-16,1-2 15,-1 1-15,3 0 16,0-2-1,-1 0-15,1 1 16,-1-1-16,-1 0 16,1-1-16,2-1 15,1-2-15,1 0 16,-2-2-16,1 1 16,-3 0-16,1-1 15,-2-1-15,2-1 16,-1-1-16,-2 0 15,-1 0 1,-2 3-16,-1-1 16,-1 1-16,0-2 15,2-2-15,-1-2 16,-1 0-16,-1 1 16,-3-1-16,0 0 15,-2 0-15,0 1 16,0 1-16,-1-1 15,0-1 1,0 1-16,0 1 16,1 0-16,-2 0 15,-1 0-15,0-1 16,0-1-16,-2-1 16,-2 0-16,0 1 15,1 2-15,-1-1 16,1 3-16,-1-2 15,0 0 1,-1-1-16,-1-2 16,-2 0-16,0 1 15,-1 2-15,-1 1 16,0 1-16,-1 0 16,-1 1-16,-5-2 15,-2 1-15,0 0 16,1 3-16,1 1 15,-1 0 1,0 1-16,1 1 16,-2 0-16,2-1 15,1 1-15,-1 0 16,1 1-16,-2-1 16,-2 1-16,-2 0 15,-1 1-15,-2 1 16,-2 1-16,-2 3 15,-4 0 1,-5 2-16,-4 1 16,-9 6-16,-20 3 15</inkml:trace>
  <inkml:trace contextRef="#ctx0" brushRef="#br0" timeOffset="183298.61">11009 6690 0,'0'0'0,"0"0"0,0 0 16,3 0-16,-3 0 15,0 0-15,0 0 16,13 1-16,-13-1 15,22 4-15,-4-2 16,6 1 0,3-1-16,4 0 15,1-1-15,-2 1 16,4 0-16,2-2 16,1 0-16,1 0 15,-1 0-15,-2 0 16,2 0-16,0 0 15,1 0-15,-2 0 16,-1 0-16,0 0 16,0 0-16,-4 0 15,-1 0 1,-6 0-16,-4-1 16,-4 1-16,-4 0 15,-12 0-15,14 0 16,-14 0-16,0 0 15,0 0-15,0 0 16,0 0-16,0 0 16,0 0-16,0 0 15,10-5 1</inkml:trace>
  <inkml:trace contextRef="#ctx0" brushRef="#br0" timeOffset="-211144.76">9450 6187 0,'0'0'0,"0"0"0,0 0 16,0 0-16,0 0 16,0 0-16,0 0 15,0 0-15,3 2 16,-3-2-16,5 6 15,-5-6 1,6 12-16,-2-6 16,-1 1-16,1 1 15,0 2-15,-1 2 16,0 1-16,-2-1 16,0-1-16,1-1 15,-1-2-15,-1 0 16,1 0-16,1 1 15,0-2 1,-2-7-16,4 10 16,-4-10-16,4 8 15,-4-8-15,0 0 16,9 7-16,-9-7 16,14 1-16,-14-1 15,22-6-15,-10 0 16,1-1-16,2-1 15,2-1 1,-1 0-16,-2 0 16,0 2-16,-2-1 15,0 0-15,1-1 16,0-1-16,0 0 16,1-1-16,1 0 15,-1 1-15,1-1 16,-1 0-16,-1 2 15,0-1 1,1 0-16,1 1 16,-1 0-16,-1 2 15,-1 1-15,-2 0 16,-10 6-16,14-9 16,-14 9-16,0 0 15,13-7-15,-13 7 16,0 0-1,0 0-15</inkml:trace>
  <inkml:trace contextRef="#ctx0" brushRef="#br0" timeOffset="-204629.4">9615 4192 0,'0'0'0,"0"0"0,0 0 0,0 0 15,0 0-15,6 2 16,-6-2-16,25 13 16,-2-5-16,10 1 15,7 0-15,6-1 16,4-5-1,1-1-15,1-3 16,2-1-16,-3-1 16,-5-1-16,-2-1 15,-5 2-15,-5-2 16,-3 1-16,-5 1 16,-2 0-16,-2 0 15,-1 1-15,1 0 16,-4 0-1</inkml:trace>
  <inkml:trace contextRef="#ctx0" brushRef="#br0" timeOffset="-201772.26">9335 6221 0,'0'0'0,"0"0"0,0 0 0,0 2 16,0-2-16,0 0 15,10 7-15,-10-7 16,26 12 0,-3-6-16,6 1 15,6-1-15,-2-2 16,2-3-16,2-1 16,-2-1-16,1-1 15,-1 0-15,-1-1 16,0 0-16,0 1 15,-1-1-15,-1 1 16,0 1-16,-3-1 16,-1 1-1,-2-2-15,-3 1 16,-3 1-16,-4 0 16,-2 0-16,-2 0 15,0 0-15,-1 1 16,-11 0-16,19-3 15</inkml:trace>
  <inkml:trace contextRef="#ctx0" brushRef="#br0" timeOffset="-145127.75">9560 4411 0,'0'0'0,"0"0"0,0 0 15,0 0-15,0 0 16,0 0-16,0 0 15,0 0-15,0 1 16,0-1-16,0 0 16,4 12-16,-1-2 15,0 1-15,2 1 16,-1 0-16,1-1 16,1 1-1,-1 0-15,1 2 16,0 0-16,0 2 15,3 2-15,0 1 16,0 0-16,-1-2 16,-1-1-16,1-1 15,1-1-15,-2-2 16,2-3-16,-1-2 16,-1 0-16,-7-7 15,19 10-15,-6-6 16,4-4-1,3-3-15,5-6 16,7-6-16,-1-4 16,3-5-16,0-4 15,3-1-15,0-4 16,0 0-16,0 1 16,5-5-1,-2 2-15,2-1 16,-2 0-16,-2 5 15,2-1-15,-1 4 16,-1 2-16,-6 3 16,0 1-16,-6 3 15,-3 3-15,-3 3 16,-5 2-16,-1-1 16,-1 2-1,-1-1-15,0 1 16,-3 0-16,-1 2 15,-2 0-15,2 0 16,-2 0-16,-1 0 16,1 0-16,-2 1 15,2 0-15,-1 0 16,0 1-16,0 0 16,-5 6-16,9-9 15,-9 9 1,6-7-16,-6 7 15,0 0-15,7-8 16,-7 8-16,0 0 16,0 0-16,6-7 15,-6 7-15,0 0 16,0 0-16,0 0 16,0 0-16,0 0 15,0 0 1,0 0-16,0 0 15</inkml:trace>
  <inkml:trace contextRef="#ctx0" brushRef="#br0" timeOffset="-142270.3">9246 4755 0,'0'0'16,"0"0"-16,0 0 0,0 0 0,2 0 15,-2 0-15,14 3 16,2-2 0,7-1-16,5-2 15,6 1-15,6-1 16,3 1-16,1-1 16,3-2-16,2 0 15,3 1-15,-1-2 16,1 1-16,0 0 15,1 0-15,-1 0 16,2 0 0,-3-1-16,-1 2 15,-2-1-15,-1 0 16,-5 1-16,-2 1 16,-5-1-16,-3 1 15,-4 1-15,-4 0 16,-4 1-16,0 0 15,-2 0-15,-2 0 16,-1 0 0,-2 0-16,-13 0 15,17 0-15,-17 0 16,0 0-16,11 0 16,-11 0-16,0 0 15,0 0-15,0 0 16</inkml:trace>
  <inkml:trace contextRef="#ctx0" brushRef="#br0" timeOffset="-137802.12">9537 6226 0,'0'0'0,"0"0"0,0 0 0,0 0 16,0 0-16,1 2 16,-1-2-16,6 7 15,0 2 1,12 3-16,15-1 0,11-2 16,9-8-1,-4-6-15,0-4 16,-5-1-16,-8 1 15,-6-1-15,-5-1 16,-4 1-16,-3 0 16,3-1-16,1-1 15,0 0-15,-2 1 16,-4 2-16</inkml:trace>
  <inkml:trace contextRef="#ctx0" brushRef="#br0" timeOffset="-136894.83">9803 7218 0,'0'0'0,"0"0"0,0 0 0,0 0 15,0 0 1,0 0-16,0 0 15,3 1-15,-3-1 16,0 0-16,0 0 16,4 8-16,-2-1 15,0 1-15,1 0 16,1 2-16,-2 1 16,0 0-16,0-2 15,-2 0-15,0-9 16,2 9-1,-2-9-15,0 0 16,2 7-16,-2-7 16,15 8-16,8-5 15,13-5-15,8-5 16,-4-1-16,1-2 16,-6-2-16,-1 0 15,-3-2-15,-2 0 16,1-3-1,-2 2-15,-3-1 16,-5 3-16,-4 3 16,-3 2-16,-3 1 15,-10 7-15,9-8 16,-9 8-16,0 0 16,0 0-16,0 0 15,-2-7 1,-15 7-16</inkml:trace>
  <inkml:trace contextRef="#ctx0" brushRef="#br0" timeOffset="-134812.46">10821 7515 0,'0'0'0,"0"0"0,0 1 16,0-1-16,0 0 15,0 0 1,0 0-16,0 0 16,13 4-16,-3-4 15,6 0-15,5-1 16,7 0-16,6 0 16,9 0-16,5-4 15,4 1-15,3-3 16,1 0-16,-1 0 15,5 0 1,-3 0-16,0 1 16,1 1-16,1 2 15,1 1-15,4 2 16,-1 2-16,2 0 16,0 2-16,-3 1 15,-2 0-15,-5 1 16,-2-1-16,-6 0 15,-5 0-15,-6-2 16,1 0 0,-3-1-16,-2 1 15,-1-2-15,-4 2 16,-2-2-16,2 1 16,-3 0-16,-1-1 15,-3 1-15,-3-1 16,-5 0-16,-2 0 15,-10-1-15,16 1 16,-16-1 0,0 0-16,10 0 15,-10 0-15,0 0 16,0 0-16</inkml:trace>
  <inkml:trace contextRef="#ctx0" brushRef="#br0" timeOffset="-133956.81">13302 6717 0,'0'0'0,"0"0"0,4 0 16,-4 0-16,33-2 16,9-1-1,8 0-15,4 0 16,1 4-16,4 2 16,2 2-16,0 0 15,1 0-15,-1 0 16,0 0-16,-4-2 15,-4-1-15,-2-3 16,-2-1-16,4 0 16,5 0-16,5-1 15,-2 0 1,-11-2-16</inkml:trace>
  <inkml:trace contextRef="#ctx0" brushRef="#br0" timeOffset="-132473.28">7048 8634 0,'0'0'0,"0"0"16,3 0-1,-3 0-15,13-1 16,-2-1-16,3 0 16,3 0-16,2-1 15,1 1-15,0 0 16,0-1-16,0 1 15,2-1-15,0 2 16,2 0-16,2 0 16,-1 1-1,1-1-15,1 0 16,0 0-16,1 0 16,3 0-16,1 1 15,0-2-15,0 2 16,-3-1-16,0 0 15,1 1-15,0 1 16,-2 0-16,-3-1 16,-3 2-16,-3-1 15,-2 1 1,-2 0-16,0 0 16,-3 2-16,0 0 15,-1 0-15,-11-4 16,15 6-16,-15-6 15,11 4-15,-11-4 16,0 0-16,14 5 16,-14-5-16,16 0 15</inkml:trace>
  <inkml:trace contextRef="#ctx0" brushRef="#br0" timeOffset="-129781.41">9412 6334 0,'0'0'0,"0"0"0,0 0 15,0 0-15,3 3 16,-3-3-16,31 11 16,9-8-16,14-6 15,11-11 1,8-6-16,-2-6 15,-1 1-15,-7 0 16,-7 3-16,-10 5 16,-6 2-16,-6 2 15,-4 2-15,-7 1 16,-1 3-16,-1 2 16,-6 0-16</inkml:trace>
  <inkml:trace contextRef="#ctx0" brushRef="#br0" timeOffset="-129294.14">9659 7323 0,'0'0'0,"0"0"0,0 0 15,0 0-15,2 1 16,-2-1-16,12 10 16,1-1-16,7 0 15,11-5-15,9-6 16,7-10-1,0-4-15,3-6 16,-5-4-16,-5 3 16,-5 1-16,-5 1 15,-5 3-15,-3-2 16,-2 1-16,-2 1 16,-3-4-16</inkml:trace>
  <inkml:trace contextRef="#ctx0" brushRef="#br0" timeOffset="-122670.74">7789 7858 0,'0'0'0,"0"0"0,0 0 16,0 0-16,3 0 15,-3 0-15,0 0 16,19 3-16,-5-1 15,1-1-15,1-1 16,1 1-16,1-1 16,-1 0-16,5-1 15,3 1-15,2 0 16,2-2 0,-2-1-16,0 0 15,1-1-15,3 0 16,0 0-16,1 0 15,-1 0-15,-2 0 16,1 1-16,1 0 16,2 0-16,0 0 15,-2-1-15,1 1 16,0 0 0,2-1-16,-1-1 15,-2 0-15,-1 0 16,1 0-16,-1 0 15,0 0-15,-2 1 16,-3 0-16,-2 1 16,1-1-1,1 1-15,3 0 16,0 0-16,-1-1 16,0 1-16,1 0 15,2-2-15,-1 0 16,-1-2-16,0 2 15,-2-1-15,2 1 16,-2-1-16,1 1 16,-4 0-1,-2 1-15,-3 1 0,-1-1 16,-1 2-16,-2-1 16,0 0-1,-1 1-15,-1 0 16,1-1-16,-3 2 15,-10 1-15,17-3 16,-17 3-16,13-2 16,-13 2-16,12-1 15,-12 1-15,12-2 16,-12 2-16,12-2 16,-12 2-1,12-1-15,-12 1 16,13-2-16,-13 2 15,10-2-15,-10 2 16,10-1-16,-10 1 16,0 0-16,0 0 15,11-2 1,-11 2-16,0 0 16,0 0-16,0 0 15,0 0-15,0 0 16,0 0-16,0 0 15,0 0-15,0 0 16,0 0-16,0 0 16,0 0-16,0 0 15,0 0-15,0 0 16,0 0-16,0 0 16,0 0-1,0 0-15,0 0 16,0 0-16,0 0 15,0 0-15,0 0 16,0 0-16,0 0 16,0 0-16,0 0 15,0 0-15,0 0 16,0 0-16,0 0 16,0 0-1,0 0-15,0 0 16,0 0-16,0 0 15,-10 2-15,10-2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</inkml:trace>
  <inkml:trace contextRef="#ctx0" brushRef="#br0" timeOffset="-120493.47">8477 6915 0,'0'0'0,"0"0"16,0 0-16,0 0 16,0 0-16,0 0 15,0 0-15,0 0 16,0 0-1,0 0-15,0 0 16,-3 0-16,3 0 16,0 0-16,0 0 15,0 0-15,0 0 16,0 0-16,-11-5 16,11 5-16,-14-14 15,5 4-15,0-3 16,0-1-1,0-2-15,-1-6 16,-1-3-16,-1-7 16,-1-2-16,1 0 15,-1 0-15,1 2 16,-2-2-16,0-2 16,-1-1-16,1-3 15,3 0-15,4-5 16,2 1-1,2-2-15,4 3 16,2 4-16,0 3 16,0 3-16,0 0 15,1 3-15,0 2 16,2 2-16,0 4 16,0 2-16,0 1 15,1 0-15,-1 1 16,0 3-16,0 1 15,-3 3 1,1 3-16,-2 1 16,-2 7-16,2-9 15,-2 9-15,0 0 16,0 0-16,2-6 16,-2 6-16,0 0 15,0 0-15,0 0 16,0 0-1,0 0-15,-10 11 16,1-1-16,-1 3 16,-1-1-16,2 0 15,-1 0-15,3-2 16,-1 1-16,2 0 16,0-2-16,0 0 15,1-2-15,1-1 16,4-6-16,-7 10 15,7-10 1,0 0-16,-5 8 16,5-8-16,0 0 15,0 0-15,0 0 16,0 0-16,0 0 16,-1 6-16,1-6 15,0 0-15,0 0 16,0 0-16,0 0 15,-10 8-15,10-8 16,-17 11 0,7-4-16,3 0 15,-3 0-15,1 1 16,1 0-16,0 0 16,2-1-16,6-7 15,-9 11-15,9-11 16,0 0-16,-8 8 15,8-8 1,0 0-16,0 0 16,0 0-16,0 0 15,0 0-15,0 0 16,1-19-16,3-5 16,5-4-16,2-1 15,5 0-15,1 3 16,0 2-16,0 2 15,-3 3 1,1 2-16,-3 2 16,0 2-16,-4 5 15,-2 1-15,-6 7 16,10-8-16,-10 8 16,0 0-16,9-6 15,-9 6-15,15 6 16,-3 2-16,0 5 15,1 3 1,2 5-16,1 3 16,1 3-16,1-1 15,-3-2-15,5 1 16,2-1-16,0-3 16,-1-2-16,-3-6 15,-1-2-15,-2-3 16,-1-1-16,-2-2 15,2-1-15</inkml:trace>
  <inkml:trace contextRef="#ctx0" brushRef="#br0" timeOffset="-116013.3">7581 5218 0,'0'0'0,"-2"3"15,2-3-15,-10 8 16,-3 2-16,-5 4 15,-5 5-15,-3 2 16,-2 3-16,-4 4 16,0 4-16,-4 7 15,4 1 1,6-6-16,6-1 0,4-5 16,6-1-1,3 1-15,3-2 16,4-3-16,3-2 15,6-4-15,9-2 16,8-3-16,6-2 16,7-8-16,3-6 15,0-4-15,0-1 16,-5-1 0,-1 0-16,-2-1 15,-3-3-15,2-1 16</inkml:trace>
  <inkml:trace contextRef="#ctx0" brushRef="#br0" timeOffset="-115334.92">7887 5356 0,'0'0'0,"0"0"0,0 0 0,0 0 0,-1 2 16,-2 7-16,-3 7 15,-2 8-15,-2 3 16,0 1-16,1-1 16,2-3-1,2-5-15,1-3 16,1-2-16,0-5 15,2-3-15,1-6 16,0 0-16,0 0 16,0 0-16,0 0 15,-4-12-15,2-9 16,1-6-16,2-5 16,0 3-1,2 2-15,0 6 16,0 7-16,1 3 15,-2 3-15,1 2 16,-3 6-16,10-10 16,-10 10-16,16-3 15,-3 5-15,2 5 16,6 8-16,1 4 16,2 3-16,-1 0 15,0 2 1,0-1-16,-1 0 15,0-4-15,1-7 16,3-3-16,-2-4 16,-2-3-16,-5-4 15,0-3-15,-1-4 16,1-6-16,-2-4 16,-2-3-1,-3-2-15,-3-1 16,-1 3-16,-3 2 15,-3 3-15,0 2 16,0 3-16,0 1 16,0 2-16,0-3 15</inkml:trace>
  <inkml:trace contextRef="#ctx0" brushRef="#br0" timeOffset="-114580">8615 5256 0,'0'0'0,"0"0"0,0 0 0,0 0 0,2 5 15,1 1 1,1 4-16,1 4 15,0 2-15,-1 3 16,0 1-16,-1 2 16,0 0-16,0-2 15,-1-2-15,-1-4 16,0-3-16,0-3 16,-1-8-1,2 10-15,-2-10 16,0 0-16,0 0 15,1-10-15,2-10 16,2-13-16,0-5 16,1-1-16,3-1 15,-1 2-15,-1 7 16,-3 9-16,0 5 16,-2 6-16,0 4 15,-2 7 1,1-9-16,-1 9 15,0 0-15,0 0 16,0 0-16,13 9 16,0 7-16,4 4 15,0 3-15,2 1 16,1 1-16,4-4 16,4-5-16,0-5 15,1-4-15,-1-4 16,-3-5-1,-1-5-15,0-4 16,-2-3-16,-5-6 16,-4-2-16,-2-2 15,-4 0-15,-3 3 16,-2 0-16,-1 3 16,-2 1-16,0 2 15,-1 4 1,1 2-16,1 9 15,-3-8-15,3 8 16,-14-5-16,-9 0 16</inkml:trace>
  <inkml:trace contextRef="#ctx0" brushRef="#br0" timeOffset="-112844.15">7536 5988 0,'0'0'0,"0"0"0,0 0 15,0 0-15,0 0 16,0 0-16,9-4 16,10-2-16,15-5 15,8-4-15,10-3 16,4 0-1,5-2-15,2-1 16,5 0-16,2-2 16,-2 3-16,6-3 15,-1 2-15,2-2 16,-3 2-16,1-1 16,-4 2-1,-2 0-15,1 1 16,-4 1-16,-2 0 15,-4 2-15,-4 1 16,-3 2-16,-3 1 16,-4 3-16,-6 3 15,-6 0-15,-5 1 16,-6 1-16,-5 3 16,-3 0-16,-3 0 15,-10 1-15,12 0 16,-12 0-16,0 0 15,0 0 1,0 0-16,0 0 16,11 0-16,-11 0 15,0 0-15,0 0 16,0 0-16,0 0 16,0 0-16,0 0 15,0 0-15,0 0 16,0 0-16,0 0 15,10-4 1,-10 4-16,18-13 16,-6 4-16,2-1 15,-2-1-15,0-3 16,1 2-16,-1-3 16,0 0-16,-1-1 15,2 0-15,-1 1 16,-1-2-1,-1 3-15,0-1 16,0 1-16,0-3 16,-2-2-16,-2-1 15,-2 0-15,-2 1 16,-3-1-16,-2 0 16,-3-3-16,-3 0 15,-2-3-15,-3 0 16,-2 2-1,-4-2-15,-3 2 16,1 1-16,1 3 16,-2 2-16,-2-1 15,1 2-15,-1 1 16,0 2-16,3 1 16,-4 2-16,2-1 15,-1 2-15,0 0 16,0 2-1,-1 0-15,-1 1 0,1 0 16,3 2 0,1-1-16,0 3 15,0 0-15,-2 2 16,-2-1-16,2 0 16,-1 1-16,0-1 15,-1 0-15,-2 1 16,-3 1-16,-3 0 15,-2 0 1,-1 0-16,0 2 16,-5 1-16,-5 2 15,-4 0-15,-1 0 16,-2 2-16,-4 2 16,-4 2-16,1 0 15,2 3-15,3-2 16,2 0-16,1-1 15,3 1 1,0-1-16,0-1 16,3 1-16,0 1 15,1 3-15,2 0 16,2 3-16,-2 3 16,1-1-16,2 1 15,2 0-15,4 0 16,3 0-16,5 0 15,3 0 1,0 1-16,3 1 16,1 1-16,4 1 15,2 0-15,1 3 16,2 3-16,2 2 16,3 1-16,2 4 15,2-2-15,3 4 16,2 0-16,1-1 15,2 1 1,2-2-16,1 0 16,0-3-16,1-3 15,0 0-15,3-2 16,0-1-16,3-4 16,2-3-16,2-4 15,6-2-15,5-3 16,6-6-16,6-7 15,2-5 1,10-8-16,4-3 16,2-8-16</inkml:trace>
  <inkml:trace contextRef="#ctx0" brushRef="#br0" timeOffset="-101156.02">8174 4118 0,'0'0'0,"0"0"0,0 0 0,-3 1 15,3-1-15,0 0 16,0 0-16,-5 9 15,4 1-15,-2 7 16,0 7-16,-1 6 16,1 5-16,-1 5 15,2 3-15,0 1 16,0 1 0,-1-2-16,1 1 15,0-2-15,-1 2 16,1-3-16,1-9 15,0-3-15,0-5 16,0-2-16,0-5 16,1-3-1,0-6-15,0 0 0,0-8 16,0 7-16,0-7 16,0 0-16,0 0 15,0 0 1,0 0-16</inkml:trace>
  <inkml:trace contextRef="#ctx0" brushRef="#br0" timeOffset="-100639.29">7750 4617 0,'0'0'0,"0"0"0,0 0 0,0 0 15,0 0 1,0 0-16,1 4 0,2 5 16,4 8-1,5 7-15,4 3 16,4 0-16,0-1 15,3 1-15,0-1 16,0-2-16,-1-4 16,-3-5-16,-1-3 15,-1-1-15,-1-4 16,-4-2-16,-1-2 16,-11-3-16,16 2 15,-16-2 1,23-8-16,-3-8 15,6-9-15,2-6 16,-2-1-16,-1 0 16,-1 1-16,-3 2 15,-3 2-15,-1 1 16,-3 4-16,-2 4 16,-5 6-1,-1 3-15,-2 2 16,-4 7-16</inkml:trace>
  <inkml:trace contextRef="#ctx0" brushRef="#br0" timeOffset="-96629.92">7471 5930 0,'0'0'0,"0"0"0,0 0 0,0 0 15,6 0-15,12-2 16,20-2-16,25-4 15,12-9-15,7-6 16,0-3 0,0 1-16,-6-1 15,-8 4-15,-10 4 16,-9 2-16,-9 3 16,-9 4-16,-8 3 15,-6 3-15,-6 1 16,-11 2-16,0 0 15</inkml:trace>
  <inkml:trace contextRef="#ctx0" brushRef="#br0" timeOffset="-96275.61">7723 5909 0,'0'0'0,"0"0"15,0 0-15,0 0 16,0 0 0,0 0-16,2 0 0,-2 0 15,23-2 1,11-2-16,14-1 16,10-2-16,6-2 15,3-2-15,-2 2 16,-2-3-16,-6 2 15,-8-1-15,-5 0 16,-7 1-16,-4-1 16,-8 2-1,-5 2-15,-7 2 16,-13 5-16,13-5 16,-13 5-16,0 0 15,0 0-15,-17-5 16</inkml:trace>
  <inkml:trace contextRef="#ctx0" brushRef="#br0" timeOffset="-96005.77">7853 5942 0,'0'0'0,"0"0"0,0 0 16,0 0-16,0 0 15,0 0-15,5-1 16,6-3-16,17-4 15,30-6-15,18-4 16,7-2 0,-2 2-16,-5 0 15,-10 3-15,-14 4 16,-10 1-16,-12 2 16,-8 2-16,-7 3 15,-6 1-15,-9 2 16,10-3-16,-10 3 15,0 0-15,0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21:09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2594 2791 0,'0'0'0,"0"-2"0</inkml:trace>
  <inkml:trace contextRef="#ctx0" brushRef="#br0" timeOffset="2164.42">4683 4285 0,'0'0'0,"0"0"0,0 0 0,0 0 15,4-1-15,6 0 16,9-1-16,7 0 16,6-1-16,2-1 15,2 1-15,2 0 16,1 0-16,0 1 15,0 1 1,-1-1-16,-2 1 16,-2-1-16,-1 0 15,-5 0-15,-1 2 16,-4 0-16,0 0 16,-2 0-16,-2 0 15,-1 0-15,2 0 16,3 0-16</inkml:trace>
  <inkml:trace contextRef="#ctx0" brushRef="#br0" timeOffset="8080.69">6087 4289 0,'0'0'0,"0"0"0,0 0 16,0 0-16,0 0 15,0 0-15,4-1 16,6-1-16,7-1 16,3 0-16,5-1 15,0-1-15,0 2 16,3-2-16,-3 0 16,0 0-16,0 0 15,-2-1-15,-2 0 16,0-1-1</inkml:trace>
  <inkml:trace contextRef="#ctx0" brushRef="#br0" timeOffset="8579.89">6106 4267 0,'0'0'0,"0"0"0,0-2 15,0 2-15,0 0 16,0 0-16,0 0 16,0 0-16,-3 8 15,1 7-15,-3 6 16,-1 9-16,-1 4 15,1 2 1,-1-1-16,-1 3 16,1 1-16,0 1 15,-1 0-15,1-2 16,-1-1-16,-1-3 16,-2 2-16,-1-2 15,-2-1-15,1-3 16,1-5-16,2-5 15,1-6 1,0-2-16,-2-2 16,-1-1-16,-2-3 15,0-2-15,0-2 16,0-4-16,0-2 16,1-4-16,-2-1 15,4-4 1,0-1-16,3 1 15,3-2-15,2 0 16,3 0-16,2-1 16,3-2-16</inkml:trace>
  <inkml:trace contextRef="#ctx0" brushRef="#br0" timeOffset="8956.12">5838 4624 0,'0'0'0,"0"0"0,0 0 0,0 0 16,0 0-16,5 2 15,5 1 1,9 0-16,8 2 16,9 1-16,2-2 15,2-2-15,0-2 16,-2 0-16,0 0 16,-1 0-16,-6 0 15,-5-3-15,-4 1 16,-4-1-16,-1-1 15,-1-2-15</inkml:trace>
  <inkml:trace contextRef="#ctx0" brushRef="#br0" timeOffset="10162.21">6876 4074 0,'0'0'0,"0"0"16,0 0-16,0 0 16,0 0-16,-4 6 15,-8 7-15,-12 13 16,-6 10-16,3 3 15,1 5-15,1 1 16,-2 6 0,2 0-16,2 4 15,5 0-15,3 3 16,2-3-16,2-3 16,2-1-16,2-1 15,2-1-15,1-7 16,2-6-16,0-3 15,3 0-15,4-1 16,3 0-16,3-5 16,2-2-1,3-5-15,3-1 16,1-3-16,3-4 16,1-3-16,4-5 15,2-3-15</inkml:trace>
  <inkml:trace contextRef="#ctx0" brushRef="#br0" timeOffset="11117.34">6953 4452 0,'0'0'0,"0"0"0,0 0 16,0 0-16,0 0 15,0 2-15,0-2 16,0 0-16,0 0 16,0 0-1,17 7-15,-1-4 16,5 0-16,7-1 16,2 0-16,5-1 15,-2-1-15,-4-2 16,0 0-16,-4 0 15,-4 0-15,0 1 16,-1-1-16,-3 1 16,-2 0-1,-1 0-15,-4 0 16</inkml:trace>
  <inkml:trace contextRef="#ctx0" brushRef="#br0" timeOffset="11451.65">7098 4502 0,'0'0'0,"0"0"15,0 0-15,0 0 16,0 0-16,1 3 15,-2 4-15,0 5 16,-1 8-16,1 4 16,0 4-16,-1 2 15,1 2 1,-1-1-16,0 1 16,2-3-16,-2-3 15,-1 1-15,0-3 16,0-3-16,0-5 15,-1-3-15,1-2 16</inkml:trace>
  <inkml:trace contextRef="#ctx0" brushRef="#br0" timeOffset="11819.02">6856 4908 0,'0'0'0,"0"0"0,0 0 0,0 0 0,0 0 16,0 0-16,5 0 15,6 0-15,8 0 16,7 0-16,3 0 15,2 0-15,0 0 16,-1-1-16,-1-1 16,-1 0-16,-1 0 15,-4 1-15,-3-1 16,-4 1 0,-1 1-16,-3-2 15,-2 2-15,1-2 16,0 1-16,1-2 15,2-1-15,-3 0 16,2-3-16</inkml:trace>
  <inkml:trace contextRef="#ctx0" brushRef="#br0" timeOffset="12493.34">7260 4130 0,'0'0'16,"0"0"-16,0 2 0,0-2 15,0 0-15,0 0 16,0 0-16,3 8 16,1-1-1,4 6-15,4 9 16,6 5-16,4 0 15,1 1-15,4 1 16,-2 2-16,0-3 16,-1 1-16,-3-1 15,-2 2-15,-4 4 16,-2 5 0,-5 5-16,-5 5 15,-6 4-15,-6-1 16,-7 9-16,-4-2 15,-3-3-15,0-3 16,2-7-16,-2-1 16,2-5-16,0-10 15,1-4-15,2-8 16,3-5-16,1-2 16,3-2-1,0-1-15,11-8 16,-15 10-16,15-10 15,0 0-15,-11 7 16,11-7-16,0 0 16,0 0-16,0 0 15,-3-9 1</inkml:trace>
  <inkml:trace contextRef="#ctx0" brushRef="#br0" timeOffset="14548.81">7714 4733 0,'0'0'0,"0"0"0,2 0 0,-2 0 15,22-2-15,-2 0 16,3 1-16,-1 0 16,3 0-16,-3 0 15,-1 1-15,0-1 16,-1 0-16,-2 0 16,-3 0-1,-5 1-15,-10 0 16</inkml:trace>
  <inkml:trace contextRef="#ctx0" brushRef="#br0" timeOffset="14985.11">7835 4608 0,'0'0'0,"0"0"0,0 0 0,0 0 0,0 1 15,0-1-15,0 0 16,0 0-16,0 0 16,14 11-16,-1-3 15,5 2 1,0 0-16,2 0 15,0 0-15,-2-2 16,-2-1-16,-3 1 16,-1-4-16,-2 2 15,-10-6-15,15 9 16,-15-9-16,10 8 16,-10-8-16,2 9 15,-5 1 1,-7 7-16,-5 4 0,-2 0 15,-2-1 1,-1-2-16,-3 0 16,8-6-16</inkml:trace>
  <inkml:trace contextRef="#ctx0" brushRef="#br0" timeOffset="15639.67">8216 4241 0,'0'0'0,"0"0"15,0 0-15,0 0 16,0 0-16,0 2 16,4 5-16,2 4 15,4 6-15,2 3 16,4 6-16,3 4 16,0 1-16,0-1 15,0-2 1,0-2-16,2 0 15,1-4-15,1-1 16,3-2-16,-2-1 16,-1-4-16,-5-2 15,-1-4-15,-4 0 16,-1-3-16,0 0 16,0-4-16,3-4 15</inkml:trace>
  <inkml:trace contextRef="#ctx0" brushRef="#br0" timeOffset="15990.83">8780 4289 0,'0'0'0,"0"0"16,0 0-16,0 0 16,0 0-16,-1 1 15,1-1-15,-10 18 16,-3 4-16,-4 7 16,-1 4-16,-4 2 15,-2-1-15,-2 0 16,0-1-16,1-3 15,4-3 1,3-6-16,2-3 16,1-2-16,1-2 15,1-4-15</inkml:trace>
  <inkml:trace contextRef="#ctx0" brushRef="#br0" timeOffset="16298.11">8502 4658 0,'0'0'0,"0"0"0,0 0 16,0 2-16,0-2 15,-1 9-15,-1 1 16,0 6-16,-3 8 15,-3 7-15,-4 7 16,-5 5 0,-2 2-16,-2 1 15,-2 1-15,4-6 16,1-3-16,1-4 16,3-5-16,1-4 15,3-5-15,3-7 16</inkml:trace>
  <inkml:trace contextRef="#ctx0" brushRef="#br0" timeOffset="16953.93">8493 3780 0,'0'0'0,"0"0"0,0 0 0,0 0 0,0 0 16,0 0-16,0 0 16,-7 6-16,-4 5 15,-6 6-15,1 2 16,1 0-16,2 0 15,1 0 1,2-2-16,4-4 0,2-4 16,4-9-1,0 7-15,0-7 32,25-8-32,5-12 15,-1-4-15,-11 8 16,-5 2-16,-5 5 15,-2 1-15,-2 0 16,-4 8 0,5-11-16,-5 11 15,3-6-15,-3 6 16,13-4-16,0 4 16,5 5-16,3 6 15,1 5-15,-1 2 16,0 2-16,2 5 15,2 5-15</inkml:trace>
  <inkml:trace contextRef="#ctx0" brushRef="#br0" timeOffset="17738.24">8268 5422 0,'0'0'0,"0"0"16,0 0-16,0 0 15,0 0-15,0 0 16,-1 2-16,1 8 16,-3 10-16,0 11 15,0 6-15,-2 8 16,1 4-16,-3 0 15,2-7-15,0-11 16,0-2-16,1-8 16,3-2-1,0-6-15</inkml:trace>
  <inkml:trace contextRef="#ctx0" brushRef="#br0" timeOffset="18030.59">8075 5758 0,'0'0'0,"0"0"0,0 0 16,0 0-16,0 0 16,2 2-16,-2-2 15,8 11-15,0 1 16,6 3-16,4-3 15,4-2-15,3-2 16,-2-2 0,0-3-16,0-2 0,2-5 15,2-5 1,-2-2-16,-2-1 16,-3 0-16,-2-1 15,-2 0-15,1-3 16</inkml:trace>
  <inkml:trace contextRef="#ctx0" brushRef="#br0" timeOffset="18451.58">7699 6094 0,'0'0'0,"0"0"0,0 0 0,0 0 0,-2 3 15,2-3-15,-10 15 16,-3 7-16,-3 21 16,3 10-16,2-2 15,3 22 1,4-16-1,2-11-15,0-20 16,2-26-16,0 7 16</inkml:trace>
  <inkml:trace contextRef="#ctx0" brushRef="#br0" timeOffset="18890.56">7640 6018 0,'0'0'0,"0"0"0,0 0 0,0 0 0,0 0 15,0-2 1,0 2-16,0 0 16,4-8-16,-4 8 15,19-10-15,-3 4 16,4 4-16,3 4 15,1 1-15,0 4 16,-4 0-16,-3 3 16,-1 4-1,-4 0-15,-3-2 16,-4 1-16,-4-1 16,-2 3-16,-4 3 15,-8 0-15,-7 1 16,-7 3-16,-4-3 15,1-3-15,3-2 16,7-4-16,3-1 16,7-4-16,10-5 15,-12 4 1</inkml:trace>
  <inkml:trace contextRef="#ctx0" brushRef="#br0" timeOffset="19189.84">8070 6127 0,'0'0'0,"0"0"0,0 0 0,0 2 16,-1 5-16,-1 10 15,-5 12-15,-7 12 16,-1 2-16,0 1 16,1-4-1,2-2-15,0-3 16,2-2-16,3-4 16,3-9-16,2-6 15,2-14-15,0 0 16</inkml:trace>
  <inkml:trace contextRef="#ctx0" brushRef="#br0" timeOffset="19627.8">8078 6089 0,'0'0'0,"0"0"0,0 0 16,2-3-16,-2 3 15,17-11-15,-2 2 16,3 1-16,0 6 16,-1 3-16,-4 1 15,-1 2 1,-1 3-16,-1 1 16,-3 2-16,-5 2 15,-2 2-15,-3 3 16,-5 1-16,-4 1 15,-3-2-15,-1-4 16,2-4-16,2-3 16,2-1-16,10-5 15,-11 5 1,11-5-16,0 0 16,0 0-16,0 0 15,0 0-15,0 0 16,4 10-16,7-4 15,5 4-15,1 4 16,1 1-16,-3 0 16,1 0-16,-2-1 15,1 3 1,4-2-16,3-2 16,-8-7-16</inkml:trace>
  <inkml:trace contextRef="#ctx0" brushRef="#br0" timeOffset="20126.18">8451 6277 0,'0'0'0,"0"0"0,0 0 16,0 0-16,0 0 15,0 0-15,-1 4 16,-2 5-16,-2 5 16,0 2-16,0 0 15,1-2-15,0 1 16,2-1-16,2-1 16,1-1-1,4 0-15,0-4 16,1 0-16,-6-8 15,10 7-15,-10-7 16,19-12-16,-7-6 16,-3-6-16,-4-1 15,-2 1-15,-1 2 16,-3 1 0,-3-1-16,-2 2 15,-1 3-15,0 5 16,-1 1-16,-1 2 15,9 9-15,-18-8 16,18 8-16,-15 1 16,15-1-16,-11 8 15,7 0-15,6 2 16</inkml:trace>
  <inkml:trace contextRef="#ctx0" brushRef="#br0" timeOffset="20974.39">8704 6154 0,'0'0'0,"0"0"0,0 0 15,0 0-15,0 0 16,0 3 0,-1 4-16,0 7 15,-2 7-15,1 3 16,-4 4-16,-2-1 15,-3 3-15,0 1 16,1-7-16,0-2 16,2-4-16,2-4 15,2-2-15,2-2 16,0-3 0,2-7-16,-2 7 15,2-7-15,0 0 16,0 0-16,0 0 15,0 0-15,0-10 16,1-13-16,5-9 16,5-9-16,4 0 15,1 2-15,1 5 16,0 1-16,-1 5 16,-1 6-1,-1 4-15,5 0 16,5 6-16,4 2 15,-1 3-15,0 5 16,-3 4-16,-2 5 16,-4 1-16,-4 4 15,-4 0-15,-3 2 16,-2-2-16,-7 2 16,-7 6-1,-9 5-15,-8 1 16,-4 1-16,1-7 15,3-1-15,6-6 16,5-3-16,4-3 16,11-7-16,-14 8 15,14-8 1,0 0-16,0 0 16,-3 9-16,8-2 15,15 3-15,9 5 16,5-2-16,-1-1 15,-8-3-15,-2-2 16,-5 0-16,-4-1 16,-7 1-16,-2 0 15,-4 1-15,-2-2 16,-5 4-16,-14 4 16,-10 5-1,-8 0-15,1-4 16,7-4-16,4-3 15,2-3-15,4-1 16,3-1-16,4-2 16,13-1-16,0 0 15,-11 0-15</inkml:trace>
  <inkml:trace contextRef="#ctx0" brushRef="#br0" timeOffset="21174.18">9125 6470 0,'0'0'0,"0"0"0,-6 3 16,-4 0-16,-7 5 15,-6 1-15</inkml:trace>
  <inkml:trace contextRef="#ctx0" brushRef="#br0" timeOffset="21625">7554 6916 0,'0'0'0,"0"0"0,4 0 0,9 0 15,23-3-15,24-11 16,7-1-16,14-7 16,10-1-1,11-2-15,14-4 16,0 3-16,7 2 15,-2 2-15,-5 0 16,2 1-16,-8 3 16,-1 2-16,-11 7 15,-4 3-15,-8 6 16</inkml:trace>
  <inkml:trace contextRef="#ctx0" brushRef="#br0" timeOffset="31404.9">5099 342 0,'0'0'0,"0"0"0,0 0 0,-3 0 16,3 0-16,0 0 15,0 0-15,17-13 16,8 1-16,8-1 15,2 2 1,-1 2-16,-5 2 16,-4 1-16,-4 2 15,-2 1-15,-3 3 16,0 2-16,-2 2 16,-1 0-16,0 4 15,-1 1-15,0 3 16,1 2-16,-2 4 15,1 3 1,-2 5-16,-1 2 16,-3 4-16,-1-1 15,0 3-15,-2 0 16,-1 3-16,0 0 16,-1 1-16,1-2 15,-1 1-15,1-1 16,-1 2-1,0 2-15,1-2 16,0-2-16,1 0 16,1 0-16,0 0 15,-1-3-15,1-5 16,-1-4-16,-1-5 16,0-3-16,-1-3 15,0-3-15,0-2 16,-1-1-16,0-7 15,1 10 1,-1-10-16,-4 9 16,-8-4-16,-8 1 15,-10-4-15,-6-2 16,-5-4-16,-6-1 16,-3-1-16,-4 0 15,-8-1-15,-10 0 16</inkml:trace>
  <inkml:trace contextRef="#ctx0" brushRef="#br0" timeOffset="35233.86">5562 750 0,'0'0'0,"6"0"0,-6 0 16,29-3-16,2 1 15,7-1 1,7-4-16,2 0 16,5-4-16,1 2 15,0-1-15,0 0 16,-1 1-16,-2 0 15,3-1-15,-3 3 16,2 2-16,-2 0 16,-2 1-16,-1 0 15,-2 2 1,-6-1-16,0 1 16,-4 0-16,-3-1 15,-1 2-15,-3-1 16,-4 1-16,-2 1 15,-4-2-15,-5 1 16,-3 1-16,-10 0 16,13 0-16,-13 0 15,0 0-15,10 0 16,-10 0 0,0 0-16,0 0 15,0 0-15,0 0 16,1-7-16,-1 7 15,-10-15-15,2 4 16,-6-2-16,-4 1 16,-4 1-16,-1 1 15,0 1 1,0 1-16,1 0 16,1 1-16,2 0 15,1 2-15,3 0 16,1 0-16,2 3 15,1-1-15,11 3 16,-15-4-16,15 4 16,-10-3-16,10 3 15,0 0-15,0 0 16,0 0 0,0 0-16,0 0 15,0 0-15,0 0 16,14-1-16,10 4 15,6 3-15,2 1 16,0 2-16,-3 1 16,-4 1-16,-3-2 15,-4 0-15,-5-1 16,-3-1-16,-2 0 16,-3 0-1,-1 2-15,-3 4 16,-8 8-16,-4 7 15,-11 4-15,-4 1 16,-3-4-16,-1-2 16,0-4-16</inkml:trace>
  <inkml:trace contextRef="#ctx0" brushRef="#br0" timeOffset="37994.78">7147 527 0,'0'0'0,"0"0"0,0 0 15,0 0-15,0 3 16,1 5-16,0 9 16,0 8-16,0 6 15,1 2-15,-1-1 16,1-3-1,-1-5-15,0-3 16,-1-5-16,1-3 16,-1-3-16,-1-4 15,1-6-15</inkml:trace>
  <inkml:trace contextRef="#ctx0" brushRef="#br0" timeOffset="38597.08">7051 590 0,'0'0'0,"0"0"16,-2-2-16,2 2 15,-3-9-15,3 9 16,-2-9-16,2 9 16,-3-8-16,3 8 15,3-11-15,5 1 16,14-6-1,9-1-15,5 3 16,-2 6-16,-1 3 16,-6 3-16,-4 4 15,-2 3-15,-5 1 16,-5 0-16,-3 3 16,-2 1-16,-4 4 15,-6 6 1,-7 7-16,-3 2 15,-4-2-15,0-5 16,1-4-16,3-4 16,4-6-16,10-8 15,-13 10-15,13-10 16,0 0-16,0 0 16,0 0-16,0 0 15,0 0-15,0 0 16,24 3-1,12-5-15,3 2 16,1 3-16,-6 2 16,-3 1-16,-5 1 15,-5-1-15,-6 1 16,-4-1-16,-5 2 16,-3-1-16,-7 6 15,-9 6 1,-13 8-16,-18 0 0,-5-5 15,-2-5 1,-3-6-16,3-6 16,4-7-16,3-6 15,9-7-15</inkml:trace>
  <inkml:trace contextRef="#ctx0" brushRef="#br0" timeOffset="40211.47">5586 750 0,'0'0'0,"0"0"0,0 2 0,0-2 16,3 19-16,3 6 16,11 10-16,7 4 15,5-2-15,6-2 16,6-2-16,6 0 16,5-1-16,0-2 15,7-3-15,-1-3 16,-1-4-16,2-3 15,-6-3-15,2-1 16,-4-3-16,2 0 16,-2-1-1,1 0-15,1 0 16,0 0-16,0 0 16,1 0-16,-1 0 15,-3-1-15,-5-1 16,-5 0-16,-6-2 15,-4 0 1,-6-1-16,-5 0 16,-6-2-16,-2 0 15,-11-2-15,13 1 16,-13-1-16,0 0 16,0 0-16,0 0 15,0 0-15,0 0 16,0-15-16,-15 0 15,-4-2-15,-1 4 16,-1 1 0,1 3-16,5 1 15,4 4-15,11 4 16,-12-6-16,12 6 16,0 0-16,0 0 15,0 0-15,0 0 16,0 0-16,5 13 15,15 9-15,6 5 16,1-1-16,-3-1 16,-5-6-16,-2-3 15,-6-1 1,-4-2-16,-4 2 16,-3 2-16,-3 0 15,-9 3-15,-9 5 16,-4 1-16,-1-3 15,4-4-15,5-5 16,4-4-16</inkml:trace>
  <inkml:trace contextRef="#ctx0" brushRef="#br0" timeOffset="41015.11">7199 1330 0,'0'0'0,"0"0"0,0 0 16,-3 3-16,0 3 16,-2 6-16,-3 3 15,-1 5-15,-1 4 16,0 2-16,0 0 15,0-2-15,1-1 16,2-5-16,0-3 16,2-6-1,5-9-15,-5 10 16,5-10-16,0 0 16,0 0-16,0 0 15,0 0-15,-12-19 16,12-8-16,6-8 15,5 0-15,4 3 16,0 3-16,1 6 16,-3 4-1,-2 6-15,0 3 16,-3 3-16,-8 7 16,19-3-16,-8 4 15,0 6-15,2 3 16,2 5-16,0 6 15,1 6-15,-2 2 16,1 3-16,-2-5 16,-2-2-1,0-4-15,-1-6 16,0-6-16,2-3 16,4-6-16,5-8 15,7-7-15,4-10 16,3-5-16,-5 0 15,-2 1-15,-5 3 16,-4 6-16,-5 4 16,-2 3-16,-4 5 15,-1 1 1,-7 7-16,16-5 16,-6 6-16,2 5 15,2 7-15,-2 6 16,4 9-16,-2 11 15,-1 4-15,-2 0 16,-2-6-16,-1-5 16,-1-2-16,0-5 15,-1-1 1,2-5-16,5-6 16</inkml:trace>
  <inkml:trace contextRef="#ctx0" brushRef="#br0" timeOffset="41611.81">8338 1393 0,'0'0'0,"0"0"0,0 0 0,0 0 0,0 0 15,0 0-15,0 0 16,0 0-16,0 0 15,-6 2-15,-6 2 16,-12 3-16,-4 2 16,4-1-16,2 2 15,3 4 1,1 0-16,5 1 16,2 0-16,3 1 15,3 2-15,5 2 16,6 0-16,10 1 15,7 1-15,12-1 16,10-8-16,6-5 16,6-9-1</inkml:trace>
  <inkml:trace contextRef="#ctx0" brushRef="#br0" timeOffset="42952.21">5515 690 0,'0'0'0,"0"0"0,0 0 16,0 0-16,1 5 15,1 9-15,4 15 16,3 13-16,1 11 16,4 3-16,0 0 15,-2 0-15,1-1 16,-1-4 0,0 0-16,0 0 15,-1-2-15,1-1 16,0-1-16,1 3 15,-1 1-15,1 1 16,-1-1-16,1 0 16,1 3-16,0 3 15,3-2 1,1-2-16,3-3 16,4-4-16,0-5 15,3-7-15,1-6 16,4 0-16,4-5 15,1-2-15,2-5 16,1-1-16,4-4 16,2-4-16,0-2 15,-4-1-15,-2-2 16,1 0 0,-3-2-16,-3 0 15,-3-2-15,-4 1 16,-3-1-16,-6 0 15,-6 1-15,-4-1 16,-10 2-16,13-4 16,-13 4-16,5-8 15,-6-1-15,-3-4 16,-7-2-16,-3-1 16,-4-2-1,0 3-15,0 1 16,2 4-16,3 3 15,13 7-15,-16-9 16,16 9-16,0 0 16,-10-3-16,10 3 15,0 0-15,0 0 16,0 0 0,4 10-16,5 8 15,7 6-15,-2 0 16,0-5-16,0-1 15,-4-5-15,-2-2 16,-1-3-16,-7-8 16,8 12-16,-7-6 15,-5 7-15,-6 11 16,-11 11-16,-3 0 16,0-3-1,6-8-15,3-2 16,2-6-16,3-2 15,2-3-15,4-5 16</inkml:trace>
  <inkml:trace contextRef="#ctx0" brushRef="#br0" timeOffset="43784.18">6876 2113 0,'0'0'0,"0"0"0,0 0 0,0 0 15,-1 4-15,-1 6 16,0 6-16,-2 4 15,1 3-15,0 2 16,-2 1-16,3-3 16,-1-3-16,-1-4 15,1-2-15,2-3 16,-1-3 0,2-8-16,-3 9 15,3-9-15,0 0 16,0 0-16,7-16 15,6-13-15,2-9 16,3-2-16,1-3 16,-1-2-16,-2 7 15,-2 13-15,-3 9 16,-3 6-16,-8 10 16,13-10-1,-13 10-15,21 2 16,-7 9-16,3 6 15,2 6-15,2 4 16,-1 0-16,-1-2 16,-3-3-16,-3-5 15,0-4-15,4-5 16,-1-4-16,2-6 16,3-7-1,3-10-15,4-7 16,-1-6-16,-4 1 15,-4 3-15,-7 8 16,-3 5-16,-5 6 16,-4 9-16,6-8 15,-6 8-15,0 0 16,0 0 0,0 0-16,0 0 15,0 0-15,0 18 16,0 3-16,0 3 15,0 3-15,0 1 16,-1 1-16,-1-3 16,0 3-16,0 0 15,-1 3-15,-2-1 16,-1 1-16,-1-1 16,-1-3-16,1-1 15,2-4 1,0-6-16</inkml:trace>
  <inkml:trace contextRef="#ctx0" brushRef="#br0" timeOffset="44249.9">7813 2058 0,'0'0'0,"0"3"15,0-3-15,0 19 16,0 3 0,-2 3-16,-2 2 15,-2 2-15,-3 1 16,-1 0-16,1 0 15,-1-3-15,1-2 16,1-5-16,2-4 16,1-4-16,3-4 15,2-8-15,-4 11 16,4-11-16,6 11 16,7-4-1,11 1-15,10-2 16,5-2-16,2-3 15,-1-3-15,-1 0 16,-4 0-16,-6-1 16,-4 1-16,-7 0 15,-2 1-15,-3 0 16,-3 0-16,0 0 16</inkml:trace>
  <inkml:trace contextRef="#ctx0" brushRef="#br0" timeOffset="44691.45">8529 2173 0,'0'0'0,"0"0"0,0 0 15,0 0-15,0 0 16,0 0-16,0 0 16,-13 0-16,-13 0 15,-11 0-15,-5 0 16,5 1 0,4 4-16,1 3 15,7 1-15,2 4 16,2 3-16,3 3 15,2 4-15,2 1 16,3 2-16,4 2 16,5 0-16,2 1 15,6 0-15,6 0 16,6 0-16,4-3 16,8-3-16,1-4 15,5-7-15,4-10 16,2-7-1,7-8-15,7-6 16,-1-5-16</inkml:trace>
  <inkml:trace contextRef="#ctx0" brushRef="#br0" timeOffset="47954.17">7823 717 0,'0'0'0,"0"0"0,0 0 0,0 0 15,0 0-15,3 4 16,4 3-16,5 6 15,3 5 1,4 1-16,2 4 16,-1-1-16,3 2 15,2-5-15,11-9 16,12-6-16,21-17 16,13-13-16,11-11 15,0-7-15,-5 0 16,-7 2-16,-10 6 15,-12 5-15,-8 6 16</inkml:trace>
  <inkml:trace contextRef="#ctx0" brushRef="#br0" timeOffset="53123.94">4813 3594 0,'0'0'0,"0"0"0,0 0 16,0 0-16,0 0 15,0 0-15,0 0 16,0 0-16,5 1 16</inkml:trace>
  <inkml:trace contextRef="#ctx0" brushRef="#br0" timeOffset="64861.75">7064 2727 0,'0'0'0,"0"0"0,0 0 0,-2-2 16,2 2-16,0 0 16,0 0-1,-5-7-15,5 7 0,0 0 16,0 0 0,0 0-16,5-7 15,7-2-15,16-2 16,11-1-16,7 3 15,4 4-15,7 2 16,5 1-16,-1 2 16,4 1-16,1 0 15,-2 1 1,3-1-16,-2 2 16,-3-1-16,0 1 15,-4-2-15,-3 1 16,1-1-16,-5 1 15,-8 1 1,-3-1-16,-7 0 0,-1-1 16,-1 1-16,-1 0 15,-1 1 1,-2-1-16,-2 0 16,-1 0-16,-3-1 15,-4-1-15,-4-1 16,-3 1-16,-10 0 15,12-2-15,-12 2 16,0 0-16,12-3 16,-2 0-16</inkml:trace>
  <inkml:trace contextRef="#ctx0" brushRef="#br0" timeOffset="71330.22">11962 2726 0,'0'0'0,"0"0"0,0 0 16,0 0-16,0 0 15,8 0-15,14 0 16,18 0-16,6 0 15,-2 0-15,0-1 16,-1 0 0,2-1-16,-5 0 15,-4 0-15,-10 1 16,-4 0-16,-6-2 16,-3 1-16,-13 2 15,14-3-15,-14 3 16,0 0-16,8-10 15,-8 3-15,-3-2 16,-6-5-16,-5 1 16,-7-1-1,-1 1-15,-1 5 16,5 2-16,5 2 16,13 4-16,-14-4 15,14 4-15,0 0 16,0 0-16,0 0 15,0 0-15,0 0 16,28 18-16,7-1 16,1-1-1,-2-1-15,-5-3 16,-6-1-16,-6-1 16,-5-2-16,-6-2 15,-5 3-15,-6 4 16,-15 7-16,-11 4 15,-9-3-15,-3-1 16</inkml:trace>
  <inkml:trace contextRef="#ctx0" brushRef="#br0" timeOffset="71958.92">12890 2389 0,'-3'0'0,"3"0"0,0 0 0,-16-2 0,-6 1 15,-4 1 1,2 1-16,1 0 16,4 3-16,4-1 15,1 4-15,1 2 16,3 3-16,1 3 15,2 8-15,4 6 16,3 5-16,5 0 16,2-3-16,3 2 15,2-1-15,0 0 16,-2-5 0,0 0-16,-1-3 15,-7 5-15,-7 2 16,-3 2-16,-7 3 15,-2-2-15,-1-2 16,4-7-16,3-5 16,3-4-16,5-4 15,6 1 1,10 2-16,16-1 16,14-5-16,7-4 15,2-6-15,-5-6 16,0-4-16,-6-8 15</inkml:trace>
  <inkml:trace contextRef="#ctx0" brushRef="#br0" timeOffset="74070.22">13192 2636 0,'0'0'0,"0"0"0,0 0 16,0 0-16,0 0 16,0 0-16,0 0 15,0 0-15,-5 1 16,5-1 0,-14 6-16,4-1 15,-4 3-15,2 4 16,1 3-16,3 3 15,1 1-15,3-1 16,4 0-16,3-1 16,3-1-16,3-1 15,1-3-15,4-3 16,3-3-16,6-4 16,1-4-1,-2-6-15,-1-4 16,-5-3-16,-3-3 15,-4-5-15,-5-2 16,-4 0-16,-3 0 16,-4 4-16,0 2 15,-1 4-15,-1 2 16,1 3 0,0 2-16,8 8 15,-16-10-15,16 10 16,-10-2-16,10 2 15,0 0-15</inkml:trace>
  <inkml:trace contextRef="#ctx0" brushRef="#br0" timeOffset="74225.86">13449 2766 0,'0'0'0,"0"0"0,0 0 16,0 0-16,0 0 15,6 0-15</inkml:trace>
  <inkml:trace contextRef="#ctx0" brushRef="#br0" timeOffset="74775.09">13826 2638 0,'0'0'0,"0"0"0,0-1 15,0 1 1,0 0-16,-3-8 15,3 8-15,-13-11 16,0 3-16,0 2 16,-1 3-16,0 1 15,2 3-15,-1 1 16,1 2-16,12-4 16,-16 6-1,16-6-15,0 0 16,-9 8-16,9-8 15,0 0-15,3 9 16,-3-9-16,19 12 16,2-10-16,5-2 15,3-3-15,-2-1 16,-8 2-16,-5 0 16,-4 1-16,-10 1 15,11-1 1,-11 1-16,0 0 15,10 7-15,-8 2 16,-1 4-16,-2 3 16,-3 5-16,-3 1 15,-1 1-15,0 0 16,0-4-16,1-1 16,2-2-1</inkml:trace>
  <inkml:trace contextRef="#ctx0" brushRef="#br0" timeOffset="75415.5">14240 2907 0,'0'0'0,"0"0"0,-1 2 16,-6 6-16,-11 13 16,-9 12-16,-2 1 15,-4 5-15</inkml:trace>
  <inkml:trace contextRef="#ctx0" brushRef="#br0" timeOffset="76954.27">14649 2629 0,'0'0'0,"0"0"0,0 0 16,0 0-16,-2 0 16,2 0-16,0 0 15,0 0-15,-14 4 16,14-4-16,-19 4 16,4 2-16,1 4 15,-1 2-15,2 2 16,1 1-16,3 2 15,2 1 1,3 0-16,2 2 16,4-2-16,2-2 15,5-1-15,1-3 16,3 0-16,2-2 16,2-5-16,2-2 15,-2-3-15,-1-2 16,-1-4-16,0-3 15,1-4 1,0-8-16,-4-3 16,-3 0-16,-5-2 15,-3 3-15,-4 1 16,-3 2-16,-1 2 16,-2 3-16,-2 0 15,-2 4-15,0 1 16,-2 5-16,-3 3 15,-2 4 1,4 2-16</inkml:trace>
  <inkml:trace contextRef="#ctx0" brushRef="#br0" timeOffset="77129.8">14874 2814 0,'0'0'0,"0"0"0,0 0 0,0 0 16,0 0-16,0 0 16,8-3-16</inkml:trace>
  <inkml:trace contextRef="#ctx0" brushRef="#br0" timeOffset="77953.77">15028 2569 0,'0'0'0,"0"0"0,0 0 0,0 0 16,0 0-16,0 0 15,0 0-15,0 0 16,0 0 0,8 0-16,7 0 15,9 1-15,6-1 16,1 0-16,-2 0 16,-2 0-16,-5 0 15,-2 0-15,-3 1 16,-1 1-16,-3 1 15,-2 1-15,-11-4 16,17 11-16,-10 0 16,-1 4-1,-5 7-15,-2 7 16,-5 5-16,-3 1 16,0-1-16,-3-1 15,1 0-15,1-3 16,1-2-16,1-4 15,2-2-15,3-6 16</inkml:trace>
  <inkml:trace contextRef="#ctx0" brushRef="#br0" timeOffset="78827.2">15409 2367 0,'0'0'0,"0"0"0,0 0 0,-2-2 0,2 2 15,0 0-15,0 0 16,0 0-16,-1-6 15,1 6-15,0 0 16,14-9-16,-14 9 16,20-10-16,-9 5 15,0 1 1,0 1-16,1 0 16,3 1-16,1 0 15,-1 2-15,0-2 16,0 2-16,-2 2 15,1-2-15,0 2 16,1 0-16,1 2 16,1 1-1,1 3-15,1 1 16,0 1-16,-1 2 16,0 2-16,-1 3 15,-17-17-15,10 19 16,-5 10-16,-1 10 15,-3 2-15,-3 4 16,-18 43-16,9-45 16,-1 4-16,1-1 15,1 0 1,-1 1-16,1 0 16,3-8-16,4-2 15,2-5-15,1-4 16,1-4-16,2-4 15,-2-5-15,1-5 16,-2-3-16,0-7 16</inkml:trace>
  <inkml:trace contextRef="#ctx0" brushRef="#br0" timeOffset="79073.87">15402 3119 0,'0'0'0</inkml:trace>
  <inkml:trace contextRef="#ctx0" brushRef="#br0" timeOffset="79176">15509 3046 0,'0'0'0,"0"0"16,0 0-16,0 0 15,0 0-15</inkml:trace>
  <inkml:trace contextRef="#ctx0" brushRef="#br0" timeOffset="79406.09">15878 3010 0,'0'0'0,"0"0"0,0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23:03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13604 2888 0,'0'0'0,"0"0"0,0 0 16,0 3-16,0-3 16,0 0-16,0 0 15</inkml:trace>
  <inkml:trace contextRef="#ctx0" brushRef="#br0" timeOffset="2566.33">13850 2953 0,'0'0'0,"0"0"0,0 0 0,0 0 0,0 0 16,0 0-16,3 1 15,-3-1-15,15 3 16,2 1-16,8 2 15,8-1-15,6-1 16,4-2-16,1-1 16,-2-1-1,0 0-15,-3-1 16,-4-1-16,-5 0 16,-3 1-16,-2 0 15,-3 0-15,-3 1 16,-1-1-16,-3 0 15,-4 1-15,-11 0 16,13-3-16</inkml:trace>
  <inkml:trace contextRef="#ctx0" brushRef="#br0" timeOffset="3066.15">14178 2799 0,'0'0'0,"0"0"0,0 0 16,0 0-16,4 2 15,-4-2-15,14 10 16,0-2 0,5 4-16,4 3 15,2 1-15,0-1 16,4 3-16,0-2 16,-4 0-16,-4-2 15,-6-5-15,-4-2 16,-11-7-16,14 8 15,-14-8-15,0 0 16,10 6-16,-10-6 16,0 0-16,5 10 15,-6-2 1,-3 4-16,-2 1 16,-4 1-16,-2-1 15,-4 2-15,-3 1 16,-5 0-16,-1 1 15,-2-1-15,-9-1 16,7-3-16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23:19.30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3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3-22T10:25:51.797"/>
    </inkml:context>
  </inkml:definitions>
  <inkml:trace contextRef="#ctx0" brushRef="#br0">12633 3098 0,'0'0'0,"0"0"0,0 0 0,0 0 16,-2 5-16,-2 5 16,-4 10-16,-1 8 15,-1 4-15,-1 6 16,2 1-16,-1 4 16,-1 1-16,2-4 15,1-2-15,0-2 16,2-5-16</inkml:trace>
  <inkml:trace contextRef="#ctx0" brushRef="#br0" timeOffset="451.69">12484 3088 0,'0'0'0,"0"0"16,0 0-16,0 0 16,0 0-16,0 0 15,2 0-15,-2 0 16,10 6-16,3 1 15,3 2 1,3 4-16,1 4 16,2 3-16,-1 2 15,-1 1-15,-2-2 16,-3-1-16,0-2 16,0 0-16,-1 0 15,0-2-15,-2-1 16,0-2-16,-2-4 15,1-1-15,-11-8 16,17 11-16,-17-11 16,10 5-16,-10-5 15,0 0 1</inkml:trace>
  <inkml:trace contextRef="#ctx0" brushRef="#br0" timeOffset="824.83">13030 3116 0,'0'0'0,"0"0"0,0 0 16,0 0-16,-1 3 15,1-3-15,-10 16 16,1 0-16,-2 4 16,-4 2-16,-1 1 15,-3 1-15,1-3 16,-3 0-16,0 1 15,-1-2-15,2-1 16,3-4-16,4-2 16,0-3-1,3-1-15,2-1 16,2-2-16</inkml:trace>
  <inkml:trace contextRef="#ctx0" brushRef="#br0" timeOffset="1218.71">13050 3123 0,'0'0'0,"0"0"0,0 0 0,2 0 0,-2 0 16,10 8-1,-1 3-15,2 2 16,-2 5-16,0 2 16,0 3-16,0 2 15,-2 1-15,1 0 16,-2-1-16,1-1 15,-1-1-15,-1-1 16,1 1-16,-3-4 16,2-3-16,-3-1 15,1-3 1,1-1-16,-2-1 16,2-1-16,0-3 15</inkml:trace>
  <inkml:trace contextRef="#ctx0" brushRef="#br0" timeOffset="2396.35">13550 3099 0,'0'0'0,"0"0"0,0 0 16,0 2-16,0-2 16,0 0-1,0 7-15,0-1 16,-1 5-16,-1 5 16,0 4-16,-4 5 15,-1 1-15,-1 2 16,-1 1-16,0 0 15,-1 4-15,1-5 16,-1-2-16,1-2 16,2-6-1,1-2-15,1 0 0,0-3 16,1 1 0,1-4-16,-1-2 15,2 0-15,1-1 16,2 1-16,2-1 15,4 3-15,4 0 16,6-1-16,5-2 16,2-3-16,5-1 15,1-3-15,-1-1 16,1-1 0,-3 2-16,-2-1 15,-2 0-15,-2 0 16,-1 1-16,0-1 15,1 0-15,-2 0 16,-3 0-16,-1 0 16</inkml:trace>
  <inkml:trace contextRef="#ctx0" brushRef="#br0" timeOffset="2979.55">14382 3275 0,'0'0'0,"0"0"0,0 0 0,0 0 0,0 0 15,0 0-15,0 0 16,0 0-16,0 0 16,-7-1-16,-11-1 15,-12-1 1,-2 0-16,5 1 16,3 0-16,0 4 15,0 1-15,1 4 16,2 1-16,2 2 15,2 1-15,3-2 16,2 3-16,1 1 16,0 5-16,0 2 15,3 2-15,3 2 16,5 1 0,2 4-16,5-2 15,4 1-15,6-2 16,4 1-16,9-2 15,7-2-15,7-3 16,3-5-16,4-3 16,2-3-16,0-4 15,2 0-15,0 0 16,-8-2 0,-13 0-16,-12-2 15,-22-1-15</inkml:trace>
  <inkml:trace contextRef="#ctx0" brushRef="#br0" timeOffset="3995.92">14364 4032 0,'0'0'0,"0"0"15,0 0-15,0 0 16,-4 1-16,4-1 16,-20 5-16,-3-1 15,-12-2-15,-8-3 16,-3-3 0,-6-3-16,-1-2 15,3 0-15,3 1 16,2 0-16,-1 1 15,0 0-15,3 0 16,-2 2-16,-1 0 16,-5 2-16,-3 2 15,1 2-15,0 2 16,2 1-16,4 1 16,0 1-1,1-1-15,1 1 16,3-2-16,4 1 15,1-1-15,-1 0 16,0 0-16,2-1 16,5-1-16,-1 0 15,0-1-15,-1 1 16,-1-1 0,1 1-16,-1-1 15,-2 2-15,-3-2 16,-2 0-16,-1 1 15,2 0-15,1 0 16,3 1-16,4 1 16,2-2-16,0 1 15,1-1-15,2 1 16,5-2 0,4 1-16,4-1 15,3-1-15,11 0 16,-16-1-16,16 1 15,0 0-15,-12-3 16,12 3-16,0-11 16,6-6-16,14-9 15,7-5-15,7 1 16,0 4 0,-1 3-16,-1 3 15,-4 4-15,-4 3 16,-6 5-16,-3 1 15,-5 3-15,-10 4 16,13-5-16,-13 5 16,0 0-16,0 0 15,7 7-15,-9 6 16,-6 7-16,-9 5 16,-6 3-1,-3 1-15,0-3 16,1-2-16,4-2 15,1-2-15,2-2 16,2-1-16,4 0 16,5 1-16,7 2 15,8 1-15,13 1 16,13-1 0,11 0-16,7-10 15,0-2-15,2-7 16</inkml:trace>
  <inkml:trace contextRef="#ctx0" brushRef="#br0" timeOffset="8041.33">7813 558 0,'0'0'0,"0"0"0,0 0 0,0 0 16,-4-1-16,4 1 15,-28-1 1,1 1-16,-7 6 16,-5 4-16,-1 4 15,0 3-15,3 0 16,7 2-16,5-2 16,6 1-16,5-2 15,3-2-15,4-2 16,4 2-16,5 3 15,6 4 1,9 7-16,7 5 0,9 0 16,2 0-1,-1-7-15,-3-3 16,-5-6-16,-7-3 16,-3-2-16,-3-3 15,-5 0-15,-3-1 16,-2 0-16,-8 4 15,-8 4 1,-11 6-16,-9-1 16,-5-4-16,2-3 15,-1-3-15,0-4 16,0-3-16,1-3 16,3-1-16,4-1 15,2-3-15,2 0 16,5-2-16,4 1 15,5-2 1,3 1-16,2-3 16,4-4-16</inkml:trace>
  <inkml:trace contextRef="#ctx0" brushRef="#br0" timeOffset="8566.04">8327 698 0,'0'0'0,"0"0"0,0 0 0,0 0 0,0 0 16,-3 0-1,3 0-15,-24 8 16,-5 2-16,-6 0 16,-1 0-16,0 1 15,1-1-15,2 0 16,2 2-16,3 4 15,3 2-15,5 0 16,2 0 0,5 1-16,4 0 15,2 1-15,5 2 16,5 1-16,5 5 16,5 0-16,4 1 15,4-3-15,1-2 16,2-4-16,1-4 15,2-2-15,1-6 16,6-3-16,3-5 16,6-7-1,2-7-15,4-4 16</inkml:trace>
  <inkml:trace contextRef="#ctx0" brushRef="#br0" timeOffset="9067.78">8769 811 0,'0'0'0,"0"0"16,0 2-16,0-2 16,0 0-16,0 0 15,-14 1-15,-12-1 16,-15 1-16,-3 3 15,4 3-15,0 5 16,3 0-16,2 3 16,8 0-16,6-2 15,6-3 1,5-1-16,5-1 16,1-2-16,3 2 15,4 0-15,4 2 16,6 3-16,-1-2 15,1-1-15,-2-2 16,-2-1-16,-9-7 16,15 10-1,-10-4-15,-2 5 16,-2 4-16,-1 5 16,-3 1-16,-1-1 15,1-3-15,1-3 16,-1-2-16,5 0 15,6 2-15,6 2 16,8 1-16,6-5 16,3-5-1,8-6-15,2-5 16,1-6-16,3-6 16</inkml:trace>
  <inkml:trace contextRef="#ctx0" brushRef="#br0" timeOffset="9680.29">8965 935 0,'0'0'0,"0"0"0,0 0 16,0 0-16,0 3 16,-1 3-16,0 6 15,-1 8-15,1 5 16,0 0-16,-1 1 15,1-4-15,0-4 16,0-4-16,1-6 16,0-1-16,0-7 15,0 8 1,0-8-16,0 0 16,0 0-16,0 0 15,-1-17-15,-1-3 16,2-6-16,3 1 15,0 1-15,1 6 16,0 4-16,1 3 16,-3 2-16,-2 9 15,4-9 1,-4 9-16,0 0 16,0 0-16,20 2 15,-5 5-15,2 5 16,2 3-16,1 1 15,-2 1-15,-2-2 16,-2-3-16,-3-1 16,-1-3-1,-3-1-15,-7-7 16,12 8-16,-12-8 16,13-3-16,-3-5 15,2-6-15,0-6 16,-1 0-16,-4 1 15,-3 3-15,0 1 16,-3 2-16,0 0 16,-1-3-16,0 1 15,0-4-15,3 2 16</inkml:trace>
  <inkml:trace contextRef="#ctx0" brushRef="#br0" timeOffset="10239.78">9891 775 0,'0'0'0,"0"0"0,0 0 0,0 0 0,-4 0 16,4 0-16,-27 4 15,-3 2-15,-5 3 16,5 3-16,4-1 16,4 2-1,4-2-15,2 0 16,4 0-16,2 0 16,3 0-16,3-1 15,2 0-15,5 2 16,6 1-16,8 4 15,5-2-15,1-3 16,-5-4-16,-3-3 16,-15-5-16,14 4 15,-14-4 1,0 0-16,0 0 16,-2 13-16,-15 8 15,-7 3-15,-1-2 16,5-3-16,4-5 15,5-4-15,3-1 16,4-2-16,4 2 16,8 2-16,14 3 15,21 2 1,13-6-16,0-4 16,-5-5-16,-7-3 15,-10-2-15,-6 0 16</inkml:trace>
  <inkml:trace contextRef="#ctx0" brushRef="#br0" timeOffset="10692.76">7553 1397 0,'0'0'0,"0"0"16,6 0-16,14 0 15,32 2-15,30 2 16,13 4-16,14 1 16,10 3-16,9 1 15,5-1 1,9 2-16,3 0 16,-1-6-16,-9-6 15,-13-2-15,-16-1 16,-15-2-16,-17-1 15,-9 0-15,-14-1 16,-9 3-16,-12 1 16,-8 0-1,-6 2-15,-5 0 0</inkml:trace>
  <inkml:trace contextRef="#ctx0" brushRef="#br0" timeOffset="19944.7">10737 3897 0,'0'0'0,"0"0"0,0 0 0,0 0 0,0 0 16,0 0-16,0 0 15,0 0-15,0 0 16,0 0-16,4-2 16</inkml:trace>
  <inkml:trace contextRef="#ctx0" brushRef="#br0" timeOffset="20375.52">11337 3924 0,'0'0'0,"0"0"0,0 0 0,0-1 16,0 1-16,0 0 15</inkml:trace>
  <inkml:trace contextRef="#ctx0" brushRef="#br0" timeOffset="22033.04">6670 5764 0,'0'0'0,"0"0"0,0 0 0,0 0 15,0 0-15,3 0 16,-3 0-16,25 0 16,1 0-16,9-1 15,8-1 1,4-2-16,3-2 15,4-2-15,1-1 16,3-2-16,4 0 16,2-1-16,2-1 15,0 1-15,0-2 16,-2 3-16,-5 0 16,-4 1-16,-7 0 15,-5 1-15,-5 1 16,-4 1-16,-8 2 15,-2 0 1,-3 0-16,-2 2 16</inkml:trace>
  <inkml:trace contextRef="#ctx0" brushRef="#br0" timeOffset="22781.29">7849 4794 0,'0'0'0,"0"0"0,0 0 15,5 0-15,14 0 16,23 0-16,19 0 15,7-1 1,2-3-16,-5 1 16</inkml:trace>
  <inkml:trace contextRef="#ctx0" brushRef="#br0" timeOffset="39049.64">5493 5617 0,'0'0'0,"0"0"0,-2 2 15,2-2-15,0 0 16,-4 7-16,4-7 15,1 9 1,2-2-16,0 1 16,2-1-16,3 2 15,0 0-15,4 0 16,1-1-16,5-1 16,1-1-16,-1-1 15,2 0-15,-1-1 16,3 0-16,-2 0 15,0-1-15,2 0 16,7 1 0,6-1-16,3-2 15,-5 1-15,3-1 16,1 2-16,4-3 16,-1 0-16,-4 0 15,-4-1-15,2-1 16,4-1-16,0-1 15,-4 2-15,-4-1 16,-1-2-16,-1-1 16,3 0-1,-2 0-15,-4 1 16,-1 0-16,-1 2 16,-2 0-16,-2 2 15,-1-1-15,-1 1 16,-1-1-16,-2 0 15,1 1 1,-1 1-16,1 1 16,1 1-16,-1 1 15,0 0-15,-2 0 16,1 0-16,0-1 16,3 1-16,0-4 15,-1-1-15,-1 0 16,-1 0-16,1-1 15,0 1-15,0 0 16,0 2 0,-1 0-16,1 0 15,-2 1-15,-1 0 16,2 0-16,-2-1 16,1 0-16,-1 0 15,-1 0-15,-1 0 16,1 0-16,-1 1 15,-10-1-15,17 3 16,-17-3-16,15 4 16,-15-4-1,13 3-15,-13-3 16,0 0-16,12 3 16,-12-3-16,0 0 15,0 0-15,10 3 16,-10-3-16,0 0 15,0 0-15,0 0 16,0 0 0,10 0-16,-10 0 15</inkml:trace>
  <inkml:trace contextRef="#ctx0" brushRef="#br0" timeOffset="39588.42">6910 5490 0,'0'0'0,"0"0"0,0 0 15,0 0-15,0 1 16,0-1-16,0 0 15,0 0-15,0 0 16,2 8-16,4-1 16,0 4-16,2 0 15,3 3 1,5 0-16,1-2 16,2-2-16,-1 0 15,-1-1-15,1 0 16,0 0-16,0 0 15,-2-1-15,-3-1 16,-2-2 0,-11-5-16,16 10 15,-16-10-15,13 12 16,-13-12-16,9 10 16,-9-10-16,6 11 15,-6-4-15,-1 4 16,-6 4-16,-5 5 15,-6 0-15,-4 3 16,-4 1-16,-4 0 16,-3 1-16,2 0 15,2-3 1,6-2-16,6-8 16,6-4-16,11-8 15,-12 9-15</inkml:trace>
  <inkml:trace contextRef="#ctx0" brushRef="#br0" timeOffset="41270.08">6959 5443 0,'0'0'0,"-1"-2"0,1 2 15,-6-12-15,1 0 16,-2 0-16,3 1 16,0 0-16,3-2 15,-1 0-15,1-1 16,3 0 0,0 2-16,4-3 15,-1 5-15,1 0 16,2 2-16,4-1 15,3 1-15,2 1 16,1 3-16,2 2 16,3 2-1,-1 3-15,2 2 0,1 4 16,3 4 0,-1 2-16,-5 1 15,2 0-15,0 4 16,3 1-16,1 2 15,-1-1-15,-3 1 16,1-1-16,-4-1 16,-3-2-16,-3-3 15,1 3-15,4 1 16,1-1 0,1-5-16,-2-4 15,-5-3-15,-2-2 16,-2-2-16,-11-3 15,16 5-15,-16-5 16,10 4-16,-10-4 16,0 0-16,0 0 15,2 13-15,-8 7 16,-8 4 0,-9 2-16,-5-2 15,-1-1-15,2-2 16,2-3-16,-3 4 15,-4 1-15,-1 1 16,3-2-16,3-2 16,3-2-16,-4 2 15,1 0 1,-2 3-16,-5 2 16,5-3-16,-1 4 15,9-1-15,4-6 16,4-4-16,3-5 15,1-4-15,9-6 16,-13 9-16,13-9 16,0 0-16,-10 5 15,10-5-15,0 0 16,0 0 0,-10 3-16,10-3 15,0 0-15,-16 5 16,16-5-16,-16 3 15,16-3-15,-13-3 16,13 3-16,0 0 16,-12-2-16,12 2 15,0 0-15,-14-9 16,14 9 0,-8-6-16,8 6 15,-12-11-15,5 4 16,-2-3-16,0 2 15,0-2-15,2 3 16</inkml:trace>
  <inkml:trace contextRef="#ctx0" brushRef="#br0" timeOffset="63522.1">11934 4796 0,'0'0'0,"0"0"0,0 0 0,0 0 15,0 0-15,0 0 16,0 0-16,0 0 15,0 0-15,0 0 16,4 1-16,-4-1 16,19 2-16,-1 0 15,3 0 1,4 1-16,3-1 16,2-1-16,1 1 15,-4 0-15,-1-1 16,0 0-16,0-1 15,0 0-15,-1 0 16,-2 0-16,-1 0 16,-4 0-16,-3 0 15,-3 0-15,-3 0 16,-9 0-16,14 0 16,-14 0-1,0 0-15,11 0 16,-11 0-16,0 0 15,0 0-15,0 0 16,0 0-16,0 0 16</inkml:trace>
  <inkml:trace contextRef="#ctx0" brushRef="#br0" timeOffset="64074.34">12202 4630 0,'0'0'0,"0"0"16,0 0-16,0 0 16,0 0-16,0 0 15,4 4-15,0 2 16,5 5 0,5 5-16,2 0 15,5-1-15,1-2 16,1-1-16,-2-2 15,-5-3-15,-3-1 16,-1-1 0,-2-2-16,1 2 0,-1 0 15,-10-5 1,15 8-16,-15-8 16,8 10-16,-5-4 15,-4 7-15,-3 3 16,-2 2-16,-6 2 15,-3-1-15,-4 1 16,-5 2-16,-1-1 16,6-3-16</inkml:trace>
  <inkml:trace contextRef="#ctx0" brushRef="#br0" timeOffset="69925.97">12755 4693 0,'0'0'0,"0"0"0,0 0 0,3 0 0,-3 0 16,24-5-16,12-2 15,10 0-15,8 4 16,4 1 0,4-1-16,10 0 15,0 1-15,6 0 16,6-3-16,-2 2 16,4 0-16,-4 0 15,2 1-15,2 0 16,1-1-16,-2 0 15,-5 2-15,-5-2 16,-5 2 0,-4 2-16,-3 0 15,-8 2-15,-4 1 16,-7-1-16,-6-1 16,-6 0-16,-3 1 15,-7-2-15,-5 1 16,-4-1-16,-2 0 15,-11-1 1,14 1-16,-14-1 16,0 0-16,11 1 15,-11-1-15,0 0 16,0 0-16,0 0 16,0 0-16,0 0 15,10-1-15,-10 1 16,0 0-16,0 0 15,0 0-15,0 0 16,0 0 0,0 0-16,0 0 15,0 0-15,0 0 16,11 6-16,-8 1 16,1 1-16,1 2 15,0 5-15,0 4 16,-3 3-16,0 1 15,-1 0-15,-1 4 16,0 1-16,0-2 16,0 2-1,0-2-15,0 3 16,0-1-16,0 1 16,0-4-16,0-3 15,0-4-15,0-4 16,0-2-16,0-3 31,0-1-31,0-1 16,0-7-1,0 10-15,0-10 16,-2 7-16,-7 0 16,-11 3-16,-13-1 15,-3-4-15,-2-3 16,-4-1-16,-7-1 15,-1-1-15,-7-1 16,-2-1 0,6 1-16,-7 0 15,8 0-15,-4-1 16,-7 1-16,4 0 16,-5-1-16,11 1 15,-1 1-15,0-1 16,5 1-16,0-1 15,6 1-15,0 1 16,-4 1-16,1 2 16,5-1-1,4-1-15,1 1 16,-1 0-16,1-1 16,3 1-16,5 0 15,4-2-15,-3 2 16,2-1-16,-4 1 15,4-2-15,3 1 16,0 0-16,2-1 16,-1 1-1,-1 1-15,-2-1 16,2 0-16,0 0 16,2 0-16,3 0 15,3-1-15,1 1 16,3 0-16,10-1 15,-15 1-15,15-1 16,0 0-16,-13 1 16,13-1-16,0 0 15,0 0 1,0 0-16,-10-2 16,10 2-16,0 0 15,0 0-15,0 0 16,-4-6-16,4 6 15,-3-11-15,1 2 16,-1-3-16,0-3 16,0-2-16,2-5 15,-2-7 1,1-1-16,1 5 16,0 3-16,1 8 15,1 3-15,0-1 16,0 3-16,-1-2 15,1-1-15,1 0 16,-1-7-16,-1 0 16,1 5-16,-1-2 15,0 5 1,0-1-16,0-3 16,0 4-16,0 1 15,0 1-15,0 9 16,0 0-16,0-9 15,0 9-15,0-10 16,0 10 0,0-8-16,0 8 15</inkml:trace>
  <inkml:trace contextRef="#ctx1" brushRef="#br0">1201 1068 0,'9'0'219,"166"0"-204,-75 0 1,-17 0-1,-33 0 1,0 0 0,-33-468-1,0 936 17,-9-477-17,9 9 1,-9 0-1,9 0 1,24 0 0,-24-8-1,33 8 1,-33 0 0,33 0-1,-33 0 1,24 0-1,1 0 1,8-8 0,-33 8-16,33 0 15,-8 0 1,8 0 0,108 0 15,-108 0-16,-17 0 1,34-9 15,-33 9-15,-26 0 0,9 0-1,-1 0 1,1 0 15,-9 0 16,1 0 15,7 9-46,59-9 15,-8 0-15,-17 0 0,-16 0-1,-9 0-15,-9 0 16,-7 0-1,-1 0 1,0 0 0,1 0-1,-1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3-22T10:29:50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12246 2677 0,'-25'0'234,"-50"17"-218,33-17-1,17 8 1,-25 1 0,16 7-1,-7-7-15,-76 24 31,75-25-15,17 1 0,-8-1-1,8 1-15,-42 24 32,50-25-17,1 1 1,-34 24-1,41-16 1,-7-1 0,-9 9-1,0-16 1,16 16-16,-32 8 31,24 0-15,-8-8-1,-9 0 1,26 0-16,-25 17 16,-1-8-1,18-1 1,-9 0 0,16 1-16,-24 32 31,16-41-16,9 0 1,0 0 0,8-8-1,-17-9 1,17 26 0,-8-9-1,8-8 1,-9 8-1,1 25 17,8-34-17,0 43 17,8-18-17,1-7 1,-9-18-1,0 1 1,16 16 0,-16-24-16,0 24 15,0 1 1,0-18 0,9 18-1,-9-18-15,0 1 16,8 50 15,0-1 0,-8-49-31,9 33 32,-1 8-17,9-24 16,8 8-15,-17-26 0,0 1-1,9-9 1,8 26 0,-17-34-16,9 25 15,25 8 1,-26-16-1,43 16 17,8 17-1,-42-42-15,66 42 15,-57-41-16,-9 8 1,16 8 0,-7-9-1,-9 1 1,17-9 0,-17 9-1,-17 0-15,42-1 31,-42-16-15,17 17 15,-8-17-15,8 17 15,17 8-15,-9-9-1,9 1 1,16 0 0,-8 8-1,-33-17-15,16 9 16,26 8 0,-26 8-1,17-16 1,-16 0-16,49 16 31,-41-8-15,-9-8-1,17 16 1,-8-16 15,-34-1-15,9-7 15,8 7-15,-9-7-1,-7-1 1,8 0 0,-9 1-1,17 7 1,0 1-1,50 25 17,-50-9-17,17-8 1,-34-16 0,9 16-1,24 0 1,-32-17-1,7 9 1,10-9 0,-18 25-1,9-16 1,-17-9 0,8 1-1,9 16 1,-9-17-1,0 9 1,1-9 0,-1 34-1,0-26 1,1-7 0,16 41-1,-9-17 1,-7-8-16,7 25 15,-7-8 1,-9-25 0,0 16-1,0-8-15,16 0 16,-16 0-16,17 50 31,-17-42-15,8 34 15,-8-25-15,0-17-1,0 0 1,0 17 0,0-9-1</inkml:trace>
  <inkml:trace contextRef="#ctx0" brushRef="#br0" timeOffset="5514.26">13313 6289 0,'0'8'219,"9"17"-188,-9-16-15,8 16 0,0-9-16,1 9 15,-9 17 1,-9 17 15,1-34-15,8-9-1,0 1 17,-8-9-17,-1-8 17,9 17-1,-8-9 0,0 9-15,-9 8 15,-8 0-15,17 8-1,-9-16 1,17 0-1,-8-1 1,-1 1 0,-16 0-1,17-17 1,-9 16 0,9-16-16,-25 26 31,16-1-16,-8-17 1,-9 34 0,18-34-16,-51 50 15,9-16 17,41-34-17,-8 26 1,-50-1 15,-9 9 16,68-34-47,-59 9 16,-25-1 30,75-16-30,-34 0 15,34 0-31,-67-16 32,67 16-17,-25-9 1,-16 1-1,32 0 1,-16-1 0,8-16 15,-49-16-15,16 16 15,50 16-16,-67-16 17,25 9-1,9-9 0,16 0 0,-8-34-15,25 51 0,-33-34-1,24 34 17,26-1-17,-26-16 1,9-8 15,-33-42-15,50 58-1,-26-41 17,9 41-17,9-41 16,7 16-15,1 17 15,8 17 1,0-1-1,0 1-16,-8-42 1,8-75 15,0 92-15,8-92 0,-8 49 15,0 68-16,0-42 17,8 33-17,-8-24 1,0 32 0,9-499-1,-1 950 16,0-467-15,17 8-16,17-58 31,8 16 1,-42 51-32,26-17 31,-1-8 0,9-9-15,8 9 15,-17 8 0,-16 8 0,-9 9-15,1-1-16,24-16 31,0 0-15,9 9 0,42-35 15,-26 26 0,-33 9-15,-8 7-16,24-16 31,-24 17-15,25-9 15,-1 1-16,-24-9 1,8 8 0,0 0-1,-8 9 1,0-17 0,8 17-1,25-26 16,0 9 1,-34 17-17,26-9 1,-25 1 0,16-1-1,-8-8 1,25-17-1,0 9 17,-8 8-17,-34 0-15,67-17 32,-25 0-17,-8 9 1,-9 8-1,-16 8-15,50-58 32,-34 25-17,-16 25-15,41-33 32,-8 8-1,-16 8 0,-9 25-31,0-16 31,-9 8-15,-7 17 15,-9-9 0,17 17-15,-9-8 0,-8-18-16,67-82 31,-42 41-15,-17 42-16,25-58 31,-24 58-16,-1 17 17,-8-1-17,0-24 48,0-1-48,0 1 1,8 0 0,-8-1-16,0-49 31,0-25 0,0 74-15,-8-66 15,8 92-31,-17-92 31,17 0 1,0 58-17,0 17-15,-8-34 31,8 26-15,0-9 0,0 9-1,0 16-15,0-8 16,0-8 0,-8-9-1,8 1 1,0 32-16,0-16 15,-9 0-15,1-33 32,-9-34-1,-24 25 0,16 34-15,16 16-16,-49-24 31,16 32-15,-50-16 15,67 17-15,-41-34 15,32 34-16,9-1-15,-75-32 32,17-1-1,41 34-15,9-17-1,-109 16 16,8 26-15,18 33 0,-18 25-1,67-16 17,51-26-17,7-25-15,9 9 31,-8-17 1,8 8-17,-8-8 1,8 9 0,-9-9-1,1 25 16,-9-25-15,-8 25 15,0 8-15,9-16 0,-10-1 15,26-7-31,-25 7 31,25 18 0,-8-34-31,0 33 32,8-25-17,0 9 16,-9 0-15,9-1 0,-8 1-1,0-17 1,8 17 0,0 8 15,-17 0-16,17-17-15,-8 9 32,8 0 30</inkml:trace>
  <inkml:trace contextRef="#ctx0" brushRef="#br0" timeOffset="8545.29">10494 2385 0,'17'0'282,"16"0"-267,0 0-15,67-8 32,-50 8-17,51-17 16,-51 9-15,-9 0 0,-7 8-1,-26-9 1,17 9 0,17 0 15,-34 0-16,17 0 1,0 0 0,-17 0-1,1 0 1,41 0 15,0-25 0,-42 25-31,17 0 32,0 0-17,25 17 17,-16-17-17,-18 0-15,1 8 16,16-8-1,-24 0 1,24 9 0,-8-9-1,-8 8 1,-9-8 0,9 0-1,16 0 1,-16 0-1,-9 0 1,9 0 0,8 0 15,-17 0-15,26 0-1,-18 0 1,18 0 15,-26 0-15,0 0-1,1 0 17,-1 0-17</inkml:trace>
  <inkml:trace contextRef="#ctx0" brushRef="#br0" timeOffset="23356.21">12162 2661 0,'-50'16'234,"-50"26"-218,42-34-16,-59 42 31,42-33 1,-67 67-1,75-43-16,-24 43 17,-1 16-1,58-50-15,9-25 15,0 8 0,-16 1 0,32-26-15,-41 59 0,9-9 15,16-41-16,-17 24 1,0 34 15,25-66-15,-16 41 0,25-42 15,-9 17 0,17-16-15,-25 24-1,0 34 17,17-51-17,-9 34 1,9-33-1,8-9 1,-9 9 0,1 0 15,8-9 0,0 0 16</inkml:trace>
  <inkml:trace contextRef="#ctx0" brushRef="#br0" timeOffset="26101.05">12137 2619 0,'-108'50'203,"-17"25"-187,50-42 0,-76 59-1,43-50 17,75-17-17,16-17 1,-25 17-1,-16 50 17,49-58-17,-16 50 1,-41 16 15,49-66-15,-50 58-1,-8 8 17,34-49-17,32-18 1,-33 26 0,17-9 15,17-16-16,0-8-15,-26-427 32,9 944-1,17-518-15,-9 9-1,17-9 16,-16-8-15,16 17 0,-9-17-1,9 17 17,-8-17-17,0 25 1,-9-9 15,9-7-15,8 7-1,0-7 1,-17-1 15,17 0 0,0 1 1,0 7-17,-8-16 1,8 9 15,0-1 0,0 0 32,0 1-16,0-1 0,0 9 15,-9-9-46,1-8 46</inkml:trace>
  <inkml:trace contextRef="#ctx0" brushRef="#br0" timeOffset="26809.78">10836 3895 0</inkml:trace>
  <inkml:trace contextRef="#ctx0" brushRef="#br0" timeOffset="27951.43">10794 3970 0,'-8'25'235,"-9"0"-220,0 9 1,-8-9 0,25-9 15,-8 1-15,0-17 15,-1 8 0</inkml:trace>
  <inkml:trace contextRef="#ctx0" brushRef="#br0" timeOffset="30666.27">10811 3995 0,'25'9'234,"83"74"-203,-74-66-31,66 41 32,-75-41-17,8-9 1,-16-8-1,0 8 1,-17 1 15,8-9-15,0 8 0,9 0-1,0 1 1,8 16-1,16-8 1,-32-9 0,32 25 15,-16-16-15,17 25 15,0-1 0,-17-16-15,0-8-1,-8 8 1,16-8 0,-33-9-16,33 25 31,26 17 0,-51-50-31,34 42 31,-9-8 1,26 16-1,-43-42-31,43 42 31,-26-25-15,-8-8-1,17 16 1,-26-16 0,9-1-1,0 9 1,0 0-1,-8-25 1,-9 0 0,34 17 15,-25-9-15,33 17 15,-8-16-16,-34-1-15,59 17 32,-51-8-17,9 0 1,9-9 0,16 17 15,-33-25-16,-1 8 1,43 26 0,-34-26-1,8-8 1,0 17 0,9-9-1,-17 17 1,0-25-1,0 17 1,-8-9 0,-1-8-16,18 17 15,-9-9 1,17 17 0,-34-25-1,17 8 1,-25 1-16,33-1 15,-24-8 1,-1 8 0,9 1-1,-1-9-15,9 8 32,-16 0-17,-1 1 1,0-1-1,9-8-15,0 9 32,-9-9-17,-8 8 1,8-8 0,1 0 15,24 8 0,-8-8-15</inkml:trace>
  <inkml:trace contextRef="#ctx0" brushRef="#br0" timeOffset="33955.25">12604 2360 0,'25'25'203,"59"51"-187,-43-10-16,35 26 16,24 33 15,-34-66 0,-57-43-31,7 9 31,-7-16-15,-1-1-16,0 9 16,1 8-1,-1 33 16,-8-16-15,8-9 0,-8 9-1,0-1 1,0 1 0,0-8-1,9 16 1,-9 25 15,0-9-15,0-16-1,0 17 1,-9 0 0,1 33-1,-9-33 1,9-9-1,-9 9 17,9-34-17,0-16 1,8 8 0,-9-8-1,1 49 1,0-24-1,-1 0 1,-16 8 0,17-34-1,0 1-15,-9 33 32,0-25-17,9 0 1,-9 0-1,9-8-15,0 8 16,-1 0 0,9-17-1,0 9 1,-16 25 0,7-17-1,-7 16 1,-1-7-1,0-9-15,9 0 16,-1-17-16,-16 34 16,17-17-1,-9 0 1,1 8 0,7-24-1,1-1 1,0 0 15,-1 9-15,1-17-1,0 8 1,8 1 15,-25-9-15,25 8 15,-34 17-15,-24 25 15,16-17-15,34-16-1,-9 8 1,1-17 15,16 1-15,-9-9-1,-8 8 1,9 9 15,0-17-15,-9 0 15,0 8-15,-8 1 15,-8 7 0,16-16 0,9 0-15,0 0 15,-1 0-15,1 0 15,0 0-15,-1 0 31,1 0-32,0-8 1,-1 8 15,9-8 16,-8 8-16,8-9 32</inkml:trace>
  <inkml:trace contextRef="#ctx0" brushRef="#br0" timeOffset="38177.51">12346 4988 0,'-25'17'219,"-67"24"-204,-100 76 17,42-50-1,92-42 0,33-9-15,16-7 15,1-9-15,-9 0-1,17 16 1,-17 1-1,1-9 1,7 1-16,-24 16 31,8 0-15,8-8 0,-16-1-1,16-7 1,9 7-1,-17-7 1,17-1 0,8 0-16,-25 9 31,16-9-15,-24 34 15,25-34-16,-1 17 17,1-8-17,0-17-15,-17 25 32,16 0-17,1-8 1,-1-1-1,1 1-15,-9 17 32,9-26-17,8 0-15,0 1 16,-8 7 15,8-7-15,-9-1-1,1 0 1,8 9 0,-17-9-1,17 9-15,0-9 16,-25 9 0,25-9-1,-8 1 1,0 7-1,-1-7 17,9-1-17,-8 9 17,0-9-1,8 0-16,-9-8-15,-7 25 32,7-8-1,-7-9-15,16 1-16,-25 7 15,16 1 1,1-9-1,-9 9 1,9 0 15,8-9-15,-8 26 15,-9-18-15,17 1-1,0-9 1,0 1 0,0-1-1,0 17 1,8-8 0,1-1-1,-1 9 1,-8-16-16,8 32 15,1 1 1,-9 8 0,25 59 15,0-18 0,-17-49-15,-8-25-16,17 49 31,-9-32-15,-8-1-1,42 34 1,-26-50 0,34 58 15,-41-59-31,16 51 31,-9 0 0,-7-1 1,8-24-1,-9 25 0,0-42-15,-8 0-1,0-8-15,9-1 16,-9 9 0,0 0-1,0 0 1,8 9-1,0-26 1,51-8 0,41 0-1,-25 17 1,25 24 0,-17-32-1,17 24 16,-75-24-31,51 32 32,-35-16-17,18-8 1,49 25 15,-58-26-15,25-16 15,-50-16-31,67-26 31,0 9 1,-9-17-1,-58 33-16,42-67 1,-25 9 0,-17 17-16,8-9 15,9-8 1,-17 0 0,0 8-1,25-33 1,-25 34-1,25-85 17,-33-49-1,-17 75 0,0 67-15,0-9-1,0 17 1,0 25 0,0 17-1,8-9 1,-8-8 0,-17-50 15,-8 25-16,17 16-15,-51-132 32,34 124-17,-25-67 17,17 51-17,-9-17 16,26 58-15,-18-16 0,-16 8-1,8-476 1,17 952 0,9-459-1,-9-17 1,0 8-1,-9 9 1,1-17 0,-9-26 15,9 18 0,25 16-15,-1 9-16,-24-9 31,16 9-15,1-9-1,-1 17 1,8 0 0,1 0-1,0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32:08.10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10899 4316 0,'0'0'0,"5"0"0,-5 0 0,37-3 16,4-2-16,10-2 16,9 0-16,4-1 15,3 0-15,2 0 16,1-1-16,-2 1 16,1 2-16,-1 2 15,-1 1 1,-2 0-16,-4 2 15,-4 2-15,-4 1 16,-7 0-16,-4 1 16,-5 2-16,-5-1 15,-6 2-15,-6-1 16,-4 0-16,-3 0 16,-2 0-16,-11-5 15,17 13 1,-9-5-16,-2 1 15,0 3-15,0 3 16,-1 3-16,-2 3 16,0 5-16,-3 1 15,0 3-15,0 1 16,-1 2-16,0 2 16,0 1-16,1 3 15,-1 2 1,0 1-16,2 0 15,1 0-15,1 2 16,1-1-16,0-1 16,0-5-16,0-4 15,0-3-15,-1-4 16,-2-2-16,-1-2 16,0-6-1,0-4-15,-1-4 16,1-8-16,-1 11 15,1-11-15,-2 6 16,2-6-16,-3 7 16,3-7-16,0 0 15,-6 7-15,6-7 16,0 0-16,-22 10 16,-7-4-16,-10 0 15,-4 1-15,2-3 16,1 2-1,0-2-15,0 0 16,1 0-16,0 0 16,1 0-16,-5 1 15,-5 0-15,-13 2 16,-4-1-16,3 0 16,4-1-16,5-2 15,5 0-15,3 0 16,1-1-1,2 1-15,3-1 16,4 1-16,3-2 16,3 0-16,-1-1 15,2-1-15,0-1 16,4-2-16,5 1 16,2 0-16,4 0 15,1 0-15,2 0 16,10 3-1,-15-7-15,15 7 16,-12-8-16,12 8 16,-8-12-16,2 2 15,3-5-15,3-1 16,1-3-16,3-3 16,3-1-16,1-3 15,1 1-15,3-4 16,1 0-1,0 0-15,-2 4 16,-1 0-16,2-4 16,-1 0-16,-3-4 15,-2 1-15,-3 5 16,-1 3-16,0 2 16,-1 3-16,-1-1 15,-1-1-15,-1 0 16,1-2-1,-1 2-15,0 2 16,-1 2-16,1 0 16,0 0-16,0-2 15,0 0-15,-1-2 16,2-5-16,1 0 16,1 3-16,0 4 15,1 5-15,0 2 16,-1 2-16,0 3 15,-1 7 1,2-10-16,-2 10 16,0 0-16,1-8 15,-1 8-15,0 0 16,0 0-16</inkml:trace>
  <inkml:trace contextRef="#ctx0" brushRef="#br0" timeOffset="1810.72">11040 4527 0,'0'0'0,"0"0"0,0 0 16,0 0-16,0 0 16,0 0-16,0 0 15,0 0-15,0 0 16,0 0-16,0 0 15,0 0-15,0 0 16,0 0 0,0 0-16,0 0 15,0 0-15,0 0 16,2 1-16,-2-1 16,0 0-16,11 3 15,-11-3-15,16 5 16,-3-2-16,4 1 15,4 0-15,2-2 16,-1-2 0,-2-1-16,-1-1 15,-3 0-15,0 1 16,0-1-16,3 0 16,1-1-16,-1 0 15,0 0-15,-3 1 16,0 0-16,-2 0 15,-5 0-15,-9 2 16,14-1-16,-14 1 16,0 0-1,12-3-15,-12 3 16,0 0-16,14-2 16,-14 2-16,16-1 15,-3-1-15,2 0 16,1 1-16,-1-1 15,1 0-15,1 0 16,2 1 0,-2-1-16,-3 1 15,0 1-15,0-1 16,2 0-16,3 0 16,2 1-16,0 0 15,-1 0-15,1 0 16,0 0-16,1 0 15,-2 0-15,2 0 16,1 0 0,0 0-16,2 0 15,2 0-15,0-1 16,-3 0-16,0 1 16,-1-1-16,-2-1 15,0 1-15,-2 0 16,-2 0-16,-1 0 15,-1-1-15,-1 0 16,-2 1 0,-2 0-16,-10 1 15,12-2-15,-12 2 16,0 0-16,0 0 16,11-1-16,-11 1 15,0 0-15,0 0 16</inkml:trace>
  <inkml:trace contextRef="#ctx0" brushRef="#br0" timeOffset="2437.06">10779 4842 0,'0'0'0,"0"0"0,0 0 16,0 0-16,0 0 16,0 0-16,10 1 15,11 0-15,13 1 16,12-2-16,3 2 15,6-4-15,2 2 16,1-3-16,5 1 16,-2 0-1,5-1-15,-2 1 16,-3 0-16,3 1 16,-2 0-16,-1 2 15,4-1-15,-2 1 16,-4 0-16,3 0 15,-4-1-15,0 1 16,-4 0-16,-4 0 16,-4-1-1,-4-1-15,-5 0 16,-8 0-16,-4-2 16,-4-1-16,-5 0 15,-4-1-15,-12 5 16</inkml:trace>
  <inkml:trace contextRef="#ctx0" brushRef="#br0" timeOffset="3079.45">10774 5101 0,'0'0'0,"0"0"16,5 3-16,5 2 15,7 2-15,8-1 16,11-2-16,11-3 15,5-2-15,10-3 16,-3 1-16,3-3 16,4 0-1,-7 1-15,2 1 16,0-2-16,0 2 16,-2 1-16,-1 1 15,0 3-15,-3 0 16,-1 2-16,-3-1 15,-1-1-15,0 0 16,-3 1-16,-7-1 16,-4 0-16,2 0 15,-3 0 1,-4 0-16,-4 0 16,-4-2-16,-3-2 15,-4 1-15,-4-2 16,-12 4-16,18-5 15,-18 5-15,14-3 16,-14 3-16</inkml:trace>
  <inkml:trace contextRef="#ctx0" brushRef="#br0" timeOffset="3812.97">11278 4315 0,'0'0'0,"0"0"15,0 0 1,4 1-16,-4-1 16,0 0-16,0 0 15,4 11-15,-4-4 16,1 8-16,-1 8 15,0 7-15,0 5 16,0 5 0,-1 4-16,0 2 0,-1 4 15,1 3-15,-1 2 16,0 4 0,1-1-16,1 2 15,1 1-15,3-4 16,-1-2-16,2-3 15,-1-2-15,1-2 16,-2-3-16,1-3 16,1-4-16,-1-3 15,0-6-15,0-5 16,1-6 0,2 5-16,2-3 31,2-4-31,-3-5 15,-1-5-15</inkml:trace>
  <inkml:trace contextRef="#ctx0" brushRef="#br0" timeOffset="4322.34">11670 4302 0,'0'0'0,"0"0"0,0 2 16,2 6 0,2 14-16,2 17 15,-1 11-15,1 6 16,0 8-16,0 1 15,1 3-15,0 3 16,0-3-16,2 2 16,1-3-16,-2-6 15,-1-5-15,1 0 16,-2-2 0,4 8-1,0 3 1,0-14-16,-2-10 15,-4-17-15,-1-9 16</inkml:trace>
  <inkml:trace contextRef="#ctx0" brushRef="#br0" timeOffset="5119.75">10893 4570 0,'0'0'0,"0"0"0,0 0 16,0 0-1,0 0-15,1-2 16,-1 2-16,0 0 15,17-5-15,0 3 16,5-1-16,3 1 16,1 0-16,1 0 15,7 0-15,1 1 16</inkml:trace>
  <inkml:trace contextRef="#ctx0" brushRef="#br0" timeOffset="6543.12">11929 4281 0,'0'0'0,"0"0"0,0 0 0,0 0 16,0 2-16,0-2 16,-1 15-16,0 2 15,0 9-15,1 6 16,-1 1-16,0 0 16,0-4-16,1 2 15,-1 1 1,1 5-16,-1 0 15,0-1-15,0-3 16,2-1-16,2 2 16,3 2-16,3-1 15,-1-5-15,0-2 16,0-3-16,-1-1 16,0-1-1,0 1-15,-1 1 0,1 0 16,-2-4-16,0-2 15,-2-4 1,0-3-16,0 0 16,0-2-16,0 0 15,1 0-15,0 0 16,0 0-16,1 1 16,0-1-16,1 0 15,-1 1 1,0-1-16,0 1 15,0-1-15,-1-1 16,0 0-16,0-2 16,-4-7-16,4 11 15,-4-11-15,3 8 16,-3-8-16,0 0 16,2 9-16,-2-9 15</inkml:trace>
  <inkml:trace contextRef="#ctx0" brushRef="#br1" timeOffset="9840.43">11172 4443 0,'0'0'0,"0"0"0,0 0 0,0 0 15,0 0-15</inkml:trace>
  <inkml:trace contextRef="#ctx0" brushRef="#br1" timeOffset="10541.97">11433 4423 0,'0'0'0,"0"0"0,0-2 16,0 2-16,0 0 15,0-7 1,0 7-16,0 0 16,10-5-16,3 2 15</inkml:trace>
  <inkml:trace contextRef="#ctx0" brushRef="#br1" timeOffset="11106.18">11720 4399 0,'0'0'0,"0"0"0,0 0 0,2-4 16,-2 4-16,10-11 16,2 3-16,4 5 15</inkml:trace>
  <inkml:trace contextRef="#ctx0" brushRef="#br1" timeOffset="11628.6">12082 4418 0,'0'0'0,"-1"-3"0,1 3 16,0 0-16,-1-9 16,1 9-16,1-6 15,-1 6-15</inkml:trace>
  <inkml:trace contextRef="#ctx0" brushRef="#br1" timeOffset="12221.95">11100 4685 0,'0'0'0,"0"0"0,0 0 0,0 0 15,1-2-15,-1 2 16,0 0-16,0 0 16,13-5-16</inkml:trace>
  <inkml:trace contextRef="#ctx0" brushRef="#br1" timeOffset="12494.09">11531 4716 0,'0'0'0,"0"0"0,1-2 16,-1 2-16,6-6 15,-6 6-15,13-4 16</inkml:trace>
  <inkml:trace contextRef="#ctx0" brushRef="#br1" timeOffset="12969.64">11902 4705 0,'0'0'0,"0"0"0,0 0 15,0 0-15,0 0 16,0 0-16,0 0 16,4 3-16</inkml:trace>
  <inkml:trace contextRef="#ctx0" brushRef="#br1" timeOffset="13346.15">12134 4683 0,'0'0'0,"0"0"0,0 0 0,0 0 16,0 0-16,0 0 15,0 0-15,0 0 16,0 0-16,0 0 16,5 3-16</inkml:trace>
  <inkml:trace contextRef="#ctx0" brushRef="#br1" timeOffset="13761.44">12123 4994 0,'0'0'0,"0"0"0,0 0 16,0 0-16,0 0 15,0 0-15,0 0 16,0 0-16,0 0 16</inkml:trace>
  <inkml:trace contextRef="#ctx0" brushRef="#br1" timeOffset="14026.24">11866 4920 0,'0'0'0,"0"0"16,0 0-16,0 0 16,0 0-16,3-1 15</inkml:trace>
  <inkml:trace contextRef="#ctx0" brushRef="#br1" timeOffset="14370.81">11493 4944 0,'0'0'0,"0"0"0,0 0 16,-2-2-1,2 2-15,0 0 16,0 0-16,0 0 16,0 0-16,0 0 15,0 0-15,0 0 16</inkml:trace>
  <inkml:trace contextRef="#ctx0" brushRef="#br1" timeOffset="14642.55">10940 4948 0,'0'0'0,"0"0"15,0-2-15,0 2 16,0 0-16,0 0 16,0 0-16</inkml:trace>
  <inkml:trace contextRef="#ctx0" brushRef="#br1" timeOffset="14926.94">11159 5182 0,'0'0'0,"0"0"0,0-1 16,0 1-16,0 0 16,0 0-16,0 0 15,0 0-15</inkml:trace>
  <inkml:trace contextRef="#ctx0" brushRef="#br1" timeOffset="15250.54">11538 5153 0,'0'0'0,"0"0"0,0 0 0,0 0 15,0 0-15,0 0 16,0 0-16,0 0 16,0 0-16,0 0 15,3 0-15,-3 0 16,10 1-16</inkml:trace>
  <inkml:trace contextRef="#ctx0" brushRef="#br1" timeOffset="15832.34">11914 5155 0,'0'0'0,"0"-2"15,0 2-15,0 0 16,0 0-16,0 0 15,2-6-15</inkml:trace>
  <inkml:trace contextRef="#ctx0" brushRef="#br1" timeOffset="16084.92">12231 5132 0,'0'0'0,"0"0"15,0 0-15,0 0 16,0 0-16,0 0 15,2-5-15</inkml:trace>
  <inkml:trace contextRef="#ctx0" brushRef="#br1" timeOffset="22608.12">11192 4363 0,'0'0'0,"0"0"0,-3 0 0,3 0 16,-11-2-16,1 0 15,-1-1-15,-3-2 16,2-1-16,2 0 16,2-2-16,0-1 15,3-1 1,0-7-16,5-6 15,0-6-15,6-3 16,1 2-16,0 4 16,2 1-16,2 2 15,1-1-15,2 1 16,0-1-16,2-3 16,1 0-16,3-3 15,6-1 1,5-2-16,5-4 15,2-3-15,-1 1 16,-2 2-16,-1 2 16,-2 4-16,-1 3 15,-2 1-15,-1 2 16,2-1-16,0 0 16,0 2-16,1 0 15,3 1-15,2 0 16,3 1-1,2-1-15,1 2 16,2-1-16,-1 1 16,-5 3-16,0-1 15,-4 3-15,-4 2 16,0 1-16,-4 0 16,-2 3-16,-1-1 15,-3 2-15,-3 2 16,-2 1-16,-3 0 15,-1 3 1,-11 3-16,17-7 16,-17 7-16,10-5 15,-10 5-15,0 0 16,9-7-16,-9 7 16,0 0-16,2-10 15,-2 10 1,-5-14-16,-1 5 15,-2 0-15,-1 1 16,-1 1-16,0 1 16,-1-1-16,-2 0 15,1 1-15,1-1 16,1 4-16,0-1 16,-3 0-16,-2 0 15,-2 0 1,-1 3-16,1 0 15,1 2-15,0 0 16,-1 2-16,1-1 16,3 1-16,2 0 15,1 1-15,10-4 16,-16 11-16,16-11 16,-11 9-16,11-9 15,0 0-15,-9 8 16,9-8-1,0 0-15,0 0 16,0 0-16,0 0 16,25 7-16,-3-7 15,6-1-15,2-1 16,2-2-16,3-1 16,-2 1-16,-2-1 15,-5 2-15,-2 1 16,-4-2-16,-2 3 15,-4-1 1,-4 1-16,-10 1 16,14 0-16,-14 0 15,11 0-15,-11 0 16,10 6-16,-10-6 16,8 11-16,-8-11 15,6 13-15,-3-6 16,0 4-1,0 3-15,1 5 16,-3 3-16,0 1 16,-1 1-16,-1 4 15,-1 2-15,-1 3 16,-3 0-16,1-4 16,-1-4-16,0-3 15,0-6-15,1 0 16,2-4-1,0-5-15,3-7 16,-4 10-16,4-10 16,0 0-16</inkml:trace>
  <inkml:trace contextRef="#ctx0" brushRef="#br1" timeOffset="24987.32">12630 2635 0,'3'0'0,"-3"0"0,23 0 15,9 0-15,10-1 16,-5 0-16,-5 0 15,-3 3-15,-6 5 16,0 7-16,-3 5 16,-2 7-1,-5 8-15,-3 8 16,-3 9-16,-4 7 16,-2 2-16,-4-1 15,2 1-15,-3-1 16,1-2-16,0-3 15,1-6-15,2-4 16,5-5-16,3-10 16,2-9-16</inkml:trace>
  <inkml:trace contextRef="#ctx0" brushRef="#br1" timeOffset="25421.56">13467 2974 0,'0'0'0,"0"0"16,0 0-16,0 3 16,0-3-16,-7 13 15,0 4-15,-4 6 16,-2 7-16,-1 2 15,5 0-15,3-1 16,4-2-16,4-3 16,3-5-1,7-3-15,6-2 16,7-6-16,6-10 16,11-13-16,12-22 15,8-16-15,-1-11 16,-15 4-16,-11 6 15,-15 7-15,-15 9 16,-9 3-16,-7 5 16,-4 6-16,-2 4 15,3 8 1,0 4-16,-6 4 16,-15 8-16,-23 4 15,-2 4-15,15 0 16,15 0-16</inkml:trace>
  <inkml:trace contextRef="#ctx0" brushRef="#br1" timeOffset="26045.97">12580 1939 0,'0'0'0,"0"0"0,0 0 0,0 0 15,8 1 1,2 1-16,6 5 16,0 4-16,-3 7 15,-5 7-15,-4 8 16,-7 4-16,-2-1 15,-1 0-15,-1-7 16,1-3-16,2-7 16,1-6-16,9-1 15,16 1 1,24-5-16,17-9 16,7-9-16,-1-8 15,-7-3-15,-4-1 16,-4-8-16</inkml:trace>
  <inkml:trace contextRef="#ctx0" brushRef="#br1" timeOffset="26436.89">13240 2003 0,'0'0'0,"-2"3"0,-6 3 16,-16 11-16,-10 6 16,1-2-16,9-7 15,7-2 1,5 0-16,7-1 16,8 1-16,9 3 15,13 2-15,7 4 16,2-4-16,-5-2 15,-6-4-15,-6 1 16,-9 4-16,-6 9 16,-12 8-16,-11 7 15,-7 2-15,-7-1 16,-3 0 0,-2-2-16,4-9 15,12-10-15,8-8 16,16-12-1</inkml:trace>
  <inkml:trace contextRef="#ctx0" brushRef="#br1" timeOffset="26796.12">13726 1973 0,'0'0'0,"0"0"0,-2 2 16,-8 4-16,-14 11 15,-9 7-15,1 3 16,9 0-16,4 0 16,8-3-1,4 1-15,5-2 16,4-1-16,8-2 15,2 0-15,8 3 16,4-1-16,-1-3 16,-3-4-16,-5-2 15,-3-3 1,-6 7-16,-13 5 16,-20 13-16,-31 10 15,-20 7-15,-20-4 16,-10-9-16</inkml:trace>
  <inkml:trace contextRef="#ctx0" brushRef="#br1" timeOffset="31356.67">11130 4268 0,'0'0'0,"5"-5"0,5-2 16,18-14-16,12-8 16,9-8-16,4 1 15,10-2-15,10-1 16,2 4-16,9-4 16,2 4-16,8 0 15,3 1-15,3 1 16,0 2-1,2-2-15,-5 3 16,-2 2-16,2 3 16,-4 3-16,-2 5 15,-7 2-15,-1 1 16,-9 2-16,-6 1 16,-9 3-16,-8 3 15,-4 2-15,-7 0 16,-4 0-16,-6 1 15,-7 1 1,-7 0-16,-4 1 16,-12 0-16,11-1 15,-11 1-15,0 0 16,0 0-16,-8-16 16,-11 3-16,-7-4 15,1 4-15,-2 2 16,0 3-16,0 0 15,1 2-15,2 1 16,4 1-16,3 1 16,3 1-1,2 0-15,12 2 16,-13-1-16,13 1 16,0 0-16,0 0 15,0 0-15,0 0 16,0 0-16,0 0 15,25 4 1,1-1-16,3 0 16,-1 2-16,-2 0 15,-4 6-15,-2 3 16,-6 3-16,-6 4 16,-8 8-16,-10 2 15,-11 7-15,-10 4 16,-5-2-16,1-5 15,8-9-15,10-11 16,9-7 0,8-8-16</inkml:trace>
  <inkml:trace contextRef="#ctx0" brushRef="#br1" timeOffset="31807.2">13573 3415 0,'0'0'0,"0"0"0,0 0 15,0 0-15,1 2 16,-1-2 0,6 13-16,1 3 15,3 4-15,3 5 16,2 3-16,4 2 16,1 0-16,-1-3 15,0-3-15,0-3 16,-3-3-16,1-3 15,-5-4-15,-1-1 16,-1-3 0,-10-7-16,12 11 15,-12-11-15,0 0 16,9 7-16,-9-7 16,0 0-16,0 0 15,0 0-15,0 0 16,0 0-16,0 0 15</inkml:trace>
  <inkml:trace contextRef="#ctx0" brushRef="#br1" timeOffset="32341.53">13966 3381 0,'0'0'0,"0"0"0,0 0 0,0 0 0,0 0 0,-1 2 16,1-2-1,-2 7-15,0 2 16,-1 4-16,-1 4 16,-1 4-16,-1 1 15,-1 1-15,-1-1 16,-1 2-16,0-2 15,-1-2-15,1-1 16,1-4 0,-1 0-16</inkml:trace>
  <inkml:trace contextRef="#ctx0" brushRef="#br1" timeOffset="32683.69">13817 3645 0,'0'0'0,"0"0"0,0 0 0,0 0 0,0 0 16,0 0-16,-1 4 15,1 2-15,-2 9 16,-2 11-16,-2 9 15,2 5 1,1-1-16,1-1 0,1-5 16,0 3-1,0-2-15,0-3 16,1-5-16,-2-4 16,2-6-16</inkml:trace>
  <inkml:trace contextRef="#ctx0" brushRef="#br1" timeOffset="32996.41">14203 3469 0,'0'0'0,"0"0"0,0 0 0,0 0 16,0 0-16,0 5 16,0 8-16,0 18 15,0 17-15,0 6 16,-1-2-16,-4 2 15,-1-2-15,-1-6 16,0-8-16</inkml:trace>
  <inkml:trace contextRef="#ctx0" brushRef="#br1" timeOffset="33590.37">12297 3806 0,'0'0'0,"0"0"16,0 0-16,0 2 15,0-2-15,0 0 16,0 0-16,0 6 16,0-6-16,26 21 15,10-1 1,8 2-16,8 0 16,5-3-16,11-1 15,4 0-15,5 0 16,2-3-16,-1 3 15,5-1-15,-4-1 16,-1 0-16,1 0 16,-3 0-1,-1-2-15,-6-1 0,-2-3 16,-9-1 0,-5-2-16,-6-1 15,-8-1-15,-6-1 16,-7-1-16,-10-1 15</inkml:trace>
  <inkml:trace contextRef="#ctx0" brushRef="#br1" timeOffset="33949.91">13554 4008 0,'0'0'0,"0"0"0,0 2 15,0-2-15,0 0 16,2 7 0,3 1-16,5 9 15,6 5-15,4 2 16,5 1-16,-2-2 15,1-1-15,-4-2 16,-2 1-16,-8 6 16,-7 5-16,-8 3 15,-11 3-15,-12 6 16,-4-1 0,0-9-16,7-7 15,9-12-15,7-7 16</inkml:trace>
  <inkml:trace contextRef="#ctx0" brushRef="#br1" timeOffset="34371.86">14008 4265 0,'0'0'0,"0"3"15,0-3-15,7 25 16,3 9 0,7 5-16,1 0 15,-3-5-15,-1-4 16,-3-9-16,-3-2 15,-1-7-15,-1-4 16,2-1-16,3-5 16,11-9-16,9-14 15,6-17 1,2-10-16,-6 3 16,-5 5-16,-6 6 15,-4 5-15,-3 4 16,-5 8-16,-4 4 15,-2 6-15,-4 7 32,4-12-32,-4 12 15</inkml:trace>
  <inkml:trace contextRef="#ctx0" brushRef="#br1" timeOffset="34637.57">14177 4544 0,'0'0'0,"0"3"0,0-3 0,-1 7 0,-1 5 15,-2 7-15,0 5 16,-2 8-16,-1 11 15,2-9-15,0-2 16,0 2-16,0-6 16,-1 12-16</inkml:trace>
  <inkml:trace contextRef="#ctx0" brushRef="#br1" timeOffset="35028">14455 4545 0,'0'0'0,"2"-1"0,-2 1 0,0 0 0,9-8 15,1 1-15,2 4 16,0-1-16,0 6 15,-1 3-15,-1 13 16,-4 10-16,-8 7 16,-10 5-16,-9-2 15,-4-1-15,-3-4 16,-6 4-16,9-9 16,6-8-1,4-3-15,9-11 16,6-6-16,0 0 15,41 6-15,28-9 16,10-20-16,-3-2 16,0-5-16,-4 0 15,-14 4-15,-5 1 16,-14 8 0,-10 3-16,-12 6 15,-11 0-15</inkml:trace>
  <inkml:trace contextRef="#ctx0" brushRef="#br1" timeOffset="35905.68">12428 3801 0,'0'0'0,"0"3"0,0-3 0,0 0 0,1 9 16,0 4-16,2 11 15,7 27-15,5 10 16,8 15-16,3-4 16,6 12-16,5 8 15,2-3-15,3-13 16,8-3-16,3 2 16,5 4-16,-1-13 15,5 3 1,2-24-16,53 32 31,-5-5-31,1-10 16,-14-10-16,-41-24 15,10 5-15,-8-3 16,-5-3-16,-10-4 16,-10-3-1,-6-5-15,-7-2 16,-7-5-16,-4-4 15,-11-4-15,13 0 16,-8-5-16,-2-9 16,-6-8-16,-6-9 15,-6-3 1,-4 1-16,-2 3 0,-1 2 16,3 4-1,2 7-15,3 4 16,4 4-16,10 9 15,-12-9-15,12 9 16,0 0-16,0 0 16,0 0-16,0 0 15,-1 17-15,18 3 16,6 6-16,4 0 16,-2 0-1,0-1-15,-5 2 16,-7-1-16,-6 2 15,-11 3-15,-10 0 16,-6 5-16,-4-7 16,2-6-16,2-9 15,-1-15 1</inkml:trace>
  <inkml:trace contextRef="#ctx0" brushRef="#br1" timeOffset="36244.68">13864 5053 0,'0'0'0,"0"0"16,0 0-1,3 5-15,1 7 16,5 8-16,2 11 15,5 7-15,0 4 16,2 1-16,2-3 16,4-3-16,3-2 15,0-4-15,2-6 16,-3-7-16,-1-7 16,-1-7-1,0-8-15,1-13 16,0-4-16,-2-9 15,-5-5-15,-2-4 16,-3-3-16,-4 4 16,-3 6-16,-1 4 15,-1 1-15,1-4 16</inkml:trace>
  <inkml:trace contextRef="#ctx0" brushRef="#br1" timeOffset="36612.18">14398 5137 0,'0'0'0,"0"0"0,0 0 0,0 0 0,0 3 16,-2 5-16,-1 8 16,-4 9-16,-8 10 15,-6 3-15,-5 1 16,-3 0-16,-3-1 16,1-2-16,1 1 15,4-7 1,5-7-16,4-5 15,10-11 1,7-7 0</inkml:trace>
  <inkml:trace contextRef="#ctx0" brushRef="#br1" timeOffset="36876.4">14092 5565 0,'0'0'0,"1"5"0,2 5 16,2 15-1,-1 12-15,-7 0 16,2 3-16,-2 10 15,0 1-15,-3 3 16,-3-11-16,0-7 16,3-11-16,1-3 15,3-6 1</inkml:trace>
  <inkml:trace contextRef="#ctx0" brushRef="#br1" timeOffset="37615.57">14464 5781 0,'0'0'0,"0"0"0,0 0 0,1-3 0,-1 3 16,7-15-16,0 1 16,4 1-16,3-2 15,4 2-15,0 4 16,0 1-1,-2 3-15,-1 2 16,0 3-16,-1 5 16,-1 4-16,-4 4 15,-2 5-15,-7 8 16,-7 7-16,-7 6 16,-6 2-16,-1-9 15,1-6-15,4-8 16,3-5 15,5-4-31,8-9 16,0 0-16,0 0 15,0 0-15,-6-7 16,11-4-16,6-5 16,2 3-16,6 3 15,0 5-15,3 5 16,-2 5-16,-3 5 15,-1 3 1,-2 7-16,-2 8 16,-4 0-16,-3-2 15</inkml:trace>
  <inkml:trace contextRef="#ctx0" brushRef="#br1" timeOffset="37739.97">14432 6131 0,'0'0'0,"-2"-2"0,2 2 0,0 0 0,-21-21 15</inkml:trace>
  <inkml:trace contextRef="#ctx0" brushRef="#br1" timeOffset="39966.14">14539 3648 0,'0'0'0,"0"0"16,0 0-16,0 0 15,0 0-15,0 0 16,0 0-16,0 0 15,0 0-15,0 0 16,0 0 0,4-3-16,-4 3 15,25-17-15,0 0 16,5-3-16,0 1 16,1 2-16,0 3 15,2 1-15,0 3 16,2 3-16,-3 1 15,1 1-15,-5 0 16,-2 0-16,-3 1 16,-1 0-1,-4 0-15,-2 3 16,-5 0-16,-11 1 16,13-1-16,-13 1 15,0 0-15,0 0 16,10-1-16,-10 1 15,0 0-15,0 0 16,0 0-16,0 0 16,0 0-1,0 0-15,-17-16 16,-8 1-16,-9-4 16,-3 2-16,3 3 15,6 4-15,5 4 16,3 1-16,6 2 15,2 0-15,12 3 16,-11-3-16,11 3 16,0 0-1,0 0-15,0 0 16,0 0-16,0 0 16,0 0-16,0 0 15,0 0-15,14-4 16,1 3-16,0 1 15,0 1-15,-1 1 16,0 2-16,0 3 16,1 2-1,-3 4-15,-2 0 16,-3 2-16,-2 4 16,-4 5-16,-6 2 15,-2 4-15,-1 0 16,-3-3-16,2-3 15,1-6 1,2-5 0</inkml:trace>
  <inkml:trace contextRef="#ctx0" brushRef="#br1" timeOffset="40646.96">15302 3290 0,'0'0'0,"0"0"0,0 0 0,0 2 16,0-2-16,0 0 15,0 8 1,0 4-16,1 10 16,1 9-16,1 2 15,0 4-15,1 4 16,-1 0-16,0 2 15,0-2-15,-1-2 16,0-1-16,0 1 16,0 1-1,-1-2-15,1-6 16,-2-7-16,4-7 16</inkml:trace>
  <inkml:trace contextRef="#ctx0" brushRef="#br1" timeOffset="41521.75">15268 3420 0,'0'0'0,"0"-4"0,0 4 0,-1-7 0,-1-8 16,0-5-1,-1-3-15,0 1 0,0 0 16,0 0 0,2-2-16,3-1 15,3-2-15,4 1 16,4 1-16,2 1 15,4 1-15,4 2 16,3 5-16,0 2 16,0 3-1,2 3-15,2 5 16,1 3-16,0 3 16,3 4-16,2 4 15,-9 2-15,-4 5 16,-6 6-16,-6 4 15,-7 2-15,-8 0 16,-13 1-16,-10 4 16,-8 1-16,-11 1 15,10-6 1,6-4-16,3-4 16,4-4-16,2-3 15,2-2-15,2-2 16,4-5-16,4 1 15,9-8-15,-12 7 16,12-7-16,0 0 16,0 0-16,-10 5 15,10-5-15,0 0 16,0 0 0,0 0-16,-4 7 15,4-7-15,5 6 16,2 3-16,2 1 15,2 4-15,4 4 16,1 1-16,2 5 16,-1-2-16,4 4 15,1 3 1,1 0-16,1 2 16,-1-4-16,7 2 15,-6-3-15,-7-6 16,0 0-16,-3-5 15,-1 0-15,-2-2 16,1 0-16,-3-2 16,-2-3-16,-7-8 15,12 10-15,-12-10 16,20-1 0</inkml:trace>
  <inkml:trace contextRef="#ctx0" brushRef="#br1" timeOffset="48788.18">14800 4550 0,'1'-1'0,"-1"1"0,11-8 16,6-4-16,12-6 15,8 1-15,6 5 16,-3 4-16,-4 7 16,-3-1-16,2 2 15,1 0 1,-2 2-16,-6 1 16,-4 0-16,-4 0 15,-3 0-15,-1 0 16,-2-2-16,-1 0 15,-2 0-15,-11-1 16,16 1-16,-16-1 16,0 0-16,11 0 15,-11 0-15,0 0 16,0 0 0,-1-6-16,1 6 15,-16-12-15,3 2 16,-2-1-16,0 0 15,2 1-15,0 1 16,-2 0-16,1 1 16,1 1-16,0 0 15,2 1 1,11 6-16,-14-10 16,14 10-16,-5-9 15,5 9-15,1-11 16,2 4-16,4 1 15,3 0-15,2 2 16,-1 0-16,1 4 16,-2 0-16,0 4 15,1 2 1,-2 1-16,0 2 16,-2 3-16,-1 1 15,-1 1-15,-2 1 16,-3 0-16,-1 5 15,-3-3-15,-1 1 16,-3-2-16,0-2 16,-2-1-1,-3 1-15,0-1 0,-3 0 16,0-2 0,-2-1-16,-2 0 15</inkml:trace>
  <inkml:trace contextRef="#ctx0" brushRef="#br1" timeOffset="50402.07">15659 4314 0,'0'0'0,"0"0"16,0 0-16,0 0 15,0 1-15,0-1 16,0 0 0,-3 8-16,3-8 15,-10 10-15,2-3 16,-1 2-16,-5 5 15,-1 1-15,-3 3 16,-1 1-16,0 1 16,1 2-16,0 1 15,1 4-15,2-2 16,0 0 0,1 0-16,1 1 15,2-2-15,3-2 16,2-2-16,2 4 15,0-1-15,2-7 16,3-4-16,2-2 16,2 0-16,2-2 15,2 0-15,1-2 16,1-2 0,0-3-16,-1 0 15,-10-1-15,17-2 16,-17 2-16,12-4 15,-12 4-15,9-7 16,-5-1-16,-1 1 16,-3 7-16,2-12 15,-3 5-15,-4-3 16,-1 1-16,-1-1 16,0-1-1,-1 4-15,2-1 16,-1 1-16,1 0 15,6 7-15,-8-8 16,8 8-16,0 0 16,-4-6-16,4 6 15,7-11-15,7 0 16,7 3 0,3 0-16,0 1 15,1 3-15,-4 1 16,-1 3-16,-4 0 15,-3 2-15,-2 0 16,-2 0-16,-9-2 16,17 5-16,-17-5 15,12 6-15,-12-6 16,10 13 0,-5-4-16,0 4 15,-2 3-15,-2 3 16,-1 2-16,-4 3 15,-1 3-15,0 0 16,0-3-16,-1 0 16,1-2-16,-1 2 15,1-1-15,0-1 16,1-3-16,1-7 16</inkml:trace>
  <inkml:trace contextRef="#ctx0" brushRef="#br1" timeOffset="51951.48">14570 5552 0,'0'0'0,"0"0"0,0 0 16,0-1-16,0 1 15,0 0-15,5-7 16,-5 7-16,20-11 16,1 1-16,4 2 15,4 0-15,4 1 16,1 2-16,1 2 16,-1 1-1,-2 2-15,0 3 16,-2 0-16,-1 1 15,-1 1-15,-4 0 16,-1 1-16,-3 0 16,-2-1-16,0 2 15,-1-1-15,-2 1 16,-1-3-16,-4 0 16,-10-4-16,15 6 15,-15-6 1,0 0-16,11 4 15,-11-4-15,0 0 16,0 0-16,0 0 16,0 0-16,0 0 15,0 0-15,1-10 16,-3 2-16,-2-4 16,0 0-16,-2-1 15,0 0 1,1 3-16,1 3 15,4 7-15,-6-11 16,6 11-16,-4-9 16,4 9-16,0 0 15,-3-8-15,3 8 16,0 0-16,0 0 16,0 0-16,0 0 15,11 4-15,-2 4 16,2-1-1,-2 3-15,0-1 16,-4 3-16,-1 1 16,-2 0-16,-3 0 15,-3 2-15,-2 2 16,-4 2-16,-3 2 16,0-5-16,1-4 15,3-3 1,2-3-16,7-6 15,-12 10-15</inkml:trace>
  <inkml:trace contextRef="#ctx0" brushRef="#br1" timeOffset="52341.43">15456 5419 0,'0'0'0,"0"0"16,0 0-1,-1 2-15,1-2 16,0 0-16,0 0 16,-2 7-16,1-1 15,-2 7-15,-2 7 16,0 4-16,-2 7 16,0 2-16,-1 1 15,1 1-15,0-3 16,1-1-1,1-3-15,-1-1 16,1-2-16</inkml:trace>
  <inkml:trace contextRef="#ctx0" brushRef="#br1" timeOffset="53217.46">15242 5456 0,'0'0'0,"1"0"0,-1 0 0,0 0 0,6-13 16,1-1-1,-1 1-15,1-2 16,4 1-16,5 0 16,4-1-16,4 3 15,5 2-15,1 0 16,1 4-16,-2 2 16,-1 1-16,-2 3 15,-2 0-15,7 4 16,-1-1-16,-4 3 15,-3 0 1,-3 3-16,-4 0 16,-2 4-16,-2 2 15,-6 1-15,-4 3 16,-6 5-16,-5-1 16,-7 0-16,-10-2 15,-5 1-15,-5-3 16,2-2-1,6-4-15,8-4 16,3-1-16,6-2 16,11-6-16,-15 7 15,15-7-15,0 0 16,-9 5-16,9-5 16,0 0-16,0 0 15,0 0-15,0 0 16,0 0-1,16-7-15,-3 4 16,3 0-16,1 2 16,2 4-16,7 3 15,-2 4-15,0 1 16,-3 5-16,-4 2 16,-4 1-16,-4 2 15,-2-1-15,-5 1 16,-2-1-16,-3-3 15,-5 2 1,-2 2-16,-5-2 16,-6 0-16,0-4 15,-7-3-15,-5-3 16,6-5-16,0-4 16,4-5-16,3-4 15,3 0-15,1-2 16,-1-4-16,-4-5 15,0-2 1,-3-6-16</inkml:trace>
  <inkml:trace contextRef="#ctx0" brushRef="#br1" timeOffset="57962.28">15646 2645 0,'0'0'0,"0"0"0,-1-2 15,1 2-15,0 0 16,-11-7 0,11 7-16,-20-8 15,6 4-15,-1 0 16,0 2-16,0 1 16,1 0-16,1 1 15,-2 0-15,1 1 16,-1-1-16,1 0 15,-2 1 1,0 1-16,0 2 16,1 1-16,0 1 15,1 1-15,1-1 16,0 1-16,-1 0 16,1 1-16,0 1 15,1 0-15,0 1 16,0 2-16,0 3 15,1 0-15,2-1 16,1-2-16,1 1 16,-1-1-1,2 0-15,-2 1 16,1-2-16,1 0 16,0 4-16,0 1 15,-1 2-15,1 2 16,0-1-16,-1 1 15,2-2-15,1-3 16,0 1-16,-1 0 16,0 1-1,1-1-15,0 0 16,-1 1-16,1 2 16,-1-2-16,1-2 15,1 0-15,0-2 16,0 1-16,0 0 15,0 1-15,0-2 16,1 0-16,1-1 16,0 0-1,0 1-15,1 0 16,-1 2-16,1-1 16,0-2-16,0 1 15,0-1-15,0 0 16,0 3-16,0 0 15,1 1-15,-1 2 16,1-1 0,0 0-16,-1 0 15,1 1-15,-1-2 16,2-1-16,-2 1 16,1 0-16,0 1 15,0 0-15,-1-1 16,1-1-16,0 1 15,0 1-15,0-2 16,-1 1-16,1 0 16,0 0-1,0 1-15,-1 1 16,1-1-16,0-1 16,0-1-16,-1 0 15,1 0-15,0-1 16,0 1-16,-1-2 15,1 0-15,-1 0 16,1 1 0,0 0-16,0 1 15,-1-1-15,1 0 16,0 0-16,0 3 16,0-1-16,1 1 15,-1 1-15,1-1 16,-1 0-16,1 2 15,-1 1-15,-2 1 16,-1 1-16,1-3 16,-1 0-1,1 0-15,-1-1 16,1 0-16,-1-1 16,1 2-16,-1 0 15,1 0-15,0 3 16,-1 1-16,1-2 15,-1 0-15,1 1 16,-1 2 0,1 1-16,-1 4 15,0-2-15,1-2 16,-1 1-16,0 0 16,1 0-16,0 3 15,0-3-15,-1 0 16,1-4-16,-1 0 15,1-2-15,-1 2 16,1 1 0,0-1-16,1 1 15,0-1-15,0 2 16,0 0-16,0-2 16,0 2-16,1 0 15,-1 0-15,2 4 16,-1 1-16,1-1 15,0 1-15,-1-2 16,0 0-16,1 0 16,-1 1-1,3 1-15,-1 0 16,0-1-16,0 0 16,0 1-16,0-1 15,2-1-15,0-1 16,0 2-16,1 1 15,0 1-15,0 2 16,0-2-16,-1-1 16,0-2-16,0-1 15,0 2-15,0-1 16,1-2 0,1 3-16,-1-2 15,0 2-15,0-3 16,0-2-16,0 2 15,1-2-15,0 0 16,0-3-16,0-1 16,1 0-1,1 2-15,1-2 16,-1-1-16,1-1 16,-1-2-16,0-2 15,1 1-15,0-1 16,2 0-16,0 2 15,2 0-15,-2-2 16,1-2-16,-3-1 16,0-2-1,-2-1-15,-8-7 16,16 11-16,-16-11 16,12 6-16,-12-6 15,11 4-15,-11-4 16,14 1-16,-14-1 15,19-6-15,-7 0 16,1-3-16,-2 1 16,2-2-16,-2 1 15,1-1 1,2-2-16,0 0 16,-1-1-16,0 2 15,0 0-15,-2 1 16,0-3-16,-1 2 15,-1-2-15,-1 1 16,3-2-16,-1-2 16,0 2-16,0 0 15,-1 1-15,-1 3 16,-1-1 0,0 1-16,-7 10 15,0 0-15,4-8 16,-4 8-16,6-13 15,-5 6-15,0-1 16,2 0-16,-2-1 16,1-1-16,-1-1 15,2-1-15,-2 0 16,1 0 0,0-1-16,1 0 15,-1 0-15,0 1 16,2 1-16,-3 0 15,0-1-15,1 1 16,0-2-16,-1-3 16,0 0-16,0-3 15,0 1 1,-1 2-16,1 0 16,0 2-16,1 0 15,-2 0-15,1-4 16,0-2-16,-1 0 15,0-1-15,0-2 16,0 0-16,0-3 16,1-2-16,-1-1 15,1 0 1,0-1-16,-1 1 16,1-3-16,0-1 15,0 1-15,0 1 16,0 1-16,-1 3 15,1-1-15,0-3 16,0-1-16,-1 2 16,2 0-16,-1-1 15,0 1-15,-1 0 16,0 0 0,0-2-16,0-1 15,0-5-15,0 3 16,0-1-16,0 3 15,0 1-15,0-6 16,0 3-16,0-2 16,0 1-16,0-4 15,0 3-15,0-8 16,0 3-16,0 0 16,0-2-1,0 2-15,0 0 16,0-1-16,0 4 15,0-3-15,0 4 16,0 0-16,0-3 16,0-1-16,0-6 15,0 0-15,0 3 16,0 3 0,0 4-16,0-5 15,0 5-15,0-1 16,0 2-16,0 2 15,0-2-15,0 0 16,0 0-16,0 0 16,0 0-16,0 4 15,0 0-15,0 0 16,0 3 0,0 1-16,0 2 15,0-1-15,0 0 16,0 1-16,0-1 15,0 2-15,0-2 16,0 0-16,0 0 16,0 3-16,0 2 15,0 4-15,0 2 16,0 2 0,0 4-16,0 4 15,0 7-15,0-11 16,0 11-16,0-9 15,0 9-15,-1-9 16,1 9-16,-3-8 16,3 8-16,0 0 15,-2-7-15,2 7 16,0 0 0,0 0-16,-4-8 15,4 8-15,0 0 16,0 0-16,-10-5 15,10 5-15,0 0 16,0 0-16,-10-1 16,10 1-16,0 0 15,0 0-15,0 0 16,-11 0 0,11 0-16,0 0 15,0 0-15,0 0 16,0 0-16,-10 0 15,10 0-15,0 0 16,-13-4-16,13 4 16,-12-5-16,12 5 15,0 0-15,-11-5 16,11 5-16,0 0 16,-12-5-1,12 5-15,0 0 16,-12-5-16,12 5 15,0 0-15,-14-6 16,14 6-16,-11-4 16,11 4-16,-13-5 15,13 5 1,-15-5-16,15 5 16,-10-4-16,10 4 15,-11-5-15,11 5 16,0 0-16,-13-4 15,13 4-15,0 0 16,-11-10-16,-7-13 16</inkml:trace>
  <inkml:trace contextRef="#ctx0" brushRef="#br1" timeOffset="62340.7">15362 6278 0,'0'0'0,"0"0"0,0 0 15,-4-2 1,4 2-16,-14-7 16,3 3-16,0 1 15,-1-2-15,0 1 16,-1 0-16,-1-1 16,-1 1-16,-1 2 15,0 0-15,1 1 16,0 1-16,1 1 15,1 1 1,1 0-16,0 2 0,-3 0 16,0 3-1,-4 3-15,0 2 16,-3 4-16,-1 1 16,2 2-16,0-1 15,3 1-15,1-1 16,1 2-16,1 0 15,1 2-15,1-2 16,1-1 0,2-1-16,1-1 15,0-1-15,1-1 16,-1 0-16,1-2 16,2-2-16,1-2 15,1-2-15,-1 0 16,3-1-16,2-6 15,-4 9-15,4-9 16,0 0 0,0 0-16,0 0 15,0 0-15,0 0 16,-13-7-16,8 0 16,-1-4-16,1-4 15,-1-3-15,0-1 16,1 2-16,0 0 15,2 5-15,1 3 16,-1 2 0,3 7-16,-3-11 15,3 11-15,0 0 16,-2-7-16,2 7 16,0 0-16,0 0 15,-9 9-15,2 4 16,1 6-16,2 2 15,4 2-15,3-2 16,1-1-16,1 0 16,2-1-1,0-1-15,1-6 16,3 0-16,5 0 16,3-2-16,6-5 15,3-9-15,4-6 16,4-5-16,4-2 15,-1-1-15,-2 0 16</inkml:trace>
  <inkml:trace contextRef="#ctx0" brushRef="#br1" timeOffset="70875.57">14152 1909 0,'0'0'0,"0"0"0,0 0 0,-1-3 0,1 3 16,-8-12-16,-3 1 15,-6-4-15,-1 1 16,-4-4-16,-2 1 15,-4-4-15,-4-2 16,-2 3 0,-3-1-16,-4 5 15,-2 0-15,-7-3 16,2 1-16,-2-2 16,-4 1-16,2 0 15,-2-1-15,-3 0 16,1-1-16,3 1 15,-10 1-15,5 8 16,-4-2-16,-1 5 16,0 6-1,-3-2-15,2 1 16,-2 0-16,-6 7 16,-4 24-16,5-6 15,4 0-15,-2 5 16,5-5-16,-4 4 15,1 2-15,0 12 16,9 14-16,-3-1 16,5 4-1,12-7-15,5 2 16,7 2-16,13 4 16,4-2-16,7 3 15,10 0-15,4-1 16,13 4-16,15-2 15,4-8-15,12-4 16,9-6-16,8 9 16,5 1-1,3 4-15,-7-6 16,-3-1-16,5-6 16,0 1-16,2 1 15,2 1-15,-1-1 16,-1-2-16,-5 0 15,5-5-15,-2-8 16,0-4-16,0-5 16,-3-3-1,-2-5-15,1-3 16,-4-4-16,-3-3 16,2-5-16,-2-3 15,5-4-15,-2-6 16,-1-5-16,0-2 15,-4-3-15,-6-5 16,-4-4 0,-7-2-16,0-5 15,0-5-15,-7-3 16,-3-10-16,-4 1 16,-5-3-16,-1 2 15,-6 0-15,-2-1 16,-5-1-16,-3-7 15,-2 3-15,-2-3 16,-4-1-16,-3 4 16,-7 0-16,0 1 15,1 5 1,-4-1-16,-2 5 16,-4 5-16,-4 3 15,1 3-15,-4-1 16,-1 8-16,5 8 15,-3 2-15,5 8 16,3 6-16,6 4 16,4 4-16,0-1 15,-1 0 1</inkml:trace>
  <inkml:trace contextRef="#ctx0" brushRef="#br1" timeOffset="71354.61">14416 1326 0,'0'0'0,"0"0"0,0 0 16,0 0-16,1 3 16,-1-3-1,7 19-15,9 4 16,15 16-16,4 2 16,4 2-16,5 6 15,1 1-15,5 5 16,-2-2-16,1 1 15,1 0-15,-2-2 16,-2-1-16,0-3 16,1-1-1,-3-4-15,-4-3 16,-5-6-16,-6-5 16,-3-3-16,-5-5 15,-4-5-15,-6-5 16,-5-4-16,-6-7 15,10 6-15,-10-6 16,0 0-16,4-11 16</inkml:trace>
  <inkml:trace contextRef="#ctx0" brushRef="#br1" timeOffset="71730.53">14842 1177 0,'0'0'0,"0"0"0,0 0 0,0 0 0,0 0 16,0 0-16,-4 4 15,-2 8-15,-7 12 16,-11 15-16,-8 17 16,-5 8-16,-1 2 15,-2 3 1,-1 2-16,-5 2 16,-2 2-16,0-1 15,7-10-15,0-1 16,7-12-16,7-9 15,4-5-15,3-6 16,4-2-16,0-3 16,4-1-16,6-3 15</inkml:trace>
  <inkml:trace contextRef="#ctx0" brushRef="#br1" timeOffset="84632.28">12026 2386 0,'0'0'0,"-3"1"0,3-1 0,0 0 0,0 0 15,0 0 1,-11 5-16,11-5 16,0 0-16,0 0 15,0 0-15,0 0 16,0 0-16,12 0 16,7 0-16,0 0 15,1 0-15,2 0 16,9 0-16,3 0 15,8 0 1,-1 0-16,4 0 16,5 0-16,-2 5 15,5 5-15,-1-2 16,3 4-16,-2-2 16,1 0-16,0-1 15,3 1-15,3-3 16,-2-9-16,-2 2 15,1-1 1,-5 2-16,0 2 16,1-2-16,-5 1 15,2 0-15,0-1 16,4 1-16,2 1 16,-2 0-16,0-1 15,-1 1-15,2-3 16,-1 2-16,3-1 15,-1-1-15,-5 4 16,1 2 0,-9-1-16,3-2 15,4 1-15,-3-1 16,-2 0-16,-3 0 16,-3-1-16,-1 1 15,-5-1-15,-4 0 16,-1-1-16,-2 0 15,-4 0-15,-6 0 16,-3 0 0,-13-1-16,15 0 15,-15 0-15,0 0 16,14 0-16,-14 0 16,0 0-16,0 0 15,0 0-15,0 0 16,0 0-16,0 0 15,0 0 1,8 7-16,-8-7 0,0 0 16,0 0-1,0 0-15,0 0 16</inkml:trace>
  <inkml:trace contextRef="#ctx0" brushRef="#br1" timeOffset="88858.57">15471 3264 0,'0'0'0,"0"0"0,0 0 16,3 3-16,4 8 15</inkml:trace>
  <inkml:trace contextRef="#ctx0" brushRef="#br1" timeOffset="89917.22">15376 5331 0,'0'0'0,"0"0"0,0 0 15,0 0-15,0 0 16,0 0-16,0 0 16,0 0-16,0 0 15,0 0-15,0 0 16,0 0-16,0 0 16</inkml:trace>
  <inkml:trace contextRef="#ctx0" brushRef="#br1" timeOffset="90421.39">15448 6899 0,'0'0'0,"0"0"0,0 0 0,0 0 0,0 0 16,0 0-16,0 0 15,0 0-15,0 0 16,0 0-16,0 0 16,0 0-16,0 0 15,0 0-15,0 0 16,0 0-16,0 0 15,2 0 1,-2 0-16,0 0 16,0 0-16,0 0 15,0 0-15,0 0 16,0 0-16,0 0 16,0 0-16,0 0 15,10 5-15,-10-5 16</inkml:trace>
  <inkml:trace contextRef="#ctx0" brushRef="#br1" timeOffset="95296.25">9621 5880 0,'0'0'0,"0"0"0,0 0 0,0 0 16,0 0-16,0 0 15,0-2-15,0 2 16,0 0-16,0 0 16,-6-7-1,6 7-15,0 0 16,-6-9-16,6 9 15,0 0-15,-16-8 16,16 8-16,-14-4 16,14 4-16,-16-4 15,5 4 1,-1 1-16,-3 2 16,-4 5-16,-2 3 15,-5 4-15,1 4 16,1 2-16,0 3 15,2-1-15,3-2 16,3 1-16,3-3 16,3 1-1,0-1-15,1 1 0,2-1 16,1-1-16,1 1 16,3 1-1,2-1-15,2 3 16,4-1-16,0-1 15,1-3-15,0-1 16,3 2-16,4-1 16,2-2-16,3 0 15,-1-5 1,-2-1-16,0-3 16,1 0-16,2-3 15,2 0-15,-1-2 16,-1-2-16,-2 0 15,-1-2-15,-3 1 16,-3 0-16,0 1 16,-10 1-16,17-4 15,-17 4-15,17-4 16,-17 4-16</inkml:trace>
  <inkml:trace contextRef="#ctx0" brushRef="#br1" timeOffset="95737.48">9844 5792 0,'0'0'0,"0"0"15,0 0-15,0 0 16,0 0-16,0 3 16,0-3-1,0 17-15,0 3 16,0 7-16,0 0 15,0 2-15,0 1 16,0 4-16,0 4 16,0 2-16,0-3 15,0-4-15,0-6 16,0 1-16,0-1 16,0-2-1,0-2-15,0-5 16,0-4-16,0-3 15,0-5-15,0-6 16</inkml:trace>
  <inkml:trace contextRef="#ctx0" brushRef="#br1" timeOffset="95971.93">9852 6096 0,'0'0'0,"0"0"0,0 0 0,0 0 0,0 0 16,0 0-16,0 0 15,0 0-15,3 0 16,-3 0 0,16-4-16,2 0 15,4-1-15,3 0 16,0 0-16,3-1 15,0 3-15,-3 1 16,-5-1-16,-7 1 16</inkml:trace>
  <inkml:trace contextRef="#ctx0" brushRef="#br1" timeOffset="96326.61">10150 5803 0,'0'0'0,"0"0"0,0 0 15,0 2-15,0-2 16,0 0-16,0 0 15,0 11-15,-1 4 16,-2 12-16,0 5 16,0 1-16,0 4 15,1 1-15,0 2 16,0 1-16,1-2 16,-1-2-16,1-2 15,0 0 1,-1-2-16,0-4 15,1-4-15</inkml:trace>
  <inkml:trace contextRef="#ctx0" brushRef="#br1" timeOffset="96626.38">10388 5936 0,'0'0'0,"0"0"0,0 0 0,0 0 0,0 0 16,0 0-16,0 4 16,0 8-16,0 17 15,-1 13 1,-4 9-16,-3 3 15,-3-1-15,0-4 16,-1-4-16,4-5 16,1-9-16,0-8 15,2-7-15</inkml:trace>
  <inkml:trace contextRef="#ctx0" brushRef="#br1" timeOffset="97005.28">10384 5887 0,'0'0'0,"0"0"0,0 0 0,0 0 16,0 0-16,1 2 15,-1-2-15,0 0 16,18 9-16,2 1 16,1 5-16,0 7 15,1 10-15,-3 3 16,-1 5-16,-1 0 16,-3-4-16,-1-2 15,-3-1 1,0-5-16,-1-1 15,-2-4-15,-1-4 16,-1-4-16,-2-3 16,0-4-16,-2-1 15,-1-7-15,0 0 16</inkml:trace>
  <inkml:trace contextRef="#ctx0" brushRef="#br1" timeOffset="97234.77">10370 6282 0,'0'0'0,"0"0"16,0 0-16,0 0 15,0 0-15,5-3 16,-5 3-1,26-16-15,-4 6 16,4-2-16,-2 2 16,0 1-16</inkml:trace>
  <inkml:trace contextRef="#ctx0" brushRef="#br1" timeOffset="97560.13">10803 6004 0,'0'0'0,"0"0"0,0 0 0,0 0 0,0 1 15,0-1-15,0 0 16,2 15-1,1 1-15,0 5 16,1 6-16,-2 3 16,-2 1-16,-2 6 15,-1-3-15,0-1 16,1-4-16,0-2 16,0-2-16,1-5 15,0-7-15,0-5 16</inkml:trace>
  <inkml:trace contextRef="#ctx0" brushRef="#br1" timeOffset="97900.05">10789 5960 0,'0'0'0,"0"0"0,0 0 0,0 0 15,0 0-15,0 0 16,7 2-16,9 2 16,10 5-16,9 8 15,-2 6-15,-1 1 16,-1 4-16,-5-1 15,-2-1 1,-5-3-16,-4-4 16,-3 0-16,-3-2 15,-1-2-15,-3-3 16,0-4-16,-5-8 16,3 7-16,-3-7 15</inkml:trace>
  <inkml:trace contextRef="#ctx0" brushRef="#br1" timeOffset="98253.36">11272 5841 0,'0'0'0,"0"0"16,0 0-16,0 2 16,0-2-16,-4 11 15,-1 8-15,-3 9 16,-3 8-16,0 4 16,-1 0-16,-1-1 15,2-3-15,-1-5 16,0-1-1,2-5-15,1-1 16,0 1-16,1-3 16,2-5-16,0-3 15,3-4-15,1-4 16,2-6-16</inkml:trace>
  <inkml:trace contextRef="#ctx0" brushRef="#br1" timeOffset="98600.37">11547 5929 0,'0'0'0,"0"0"0,0 0 16,0 0-16,0 0 16,-1 1-16,-1 6 15,-4 8-15,-3 14 16,-4 8-16,0 4 16,-3 2-16,3-2 15,-2 0-15,3-4 16,0-2-16,3-6 15,4-5 1,2-6-16,2-5 16</inkml:trace>
  <inkml:trace contextRef="#ctx0" brushRef="#br1" timeOffset="99104.25">11575 5924 0,'0'0'0,"0"0"0,0 0 0,0 0 0,0 0 16,0 0-16,0 0 16,0 0-16,4 3 15,3 4-15,6 11 16,3 11-16,-1 8 15,-2 4 1,0 1-16,-1-1 16,0-1-16,-1-3 15,0-3-15,-1-6 16,0-6-16,0-3 16,1-2-16,-1-6 15,-2-3-15,-8-8 16,11 4-1,-11-4-15,19-17 16,-6-8-16,2-8 16,-4-2-16,-3-6 15,-1 0-15,-1-4 16,1 2-16,-3 6 16,1 7-16,-1 4 15,-1 4-15,-1 3 16,0 1-16,0 6 15,-2 2-15,1 0 16,0 3 0</inkml:trace>
  <inkml:trace contextRef="#ctx0" brushRef="#br1" timeOffset="99789.86">12385 5957 0,'0'-1'0,"0"1"16,0 0-16,-1-7 15,1 7-15,-9-15 16,-3 3 0,-11 4-16,0 3 15,-5 5-15,-3 6 16,3 2-16,-4 2 16,8 2-16,3-1 15,-1 4-15,2 0 16,-1 4-16,6-1 15,6 4 1,3 0-16,6-1 16,1-3-16,10-1 15,1-3-15,3-2 16,3-2-16,-4-3 16,0-1-16,-3-1 15,-11-5-15,12 5 16,-12-5-16,0 0 15,6 7-15,-9 4 16,-5 8 0,-7 3-16,0 0 15,3-6-15,4-2 16,3-4-16,3 1 16,0-1-16,2-1 15,2 0-15,5 2 16,10 0-16,4 2 15,9-2-15,-5-6 16,-3-2 0,-5-2-16,-2-1 15,5-1-15,3-3 16,-6-9-16</inkml:trace>
  <inkml:trace contextRef="#ctx0" brushRef="#br1" timeOffset="100174.49">12614 5960 0,'0'0'0,"0"0"0,0 0 16,0 0-16,0 0 15,4 2-15,-4-2 16,5 13-16,-1 1 15,-1 10 1,-2 7-16,-2 6 16,-2 4-16,-3 2 15,-2 2-15,-2-2 16,1-9-16,0-4 16,3-8-16,0-6 15,2-2-15,1-3 16,3-3-16,4 1 15,9-3-15,14-1 16,18-2-16,10-7 16,-1-4-1,0-3-15,-3-2 16,-10 0-16,-3-1 16,-7 2-16,-6 2 15,0 0-15,-5 1 16,-6 2-16</inkml:trace>
  <inkml:trace contextRef="#ctx0" brushRef="#br1" timeOffset="118653.83">937 4617 0,'0'0'0,"0"0"0,0 0 0,0 0 0,0 0 16,-1 4-16,-1 5 15,-3 10-15,-2 15 16,-3 11-16,-2 11 15,0 2-15,-3 8 16,2-2-16,0 3 16,-1 1-16,2-5 15,-1-4-15,1 0 16,1-4 0,1-1-16,3-5 15,2-1-15,0-6 16,1-6-16,1-3 15,0-1-15,1-3 16,0-3-16,1-5 16,0-4-16,0-5 15,1 0-15,-1-2 16,1 1-16,1 0 16,-1-2-1,1-3-15,-1-6 16,2 8-16,-2-8 15,0 0-15,2 9 16,-2-9-16,0 0 16,0 0-16,0 0 15,0 6-15,0-6 16,0 0 0,0 0-16,0 0 15,0 0-15,0 0 16,0 0-16,0 0 15,0 0-15,0 0 16,0 0-16,0 0 16,0 0-16,0 0 15,0 0-15,0 0 16,0 0-16,0 0 16,0 0-1,0 0-15,0 0 16,0 0-16,0 0 15,0 0-15,0 0 16,0 0-16,1 7 16,-1-7-16,0 0 15,0 0-15,0 0 16,0 0-16,0 0 16,0 0-1,0 0-15,0 0 16,0 0-16,0 0 15,0 0-15,0 0 16,0 0-16,0 0 16,0 0-16,0 0 15,0 0-15,0 0 16,0 0-16,0 0 16,0 0-16,0 0 15,0 0 1,0 0-16,0 0 15,0 0-15,0 0 16,0 0-16,0 0 16,0 0-16,0 0 15,0 0-15,0 0 16,0 0-16,0 0 16,0 0-16,0 0 15</inkml:trace>
  <inkml:trace contextRef="#ctx0" brushRef="#br1" timeOffset="119828.55">934 6411 0,'0'0'0,"0"0"0,-2 3 16,2 5-16,-3 10 16,0 14-16,1 16 15,1 10-15,-2 7 16,2 2-16,0 1 16,0 0-16,1-8 15,0-10 1</inkml:trace>
  <inkml:trace contextRef="#ctx0" brushRef="#br1" timeOffset="120126.34">874 6900 0,'0'0'0,"0"0"0,0 0 0,0 0 0,2 0 16,-2 0-16,11 2 15,2-1-15,13-4 16,8-2-16,5-4 16,2-1-16,4-1 15,0 0-15,-3 0 16,-1 0-1,-4 1-15,0-1 16,-1 0-16,-4 2 16,-5-1-16,-1-1 15,-10 0-15</inkml:trace>
  <inkml:trace contextRef="#ctx0" brushRef="#br1" timeOffset="120416.51">1342 6402 0,'0'0'0,"0"0"0,0 0 0,1 2 0,-1-2 15,3 10 1,0 3-16,2 10 15,3 13-15,2 7 16,0 3-16,1 2 16,-2 1-16,0-4 15,-3-5-15,-2-3 16,0 1-16,-1 3 16,-3 1-16,-3 5 15,-1-3-15,-3 2 16</inkml:trace>
  <inkml:trace contextRef="#ctx0" brushRef="#br1" timeOffset="121350.47">801 5864 0,'0'0'0,"0"0"0,0 0 16,0 0-16,0 0 16,0 0-16,0 0 15,0 0-15,3 1 16,7 1-16,19 5 15,16-1 1,13-4-16,7-4 16,5-6-16,11-2 15,0-5-15,10-3 16,3-2-16,1-3 16,-1 0-16,3 1 15,-1-1-15,0 1 16,-8 1-16,-7 3 15,-4 2 1,-11 1-16,-11 3 16,-12 2-16,-13 4 15,-8 2-15,-7 1 16,-5 2-16,-10 1 16,11 0-16,-11 0 15,0 0-15,0 0 16,0 0-16,10 1 15,-10-1 1,0 0-16,0 0 16</inkml:trace>
  <inkml:trace contextRef="#ctx0" brushRef="#br1" timeOffset="122565.14">313 6813 0,'0'0'0,"-3"-2"0,3 2 15,-10-4-15,-2-3 16,-1 1-16,13 6 16,0 0-16,-10-4 15,10 4-15,0 0 16,-10-3-16,10 3 15,0 0 1,0 0-16,0 0 16,0 0-16,-12 10 15,7 32-15,2 9 16,3-6-16,1-4 16,2-4-16,26 35 15,-20-46-15,2-4 16,0-5-16,1-5 15,-2-5-15,1-4 16,6-10 0,-1-5-16,3-8 15,-1-6-15,-6 2 16,-2 0-16,-4 3 16,-1 1-16,-3 5 15,0 3-15,-1 3 16,-1 9-16,0-10 15,0 10-15,0 0 16,12 1-16,5 7 16,4 8-1,2 8-15,-1 0 16,-2 0-16,-2-3 16,-5-5-16,-1-3 15,-2-5-15,-10-8 16,14 6-16,-14-6 15,10-7-15,-3-7 16,-1-8-16,-2-4 16,-3-2-1,-5-2-15,-2-2 16,0 5-16,2 7 16,0 6-16,1 1 15,-1 2-15,1 2 16,-1 2-16</inkml:trace>
  <inkml:trace contextRef="#ctx0" brushRef="#br1" timeOffset="122884.75">764 6790 0,'0'0'0,"0"0"0,0 0 0,0 0 0,0 0 16,0 0-1,0 0-15,2 1 16,-2-1-16,16 13 16,-2-1-16,5 4 15,3 1-15,1 3 16,0-1-16,-2-2 15,-1-1-15,-1-1 16,-2-2-16,-1-2 16,-6-6-1,-10-5-15,17 2 16</inkml:trace>
  <inkml:trace contextRef="#ctx0" brushRef="#br1" timeOffset="123091.38">878 6729 0,'0'0'0,"0"0"0,-1 1 16,1-1-16,0 0 16,-5 8-16,1 1 15,-6 15-15,-5 36 16,0 22-16,3-1 15,3-11-15,3-12 16</inkml:trace>
  <inkml:trace contextRef="#ctx0" brushRef="#br1" timeOffset="126548.59">1008 4869 0,'0'0'0,"0"0"0,-1-2 16,1 2-16,0 0 16,-2-7-1,2 7-15,0 0 16,-2-7-16,2 7 15,0 0-15,0 0 16,0 0-16,0 0 16,0 0-16,-2-7 15,2 7-15,16-10 16,14-5 0,15-5-16,5-1 15,4-1-15,8-3 16,3 0-16,7-2 15,2-2-15,0 0 16,4 2-16,0 1 16,3 2-16,-2 2 15,-5 0-15,-3 2 16,-7 5-16,-3 1 16,-7 3-1,-6 1-15,-5 2 16,-6 2-16,-3 1 15,-8 2-15,-5 0 16,-7 2-16,-2 1 16,-12 0-16,13 2 15,-13-2-15,0 0 16,10 5-16,-10-5 16,7 13-16,-3 3 15,2 8 1,-2 5-16,-3 3 15,0 2-15,-1 9 16,-1 5-16,0 7 16,1-8-16,-1 0 15,0 3-15,1 1 16,-3 4-16,-1-2 16,-3-2-16,-1 5 15,-3 2 1,1-3-16,-1-5 15,2-5-15,-1-5 16,2-6-16,0-3 16,2-5-16,2-8 15,1-2-15,0-6 16,2 0-16,1-4 16,0-6-1,-2 8-15,2-8 16,0 0-16,0 0 15,0 6-15,0-6 16,0 0-16,0 0 16,2 9-16,-2-9 15,4 12-15,-1-4 16,1 1-16,-1 1 16,2 2-1,-1 2-15,1-2 16,-2-1-16,1 0 15,0-2-15,-2-1 16,-1-2-16,-1-6 16,1 11-16,-1-11 15,0 0-15,0 9 16,0-9-16,0 0 16,0 0-16,0 0 15,0 0-15</inkml:trace>
  <inkml:trace contextRef="#ctx0" brushRef="#br1" timeOffset="131250.59">277 7591 0,'0'0'0,"0"0"0,0 0 0,-3 1 16,3-1-16,0 0 15,0 0-15,0 0 16,-11 1-16,11-1 16,0 0-16,0 0 15,0 0 1,0 0-16,14-12 16,16-6-16,18-4 15,7-1-15,10 0 16,-2-1-16,-1 2 15,2-2-15,5-1 16,3-1-16,2 0 16,-5-1-16,0 0 15,-2-2 1,-13 6-16,1 0 16,-10 3-16,-5 3 15,-7 3-15,-4 1 16,-5 3-16,-3 0 15,-4 3-15,-2 1 16,-6 2-16,2 0 16,-2 0-1,4 0-15,4-1 16</inkml:trace>
  <inkml:trace contextRef="#ctx0" brushRef="#br1" timeOffset="136958.16">1595 6378 0,'0'0'0,"0"0"0,0 0 0,0 0 16,0 0-16,4 3 15,4 4-15,10 9 16,7 7-16,6 1 15,5 0 1,3-1-16,2-3 16,1 1-16,-1-4 15,-3 0-15,-3-1 16,0-1-16,1 2 16,-4 0-16,-1 0 15,-3 1-15,-2 0 16,-2-1-16,-3-1 15,-4-5-15,-2 0 16,-2-2 0,-1 0-16,-2-3 15,-10-6-15,13 9 16,-13-9-16,0 0 16,0 0-16,10 6 15,-10-6-15,0 0 16,0 0-16,0 0 15,0 0-15</inkml:trace>
  <inkml:trace contextRef="#ctx0" brushRef="#br1" timeOffset="137415.46">1894 6293 0,'0'0'0,"0"0"0,0 0 15,0 0-15,0 0 16,0 0-16,-1 3 16,-1 10-1,-3 19-15,0 15 16,1 4-16,2 0 16,-2 3-16,0 2 15,0-1-15,0-1 16,1-7-16,0-4 15,2-8-15,-2-3 16,2-2 0,-1-7-16,1-2 15,0-4-15,0-1 16,0-3-16,1-3 16,-1-1-16,1 1 15,0 2-15,0 5 16</inkml:trace>
  <inkml:trace contextRef="#ctx0" brushRef="#br1" timeOffset="139561.31">2433 6200 0,'0'0'0,"0"0"0,0 0 0,0 0 15,0 0-15,0-2 16,0 2-16,8-16 15,7-4-15,8-4 16,7-1 0,2 4-16,2-2 15,0 2-15,-1 1 16,0 3-16,-3 4 16,-2 1-16,-1 3 15,-2 3-15,-3 3 16,-2 3-16,-1 3 15,-1 1-15,-1 0 16,-3 3-16,-2-1 16,-1 4-1,-2 1-15,-2 3 16,-1 4-16,-2 4 16,-4 5-16,-2 0 15,-4 1-15,-2 0 16,-1-4-16,0-2 15,0-7-15,2 0 16,2-5-16,-1 0 16,1-2-1,0-1-15,0 1 16,1-1-16,-1 0 16,1 0-16,4-7 15,-7 10-15,7-10 16,-5 8-16,5-8 15,-5 6-15,5-6 16,0 0-16,-5 7 16,5-7-16,0 0 15,-7 10 1,7-10-16,-4 6 16,4-6-16,-5 6 15,5-6-15,-4 9 16,4-9-16,-4 9 15,4-9-15,-4 10 16,4-10-16,-5 9 16,5-9-1,-4 6-15,4-6 16,-3 6-16,3-6 16,0 0-16,-3 9 15,3-9-15,0 0 16,0 0-16,0 0 15,0 6-15,0-6 16,0 0-16,0 0 16,0 0-1,6 8-15,-6-8 16,0 0-16,12 6 16,-12-6-16,16 8 15,-6-4-15,4-3 16,3-1-16,2-3 15,1 1-15,-1-3 16,0 1-16,0 0 16,0 0-16,-1 0 15,-2 1 1,0 0-16,-1 2 16,0 2-16,-1 2 15,2 0-15,-1 2 16,0 1-16,2 1 15,-2 3-15,-1 0 16,-1-1-16,-1 0 16,-1 1-16,0 1 15,-1 0 1,-2 0-16,0 2 16,-1-2-16,0 1 15,-2 2-15,1 2 16,0 3-16,-4 4 15,-3 3-15,-3 1 16,-3 1-16,-2-1 16,-6 2-16,-5-2 15,-3 0 1,-4 0-16,-1-1 16,-4 1-16,2-3 15,-1-1-15,2-7 16,-1-3-16,1-3 15,0-4-15,0-2 16,2-1-16,2-2 16,0-1-16,2-2 15,1-1 1,2-1-16,1-1 16,2 0-16,1-1 15,2 0-15,2 2 16,1-1-16,11 5 15,-15-9-15,15 9 16,0 0-16,-11-7 16,11 7-16,0 0 15,0 0 1,0 0-16,0 0 16,0 0-16,0 0 15,0 0-15,0 0 16,0 0-16,0 0 15,0 0-15</inkml:trace>
  <inkml:trace contextRef="#ctx0" brushRef="#br1" timeOffset="141985.04">412 7550 0,'0'0'0,"0"0"0,0 0 16,1 1-16,-1-1 16,0 0-16,14 5 15,0-1-15,9-2 16,6-3 0,1-3-16,2-3 15,5-4-15,0-1 16,2-1-16,-1-1 15,-2 1-15,1 0 16,-3 1-16,3-1 16,-1 1-16,4-1 15,-3 1-15,0-1 16,-3 1-16,0-1 16,-2 0-1,0-2-15,-1 0 16,-2 0-16,0 0 15,-4 0-15,-1 3 16,-3 0-16,-2 2 16,-1 1-16,-4 1 15,-3 2-15,-11 6 16,14-6 0,-14 6-16,0 0 15,11-4-15,-11 4 16,0 0-16,0 0 15,0 0-15,0 0 16,0 0-16,0 0 16,10-1-16,-10 1 15,0 0-15,0 0 16,0 0-16,0 0 16,0 0-16,0 0 15,0 0-15,0 0 16,0 0-1,0 0-15,0 0 16,0 0-16,0 0 16,0 0-16,0 0 15,0 0-15,0 0 16,0 0-16,0 0 16,0 0-1,6 7-15,-6-7 16,0 0-16,0 0 15,0 0-15,0 0 16,0 0-16,0 0 16,0 0-16,0 0 15,0 0-15,0 0 16,0 0-16,0 0 16,0 0-1,0 0-15,0 0 16,0 0-16,0 0 15,0 0-15,0 0 16,0 0-16,0 0 16,0 0-16,0 0 15,0 0-15,0 0 16,0 0-16,0 0 16,0 0-16,0 0 15,0 0-15,0 0 16,0 0-1,0 0-15,0 0 16,0 0-16,0 0 16,0 0-16,0 0 15,0 0-15</inkml:trace>
  <inkml:trace contextRef="#ctx0" brushRef="#br1" timeOffset="145324.29">792 4717 0,'0'0'0,"0"0"0,0 0 0,0 0 0,0 0 16,0 0 0,0 0-16,0 0 15,0 0-15,0 0 16,0 0-16,0 0 16,-2 0-16,2 0 15,-16-2-15,-7 1 16,-12 8-16,-3 9 15,4 1-15,4 1 16,7-2 0,2 0-16,0 5 15,-2 5-15,2 5 16,0 9-16,2 5 16,5 9-16,2 6 15,7 5-15,2 2 16,2 11-16,2 4 15,-1 11 1,0 14-16,-8-3 16,-5 4-16,0-7 15,1-10-15,2-14 16,4-20-16,6-9 16,9-11-16,8-7 15,5-7-15,11-12 16,9-13-16,21-17 15</inkml:trace>
  <inkml:trace contextRef="#ctx0" brushRef="#br1" timeOffset="146019.34">2763 4329 0,'0'0'0,"5"-4"0,-5 4 0,0 0 0,37-16 16,0 3-16,2 2 15,-1 4-15,-2 3 16,-2 2-16,-2 4 16,-2 3-16,-5 2 15,-2 5-15,-3 5 16,0 5-16,-5 9 15,-1 7-15,-3 7 16,-2 10-16,-1 9 16,-2 10-16,-1 14 15,-1 13 1,-2 6-16,-1 6 16,0-4-16,0-9 15,3-6-15,4-15 16,1-11-16,-1-9 15,-2-14-15,-2-8 16,-1-12-16,-1-10 16,-4-4-1,-11-1-15,-23-1 16,-27-1-16,-36-9 16</inkml:trace>
  <inkml:trace contextRef="#ctx0" brushRef="#br1" timeOffset="147416.9">792 2623 0,'0'0'0,"0"0"0,0 0 0,0 0 16,-1-2-16,1 2 15,0 0-15,-15-4 16,5 3-16,-5 2 15,-12 12-15,-11 8 16,-9 15-16,0 7 16,2 3-16,3 2 15,5 0 1,0-1-16,10-6 16,7 3-16,9-5 15,7-3-15,9-2 16,7-4-16,8 2 15,6-1-15,6 1 16,-2-1-16,-3 2 16,1 0-16,-2 5 15,-12 17 1,-9 8-16,-6 9 16,-11 6-16,-3-8 15,1-7-15,2-10 16,2-13-16,4-8 15,8-6-15,7-4 16,5-4-16,12-4 16,15-7-16,16-10 15,13-15 1,9-11-16,6-8 16,3-4-16,-2-4 15</inkml:trace>
  <inkml:trace contextRef="#ctx0" brushRef="#br1" timeOffset="148101.81">2625 2592 0,'0'0'0,"0"0"15,1-1-15,-1 1 16,30-23-16,23-1 16,8-1-16,1 6 15,-13 12-15,-3 9 16,-8 14-16,-7 5 16,-4 7-1,-9 11-15,-5 15 16,-3 10-16,-3 13 15,-4-2-15,1-2 16,0 4-16,2-4 16,6-4-16,2-5 15,1-8-15,-1-8 16,0-7 0,-5-12-16,-2-9 15,-2-7-15,-3-5 16,-4 0-16,-16 5 15,-36 5-15,-36 6 16,-28-12-16,0 2 16</inkml:trace>
  <inkml:trace contextRef="#ctx0" brushRef="#br1" timeOffset="148931.4">811 1422 0,'0'0'0,"-3"0"0,3 0 0,0 0 15,-31 4-15,-2 8 16,-3 5-16,6 1 16,2 1-16,2 0 15,4 1 1,2 0-16,4-1 15,1 1-15,2 3 16,3 3-16,3 3 16,2 2-16,1 1 15,1 4 1,3 4-16,2 4 16,0 2-16,0-3 15,1-3-15,1-2 16,1-1-16,4 0 15,0-7-15,7-2 16,8-6-16,7-5 16,14-8-16,12-8 15,16-14-15,6-13 16,6-8-16,6-7 16,-6 1-1,3 0-15,-12 4 16</inkml:trace>
  <inkml:trace contextRef="#ctx0" brushRef="#br1" timeOffset="149544.23">2921 1230 0,'0'0'0,"6"0"16,6-1-16,15-2 16,14-2-1,3-2-15,-1 1 16,-2 1-16,-6 3 15,-3 6-15,-3 4 16,-1 6-16,0 5 16,-3 4-16,-3 5 15,-1 5-15,1 7 16,0 1-16,1 4 16,1 0-16,-3-3 15,4 3 1,-4-3-16,-2-3 15,-2-4-15,-6-9 16,-4-6-16,-3-5 16,-1-5-16,-3-2 15,-1 1-15,-15 5 16,-45 13-16,-69 20 16,-13-7-16</inkml:trace>
  <inkml:trace contextRef="#ctx0" brushRef="#br1" timeOffset="153946.84">488 6463 0,'0'0'0,"0"0"0,0 0 0,0 0 16,3 0-1,-3 0-15,0 0 16,20 0-16,-5 0 16,6 0-16,3 0 15,2-1-15,0-1 16,4-3-16,1-2 15,0 1 1,0-1-16,2-1 16,-1-1-16,4-1 15,0-1-15,5-1 16,3-2-16,1-1 16,-1-2-16,2-3 15,-1-1-15,1-1 16,1 0-16,1-1 15,-2 3-15,2 0 16,-2 3-16,2 0 16,-1 3-1,-1-1-15,-2 4 16,-4-1-16,2 1 16,-1-1-16,-1 1 15,0 1-15,1 0 16,-1 0-16,2 1 15,-2-1-15,3-1 16,4 0 0,-2 1-16,0 1 15,-3 0-15,1 1 16,2 0-16,0 0 16,1 0-16,1-1 15,3 1-15,-1 0 16,-1 0-16,-1 0 15,0 1-15,1-2 16,2 0-16,-1-1 16,-1-2-1,5-2-15,-2 0 16,0-1-16,-2 2 16,-3-1-16,1 1 15,-1 1-15,-5 1 16,-1 0-16,-3 1 15,-2 1-15,-4 1 16,-4 1-16,-6 3 16,-4 0-1,-2 1-15,-4 0 16,-1 2-16,-10 1 16,11-1-16,-11 1 15,0 0-15,0 0 16,11 1-16,-11-1 15,0 0-15,0 0 16,0 0-16,0 0 16,0 0-1,0 0-15,0 0 16,0 0-16,0 0 16,0 0-16,0 0 15,0 0-15,0 0 16,0 0-16,0 0 15,0 0-15,0 0 16,0 0-16,0 0 16,0 0-1,0 0-15,6 7 16,-6-7-16,0 0 16,0 0-16,0 0 15,0 0-15,0 0 16,0 0-16,0 0 15,0 0-15,0 0 16,0 0-16,0 0 16,-3 6-16,3-6 15,0 0 1,0 0-16,0 0 16,0 0-16,0 0 15,0 0-15,0 0 16,0 0-16,0 0 15,0 0-15,0 0 16</inkml:trace>
  <inkml:trace contextRef="#ctx0" brushRef="#br1" timeOffset="154729.84">627 4133 0,'0'0'0,"0"0"0,0 0 0,0 0 0,0 0 16,5-1-16,14-1 15,25-6-15,19-6 16,11-3-16,0 1 15,5-2-15,7-1 16,5-1-16,6-1 16,1 0-16,0-1 15,6 1 1,1 0-16,3 1 16,5-2-16,-1 2 15,6-3-15,-4 2 16,2 0-16,-5 0 15,0 4-15,-5 0 16,-2 3-16,-5 0 16,-5 0-16,-8 3 15,0 0 1,-10 2-16,-4-1 16,-7 2-16,-11 1 15,-9 3-15,-12-1 16,-8 3-16,-8 1 15,-6 0-15,-11 1 16,0 0-16,11-3 16,-11 3-1,-16-17-15</inkml:trace>
  <inkml:trace contextRef="#ctx0" brushRef="#br1" timeOffset="155404.01">737 2539 0,'0'0'0,"0"0"0,0 0 16,0 0-16,7-2 16,11-4-16,22-5 15,23-3 1,15 0-16,9-3 16,10-1-16,2 0 15,9-2-15,-8 1 16,7 0-16,-9 0 15,4 0-15,-7 3 16,4-2-16,-1-1 16,3 2-16,-5 1 15,-5 3 1,-7 3-16,-15 1 16,-3 0-16,-12 3 15,-7 1-15,-9 1 16,-12 1-16,-9 2 15,-6 0-15,-11 1 16,12-1-16,-12 1 16,0 0-16,0 0 15,0 0-15,0 0 16,0 0 0,0 0-16,0 0 15,0 0-15</inkml:trace>
  <inkml:trace contextRef="#ctx0" brushRef="#br1" timeOffset="156080.31">3795 1026 0,'0'0'0,"0"0"15,0 0-15,0 0 16,0 0-16,0 0 15,0 0-15,2 1 16,-2-1-16,0 0 16,5 10-1,1 0-15,3 6 0,3 7 16,3 5 0,-1 6-16,-1 6 15,-1 6-15,-1 3 16,-1 0-16,1 3 15,0 6-15,0-2 16,1 5-16,0-6 16,1-4-16,6-1 15,-1-5-15,-3-6 16,-1-5 0,-2-5-16,-1-5 15,-2-5-15,-2-5 16,-1-4-16,-3-3 15,-3-7-15,7 8 16,-7-8-16</inkml:trace>
  <inkml:trace contextRef="#ctx0" brushRef="#br1" timeOffset="156702.62">3512 2527 0,'0'0'0,"0"0"15,0 0-15,0 0 16,0 0-16,-1 2 16,1-2-16,0 0 15,3 12-15,0 1 16,3 4-16,2 4 16,2 13-1,2 6-15,3 6 16,0 4-16,0 2 15,1 3-15,-3 7 16,0-1-16,0 2 16,-1 1-16,-2-8 15,0-4-15,0 1 16,-2-9-16,-1-3 16,-1-9-1,-2-9-15,-1-6 16,0-5-16,-1-4 15,-2-8-15,5 9 16,-5-9-16</inkml:trace>
  <inkml:trace contextRef="#ctx0" brushRef="#br1" timeOffset="157874.64">3598 4437 0,'0'0'0,"0"-3"16,0 3-16,1-7 15,-1 7-15,2-9 16,-2 9-16,0 0 16,-1-7-16,1 7 15,0 0 1,0 0-16,0 0 15,-3 9-15,-1 8 16,1 15-16,3 9 16,4 7-16,4 7 15,1 2-15,2 8 16,1 3-16,0 1 16,0 3-16,1-3 15,-1-1 1,0 2-16,-1-4 15,0-1-15,-1-6 16,-2-8-16,0-5 16,-2-9-16,-2-9 15,0-5-15,-2-7 16,0-4 0,-1-2-16,0-4 0,-1-6 15,2 9 1,-2-9-16,0 0 15,3 8-15,-3-8 16,0 0-16,0 0 16,0 0-16,0 0 15,0 0-15,0 0 16,0 0 0,0 0-16,0 0 0,0 0 15,0 0-15,0 0 16,0 0-1,0 0-15,0 0 16,0 0-16,0 0 16,0 0-16,0 0 15,0 0-15,0 0 16,9 2-16,-9-2 16,0 0-16,0 0 15,0 0 1,0 0-16,0 0 15,0 0-15,0 0 16,0 0-16,0 0 16,0 0-16,0 0 15,0 0-15,0 0 16,0 0-16,0 0 16,0 0-16,0 0 15,0 0 1,0 0-16,0 0 15,0 0-15,0 0 16,0 0-16,0 0 16,0 0-16,0 0 15,2-10-15,-4 0 16,1-7-16</inkml:trace>
  <inkml:trace contextRef="#ctx0" brushRef="#br1" timeOffset="194355.86">14165 3758 0,'0'0'0,"3"3"0</inkml:trace>
  <inkml:trace contextRef="#ctx0" brushRef="#br1" timeOffset="194770.02">14145 4880 0,'0'0'0,"0"0"0,0 0 0,0 0 16,0 0-16,0 0 16,0 0-16,0 0 15,0 2-15,0-2 16,0 0-16</inkml:trace>
  <inkml:trace contextRef="#ctx0" brushRef="#br1" timeOffset="195148.15">14223 6085 0,'0'0'0,"0"0"16,0 0-16,0 0 16,0 0-16,0 2 15,0-2-15,0 0 16,0 0 0</inkml:trace>
  <inkml:trace contextRef="#ctx0" brushRef="#br1" timeOffset="202376.4">14748 2804 0,'0'0'0,"0"0"0,0 0 0,0 0 15,0 0-15,0 2 16,0-2-16,0 0 16,0 0-16,4 7 15,-4-7-15,0 0 16,5 9-16,-5-9 16,0 0-1,8 7-15,-8-7 16,0 0-16,11 6 15,-11-6-15,0 0 16,10 3-16,-10-3 16,0 0-16,11 2 15,-11-2-15,0 0 16,15 1 0,-15-1-16,23 0 15,-3-1-15,5-2 16,6-3-16,13-13 15,19-14-15,15-19 16,5-7-16,-4-1 16,-6 4-16,-11 9 15,-12 9-15,-11 8 16,-10 8-16,-6 5 16,-2 3-1,-3 3-15,-6 3 16,-12 8-16,16-9 15,-16 9-15,0 0 16,0 0-16,0 0 16,0 0-16,0 0 15,0 0-15,0 0 16,10-5-16</inkml:trace>
  <inkml:trace contextRef="#ctx0" brushRef="#br1" timeOffset="203277.84">14755 5069 0,'0'0'0,"0"0"0,0 0 0,0 0 0,0 0 15,1 1 1,-1-1-16,0 0 0,27 2 16,16-11-16,31-13 15,16-13 1,12-13-16,1-2 15,-4 0-15,-12 5 16,-14 6-16,-15 9 16,-10 8-16,-11 10 15,-11 6-15,-9 4 16,-17 2-16,12 3 16</inkml:trace>
  <inkml:trace contextRef="#ctx0" brushRef="#br1" timeOffset="203608.15">14728 6484 0,'0'0'0,"0"0"0,3 0 16,-3 0-1,28-11-15,23-20 16,31-26-16,8-11 16,3-6-16,1-3 15,-9 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37:40.1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2869 2759 0,'0'0'0,"0"0"0,0 0 15,0 0-15,7 0 16,4 2-16,4-1 16,5 1-16,3-1 15,-1 0-15,0-2 16,-3 0 0,-2-1-16,-1 1 15,-4-1-15,-12 2 16,18-2-16,-18 2 15,15 0-15,-15 0 16,17 7-16,-17-7 16,17 12-16,-8-4 15,-3 2-15,-1 1 16,2 2-16,-2 2 16,1 3-16,0 2 15,0 2 1,1-2-16,-2-2 15,-1-5-15,-2-2 16,1-1-16,1-1 16,-2 0-16,1-2 15,-3-7-15,4 11 16,-4-11-16,0 0 16,3 7-1,-3-7-15,0 0 0,0 0 16,-13 12-1,-11 2-15,-3-2 16,2-3-16,3-3 16,-1 0-16,-2-1 15,0-1-15,-1-2 16,4 0-16,1-2 16,1-2-16,5-1 15,-1 0-15,4 0 16,2-1-1,10 4-15,-16-5 16,16 5-16,-17-6 16,17 6-16,-18-7 15,18 7-15,-14-8 16,14 8-16,-11-16 16,9-2-16,4-9 15,3-6-15,3 2 16,2 3-1,-2 7-15,-1 4 16,0 4-16,-3 4 16,-4 9-16,7-10 15,-7 10-15,9-6 16,2 4-16</inkml:trace>
  <inkml:trace contextRef="#ctx0" brushRef="#br0" timeOffset="813.59">3430 2677 0,'0'0'0,"0"2"0,0-2 15,0 0-15,0 7 16,0-7-16,0 0 16,0 0-16,7 8 15,3-4-15,7 1 16,5-2-1,4-1-15,0 1 16,-2-2-16,-3-1 16,-3-1-16,-2 0 15,-4 1-15,-12 0 16,17 0-16,-17 0 16,12 4-16,-12-4 15,13 15-15,-7-3 16,1 2-1,-3 2-15,1 0 16,-2-1-16,0 1 16,-1 0-16,1 1 15,-2 0-15,1-1 16,0-2-16,0-2 16,-1-3-16,1-2 15,-2-7-15,1 9 16,-1-9-16,1 7 15,-1-7 1,-12 16-16,-6 0 16,-3 0-16,-2-3 15,-1-3-15,-3-4 16,0-1-16,2-3 16,2-1-16,6-2 15,3-4-15,1-5 16,2-6-16,0-11 15,6-3 1,3-2-16,3 3 16,1 2-16,2 4 15,1 3-15,-1 5 16,-1 5-16,-1 2 16,-1 2-16,-1 6 15,3-9-15,-3 9 16,14 0-16,1 5 15,8 7 1</inkml:trace>
  <inkml:trace contextRef="#ctx0" brushRef="#br0" timeOffset="1406.7">3998 2771 0,'0'0'0,"0"0"0,0 0 15,0 0-15,7 2 16,11 1-16,15 0 16,7-6-16,1-2 15,-1-2-15,-2 0 16,-2 1-16,0-1 15,-8 3 1,-3-1-16,-4 1 16,-6 2-16,-2 0 15,-3 1-15,-10 1 16,17 9-16,-7 2 16,-1 4-16,-2 5 15,-2 6-15,-2 3 16,-2 4-16,-1 1 15,-1-3 1,-3-3-16,-2-4 16,1-2-16,-1-5 15,-1-3-15,-1-2 16,-3-1-16,-4 0 16,-8-1-16,-10-3 15,-5-3-15,-1-6 16,5-3-16,5-3 15,1-4 1,1-5-16,6 1 16,3-2-16,6-1 15,1-3-15,4 1 16,2-1-16,4 1 16,4 5-16,2-1 15,3 1-15,4 1 16,5 0-16,5 1 15,-1 5 1,1 2-16</inkml:trace>
  <inkml:trace contextRef="#ctx0" brushRef="#br0" timeOffset="2006.07">4659 2766 0,'0'0'0,"0"0"0,3 1 16,-3-1-16,28 4 16,3-3-16,5 0 15,4-1-15,1-2 16,-4 0-16,-4-2 15,-2 1 1,-4 0-16,-5 3 16,-4-3-16,-5 3 15,-1 0-15,-3 3 16,-9-3-16,17 9 16,-8 1-16,1 5 15,1 6-15,-1 7 16,0 5-16,-2 2 15,-1-1-15,-2-5 16,-1-3 15,-2 0-31,-5-5 16,-9-2-16,-10-4 16,-13-3-16,-16-1 15,-10-3-15,-2-5 16,3-2-16,6-5 15,8 0-15,8-4 16,8-5 0,10-4-16,6-11 15,11-12-15,12-14 16,19-7-16,7-5 16,9 5-16,10 0 15,1 7-15,0 8 16,-7 10-16</inkml:trace>
  <inkml:trace contextRef="#ctx0" brushRef="#br0" timeOffset="5451.76">4604 4858 0,'0'-2'0,"0"2"16,0 0-16,0 0 15,0 0-15,0 0 16,6-10-16,2 4 16,2-1-16,3 1 15,1 0 1,2-1-16,6 0 16,0-1-16,1 0 15,1 1-15,3 2 16,1 3-16,2 0 15,1 1-15,2-2 16,1 0-16,0-1 16,5-2-16,-1-3 15,-2-3 1,-4 1-16,-3 1 16,-1 2-16,0-2 15,-5 3-15,-4 2 16,-4 2-16,-2 2 15,-1 2-15,-12-1 16,15 2-16,-15-2 16,12 6-16,-12-6 15,11 11-15,-7-4 16,0 0-16,0 5 16,0 7-1,-2 8-15,-1 7 16,-2-1-16,0 2 15,-2 2-15,-1 1 16,0 4-16,0-7 16,1-5-16,0-4 15,1-3-15,-1 0 16,-1 0 0,0 1-16,0-3 15,0-2-15,1-4 16,1-4-16,0-1 15,0-2-15,2-8 16,-1 9-16,1-9 16,0 0-16,-2 6 15,2-6 1,0 0-16,-17 6 16,7-6-16,-4 2 15,-4-2-15,-1 1 16,-2 0-16,0-1 15,-3-2-15,-2 0 16,-1 0-16,-2-1 16,0 3-16,1 3 15,-1 2-15,-1 0 16,-3 0 0,-1 2-16,4-2 15,5 1-15,5-1 16,3-2-16,0 2 15,3-2-15,0 0 16,0 0-16,0-2 16,-2-1-16,0 0 15,2-2-15,2-1 16,12 3-16,-19-11 16,10-3-1,-1-8-15,0-9 16,3-4-16,4 1 15,5-2-15,1-5 16,1 2-16,-1 4 16,1 3-16,-2 8 15,1-1-15,2 1 16,2 1 0,-1 1-16,-1 8 15,-1 2-15,-1 4 16,-1 1-16,-2 7 15,3-8-15,-3 8 16,0 0-16,0 0 16,11-7-16,-11 7 15</inkml:trace>
  <inkml:trace contextRef="#ctx0" brushRef="#br0" timeOffset="7299.71">7882 3897 0,'0'0'0,"0"0"16,0 2-16,0-2 16,3 12-16,-1-1 15,2 4-15,2 3 16,5-1-16,4-4 16,2-2-16,3-3 15,3-4-15,6-8 16,6-9-1,12-13-15,12-16 16,13-28-16,12-24 16,8-14-16,7-13 15,-8 12-15,-6 8 16,-11 23-16,-17 22 16,-14 17-16,-13 12 15,-7 9 1,-8 6-16,-1 7 15,-3 0-15,0 2 16,0 3-16,1 0 16,0 0-16</inkml:trace>
  <inkml:trace contextRef="#ctx0" brushRef="#br0" timeOffset="15267.7">2703 7884 0,'0'0'0,"0"0"0,0 0 0,1 2 15,-1-2-15,0 0 16,15 7-16,0-2 16,9 3-1,10-2-15,9 0 16,6-1-16,6-3 15,3-1-15,4 0 16,4-2-16,2 0 16,4-1-16,2 1 15,3-1-15,0 0 16,1 0-16,4 1 16,-1-1-16,4 1 15,-3-1-15,-1 1 16,-3 0-1,-1 0-15,-3 1 16,-3-1-16,-4 2 16,-3-1-16,-3 0 15,-4 1-15,-3 0 16,-3 0-16,-4 0 16,-4-1-16,-2 0 15,-4 0 1,-5 0-16,-3 0 15,-5 0-15,-3 0 16,-4 0-16,-3 0 16,-2 0-16,-12 0 15,16 0-15,-16 0 16,0 0-16,12 0 16,-12 0-16,0 0 15,0 0-15,0 0 16,0 0-16,0 0 15</inkml:trace>
  <inkml:trace contextRef="#ctx0" brushRef="#br0" timeOffset="16117.84">1908 3033 0,'0'0'0,"0"0"16,0 0-16,2 4 16,3 13-16,1 23 15,-1 27 1,-2 11-16,-2 26 15,-4 12-15,-4 15 16,-3 19-16,-4-4 16,-2 17-16,-1-9 15,2 9-15,-2-8 16,5 8-16,2-10 16,3 4-16,2-13 15,0 2-15,1 4 16,0-5-1,-1 5-15,-2-10 16,-5-2-16,-1-9 16,0-7-16,0-11 15,0-7-15,2-7 16,0-9-16,1-3 16,-2 1-16</inkml:trace>
  <inkml:trace contextRef="#ctx0" brushRef="#br0" timeOffset="17447.1">12010 6939 0,'0'0'0,"0"0"0,0 0 0,0 0 0,0 0 16,0 0 0,0 0-16,1 3 15,-1-3-15,7 10 16,-2-2-16,1 0 16,3 3-16,6-1 15,7 2-15,5-5 16,13-6-16,6-6 15,6-19-15,11-23 16,5-17 0,-4-6-16,-6 6 15,-18 19-15,0 3 16,-7 12-16,-8 11 16,-5 4-16,-7 7 15,-13 8-15,15-9 16,-15 9-16,0 0 15,11 2-15,-11-2 16,0 0 0,13 8-16,-6-2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3-22T10:44:06.3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2544 1051 0,'9'0'282,"16"0"-267,33 17 17,-50-9-17,9-8 1,-9 0 15,1 0-15,-1 0 15,0 0-15,1 0-16,16 0 31,-17 0-16,0 0-15,1 8 32,-1-8-17,0 0 1,9 0 15,-9 0 0,1 0-15,-1 0-16,17 0 31,-8 0-15,0 0 15,-9 0-15,0 0-1,1 0 1,16 0 15,-17 0 1,0 0-1,1 0-16,-1 0 64</inkml:trace>
  <inkml:trace contextRef="#ctx0" brushRef="#br0" timeOffset="16204.5">8892 384 0,'0'41'218,"0"51"-202,0 8 0,0 42-1,0-84 1,0 1 0,0-34-1,0-9 1,0-7-1,0-1 1,0-16 47,0-17-48,0 0 1,0 8-1,0 0-15,0-16 16,0 8 0,-8-25-1,0 0 1,8-8 0,0-26-1,0 17 16,0 59-15,0 0 0,0-1-1,8 9 95,0 0-79,1 0-15,7 0-1,18 0 1,-26 0-16,0 9 15,1-9 1,24 8 0,-25 9-1,9 16 1,0-16 0,-17-1-1,25 9 1,-17 0-1,0-16-15,1-1 16,-1 9-16,17 8 16,-8 0-1,-9-8 1,9 8 0,-9 0 15,-8-17-16,0 17 17,0-17-17,-16 1 1,-34-443 15,24 909-15,10-933-1,-9 933 1,8-475 0,0 8-1,-8-8 1,17 9 0,0-9-16,-17 0 31,16 0 0,1 0-15,0 0 15</inkml:trace>
  <inkml:trace contextRef="#ctx0" brushRef="#br0" timeOffset="18420.98">9426 676 0,'8'-134'218,"26"-58"-186,-26 151-1,-8 32-15,9 9 15,-1 9 16,0 7-32,1-7 1,-9-1 0,8 0-16,0 34 31,9-17-16,25 67 17,-26-59-17,9 0 17,-8-24-17,-9-1 16,1-8 1,7 0 15,-7-25-32,7 17-15,26-117 31,-17 75-15,-8 8 0,0 0-1,-9 9 1,-8 25 0,8-1 15,-8 1-16</inkml:trace>
  <inkml:trace contextRef="#ctx0" brushRef="#br0" timeOffset="20217.12">10027 667 0,'8'-16'203,"0"-43"-187,1 34-16,7-67 31,-7 67-15,-1 9 0,-8 7-1,17 1 1,-17-9 15,17 9-15,-9-9-16,9-16 31,8 8-15,-17 17 15,0 33 31,-8-9-46,9 1 0,-1 33-1,0-33-15,34 91 31,-17-58-15,8 0 0,9 9-1,-34-34 1,1-17 0,-9 0-16,8-475 15,0 934 1,1-450-1,-1-17 1,0-25 15,9-17-15,17-617 15,-18 1068-15,-7-442-1,-9 24 1,0 1-16,8 8 31,-8-17-15,0 9 15</inkml:trace>
  <inkml:trace contextRef="#ctx0" brushRef="#br0" timeOffset="53880.53">5589 5989 0,'25'8'250,"175"-8"-235,-83 0 1,-42 8 0,-33-8-16,-17 0 15,58 0 1,-49 0 0,-1 0 15,-25 0-31,17 0 15,9 9 17,-18-9-17,76 0 1,8 8 31,42-8-16,-25 0-15,-9 0 15,-83 0-15,92 0-1,25 0 16,-100 0-15,99 0 0,26 0 15,25-17 0,-75 17-15,41-16 15,-116 16-15,108-17-1,-108 17 1,108-17 0,-75 17-1,-16-8 1,57-9-1,18 9 17,-118-9-17,68 17 1,16-458 15,8 933 0,-24-467 1,-51-8-17,1 9 1,74-9 0,-33 0-1,9 0 1,-18 0-1,-32 0-15,82 8 32,-82 0-17,16-8 17,-25 0-17,8 0 16,-24 0-15,49 0 0,9 0 15,-59 0-15,50 0-1,-24 0 16,-18 9-15,1-9 0,-9 0-1,1 0 17,-1 0-1,1 0-31,24 0 31,-16-9-15,-1 9-1,-7 0 1,7 0 15,-16-8-15</inkml:trace>
  <inkml:trace contextRef="#ctx0" brushRef="#br0" timeOffset="66128.5">4054 6806 0,'33'0'203,"59"9"-188,-42-1 1,25 9 0,-50-476-1,9 926 1,-26-459 0,50 17-1,-24-16 1,16-9-1,-33 0-15,108 0 32,-50 0-1,-42 0-15,-8-9-16,59 9 31,-43 0-16,18 0 17,24 0-17,-50-16 1,9 16 0,8-476-1,42 943 1,-50-467-1,24 0 1,-24 0 0,8 0-1,-33 0-15,58 0 32,-50 0-17,33 0 1,-16 0-1,50-8 17,-67 8-17,42 0 17,-34 8-17,67 17 16,-75-25-15,0 0-16,25 0 31,-25 0-15,9 0 0,32 0 15,-49 0-16,16 0 1,-24 9-16,-1-9 16,0 0-16,42 8 31,-33-8-15,8 0-1,-17 0 1,1 0-16,-1 0 31,0 0 0,1-8-15,16 8 15,-8-9 0,-9 9-31,34-16 32,-26 16-1,18 0 0,-26-17-15,0 17-16,9 0 15,16-25 17,-24 25-17,-1-8 1,0 8 0,9 0-1,8 0 1,-8 0-1</inkml:trace>
  <inkml:trace contextRef="#ctx0" brushRef="#br0" timeOffset="75805.36">10369 6956 0,'33'-8'219,"76"0"-204,-34-1 1,-25 9 0,-34 0-16,34 0 31,-25 0-16,17 0 1,0 0 0,-9 0-16,51-8 31,-34 8-15,-25-8-16,41 8 31,-41 0-16,51 0 17,-18 0-17,17 0 17,-50 0-17,8 0 1,-8 0-1,17 0 1,-33 0 0,16 0 15,8 0-15,-16 0-1,-1 0 1,9 0-16,-16 0 15,-1 0-15,42 0 32,-17 0-17,-8 0 1,0 0 0,-8 0-1,33-9 16,9 9 1,-9 0-17,-42 0-15,59 0 32,-34 0-17,-16 0-15,33 0 31,-17 0-15,1 0 0,7-8-1,-7 8-15,32-17 32,-16 17-17,-33 0 1,50 0-1,-17-8 17,-17 8-17,-16 0 1,16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48:01.971"/>
    </inkml:context>
    <inkml:brush xml:id="br0">
      <inkml:brushProperty name="width" value="0.05292" units="cm"/>
      <inkml:brushProperty name="height" value="0.05292" units="cm"/>
      <inkml:brushProperty name="color" value="#EE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990 1679 0,'0'0'0,"0"0"0,0 0 0,0 0 15,0 3-15,0-3 16,0 10-1,0 5-15,0 10 16,2 8-16,-1 4 16,1 3-16,0 2 15,2-1-15,0 3 16,1-3-16,-1 3 16,1 0-16,-1-2 15,-2-2-15,3 2 16,-1 1-16,-1 1 15,0-4 1,-2-2-16,0-1 16,-1-1-16,0 0 15,0 0-15,0-2 16,0-2-16,0 0 16,0 2-16,0-2 15,0 0-15,0-3 16,0-2-1,0-1-15,0-5 16,0 0-16,0-1 16,0 3-16,0-2 15,0-2-15,0-2 16,0-3-16,0-3 16,0-2-16,0-2 15,0-7-15,0 8 16,0-8-16,0 0 15,0 0 1,0 0-16,0 0 16,0 0-16,0 0 15</inkml:trace>
  <inkml:trace contextRef="#ctx0" brushRef="#br0" timeOffset="1995.53">993 1739 0,'0'0'0,"0"0"0,0 0 15,0 0-15,0 0 16,0 0-16,0 0 16,-3-2-16,3 2 15,0 0-15,0 0 16,0 0-16,0 0 15,0 0-15,0 0 16,0 0 0,0 0-16,0 0 15,18-10-15,8-1 16,5-2-16,-1 1 16,3 1-16,1-1 15,6 0-15,5 1 16,0 0-16,0 3 15,-5 0 1,-2 2-16,0 2 16,1 1-16,-3 0 15,-4 3-15,-3-1 16,-4 1-16,-2 1 16,1 0-16,-1 2 15,-1-1-15,-3 1 16,1-1-16,0 1 15,0-1-15,3 2 16,4-1 0,4 1-16,0-1 15,1-2-15,-2 0 16,2 0-16,2 0 16,3 0-16,0 0 15,-1-2-15,2-2 16,-2 1-16,0 0 15,-2-1 1,-2 2-16,1-1 16,0 1-16,1-1 15,-2 0-15,-2 0 16,-4 1-16,-3 0 16,-4 0-16,-2 0 15,-3 1-15,-2 1 16,-2 1-16,-10-2 15,19 6-15,-19-6 16,15 7 0,-15-7-16,12 8 15,-12-8-15,12 10 16,-12-10-16,10 12 16,-4-4-16,0 2 15,1 3-15,-1 1 16,2 4-16,-2 2 15,1 0-15,-3 4 16,1 2 0,-2 4-16,0 2 15,1 2-15,-1 1 16,0 3-16,-1 1 16,-1 4-16,-1 0 15,0 0-15,0 1 16,0 0-16,-1 0 15,0-1-15,0-2 16,0 2 0,-2-1-16,-1-2 15,0-1-15,0-2 16,-1-4-16,2 0 16,0-3-16,0-3 15,1-3-15,0-2 16,-1 0-16,1-1 15,0-2-15,1-2 16,0 1 0,0 1-16,0 0 15,0 1-15,0-4 16,1-1-16,0-3 16,0-3-16,0-1 15,0-1-15,0-7 16,2 10-16,-2-10 15,0 0 1,2 7-16,-2-7 16,0 0-16,0 0 15,-6 7-15,-8 0 16,-19 2-16,-8-2 16,4-2-16,5-3 15,0 0-15,0-2 16,-2 0-16,-2 0 15,0 0-15,2 0 16,-1 0-16,-2 0 16,-1 0-1,-3 0-15,1 0 16,-1 0-16,-3 0 16,2 1-16,1 2 15,1 0-15,4 0 16,-2 0-16,2 1 15,3 0-15,-1-1 16,2 0 0,-1 1-16,-1-1 15,3 0-15,0 0 16,-2-1-16,3 1 16,-1-1-16,-1 1 15,2-1-15,1-2 16,5 0-16,0 0 15,0 0-15,-1 0 16,2 0-16,1 0 16,0 0-1,0 0-15,3 0 16,3 0-16,1 0 16,-2 0-16,1 0 15,-1 0-15,3 0 16,3 0-16,11 0 15,-16 0-15,16 0 16,-12 0-16,12 0 16,0 0-1,0 0-15</inkml:trace>
  <inkml:trace contextRef="#ctx0" brushRef="#br0" timeOffset="3603.6">1705 1606 0,'0'0'0,"0"0"0,-2 2 0,2-2 16,0 0-16,-3 7 15,3-7 1,-3 11-16,1-3 16,0 7-16,0 7 15,-2 10-15,2 5 16,-1 6-16,0 0 15,1-1-15,-1 3 16,-1 0-16,1 0 16,0-1-16,0-1 15,0 2-15,1-1 16,1 2 0,1-1-16,1 2 15,1 2-15,1 2 16,3-1-16,0 4 15,-1 2-15,1-5 16,0 0-16,-1-5 16,0 2-16,0-3 15,-1-3 1,-2-7-16,0-2 16,-1 1-16,1-2 15,-1-2-15,0-5 16,0-4-16,0-4 15,0-4-15,-1-2 16,1-2-16,-1-3 16,0-6-16,2 10 15,-2-10 1,0 0-16,0 0 16,3 7-16,-3-7 15,0 0-15,0 0 16,0 0-16,0 0 15,0 0-15,0 0 16,0 0-16,0 0 16</inkml:trace>
  <inkml:trace contextRef="#ctx0" brushRef="#br0" timeOffset="4492.07">2265 1556 0,'0'0'0,"0"0"0,0 0 16,0 0-16,0 0 16,0 0-16,-2 2 15,2-2-15,-3 13 16,-1 3 0,0 9-16,2 5 15,1 6-15,-1 4 16,2 1-16,2-1 15,-1 1-15,3-2 16,-1 3-16,0 4 16,0-1-16,2 0 15,-1 0-15,1 2 16,-1 1 0,1-2-16,0-1 15,0-1-15,2 1 16,0-2-16,-1-1 15,1-1-15,-1-2 16,0-2-16,0-2 16,1-3-16,-2-1 15,0-2-15,-1-3 16,1-1 0,-1 0-16,1-1 15,-1 0-15,0-2 16,0 1-16,0-1 15,-1 3-15,1 0 16,0 0-16,-2 2 16,2-2-1,-2 0-15,-1 0 16,1-1-16,-1-1 16,-1 0-16,0-3 15,-1-4-15,0-5 16,0-3-16,1-8 15,0 8-15,0-8 16,0 0-16,0 0 16,0 0-16,0 0 15</inkml:trace>
  <inkml:trace contextRef="#ctx0" brushRef="#br0" timeOffset="5614.32">994 2254 0,'0'0'0,"0"0"0,0 0 16,0 0-16,0 0 15,0 0 1,0 0-16,3 0 15,-3 0-15,25 0 16,1-2-16,5-2 16,2 1-16,0-1 15,-5 0-15,-2 1 16,2 0-16,4-1 16,4 0-1,1 0-15,1 0 16,-1 0-16,4 0 15,1 0-15,1-1 16,-3 2-16,1 1 16,0 1-16,2 1 15,0 0-15,0 1 16,4-1 0,3 1-16,1 0 15,0-2-15,-1-1 16,-4-1-16,-3-2 15,-3 1-15,0 0 16,-1-2-16,0 0 16,1 2-16,-3 0 15,-1 0-15,-5 1 16,-3-1-16,1 2 16,-3 2-16,0 2 15,-2-1 1,0 0-16,-1 0 15,0 0-15,-2-1 16,1 1-16,-1 0 16,0 0-16,-2 0 15,-1-1-15,0 0 16,-1 0-16,-3 0 16,-1-1-16,-2 0 15,-11 1 1,15-2-16,-15 2 15,14-1-15,-14 1 16,0 0-16,10-2 16</inkml:trace>
  <inkml:trace contextRef="#ctx0" brushRef="#br0" timeOffset="6698.85">1014 2696 0,'0'0'0,"0"0"0,0 0 16,0 0-16,0 0 16,4 0-16,-4 0 15,25-5-15,1 0 16,6 1-16,2-1 16,0 2-1,-2-2-15,3 3 16,2 0-16,0 2 15,0-1-15,-3 0 16,3 0-16,3 0 16,1 0-16,-1 0 15,-6 1-15,-1-1 16,1 0-16,3 0 16,-1 1-16,-2-1 15,-1 0 1,3 0-16,1 1 15,-1-2-15,-1 1 16,-6 1-16,-2-1 16,3 0-16,1 0 15,1 0-15,2-2 16,-5 0-16,1-2 16,1-2-16,-1-1 15,3 0-15,-3 1 16,-2 0-1,2 0-15,1 1 16,1-1-16,-1 0 16,0 3-16,-1-1 15,0 2-15,-2 0 16,-2 1-16,-3-1 16,-2 2-16,-4-1 15,0 0 1,-1 0-16,-1 1 15,-1 0-15,1 1 16,-1-1-16,-2 0 16,-1 0-16,-11 1 15,15-2-15,-15 2 16,11-1-16,-11 1 16,0 0-16,0 0 15,11 0 1,-11 0-16,0 0 15,0 0-15</inkml:trace>
  <inkml:trace contextRef="#ctx0" brushRef="#br1" timeOffset="12338.35">1310 1797 0,'0'0'0,"0"0"0,0 0 0,0 0 16,-3 1-16,3-1 16,0 0-16,0 0 15,0 0-15,-6 8 16,6-8-16,-1 15 16,1-1-1,0 6-15,0 1 16,0 3-16,0-1 15,0 0-15,0-2 16,0-1-16,0 0 16,0-1-16,0-2 15,0-2-15,0 2 16,0-2-16,0-1 16,0 1-1,-1-4-15,0 0 16,0-1-16,1-10 15</inkml:trace>
  <inkml:trace contextRef="#ctx0" brushRef="#br1" timeOffset="12950.81">1493 1979 0,'0'0'0,"0"0"0,0 0 0,0 0 0,0 0 15,0 0-15,0 0 16,0 0-16,0 0 15,0 0-15,0 0 16,0 0-16,0 0 16,0 0-16,0 0 15,0 0-15,-2 2 16,2-2-16,-9 11 16,2-4-16,1 3 15,0 2 1,1 2-16,0 0 15,2-1-15,2-2 16,2-1-16,1-1 16,4-2-16,2-1 15,6-1-15,2-3 16,0-4-16,-2-4 16,0 0-1,-3-4-15,1-3 16,0-4-16,0-3 15,0-1-15,-4 1 16,-2 2-16,-5 3 16,-1 1-16,-2 1 15,-6 1-15,-2 2 16,-3 3 0,-2 3-16,-3 1 15,-4 6-15,-1 2 16,1 5-16</inkml:trace>
  <inkml:trace contextRef="#ctx0" brushRef="#br1" timeOffset="13933.57">1928 1792 0,'0'0'0,"0"0"0,0 0 0,0 0 16,6-2-16,-6 2 15,16-2-15,-5 3 16,-1 2-16,1 2 16,-1 2-16,0 5 15,-2 5-15,-2 3 16,-2 3-16,-4 2 16,-5 4-16,-6-1 15,-5-2-15,1-3 16,-1-1-1,0-1-15,2-1 16,3-3-16,1-5 16,4-3-16,2-3 15,4-6-15,-6 8 16,6-8-16,0 0 16,0 0-16,0 0 15,0 0 1,0 0-16,12-2 15,-1-4-15,3-1 16,2 0-16,3-1 16,2-1-16,-1-1 15,-2 2-15,-1 1 16,-4 2-16,-2 0 16,0 0-16</inkml:trace>
  <inkml:trace contextRef="#ctx0" brushRef="#br1" timeOffset="15089.7">2492 1837 0,'0'0'0,"0"0"0,0 0 16,0 0-16,0 0 16,1-2-16,-1 2 15,0 0-15,11-2 16,-11 2-16,21-3 16,-9 1-16,1 1 15,0 0-15,0 1 16,-1 1-16,-1 0 15,0 1 1,-11-2-16,17 5 16,-17-5-16,14 14 15,-8-5-15,-2-1 16,-2 2-16,-2 4 16,-2 0-16,-3 2 15,-1-3-15,-3 2 16,-1-3-1,2-2-15,-1-2 16,9-8-16,-9 8 16,9-8-16,0 0 15,0 0-15,0 0 16,0 0-16,-1-8 16,6 0-16,3-2 15,0 2-15,1 2 16,1 0-16,-1 4 15,-9 2 1,18 0-16,-18 0 16,11 6-16,-11-6 15,4 15-15,-7-2 16,-9 9-16,-7 4 16,-7-1-16,-4-3 15,0-1-15,-3-5 16,3-1-1,5-4-15,3-5 16,0-1-16</inkml:trace>
  <inkml:trace contextRef="#ctx0" brushRef="#br1" timeOffset="16420.79">1356 2361 0,'0'0'0,"0"0"0,0 0 15,0 0-15,0 0 16,0 0-16,0 0 15,0 0-15,-3 1 16,3-1 0,-2 15-16,1-3 15,-2 3-15,1 4 16,0 0-16,-1 2 16,1-2-16,1-5 15,-1-1-15,1-4 16,1-2-16,0-7 15,-2 10 1,2-10-16,0 0 16,0 0-16,0 0 15,0 0-15,19-3 16,-1-8-16,0-4 16,-4 2-16,-1-1 15,-3 4-15,-3 1 16,-2 2-16,-5 7 15,6-11 1,-6 11-16,0 0 16,5-8-16,-5 8 15,0 0-15,0 0 16,0 0-16,0 0 16,0 0-16,0 0 15,8 20-15,-3 0 16,0 6-16,0 2 15,-1-3-15,-1-3 16,-1-3 0,0-4-16,-1-1 15,-1-2-15,0 0 16,0-3-16,-1 0 16,1-9-16</inkml:trace>
  <inkml:trace contextRef="#ctx0" brushRef="#br1" timeOffset="16919.98">1658 2482 0,'0'0'0,"0"0"0,0 0 0,0 0 0,-4 1 16,4-1-16,-10 6 15,0 0-15,-1 2 16,-3 3-16,-3 4 15,2 3-15,2 0 16,5-4 0,2-3-16,2-1 31,3-2-31,1-8 16,8 9-16,6-10 15,6-4-15,0-4 16,-3-9-16,-4 0 15,-2 0-15,-3 2 16,-3 4-16,-4 3 16,-2 1-1,-4 0-15,-4-1 16,-3 2-16,-3 5 16,-1 1-16,-2 7 15,1 1-15</inkml:trace>
  <inkml:trace contextRef="#ctx0" brushRef="#br1" timeOffset="18078.82">2006 2364 0,'0'0'0,"0"0"0,0 0 0,-2-1 0,2 1 15,-11 2 1,0 2-16,-6 4 16,1 1-16,2-1 15,2 2-15,2-1 16,2 0-16,2-2 15,3-1-15,0 1 16,3-7-16,-1 11 16,3-5-1,4 4-15,6 6 16,1 2-16,3 3 16,0-1-16,-4-6 15,-1-1-15,-5-5 16,-4-1-16,-6 4 15,-4 3-15,-6 6 16,0-3 0,0-1-16,-2 0 0,1-2 15,1-2 1,2-4-16,2-1 16,0-3-16,10-4 15,-12 3-15,12-3 16,0 0-16,-10-7 15,8-2-15</inkml:trace>
  <inkml:trace contextRef="#ctx0" brushRef="#br1" timeOffset="18577.12">2169 2505 0,'0'0'0,"0"0"16,0 0-16,0 0 15,0 0-15,-3 0 16,3 0-16,-14 17 15,2 3-15,2 0 16,3-4-16,3-2 16,1 0-1,3-2-15,1-2 16,3-1-16,6 0 16,8 1-16,4-8 15,3-7-15,-8-5 16,-2 2-16,-3 1 15,-3-1-15,1-6 16,-4-10-16,0-1 16,-3 7-16,-2 5 15,-2 3 1,-2 3-16,-5 1 16,-1-1-16,-7 0 31,-3 0-31,-1 3 15,0 5-15</inkml:trace>
  <inkml:trace contextRef="#ctx0" brushRef="#br1" timeOffset="19351.72">2689 2209 0,'0'0'0,"0"0"0,0 0 16,-4 0 0,4 0-16,-17 5 15,-1 6-15,-7 7 16,1 5-16,-2 4 15,2 1-15,2 0 16,3 0-16,7-6 16,1-3-16,2-2 15,1 4-15,1 2 16,6-1 0,3-6-16,4-5 15,2-2-15,2-4 16,4-2-16,5-2 15,5-5-15,-2-3 16,-2-2-16,-3 0 16,-5 2-16,-4 0 15,-8 7 1,10-10-16,-10 10 16,2-7-16,-2 7 15,-10-12-15,-2 6 16,-6 1-16,-3 1 15,-2 3-15,1 2 16,4 2-16,2 1 16</inkml:trace>
  <inkml:trace contextRef="#ctx0" brushRef="#br1" timeOffset="20084.47">2511 2729 0,'0'0'0,"0"0"15,0 0-15,0 0 16,0 0 0,0 0-16,0 0 15,0 0-15,8 1 16,1 2-16,8-2 15,3-5-15,2-1 16,-5 0-16,-6 1 16,-11 4-16,13-3 15,-13 3-15,0 0 16,0 0-16,13 7 16,-9 3-1,-1 4-15,-1 1 16,0-1-16,-2-1 15,0 1-15,0-1 16,0 1-16,0-1 16,0-1-16,0 3 15,-2 2-15,-2 3 16,0-2-16,0-3 16,1-2-1,0-2-15,-1-1 16,0 0-16,4-10 15</inkml:trace>
  <inkml:trace contextRef="#ctx0" brushRef="#br1" timeOffset="20998.82">1924 2822 0,'0'0'16,"0"0"-16,0 0 0,0 0 15,0 0-15,0 0 16,0 0-1,0 5-15,0-5 16,5 17-16,0-1 16,1 5-16,0 3 15,-1-3-15,-2 0 16,-1-1-16,-2-4 16,-1-1-16,0-3 15,0-2-15,1-1 16,-1-3-1,0 0-15,1-6 16,-1 9-16,1-9 31,10 6-31</inkml:trace>
  <inkml:trace contextRef="#ctx0" brushRef="#br1" timeOffset="21675.55">2129 2828 0,'0'0'0,"0"0"0,0 0 0,0 0 15,-3-2-15,3 2 16,0 0-16,-16 2 16,5 1-16,-3 4 15,-1 5-15,0 3 16,2 3-16,2 0 16,7 0-16,1-2 15,6 1 1,0-5-16,2-2 15,2-2-15,3-1 16,9-3-16,-3-6 16,-1-3-16,0-2 15,0-2-15,3-2 16,1 1-16,-4 2 16,-3-1-16,-3 3 15,-3-2-15,-4-2 16,-2 0-1,-6-1-15,1 0 16,-4 0-16,-4 1 16,-1 3-16,-1 1 15,0 4-15,-4 5 16,-5 6-16,-10 6 16,-4 4-16</inkml:trace>
  <inkml:trace contextRef="#ctx0" brushRef="#br1" timeOffset="22605.42">1388 2776 0,'0'0'0,"0"0"0,0 0 16,0 0-16,-1 3 15,0 6-15,-2 6 16,-1 8-16,1 2 16,1 1-16,2 3 15,-1-3-15,1-3 16,-1-5-16,0-4 15,1-2 1,1-2-16,0-2 16,-1-8-16,1 9 15,-1-9-15,0 0 16,0 0-16,14-6 16,-1-8-16,0-4 15,-1-3-15,-1-1 16,-3 4-1,-2 2-15,-2 3 16,-1 1-16,0 0 16,0 1-16,-1 2 15,0 3-15,-2 6 16,3-8-16,-3 8 16,0 0-16,0 0 15,11-5-15,-11 5 16,9 9-1,-5 4-15,0 10 16,-1 9-16,-1 3 16,0-4-16</inkml:trace>
  <inkml:trace contextRef="#ctx0" brushRef="#br1" timeOffset="26707.45">3498 2403 0,'0'0'0,"0"0"0,0 0 16,0 0-16,0 0 15,0 0 1,0 0-16,0 0 16,4 1-16,-4-1 15,14 4-15,1-1 16,5 0-16,6-3 15,4-1-15,0-2 16,4 0-16,1-4 16,2 1-16,1 0 15,2-1-15,1-1 16,0 0 0,-1 1-16,-1 0 15,0-1-15,2 1 16,-1 2-16,1-2 15,1 0-15,2 2 16,-2-1-16,-2 1 16,-5 0-16,-2 1 15,-3 0 1,-3 1-16,-2 0 16,0-1-16,-2 1 15,0 1-15,-2-1 16,-3 1-16,-3 1 15,1-1-15,-2 0 16,-2 2-16,-2-1 16,-10 1-16,13-2 15,-13 2-15,0 0 16,11-2 0,-11 2-16,0 0 15,0 0-15,0 0 16,0 0-16,0 0 15</inkml:trace>
  <inkml:trace contextRef="#ctx0" brushRef="#br1" timeOffset="27299.9">4294 2038 0,'0'0'0,"0"0"0,0 0 16,0 0-16,0 0 15,0 0-15,2 3 16,6 4-16,4 3 16,5 5-16,4 0 15,5-2-15,5 0 16,0 0 0,1-2-16,-2 0 15,-4 0-15,-1-2 16,-3-1-16,-4 0 15,-1 0-15,-3 1 16,-2-2-16,-2 1 16,-3 0-16,0-2 15,-7-6 1,7 10-16,-7-10 16,6 7-16,-6-7 15,4 7-15,-4-7 16,2 9-16,0-3 15,-1 2-15,-2 0 16,-4 6-16,-7 9 16,-9 9-16,-9 7 15,-7 0-15,0-2 16,-4 3-16,4-4 16,4-2-1</inkml:trace>
  <inkml:trace contextRef="#ctx0" brushRef="#br1" timeOffset="31398.33">7056 593 0,'0'0'0,"0"3"16,0-3-16,-2 23 15,-1 8-15,0 14 16,3 5-16,4 2 16,0 2-16,3-3 15,1 0-15,1-2 16,-1-2-16,0-7 15,0-6 1,-2-5-16,-1-3 16,1-3-16,-2-4 15,0-7-15,0-5 16</inkml:trace>
  <inkml:trace contextRef="#ctx0" brushRef="#br1" timeOffset="31961.67">7132 969 0,'0'0'0,"0"0"0,0 0 0,0 0 16,1-2-16,-1 2 15,12-9-15,4-1 16,9 2-16,4 2 15,4-1 1,5 1-16,1 2 16,-5 1-16,-6 0 15,-6 1-15,-2-3 16,-4-3-16,-4 0 16,-4 0-16,-4-2 15,-2-2-15,-2-1 16,-2-1-1,0 0-15,0 2 0,-1 1 16,0 0 0,1 2-16,0 0 15,1 3-15,1 6 16,-1-9-16,1 9 16,-2-7-16,2 7 15,0 0-15,0 0 16,0 0-16,0 0 15,-3 7-15,0 15 16,2 12 0,1 7-16,1-1 15,2-2-15,0-2 16,3 4-16,0 1 16,-1-3-16,0-9 15,-1 4-15</inkml:trace>
  <inkml:trace contextRef="#ctx0" brushRef="#br1" timeOffset="32181.01">7649 1034 0,'0'0'0,"0"0"0,0 2 16,0-2-16,-3 17 16,0 5-1,1 9-15,2 6 16,4 3-16,0 4 16,-1 2-16,2 8 15</inkml:trace>
  <inkml:trace contextRef="#ctx0" brushRef="#br1" timeOffset="32996.96">9094 628 0,'0'0'0,"-1"2"16,1-2-16,0 0 15,-2 9-15,2-9 16,0 6-16,0-6 15,-1 16-15,0-3 16,-2 8-16,1 3 16,0 6-1,2 5-15,2 4 16,1 4-16,0-2 16,1 2-16,4 2 15,2 2-15,0-7 16,0-5-16,-2-8 15,-1-1 17</inkml:trace>
  <inkml:trace contextRef="#ctx0" brushRef="#br1" timeOffset="33464.72">9122 967 0,'0'0'16,"0"0"-16,2-2 15,-2 2-15,13-13 16,4 1-16,15-2 16,6-1-16,9 0 15,-3 1-15,0 1 16,1-3-16,-10 2 15,-6-1-15,-9 4 16,-5 2-16,-6 0 16,-2 3-1,-7 6-15,9-13 16,-8 6-16,0 2 16,-1 5-16,-2-11 15,2 11-15,-3-9 16,3 9-16,0 0 15,-2-7-15,2 7 16,0 0-16,0 0 16,0 0-1,-4 8-15,2 9 16,2 13-16,4 10 16,3 4-16,5 2 15,1 4-15,-1-2 16,0-2-16,-2-4 15</inkml:trace>
  <inkml:trace contextRef="#ctx0" brushRef="#br1" timeOffset="33868.46">9806 1146 0,'0'0'0,"0"0"0,5-1 16,-5 1-16,25-4 15,-6 4-15,2 6 16,-4 4 0,-3 6-16,-2 9 15,-4 6-15,-5 6 16,-5-3-16,-4-4 15,-2-2-15,-4 1 16,-1-1-16,1-6 16,1-4-16,5-7 15,1-1 1,7-2-16,8-1 16,14-2-16,22-11 15,8-6-15,4-1 16,5-4-16,-8 4 15,-5 0-15,-14 4 16,-11 2-16,-2 2 16</inkml:trace>
  <inkml:trace contextRef="#ctx0" brushRef="#br1" timeOffset="34544.18">8351 954 0,'0'0'0,"0"0"0,0 0 15,13 1-15,21 2 16,20-1-16,7-1 15,3-2-15,-4-1 16,-7-1-16,-11 0 16,-11 0-16,-6-1 15,-6 1 1,-5 0-16,-14 3 16,9-2-16,-9 2 15,0 0-15,-9-10 16,-13 0-16,-5 1 15,-1 1-15,3 3 16,3 2-16,3 1 16,5 1-16,4 0 15,10 1-15,-12-1 16,12 1 0,0 0-16,0 0 15,0 0-15,0 0 16,0 0-16,29 13 15,-5-1-15,-4 2 16,-6 2-16,-4 2 16,-6 9-16,-1 6 15,-4 2-15,-3-3 16,-2-5 0,0-5-16</inkml:trace>
  <inkml:trace contextRef="#ctx0" brushRef="#br1" timeOffset="35357.04">10301 974 0,'0'0'0,"0"0"0,0 0 16,0 0-16,7-1 15,17-3-15,26 1 16,11 3-16,5 2 16,1 0-1,3 0-15,-3 0 0,1-1 16,-1-1 0,-2-5-16,-9 0 15,-6 0-15,-11 1 16,-4-1-16,-6 0 15,-6 1-15,-6 0 16,-5 2-16,-12 2 16,14-4-16,-14 4 15,0 0-15,0 0 16,0 0 0,0 0-16,-7-11 15,-14 1-15,-4 0 16,5 2-16,0 1 15,4 2-15,1 0 16,1 0-16,4 2 16,10 3-16,-13-5 15,13 5-15,0 0 16,0 0-16,0 0 16,0 0-1,0 0-15,0 0 16,9 7-16,21 4 15,7 3-15,1-1 16,-3-2-16,-7-1 16,-8-3-16,-6 1 15,-5 0-15,-4 5 16,-7 5-16,-10 4 16,-8 5-1,-10 2-15,2-4 16,5-5-16,6-6 15</inkml:trace>
  <inkml:trace contextRef="#ctx0" brushRef="#br1" timeOffset="36041.24">12098 806 0,'0'0'0,"0"0"0,0 0 16,0 0-16,-4 4 15,-11 5-15,-10 3 16,-6 3-16,-2 0 16,5-1-1,-3 2-15,6 0 16,3 1-16,0 0 15,4 2-15,3 2 16,4 2-16,5 4 16,3-1-16,3 1 15,3 0-15,11-2 16,5 1-16,10 1 16,3-2-1,3-2-15,9 1 16,10-2-16,7-6 15,-7-8-15,3-9 16,-9-3-16,-4 2 16,0-5-16,-10-1 15,-1-5-15,-2-3 16,-7-1-16,-3-1 16,-5 1-1,-4-3-15,-2-4 16,-7-6-16,-6-4 15,-6-1-15,-5 2 16,-11-3-16,-15-3 16,-13-2-16,-7 10 15,-8 3-15,-8 9 16,-13 6-16,-9 1 16,-4 20-16,-21 2 15</inkml:trace>
  <inkml:trace contextRef="#ctx0" brushRef="#br1" timeOffset="42588.88">12575 2772 0,'0'4'0,"0"-4"0,-3 6 0,3-6 16,-26-9-16,4 0 15,1 7-15,-6 10 16,1 0 0,3-1-16,0 0 15,-6-3-15,-5-2 16,1 1-16,-3-1 15,3 1-15,-2 0 16,-4 2-16,8 9 16,3 5-16,0 1 15,0 3-15,1 1 16,7-1 0,8 4-16,1-2 15,1-1-15,-1 1 16,-1 2-16,1 1 15,1-1-15,7 0 16,5 2-16,0 1 16,2 1-16,1 0 15,5 4 1,5-2-16,3 0 16,9-3-16,6 6 15,11-10-15,-3-1 16,4-6-16,4-11 15,-1 0-15,3-1 16,1-1-16,0 1 16,-3-1-16,-3-2 15,-6 0 1,0-2-16,4-4 0,-3-4 16,-5-1-1,-2-1-15,-3-2 16,0-6-16,-3 1 15,-1-2-15,-4-3 16,-1-6-16,-3-2 16,-4 2-16,-4 0 15,-3 0-15,-3 1 16,0-2 0,-2-2-16,-3-4 15,-3 2-15,-2-1 16,-3-1-16,-3 4 15,-4-6-15,0 5 16,-4-3-16,-4-5 16,0-1-16,3 9 15,2 11-15,-5-4 16,-3 3 0,-12-10-16,3 6 15,-3 7-15,-19-8 16,-7 26-16,-20 3 15</inkml:trace>
  <inkml:trace contextRef="#ctx0" brushRef="#br1" timeOffset="45370.86">13798 2778 0,'-3'-14'0,"0"-3"0,-1 1 0,-1-7 15,5 23 1,-1-10-16,1 10 16,0 0-16,0 0 15,0 0-15,-19-12 16,2 2-16,-7 2 16,-9 9-16,-2 2 15,3 14-15,7-10 16,2 3-1,1 7-15,5 0 16,0 15-16,7-4 16,4-9-16,3-1 15,3 1-15,6 5 16,3 1-16,4 1 16,4-2-16,6 0 15,5 1-15,0-1 16,-3-3-1,-6-5-15,-2 1 16,-4 5-16,-2 1 16,-5-4-16,-2-3 15,-4-4-15,-3-3 16,-4 2-16,-4-2 16,-3-2-16,-5-1 15,0-3-15,3 1 16,1-2-16,15-2 15,-15-6 1,15 6-16,-10-13 16</inkml:trace>
  <inkml:trace contextRef="#ctx0" brushRef="#br1" timeOffset="45638.38">13954 3029 0,'0'0'0,"0"0"0,0 0 16,3 2-16,0 5 15,4 8-15,1 7 16,-1 2-16,-2 3 15,-4 0 1,-3-1-16,-3-3 16,0-3-16,1-4 15,2-5-15</inkml:trace>
  <inkml:trace contextRef="#ctx0" brushRef="#br1" timeOffset="45821.98">14082 2822 0,'1'-4'0,"-1"4"15,2-8-15,-2 8 16,0 0-16,0 0 15</inkml:trace>
  <inkml:trace contextRef="#ctx0" brushRef="#br1" timeOffset="46415.43">14289 2955 0,'0'0'0,"0"0"0,0 0 0,0 0 16,-4 4-16,0 3 15,-1 2 1,0 5-16,1 3 16,2 3-16,4 3 15,1-2-15,2 1 16,1-3-16,2 0 16,1-2-16,0-5 15,0-6-15,-9-6 16,17 0-16,-6-5 15,0-2 1,-1 0-16,-1 0 16,-2-1-16,-1 0 15,-1 1-15,-5 7 16,5-9-16,-5 9 16,0 0-16,0 0 15,0 0-15,0 0 16,0 0-16,11 20 15,-7 5-15,1 6 16,0 5-16,-2 5 16,-3 4-1,0 5-15,-1 3 16,1-3-16,-1 31 31</inkml:trace>
  <inkml:trace contextRef="#ctx0" brushRef="#br1" timeOffset="47227.86">14431 3313 0,'3'-2'0,"0"-4"16,5-4-16,4-9 16,0 2-16,-2 1 15,-1 2-15,-3 4 16,-6 10-16,4-6 15,-4 6 1,0 0-16,0 6 16,0 7-16,0 5 15,0 6-15,0-2 16,0-2-16,0-2 16,0-1-16,0-1 15,0-6-15,0-10 16,0 0-16,0 0 15,0 0-15,0 0 16,0 0-16,0 0 16,12-25-1,0-5-15,2-2 16,1 2-16,1 5 16,-2 3-16,-2 7 15,-2 2-15,-2 6 16,4 4-16,2 6 15,2 3-15,0 3 16,-3 5 0,1 4-16,0 3 15,-3 1-15,-1 0 16,-1-4-16,-2-3 16,-1-4-16,-2-5 15,-4-6-15,0 0 16,0 0-16,15-9 15,-9-10-15,-3-1 16,0-1-16,-1 3 16,-2 3-1,0 6-15,0 9 32,0 0-32,0 0 15,2 7-15,1 16 16,1 9-16,1 0 15,-1 1-15,0-2 16,0 0-16,0 0 16</inkml:trace>
  <inkml:trace contextRef="#ctx0" brushRef="#br1" timeOffset="47685.49">15042 3229 0,'0'0'0,"0"0"0,0 0 0,0 0 0,0 0 15,0 5-15,1 3 16,0 6-16,0 2 15,-1 5-15,1 2 16,0-5 0,0-3-16,-1-5 15,0-4-15,0-6 16,0 0-16,0 0 16,0 0-16,0 0 15,0 0-15,9-14 16,-6-6-16,-5-6 15,-4 0-15,-4 2 16,-1 2-16,0 3 16,3 4-1,1 5-15,0 2 32,7 8-32,0 0 15,-14-5-15,14 5 16,0 0-16</inkml:trace>
  <inkml:trace contextRef="#ctx0" brushRef="#br1" timeOffset="47978.34">15207 3151 0,'0'0'0,"0"0"0,0 0 15,7 5-15,3 7 16,2 3-16,0 7 16,-1 2-1,0 6-15,-2 6 16,-3 3-16,-3-3 16,-2-7-16,-2-3 15,-1-6-15,0-3 16,0-3-16,1-7 15,1-7-15,0 0 16</inkml:trace>
  <inkml:trace contextRef="#ctx0" brushRef="#br1" timeOffset="48153.25">15293 2988 0,'0'0'0,"0"0"0,0 0 0,0 0 16,0 0 0,4 4-16</inkml:trace>
  <inkml:trace contextRef="#ctx0" brushRef="#br1" timeOffset="48935.24">15537 3278 0,'0'0'0,"0"0"16,0 0-16,0 0 15,0 0-15,0 0 16,0 0-16,0 0 16,0 0-1,0 0-15,0 0 16,0 0-16,0 0 16,0 0-16,0 0 15,0 0-15,-6-3 16,6 3-16,-16 0 15,5 0-15,-1 5 16,-1 8-16,0 10 16,0 6-16,4 2 15,2-1 1,2-2-16,3 1 16,1 3-16,1-1 15,3-4-15,1-11 16,5-6-16,4-7 15,4-4-15,4-7 16,0-9-16,2-8 16,7-9-16,-5-6 15,-3-5 1,-9 0-16,-6 0 16,-5 1-16,-2 4 15,-2 1-15,-2-1 16,-1 6-16,1 3 15,0 5-15,1 3 16,0 4-16,1 3 16,1 5-1,0 3-15,1 8 16,-1-7-16,1 7 16,-17 7-16,-4 10 15,5 19-15,1 13 16,6 11-16,7 7 15,3-2-15,4 0 16,4-3-16,8-2 16,4-6-16,1-9 15,2-11 1,2-9-16,11-10 16,6-9-16,1-4 15,-29-4-15</inkml:trace>
  <inkml:trace contextRef="#ctx0" brushRef="#br1" timeOffset="49526.47">13612 3615 0,'0'0'0,"0"0"15,0 0-15,-3 3 16,3-3-16,0 0 16,0 0-1,-7 7-15,7-7 16,0 0-16,0 0 16,9 11-16,14 4 15,33 3-15,21 2 16,11-3-16,7-3 15,9-1-15,2-4 16,11-2-16,-5-4 16,5-1-1,-6-2-15,-4 1 0,-5-1 16,-11 0 0,-9 0-16,-14 0 15,-12 2-15,-8 1 16,-6 1-16,-7 0 15,-6 1-15,-7-2 16,-6-1-16,-6 1 16,-10-3-16,13 2 15,-13-2 1,0 0-16,11 1 16,-11-1-16</inkml:trace>
  <inkml:trace contextRef="#ctx0" brushRef="#br2" timeOffset="71111.5">2259 3557 0,'0'0'0,"0"0"0,0 0 16,0 0-16,0 0 16,0 2-16,0-2 15,-3 15-15,0 7 16,-1 6-16,0 5 15,-1 1 1,0 6-16,-1 0 0,0-3 16,-1-3-1,2-4-15,-1 1 16,1 0-16,0 0 16,0-2-16,0-2 15,2-6-15,0-1 16,0-1-16,2-1 15,-1-1-15,2-2 16,-1-1-16,0 0 16,0-1-1,0-3-15,1 0 16,0-3-16,0 0 16,0-7-16,0 9 15,0-9-15,0 6 16,0-6-16,0 0 15,0 0-15,0 0 16,0 0-16,0 0 16,0 0-16</inkml:trace>
  <inkml:trace contextRef="#ctx0" brushRef="#br2" timeOffset="71502.56">1957 4127 0,'0'0'0,"0"0"16,0 0-16,2 2 15,-2-2 1,5 7-16,3 0 16,2 5-16,3 5 15,2 3-15,-1 2 16,1-1-16,-1 0 15,1 1-15,-1-3 16,3-1-16,0-3 16,0-3-16,-1-3 15,0-2-15,-1-2 16,1-3 0,1-3-16,0-4 15,3-4-15,1-2 16,-3-1-16,-1-1 15,-4 1-15,-2 2 16,-3 1-16,-1 2 16,-7 7-16</inkml:trace>
  <inkml:trace contextRef="#ctx0" brushRef="#br2" timeOffset="71876.84">2713 3880 0,'0'0'0,"0"0"15,1 4-15,2 4 16,0 9-16,1 14 16,-2 9-16,-3 4 15,-2 0 1,-2 6-16,0-5 16,1-2-16,0-6 15,1-11-15,2-5 16,0-6-16,1-6 15,0-9-15,0 0 32,12-11-32</inkml:trace>
  <inkml:trace contextRef="#ctx0" brushRef="#br2" timeOffset="72118">2740 3893 0,'0'0'0,"2"-1"0,-2 1 0,0 0 15,0 0-15,4-11 16,-1 0-16,3-3 16,0-2-16,1-2 15,3-2-15,8-2 16,8 1 0,4 0-16,2 3 15,3 6-15,-3 4 16,-2 4-16,-5 3 15,-6 2-15,-1 3 16,-2 3-16,-2 3 16,-3-1-16,-5 1 15</inkml:trace>
  <inkml:trace contextRef="#ctx0" brushRef="#br2" timeOffset="72366.97">2610 4081 0,'0'0'0,"0"0"0,0 0 15,0 0-15,0 0 16,6 1-16,9 3 15,13-2-15,11-3 16,5-3-16,-4-1 16,2-2-16,-4-5 15</inkml:trace>
  <inkml:trace contextRef="#ctx0" brushRef="#br2" timeOffset="72768.12">3264 3752 0,'0'0'0,"0"2"0,0-2 0,0 0 16,1 12-16,-2 9 15,-2 8-15,-4 7 16,-4 6-16,-2 6 16,0-4-16,1-2 15,1-4-15,0-4 16,3-3 0,0-5-16,2-7 15,5-3-15,1-2 16,4-1-16,3 0 15,2-2-15,2-4 16,4-4-16,2-1 16,3-6-16,4-2 15,-1-2-15</inkml:trace>
  <inkml:trace contextRef="#ctx0" brushRef="#br2" timeOffset="73379.63">3567 4072 0,'0'0'0,"0"0"0,0 0 0,-3-2 0,3 2 16,-9-10-16,3 4 15,6 6-15,-10-12 16,10 12-16,-11-11 16,11 11-16,-18-7 15,4 9-15,-1 2 16,0 1-16,2 3 16,0 3-1,2 2-15,0 6 16,1 2-16,1 6 15,5-1-15,2-2 16,4-5-16,2-5 16,-1-5-16,-3-9 15,17 4 1,-2-12-16,4-5 0,0-5 16,-3-3-1,0 0-15,-3-1 16,-1 4-16,-6 6 15,-1 3-15,-5 9 16,3-9-16,-3 9 16,0 0-16,0 0 15,0 0-15,14 11 16,-7 9-16,0 14 16,-1 4-1,-1-1-15,0-3 16,-2-7-16,-1-2 15,1-3-15,-1-6 16,3-5-16,7-5 16,4-7-16,9-17 15</inkml:trace>
  <inkml:trace contextRef="#ctx0" brushRef="#br2" timeOffset="73659.48">3958 3800 0,'0'0'0,"0"0"0,0 0 0,0 1 0,0-1 16,3 12-16,1 2 16,1 9-16,-3 7 15,-5 12 1,-2 5-16,-6 5 15,0-2-15,-4-2 16,-2 2-16,0-7 16,0-4-16,4-9 15,4-8-15,1-3 16,2-4-16</inkml:trace>
  <inkml:trace contextRef="#ctx0" brushRef="#br2" timeOffset="73901.5">3819 4160 0,'0'0'0,"0"0"0,0 0 0,0 0 15,0 0-15,6 2 16,5 1-16,6 2 16,6 1-16,-1 0 15,3 0-15,0-1 16,-3-2-16,2 1 16</inkml:trace>
  <inkml:trace contextRef="#ctx0" brushRef="#br2" timeOffset="74174.1">4250 3852 0,'0'0'0,"0"0"0,0 0 0,0 3 0,0 4 15,0 10-15,0 19 16,-3 9-16,-4 5 16,-3-4-16,0 5 15,-2 6-15,2-3 16,-1 2-16,4-15 16,1-8-16</inkml:trace>
  <inkml:trace contextRef="#ctx0" brushRef="#br2" timeOffset="74720.06">4134 4174 0,'0'0'0,"0"0"0,3 1 16,-3-1-16,22 7 15,2 0-15,8 0 16,5-1-16,-2-5 16,-3-3-16,-1-5 15,2 0 1,4-4-16,-1-3 15,-2-3-15,-7-1 16,-3-2-16,-6 0 16,-3-3-16,-6-3 15,-4-1-15,-5 1 16,-4 7-16,-3 5 16,-4 2-16,-3 3 15,-4 2 1,0 5-16,3 6 15,1 7-15,-2 10 16,1 11-16,2 1 16,4 4-16,5-1 15,3 1-15,4 2 16,4-3-16,3-5 16,2-4-16,3-7 15,3-6-15,5-5 16,7-9-1,4-4-15,-1-12 16</inkml:trace>
  <inkml:trace contextRef="#ctx0" brushRef="#br2" timeOffset="75201.37">4749 4011 0,'0'0'0,"0"0"0,0 0 0,0 0 15,0 0-15,0 3 16,1 5-16,0 9 16,0 10-16,0 9 15,-1 7 1,-1 2-16,-3-4 0,2-4 16,-1-5-16,1-5 15,1-8-15,-1-7 16,2-12-1,0 0-15,0 0 16,0-15 0,3-37-1,8-17-15,0 14 16,-1 21-16,5 1 16,2 3-16,-1 7 15,-3 6-15,-3 5 16,0 5-1,4 4-15,0 5 16,2 5-16,-2 6 16,-1 4-16,-3 3 15,0 14-15,-3 8 16,-2 1-16,-3 2 16,-1-10-16,0-1 15,0-5-15,-1-9 16,1-5-1,2-6-15</inkml:trace>
  <inkml:trace contextRef="#ctx0" brushRef="#br2" timeOffset="75437.64">5136 4099 0,'0'0'0,"1"1"0,-1-1 0,0 0 16,6 22-16,0 9 15,-2 6-15,-3-2 16,-1-3-16,-2-6 16,1-1-16,-2-4 15,2-4-15</inkml:trace>
  <inkml:trace contextRef="#ctx0" brushRef="#br2" timeOffset="75622.95">5173 3854 0,'0'0'0,"0"0"16,0 0-16,0 0 16,5 0-16,-5 0 15,14 2-15</inkml:trace>
  <inkml:trace contextRef="#ctx0" brushRef="#br2" timeOffset="76564.69">5275 4078 0,'0'0'0,"0"0"0,2 2 0,-2-2 16,13 14-16,-1 2 15,1 10 1,-2 4-16,-1-2 16,-3-5-16,-1-6 15,-2-3-15,-1-4 16,0-3-16,-3-7 16,2 8-16,-2-8 15,0 0-15,0 0 16,12-3-1,2-9-15,5-10 0,3-5 16,-3-2 0,-3 4-16,-4 6 15,-4 5-15,-2 4 16,-2 2-16,-4 8 16,3-7-16,-3 7 15,0 0-15,0 0 16,0 0-16,13 18 15,-7 8 1,2 8-16,-3 0 16,-2-8-16,0-7 15,0-3-15,-1-3 16,5-4-16,8-3 16,6-2-16,8-7 15,-1-11-15,-4-8 16,-1-6-16,-3-4 15,-2 1 1,-6 2-16,-1 1 16,-4-3-16,-3-1 15,-4 4-15,-4 5 16,-2 6-16,-1 5 16,-2 6-16,-6 9 31,-4 15-31,-4 16 15,3 2-15,9-6 16,6-7 0,5-5-16,4-5 15,1-4-15,-5-9 16,15 8-16,-5-8 16,1-3-16,1-1 15,-1-2-15,-1 0 16,-10 6-16,13-9 15,-13 9 1,0 0-16,10-5 16,-10 5-16,17 16 15,-7 5-15,-5 12 16,-1 18-16,-5 11 16,0 15-16,-1 0 15,0-13-15,1-20 16,4-8-16</inkml:trace>
  <inkml:trace contextRef="#ctx0" brushRef="#br2" timeOffset="76856.57">5493 4782 0,'1'-3'0,"0"-5"0,2-11 16,13-36 0,9-10-16,7 1 15,0 8-15,0 7 16,-1 4-16,-4 5 16,-1 5-16,-1 5 15,0 1-15,0 4 16,1 0-16</inkml:trace>
  <inkml:trace contextRef="#ctx0" brushRef="#br2" timeOffset="82216.84">2473 1294 0,'0'0'0,"-2"-1"0,2 1 16,-10-12-16,-2 1 15,-9-2-15,-7-1 16,-2 0-16,-5 2 16,1 2-16,-3 0 15,-3 1-15,-2 1 16,-8 0-16,-5 2 16,2 2-1,-2 0-15,6 3 16,2 1-16,-1 1 15,1 0-15,-1 2 16,0 0-16,1 1 16,-4 2-16,-2 3 15,-5 5-15,2 5 16,-3 6-16,1 3 16,0 2-1,0 2-15,4 0 16,1 1-16,1 3 15,6 2-15,4 1 16,4 3-16,2 2 16,3 2-16,3 2 15,2-1-15,4 0 16,3 2 0,1 2-16,4-4 0,2-2 15,6 0 1,1 3-16,5-1 15,1-2-15,2-2 16,4 2-16,1 4 16,2 2-16,2 2 15,0-1-15,3 3 16,0 5-16,0-1 16,3 3-16,1-5 15,-2-4 1,5 2-16,1-2 15,0-6-15,3-1 16,3-4-16,2-3 16,3 3-16,1-3 15,-1-2-15,6-1 16,1-4-16,5 1 16,0-3-16,0-4 15,1 1 1,-3-2-16,1-3 15,0-1-15,3-5 16,3-1-16,1-3 16,0-2-16,0-2 15,2-2-15,1 0 16,-2-1-16,2-2 16,2-4-1,6-4-15,-2-2 16,3-2-16,3 0 15,-1-3-15,7 0 16,1-2-16,-4-5 16,-3-4-16,-4-3 15,-2-4-15,-4 1 16,-5-2-16,0-5 16,-4-1-16,1-6 15,-7 0 1,-3-1-16,-2-3 15,-4 0-15,-2-7 16,-6 5-16,-3-5 16,-3-1-16,-4-2 15,-4-2-15,-2 0 16,-2-1-16,-4-1 16,-2-3-16,-4-1 15,-2 2 1,-1 0-16,-1-1 15,-4 4-15,-2-2 16,-2 0-16,-1 1 16,-2 2-16,1-1 15,-1 0-15,1 5 16,-1-5-16,2 7 16,-1 0-16,-2-1 15,-1 5-15,-2 0 16,1 3-1,-1 1-15,0 2 16,-1 3-16,-2 1 16,-2 5-16,-2-1 15,-2 5-15,-4 1 16,-5 5-16,0 5 16,-1 6-16,6 4 15,-7 4-15,-6 4 16,-4 6-1,-5 8-15,12 1 16,8 1-16</inkml:trace>
  <inkml:trace contextRef="#ctx0" brushRef="#br2" timeOffset="83164.84">4346 339 0,'0'0'0,"-2"-1"0,2 1 0,-10-5 16,-2-1-16,-5 0 15,-6 0-15,-4 1 16,1 2-1,1 6-15,3 2 16,2 2-16,1 0 16,3 1-16,1 4 15,-1 5-15,0 8 16,6 9-16,1-2 16,5 8-16,2 3 15,2 5-15,2 7 16,1-4-1,0 2-15,0 1 16,0 4-16,-2 1 16,-4 5-16,-7-2 15,-3 5-15,-2-4 16,-3-3-16,0-8 16,3-6-16,2-8 15,2-4-15,3-4 16,6-2-16,2-5 15,1-5 1,3-4-16,2-1 16,4-1-16,7 0 15,6-2-15,8-9 16,8-15-16,6-11 16,2-7-16,3-11 15</inkml:trace>
  <inkml:trace contextRef="#ctx0" brushRef="#br2" timeOffset="83762.59">4489 353 0,'0'0'0,"0"0"0,0 0 16,0 0-16,0 0 15,4-3-15,12-6 16,19-10 0,7-2-16,-6 7 15,-9 6-15,-6 4 16,-4 4-16,-1 2 16,-2 3-16,-1 3 15,-3 1-15,0 6 16,-3 5-16,-1 12 15,-6 9 1,-5 7-16,-4 14 16,0-5-16,-2 4 15,0-2-15,1 1 16,0 4-16,5 4 16,5-3-16,3 1 15,0-3-15,1-6 16,0 0-1,-1-4-15,0-6 16,-3-6-16,-3-4 16,-4-7-16,-3-1 15,-8 0-15,-17 1 16,-24 3-16</inkml:trace>
  <inkml:trace contextRef="#ctx0" brushRef="#br2" timeOffset="87570.45">3414 4940 0,'0'0'0,"0"0"0,-5-1 16,5 1-16,0 0 16,-16-8-16,16 8 15,-15-6 1,2 3-16,-8 1 16,-8 4-16,-5 7 15,-2 3-15,1 2 16,5 3-16,3 3 15,5 1-15,5-1 16,2 0-16,3-3 16,3 1-1,2-2-15,2 3 16,0 2-16,1 2 16,3 5-16,1 1 15,2 2-15,2 7 16,1 3-16,1 3 15,2 0-15,0-1 16,1 0-16,1 7 16,1 0-16,-1 0 15,0-1 1,-2-2-16,-2 2 16,0 3-16,-4 2 15,1 2-15,-2 0 16,-1-2-16,0-1 15,0-2-15,0 1 16,0-4-16,-1 0 16,0-2-16,0-4 15,0-1-15,1-3 16,-1 0 0,1 0-16,-1 2 15,1-3-15,0 1 16,1-1-16,-1-1 15,2 4-15,2 3 16,-1 2-16,1 2 16,0 4-16,-1-1 15,1 2-15,-1-2 16,0-2 0,0-1-16,0-3 15,0 0-15,-1-7 16,1 0-16,-2-1 15,1-5-15,-1 1 16,2-6-16,-1-1 16,-1 0-16,1-3 15,-1 0-15,0-3 16,0-3 0,0 1-16,-1-3 15,1-2-15,1 2 16,-2-4-16,1 1 15,0-2-15,0-1 16,-1 2-16,0 0 16,1 2-16,0-1 15,0 3 1,1 0-16,0-1 0,-1 4 16,0 1-1,-1-1-15,-1-1 16,0-1-16,-2-3 15,0 0-15,1 0 16,-2 0-16,2-2 16,0-2-16,2-8 15,-3 10 1,3-10-16,-3 10 16,3-10-16,-4 13 15,3-4-15,-1 2 16,3 2-16,1 3 15,1 4-15,2 2 16,-1 1-16,1 0 16,-1-1-16,0-4 15,-1 0-15,-1-4 16,-1-3-16,1 1 31,0 4-15</inkml:trace>
  <inkml:trace contextRef="#ctx0" brushRef="#br2" timeOffset="88525.66">3752 5043 0,'0'0'0,"0"0"0,0 0 0,0 0 0,0 0 16,2 2-16,-2-2 16,3 6-16,-1 1 15,2 5-15,0 3 16,0 4 0,-1 2-16,0 2 15,0 3-15,-1 0 16,-2-1-16,-1 0 15,-1-1-15,-1-3 16,0-1-16,1-4 16,0 1-16,1-3 15,0-1-15,2-1 16</inkml:trace>
  <inkml:trace contextRef="#ctx0" brushRef="#br2" timeOffset="89074.7">4097 5158 0,'0'0'0,"0"0"0,0 0 15,0 0-15,0 0 16,0 0-16,0 3 16,0-3-16,-3 16 15,0-1-15,-1 3 16,0-1 0,1 0-16,1-2 15,2-1-15,0-1 16,2-1-16,1-1 15,2-1-15,2-1 16,4-1-16,2-1 16,4-2-16,-1-3 15,0-3-15,1-2 16,0-3-16,-2-2 16,-1-2-16,-3-1 15,0-3 1,-2-4-16,-2-2 15,-4 1-15,-1 0 16,-3 2-16,-2 1 16,-5 3-16,-4 1 15,-4 2-15,-4 2 16,-4 2-16,-1 5 16,-1 4-16,-6 9 15,-3 5 1,-2 5-16,8 0 15,8-2-15</inkml:trace>
  <inkml:trace contextRef="#ctx0" brushRef="#br2" timeOffset="89932.64">3987 5729 0,'0'0'0,"0"0"0,0 0 0,0-2 15,0 2-15,0-7 16,0 7-16,5-10 16,-2 2-16,3 1 15,3 1-15,0 1 16,2 3-16,-1 1 16,1 2-1,-11-1-15,19 9 16,-12-1-16,0 1 15,-2 3-15,-1 4 16,-4 3-16,-2 1 16,-3 3-16,-3 0 15,2-1-15,-2 0 16,0-4-16,0-3 16,0-2-16,3-3 15,0-3 1,5-7-16,-7 10 15,7-10-15,0 0 16,-5 7-16,5-7 16,0 0-16,0 0 15,0 0-15,0 0 16,0 0-16,0 0 16,0 0-16,19 0 15,1-5 1,3 1-16,3-1 15,-2 1-15,-3 0 16,0 1-16,-3 0 16,1 0-16,0 1 15,-3 1-15,-2-1 16,-2 0-16,-1 1 16,-11 1-1,14 0-15</inkml:trace>
  <inkml:trace contextRef="#ctx0" brushRef="#br2" timeOffset="90765.9">4077 6184 0,'0'0'0,"0"0"0,0 0 16,0 0-16,5-2 16,-5 2-16,15-7 15,0 2 1,2 0-16,1 1 15,0 0-15,0 2 16,0 1-16,-1 2 16,-3 1-16,-1 1 15,-13-3-15,16 4 16,-16-4-16,11 6 16,-11-6-16,6 12 15,-6-1-15,-1 3 16,-4 2-1,0-1-15,-1-2 16,1-3-16,0-4 16,5-6-16,-4 9 15,4-9-15,0 0 16,0 0-16,-6 6 16,6-6-16,0 0 15,0 0-15,0 0 16,10 5-16,2-2 15,2 1 1,3 1-16,0 1 16,-3 3-16,-2-2 15,-5-1-15,-7-6 16,9 12-16,-9-12 16,0 12-16,-7-3 15,-7 4-15,-9 0 16,-1-2-1,2-4-15,1-2 16,4-2-16,-1 0 16,-1-2-16,2-3 15,1-1-15,1-4 16,1-8-16</inkml:trace>
  <inkml:trace contextRef="#ctx0" brushRef="#br2" timeOffset="93072.49">4032 6715 0,'0'0'0,"0"0"0,0 0 16,0 0-16,0 0 16,0 0-16,1 5 15,2 4-15,0 4 16,0 6-16,2 3 15,0 4-15,0 2 16,0-1 0,0-2-16,-2-1 15,2-5-15,-2-4 16,3-1-16,0-5 16,1-1-16,3-4 15,3-1-15,3-6 16,-1-3-16,-1-4 15,-1-3-15,-1-2 16,-2-5-16,-3 0 16,-2 1-1,-2 3-15,-1 3 16,-2 4-16,0 1 16,0 8-16,0-8 15,0 8-15,0 0 16,0-7-16,0 7 15,0 0-15,-2 11 16,0 9 0,1 13-16,0 1 15,0 2-15,2-1 16,2 0-16,4-2 16,0-3-16,-1-4 15,-1-3-15,0-3 16</inkml:trace>
  <inkml:trace contextRef="#ctx0" brushRef="#br2" timeOffset="93560.43">4566 6981 0,'0'0'0,"0"0"0,0 0 0,0 0 16,0 0-16,0 0 16,0 0-16,-3 2 15,0 5-15,-2 3 16,-2 5-16,2 4 15,0 4-15,4 2 16,4-1 0,2-3-16,2-5 0,0-4 15,0-3 1,3-2-16,2-4 16,2-4-16,3-3 15,-1-3-15,-1-4 16,-2-3-16,-1-4 15,-1-7-15,-4-3 16,-5-1-16,-6 1 16,-2 3-1,-4 2-15,-3 5 16,-2 3-16,1 4 16,1 4-16,0 3 15,-1 4-15,-1 4 16,-2 1-16</inkml:trace>
  <inkml:trace contextRef="#ctx0" brushRef="#br2" timeOffset="94451.24">4494 7467 0,'0'0'0,"-4"0"0,4 0 0,0 0 0,-19 0 15,4 0-15,2 0 16,1 0-16,1 0 15,1 0-15,10 0 16,-16 0-16,16 0 16,-12 0-16,12 0 15,0 0 1,-12 2-16,12-2 16,0 0-16,0 0 15,-10 5-15,10-5 16,-1 6-16,1-6 15,4 10-15,4-1 16,4 2-16,4 1 16,-1-2-16,0-2 15,-2-1-15,-3-1 16,0 0 0,-10-6-16,17 9 15,-17-9-15,0 0 16,11 6-16,-11-6 15,-6 11-15,-3 0 16,-5 0-16,0-2 16,-3 0-16,3-3 15,0-2 1,0 0-16,1-2 16,-2-1-16,2-1 15,3-1-15,10 1 16,-14-8-16,8 2 15,0-6-15</inkml:trace>
  <inkml:trace contextRef="#ctx0" brushRef="#br2" timeOffset="94796.43">4514 7373 0,'0'0'0,"0"0"16,0 0-16,0 0 15,0 0-15,0 0 16,3 1 0,-3-1-16,17 5 15,-3-2-15,6 0 16,5-6-16,1-1 15,-2-1-15,-2-1 16,-5 2-16,-2 1 16,-1 1-16,-1 0 15,-1 1 1,0 0-16,-2 0 16</inkml:trace>
  <inkml:trace contextRef="#ctx0" brushRef="#br2" timeOffset="95369.31">4934 7570 0,'0'0'0,"0"0"15,0 0-15,0 0 16,-7 0-16,7 0 16,-21-6-1,5 3-15,-3 4 16,-3 3-16,2 3 15,1 2-15,4-2 16,3 1-16,2 1 16,1 1-16,2 1 15,2 1 1,1 0-16,4 0 16,2 3-16,2 0 15,5 3-15,3 0 16,8-3-16,6-5 15,-2-7-15,-2-4 16,-4-5-16,-3-3 16,-1-3-16,-2-1 15,-3-2-15,-3 0 16,-2-1-16,-4-2 16,-7-1-1,-4 0-15,-4-1 16,-5 3-16,3 5 15,-1 6-15,-2 3 16,2 4-16,0 3 16,2 0-16,-2 1 15</inkml:trace>
  <inkml:trace contextRef="#ctx0" brushRef="#br2" timeOffset="97009.18">4698 7991 0,'0'0'0,"0"0"0,0 0 16,0 0 0,0 0-16,0 0 0,-3 0 15,3 0 1,0 0-16,-11 2 15,11-2-15,-14 0 16,14 0-16,-17 0 16,7 0-16,0 0 15,-1 1-15,0 0 16,0 3-16,1 0 16,-1 3-16,2-1 15,0 2 1,0 3-16,1 3 15,2 4-15,2 2 16,2 1-16,1 3 16,3-1-16,2 0 15,2 1-15,1-4 16,4 0-16,0-3 16,2-2-1,1-2-15,-1-3 16,0-2-16,2-2 15,-2-1-15,0-2 16,1-2-16,0-4 16,1-1-16,-2-3 15,-1 0-15,-2-2 16,-2 2-16,-3-1 16,0-1-1,-2-1-15,-1-2 16,-2 1-16,-2 1 15,-2 1-15,-1-2 16,-2 2-16,-5 1 16,-4 3-16,-7 1 15,-3 4-15,0 5 16,-1 2-16,2 4 16,0 3-1,4-2-15,3 0 16,4-1-16,4-2 15,1 0-15,2-1 16,5-2-16</inkml:trace>
  <inkml:trace contextRef="#ctx0" brushRef="#br2" timeOffset="101544.74">5571 8242 0,'0'0'0,"0"0"0,0 0 16,3 0-16,-3 0 15,0 0 1,0 0-16,0 0 16,9 6-16,-9-6 15,15 10-15,-6-3 16,3 3-16,1 2 15,-1 1-15,-1 1 16,-1-2 0,-2 0-16,-1-1 0,-1 0 15,-2-1 1,1-1-16,-5-9 31,2 8-31</inkml:trace>
  <inkml:trace contextRef="#ctx0" brushRef="#br2" timeOffset="101904.58">5846 8215 0,'0'0'0,"0"0"0,0 0 15,0 0-15,0 0 16,0 0-16,0 0 15,0 2-15,0-2 16,0 0-16,0 0 16,0 0-1,4 8-15,-1-2 16,2 2-16,0 2 16,0 1-16,1 1 15,0-1-15,0 1 16,-1-2-16,0-1 15,-1 1-15,1 0 16,-1-1-16,0-2 16,-1 3-16,1-1 15,-1 4-15</inkml:trace>
  <inkml:trace contextRef="#ctx0" brushRef="#br2" timeOffset="104290.79">6338 8581 0,'0'0'0,"0"0"0,0 0 0,-2 2 16,2-2-1,-12 1-15,12-1 16,-15 1-16,15-1 15,-19 2-15,7 1 16,0 1-16,12-4 16,-19 15-16,11-8 15,1 2-15,2 0 16,2-1 0,2 1-16,2 2 0,5 0 15,3 3 1,4-2-16,4 0 15,5 1-15,5-1 16,1-4-16,0-5 16,-4-6-16,-1-5 15,-4-1-15,-5 0 16,-3-1 0,-4-2-16,-1-4 15,-3-3-15,-3 0 16,-3-1-16,-5 2 15,-2 1-15,-5 3 16,-1 3-16,-1 3 16,0 2-16,0 5 15,0 2-15,0 2 16,2 1-16,3 2 16</inkml:trace>
  <inkml:trace contextRef="#ctx0" brushRef="#br2" timeOffset="109512.03">7191 7015 0,'0'0'0,"1"3"15,-1-3-15,3 9 16,-3-9-16,4 9 16,-4-9-16,0 0 15,0 0-15,0 0 16</inkml:trace>
  <inkml:trace contextRef="#ctx0" brushRef="#br2" timeOffset="112056.4">7040 7957 0,'0'0'0,"0"0"0,0 0 16,0 0-16,0 0 15,6-2-15,5-1 16,7-2-16,7-3 16,2 0-16,-1 4 15,0 6-15,-4 3 16,1 4-16,-2 8 16,-2 3-16,-3 9 15,-5 3 1,-5 6-16,-1 7 15,-5 0-15,0-3 16,-3-2-16,-1-3 16,1-3-16,0-2 15,0-5-15,3-4 16,4-2-16,1-3 16,2-1-16,4-2 15</inkml:trace>
  <inkml:trace contextRef="#ctx0" brushRef="#br2" timeOffset="113113.27">7168 5089 0,'0'0'0,"0"0"0,0-2 15,0 2-15,0 0 16,1-10-16,3 4 15,14-8 1,27-9-16,18 0 16,-1 7-16,-1 9 15,-1 5-15,-2 10 16,-7 9-16,-3 7 16,-3 11-16,-7 12 15,-5 9 1,-6 19-16,-4 8 15,-11 21-15,-3 4 16,-6 5-16,-3 7 16,2-6-16,-1 8 15,0-11-15,5 4 16,3-5-16,2 0 16,0-1-16,1-2 15,0 0-15,0-2 16,0 0-1,-3 4-15,-1-3 16,-1 4-16,1 6 16,-2-6-16,1 3 15,0-5-15,1-7 16,6-3-16,4-7 16,0-10-16,1-6 15,0-9-15,-1-3 16,3 10 15,-10-9-31,-16-3 16,-1-17-16,-7-15 15,-4-7-15,0-3 16,-11-6-16,-10-5 16,-11-2-16,-9-9 15,-1-5 1,3 0-16,2-3 15,4-2-15,-4-8 16,4-7-16,-13-20 16</inkml:trace>
  <inkml:trace contextRef="#ctx0" brushRef="#br2" timeOffset="128098.81">8954 3958 0,'0'2'0,"0"-2"0,0 0 16,18 10-16,8-4 16,11 0-16,6-4 15,4 0-15,1-1 16,4-1-16,2 0 16,2 0-16,-1 0 15,-6 0 1,-3 0-16,-6 0 15,-2 0-15,-11-2 16</inkml:trace>
  <inkml:trace contextRef="#ctx0" brushRef="#br2" timeOffset="128339.81">9287 4072 0,'0'0'0,"-1"2"0,1-2 16,-9 14-16,0 2 16,-2 8-16,2 6 15,1 4 1,2 3-16,2 1 15,2 0-15,2 1 16,3 2-16</inkml:trace>
  <inkml:trace contextRef="#ctx0" brushRef="#br2" timeOffset="129339.69">9633 4216 0,'0'0'0,"-2"2"0,2-2 15,-20 16 1,-4 4-16,1 4 16,0 2-16,2 4 15,3 4-15,5 0 16,5-6-16,4-3 16,1-5-16,3-3 15,3-1-15,2-3 16,2-4-1,4-2-15,6-5 16,11-7-16,4-8 16,1-2-16,-5-2 15,-7-1-15,-2-3 16,-5 0-16,-4 1 16,-4 5-16,-3 2 15,-3 0-15,-2 2 16,0 0-16,-4 0 15,1 0 1,-3 2-16,2 3 16,6 6-16,-8-9 15,8 9-15,0 0 16,0 0-16,3-7 16,8 0-16,9-1 15,8-1-15,5 1 16,0 5-1,-6 2-15,-8 2 16,-6 0-16,-3 1 16,-10-2-16,13 12 15,-8-1-15,-5 8 16,-2 5-16,-4 5 16,2 0-16,1-6 15,1-1-15,7-5 16,2-1-16,5-3 15,10-3 1,11-2-16,8-6 16,0-4-16,-3-6 15,-6-5-15,0-1 16,-3-5-16,-4-1 16,-6 2-16,-3 1 15,-9 4-15,-4 1 16,-4 1-1,-7-2-15,-6-3 16,-9 2-16,-8 1 16,-7 2-16,0 4 15,-1 2-15,5 5 16,8 0-16,6 1 16,7 1-16,13-2 15,-15 3-15,15-3 16,0 0-16,0 0 15</inkml:trace>
  <inkml:trace contextRef="#ctx0" brushRef="#br2" timeOffset="130104.26">10615 4250 0,'0'0'0,"0"0"16,0 0-16,0 5 15,0 7-15,0 8 16,0 9 0,0 8-16,0 0 15,2-2-15,3-5 16,-1-3-16,1-5 31,-3-9-31,-1-6 16,-1-7-1,0 0-15,-1-7 16,-3-16-16,1-9 16,4-3-16,5-1 15,1 5-15,1 5 16,-1 6-16,-1 6 16,-2 5-16,-4 9 15,9-8-15,-9 8 16,19 7-16,0 6 15,5 8-15,1 4 16,3 6 0,0-2-16,-1-1 15,4-6-15,5-11 16,-2-2-16,0-6 16,-3-9-16,-2-9 15,-1-7-15,-3-2 16,-6-2-16,-1 0 15,-4 4-15,-3 3 16,-3 5 0,-3 5-16,-5 9 15,6-9-15,-6 9 16,0 0-16,0 0 16,14 14-16,-4 11 15,0 13-15,-1 1 16,-1 0-16,-3-5 15,2-2-15,-1-2 16,-1-5 0,6-3-16</inkml:trace>
  <inkml:trace contextRef="#ctx0" brushRef="#br2" timeOffset="130620.19">11677 4299 0,'0'0'0,"-2"-1"0,2 1 16,-13-8-16,-8 2 15,-10 3-15,-8 6 16,-2 6-16,3 7 15,3 8-15,4 3 16,4 5 0,2-1-16,5-3 15,5 0-15,8-2 16,5-2-16,5-4 16,5-8-16,5-5 15,9-5-15,6-5 16,4-7-16,-1-7 15,-4-2-15,-6 1 16,-4 0-16,-3 2 16,-4 2-1,-2 3-15,-2 2 16,-6 9-16,7-10 16,-7 10-16,0 0 15,13 5-15,-1 8 16,4 5-16,-1 3 15,1 3-15,3 3 16,3 0-16,7-6 16</inkml:trace>
  <inkml:trace contextRef="#ctx0" brushRef="#br2" timeOffset="131062.4">11903 4393 0,'0'0'0,"0"-3"0,0 3 0,0 0 0,0-9 16,0 2-16,0 7 16,0-7-1,0 7-15,0 0 16,3 8-16,3 8 16,3 8-16,-2 6 15,0 2-15,0 1 16,-3-3-16,0-4 15,-1-7-15,0-6 16,-2-6-16,-1-7 16,0 0-1,14-8-15,1-8 16,-5-1-16,-2 1 16,0-4-16,-1 2 15,-1 3-15,1-2 16,-2 3-16,6-1 15,-2 4 1,0 3-16,1 4 16,1 3-16,4 3 15,3 5-15,4 6 16,-2 13-16,-1 6 16,-2-4-16,-3-4 15,1 0-15,2-8 16,2 5-16</inkml:trace>
  <inkml:trace contextRef="#ctx0" brushRef="#br2" timeOffset="131820.23">12431 4375 0,'0'0'0,"0"0"16,0 5-16,0 7 16,0 11-1,1 3-15,4-7 16,3-2-16,4 0 16,7-1-16,4-8 15,3-6-15,-1-9 16,-1-4-16,0-3 15,-3-6-15,-4 2 16,-5 3-16,-2 2 16,-4 6-1,-6 7-15,4-7 16,-4 7-16,0 0 16,0 0-16,0 0 15,0 0-15,-3 22 16,-5 23-16,3-2 15,1 9-15,4 5 16,5 3-16,2 0 16,0-5-16,3-4 15,1 8 1,4 6-16,-4-9 16,1-4-16,-3-10 15,-1-4-15,-3-7 16,-3-5-16,-7-8 15,-2-5-15,-8-2 16,-7-4-16,-8-6 16,-10-9-16,-1-12 15,4-1 1,7-1-16,6 1 16,8 2-16,2 0 15,4-4-15,6-4 16,4-7-16,9-9 15,10 2-15,10 2 16,11-5-16,6 5 16,9-7-1,5-3-15,-9 10 16,-6 4-16,-15 19 16,-4 11-16,-6-1 15</inkml:trace>
  <inkml:trace contextRef="#ctx0" brushRef="#br2" timeOffset="132443.47">9767 4905 0,'0'0'0,"0"0"16,0 0-16,-2 2 15,2-2-15,0 0 16,0 0-16,0 0 16,21 1-16,24-1 15,18-3 1,12-3-16,17-3 16,12-6-16,1 2 15,9-3-15,0 1 16,4 0-16,0 0 15,5-1-15,3 7 16,0 6-16,5 2 16,-1 1-16,2 0 15,3 2 1,-4 4-16,6 12 16,-15-7-16,8 7 15,-12-2-15,-8-1 16,1 0-16,-14-4 15,-3 0-15,-10-2 16,-7-1-16,-11-2 16,-9-6-16,-10 0 15,-15-1-15,-8 1 16,-10 0-16,-4 0 16,-10 0-1,4-9-15,-22-11 16</inkml:trace>
  <inkml:trace contextRef="#ctx0" brushRef="#br2" timeOffset="136405.51">9545 5295 0,'0'0'0,"0"0"0,0 0 0,-1-2 0,1 2 15,0 0-15,-16-6 16,6 3-16,-5 1 16,-9 8-16,-6 3 15,-6 6 1,-3 8-16,2 4 0,2 10 15,4 2 1,4 8-16,3 0 16,4 3-16,4-1 15,5-3-15,4 0 16,4-4-16,5 1 16,4-3-16,4-4 15,7-3-15,14-7 31,3-6-15,1-10-16,-6-7 16,-6-7-16,-2-5 15,-4-3-15,-3-3 16,-6 2-16,-5-2 16,-5-5-16,-5-4 15,-4-1-15,-2 4 16,-2 2-16,-3 4 15,-3 3 1,-4 3-16,-2 5 16,0 3-16,0 3 15,1 4-15,4 4 16,-1 5-16,2 9 16,3-4-16</inkml:trace>
  <inkml:trace contextRef="#ctx0" brushRef="#br2" timeOffset="137037.38">9736 5411 0,'0'0'0,"0"0"16,0 0-16,0 2 15,0-2-15,0 11 16,-1 4-16,2 10 16,1 10-16,1 5 15,0 0-15,0 3 16,0-4-16,-3-7 15,2-5 1,-2-7-16,1-5 16,0-1-16,0-3 15,6-1-15,7-1 16,8-2-16,9-8 16,5-4-16,3-5 15,1-4 1,2-3-16,-5-5 0,-4-1 15,-7-4 1,-7 1-16,-3 4 16,-4 3-16,-3 4 15,-2 1-15,-3 6 16,-4 8-16,6-10 16,-6 10-16,0 0 15,2-7-15,-2 7 16,0 0-16,-4 11 15,-3 16-15,-2 17 16,6 11 0,1 9-16,5 3 15,-1 0-15,2 1 16,0-4-16,-2-5 16</inkml:trace>
  <inkml:trace contextRef="#ctx0" brushRef="#br2" timeOffset="137353.04">10533 5661 0,'0'0'0,"5"1"0,-5-1 0,10 4 0,17 12 16,12 14-16,2 6 16,-3 2-16,-2-1 15,-1-1-15,-5-4 16,-5-6-16,-6-6 15,2-9 17,2-14-32</inkml:trace>
  <inkml:trace contextRef="#ctx0" brushRef="#br2" timeOffset="137614.17">10806 5544 0,'0'0'0,"0"0"0,-4 3 16,-3 4-1,-7 9-15,-4 15 16,-2 13-16,0 4 16,1 5-16,0 2 15,0-1-15,-1 5 16,0-5-16,-1-5 15,-1-6-15,3-9 16,2-10 0</inkml:trace>
  <inkml:trace contextRef="#ctx0" brushRef="#br2" timeOffset="138207.81">11230 5543 0,'0'0'0,"0"0"0,0 0 0,-2 4 15,-6 4-15,-12 14 16,-8 11-16,-2 13 16,2 8-1,4-5-15,0 4 16,2-3-16,3-7 16,3-1-16,2-6 15,5-4-15,1-6 16,4-7-16,3-4 15,4-1-15,5 1 16,8-2 15,12-6-31,1-4 16,4-10-16,-9-2 16,-8 1-16,-3-3 15,-3-1-15,-3-2 16,-5-1-16,-4 0 15,-3 2-15,-6-1 16,-2 3 0,-3 1-16,1 2 15,1 3-15,0 3 16,-3 3-16,-2 4 16,-1 3-16,3 3 15,7-5-15,10-6 16,0 0-16</inkml:trace>
  <inkml:trace contextRef="#ctx0" brushRef="#br2" timeOffset="138702.34">11329 5605 0,'0'0'0,"0"0"0,0 0 0,0 4 16,3 6-16,1 12 16,4 16-16,-2 6 15,-2 2-15,-1 1 16,0-5-16,-1-8 15,0-5-15,3-10 16,2-4 0,1-6-16,12-10 31,14-14-31,8-19 16,-7-3-16,-15 8 15,-3 0-15,-6 5 16,-3 3-16,-4 4 15,-1 3-15,-2 3 16,0 4 0,-1 7-16,0-10 15,0 10-15,0 0 16,0 0-16,-8 18 16,1 26-16,3 18 15,2 15-15,1 7 16,2 8-16,2 4 15,-1 1-15</inkml:trace>
  <inkml:trace contextRef="#ctx0" brushRef="#br2" timeOffset="139793.6">11745 5854 0,'0'0'0,"0"0"16,2 2-16,2 5 16,8 10-16,11 10 15,9 6 1,17 9-16,-1-5 16,4 3-16,13 2 15,-8-10-15,2 0 16,-2-4-16,-13-8 15,-1 1-15,-6-6 16,-7-5 0,-5-6-1,-7-5 1,-8-5-16,-5-13 16</inkml:trace>
  <inkml:trace contextRef="#ctx0" brushRef="#br2" timeOffset="140119.34">12195 5834 0,'0'0'0,"0"0"0,0 0 0,0 0 0,-2 1 15,2-1-15,-13 19 16,-3 9-16,-2 8 15,-1 11-15,1 5 16,2 2-16,0-2 16,1-3-16,1 0 15,0-5 1,1-5-16,-1-6 16,-8 1-1,-5-4 1,3-7-16,6-11 15,18-12-15,0 0 16,-5-19-16,12-17 16</inkml:trace>
  <inkml:trace contextRef="#ctx0" brushRef="#br2" timeOffset="140791.23">12447 5781 0,'1'-2'0,"-1"2"0,0 0 0,4-8 0,1 0 16,2 0-16,2 0 15,-1 1-15,2-2 16,1 3-16,0 1 16,7 5-16,3 10 15,-1-4 1,1 2-16,-5 1 16,-3 5-16,-2 5 15,-2 6-15,-5 5 16,-3 6-16,-4 4 15,-8-5-15,0-4 16,-3-7-16,2-6 16,2-6-16,3-4 15,7-8 1,-10 10-16,10-10 16,0 0-16,-8 8 15,8-8-15,0 0 16,-1 9-16,1-9 15,16 12-15,1 0 16,3-1-16,2 1 16,3 1-16,-1 0 15,-3 1 17,-5 12-32,-10 3 15,-9 2-15,-10-7 16,-12 0-16,-6-5 15,-8-7-15,-2-10 16,-1-10-16,4-8 16,7-5-16,5-8 15,5-10-15,1-15 16,3-5 0</inkml:trace>
  <inkml:trace contextRef="#ctx0" brushRef="#br2" timeOffset="141898.84">13027 6039 0,'0'0'0,"3"-1"0,-3 1 15,20-5-15,0 0 16,2 0-16,0 0 16,3 2-16,3-2 15,7 1-15,2 0 16,-3 0-16,-2 1 16,-2 0-1,1 1-15,3 1 16,-2 0-16,-1-1 15,-1 0-15,-2 1 16,-1-1-16,-3 1 16,-2 0-16,-2 1 15,-3-1-15,-3 0 16,-2 1-16,-12 0 16</inkml:trace>
  <inkml:trace contextRef="#ctx0" brushRef="#br2" timeOffset="142314.68">13118 6307 0,'0'0'0,"0"0"0,-1-2 16,1 2-16,0 0 16,0 0-16,0 0 15,0 0-15,-2-8 16,2 8-16,14-15 16,8 5-16,16-3 15,7 0 1,3 2-16,7 2 15,1 3-15,-1 1 16,-3 1-16,-7 1 16,-6-1-16,-1 2 15,-10 0-15,-6 1 16,-5 1-16,-7 0 16,-10 0-16,0 0 15,8-9 1</inkml:trace>
  <inkml:trace contextRef="#ctx0" brushRef="#br2" timeOffset="143039.87">9228 6359 0,'0'0'0,"0"0"0,0 0 16,0 0-16,0 0 15,0 0-15,0 0 16,0 0-1,0 0-15,0 0 16,0 0-16,4-2 16,-4 2-16,21-9 15,-4 4-15,3-1 16,1 0-16,2 2 16,-1-1-1,3 2-15,-3 2 16,-1-2-16,-2 2 15,-2-1-15,0 0 16,-1 0-16,-3 1 16,-3 0-16,-10 1 15,15-1-15,-15 1 16,12-1-16,-12 1 16,0 0-16,0 0 15</inkml:trace>
  <inkml:trace contextRef="#ctx0" brushRef="#br2" timeOffset="143588.7">10802 6345 0,'0'0'0,"0"0"0,0 0 0,0 0 0,0 0 16,5 0-16,6 0 15,12 0-15,10-1 16,6-3-16,3 0 16,0 1-16,-3-1 15,-2 0-15,-7 0 16,-2 0-1,-6 1-15,2 0 16,-13 1-16</inkml:trace>
  <inkml:trace contextRef="#ctx0" brushRef="#br2" timeOffset="147700.72">12307 6567 0,'0'0'0,"0"0"0,0 0 0,4 1 16,-4-1-16,16 5 15,0-1-15,2 0 16,4-4-16,6 0 16,4-3-16,0 0 15,-3 1-15,-5-1 16,0 1-16,0 0 15,0-1-15,-3 1 16,-2 2 0,-2-1-16,-3 0 15,-1 1-15,-3 0 16,-10 0-16,17 1 16,-17-1-16,12 1 15,-12-1-15,0 0 16,0 0-16,0 0 15,9 5-15,-9-5 16,0 0-16,0 0 16,0 0-1,0 0-15,0 0 16,0 0-16,0 0 16,0 0-16,0 0 15,0 0-15,0 0 16,0 0-16,0 0 15,0 0-15,0 0 16,0 0 0,0 0-16,0 0 15,0 0-15,5 6 16,-5-6-16,0 0 16,0 0-16,0 0 15,0 0-15,0 0 16,0 0-16,0 0 15,0 0-15,0 0 16,0 0-16,0 0 16,0 0-1,0 0-15,0 0 16,0 0-16,0 0 16,0 0-16,0 0 15,0 0-15,0 0 16,0 0-16,0 0 15,0 0-15,0 0 16,0 0-16,0 6 16,0-6-1,0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0,0 0 15,0 0 1,0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0-16,0 0 15,0 0 1,0 0-16,0 0 16,0 0-16,0 0 15,0 0-15,0 0 16,1 7-16,-1-7 15,0 0-15,0 0 16,-11 6-16,11-6 16,0 0-1,0 0-15,0 0 16,0 0-16,-7 7 16,7-7-16,0 0 15,0 0-15,0 0 16,0 0-16,17 1 15,-17-1-15,16 0 16,-16 0-16,0 0 16,12 0-1,-12 0-15,0 0 16,0 0-16,0 0 16,0 0-16,0 0 15,0 0-15,0 0 16,0 0-16,-20 2 15,7 0-15,3 0 16,0 1-16,10-3 16,-13 3-16,13-3 15,0 0 1,0 0-16,-11 3 16,11-3-16,0 0 15,0 0-15,0 0 16,0 0-16,15-4 15,-15 4-15,13-3 16,-13 3-16,0 0 16,10-2-16,-10 2 15,0 0 1,0 0-16,0 0 16,0 0-16,-13 3 15,0 0-15,0 0 16,2 0-16,11-3 15,-16 3-15,16-3 16,-10 1-16,10-1 16,0 0-16,0 0 15,0 0 1,0 0-16,14-10 16,-14 10-16,18-11 15,-18 11-15,13-7 16,-13 7-16,0 0 15,0 0-15,11-5 16,-11 5-16,0 0 16,0 0-16,-10 8 15,-2-1 1,-7 1-16,0-1 16,-1 0-16,4-3 15,4-1-15,12-3 16,-15 4-16,15-4 15,0 0-15,0 0 16,-9 2-16,9-2 16,0 0-16,9-11 15,8 2-15,3 1 16,-2 2 0,-3 2-16,-3 2 15,-12 2-15,15-2 16,-15 2-16,0 0 15,0 0-15,10 0 16,-10 0-16,0 0 16,-11 12-16,-1-3 15,1 0 1,-2-3-16,3 0 16,10-6-16,-14 5 15,14-5-15,0 0 16,0 0-16,0 0 15,0 0-15,5-9 16,6-1-16,1 2 16,1 2-16,-2 0 15,-11 6 1,14-4-16,-14 4 16,0 0-16,0 0 15,0 0-15,0 0 16,0 0-16,0 0 15,0 0-15,1 7 16,-1-7-16,0 0 16,0 0-16,0 0 15,0 0-15,-10 5 16,10-5-16,0 0 16,0 0-1,0 0-15,0 0 16,0 0-16,0 0 15,0 0-15,0 0 16,0 0-16,0 0 16,0 0-16,0 0 15,0 0 1,0 0-16,0 0 16,0 0-16,0 0 15,0 0-15,0 0 16,0 0-16,0 0 15,0 0-15,0 0 16,0 0-16,0 0 16,0 0-16,0 0 15,0 0 1,10-6-16,-10 6 16,0 0-16,0 0 15,2-8 1,-4 0-1,-3-8-15</inkml:trace>
  <inkml:trace contextRef="#ctx0" brushRef="#br2" timeOffset="151369.76">14145 5604 0,'0'0'0,"0"1"16,0-1-16,0 0 15,0 0-15,0 8 16,-1-1-1,0 8-15,-2 18 16,1 9-16,0 4 16,-3 7-16,2 3 15,-3 8-15,0-1 16,-1-2-16,1-3 16,1-7-16,0-1 15,2-8-15,-1-9 16,1-10-1,2-9-15,1-14 32</inkml:trace>
  <inkml:trace contextRef="#ctx0" brushRef="#br2" timeOffset="151954.31">14283 5927 0,'0'0'0,"1"-3"0,-1 3 0,0 0 16,6-6-16,-6 6 15,12-9-15,-12 9 16,16-10-1,-5 4-15,0 0 16,0 2-16,0-1 16,-11 5-16,16-3 15,-16 3-15,14 6 16,-8 1-16,0 4 16,-2 5-1,-2 5-15,-4 8 0,-5 6 16,-6 3-1,-1 2-15,-5 0 16,3-5-16,-1-5 16,5-3-16,1-4 15,1-5-15,1-3 16,3-3-16,3-5 16,3-7-16,-4 8 15,4-8-15,0 0 16,0 0-16,0 0 15,16 8-15,5-7 16,7-2 0,2-2-16,-6 1 15,-7-1-15,-5 2 16,-12 1-16,14-3 16,-14 3-16,0 0 15,0 0-15,0-8 16,0 8-16</inkml:trace>
  <inkml:trace contextRef="#ctx0" brushRef="#br2" timeOffset="152478.7">14675 6036 0,'0'0'0,"0"0"0,0 0 0,0 0 15,0 1-15,0-1 16,0 0-16,0 0 16,0 0-16,-4 10 15,0 0-15,-4 5 16,-2 2-16,-2 5 15,-1 0 1,0 2-16,0-1 16,4 4-16,4 4 15,5-3-15,3-4 16,4-6-16,6-2 16,5-4-16,7-4 15,8-8-15,4-7 16,0-5-16,-8-4 15,-6-2-15,-7 0 16,-3-2 0,-4-3-16,-5-1 15,-3-2-15,-5 0 16,-6 0-16,-5-2 16,-2 5-16,-5 0 15,-3 5-15,-5 0 16,-3 0-16,2 4 15,3 5-15,0 1 16,1 3-16,1-2 16</inkml:trace>
  <inkml:trace contextRef="#ctx0" brushRef="#br2" timeOffset="155106.54">14745 5661 0,'0'0'0,"-2"3"0,2-3 0,0 0 15,0 0-15,-4 6 16,4-6-16,0 0 15,-3 9-15,1 3 16,1 9-16,0 13 16,1 8-1,0 3-15,0 11 16,0 0-16,-1 1 16,-5 6-16,-1-1 15,-2-5-15,0 1 16,1-7-16,0 0 15,3-7-15,2-8 16,3 0-16,2-9 16,-2-7 15,0-8-31,0-12 16,0 0-16,-3-7 15,-3-13-15,-2-3 16,2 4-16,0 2 15,2 2-15,-1-1 16,0 2-16,1-1 16,-1 2-16,2 3 15,0 0 1,1 1-16,1 2 16,3-2-16,5-1 15,5-4-15,6-4 16,7-2-16,5-3 15,1 2-15,5-4 16,2-2-16,6-2 16,2-2-16,3-3 15,-1-1-15,-3 4 16,-6 3 0,-2 2-16,-8 6 15,-4 3-15,-6 4 16,-6 3-16,-1 2 15,-1 1-15,-11 7 16</inkml:trace>
  <inkml:trace contextRef="#ctx0" brushRef="#br2" timeOffset="155467.47">14644 6267 0,'0'0'0,"3"1"0,-3-1 0,0 0 0,11 0 16,5 0-16,5 0 15,7 0-15,2 3 16,6 13-16,2 8 16,1 2-16,-1 6 15,0 2-15,0 5 16,-5-2 0,-3-3-16,-4-5 15,-1-5-15,6-6 16,0-4-16,1-4 15,1-5-15,-1-5 16,6-10-16</inkml:trace>
  <inkml:trace contextRef="#ctx0" brushRef="#br2" timeOffset="157758.87">13192 6598 0,'2'1'0,"-2"-1"16,17 4-16,6-1 15,6 1-15,5-3 16,1 0 0,-2 0-16,2 0 0,3-1 15,5 1 1,1 0-16,3 1 15,2 3-15,6 1 16,6 2-16,4 0 16,-3 1-16,2-1 15,-4 0-15,1 0 16,0 1-16,-1-1 16,4 0-16,1 1 15,0 0 1,2 0-16,4 1 15,3-1-15,4 3 16,-1 2-16,0 1 16,-8 0-16,-9-2 15,-6-1-15,-7-5 16,-3-4-16,-5-3 16,1 0-1,1-1-15,-3 1 16,-1-2-16,-6 1 15,5 0-15,0 0 16,4 3-16,3 2 16,-2 2-16,-1 4 15,1 2-15,137 41 16</inkml:trace>
  <inkml:trace contextRef="#ctx0" brushRef="#br2" timeOffset="162654.38">7256 2189 0,'0'0'0,"0"0"0,-2-5 0,-3-4 0,-2-9 16,-1-4 0,-1 1-16</inkml:trace>
  <inkml:trace contextRef="#ctx0" brushRef="#br2" timeOffset="163750.71">7427 1992 0,'0'0'0,"0"0"0,-4 3 15,-7 2-15,-9 7 16,-5 7-16,-3 8 15,2 7-15,3 0 16,5 0-16,3 1 16,5-1-16,3-2 15,3-1-15,3-5 16,3-1 0,7-3-16,6-3 15,7-3-15,13-4 16,4-8-16,5-8 15,4-10-15,2-8 16,0-10-16,-6-3 16,-3-2-16,-8-2 15,-7 1-15,-10 1 16,-9 1-16,-3 7 16,-8 4-1,-3 4-15,-5 2 16,-1 3-16,-4 3 15,-1 4-15,-1 5 16,-2 3-16,-4 3 16,-4 7-16,-2 7 15,3 3-15</inkml:trace>
  <inkml:trace contextRef="#ctx0" brushRef="#br2" timeOffset="164891.16">7531 2935 0,'0'0'0,"-3"-2"16,3 2-16,-14-7 16,-2 4-16,-5 6 15,-3 5 1,-8 6-16,-1 7 15,-2 5-15,5 5 16,4 9-16,4 7 16,5 2-16,9 4 15,5 2-15,5 0 16,6-3-16,11-5 16,8-5-1,11 0-15,3-4 16,-7-12-16,4-5 15,-1-19-15,2-13 16,3-11-16,-3-17 16,1-3-16,-4-10 15,-10-3-15,-11 3 16,-8 1-16,-16-7 31,-8 5-15,-5 8-16,-3 9 15,6 17-15,-3 4 16,2 3-16,-2 2 16,2 3-16,-1 1 15,3 1-15,4 1 16,14 4-16</inkml:trace>
  <inkml:trace contextRef="#ctx0" brushRef="#br2" timeOffset="165648.37">7927 1676 0,'0'0'0,"0"0"16,4-2-16,-4 2 15,30-10-15,3 3 16,-2 2-16,-6 5 16,-2 4-16,-4 3 15,-1 3-15,-2 4 16,-5 6-16,-3 9 16,-3 6-16,-5 9 15,-5 2 1,-3 3-16,-3 2 15,-3 5-15,1-3 16,0 1-16,-1 4 16,5 1-16,3 4 15,3-1-15,4 3 16,2 2-16,2-5 16,1 4-16,1-3 15,1 0-15,1 3 16,1-5-1,0-3-15,2-2 16,-1-6-16,0-3 16,-1-5-16,-1-6 15,-3-5-15,-2-3 16,-4-5-16,-2-2 16,0-4-16,-2-4 15,1-3 1,-1-2-16,-2-2 15,-4 0-15,-7 0 16,-5-2-16,-4-3 16,-3-6-16,-5-6 15,-9-8-15,0-2 16</inkml:trace>
  <inkml:trace contextRef="#ctx0" brushRef="#br2" timeOffset="167071.57">9642 6946 0,'0'0'0,"0"1"0,0-1 0,0 0 16,0 0-1,-2 9-15,1-2 16,0 4-16,-3 11 16,1 16-16,2 9 15,-2 8-15,1 4 16,1 1-16,-1-1 16,1-3-16,1-4 15,-4-3-15,-3-3 16</inkml:trace>
  <inkml:trace contextRef="#ctx0" brushRef="#br2" timeOffset="167587.88">9793 7267 0,'0'0'0,"4"-2"0,-4 2 15,19-15-15,-4 0 16,3-1-16,-2 0 16,0 2-16,-1 1 15,1 4-15,2 5 16,1 5-16,1 6 15,-3 6 1,-1 8-16,-4 9 16,-5 10-16,-8 6 15,-11-1-15,-7 4 16,-3 0-16,-1-3 16,1-6-16,1-8 15,3-8-15,3-3 16,4-9-16,5-3 15,6-9-15,-7 8 16,7-8 0,0 0-16,0 0 15,0 0-15,35 0 16,2-7-16,3-3 16,1-1-16,-2 0 15,-2 1-15,0 1 16,-6 0-16,1-3 15,-5 1-15,-4 1 16</inkml:trace>
  <inkml:trace contextRef="#ctx0" brushRef="#br2" timeOffset="167870.8">10457 7041 0,'0'0'0,"0"0"0,0 2 16,0-2 0,0 6-16,0 5 15,0 9-15,0 10 16,0 7-16,0 7 16,0 8-16,-1 2 15,1-3-15,0-3 16,0 3-16,0-5 15,0-5 17,1-11-32,-1-19 15,0-11-15</inkml:trace>
  <inkml:trace contextRef="#ctx0" brushRef="#br2" timeOffset="168135.52">10349 7504 0,'0'0'0,"3"-1"0,-3 1 16,25-14-16,6-8 15,5-15-15,3-1 16,4-6-16,0 0 16,-4 3-16,-2 3 15,-5 4-15,-2 5 16,-4 4-16,-4 5 15,-7 6-15,-4 3 16,-3 4-16,-8 7 16,0 0-16</inkml:trace>
  <inkml:trace contextRef="#ctx0" brushRef="#br2" timeOffset="168370.41">10474 7389 0,'0'0'0,"0"0"0,0 0 15,5 1-15,4 1 16,10 3-16,7 2 16,7 2-16,0 1 15,3 4-15,1 4 16,-4 3-16,2 1 15,-1 1-15,-5-3 16,-4-2 0,0-7-16</inkml:trace>
  <inkml:trace contextRef="#ctx0" brushRef="#br2" timeOffset="168776.4">11254 7188 0,'0'0'0,"0"0"0,0 0 16,0 0-16,0 0 16,4 3-16,5 5 15,8 6 1,8 11-16,4 5 16,2 7-16,-1 1 15,-2-1-15,1 1 16,-1-2-16,0 1 15,-2-3-15,-6-9 16,-2-5 0,-6-9-16,-12-11 31</inkml:trace>
  <inkml:trace contextRef="#ctx0" brushRef="#br2" timeOffset="169057.72">11574 7182 0,'0'0'0,"0"0"0,0 0 0,0 2 16,0-2-16,-7 11 15,-3 5-15,-9 10 16,-9 8-16,-7 6 15,0-1-15,-4 3 16,4-3 0,1 4-16,7 3 15,7-6-15,4-7 16,6-7-16,5-8 16</inkml:trace>
  <inkml:trace contextRef="#ctx0" brushRef="#br2" timeOffset="169369.28">11915 7134 0,'0'0'0,"0"3"0,0-3 16,2 12-16,1 6 16,1 15-16,-1 16 15,-3 7-15,-4 3 16,-3-1-16,-3-3 15,-1-2-15,-2-8 16,-2 2-16,2-7 31</inkml:trace>
  <inkml:trace contextRef="#ctx0" brushRef="#br2" timeOffset="170419.68">12231 7464 0,'0'0'0,"0"0"0,0 0 16,0 0-16,2 0 15,-2 0-15,0 0 16,0 0-16,-13 12 16,-3 8-16,-1 10 15,2 5 1,1 4-16,0 5 16,4 0-16,9-2 15,5-6-15,4-5 16,12-1-1,8-8 1,10-10-16,6-13 16,-14-6-1,-2-14-15,-10 10 16,-5-2-16,-3-14 16,-6 0-16,-12-26 15,-10 3-15,-8 4 16,-3 1-16,-2 10 15,6 10-15,-1 3 16,4 6-16,6 6 16,5 5-16,11 5 15,-9-5-15,9 5 16,0 0 0,10-6-16,15-4 15,9 2-15,8 4 16,-1 2-16,4 3 15,-7 1-15,-6 2 16,-7-1-16,-6 0 16,-6 1-1,-3-2-15,-10-2 16,14 10-16,-7 3 16,-1 7-16,-3 10 15,-5 1-15,-4 6 16,-1 1-16,0 0 15,-2 5-15,2-6 16,3-11-16,6 4 16,5-4-16,4 4 15,6-5 1,7-6-16,4-4 16,3 1-16,6-8 15,-2-16-15,0-4 16,-2-10-16,-11 8 15,-4 1-15,-6 1 16,-5-10-16,-6-14 16,-6-4-16,-17-13 15,-8 5 1,-7-1-16,-4 3 16,1 9-16,5 6 15,2 6-15,8 6 16,6 5-16,2 4 15,3 1-15,2 1 16,3 2-16,9 6 16,-12-8-16,12 8 15,0 0-15</inkml:trace>
  <inkml:trace contextRef="#ctx0" brushRef="#br2" timeOffset="171257.6">13074 7611 0,'0'0'0,"2"1"0,-2-1 16,15 9-16,9-3 15,12-3-15,5 0 16,5-4-16,1-2 16,-1-2-1,0 0-15,-2 2 16,-3 0-16,-4 1 15,-4-1-15,-7 3 16,-4 4-16,-7 3 16,-15-7-16,15 9 15</inkml:trace>
  <inkml:trace contextRef="#ctx0" brushRef="#br2" timeOffset="171694.81">13115 8035 0,'0'0'0,"0"0"0,0 0 0,3-3 16,-3 3-16,13-9 16,1 1-16,10-5 15,1 2-15,7 8 16,1-1 0,4 1-16,2-5 15,-4-9-15,-7 8 16,-6 6-16,1 7 15,-2 3-15,-5-1 16,-16-6-16,14 1 16,-10-8-16,1 1 15,-5 6-15,0 0 16,0 0-16,0 0 16,0 0-16</inkml:trace>
  <inkml:trace contextRef="#ctx0" brushRef="#br2" timeOffset="174061.86">14045 7282 0,'0'0'0,"0"0"0,0 0 15,0 0-15,1 2 16,-1-2-16,3 10 16,-1 5-16,0 7 15,-3 10-15,-2 5 16,-1 10-1,0 5-15,-1 6 16,2-10-16,-2-9 16,1 1-16,0-7 15,0 4-15,1-5 16,2-12 0,1-7-1,0-13 1</inkml:trace>
  <inkml:trace contextRef="#ctx0" brushRef="#br2" timeOffset="174639.22">14266 7505 0,'0'0'0,"0"0"0,0 0 0,0 0 0,5 0 16,-5 0-16,13-4 16,-13 4-16,20-6 15,-8 1-15,-2 0 16,-10 5-16,16-9 16,-16 9-16,15-7 15,-4 10-15,5 6 16,-2 9-1,-4 8-15,-4 2 16,-5 7-16,-5 1 16,-5-2-16,-4 1 15,-1-3-15,-1-2 16,1-5-16,2-6 16,3-5-16,4-4 15,1-4-15,4-6 16,-5 7-16,5-7 15,0 0-15,14 9 16,6-6 0,8-2-16,7-4 15,5-3-15,-3-1 16,-5 1-16,-3 1 16,-6 1-16,-6 0 15,-4 1-15,-13 3 16,13-2-1,-13 2-15,0 0 16,0 0-16,0 0 16</inkml:trace>
  <inkml:trace contextRef="#ctx0" brushRef="#br2" timeOffset="175108.64">14666 7495 0,'0'0'0,"0"2"15,0-2-15,0 0 16,1 7-16,-1-7 15,0 0-15,8 12 16,1 0 0,3 7-16,5 6 15,3 2-15,4 4 16,-2-4-16,1 1 16,-2-1-16,-1-2 15,-3-5-15,-5-4 16,-4-6-16,-2-3 15,-6-7 17</inkml:trace>
  <inkml:trace contextRef="#ctx0" brushRef="#br2" timeOffset="175405.84">14799 7451 0,'0'0'0,"0"0"16,0 0-16,0 0 15,-1 1-15,1-1 16,-7 16-16,-1 6 16,-4 10-16,-2 7 15,-4 4-15,1 0 16,-3 0-16,3-3 15,2-5-15,3-7 16,2-5-16,4-5 16,-2 1-1</inkml:trace>
  <inkml:trace contextRef="#ctx0" brushRef="#br2" timeOffset="175702.7">14953 7446 0,'0'0'0,"0"0"15,0 3-15,0-3 16,-2 20-16,0 5 16,-1 6-1,-1 6-15,0 5 16,1 2-16,2 3 16,0 0-16,0-7 15,1-6-15,0-13 31,2-10-31</inkml:trace>
  <inkml:trace contextRef="#ctx0" brushRef="#br2" timeOffset="176165.87">15181 7630 0,'0'0'0,"0"0"16,0 0-16,-2 1 16,2-1-1,0 0-15,-8 10 16,1-1-16,-3 6 16,-1 6-16,2 5 15,4 4-15,2 2 16,4-1-16,2-5 15,3-8-15,4-4 16,4-6 0,3 1-16,2-6 15,2-4-15,1-7 16,-1-3-16,-1-5 16,-1-6-16,-7 0 15,-2-5-15,-6 1 16,-4-1-16,-4 0 15,-4 1 1,-3 4-16,-3 2 16,-9 0-16,-12 2 15,-9-5-15,-14 2 16</inkml:trace>
  <inkml:trace contextRef="#ctx0" brushRef="#br2" timeOffset="176685.3">12168 8106 0,'0'0'0,"3"1"0,-3-1 16,0 0-16,10-2 16,-10 2-16,27-9 15,3 2-15,10 0 16,5 1-16,7-3 15,4 3 1,-1-1-16,0 2 0,-1 3 16,-4 0-16,-8 3 15,-7 2 1,-7 0-16,-9-1 16,-10-1-16,-9-1 15,0 0-15</inkml:trace>
  <inkml:trace contextRef="#ctx0" brushRef="#br2" timeOffset="177193.9">10488 8001 0,'0'0'0,"0"0"0,0 0 16,0 0-16,0 0 16,0 0-16,0 0 15,3 0 1,10 0-16,15 0 16,11 0-16,13 0 15,6-3-15,7-4 16</inkml:trace>
  <inkml:trace contextRef="#ctx0" brushRef="#br2" timeOffset="178109.9">15317 7268 0,'0'0'0,"0"0"0,-6 2 0,6-2 15,-17 14-15,4-1 16,4 2-16,1-1 16,3-2-16,2 0 15,2 1-15,4-1 16,10 5 0,4 6-16,7 0 15,0-2-15,2 1 16,-1 0-16,-1 0 15,-2-1-15,-4-3 16,-6 0-16,-2-1 16,-3-2-16,-5 2 15,-2-3-15,-3-1 16,-3-1 0,-2-2-16,-7 0 15,-3-1-15,-1-1 16,2-4-16,0-8 15,-1-7-15,4-4 16,6-12-16</inkml:trace>
  <inkml:trace contextRef="#ctx0" brushRef="#br2" timeOffset="178343.37">15351 7352 0,'0'0'0,"0"0"16,0 0-16,0 0 16,0 0-16,1 1 15,-1-1 1,0 0-16,17-4 16,4-3-16,14-5 15,8-4-15,5-1 16,7 3-16,5 8 15,-4 2-15,-11 2 16,162 25-16</inkml:trace>
  <inkml:trace contextRef="#ctx0" brushRef="#br2" timeOffset="179299.65">13735 8185 0,'0'0'0,"0"0"0,0 0 0,0 0 0,0 0 16,0 0-16,4 0 16,-4 0-1,21-3-15,6-4 16,11 0-16,10-2 15,9 2-15,-1 4 16,-2 2-16,9 3 16,4 1-16,4 1 15,1-1-15,-6 2 16,9-3-16,4 3 16,-6-3-1,2 2-15,-4-2 16,-1-1-16,-4-1 15,-3 0-15,-1 0 16,-5 0-16,-2 0 16,-3 0-16,-2 0 15,0 0-15,-3 0 16,-2 0-16,-3 1 16,-6 1-16,-5 3 15,-7 0 1,-7-2-16,-6 0 15,-1-1-15,-10-2 16,14 2-16,-14-2 16,0 0-16,0 0 15,11 2-15,-11-2 16,0 0-16,0 0 16,11-9-1</inkml:trace>
  <inkml:trace contextRef="#ctx0" brushRef="#br2" timeOffset="181854.92">6059 1630 0,'0'0'0,"0"0"15,0 0-15,0 0 16,0 0-16,-3 3 16,3-3-16,-7 9 15,0 1-15,-6 7 16,-22 13-1,-14 11-15,-11 8 16,1-2-16,-1 7 16,4 8-16,9 6 15,0 8-15,6 2 16,0 8-16,8-5 16,3 7-16,8-1 15,8 12 1,7 5-16,7-7 0,6-1 15,9-11 1,8 7-16,6 0 16,4-9-16,2-5 15,4-6-15,3-3 16,4-5-16,3-6 16,6-4-16,1-7 15,3-9-15,3-14 16,-1-16-1,6-3-15,2-10 16,-5-13-16,-2-6 16,-11-12-16,-3-8 15,-5-2-15,-7-6 16,-9 3-16,-5 0 16,-7 0-16,-2-5 15,-6-11-15,-2-2 16,-3-7-1,-1-9-15,-2-10 16,0-7-16,0-3 16,0-3-16,-3 8 15,-4 5-15,-6 8 16,-4 3-16,-4 6 16,-2 8-16,0 5 15,-2 9-15,-3 2 16,-3 3-1,-2 5-15,1 3 16,4 6-16,1 4 16,1 3-16,4 5 15,5 7-15,3 3 16,3 4-16,2 2 16,10 7-16,-16-9 15,16 9-15,-17-7 16,17 7-16,-11-6 15,11 6 1,-10-3-16,10 3 16,0 0-16,-13-6 15,13 6-15,0 0 16,0 0-16,0 0 16,0 0-16,-9 1 15,9-1-15,0 0 16,0 0-16,0 0 15,0 0 1,0 0-16,0 0 16,0 0-16</inkml:trace>
  <inkml:trace contextRef="#ctx0" brushRef="#br2" timeOffset="190246.28">11418 8256 0,'0'0'0,"0"0"0,0 0 0,0 0 16,0 0-16,0 0 15,0 0-15,0 0 16,0 0-1,0 3-15,2 4 16,-1 6-16,3 7 16,1 5-16,-2 4 15,-1 2-15,-4 2 16,-1-2-16,-1 1 16,-1-3-16,2-3 15,-1-2-15,1-3 16,1-4-16,0-3 15,1-3-15,0-2 16,0-1 0,1-8-16</inkml:trace>
  <inkml:trace contextRef="#ctx0" brushRef="#br2" timeOffset="190531.61">11647 8469 0,'0'0'0,"0"0"0,0 0 0,0 0 0,0 0 16,0 0-16,0 0 15,0 0-15,0 0 16,2 1-16,-2-1 16,0 0-16</inkml:trace>
  <inkml:trace contextRef="#ctx0" brushRef="#br2" timeOffset="191219">11764 8335 0,'0'0'0,"0"0"0,0 0 0,0 0 0,3-2 16,-3 2-16,17-16 16,-1 2-1,-1 1-15,1 0 16,1-1-16,4 1 16,-1 4-16,-4 1 15,1 1-15,-1 2 16,2 3-16,-2 4 15,-2 2-15,-1 3 16,-6 5-16,-4 6 16,-6 7-1,-7 6-15,-1 3 16,-2-3-16,1-5 16,1-4-16,4-5 15,1-3-15,-1-3 16,1-3-16,2-1 15,4-7 1,-6 10-16,6-10 16,0 0-16,0 0 15,0 0-15,0 0 16,0 0-16,0 0 16,0 0-16,0 0 15,0 0-15,0 0 16,12 0-16,-1-4 15,1 0-15,3-1 16,0 0 0,0 0-16,0 2 15,-2-1-15,-1 0 16,-12 4-16,20-5 16,-9 3-16,-11 2 15,17-4-15,-17 4 16,16 0-16,-16 0 15,13 6-15</inkml:trace>
  <inkml:trace contextRef="#ctx0" brushRef="#br2" timeOffset="192033.76">12368 8364 0,'0'0'0,"0"0"0,0 0 0,0 0 15,0 0-15,0 0 16,0 0-16,0 0 15,0 1-15,0-1 16,-7 17-16,2 4 16,-1 4-1,3 2-15,1 0 16,1 0-16,1-4 16,1-1-16,1-7 15,0-1-15,-1 1 16,0-4-16,0-5 15,-1-6-15,0 0 16,0 0-16,0 0 16,0 0-16,9-26 15,-2-6 1,-3-1-16,1-3 16,-1 5-16,-1 3 15,0 5-15,0 7 16,-2 3-16,1 5 15,-2 8-15,4-7 16,-4 7-16,11 0 16,4 7-16,5 6 15,1 6 1,1 2-16,-2 0 16,0-1-16,-4-3 15,-1-4-15,4-6 16,0-6-16,1-4 15,-1-5-15,-2-3 16,0-4-16,-2-1 16,-3-1-1,-2-1-15,-2 1 16,-3 3-16,-2 4 16,-1 3-16,-2 7 15,2-10-15,-2 10 16,0 0-16,0 0 15,0 0-15,5 7 16,0 13-16,3 7 16,-1 4-1,-2-1-15,1 1 32</inkml:trace>
  <inkml:trace contextRef="#ctx0" brushRef="#br2" timeOffset="192884.87">11466 8875 0,'0'0'0,"3"-2"0,-3 2 16,13-9 0,0 0-16,4-2 15,3 0-15,1-1 16,2 1-16,2 0 15,5 2-15,3 2 16,3 2-16,4 0 16,-1 2-16,5-1 15,3 1-15,1 1 16,-1 2 0,2 4-16,1 4 15,2-3-15,3 3 16,-1-1-16,4-6 15,-4 3-15,4-1 16,-1 0-16,-1 1 16,6-2-16,-2-12 15,3 0-15,2-4 16,-6 4 0,0-2-16,3-1 15,-6 2-15,1 0 16,26 0-1,-10 3 1,-2 0-16,-10 3 16,-22 4-16,-3 1 15,-5 0 1,-7 1-16</inkml:trace>
  <inkml:trace contextRef="#ctx0" brushRef="#br2" timeOffset="205696.63">12955 8374 0,'0'0'0,"0"0"0,3-3 0,-3 3 0,12-9 15,-12 9-15,11-12 16,-11 12-16,0 0 15,10-7 1,-10 7-16,0 0 16,0 0-16,4-6 15,-4 6-15,0 0 16,-3-9-16,-2 2 16,-5-6-16,-5-4 15,-6 0 1,-4-1-16,-4-3 15,-2 0-15,-4 0 16,-2 0-16,0 0 16,0 2-16,-6-2 15,0 3-15,-1 0 16,3 2-16,2 0 16,0 1-16,0-1 15,0 0-15,5 3 16,-2 0-1,3 1-15,-1 1 16,2 2-16,-4-1 16,0 1-16,-2 1 15,0 1-15,-1 2 16,2 1-16,0-1 16,-2 3-16,-1 2 15,-2 1-15,2 3 16,2 0-1,-2 1-15,1 2 16,-1 0-16,-2 2 16,1-1-16,-2 1 15,1 1-15,-1 0 16,-3 1-16,-1 1 16,1-1-16,0 0 15,6-1-15,-2 3 16,-1 0-1,1 1-15,1 2 16,4 1-16,2 2 16,2 2-16,5 0 15,3 0-15,3 1 16,3-2-16,3 1 16,3 0-16,1 0 15,4 5-15,1 2 16,2 2-16,2-2 15,3-2 1,3 0-16,4 3 16,4 4-16,2-2 15,3 4-15,4 0 16,4-1-16,2 0 16,3-1-16,0-1 15,4 0-15,4 0 16,2-4-16,7 2 15,2-6 1,3-1-16,4-2 16,2 1-16,3 0 15,1-1-15,2 2 16,-1-3-16,3-4 16,-3-3-16,5 2 15,-4-3-15,-1-2 16,1-2-16,0-3 15,4 0 1,0-1-16,-2-1 16,1-1-16,1-2 15,-2-3-15,4-4 16,-2-7-16,-1-3 16,-3-4-16,1-7 15,-6-1-15,-2 1 16,-3 0-1,-4 2-15,-5 1 16,-6 2-16,-7 2 16,-3-1-16,-6 3 15,-5 3-15,-3-1 16,-2 1-16,-4-4 16,-6-7-16,-4-1 15,-8-6-15,-4-2 16,-7-4-16,-7 0 15,-4-3-15,-7-1 16,-6-1 0,-1 1-16,-3 2 15,-5 2-15,0 4 16,-5 1-16,4 6 16,1 0-16,1 3 15,-3 1-15,3 3 16,2 6-16,4 0 15,5 4-15,6 1 16,3 2 0,9 3-16,6 1 15,4 1-15,3 3 16,11 1-16,-15-2 16,15 2-16,-9 0 15,9 0-15,0 0 16,0 0-16,0 0 15,-10 1 1,10-1-16,0 0 16,0 0-16,0 0 15,0 0-15,0 0 16,0 0-16,0 0 16,0 0-16,0 0 15,0 0-15,0 0 16,0 0-16,0 0 15,0 0-15,0 0 16,0 0 0,0 0-16,0 0 15,0 0-15,0 0 16,0 0-16,0 0 16,0 0-16,0 0 15,0 0-15,0 0 16,0 0-16,0 0 15,0 0-15,0 0 16,0 0-16,0 0 16,0 0-1,0 0-15,0 0 16,10 0-16,-10 0 16,-6-17-16</inkml:trace>
  <inkml:trace contextRef="#ctx0" brushRef="#br3" timeOffset="-174363.67">1088 3592 0,'0'0'0,"0"0"0,0 0 16,0 0-16,-1 4 15,-2 4-15,-4 8 16,-2 8-16,-1 6 16,-1 8-16,1 5 15,0 0-15,1 0 16,-1 3 0,1 0-16,-1 1 15,1-3-15,0-1 16,1-1-16,-1 2 15,0-1-15,0 1 16,0-1-16,0 1 16,1 5-16,0 3 15,2 2-15,1 3 16,2-1 0,0 0-16,2 0 15,1 0-15,1 1 16,2 1-16,-1-3 15,2 0-15,1-1 16,0-1-16,1 0 16,3 1-16,1-3 15,1-1-15,2 0 16,1 1-16,2 1 16,3-5-1,2 3-15,-1-2 16,4 1-16,1 0 15,1-1-15,2 0 16,1-1-16,0-1 16,2-1-16,2-3 15,1-1-15,1 0 16,0-4-16,0-2 16,3-1-1,-1-2-15,6-1 16,-2-1-16,-1-4 15,2 1-15,0-1 16,-2-2-16,2 1 16,-2-2-16,3 0 15,0-2-15,2-1 16,-1-2 0,0-2-16,0-1 15,-3-1-15,0-2 16,1 0-16,0-1 15,-2-2-15,0-2 16,-3-2-16,2 1 16,-1-3-16,1-2 15,-5-1-15,-2 0 16,-2 0 0,-1-2-16,-3 1 0,-1-1 15,-5 1 1,-4 0-16,-1 0 15,-4 1-15,-11 0 16,16 0-16,-16 0 16,11 0-16,-11 0 15,0 0-15,9-7 16</inkml:trace>
  <inkml:trace contextRef="#ctx0" brushRef="#br3" timeOffset="-173747.83">2340 6304 0,'0'0'0,"0"0"0,0 0 0,0 0 0,0 0 15,1 3-15,4 4 16,4 6-16,7 8 16,6 6-1,6 1-15,5-1 16,2-1-16,3-2 15,0-2-15,0-1 16,-1-3-16,-3 0 16,0-1-16,-5-3 15,-4-1-15,-1-1 16,-4 0-16,-1-2 16,-4-1-16,-3-1 15,-5-1 1,-7-7-16,11 11 15,-11-11-15,5 7 16,-5-7-16,2 9 16,-2-9-16,-1 8 15,-1-1-15,-5 5 16,-7 6-16,-12 13 16,-10 9-16,-3 4 15,-1 1 1,-2 2-16,0 2 15,1 5-15,5 1 16,2 2-16,6-3 16,5-6-16</inkml:trace>
  <inkml:trace contextRef="#ctx0" brushRef="#br3" timeOffset="-152063.37">2680 2189 0,'0'0'0,"0"0"0,-5-1 0,5 1 15,-24-9-15,2 2 16,-1-1-16,-4 1 15,0-1-15,-2 1 16,-4 0-16,-1-1 16,-4 1-16,0 1 15,1 1-15,1 0 16,-3 1 0,1 2-16,5 0 15,4 4-15,2 1 16,2 1-16,-4 5 15,-3 4-15,-2 5 16,-2 3-16,2 2 16,1 3-16,-4 6 15,0 6-15,1 4 16,2 4 0,5-2-16,5 0 15,4-2-15,5-4 16,4-2-16,4-4 15,3 0-15,4 1 16,3-1-16,1 2 16,2-5-16,1-1 15,3 0-15,1 0 16,3-1 0,1 2-16,3-3 15,2-1-15,3-1 16,2-4-16,4 0 15,4-4-15,1-2 16,1-3-16,2-2 16,3-4-16,6-2 15,2 0-15,-1-3 16,3-5 0,-1-1-16,-1-3 15,-2-2-15,3-2 16,-4-2-16,0-3 15,-1-6-15,-3 1 16,-3-3-16,-2 2 16,-4 0-16,-3-1 15,-2-1 1,-5-6-16,-2-4 16,-4-3-16,-5-3 15,-2 1-15,-6-4 16,-3-3-16,-4-4 15,-3 0-15,-2 0 16,-5 1-16,-5 3 16,-5 4-16,-5 3 15,-7 1-15,-8 8 16,-11 8-16,-14 9 16,-16 20-1,-25 23-15,-42 45 16,-15 40-16</inkml:trace>
  <inkml:trace contextRef="#ctx0" brushRef="#br3" timeOffset="-150544.25">1581 1355 0,'0'0'0,"-2"0"0,2 0 0,-10-2 16,-2-1-16,-1 0 15,-3-2-15,0 2 16,-1-1-16,-3 0 16,-3 2-16,-1 3 15,0 2-15,1 2 16,0 1-16,1 1 16,0 2-1,0 1-15,1 2 16,-3 9-16,-2 11 15,-2 7-15,3 4 16,2 2-16,3 5 16,2 3-16,1 6 15,3-1-15,3 2 16,3 1-16,2 0 16,6 0-16,3-1 15,3-2-15,2 1 16,4-1-1,2-5-15,2-4 16,3-4-16,4-5 16,4-1-16,7-1 15,-1-8-15,4-5 16,6-6-16,4-8 16,3-6-16,8-10 15,-3-10 1,6-15-16,8-8 15,-3-5-15,1-7 16,-8 0-16,-4-5 16,-5-5-16,-2-3 15,-8-1-15,-2-4 16,-10-3-16,-6 2 16,-7 0-16,-10 0 15,-4 0 1,-7 0-16,-9-3 15,-7 4-15,-7 10 16,-9 3-16,-8 7 16,-5 4-16,-6 8 15,-3 11-15,-7 8 16,0 8-16,-2 11 16,-14 17-16,-17 28 15,-19 26 1,-6 27-16,14 19 15</inkml:trace>
  <inkml:trace contextRef="#ctx0" brushRef="#br3" timeOffset="-140641.34">5145 6201 0,'0'0'0,"3"-1"0,-3 1 0,0 0 0,32-18 15,20-27-15,15-25 16,12-18-16,1-5 16,5-3-16,-2-1 15,-3 6-15,-3 12 16,-3 11-16,-15 15 16,-4 9-16,-9 7 15,-4 8-15,-7 4 16,-3 5-16,-3 2 15,1-1 1,-3 2-16</inkml:trace>
  <inkml:trace contextRef="#ctx0" brushRef="#br3" timeOffset="-134310.78">975 3699 0,'0'0'0,"0"0"0,0 0 15,2 0-15,-2 0 16,33-4-16,13-4 16,15-6-16,11-2 15,13-7 1,3-1-16,8-5 15,2 0-15,-3 0 16,6 0-16,-8 2 16,-1 2-16,-7 4 15,-8 3-15,-1 2 16,-6 2-16,-6 2 16,-6 1-16,-4 1 15,-7 1-15,-4 1 16,-4 1-1,-6 2-15,-7 1 16,-5 3-16,-6 0 16,-5 0-16,-10 1 15,12 0-15,-12 0 16,0 0-16,0 0 16,0 0-16,0 0 15,0 0-15</inkml:trace>
  <inkml:trace contextRef="#ctx0" brushRef="#br3" timeOffset="-133923.02">908 3564 0,'0'0'0,"0"0"15,0 0-15,0 0 16,0 0-1,0 0-15</inkml:trace>
  <inkml:trace contextRef="#ctx0" brushRef="#br3" timeOffset="-133715.42">1148 3448 0,'0'0'0,"0"0"0,0 0 0,0 0 0</inkml:trace>
  <inkml:trace contextRef="#ctx0" brushRef="#br3" timeOffset="-111357.48">2431 1873 0,'0'0'0,"0"0"0,0 0 0,-3 0 0,3 0 15,-16-6-15,2 3 16,-4-3-16,0 1 15,1-2-15,1 1 16,-1-1-16,0-1 16,-4-1-16,-4-2 15,-5-2 1,-1 1-16,3 2 16,-2 3-16,-1 1 15,-3 0-15,-5 4 16,0 3-16,-1 4 15,-1 0-15,-1 3 16,-1 2-16,2 1 16,3 2-16,0 1 15,0 3-15,2-1 16,5 1 0,3-1-16,4-2 15,3-2-15,6-1 16,4-4-16,11-7 15,-13 9-15,13-9 16,0 0-16,0 0 16,-10 6-16,10-6 15,0 0-15,0 0 16,0 0-16,0 0 16,0 0-1,0 0-15,0 0 16,16-16-16,3-5 15,4-1-15,4-2 16,5 1-16,3 3 16,2 2-16,5-1 15,0 1 1,3 0-16,0 2 16,1 1-16,2 1 15,0 2-15,0 1 16,-5 3-16,0 2 15,-4 5-15,-1 1 16,-2 3-16,-2 0 16,-4 4-16,-2-1 15,-3 3-15,-3 1 16,-2 2 0,0 0-16,-4 0 15,-2-1-15,-3-2 16,-2 0-16,-3-3 15,-6-6-15,9 9 16,-9-9-16,6 7 16,-6-7-16,0 0 15,3 6-15,-3-6 16,0 0 0,0 0-16,0 0 15,-11 3-15,-6-5 16,-8-3-16,-5-3 15,-1-3-15,-4 0 16,0-1-16,-3 0 16,-1 1-16,0-2 15,2 2-15,3 1 16,0-1 0,1 2-16,0 2 15,0 1-15,-1 3 16,0 0-16,0 0 15,0 3-15,0 0 16,1 3-16,3 2 16,1 0-16,-1 1 15,2 2 1,1-2-16,4 2 16,4-2-16,0 1 15,2 0-15,3 0 16,1-2-16,13-5 15,-14 10-15,14-10 16,0 0-16,-10 8 16,10-8-16,0 0 15,0 0-15,0 0 16,0 0 0,-7 7-16,7-7 15,0 0-15,0 0 16,0 0-16,0 0 15,0 0-15,11-3 16,10-6-16,11-3 16,7-3-16,3 1 15,2-1-15,-1 2 16,4-1 0,-1 2-16,1 2 15,1 4-15,-2 2 16,1 2-16,0 2 15,1 2-15,-1 1 16,-2 1-16,-1 3 16,-4 1-16,-7 3 15,0 2-15,-7-1 16,-3 1-16,-3 2 16,-3-1-1,-3 0-15,-3-2 16,-3-3-16,-1 0 15,-2-2-15,-5-7 16,6 10-16,-6-10 16,0 0-16,5 7 15,-5-7-15,0 0 16,0 0-16,0 0 16,0 0-1,0 0-15,0 0 16,-19-5-16,-2-7 15,-4-2-15,-2-1 16,-2-1-16,-2-2 16,-1 1-16,-3-1 15,0 2-15,-1 2 16,-1 4-16,-1 0 16,-2 4-1,1 1-15,-3 3 16,-3 4-16,-1 3 15,-4 5-15,-1 4 16,4 3-16,-3 3 16,3 2-16,2 0 15,4 1-15,1 0 16,3 0-16,1 0 16,4 0-1,3 0-15,6-4 16,4-3-16,5-3 15,3-3-15,3-3 16,8-7-16,-9 9 16,9-9-16,0 0 15,0 0-15,-6 7 16,6-7-16,0 0 16,0 0-1,0 0-15,0 0 16,0 0-16,6-8 15,8-13-15,8-9 16,6-2-16,3 1 16,2 0-16,4-2 15,2 1-15,1 1 16,1 2-16,-3 4 16,2 4-16,-1 3 15,4 2 1,0 3-16,-2 1 15,2 1-15,-2 1 16,-1 1-16,3 3 16,-2 5-16,3 1 15,-2 2-15,-2 3 16,-2 3-16,-4 2 16,-4 2-16,-5 1 15,-3 0 1,-1 1-16,-2 0 15,-1 3-15,-2-2 16,-3-2-16,-2-2 16,-4-1-16,-1-2 15,-6-8-15,8 11 16,-8-11-16,0 0 16,8 8-16,-8-8 15,0 0 1,0 0-16,0 0 15,0 0-15,0 0 16,0 0-16,-11 0 16,-8-10-16,-8-5 15,-5-2-15,-1-1 16,-4-1-16,-1 0 16,-2 4-16,-1 3 15,-4 1 1,1 2-16,2 1 15,3 3-15,1 1 16,-2 1-16,2 2 16,1 5-16,3-1 15,-2 2-15,-1 2 16,-1 4-16,2 2 16,1 5-16,5-1 15,1 0 1,3 1-16,4-2 15,1 2-15,1-1 16,3 0-16,1-1 16,5-2-16,-1-1 15,3 0-15,0 1 16,1-1-16,-1 1 16,2-2-1,1-1-15,0-1 16,2-2-16,4-8 15,-3 10-15,3-10 16,-3 8-16,3-8 16,0 0-16,0 0 15,-1 6-15,1-6 16,0 0 0,0 0-16,0 0 0,0 0 15,0 0 1,0 0-16,0 0 15,8-8-15,4-7 16,13-16-16,12-9 16,2 3-16,0 1 15,1 2-15,1 0 16,2 4-16,-1 4 16,1 3-16,-1 1 15,-3 4 1,-1 1-16,-1 1 15,0 3-15,1 3 16,1 4-16,-3 2 16,-3 2-16,1 0 15,-1 2-15,0 4 16,-3 3-16,-3 0 16,-5 1-16,1 2 15,-3 1 1,0 1-16,-4 1 15,-2-2-15,-3 0 16,-1 0-16,-1 0 16,0 0-16,-2 0 15,2 2-15,-1 1 16,-1-1-16,0-3 16,-3-1-16,-1-3 15,-3-6-15,4 11 16,-4-11-1,0 0-15,2 7 16,-2-7-16,0 0 16,0 0-16,0 0 15,0 0-15,0 0 16,0 0-16,-19-7 16,-1-5-16,-4-3 15,-3-1-15,-4-1 16,-1 3-1,2 2-15,2 3 16,-2 1-16,-1-1 16,-5 0-16,1 3 15,3 4-15,2 0 16,1 2-16,1 0 16,-4 0-16,2 2 15,1 1-15,0 2 16,3-1-1,-3 4-15,-2 1 16,0 0-16,3 1 16,4-1-16,3 1 15,3 0-15,-1 2 16,0 3-16,0 4 16,-2 1-16,4 2 15,1 0-15,1-1 16,2-2-1,2-1-15,2 0 16,2-2-16,1-1 16,3 0-16,1-4 15,0-2-15,1-2 16,1-7-16,-2 9 16,2-9-1,0 0-15,-1 8 0,1-8 16,0 0-1,0 0-15,0 0 16,0 0-16,0 0 16,0 0-16,6-8 15,4-12-15,7-14 16,4-2-16,3-1 16,3 1-16,4-3 15,6 4 1,0 4-16,2 5 0,1 1 15,1-1 1,0 4-16,0 1 16,0 3-16,-1 5 15,1 4-15,-2 5 16,-2 1-16,-2 2 16,0 4-16,-3 2 15,0 5-15,-2 2 16,2 5-16,-3 1 15,-3 1 1,-3 1-16,-2-1 16,1 3-16,-2 1 15,-3-2-15,-3-3 16,-1-2-16,-4-4 16,-1-2-16,-2-2 15,-6-8 1,6 11-16,-6-11 15,0 0-15,5 9 16,-5-9-16,0 0 16,0 0-16,0 0 15,0 0-15,0 0 16,0 0-16,-17-3 16,-8-9-16,-6-5 15,-4-3-15,-2-2 16,-2 1-1,0 0-15,0 2 16,-2 1-16,-4 3 16,-1 4-16,-2 2 15,-1 4-15,-2 4 16,-2 5-16,0 4 16,-3 4-16,5 3 15,3 0-15,4 2 16,5 1-16,5-1 15,7 0 1,8-5-16,6-2 16,2-2-16,3-1 15,2-1-15,0 1 16,6-7-16</inkml:trace>
  <inkml:trace contextRef="#ctx0" brushRef="#br3" timeOffset="-96681.3">1679 2777 0,'0'0'0,"0"0"0,0 0 0,0 0 0,1 2 16,-1-2-16,0 0 15,0 0-15,0 0 16,0 0-16,0 0 16,0 0-16,0 0 15,0 0-15</inkml:trace>
  <inkml:trace contextRef="#ctx0" brushRef="#br3" timeOffset="-94626.83">1593 2696 0,'0'0'0,"0"0"16,0 0-16,0 0 16,0 0-16,0 0 15,0 0-15,0 0 16,0 0-1,0 0-15,0 2 16,0-2-16,8 14 16,-1-3-16,2 2 15,4 3-15,4 3 16,2-1-16,2 0 16,5-3-16,4-1 15,8-2-15,1-3 16,4-4-1,0-2-15,3-1 16,1-4-16,3-1 16,-3-1-16,-1-1 15,-2-4-15,-6 0 16,-2-1-16,-5 1 16,-4-3-16,-5 2 15,-5 1-15,-3 2 16,-3 0-16,-11 7 15,15-8 1,-15 8-16,0 0 16,9-6-16,-9 6 15,0 0-15,0 0 16,0 0-16,5-7 16,-5 7-16,0 0 15,0 0-15,-25 12 16,4 0-1,-4 1-15,-2 1 16,0 1-16,-2-1 16,-2 1-16,4-4 15,-3-2-15,-3-5 16,0 1-16,0-2 16,-1-2-16,3-1 15,2 0-15,-3-1 16,-3 0-16,3-1 15,-1-1 1,1 1-16,2 0 0,-1 0 16,1-1-1,3-2-15,3 1 16,4-1-16,3-2 16,0 0-16,2-2 15,4 1-15,2 1 16,2-1-16,7 8 15,-8-11 1,8 11-16,-4-8 16,4 8-16,5-7 15,-5 7-15,24-8 16,-2 9-16,5 4 16,1 4-16,3 3 15,-1 0-15,5 2 16,0 1-16,3 0 15,0-1 1,-2 1-16,1-2 16,3-2-16,-1-4 15,-1-3-15,-1-6 16,0-3-16,2-3 16,-1-2-16,1 0 15,-3-1-15,-3 1 16,-4 1-1,-4-2-15,-2-3 16,-2-2-16,-5 2 16,-3 0-16,-4 4 15,-1 0-15,-3-4 16,0 1-16,-2 2 16,-2 4-16,-1 7 15,0-10-15,-1 4 16,1 6-1,-9-9-15,-1 5 16,-6 5-16,-3 1 16,-5 2-16,-4 3 15,-1 0-15,-1 3 16,0 0-16,-2 0 16,1-1-16,-2 3 15,-1-2-15,0 0 16,1 0-16,1 0 15,0 0-15,1-1 16,-4 0 0,-4-3-16,7-2 15,0-1-15,4-3 16,-1 0-16,0-1 16,2-2-16,2-2 15,3 2-15,2-3 16,0 2-16,3-2 15,1 0 1,2 1-16,2 0 0,0-1 16,1 0-1,2 1-15,9 5 16,-12-6-16,12 6 16,0 0-16,0 0 15,-10-5-15,10 5 16,0 0-16,0 0 15,0 0-15,0 0 16,21 6 0,1 3-16,6 3 15,1 0-15,4 0 16,1 0-16,0-3 16,3 2-16,3-1 15,-5-2-15,3 2 16,-3-2-16,-4 0 15,1-1-15,3 0 16,-4 0 0,3 0-16,-1-2 15,0 0-15,-1-3 16,-1-2-16,-3-2 16,-2 0-16,0-2 15,-4 1-15,-3-1 16,-2-1-16,-2 0 15,-3 0-15,0 0 16,-12 5 0,16-8-16,-16 8 15,12-8-15,-12 8 16,0 0-16,0 0 16,9-7-16,-9 7 15,0 0-15,0 0 16,6-8-16,-6 8 15,0 0-15,0 0 16,0 0-16,0 0 16,0 0-1,0 0-15,1-6 16,-1 6-16,0 0 16,0 0-16,0 0 15,0 0-15,0 0 16,0 0-16,0 0 15,0 0-15,-7-6 16,7 6-16,0 0 16,0 0-1,5-7-15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1:30.17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3103 1581 0,'0'0'0,"0"0"0,0 0 0,0 0 0,0 0 15,0 0-15,0 0 16,0 0-16,0 0 15,0 1-15,0-1 16,0 0-16,-1 11 16,-2 7-16,-6 16 15,-9 10 1,-2 4-16,-2 3 16,1 3-16,-2 0 15,2 2-15,2 1 16,5 1-16,4 1 15,4-2-15,4-2 16,2-5-16,5-4 16,0-6-16,2-7 15,1-5 1,1-1-16,1-7 16,0-4-16,-1-5 15,0-4-15,2-3 16,7-9-16,9-12 15,8-11-15,4-15 16,-3-6-16,-4-1 16,-3-2-1,-4 2-15,-2 3 16,-3 2-16,-4 9 16,-2 6-16,-4 8 15,-1 5-15,-4 3 16,0 4-16,-3 3 15,-2 7-15,3-7 16,-3 7-16,0 0 16,10 5-16,3 8 15,2 12-15,0 9 16,-1 2 0,0 2-16,-1 2 15,0 0-15,0-3 16,-1 1-16,1-6 15,-1-4-15,1-7 16,0-5-16,-1-3 16,1-5-16,0-3 15,1-4 1,3-7-16,3-11 16,4-13-16,3-13 15,1-14-15,-2-6 16,-5-2-16,-2 0 15,-3 0-15,-3 4 16,-4 2-16,-3 8 16,-4 5-16,-2 10 15,-2 7 1,1 7-16,-2 3 16,1 7-16,0 3 15,2 9-15,-2-8 16,2 8-16,0 0 15,0 0-15</inkml:trace>
  <inkml:trace contextRef="#ctx0" brushRef="#br0" timeOffset="975.42">4298 2496 0,'0'-3'0,"0"-5"0,0 8 0,0-13 0,1-19 15,9-13 1,4-6-16,2-1 16,3-3-16,1-2 15,1-4-15,1-4 16,-1 0-16,-3 0 15,-4 2-15,-5-1 16,-4 3-16,-3 4 16,-3 8-16,-3 5 15,-1 3-15,-1 3 16,0 8 0,-1 7-16,2 4 15,-1 4-15,0 3 16,-2 4-16,-1 1 15,-4 3-15,-8 5 16,-11 6-16,-7 10 16,1 5-16,4 4 15,4 0-15,3 1 16,5-1-16,4-2 16,4-3-1,2-2-15,4-4 16,2-4-16,2-2 15,2-2-15,2-7 16,-2 9-16,2-9 16,0 0-16,0 6 15,0-6-15,11-7 16,10-10 0,9-13-16,0-5 15,-2-2-15,-3-1 16,-2 2-16,-1 2 15,-3 5-15,-4 5 16,-2 2-16,-2 6 16,-2 2-16,-2 3 15,0 3-15,0 2 16,-7 6-16,21-5 16,-3 6-1,6 7-15,4 5 16,2 2-16,2 5 15,1 4-15,0 2 16,3 3-16,-4 0 16,0 3-16,-1-2 15,-1-1-15,-1 0 16,0 1-16,1-2 16,-2 6-1</inkml:trace>
  <inkml:trace contextRef="#ctx0" brushRef="#br0" timeOffset="2308.9">5492 2166 0,'0'0'0,"0"0"0,0 0 15,0 0-15,9 0 16,10 0-16,17 0 16,14 0-16,7 0 15,7 0-15,6 0 16,2 0-16,-2 0 16,-3 0-1,-8 0-15,-6 0 16,-7 0-16,-7 0 15,-4 0-15,-2 0 16,-4 0-16,-3 0 16,-3 0-16,-4 0 15,-1 0-15,-4 0 16,-3 0-16,-11 0 16,16-2-16,-16 2 15,0 0-15,11-2 16,-11 2-1,0 0-15,0 0 16,0 0-16,0 0 16,0 0-16,0 0 15,0 0-15,3-8 16</inkml:trace>
  <inkml:trace contextRef="#ctx0" brushRef="#br0" timeOffset="2854.17">5477 2610 0,'0'0'0,"0"0"16,0 0-16,0 0 15,-2 1 1,2-1-16,0 0 15,0 0-15,9 7 16,9 1-16,13 0 16,8-5-16,8-2 15,8-3-15,8-5 16,5-2-16,2-1 16,8-4-16,1 1 15,-3 0 1,-2 1-16,-5 0 15,-5 2-15,-6 0 16,-2 1-16,-4 1 16,-5 2-16,-6 1 15,-7 3-15,-9 2 16,-5 0-16,-6 2 16,-4-2-16,-10 0 15</inkml:trace>
  <inkml:trace contextRef="#ctx0" brushRef="#br0" timeOffset="4157.67">7387 1670 0,'0'0'0,"0"0"16,1 2-16,0 7 16,0 14-16,-1 23 15,-1 16 1,-2 3-16,-1 6 15,2 7-15,-2-2 16,0 7-16,2-8 16,-2-6-16,1-6 15,0-14-15,-1-5 16,0-10-16,0-10 16,1-8-16,1-6 15,2-10-15,0 0 16,0 0-1,-19-29-15,14-25 16</inkml:trace>
  <inkml:trace contextRef="#ctx0" brushRef="#br0" timeOffset="4513.16">7053 1687 0,'0'0'0,"0"0"0,0 0 16,0 0-16,7 0 15,13-3-15,25-3 16,16 0 0,7-3-16,6-1 15,-1-1-15,-3 1 16,-5 1-16,-12 0 16,-7 3-16,-8 0 15,-10 2-15,-4 2 16,-2 1-1,-5 2-15,-3 3 16,-5 7-16</inkml:trace>
  <inkml:trace contextRef="#ctx0" brushRef="#br0" timeOffset="5480.56">7894 2177 0,'0'0'0,"0"0"0,-1 3 16,-2 6-16,-5 12 15,-4 10-15,-2 7 16,0 2-1,3-3-15,3-1 16,4-1-16,4-3 16,4-1-16,4-4 15,4-5-15,3-3 16,3-6-16,4-7 16,7-5-16,4-6 15,1-10-15,-2-4 16,0-5-16,-1-8 15,-3 0 1,-6-4-16,-6-2 16,-9 0-16,-4 1 15,-7 4-15,-4 3 16,-6 2-16,-5 2 16,-7 2-16,-4 4 15,-4 4-15,-2 4 16,2 4-16,7 5 15,6 0-15,9 2 16,12 1 0,-12 0-16,12 0 15,0 0-15,8-9 16,25-11-16,20-1 16,1 8-16,-2 3 15,-3 4-15,-3 5 16,-8 3-16,-6 4 15,-4 7-15,-4 3 16,-4 6 0,-5 3-16,-4 2 15,-4 6-15,-2 4 16,-2 1-16,-2-2 16,1-2-16,-1-4 15,1-5-15,3-5 16,5-4-16,3-3 15,4-4-15,4-4 16,3-5 0,2-7-16,0-6 15,-3-4-15,-4-6 16,-5-3-16,-5-2 16,-5-4-16,-5 0 15,-6 0-15,-5 0 16,-7 2-16,-6 4 15,-5 3-15,-3 7 16,-1 3 0,2 2-16,5 5 15,7 2-15,6 1 16,14 3-16,-15-3 16,15 3-16,0 0 15</inkml:trace>
  <inkml:trace contextRef="#ctx0" brushRef="#br0" timeOffset="6593.3">9238 1664 0,'0'0'0,"0"0"0,0 0 16,4-2-16,20-5 16,36-10-16,27 1 15,1 1-15,4 3 16,-3 2-16,-8 3 15,-12 2-15,-14 1 16,-13 2 0,-12 1-16,-12 0 15,-8 1-15,-10 0 16,0 0-16,-13 6 16,-42 15-16,-11 0 15,8-4-15,15-5 16,16-4-16,11-4 15,6-1-15,10-3 16,-10 3-16,10-3 16,0 0-16,-9 7 15,7 1 1,1 7-16,1 7 16,1 6-16,0 5 15,3 3-15,-1 5 16,0 1-16,0 1 15,-1 3-15,0 2 16,-2 2-16,-1 1 16,-1-2-16,1 0 15,0-2 1,0-3-16,1-5 16,0-7-16</inkml:trace>
  <inkml:trace contextRef="#ctx0" brushRef="#br0" timeOffset="7070.77">9860 1987 0,'0'0'0,"0"0"0,0 0 15,4 0-15,11 3 16,14 3-16,8 4 16,1 8-1,0 5-15,-3 7 0,0 4 16,-7 2 0,-6 3-16,-6-1 15,-7-3-15,-7 1 16,-5-4-16,-7-1 15,-2-7-15,-3-4 16,-1-3-16,-2-3 16,2-8-16,1-3 15,2-6 1,4-5-16,0-8 16,6-11-16,5-13 15,12-13-15,7 0 16,7-5-16,5 5 15,-3 9-15,-4 8 16,-4 6-16,-3 6 16,-1 5-16,-3 1 15,-1 3 1</inkml:trace>
  <inkml:trace contextRef="#ctx0" brushRef="#br0" timeOffset="7692.32">10576 1991 0,'0'0'0,"0"0"15,-1-1-15,1 1 16,0 0-16,0 0 16,0 0-16,0 0 15,-17-2-15,2 8 16,-7 9 0,1 8-16,1 6 15,2 2-15,3 3 16,3 2-16,4 1 15,6 2-15,2 1 16,6-5-16,0-7 16,2-7-16,1-5 15,-1-7-15,-8-9 16,20 3 0,-4-12-16,2-9 15,-1-10-15,-3-4 16,-3-1-16,-4 0 15,-4 2-15,-2 1 16,-1 3-16,0 7 16,0 5-16,-1 5 15,0 4-15,1 6 16,0-7 0,0 7-16,0 0 15,0 0-15,0 0 16,-8 11-16,7 9 15,5 9-15,3 2 16,3 2-16,6-1 16,3-3-16,0-2 15,1-3-15</inkml:trace>
  <inkml:trace contextRef="#ctx0" brushRef="#br0" timeOffset="8016.82">10859 1952 0,'0'0'0,"0"0"15,0 0-15,0 0 16,0 0-16,0 4 15,0 4-15,0 11 16,0 10-16,1 7 16,0-1-16,-1 4 15,1 1-15,1 0 16,-2-5-16,1-4 16,2-5-1,0-5-15,0-5 16,-1-3-16,-1-4 15,-1-9-15,2 8 16,-2-8-16</inkml:trace>
  <inkml:trace contextRef="#ctx0" brushRef="#br0" timeOffset="8200.67">10747 1775 0,'0'0'0,"0"0"0,0 0 15,0 0-15,0 0 16,0 0 0,0 0-16</inkml:trace>
  <inkml:trace contextRef="#ctx0" brushRef="#br0" timeOffset="8903.64">11117 1965 0,'0'0'0,"0"0"0,0 0 16,1 2-16,3 7 16,4 9-16,4 12 15,3 7-15,0 4 16,-2 3-16,-3 1 16,-1 1-1,-3-2-15,-1-4 16,-1-10-16,-1-7 15,-1-5-15,0-6 16,-2-4-16,0-8 16,2 9-16,-2-9 15,0 0 1,0 0-16,0 0 16,-8-10-16,2-12 15,4-12-15,2-8 16,4-4-16,4 0 15,1 4-15,4 2 16,0 5-16,-1 6 16,-1 7-16,-4 5 15,-2 7-15,-2 2 16,-3 8-16,6-8 16,-6 8-1,0 0-15,15 8 16,-4 11-16,1 14 15,-2 9-15,-3 8 16,-2-4-16,-2 5 16,-1 0-16,0-5 15,0-4-15,0-11 16,2 1 0,1-5-16,2-4 15,2-3-15,-3-7 16,2-4-16,1-7 15</inkml:trace>
  <inkml:trace contextRef="#ctx0" brushRef="#br0" timeOffset="9173.44">11626 2038 0,'0'0'0,"0"1"16,0-1-16,0 0 15,2 14-15,0-2 16,3 10-16,0 5 16,2 4-1,0 0-15,-1 0 16,1-1-16,-1 5 15,-5-2-15,-2-4 16,0-7-16,-1-7 16,1-3-16,0-5 15,1-7-15</inkml:trace>
  <inkml:trace contextRef="#ctx0" brushRef="#br0" timeOffset="9400.54">11559 1715 0,'0'0'0,"0"0"0,0 0 0,0 0 15,0 0-15,0 0 16</inkml:trace>
  <inkml:trace contextRef="#ctx0" brushRef="#br0" timeOffset="10835.07">11801 1921 0,'0'0'0,"0"0"0,0 0 0,3 5 16,8 8-1,8 13-15,-1 10 16,-2 10-16,-4 3 15,-3 1-15,-2 0 16,-5-2-16,-2-4 16,-3-1-16,-3-8 15,-1-6-15,2-3 16,1-9-16,1-3 16,1-4-16,0-4 15,2-6 1,0 0-16,0 0 15,0 0-15,0 0 16,-4-25-16,9-11 16,3-12-16,2-1 15,2 1-15,5-1 16,1 2-16,3 2 16,0 9-16,-2 6 15,-1 8-15,-3 7 16,-2 3-1,-1 4-15,-1 4 16,0 4-16,3 5 16,0 12-16,0 13 15,-1 12-15,-5 11 16,-3 3-16,-1 1 16,0-3-16,6 9 31,17-21-16,1-8-15,-1-6 16,1-19-16,-4-11 16,10-20-16,10-24 15,-6 8-15,1-4 16,1-2-16,-10 11 16,2-5-16,-9 5 15,0 2 1,-3 3-16,-7 6 15,-3 7-15,-3 1 16,-2 4-16,-5 10 16,5-8-16,-5 8 15,0 0-15,-1-7 16,-12 4-16,-7 2 16,-4 6-1,-2 6-15,1 4 16,2 3-16,4 2 15,3-1-15,5-1 16,4 0-16,1 1 16,5-2-16,1-4 15,5 3-15,5-3 16,4 1-16,3-3 16,4-7-16,3-7 15,2-3-15,-2-5 16,-2-2-1,-5-2-15,-2 0 16,-1 0-16,-3 3 16,-4 3-16,-2 2 15,-5 7-15,7-6 16,-7 6-16,0 0 16,0 0-16,1 10 15,0 12-15,1 17 16,-2 17-1,-4 2-15,-5 22 16,0 3-16,-1-8 16,0-4-16,-4 16 31,-2 13-31,-1 5 16,-1-18-16,6-44 15,-7-11 1,0-11-16,1-6 15,5-5-15,-4-1 16,-7-2-16,-5-2 16,-4-4-16,6-5 15,1-10-15,5-7 16,11-11-16,9-10 16,6-9-16,8-5 15,3-3-15,10-3 16,11-1-1,1 1-15,1 6 16,-4 7-16,-3 7 16,1 0-16,-5 9 15,-4 8-15,-7 5 16,-5 8-16,-2 2 16</inkml:trace>
  <inkml:trace contextRef="#ctx0" brushRef="#br0" timeOffset="11863.28">13632 2117 0,'0'0'0,"0"-3"0,0 3 0,-2-18 16,-5-1-16,-4 0 15,-5 1 1,-8 2-16,-8 3 16,-3 4-16,-8 5 15,6 4-15,-3 5 16,1 6-16,3 4 16,1 11-16,1 7 15,2 4 1,4 5-16,2 3 15,6 5-15,7 2 16,5-3-16,3-2 16,4 2-16,7-2 15,5-7-15,25 2 32,10-14-32,8-10 15,5-22-15,-18-17 16,-2-4-16,0-4 15,-8-2 1,-2-4-16,-1-23 16,-8 0-16,-2-2 15,-4-10-15,-5 6 16,-3 1-16,-6 2 16,-1 5-16,-3-4 15,-1 8-15,1 3 16,-4-2-16,1 12 15,0 9 1,-1 6-16,1 4 16,-1 1-16,-2-5 15,1 2-15,2 6 16,3 0-16,1 10 16,3 6-16,0 0 15,0 0-15,0 0 16,0 0-16,-4 9 15,2 13 1,0 17-16,1 10 16,0 1-16,1 10 15,-1 4-15,0 3 16,0-7-16,4 3 16,4-1-16,0-3 15,1 5-15,-2-6 16,2-3-16,0-14 15,3 0 1,4 1-16,7 4 16,4 2-16,-1-20 15,1-4-15,2-18 16,2-10-16,13 4 16,9-7-16,-8 3 15,12 7-15,-9-3 16,-4-6-16</inkml:trace>
  <inkml:trace contextRef="#ctx0" brushRef="#br0" timeOffset="12920.71">14192 2208 0,'2'-1'0,"-2"1"0,0 0 16,7-10-16,-7 10 16,-8-11-16,-6 0 15,-10 0-15,-9 7 16,-7 2-16,8 7 15,1 4 1,2 6-16,2 4 16,4 5-16,3-2 15,8-5-15,3-2 16,4 4-16,8 14 16,1-6-16,5-4 15,6-6-15,0-7 16,3-2-16,2-4 15,5-6 1,0-3-16,1-9 16,0-5-16,-7-10 15,0 2-15,-4-2 16,-6-2-16,-1 4 16,-2 0-16,-2 1 15,0 4-15,-2 4 16,-1 6-16,-2 4 15,1 8-15,-3-9 16,3 9-16,0 0 16,-13 12-1,3 12-15,-4 10 16,13 33 0,12 3-1,19 5-15,10-13 16,-14-33-16,6 0 15,-4-7 1,6-8-16,5-10 16,-3-12-16,-2-12 15,-6 0-15,-5-4 16,-1-3-16,1-11 16,0-8-16,-4-4 15,-5 4-15,-3-5 16,-4 2-16,-3 3 15,-1 3 1,-2 9-16,-1 3 16,0 4-16,-1 4 15,0 4-15,-1 3 16,1 5-16,1 1 16,0 10-16,-1-8 15,1 8-15,0 0 16,0 0-16,0 0 15,-8 8-15,2 13 16,2 14-16,5 11 16,2 4-1,3 2-15,2-1 16,3-4-16,5 1 16,-1-7-16,0-5 15,-1-8-15,0-6 16,5-4-16,3-5 15,0-5-15,-3-7 16,-7-4-16,-6-9 16,-3-5-1,-4-6-15</inkml:trace>
  <inkml:trace contextRef="#ctx0" brushRef="#br0" timeOffset="13741.99">14488 2236 0,'0'0'0,"0"0"16,0 0-16,0 0 15,0 0-15,0 0 16,4-1-16,7 0 16,10-3-16,10-1 15,1 1-15,6 1 16,1 0-16,1-1 15,3 1 1,-4 0-16,-3 1 0,-6-2 16,-5 0-1,-2-1-15,-3-1 16,-3 1-16,-3-1 16,-3 0-16,-11 6 15,13-12-15,-8 4 16,-3-1-16,-2 0 15,-1-1-15,-5 1 16,-2 1 0,-6 0-16,-2 6 15,-4 1-15,-5 6 16,0 4-16,2 5 16,1 4-16,2 3 15,4 0-15,3 5 16,5-1-16,3 0 15,4-4-15,4-5 16,1-1 0,5-1-16,1-1 15,2-2-15,0-5 16,1-5-16,1-2 16,1-5-16,2-5 15,3-4-15,1-5 16,-3 0-16,0-1 15,-4 3-15,-2 1 16,-2 2 0,-3 4-16,-2 3 15,-5 8-15,5-9 16,-5 9-16,0 0 16,0 0-16,0 0 15,3 23-15,0 6 16,1 9-16,5 2 15,4-1-15,29 4 32,11-11-17,10-5-15,-4-9 16,-20-16-16,-4-4 16,-10-3-16,-6-2 15,-9 1-15,-5-1 16</inkml:trace>
  <inkml:trace contextRef="#ctx0" brushRef="#br0" timeOffset="14967.42">8876 2859 0,'0'0'0,"0"0"0,0 0 15,0-2-15,0 2 16,0 0-16,21-3 15,19 2-15,22 1 16,12 2 0,14-1-16,8 0 0,9 0 15,2 1 1,7-4-16,4 1 16,3-3-16,15 1 15,-3-1-15,4 1 16,5 0-16,1 1 15,11 0-15,0-1 16,0 1-16,0-1 16,4 1-16,11-1 15,-6 4 1,0 1-16,-4-1 16,6 1-16,-2 0 15,3-1-15,-15 1 16,1 0-16,0 1 15,-1 0-15,-2 4 16,-4 0-16,-3 6 16,-9-2-16,-5-1 15,-1 0-15,-15-5 16,3-4 0,-14 0-16,-5 0 15,4 0-15,-10 0 16,-1-1-16,-6 1 15,-6 0-15,-7 3 16,-10 0-16,-10 0 16,-10 0-16,-10 0 15,-8-2-15,-8-1 16,-14-1 0,13 3-16,-13-3 15,0 0-15</inkml:trace>
  <inkml:trace contextRef="#ctx0" brushRef="#br0" timeOffset="22782.85">6444 3490 0,'0'0'0,"0"0"0,0 0 0,-1-2 0,1 2 15,-14-10-15,3 4 16,0 0-16,-2-1 16,-4-1-16,-2 3 15,-4 0 1,-3 1-16,-3 2 16,2 2-16,3 4 15,0 2-15,3 4 16,-2 2-16,3 4 15,-3 6-15,2 6 16,0 4-16,4 1 16,6 6-16,3 4 15,8 6 1,10 3-16,5-3 16,8-2-16,2-6 15,8 1-15,2-5 16,0-10-16,5-8 15,1-8-15,4-5 16,0-4-16,-3-6 16,-2-6-16,-1-7 15,1-7-15,-3-2 16,-5-3 0,-3 1-16,-3-5 15,-3-4-15,-4-4 16,-6-4-16,-9 7 15,-5 3-15,-7 1 16,-4-1-16,-6-1 16,-7 1-16,1 6 15,0 5 1,0 2-16,2 6 16,1 3-16,1 1 15,4 3-15,2 3 16,14 6-16,-15-8 15,15 8-15,-16-1 16,1 8-16,-1 9 16,0 2-16</inkml:trace>
  <inkml:trace contextRef="#ctx0" brushRef="#br0" timeOffset="23342.89">6723 3492 0,'0'0'0,"0"0"0,0 0 16,3-2-16,-3 2 15,0 0-15,19 3 16,-4 6-16,5 6 15,4 9-15,-2 3 16,2 4-16,-1 2 16,0 3-16,2 1 15,0 5 1,-1-1-16,-2-5 16,-4-6-16,-4-7 15,-2-4-15,-2-1 16,1-1-16,-3-3 15,1-4-15,-9-10 16,6 7-16,-6-7 16,0 0-16,12-8 15,4-9-15,3-12 16,2-12 0,-1-6-16,-2-2 15,-2 1-15,-2 1 16,-4 5-16,-1 4 15,-4 8-15,0 7 16,-2 4-16,0 7 16,-2 3-16,1 2 15,-2 7-15,7-10 16,-7 10 0,17 0-16</inkml:trace>
  <inkml:trace contextRef="#ctx0" brushRef="#br0" timeOffset="23890.46">7368 3862 0,'0'0'0,"3"0"0,-3 0 0,0 0 0,13 0 16,1 0-16,6-1 16,9-3-16,5-3 15,3-1-15,-2 1 16,-4-4-16,-2-3 16,-1-3-1,0-2-15,-1-4 16,-2-1-16,-6-8 15,-8 5-15,-5 1 16,-6-2-16,-2 3 16,-5 0-16,-3 2 15,-5 6-15,-2 4 16,1 4-16,-1 5 16,-1 4-1,-2 5-15,-2 9 16,0 4-16,1 10 15,3 4-15,2 4 16,3 4-16,6-3 16,3 4-16,5-3 15,7-2-15,5-4 16,2-10 0,4-4-16,3-2 15,14-1-15,6-4 16,3-6-16,-4-7 15,-5-2-15,1-2 16,-4-1-16</inkml:trace>
  <inkml:trace contextRef="#ctx0" brushRef="#br0" timeOffset="24419.6">7980 3546 0,'0'0'0,"0"0"16,0 0-16,0 0 16,-1-2-16,1 2 15,0 0-15,0 0 16,0 0-16,13 9 16,2 2-1,9 8-15,1 6 16,-1 2-16,0 1 15,-1 4-15,5 24 32,-3 10-32,1-4 15,-7-17-15,-9-24 16,-3-8-16,-7-13 16,4 7-1,-4-7-15,-15 9 16,2-4-16,-2-3 15,-6-7-15,-5-2 16,4-4-16,3-5 16,9-3-16,9-8 15,8-7-15,11-9 16,6-8-16,8-8 16,2 5-16,2 1 15,-4 7 1,-8 13-16,-6 9 15,-6 8-15,-5 7 16,-3 2-16,-4 7 16</inkml:trace>
  <inkml:trace contextRef="#ctx0" brushRef="#br0" timeOffset="24998.38">8943 3414 0,'1'-2'0,"-1"2"16,4-12-16,1-5 15,0-1-15,-1-1 16,0-1-16,-2 3 16,-2-1-1,-4-2-15,-3-1 16,-3 1-16,0 3 15,0 3-15,1 2 16,1 2-16,1 3 16,0 0-16,7 7 15,-14-8-15,4 8 16,-2 6-16,-4 7 16,-1 7-16,-3 9 15,1 10 1,3 6-16,5 5 15,0 5-15,4 9 16,5 0-16,3 38 31,7 2-31,0-8 16,0-1-16,-1-34 16,-1 3-16,1 0 15,-1-8 1,0-4-16,-2-4 15,-4-6-15</inkml:trace>
  <inkml:trace contextRef="#ctx0" brushRef="#br0" timeOffset="25173.85">8511 4336 0,'0'0'0,"2"-7"0,0-3 16,2-15-16,2-6 15,-1 4-15</inkml:trace>
  <inkml:trace contextRef="#ctx0" brushRef="#br0" timeOffset="25690.43">8691 3778 0,'0'0'0,"0"0"0,0 0 16,0-2-16,0 2 15,0 0-15,5-7 16,7-3-1,18-4-15,10 3 16,4 3-16,-1 5 16,-4 0-16,1 3 15,-6 0-15</inkml:trace>
  <inkml:trace contextRef="#ctx0" brushRef="#br0" timeOffset="25981.46">9335 3757 0,'0'0'0,"0"0"15,0 0-15,0 0 16,0 0-16,0 6 16,-1 9-16,-3 11 15,2 2-15,-1 2 16,-1 9-16,0 3 16,1 1-16,-1-7 15</inkml:trace>
  <inkml:trace contextRef="#ctx0" brushRef="#br0" timeOffset="26194.41">9342 3457 0,'0'0'0,"0"0"0,7 0 15,9 0-15,14-1 16</inkml:trace>
  <inkml:trace contextRef="#ctx0" brushRef="#br0" timeOffset="26536.08">9779 3344 0,'0'0'0,"0"0"0,0 0 15,0 0-15,3 5 16,1 7-1,3 11-15,1 8 16,-3 7-16,-4 8 16,-2 6-16,-3 4 15,-4 6-15,0-5 16,0 0-16,2-12 16,0-3-16,3 2 15,11 6 1,3-2-1,0-14 1,-2-12-16,-5-12 16</inkml:trace>
  <inkml:trace contextRef="#ctx0" brushRef="#br0" timeOffset="26745.93">9605 3784 0,'0'0'0,"0"0"15,4-3-15,-4 3 16,31-13-16,9 3 16,14 3-16,2 4 15,2 2 1,-4 3-16,-2 0 0,-7-2 15</inkml:trace>
  <inkml:trace contextRef="#ctx0" brushRef="#br0" timeOffset="27069.47">10198 3432 0,'0'0'0,"0"0"16,0 0-16,0 0 15,0 5-15,0 7 16,0 15-16,0 15 16,0 11-16,0 5 15,0 2-15,0 3 16,0 1-16,0-6 15,1-9-15,3-9 16,0-6 15,-1-18-31,-3-16 16</inkml:trace>
  <inkml:trace contextRef="#ctx0" brushRef="#br0" timeOffset="27415.57">10022 3771 0,'0'0'0,"-1"-3"0,1 3 0,0 0 16,0 0-16,-4-7 15,4 7-15,0 0 16,15-8-16,16-1 16,18-1-16,3 1 15,1-1-15,2 0 16,-2 0-16,-3 1 15,-10 0 1,-9 1-16,-4 1 16,-6 0-16,-2 0 15,-4 2-15,-3 2 16,-2 1-16,1 6 16,3 5-16,-1 4 15,3 12-15,-3 9 16,-1 1-16,-4-3 15,-3-7-15,-1-2 16,0-4 0</inkml:trace>
  <inkml:trace contextRef="#ctx0" brushRef="#br0" timeOffset="27654.43">10560 3471 0,'0'0'0,"0"0"0,0 0 16,0 0-16,0 0 15,0 0-15,0 0 16,1 1-16,-1-1 15,3 6 1</inkml:trace>
  <inkml:trace contextRef="#ctx0" brushRef="#br0" timeOffset="28710.47">10719 3551 0,'0'0'0,"0"0"0,4 2 16,5 5-16,10 10 16,4 9-1,0 6-15,-2 8 16,-3 4-16,-4 1 16,-3-1-16,-3-10 15,0 1-15,-1-4 16,1-5-16,1-3 15,0-8-15,0-7 16,1-5 0,6-10-16,4-7 15,2-5-15,0-6 16,-3-3-16,-1-1 16,-1-3-16,-1 2 15,-4 7-15,-3 6 16,-3 4-16,1 3 15,1 2 1,-8 8-16,20-3 16,-4 13-16,2 5 15,2 5-15,-1 6 16,0-2-16,0 1 16,1-1-16,10-4 15,9-3-15,-2-7 16,5-7-16,-4-3 15,1-4 1,-4-7-16,-5-2 0,-7-6 16,-6-5-1,-4-5-15,-5-3 16,-5 3-16,-3 7 16,-2 9-16,0 2 15,-1 3-15,1 2 16,2 6-16,-12-6 15,0 10-15,-3 7 16,-2 7 0,3 6-16,2-3 15,6-3-15,5-2 16,5-2-16,7-3 16,1-2-16,2-5 15,0-1-15,0-5 16,-1-1-16,-2-1 15,-11 4-15,16-9 16,-16 9 0,0 0-16,13-6 15,-13 6-15,22 11 16,-8 3-16,2 8 16,2 12-16,-2 8 15,-1 8-15,-4 7 16,-1 7-16,0 5 15,-6 6-15,-8 0 16,-25 15 15,4-17-31,1-21 16,3-22-16,10-19 16,-2-10-16,-6-13 15,-9-20-15,-6-13 16,7-1-16,9 2 15,6 1-15,4-1 16,6 2-16,4 0 16,7 1-16,7 1 15,7 0 1,7-3-16,9-8 16</inkml:trace>
  <inkml:trace contextRef="#ctx0" brushRef="#br0" timeOffset="28900.66">12094 3828 0,'0'0'0,"0"0"16,0 0-16,2-2 15,-2 2-15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4:12.90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4202 4119 0,'0'0'0,"0"0"0,0 0 15,0 0-15,0 0 16,0 0-16,7 3 15,6 1 1,9 1-16,6 2 16,9-1-16,9-1 15,5-2-15,5-3 16,6-1-16,6-1 16,0 1-16,7-2 15,-6 3-15</inkml:trace>
  <inkml:trace contextRef="#ctx0" brushRef="#br0" timeOffset="3162.08">11322 4147 0,'0'0'0,"0"0"0,3-2 15,-3 2-15,18-4 16,-6 1-16,0 0 16,-1 0-16,1 1 15,-1-2 1,5 1-16,1-3 16,9-1-16,8-3 15,5 1-15,1 3 16,2 1-16,5 2 15,3 0-15,3 1 16,5 1-16,0 1 16,-2 0-16,2 1 15,-5-1-15,-2 0 16,-2 1 0,-3 0-16,0-1 15,-2 0-15,-2 0 16,-4 0-16,5 0 15,5 0-15,10-3 16</inkml:trace>
  <inkml:trace contextRef="#ctx0" brushRef="#br0" timeOffset="5811.62">10195 1488 0,'0'0'0,"0"0"0,-2 0 0,2 0 16,-13-2-16,1 0 15,-2 2 1,-5 4-16,-1 2 15,-3 5-15,1 3 16,-2 4-16,0 4 16,-1 6-16,-2 8 15,2 1-15,2 4 16,2-1 0,1 2-16,2 3 15,1 3-15,2-1 16,4-1-16,1 2 15,2 1-15,2 1 16,3-2-16,0 1 16,0-3-16,2-1 15,1-3-15,3-7 16,5-1-16,5-5 16,10-2-16,11-5 15,11-6 1,11-9-16,11-10 15,7-7-15,4-9 16,7-2-16,-3-4 16,-5-4-16</inkml:trace>
  <inkml:trace contextRef="#ctx0" brushRef="#br0" timeOffset="6387.17">10795 1607 0,'0'0'0,"0"0"0,0 0 0,0 0 0,0 0 15,0-2-15,0 2 16,0 0-16,19-11 16,11-1-16,10 1 15,-1 1 1,1 3-16,0 2 15,-3 4-15,-4 4 16,-3 0-16,-6 2 16,-4 2-16,-2 3 15,-1 4-15,0 7 16,-2 6-16,-1 7 16,-4 3-16,-1 9 15,-2 2-15,-2 4 16,3 7-1,-3-2-15,2 4 16,0 0-16,0-1 16,5-2-16,1-6 15,-1-8-15,-3-8 16,-3-11-16,-2-8 16,-6-2-16,-7-5 15,-10-1-15,-16-1 16,-20-5-1,-12-4-15</inkml:trace>
  <inkml:trace contextRef="#ctx0" brushRef="#br0" timeOffset="10849.85">5902 2385 0,'0'0'0,"0"0"0,0 0 15,0 0-15,0 2 16,0-2-16,9 13 16,2 1-16,6 3 15,5 1-15,5 0 16,3-2-16,4 0 15,2-4-15,5-4 16,4-3-16,-3-5 16,1-3-16,-6-2 15,-3-2 1,0-1-16,-3 0 16,-4-1-16,-4 1 15,-2 1-15,-4 2 16,-2-1-16,-5 3 15,-10 3-15,11-4 16,-11 4-16,0 0 16,0 0-16,10-3 15,-10 3 1,0 0-16,0 0 16,-17 0-16,-2 0 15,-4 0-15,-3 0 16,-1 0-16,-2 0 15,0 0-15,-1 0 16,0-1-16,0-1 16,1-1-1,2 0-15,3-2 16,0 0-16,1 0 16,2 0-16,2 1 15,2 1-15,6 0 16,11 3-16,-15-2 15,15 2-15,0 0 16,-11-3-16,11 3 16,0 0-16,0 0 15,9 7 1,6 0-16,11 2 16</inkml:trace>
  <inkml:trace contextRef="#ctx0" brushRef="#br0" timeOffset="11296.55">5998 1726 0,'-1'-2'0,"1"2"0,-1-9 16,-1-2-16,5-5 15,11-6 1,7-6-16,15-2 16,5 2-16,1 4 15,2 3-15,-5 6 16,-3 4-16,0 5 15,-6 4-15,-6 2 16,-4 1-16,-3 1 16,0 2-16</inkml:trace>
  <inkml:trace contextRef="#ctx0" brushRef="#br0" timeOffset="18921.93">5012 5215 0,'0'0'0,"0"0"0,0 0 0,0 0 16,3 0-16,-3 0 15,0 0-15,17 2 16,-6-1-16,3 0 15,4 1-15,1-1 16,3 1-16,2 0 16,6-1-16,4 1 15,1-1 1,1-1-16,-2-1 16,0-2-16,-1 0 15,-1-1-15,-1 1 16,0 0-16,0 0 15,-2-1-15,-1 2 16,-3-1-16,1 0 16,0 1-16,1 0 15,0-1-15,-1 1 16,-3 0 0,-2 0-16,-2-1 15,-3 1-15,0-1 16,-2 1-16,2 0 15,-1-1-15,-1 0 16</inkml:trace>
  <inkml:trace contextRef="#ctx0" brushRef="#br0" timeOffset="27254.34">6904 1517 0,'0'0'0,"0"0"0,0 0 0,0 2 15,0-2-15,2 18 16,2 7-16,-1 10 15,1 9-15,0 3 16,-1 0-16,1 1 16,0 0-16,0-1 15,-1-4-15,0-8 16,2-5 0,0-7-16,1-3 15,-1-6-15,3-2 16</inkml:trace>
  <inkml:trace contextRef="#ctx0" brushRef="#br0" timeOffset="27539.71">7220 1451 0,'0'0'0,"0"0"0,0 0 0,0 1 0,2 6 15,2 16-15,4 17 16,3 11-16,5 8 15,3 0-15,3 2 16,-1-1-16,-2-5 16</inkml:trace>
  <inkml:trace contextRef="#ctx0" brushRef="#br0" timeOffset="29286.67">7509 1662 0,'0'0'0,"0"0"0,0 0 15,0 0-15,0 0 16,0 0-16,0 0 16,6-4-16,8-6 15,16-5-15,9-1 16,4 1-16,4 3 16,0 0-16,-1 3 15,-4 2 1,-6 1-16,-6 1 15,-6 1-15,-1 0 16,-6 2-16,-3 0 16,-14 2-16,15-2 15,-15 2-15,0 0 16,0 0-16,12-4 16,-12 4-16,0 0 15,0 0 1,0 0-16,0 0 15,-9-9-15,0 2 16,0 0-16,-2 0 16,1-1-16,0 1 15,10 7-15,-12-7 16,12 7-16,0 0 16,0 0-16,0 0 15,-9-7 1,9 7-16,0 0 15,0 0-15,18-1 16,4 3-16,4 3 16,-2 3-16,-1 5 15,-4 2-15,-5-2 16,-6 2-16,-3 1 16,-7 4-16,-5 5 15,-4 2-15,-5-2 16,0-2-1,6-7-15,4-8 16</inkml:trace>
  <inkml:trace contextRef="#ctx0" brushRef="#br0" timeOffset="31481.73">8570 2174 0,'0'-2'0,"-1"-6"0,-1-3 16,-2-13-16,0-5 15,-1 0-15,1 2 16,-1-2-16,0-5 16,0 0-16,1-5 15,2 0 1,1 3-16,1-1 0,0-3 15,0 0-15,0 3 16,0 5-16,0 3 16,0 2-1,0 2-15,0 0 16,0 1-16,1-1 16</inkml:trace>
  <inkml:trace contextRef="#ctx0" brushRef="#br0" timeOffset="44971.81">1507 5386 0,'0'0'0,"-1"-1"0,1 1 0,-10-10 16,2 3-16,0 0 15,-1-4-15,0 2 16,1-1-16,0 2 16,1 1-16,-1 0 15,8 7-15,-17-11 16,7 8-1,10 3-15,-16-4 16,16 4-16,-10-1 16,10 1-16,-11 10 15,0 7-15,-4 13 16,0 9-16,0 4 16,3 2-16,1 5 15,2 1-15,0 1 16,3-1-1,-1-4-15,1 0 16,1 2-16,1-2 16,0-4-16,1-4 15,0 1-15,0 1 16,2-3-16,1-3 16,0-5-16,1-2 15,0 1-15,1 0 16,2 0-1,1-2-15,0-4 16,3-5-16,7-4 16,7-8-16,12-10 15,18-21-15,10-18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6:17.49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3843 5510 0,'0'0'0,"-4"3"0,4-3 0,-14 17 16,-1 2-16,-2 4 16,0 5-16,0 0 15,7 0-15,4-1 16,6 1-16,1 1 15,1-3-15,2 3 16,2-1-16,4 1 16,3-4-1,1-3-15,3-8 16,11 0-16,6-1 16,1-3-16,-3-4 15,-6-2-15,5-7 16,4-1-16,1-2 15,-1-1-15,-4-1 16,-6 1-16,-2-3 16,2-2-16,0-2 15,2-1-15,-1-1 16,-5 3 0,-4 2-16,-3 0 15,-3 0-15,-1 1 16,-2-1-16,0-1 15,0-4-15,-1-5 16,-1-6-16,1-5 16,-4 5-16,-1 3 15,-2 1-15,0 1 16,0-4 0,-3-5-16,1 0 15,-2 0-15,0 1 16,0 3-16,-1 1 15,-1-1-15,0 0 16,-4-2-16,-1 1 16,-5 3-1,-6 2-15,-2 4 16,4 1-16,1 6 16,0 3-16,0 3 15,-6 4-15,-7 2 16,-4 3-16,-1 3 15,-2 5-15,-1 9 16,-1 6-16,-3 4 16,7 1-1,0 3-15,2 3 16,2 2-16,1 5 16,5-1-16</inkml:trace>
  <inkml:trace contextRef="#ctx0" brushRef="#br0" timeOffset="3915.65">4920 6558 0,'0'0'0,"0"0"0,-5-2 0,5 2 16,-18-10-16,5 3 16,0 2-16,-2 3 15,-2 2-15,0 1 16,0 1-16,-1 2 16,-3 2-16,-7 3 15,-3 6-15,-3 1 16,4 2-1,6 6-15,0 5 16,4 3-16,2 0 16,7-5-16,0 4 15,4 6-15,6 3 16,2 1-16,7-5 16,4-4-1,4-2-15,8-1 16,9 2-16,3-5 15,-2-5-15,-2-4 16,0-4-16,6-4 16,3-3-16,-2-6 15,-5-3-15,-3-3 16,1-4-16,1-2 16,1-3-16,-8-1 15,-5-2-15,-4-1 16,-3-1-16,-4-6 15,0-6 1,-3-4-16,-4-1 16,-1 5-16,-5 0 15,-2-8-15,-4 0 16,-1 0-16,-3 5 16,-1 3-16,-3 4 15,-3 0-15,2 5 16,0-2-1,0 1-15,-1 0 16,1 4-16,1 4 16,-7 3-16,-4 2 15,-1 2-15,3 2 16,8 4-16,2 2 16,0 3-16,2 1 15,3 3-15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7:04.15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6191 4494 0,'0'0'0,"0"0"0,0 0 16,0 0-16,0 0 0</inkml:trace>
  <inkml:trace contextRef="#ctx0" brushRef="#br0" timeOffset="25783.28">6920 4308 0,'0'0'0,"0"0"0,0 0 16,0 0-16,1 1 16,-1-1-16,5 9 15,0 0-15,3 3 16,2 5-16,1 0 16,2 1-16,1-3 15,-1-1 1,1-4-16,2-1 15,6-7-15,8-12 16,11-17-16,11-17 16,5-17-16,-6-2 15,-1-4-15,-4 5 16,-6 6-16,-4 7 16,-7 10-16,-6 9 15,-2 7-15,-2 5 16,3 4-16,0 2 15,4 3 1,6 0-16</inkml:trace>
  <inkml:trace contextRef="#ctx0" brushRef="#br0" timeOffset="26781.21">12342 4546 0,'0'0'0,"0"0"0,0 0 0,0 0 16,1 2-16,-1-2 15,7 10-15,2 3 16,2 3-16,2-1 16,6 0-16,7-2 15,7-8-15,11-6 16,10-18-1,9-8-15,9-19 16,4-7-16,-3-3 16,-6 2-16,-8 6 15,-9 7-15,-12 10 16,-10 9-16,-11 8 16,-8 7-16,-9 7 15,0 0-15,0 0 16,0 0-16,10 2 15,-11 16 1,-6 21-16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7:47.79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11302 1725 0,'0'0'0,"0"0"0,0 0 0,0-2 0,0 2 15,0 0 1,0 0-16,0 0 16,-5-6-16,5 6 15,-9-8-15,9 8 16,-11-8-16,11 8 15,-16-13-15,4 5 16,-2 2-16,-5 1 16,-5 1-1,-1 4-15,0 4 16,-2 3-16,-3 5 16,-2 4-16,1 4 15,-1 3-15,4 2 16,1 3-16,2 6 15,4 2-15,6 0 16,5-4-16,4 0 16,3-1-1,3 3-15,2 1 16,6-2-16,5-4 16,6-1-16,8-6 15,6-1-15,3-6 16,10-5-16,5-4 15,2-6-15,5-2 16,-2-4-16,-4 0 16,-3-1-1,-8 0-15,-4-2 16,-2 1-16,-2 0 16,-5 2-16,-6 2 15,-5 1-15,-17 3 16</inkml:trace>
  <inkml:trace contextRef="#ctx0" brushRef="#br0" timeOffset="1449.72">11060 2670 0,'0'0'0,"0"0"0,1 2 0,-1-2 16,6 20-16,0 2 15,1 3-15,0 0 16,1 1-16,5 2 15,1 2-15,-1-1 16,3 4-16,-1-1 16,0 0-16,-2-2 15,-2-7-15,0-1 16,0 4 0,0 2-16,-3-1 15,-2-4-15,-3-7 16,0-3-16,0-3 15,-2-2-15,1-2 16,-2-6-16,4 10 16,-4-10-16,0 0 15,17 5-15,-6-8 16</inkml:trace>
  <inkml:trace contextRef="#ctx0" brushRef="#br0" timeOffset="1983.31">11075 3218 0,'0'0'0,"0"0"0,0 0 15,0 0-15,0 0 16,0 0-16,0 0 16,1 2-16,-1-2 15,13 11-15,-2-1 16,2 0-16,2 0 16,1-1-1,1-1-15,2-3 16,-3-2-16,-1-2 15,1-3-15,3-3 16,3-4-16,2-4 16,4-6-16,-1-1 15,-1-6-15,-1-1 16,-3 2 0,-4 0-16,1 1 15,1-1-15</inkml:trace>
  <inkml:trace contextRef="#ctx0" brushRef="#br0" timeOffset="3949.73">10743 4593 0,'0'0'0,"0"0"0,0 0 16,0 0-1,2 4-15,0 2 16,2 4-16,1 2 16,2 1-16,4-2 15,2-1-15,4-5 16,4-9-16,6-11 16,7-9-16,11-12 15,1-9 1,2-5-16,0-5 15,0 2-15,-4 3 16,-1 1-16,-3 4 16,-5 7-16,-1 5 15,-3 8-15,-4 6 16,-5 2-16,-2 3 16</inkml:trace>
  <inkml:trace contextRef="#ctx0" brushRef="#br0" timeOffset="42769.33">12401 4260 0,'0'0'0,"0"0"0,1 1 0,-1-1 16,5 15-16,2 3 15,3 11-15,1 7 16,2 4-1,1 0-15,0-2 16,6-6-16,10-8 16,13-9-16,25-21 15,37-39-15,19-37 16,19-24-16,-1-9 16,4-3-16,-11 8 15,-4 5-15,-8 18 16,-7 12-16,-17 14 15,-14 14 1,-17 11-16,-19 13 16,-14 9-16,-12 7 15,-8 4-15,-5 2 16,-10 1-16,12 4 16,-12-4-16,13 13 15,-7 0-15,3 1 16,-3 2-1,0 2-15,-1 0 16</inkml:trace>
  <inkml:trace contextRef="#ctx0" brushRef="#br0" timeOffset="45968.59">6637 8258 0,'0'0'0,"0"0"16,0 0-16,4 1 16,-4-1-1,22 7-15,3-1 16,10 0-16,6-4 16,1-4-16,4-2 15,2-1-15,1-3 16,0 0-16,-1-3 15,0 0-15,1-2 16,-3 2-16,-2-1 16,-2 1-1,-1 1-15,-2 3 16,-2 0-16,0 2 16,-4 2-16,-4 1 15,0 2-15,-5 0 16,-2 0-16,-2 0 15,-4 1-15,1 0 16,-1 0-16,0-1 16,0 2-1,-1-2-15,-3-2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0:58:49.93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6903 3471 0,'0'0'0,"0"0"0,0 0 16,3 0-16,-3 0 15,0 0-15,0 0 16,0 0-16,0 0 15,0 0-15,10 0 16,-10 0-16,0 0 16,0 0-16,14 0 15,-14 0-15,22 0 16,-4 0 0,8 1-16,2 1 15,3 0-15,0-1 16,-1 0-16,4 1 15,2 0-15,3-1 16,0 2-16,0-2 16,0 0-16,1 1 15,2-1-15,-3 1 16,0 0 0,-2 0-16,2-1 15,-2 1-15,-2-1 16,-3-1-16,-1 0 15,0 0-15,0 0 16,-3 0-16,-2 0 16,-5 0-16,-2 0 15,-1 0 1,-3 0-16,-3 0 16,1 0-16,0 0 15,-1 0-15,-1-1 16,-11 1-16,15-2 15,-15 2-15,11-1 16,-11 1-16,0 0 16,11-3-16,-11 3 15,0 0-15,0 0 16,11 1 0,-11-1-16,0 0 15,0 0-15,0 0 16,0 0-16,0 0 15,0 0-15,0 0 16,0 0-16,0 0 16,0 0-16,0 0 15,0 0-15,0 0 16,0 0-16,0 0 16,8 7-1,-8-7-15,0 0 16,0 0-16,0 0 15</inkml:trace>
  <inkml:trace contextRef="#ctx0" brushRef="#br0" timeOffset="2337.71">6227 5021 0,'0'0'0,"0"0"0,0 0 0,0 0 16,4 2-16,-4-2 15,24 10-15,-1-2 16,7 1-16,4-2 16,4-2-16,2-2 15,-1 0 1,1-1-16,0-2 15,0 0-15,-1 0 16,-1 0-16,3 0 16,1 0-16,0 0 15,0 0-15,-2 0 16,0 0-16,-2 0 16,-1 0-1,-4 0-15,-2 0 0,-2 0 16,-1 0-1,-4-1-15,-2-1 16,-5 0-16,-4 1 16,-3 0-16,-10 1 15,12-1-15,-12 1 16,0 0-16,0 0 16,11-4-16,-11 4 15,0 0-15,0 0 16,0 0-1,0 0-15,0 0 16,0 0-16,0 0 16,0 0-16,0 0 15,0 0-15,0 0 16,0 0-16,0 0 16,0 0-16,0 0 15,0 0-15</inkml:trace>
  <inkml:trace contextRef="#ctx0" brushRef="#br0" timeOffset="6570.37">6654 6570 0,'0'0'0,"0"0"0,0 0 0,0 0 0,3 1 15,-3-1 1,18 6-16,2-1 16,5 2-16,4 0 15,5-2-15,6-1 16,1-1-16,-1-1 15,2-2 1,2 1-16,2 0 0,-1 0 16,-1 0-1,1-1-15,1 1 16,3-2-16,0-3 16,8-10-16</inkml:trace>
  <inkml:trace contextRef="#ctx0" brushRef="#br0" timeOffset="22299.04">11440 6000 0,'0'0'0,"0"0"0,0 0 16,0 2-16,0-2 15,0 0-15,0 0 16,3 8-16,-3-8 15,12 17-15,4-4 16,7 2-16,7-1 16,4-5-1,7-10-15,13-13 16,13-12-16,11-21 16,3-9-16,2-9 15,0-11-15,-3 2 16,-3 2-16,-4 3 15,-9 10-15,-9 11 16,-7 11-16,-11 11 16,-7 8-1,-6 6-15,-5 4 16,-6 5-16,-13 3 16,15-2-16,-15 2 15,0 0-15,0 0 16,8 7-16,-8-7 15,0 0-15,-3 13 16,-1 4-16</inkml:trace>
  <inkml:trace contextRef="#ctx0" brushRef="#br0" timeOffset="23674.38">10575 7735 0,'-3'1'0,"3"-1"15,-22 6-15,-15 6 16,-14 7-16,-3 4 15,0 1-15,-5 2 16,-1 2-16,-9 6 16,-4 3-16,0-1 15,-7 4-15,1 0 16,0-1-16,-7 2 16,4-1-1,-3 0-15,0-2 16,-1-7-16,-2-1 15,-1 0-15,4-3 16,-2-1-16,8-4 16,-4-2-16,2-6 15,1-3-15,4-1 16,3-4-16,2-3 16,3-1-16,1-2 15,0-1 1,-2-1-16,3 1 15,2-2-15,2 1 16,5-1-16,2-2 16,3 1-16,5-3 15,0 1-15,7-2 16,3 0-16,3-2 16,4 1-1,3-1-15,3 0 16,5 1-16,1 0 15,3 3-15,5 2 16,10 4-16,-14-7 16,14 7-16,-6-10 15</inkml:trace>
  <inkml:trace contextRef="#ctx0" brushRef="#br0" timeOffset="26344.54">8735 2463 0,'0'0'0,"0"0"0,0 0 0,0 0 16,-1 5-16,-6 16 16,-35 41-16,-22 35 15,-8 7 1,2-1-16,-7 9 15,-2 6-15,-3 11 16,9 1-16,10-7 16,9-7-16,10-4 15,5 6-15,5-2 16,3 11-16,4 4 16,1 6-16,3 2 15,2 0-15,1 5 16,5-1-1,3 6-15,3-5 16,0-3-16,3 1 16,-1-9-16,1 1 15,0-8-15,1-7 16,1 0-16,1-14 16,0-1-16,2-6 15,2-13-15,2-1 16,1-12-16,2-7 15,1-3 1,0-4-16,1-1 16,0-1-16,-1-2 15,0-1-15,-1-5 16,0-7-16,-2-9 16,0-11-16,-2-6 15,-1-6-15,-1-9 16,0 8-1,0-8-15,0 0 16,0 0-16,0 0 16,0 0-16,0 0 15,-12-8-15,-2-5 16,-3-5-16,-2-2 16,0 1-16,3 2 15,0 1-15,1 2 16,-1 3-1,0 1-15,1 2 16,1 2-16,4 2 16,10 4-16,-13-4 15,13 4-15,0 0 16,0 0-16,0 0 16,-3 17-16,14 11 15,8 5-15,6-4 16,3 0-16,5-3 15,0-7-15,-4-5 16,-4-4 0,-2-5-16,-1-6 15,4-13-15,3-15 16,9-21-16,-5-23 16,1-8-16,-4-4 15,-2 6-15,-2 9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02:05.13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10625 3440 0,'0'0'0,"0"0"0,0 0 0,0 0 16,0 0-16,0 0 16,0-1-1,0 1-15,31-17 16,11 0-16,11 0 16,7 0-16,4 1 15,3 1-15,1-1 16,4 0-16,-1 0 15,1 0-15,2 2 16,-2 1-16,2-1 16,0 1-1,-1 0-15,-2 0 16,-3 2-16,2 0 16,-7 0-16,-2 1 15,0 0-15,-7 4 16,-5 1-16,-6 3 15,-8 0-15,-7 0 16,-5 2-16,-6-1 16,-5 1-1,-12 0-15,12 0 16,-12 0-16,0 0 16,11 0-16,-11 0 15,0 0-15</inkml:trace>
  <inkml:trace contextRef="#ctx0" brushRef="#br0" timeOffset="552.08">12000 3009 0,'0'0'0,"0"0"0,0 0 0,5 1 0,10 2 16,18 2 0,12 3-16,6 0 15,3-1-15,-1 2 16,-1-1-16,-7 0 15,-7 1-15,-5 1 16,-6-3-16,-6 2 16,-5 0-1,-4 1-15,-4 1 16,-4 3-16,-4 7 16,-10 9-16,-16 13 15,-12 9-15,-12 8 16,-3-5-16,1-2 15</inkml:trace>
  <inkml:trace contextRef="#ctx0" brushRef="#br0" timeOffset="3482.91">12791 2178 0,'0'0'0,"0"0"0,0 0 16,0 0-16,0 0 15,0 0-15,3 2 16,-1 5-16,4 8 16,3 9-16,-1 12 15,2 5 1,-2 3-16,-2 1 0,-1 1 16,-1 2-16,-1-3 15,0-5 1,-1-6-16,0-2 15,1-4-15,-1-3 16,3-4-16,0-4 16,2-1-16,0-5 15,3-4-15,2-6 16</inkml:trace>
  <inkml:trace contextRef="#ctx0" brushRef="#br0" timeOffset="4269">12734 2254 0,'0'0'0,"0"0"0,0 0 0,0 0 0,0 0 16,2-1-16,13-4 15,24-7 1,21-3-16,7 1 15,5 1-15,4-1 16,-3 2-16,-2 0 16,-7 1-16,-4 1 15,-9 2-15,-7 3 16,-10 2 0,-8 3-16,-5 1 0,-5 3 15,-2 1-15,1 3 16,-2 4-1,0 5-15,-2 2 16,-1 5-16,-1 8 16,2 3-16,0 3 15,1 2-15,-1-2 16,6 1-16,4-2 16,2-2-16,1-3 15,1-4-15,-1-3 16,-2-6-1,-2-6-15,-5-2 16,-3-5-16,-12-6 16,11 7-16,-11-7 15,0 0-15,0 0 16,-3 12-16,-20 6 16,-25 10-16,-8 0 15,-6-1-15,-8-2 16,-4-2-1,-4-2-15,3-5 16,5-4-16,6-1 16,5-3-16,6-1 15,7-3-15,6-2 16,9-2-16,5-2 16,5 1-16,3-2 15,3-4-15</inkml:trace>
  <inkml:trace contextRef="#ctx0" brushRef="#br0" timeOffset="5694.12">12876 3369 0,'0'0'0,"0"0"0,0 0 16,3-2-16,10-4 16,15-9-16,13-2 15,3-1-15,0 4 16,-5 1-16,-2 1 15,-9 2 1,-2 3-16,-5-5 0</inkml:trace>
  <inkml:trace contextRef="#ctx0" brushRef="#br0" timeOffset="6100.64">12901 3316 0,'0'0'0,"0"0"0,0 0 0,0 2 0,-1 4 16,0 12-16,-2 13 16,-1 9-16,-1 6 15,1 5-15,2 6 16,4 1-16,1 5 15,-1-1-15,0 4 16,0-6 0,-3-13-16,0-14 15,-1-2-15,0 10 16,-1 3-16,1-6 16,0-14-16,-1-11 15,-3-5-15,-6-1 16,-4-5-1,-3-6-15,5-4 0,-1-6 16,4 1 0,1-4-16,2-4 15,1-2-15,3 1 16</inkml:trace>
  <inkml:trace contextRef="#ctx0" brushRef="#br0" timeOffset="6435.13">12679 3755 0,'0'0'0,"0"0"0,0 0 0,0 0 0,0 0 16,1 2 0,-1-2-16,27 0 15,11-1-15,13-4 16,5-4-16,0-2 16,1-3-16,-9 1 15,-5 0-15,-9 2 16,-10 2-16,-6 1 15,-6 4-15,-12 4 16,17-7 0,-17 7-16</inkml:trace>
  <inkml:trace contextRef="#ctx0" brushRef="#br0" timeOffset="6909.71">13278 3929 0,'0'0'0,"0"0"0,0 0 0,3 0 15,-3 0 1,25-9-16,2-3 0,6-5 16,7-7-1,-1-3-15,-3-5 16,-6-4-16,-4-1 16,1-5-16,-7 3 15,-3 4-15,-9 3 16,-7 3-16,-7 3 15,-4 4-15,-2 5 16,-8 6-16,-9 5 16,-8 7-1,-6 14-15,3 15 16,4 10-16,4 12 16,6 8-16,5 4 15,13 6-15,8-8 16,26 10-1</inkml:trace>
  <inkml:trace contextRef="#ctx0" brushRef="#br0" timeOffset="7500.55">14073 3641 0,'0'0'0,"0"0"15,-2-2-15,2 2 16,-14-2-16,-5 7 16,-9 10-1,-5 7-15,5 8 16,4 8-16,1 5 16,7-3-16,2-1 15,4-7-15,1-10 16,4-7-16,4-7 15,5-1-15,-4-7 16,17 1-16,-3-10 16,6-12-16,4-8 15,-2-4 1,-3 1-16,-3 7 16,-5 5-16,-2 6 15,-5 6-15,-4 8 31,0 0-31,0 0 16,15 18 0,-8 11-16,-2 4 15,0-4-15,0-2 16,3-5-16,17 0 16,10-7-16,2-2 15,-1-12-15</inkml:trace>
  <inkml:trace contextRef="#ctx0" brushRef="#br0" timeOffset="7858.73">14389 3399 0,'0'0'0,"0"1"16,0-1-16,0 0 15,-4 21-15,-4 9 16,-4 17-16,-1 8 15,2-2-15,1 3 16,1 2-16,9-10 16,7 1 15,2-8-31,1-17 16,-2-9-16</inkml:trace>
  <inkml:trace contextRef="#ctx0" brushRef="#br0" timeOffset="8412.79">14263 3719 0,'0'0'0,"0"0"0,0 0 0,-2-2 16,2 2 0,0 0-16,0 0 15,0 0-15,0 0 16,12-9-16,10-2 15,15-5-15,7-2 16,-1 0-16,-5 2 16,-8 1-16,-8 2 15,-7 3 1,-15 10-16,15-9 16,-15 9-16,0 0 15,0 0-15,6 7 16,-5 11-16,-3 7 15,-1 3-15,1 3 16,1 1-16,5-2 16,6-7-16,4-12 15,0-7 1,0-8-16,3-5 16,2-5-16,2-3 15,1-5-15,-3 0 16,-5 6-16,-3 1 15,-4 6-15,-7 9 16,8-8-16,-8 8 16,0 0-16,0 0 15,10 6 1,0 9-16,-3 7 16,2 3-16,-2 1 15,-3 0-15,1-2 16,-1-6-16,-3-12 15</inkml:trace>
  <inkml:trace contextRef="#ctx0" brushRef="#br0" timeOffset="8799.31">14819 3497 0,'0'0'0,"0"0"15,0 0-15,0 0 16,7 0-16,6 1 16,9 5-16,5 10 15,0 7-15,2 7 16,-7 5 0,-4 1-16,-6 0 15,-10-7 1,-3-4-1,-3-7-15,-7-4 16,-2-4-16,-5 0 16,4-8-1,14-2-15,-12-2 16,11-6-16,0-2 16,12-14-16,8-8 15,6 0-15,5-1 16,-3 6-16,1 1 15,-1 5-15,-2 4 16,-4 4-16</inkml:trace>
  <inkml:trace contextRef="#ctx0" brushRef="#br0" timeOffset="9261.64">15451 3614 0,'1'-1'0,"-1"1"16,6-16-16,2-4 15,-2-3-15,-3 3 16,-4 3-16,-2 4 16,-5 1-16,-2 4 15,-7 4-15,-4 7 16,-6 12 0,-3 10-16,-2 9 15,7 10-15,4-1 16,5 3-16,9-9 15,3 0-15,11 2 16,25 9 0,32 5-1,3-28-15,7-13 16,-9-14-16,8-9 16,240-46-16</inkml:trace>
  <inkml:trace contextRef="#ctx0" brushRef="#br0" timeOffset="9907.36">13388 3965 0,'0'0'0,"0"0"0,0 0 0,0 0 15,0 0-15,0 2 16,0-2-16,0 0 15,0 0-15,3 11 16,4 6-16,10 9 16,8 1-16,2-3 15,3-2-15,1-3 16,6-6-16,3-7 16,18-2 15</inkml:trace>
  <inkml:trace contextRef="#ctx0" brushRef="#br0" timeOffset="10694.17">15471 3671 0,'0'0'0,"0"0"0,0 0 0,0 0 15,0 0 1,-7 6-16,-8 9 15,-8 6-15,-2 0 16,3-5-16,0-2 16</inkml:trace>
  <inkml:trace contextRef="#ctx0" brushRef="#br0" timeOffset="11309.51">13382 4488 0,'0'0'0,"0"0"0,0 0 0,-1 1 16,-2 9-16,-8 23 16,-4 26-16,2 9 15,3 1-15,4-3 16,4 3-1</inkml:trace>
  <inkml:trace contextRef="#ctx0" brushRef="#br0" timeOffset="11572.12">13349 4522 0,'0'0'0,"3"2"0,-3-2 0,0 0 15,21 13 1,6 6-16,10 8 15,1 3-15,-3 0 16,4 1-16,-4 0 16</inkml:trace>
  <inkml:trace contextRef="#ctx0" brushRef="#br0" timeOffset="11872.77">13779 4593 0,'0'0'0,"-2"7"0,-1 3 15,-10 14 1,-2 8-16,-1-1 16,2-3-1,2-5-15,3-2 0,3-5 16,3-5-16,1-4 16</inkml:trace>
  <inkml:trace contextRef="#ctx0" brushRef="#br0" timeOffset="12096.51">13747 4479 0,'0'0'0,"0"0"0,0 0 0,0 0 15,0 0-15,8 6 16,10 6-1,8 10-15,6 13 16,-1 3-16,-4 1 16,-1 2-16,-5-5 15,-2-1-15,-2-5 16,-6-10-16</inkml:trace>
  <inkml:trace contextRef="#ctx0" brushRef="#br0" timeOffset="12354.26">14208 4406 0,'0'0'0,"0"0"0,0 0 0,-1 3 16,-2 10-16,-8 22 16,-12 32-16,1 7 15,-1 0-15,6-10 16</inkml:trace>
  <inkml:trace contextRef="#ctx0" brushRef="#br0" timeOffset="12628.69">14246 4337 0,'0'0'0,"0"0"0,0 0 0,0 0 16,3 8-16,3 15 16,7 16-16,2 7 15,2 7-15,0-2 16,0 0-16,13 15 31,0-10-31</inkml:trace>
  <inkml:trace contextRef="#ctx0" brushRef="#br0" timeOffset="12885.33">14082 4662 0,'-1'4'0,"1"-4"16,1 12-16,-1-12 15,0 0-15,14 0 16,11-7-16,11-5 16,4 0-16,0 0 15</inkml:trace>
  <inkml:trace contextRef="#ctx0" brushRef="#br0" timeOffset="13087.62">14594 4416 0,'0'0'0,"3"6"0,1 4 0,6 19 16,6 26-16,-5 5 16,-4 4-16,-3 12 15</inkml:trace>
  <inkml:trace contextRef="#ctx0" brushRef="#br0" timeOffset="13477.24">14540 4459 0,'0'0'0,"1"-3"15,-1 3-15,5-7 16,-1 0-16,3-4 15,12-5-15,12-4 16,6 2 0,2 8-16,3 4 15,1 3-15,-7 3 16,-8 4-16,-7 4 16,-4 3-16,-4-3 15,-6 0-15,-3 0 16,-6 3-16,-9 6 15,-12 2 1,-17 4-16,-13 0 16,-3 0-16,4-2 15,9-5-15,5 1 16</inkml:trace>
  <inkml:trace contextRef="#ctx0" brushRef="#br0" timeOffset="18196.16">12460 3936 0,'0'0'0,"0"0"0,0-468 0,0 936 16,1-464 0,0 2-16,3 9 15,2 9-15,1 8 16,2 2-16,-1 4 15,2 6-15,0 1 16,2 6-16,-4-6 16,2 8-16,0 2 15,-1-6-15,1 12 16,-2-18 0,-1 1-16,5 14 15,3-7-15,1-1 16,2 0-16,0-14 15,4 0-15,3 6 16,-1-8-16,0-2 16,-1-4-16,2-2 15,2-3-15,8 0 16,0-1 0,3-3-16,2-2 15,3-2-15,3 0 16,0 0-16,0-2 15,2 0-15,0 0 16,4-1-16,0-1 16,6-1-16,4-3 15,-3-2-15,4-1 16,-1-1-16,1-1 16,-2 0-1,6 0-15,0 0 16,-4-1-16,5-2 15,-9-1-15,0-1 16,5 0-16,-10 0 16,4-1-16,-7-1 15,2 1-15,-1-2 16,-2 1-16,0-2 16,-4 0-1,-2-2-15,0-2 16,-5-1-16,0 0 15,0-1-15,-1-2 16,2 0-16,-1 0 16,1 0-16,0-4 15,-1 1-15,0-2 16,-3 0-16,-4 0 16,1-1-1,-3 2-15,1 0 16,1-1-16,-2 1 15,-2 2-15,-1-3 16,-1-2-16,0 0 16,-1 0-16,0 0 15,0-1-15,5-1 16,-2 0 0,-3 0-16,1-1 15,-1 0-15,1-3 16,-2 2-16,0-1 15,-24 27-15,14-19 16,0-3-16,-1-5 16,-3-3-16,-5 0 15,0-1-15,-2 1 16,0 2-16,-1-3 16,-1-5-1,2 2-15,-2-3 16,-1 0-16,2 1 15,-2-4-15,1-2 16,0 0-16,0-1 16,-1-8-16,0 5 15,0-5-15,0 4 16,0 2-16,-1-8 16,0 5-1,-2-2-15,-1 1 16,-12-1-16,-32-38 15,29 49-15,-5-5 16,2 0-16,-2-2 16,-3 2-16,-2 5 15,-3 3-15,-3 3 16,2 1-16,-2 2 16,-6-1-16,1 2 15,-4 2 1,-1 3-16,0 6 15,0 2-15,-2 3 16,-2 0-16,0 0 16,-4 0-16,2 1 15,-3 1-15,-4 0 16,1 3-16,-6 3 16,-2 3-16,-2 1 15,-4 2-15,2-1 16,-1 1-1,-2-1-15,4-1 16,-6 0-16,1 1 16,0 1-16,-3 10 15,5 5-15,-1-1 16,-2 4-16,4-3 16,1-1-16,2-2 15,-1-3 1,2 0-16,-5 1 15,3 2-15,0 8 16,6-1-16,0 0 16,2 1-16,1 0 15,2 1-15,1 0 16,3 1-16,3 1 16,3 0-16,2 0 15,2 2 1,3-1-16,2 1 15,0 2-15,2 2 16,1 1-16,0 8 16</inkml:trace>
  <inkml:trace contextRef="#ctx0" brushRef="#br0" timeOffset="19811.68">13453 4642 0,'1'3'0,"-1"-3"16,0 0-16,0 0 15,0 0-15,0 0 16,0 0-1,0 0-15,0 0 16,17 1-16,-5-2 16,3-2-16,2 2 15,3 1-15,0 2 16,-1 0-16,-1 8 16,0 5-16,-3-3 15,-2-1-15,-4-2 16,-2-3-1,-7-6-15,17 13 16,-5-4-16,2 7 16,-2 3-16,-3-3 15,-1-3-15,-1-1 16,-3-5-16,2-1 16,1 2-16,-7-8 15,22 13-15,-8-4 16,-2-6-16,1-1 15,0 1 1,-13-3-16</inkml:trace>
  <inkml:trace contextRef="#ctx0" brushRef="#br0" timeOffset="23010.99">10265 4986 0,'0'0'0,"0"2"15,0-2-15,0 0 16,2 6-16,-2-6 16,0 0-16,3 9 15,-3-9-15,1 6 16,-1-6 0,0 0-16,1 6 15,-1-6-15,0 0 16,0 0-16,0 0 15,0 0-15,0 0 16,0 0-16,0 0 16,0 0-16,0 0 15,0 0 1,0 0-16,0 0 16,0 0-16,0 0 15,0 0-15,0-7 16</inkml:trace>
  <inkml:trace contextRef="#ctx0" brushRef="#br0" timeOffset="24565.85">10358 4979 0,'0'0'0,"0"0"0,0 0 16,0 0-16,0 0 15,0 2-15,0-2 16,7 13-16,2 6 16,6 9-16,4 3 15,6 4 1,4-1-16,4 5 16,3 0-16,2 3 15,1-2-15,2-1 16,2 1-16,1 0 15,3 1-15,-2-3 16,2 0-16,0 0 16,3 0-16,4 2 15,1-1-15,1-1 16,4 1 0,1-1-16,2 1 15,1 1-15,-3-4 16,0-4-16,2-2 15,-1-1-15,3-2 16,-7-1-16,-5-4 16,-1 0-16,3 1 15,-3-2-15,-5-3 16,0-2-16,-10-4 16,2 0-1,-4-3-15,-8-2 16,-1-1-16,-3-2 15,-5 1-15,-4-3 16,-4 0-16,-10-2 16,10 1-16,-10-1 15,0 0-15,0 0 16,0 0 0,9-10-16,-11-2 15,-6-8-15,-5-1 16,-1-1-16,-2 3 15,1 2-15,-6-3 16,-1 2-16,-1-1 16,-1 1-16,6 3 15,2 2-15,6 6 16,10 7-16,-12-10 16,12 10-1,-8-7-15,8 7 16,0 0-16,0 0 15,0 0-15,14-1 16,8 10-16,6 5 16,-1 1-16,-6-1 15,-4-1-15,1 5 16,-3 0-16,-4 0 16,-3 0-1,-6-1-15,-1-2 16,-8 5-16,-15 8 15,-21 18-15,-13 1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03:11.10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7280 1224 0,'0'0'0,"0"0"0,-3-2 0,3 2 15,0 0-15,0 0 16,0 0-1,0 0-15,0 0 16,0 0-16,10-12 16,6 0-16,4-3 15,-1 1-15,-1 2 16,-1 2-16,-2 3 16,3 1-16,-1 2 15,3 3-15,-2 2 16,2 3-16,0 2 15,3 2 1,1 2-16,0 5 16,3 5-16,-1 4 15,3 4-15,1 0 16,3 3 0,0 0-16,5-6 0,1-5 15,6-3-15,2-6 16,4-6-16,3-6 15,-3-5 1,-2-4-16,-3-2 0,-3-1 16,-6-1-1,-4 2-15,-3 2 16,-6 1-16</inkml:trace>
  <inkml:trace contextRef="#ctx0" brushRef="#br0" timeOffset="1858.01">6492 592 0,'0'0'0,"0"0"0,0 0 0,-1-3 0,1 3 16,0 0 0,0 0-16,-6-7 15,6 7-15,-9-12 16,1 1-16,-7-1 16,-4 1-16,-6 0 15,-1 4-15,-4 2 16,2 3-16,1 4 15,-1 1-15,6 0 16,6 1 0,3 0-16,-1 3 0,0 3 15,-3 8 1,1 8-16,4 3 16,5 5-16,6 0 15,4 4-15,9-1 16,9 2-16,8 0 15,9-5-15,11-9 16,4-5-16,3-8 16,7-6-16,-2-5 15,-2-10 1,3-7-16,-6-6 16,-5-6-16,-5 1 15,-11 3-15,-7 0 16,-5-3-16,-4-4 15,-10-5-15,-9-2 16,-7 3-16,-11-2 16,-14 2-1,-13 1-15,-11 3 16,-12 10-16,-4 6 16,-13 13-16,-7 10 15,0 9-15,-1 9 16,0 5-16,4 5 15,2 0-15</inkml:trace>
  <inkml:trace contextRef="#ctx0" brushRef="#br0" timeOffset="2862.15">6333 1765 0,'0'0'0,"0"0"0,0 0 0,0 0 0,0 0 15,0 0-15,0 0 16,-3 0-16,3 0 16,0 0-1,-11 2-15,11-2 16,-16 0-16,6 0 16,-2 0-16,-1 0 15,-4 0-15,-2 2 16,2-1-16,3 1 15,4 0-15,10-2 16,-14 2-16,14-2 16,-10 1-16,-2 1 15,-18 11-15</inkml:trace>
  <inkml:trace contextRef="#ctx0" brushRef="#br0" timeOffset="4544.72">5890 1786 0,'0'0'0,"5"-1"0,-5 1 16,35-6-16,10-3 15,11-4 1,3-7-16,5-3 16,-5 1-16,1 2 15,-11 1-15,-3 3 16,-7 2-16,-1 4 15,-5 5-15,-4 5 16,-5 1-16,-3 3 16,0 3-16,-3 2 15,-1 2-15,-1 3 16,-3 2 0,0 4-16,-1 3 15,-1 7-15,0 3 16,-3 0-16,0 3 15,-1-1-15,-1-2 16,0 0-16,-1-1 16,0-2-16,-2-2 15,0-6-15,-1-4 16,0-4-16,-2-4 16,0-2-16,-3 1 15,-4 1 1,-6 3-16,-6-1 15,-8 0-15,-10 0 16,-7 1-16,-6-1 16,1-2-16,-1-2 15,2 1-15,2-2 16,3 1 0,6-4-16,1 0 15,3 0-15,2-2 16,2-1-16,0 1 15,2-1-15,1-2 16,-2-1-16,2-1 16,-2-3-16,-1-2 15,-2-4-15,2-2 16,-4-4-16,2-5 16,1-8-1,4-1-15,5-2 16,2-3-16,5-2 15,1-4-15,4-1 16,4 3-16,3 4 16,2 8-16,2 2 15,1 6-15,0 4 16,-1 3 0,3-1-16,2-2 15</inkml:trace>
  <inkml:trace contextRef="#ctx0" brushRef="#br0" timeOffset="11424.54">8296 744 0,'0'0'0,"5"1"0,7 0 16,24 3-16,24 2 16,11 2-16,7-2 15,7 3-15,4 2 16,5 5 0,4 3-16,0 0 15,1 0-15,0-1 16,-4 0-16,-1 0 15,-7-2-15,-5 0 16,-4 0-16,-7-1 16,-5 0-16,-8 1 15,-9-2-15,-3-1 16,-4-2 0,-7 0-16,-8-3 15</inkml:trace>
  <inkml:trace contextRef="#ctx0" brushRef="#br0" timeOffset="11989.18">8563 2087 0,'0'0'0,"3"1"0,-3-1 0,0 0 0,22 0 16,11-2-1,15-7-15,8-3 16,5-4-16,8-4 15,2-1-15,6-5 16,7-4-16,-5-1 16,5-4-16,-5 4 15,3-2-15,-3 1 16,-5 3-16,-4 3 16,-7 3-1,-5 3-15,-7 2 16,-5 3-16,-7 1 15,-8 4-15,-7 2 16,-4-1-16,-5-7 16</inkml:trace>
  <inkml:trace contextRef="#ctx0" brushRef="#br0" timeOffset="12387.21">8846 1368 0,'0'0'0,"4"1"0,7 0 0,19 0 15,17 0-15,12 1 16,5-1-16,4-1 15,5 1-15,6-2 16,4 1-16,2-3 16,1 1-16,-3-2 15,-1-1-15,-3 0 16,-1-2-16,1 0 16</inkml:trace>
  <inkml:trace contextRef="#ctx0" brushRef="#br0" timeOffset="39777.71">11046 1402 0,'0'0'0,"0"0"0,0 2 0,0-2 15,0 11 1,0-1-16,0 6 16,0 4-16,1 4 15,3 6-15,0 4 16,1 1-16,1 0 15,0 3-15,0 3 16,2 5-16,-1 0 16,-2-1-16,0 2 15,-1-3 1,0 2-16,-2-2 16,0 0-16,-2-1 15,1-4-15,0-2 16,-1-3-16,0-3 15,0-5-15,-2-1 16,1-3-16,-1-5 16,0-3-16,-1-5 15,3-9 1,-3 9-16,3-9 16</inkml:trace>
  <inkml:trace contextRef="#ctx0" brushRef="#br0" timeOffset="40797.61">11010 1457 0,'0'0'0,"0"-2"0,0 2 0,0 0 0,0 0 15,0-9-15,0 9 16,20-17-16,17-1 16,19-1-1,5 3-15,7 1 16,9 1-16,1 1 16,0 1-16,-5 3 15,3 2-15,-9 1 16,-5 3-16,-4 2 15,-11 3-15,-4 1 16,-5 3-16,-5 2 16,-3 4-1,-4 3-15,-2 4 16,-4 2-16,-1 5 16,-1 5-16,-6 2 15,-2 0-15,-1 1 16,-1 2-16,0 2 15,1-1-15,-1 0 16,0-2-16,0 4 16,1 2-1,0-1-15,1 3 16,-1-3-16,0 0 16,-1 0-16,0-4 15,0 1-15,0 0 16,-1-3-16,-3 2 15,-3-4-15,-2-3 16,-3-2-16,-2-3 16,-3-2-1,-3-3-15,-1-3 16,-4-1-16,-8-4 16,-12-1-16,-5-1 15,0-4-15,0-5 16,-7 0-16,-2-3 15,-1 1-15,2-2 16,-2 1-16,-1 0 16,-5 0-16,2 0 15,3 0 1,6 1-16,1 0 16,5 0-16,-1 1 15,1-1-15,8 1 16,1 0-16,3 1 15,0-1-15,1 0 16,3 0-16,6 1 16,2 2-16,5-1 15,12-1 1,-15 4-16,15-4 16,0 0-16,-10 1 15,10-1-15,0 0 16,0 0-16</inkml:trace>
  <inkml:trace contextRef="#ctx0" brushRef="#br0" timeOffset="42826.51">9240 4424 0,'0'0'0,"0"0"0,0 0 16,0 0-16,0 0 15,-2-2-15,2 2 16,0 0 0,0 0-16,5-7 15,14-8-15,24-13 16,10-3-16,4 0 15,-3 8-15,1 2 16,-3 4-16,-3 4 16,-4 5-16,-4 3 15,-2 7-15,-2 4 16,0 4 0,-1 7-16,-3 7 15,-2 7-15,-7 5 16,-2 8-16,-3 5 15,-4 7-15,-4 7 16,-2 6-16,-4 2 16,-1 0-16,-2 1 15,-1 1-15,-1 0 16,0-1-16,0-3 16,0-4-1,0-5-15,0-1 16,0-5-16,0-4 15,0-4-15,-1-5 16,-1-4-16,-1 0 16,-2 2-16,-3-3 15,-1-4-15,0-6 16,-4-1-16,-5-2 16,-6 0-1,-6-2-15,-10-4 16,-5-2-16,-4-4 15,0-3-15,6-3 16,7-3-16,8 0 16,7-2-16,6 1 15,4-1-15,11 0 16,-14 0 0,14 0-16,0 0 15,-11 0-15,11 0 16,0 0-16,0 0 15,0 0-15,0 0 16,0 0-16,0 0 16,0 0-16,0 0 15,0 0-15,0 0 16,0 0 0,0 0-16,0 0 15,0 0-15,0 0 16,0 0-16,0 0 15,3-10-15,2 3 16,2-6-16</inkml:trace>
  <inkml:trace contextRef="#ctx0" brushRef="#br0" timeOffset="52501.93">6473 806 0,'0'0'0,"5"0"0,-5 0 16,39 2-16,12-9 16,14-4-1,11-5-15,4-3 0,1-3 16,-2 0-1,-2 0-15,-8 3 16,-3 0-16,-5 2 16,-6 2-16,-3 3 15,-4 6-15,-2 4 16,-10 3-16</inkml:trace>
  <inkml:trace contextRef="#ctx0" brushRef="#br0" timeOffset="53528.93">5994 2014 0,'0'0'0,"0"0"0,0 0 16,0 0-16,0 2 15,0-2-15,0 0 16,0 0 0,0 0-16,0 0 15,0 0-15,13 5 16,9-4-16,9-2 16,7-3-16,-2-2 15,-3 0-15,-1-2 16,2 1-16,-1-1 15,-1 2 1,-4 0-16,-2 3 16,0 0-16,0 1 15,0 1-15,-1 1 16,2 2-16,1 2 16,2-1-16,4 2 15</inkml:trace>
  <inkml:trace contextRef="#ctx0" brushRef="#br0" timeOffset="74439.7">6082 347 0,'0'0'0,"0"0"0,0 0 16,7-3-16,21-6 15,41-11-15,33-6 16,15-1-1,18-1-15,17-4 16,10 2-16,8 2 16,-7 9-16,-3 4 15,-22 9-15,-7 1 16,-19 6-16,-15 5 16,-12 5-16,-15 5 15,-8 7 1,-9 6-16,-8 8 15,-6 7-15,-8 9 16,-4 9-16,-8 10 16,-5 11-16,-3 5 15,-5 5-15,0 0 16,-1-4 0,0-4-16,-2-10 0,3-4 15,2-8 1,2-10-16,0-3 15,-2-7-15,-1-2 16,1-2-16,-2-2 16,-6 1-16,-9 5 15,-13 8-15,-11 4 16,-19 8-16,-16 2 16,-7-5-16,-7-1 15,-3-10 1,-1-7-16,-8 1 15,-1-7-15,5-4 16,-3 0-16,2-3 16,-1-3-16,-8-1 15,8-5-15,2-2 16,6-5-16,4-5 16,-2-4-16,5-5 15,1-2-15,6-6 16,6-6-1,2-7-15,6-7 16,2-10-16,5-9 16,5-12-16,10-9 15,4-10-15,10-9 16,5-6-16,3-2 16,5-1-16,1 5 15,2 2-15,-2 2 16,2 3-1,0 4-15,-3 5 16,-2 1-16,0 7 16,1 3-16,1 5 15,0 7-15,1 9 16,3 7-16,2 12 16,2 5-16,4 4 15,6-2-15,9 0 16,10-3-1</inkml:trace>
  <inkml:trace contextRef="#ctx0" brushRef="#br0" timeOffset="75065.85">7815 730 0,'0'0'0,"0"3"0,0-3 16,0 7-16</inkml:trace>
  <inkml:trace contextRef="#ctx0" brushRef="#br0" timeOffset="76975.89">6548 932 0,'0'0'0,"0"0"16</inkml:trace>
  <inkml:trace contextRef="#ctx0" brushRef="#br0" timeOffset="77714.95">6587 1133 0,'0'0'0,"0"0"0,0 0 15,0 0-15,0 0 16,0 0-16,0 0 16</inkml:trace>
  <inkml:trace contextRef="#ctx0" brushRef="#br0" timeOffset="78188.14">7795 1655 0,'0'0'0,"0"0"0,0 0 15,0 0-15</inkml:trace>
  <inkml:trace contextRef="#ctx0" brushRef="#br0" timeOffset="83732.8">6455 1266 0,'0'0'0,"0"0"0,0 0 0,4 0 15,8-1-15,15-6 16,22-8 0,10-7-16,14-5 15,12-10-15</inkml:trace>
  <inkml:trace contextRef="#ctx0" brushRef="#br0" timeOffset="84232.7">7544 881 0,'0'0'0,"0"0"16,0 0-16,0 0 16,8-1-16,19-6 15,29-9-15,19-10 16,4-1-16,1-2 15,1 1 1,-6 5-16,-2 2 16,-7 6-16,-2 1 15,-12 4-15</inkml:trace>
  <inkml:trace contextRef="#ctx0" brushRef="#br0" timeOffset="84898.35">7704 1961 0,'0'0'0,"0"0"0,12-5 16,35-11-1,47-16-15,19-8 16,24-6-16,6 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26:03.57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14829 501 0,'0'0'0,"0"0"0,0 0 15,0 0-15,0 0 16,0 0-16,0 0 16,0 0-16</inkml:trace>
  <inkml:trace contextRef="#ctx0" brushRef="#br0" timeOffset="746.48">14817 518 0,'0'0'0,"0"0"15,0 0-15,0 0 16,0 0-16,0 0 16,-2 2-16,2-2 15,-16 21 1,-6 5-16,-5 5 15,-3 2-15,0 0 16,0-4-16,3-3 16,5-4-16,4-4 15,5-5-15,3-3 16,4-3-16,6-7 16,-9 7-1,9-7-15,0 0 16,0 0-16,-8 8 15,8-8-15,0 0 16</inkml:trace>
  <inkml:trace contextRef="#ctx0" brushRef="#br0" timeOffset="1104.83">14866 620 0,'0'0'0,"0"0"16,0 0-16,0 0 15,0 0 1,1 4-16,5 5 15,5 10-15,3 3 16,2 3-16,1-3 16,2-2-16,0-1 15,0-2-15,0 0 16,-3-5-16,-2-1 16,-5-3-16,-9-8 15,16 12-15,-16-12 16,14 9-1</inkml:trace>
  <inkml:trace contextRef="#ctx0" brushRef="#br0" timeOffset="2154.44">14484 1001 0,'0'0'0,"0"0"0,0 0 16,0 2-16,0-2 16,0 0-16,0 0 15,-3 8-15,3-8 16,0 0-16,-5 9 16,1 0-16,-9 8 15,-2 4 1,-1 0-16,0-3 15,2-4-15,1-2 16,1-2-16,2-3 16,10-7-16,-15 10 15,15-10-15,0 0 16,-9 8-16,9-8 16,0 0-16,0 0 15,0 0 1,0 0-16,0 0 15,0 0-15,0 0 16,0 0-16,0 0 16</inkml:trace>
  <inkml:trace contextRef="#ctx0" brushRef="#br0" timeOffset="2621.64">14656 975 0,'0'0'0,"0"0"0,0 0 16,0 0-16,0 2 15,5 5-15,1 4 16,3 6-1,2 2-15,3 1 16,1 0-16,2 1 16,0-4-16,-2 0 15,-1-2-15,0-2 16,-2-3-16,-2-2 16,-3-1-16,-7-7 15,9 8 1,-9-8-16,0 0 15,9 9-15,-9-9 16</inkml:trace>
  <inkml:trace contextRef="#ctx0" brushRef="#br0" timeOffset="3480.15">14220 1349 0,'0'0'0,"0"0"0,0 0 15,-3 2-15,3-2 16,-10 10-16,-4 3 15,-6 5 1,-2 4-16,3-3 16,0 0-16,3-3 15,1-2-15,3-1 16,1-2-16,3-3 16,2-2-16,6-6 15,-7 7-15,7-7 16,0 0-16,0 0 15,0 0 1,0 0-16</inkml:trace>
  <inkml:trace contextRef="#ctx0" brushRef="#br0" timeOffset="3832.07">14228 1397 0,'0'0'0,"0"0"16,0 0-16,5 3 15,-5-3-15,16 15 16,-4-3-16,2 4 16,2 4-16,1 2 15,0 1-15,1 0 16,-1-1-16,-1-2 15,-2 0-15,1-2 16,-3-3 0,-1-1-16,-1-2 15,-2-2-15,-1-1 16,-7-9-16,9 9 16,-9-9-16,0 0 15</inkml:trace>
  <inkml:trace contextRef="#ctx0" brushRef="#br0" timeOffset="4398.49">14806 1455 0,'0'0'0,"0"0"16,0 0-16,0 0 15,0 0 1,0 3-16,-3 8 16,-3 10-16,-2 6 15,0 1-15,0-2 16,-1 1-16,0 1 16,-1-7-16,2-4 15,2-3-15,0-3 16,3-3-16,3-8 15,-5 10-15,5-10 16,0 0 0,0 0-16,0 0 15</inkml:trace>
  <inkml:trace contextRef="#ctx0" brushRef="#br0" timeOffset="4686.05">14844 1448 0,'0'0'0,"0"0"16,0 0-16,0 0 16,3 3-16,3 3 15,5 7-15,4 3 16,2 4-16,2 0 15,-1-3-15,0 0 16,0-1 0,-2-2-16,-2-2 15,-2-4-15,-12-8 16,12 10-16,-12-10 16,8 6-16,-8-6 15,0 0-15</inkml:trace>
  <inkml:trace contextRef="#ctx0" brushRef="#br0" timeOffset="7861.68">13580 1791 0,'0'0'0,"0"0"15,0 0-15,-4-1 16,4 1 0,-10-3-16,10 3 15,-16-5-15,6 2 16,-1 1-16,-3-1 15,-3-2-15,0 2 16,3-1-16,2-1 16,-1-1-16,1 0 15,0 3-15,0 4 16,12-1 0,-15 6-16,15-6 15,0 0-15,-9 8 16,9-8-16,6 11 15,9 2-15,10 3 16,7-1-16,9-2 16,8 1-16,5-3 15,8 3-15,2-4 16,0 0 0,5 2-16,2-3 15,1-2-15,2-4 16,-2-2-16,2 1 15,0-2-15,5 1 16,-3-2-16,1 1 16,2-3-16,1-1 15,2 2 1,-2-2-16,-3 0 16,0-1-16,-2-3 15,0-2-15,0-1 16,-6 1-16,-7 0 15,-5 0-15,-3 1 16,-7-1-16,5 2 16,-7 1-16,-9 0 15,-2-2-15,-3-1 16,-4 1-16,-6 1 16,-4 0-1,-17 8-15,0 0 16,0 0-16,11-8 15,-11 8-15,6-9 16,-4 2-16,-15-30 16,1 13-16,-15 4 15,-8 0 1,-11 3-16,-12 3 16,-5 2-16,10 2 15,-3 2-15,-1 2 16,-7 3-16,-1 0 15,-1 2-15,-6 1 16,-1 1-16,1-1 16,-5 0-16,7 0 15,-3 0-15,0 0 16,0 0 0,1 0-16,3 0 15,-3-1-15,2-1 16,0-1-16,-2-2 15,0 1-15,-1 0 16,1-1-16,-2 1 16,3 1-16,1 0 15,3 3-15,1 0 16,-1 1 0,2 1-16,4 2 15,3 1-15,3 2 16,4 1-16,0 1 15,7 0-15,6-2 16,3 2-16,6 0 16,2-1-16,3 0 15,1 2-15,1 6 16,2 4 0,2 0-16,3 2 15,2-1-15,3 1 16,3 2-16,5 1 15,6 5-15,8 6 16,9 1-16,18-4 16,16-6-16,18-6 15,20-9-15,14-4 16,15-16 0,6 2-16,7-3 15,4-10-15,7 1 16</inkml:trace>
  <inkml:trace contextRef="#ctx0" brushRef="#br0" timeOffset="10083.02">15130 512 0,'0'0'0,"0"0"15,2-2 1,-2 2-16,0 0 15,4-7-15,-4 7 16,0 0-16,0 0 16,3-6-16,-3 6 15,0 0-15,0 0 16,0 0-16,0 0 16,0 0-16,-3 13 15,0 7-15,-3 4 16,1 7-16,-2 3 15,0 0 1,2 4-16,0 4 16,-1 0-16,0 5 15,1 0-15,-1 1 16,1 0-16,0 2 16,0-2-16,0 1 15,-1-2-15,0 1 16,0-4-1,-1-2-15,2-6 16,0-6-16,2-2 16,-1-8-16,1-4 15,1-3-15,0-6 16,2-7-16,-1 8 16,1-8-16,0 0 15,0 0 1,0 0-16,-7-13 15,4-10-15,-1-8 16,-1 0-16,0 0 16,0 3-16,-1 0 15,-3 4-15,-1 3 16,0 6-16,0 3 16,3 3-16,7 9 15,-10-10-15,10 10 16,0 0-16,-11-2 15,11 2 1,-7 7-16,7-7 16,2 15-16,7-5 15,12-1-15,12-7 16,4-10-16,5-9 16,0-2-16,0-4 15,-4 0-15</inkml:trace>
  <inkml:trace contextRef="#ctx0" brushRef="#br0" timeOffset="10515.25">15130 428 0,'0'0'0,"0"0"0,0 0 0,-6 4 15,6-4 1,-19 13-16,7-4 16,4-3-16,8-6 15,-10 8-15,10-8 16,0 0-16,0 0 16,0 0-16,7-22 15,0 4-15,2 1 16,-2 5-16,1 3 15,0 2 1,1 2-16,7 2 16,4 2-16,5 3 15,0 5-15</inkml:trace>
  <inkml:trace contextRef="#ctx0" brushRef="#br0" timeOffset="12919.49">3341 3869 0,'0'0'0,"0"0"16,0 0-16,0 0 15,0 0-15,0 1 16,0-1-16,0 14 15,0 9-15,0 15 16,-1 7-16,-1 0 16,0-3-1,-1 3-15,0-2 16,-1-2-16,1-5 16,1 0-16</inkml:trace>
  <inkml:trace contextRef="#ctx0" brushRef="#br0" timeOffset="17498.25">313 6057 0,'0'0'0,"0"0"15,0 0-15,2-2 16,4-5-16,7-6 16,10-12-16,9-8 15,8-8-15,6-7 16,0-4-1,1-3-15,3-3 16,-2 3-16,0-4 16,-4 6-16,0-1 15,-2 3-15,-2 2 16,-1 0-16,0 2 16,-4 4-16,-2 3 15,-8 9-15,-3 6 16,-1 8-16</inkml:trace>
  <inkml:trace contextRef="#ctx0" brushRef="#br0" timeOffset="19229.64">1929 4967 0,'0'0'0,"0"0"16,0 0-16,3 0 15,-3 0-15,21-9 16,4-3 0,8-7-16,11-10 15,0-5-15,5-3 16,-2-2-16,-2 4 16,3-3-16,-4 1 15,0 0-15,-8 4 16,-2 3-16,-6 6 15,-2 0 1,0 2-16</inkml:trace>
  <inkml:trace contextRef="#ctx0" brushRef="#br0" timeOffset="19594.32">2097 5167 0,'0'0'0,"1"-1"15,-1 1-15,15-20 16,16-15-16,14-12 15,6-1-15,4 1 16,3 0-16,-2 3 16,-1 0-1,-1 2-15,-5 3 16,-1 1-16,-6 5 16,-4 4-16,-5 4 15,-6 4-15,-6 5 16,-7 6-16</inkml:trace>
  <inkml:trace contextRef="#ctx0" brushRef="#br0" timeOffset="20403.68">3312 4570 0,'0'0'0,"0"0"0,0 0 16,0 0-16,0 0 16,0 0-16,0 0 15,0 0-15,3 1 16,-3-1-16,26 10 15,-2-2-15,4-1 16,5-4-16,4-2 16,2-2-1,1-1-15,4-2 16,1-1-16,3-3 16,-1 0-16,-1 0 15,-2 1-15,-3 0 16,-3 1-16,-4 0 15,-2 2-15,-4 0 16,-1 2-16,-4 1 16,-3 1-1,-9 0-15</inkml:trace>
  <inkml:trace contextRef="#ctx0" brushRef="#br0" timeOffset="20766.95">3379 4772 0,'0'0'0,"0"0"15,0 0-15,0 0 16,2-1-16,-2 1 16,33-8-16,0 1 15,13 1 1,1 2-16,3 1 16,3 0-16,-1 1 15,-1 1-15,-4-1 16,0 2-16,-1-1 15,-7 1-15,-2 0 16,-7 0-16,-4 0 16,-8 0-16</inkml:trace>
  <inkml:trace contextRef="#ctx0" brushRef="#br0" timeOffset="21110.42">3237 5047 0,'0'0'0,"0"0"0,0 0 15,0 0-15,10-4 16,14-7-16,21-7 16,8 2-1,6 0-15,3 3 16,1 1-16,-1 3 16,-4 0-16,-6 3 15,-5 0-15,-2 1 16,-2 1-16,-3 1 15,-7 1-15,-7 0 16,-8 0-16</inkml:trace>
  <inkml:trace contextRef="#ctx0" brushRef="#br0" timeOffset="22125.12">1938 5689 0,'0'0'0,"0"0"0,0 0 16,0 0-16,0 0 15,0 0-15,3 4 16,4 5-16,3 5 16,1 4-16,0 3 15,-3 2-15,0 7 16,-3 5 0,-2 2-16,-3-1 15,-3-1-15,-4 4 16,-2 4-16,-1 2 15,-1 0-15,-1 3 16,0 4-16,-2 2 16,-1 2-16,0-1 15,2-3-15,-1-1 16,2-7 0,3-3-16,-2-4 15,5-7-15,1-4 16,3-5-16,3-3 15,2-2-15,0-5 16,2-4-16</inkml:trace>
  <inkml:trace contextRef="#ctx0" brushRef="#br0" timeOffset="22583.18">2228 5840 0,'0'0'0,"0"0"0,0 0 0,0 5 15,0 6-15,-1 13 16,-2 9 0,0 7-16,-1 3 15,0 1-15,1 0 16,0-4-16,-1 0 15,3 1-15,-2 2 16,3 1-16,-1-3 16,0-1-16,0-4 15,1-2-15,-1-4 16,0-5 0,0-1-16,1-3 15,-1-2-15,1-3 16</inkml:trace>
  <inkml:trace contextRef="#ctx0" brushRef="#br0" timeOffset="23269.96">3358 5499 0,'0'0'0,"0"0"0,0 0 16,0 0-16,0 0 16,0 0-16,-3 0 15,3 0-15</inkml:trace>
  <inkml:trace contextRef="#ctx0" brushRef="#br0" timeOffset="23743.99">3434 5520 0,'0'0'0,"0"0"0,0 0 15,0 0-15,-2 3 16,2-3-16,0 0 16,-7 15-16,-3 1 15,-8 8 1,-6 7-16,-1 5 15,-5 3-15,-2 2 16,0 0-16,4-2 16,-1-5-16,5-4 15,3-6-15,2-2 16,2-4-16,4-3 16,2-3-16,2-1 15,1-3 1,2 0-16,0-2 15,6-6-15</inkml:trace>
  <inkml:trace contextRef="#ctx0" brushRef="#br0" timeOffset="24151.67">3696 5576 0,'0'0'0,"0"0"15,0 0 1,0 2-16,0-2 15,-7 13-15,-1 3 16,-8 8-16,-5 6 16,-6 2-16,-4 3 15,-3 0-15,-2 0 16,-1 2-16,2-1 16,1-3-16,4-3 15,5-4-15,3-3 16,2-4-1,4-3-15,3-1 16,2 0-16,3-2 16,5-1-16,4-4 15</inkml:trace>
  <inkml:trace contextRef="#ctx0" brushRef="#br0" timeOffset="24466.1">4075 5604 0,'0'0'0,"0"0"15,0 0-15,0 0 16,0 1-1,0-1-15,-6 14 16,-4 4-16,-9 11 16,-10 5-16,-4 3 15,-6 3-15,-5 3 16,-3 3-16,-1 1 16,4-4-16,4-3 15,8-8-15</inkml:trace>
  <inkml:trace contextRef="#ctx0" brushRef="#br0" timeOffset="30099.3">4450 8241 0,'0'0'0,"0"0"0,0 0 0,0 0 15,3 0-15,-3 0 16,0 0-16,17 0 16,-2 0-16,4 0 15,4-1-15,0 0 16,3 0 0,0-1-16,1-1 15,-1 2-15,-2-1 16,-1 1-16,1-1 15,1 0-15,-1-2 16,3-1-16,1-1 16,1-2-16,-2 0 15,-1 1 1,0 0-16,0-1 16,0 1-16,2 2 15,0 4-15,1 2 16,-2 1-16,-2-1 15,-1 1-15,1 0 16,-1-1-16,0 1 16,-3 0-16,1-1 15,0 0-15,1 1 16,1 0 0,-1 0-16,1 0 15,-2-1-15,5-2 31</inkml:trace>
  <inkml:trace contextRef="#ctx0" brushRef="#br0" timeOffset="32541.46">4790 3921 0,'0'0'0,"0"0"15,0 0-15,0 0 16,5 0-16,6 0 16,10 0-1,12 0-15,8-2 16,5-1-16,6-2 15,0-3-15,1-1 16,4-1-16,-2-2 16,1 2-16,-2-1 15,-4 1-15,0 0 16,-4 2-16,0-2 16,1 2-16,0 3 15,-2-2-15,-2 3 16,4 0-1,0 0-15,0 1 16,-2 1-16,-1 0 16,0 0-16,-3 2 15,-3 0-15,-6 0 16,0 0-16,-2 1 16,-1 0-16,-2 1 15,-3 0-15,-2-1 16,-2 1-1,0-1-15,1 2 16,1-1-16,3 1 16,-2 0-16,-2-3 15,-2 3-15,-1-2 16,-1 1-16,-1-1 16,-2 0-1,-1-1-15,0 1 16,-1 0-16,0 1 15,-2-1-15,-10-1 16,14 3-16,-14-3 16,0 0-16,12 3 15,-12-3-15,0 0 16,0 0-16,0 0 16,0 0-16,0 0 15,0 0-15,5-13 16,-15-8-1,-7-6-15,0 1 16,2 3 0,-2 0-1,1 3-15,3 3 16,5 6-16,8 11 16,-8-10-16,8 10 15,0 0-15,-4-7 16,4 7-1,0 0-15,0 0 16,0 0-16,0 0 16,0 0-16,21 9 15,-3 1-15,0 1 16,-1 0-16,-2-1 16,1 1-16,-2 0 15,-1 0-15,0 1 16,-2-2-1,-1 0-15,-2-1 16,-4-1-16,0 0 16,-4 3-16,-15 16 15,-20 11-15,-22 15 16</inkml:trace>
  <inkml:trace contextRef="#ctx0" brushRef="#br0" timeOffset="33015.15">4937 3564 0,'0'0'0,"-2"3"0,2-3 0,-3 7 0,-14 14 16,-17 11-16,-6 3 16,-1 5-16,1-5 15,3 4-15,4 4 16,6-8-16,2-1 16,8-8-16,4-6 15,4-6-15,5-4 16,1-1-1,3 0-15,3 2 16,10 4-16,12 2 16,15 2-16,18 2 15,9-2-15</inkml:trace>
  <inkml:trace contextRef="#ctx0" brushRef="#br0" timeOffset="36349.53">7371 4002 0,'0'0'0,"0"0"0,0 0 15,0 0-15,0 0 16,0 0-16,0 0 16,6 1-16,5 1 15,6 1-15,10 0 16,10 1 0,9-3-16,3-3 15,4-1-15,3 0 16,2-1-16,4-1 15,1 0-15,2-2 16,1 0-16,1-1 16,-2 0-1,1 1-15,0 0 16,-4 0-16,0 0 16,0 2-16,0-1 15,-3 0-15,0 1 16,-1 0-16,-5 1 15,-2 2-15,-5 0 16,-3 0-16,-6 2 16,-4 0-1,-6 0-15,-4 0 16,-6 0-16,-5 0 16,-12 0-16,14 0 15,-14 0-15,0 0 16,0 0-16,0 0 15</inkml:trace>
  <inkml:trace contextRef="#ctx0" brushRef="#br0" timeOffset="36735.58">8857 3703 0,'0'0'0,"0"0"15,0 0 1,5 2-16,-5-2 16,16 9-16,-1-1 15,1 1-15,2 4 16,1 0-16,1 1 15,-1 1-15,1 1 16,-1 1-16,-5-1 16,-1-1-16,-3-4 15,-3-1-15,0 1 16,-4 6 0,-2 3-16,-7 6 15,-8 2-15,-6 2 16,-6 0-16,-2-3 15,-5 2-15</inkml:trace>
  <inkml:trace contextRef="#ctx0" brushRef="#br0" timeOffset="37243.1">7595 3765 0,'0'0'0,"0"0"0,0 0 16,0 0-16,0 0 15,-3 1-15,3-1 16,0 0 0,0 0-16,-13 13 15,-7 4-15,-9 7 16,-2 2-16,-1 0 15,-1 5-15,1-2 16,4-1-16,6-4 16,5-5-16,5-4 15,3-5-15,2-1 16,3-3 0,4-6-16,-6 11 15,6-5-15,2 3 16,12 5-16,13 6 15,20 4-15,19-2 16</inkml:trace>
  <inkml:trace contextRef="#ctx0" brushRef="#br0" timeOffset="42852.44">10669 3835 0,'0'0'0,"0"0"0,0 0 15,0 0-15,0 0 16,0 0 0,0 0-16,4-3 15,-4 3-15,0 0 16,16-9-16,-16 9 16,13-10-16,-7 3 15,0 0-15,3-2 16,-1-1-16,3-2 15,0 2-15,2 1 16,-1 1-16,-1 2 16,0 0-1,0 1-15,0 0 16,-1 0-16,-10 5 16,16-6-16,-16 6 15,16-2-15,-16 2 16,21-1-16,-7 2 15,2 1-15,2 2 16,-1-1-16,-1-1 16,0 3-1,-3-3-15,0-1 16,-2 0-16,0 0 16,1 0-16,0 0 15,1 3-15,0-2 16,0 2-16,0 1 15,0 0 1,-1 3-16,-1-1 16,1 3-16,1 0 15,0 2-15,-1-2 16,-2-1-16,-2-1 16,0-2-16,0 1 15,-8-7-15,12 10 16,-12-10-16,12 10 15,-12-10-15,12 10 16,-12-10 0,15 12-16,-6-6 15,-1 1-15,0-1 16,2 1-16,0 0 16,2-2-16,0-1 15,1-1-15,-2 0 16,0 0-16,0-1 15,-1 0-15,-10-2 16,19 3-16,-19-3 16,19 4-1,-7-1-15,1-1 16,2 3-16,-2-1 16,-2-1-16,0 0 15,1 0-15,1-1 16,0-2-16,2-3 15,2-1-15,3-6 16</inkml:trace>
  <inkml:trace contextRef="#ctx0" brushRef="#br0" timeOffset="44567.25">10061 3244 0,'0'0'0,"2"0"0,-2 0 0,16 0 15,-2 0 1,6 0-16,4 0 16,4 0-16,0 0 15,-1-1-15,-3-1 16,-3 1-16,1-3 15,0-1-15,-1-1 16,0 0-16,-4 0 16,-5 0-16,0 1 15,-4-2 1,-1 1-16,1-2 16,-8 8-16,5-11 15,-5 11-15,2-12 16,-5 3-16,-4-2 15,-7-2-15,-5-2 16,-2 3-16,-7 2 16,-3 2-16,-8 3 15,-5 3-15,4 0 16,-2 4 0,1 1-16,-1 1 15,1 3-15,5-2 16,3 2-16,4 1 15,4 0-15,2 0 16,6 0-16,2-1 16,4-1-16,1 1 15,2 0 1,0-1-16,8-6 16,-9 12-16,6-3 15,3 2-15,4 2 16,10 1-16,7-2 15,17-1-15,17-3 16,7-6-16,12-5 16,1-4-16,-6 0 15,4-3 1,-9 0-16,-3-1 16,-11 1-16,-9 1 15</inkml:trace>
  <inkml:trace contextRef="#ctx0" brushRef="#br0" timeOffset="45812.56">10134 3881 0,'0'0'0,"0"0"0,0 0 16,0 0-16,0 0 16,-1 3-1,1-3-15,-3 6 16,0 3-16,-3 7 15,-2 3-15,2-1 16,-1 1-16,0 0 16,2 0-16,-1 0 15,2-3-15,-1 0 16,2-2-16,-2 1 16,1 2-1,-1 0-15,1-1 16,-1 0-16,1-1 15,1-1-15,-1 0 16,1-1-16,2-1 16,0 0-16,1-1 15,1-1-15,0-3 16,-1-7-16</inkml:trace>
  <inkml:trace contextRef="#ctx0" brushRef="#br0" timeOffset="46214.38">10244 3903 0,'0'0'0,"0"0"0,0 0 16,0 0-16,1 3 16,-1-3-16,8 12 15,-1-1-15,1 4 16,2 1-16,0 3 16,0-2-16,-1 0 15,-3-2 1,2 1-16,0 0 15,-2-2-15,2 1 16,-1 1-16,1 0 16,-1-2-16,-2-1 15,1-1-15,1 2 16,0-2-16,-1-1 16,-3-4-16,-3-7 15,0 0-15</inkml:trace>
  <inkml:trace contextRef="#ctx0" brushRef="#br0" timeOffset="46839.15">10875 3951 0,'0'0'0,"0"0"0,0 0 15,0 2-15,0-2 16,-7 18-16,-4 3 16,-7 8-16,-7 4 15,-1 0-15,-1-1 16,4-3-16,-2 0 16,5 0-16</inkml:trace>
  <inkml:trace contextRef="#ctx0" brushRef="#br0" timeOffset="47120.21">10913 3994 0,'0'0'0,"0"0"0,0 0 0,5 0 0,6 3 15,11 4-15,4 6 16,0 2-16,-4 1 16,-1-1-1,0 4-15,1-1 16,-1 1-16,0-1 15,-1-2-15,0-3 16</inkml:trace>
  <inkml:trace contextRef="#ctx0" brushRef="#br0" timeOffset="51836.25">12821 4009 0,'0'0'0,"0"0"16,0 0-16,0 0 15,-2 2 1,2-2-16,0 0 16,0 0-16,0 0 15,0 0-15,-2 9 16,2-9-16,11 12 15,10-8-15,12 2 16,10-6-16,13-9 16,7-5-16,2-5 15,5-1-15,-1 0 16,-3 1 0,3-2-16,-15 7 15,-3 0-15,-7 3 16,-4 1-16,-2 3 15</inkml:trace>
  <inkml:trace contextRef="#ctx0" brushRef="#br0" timeOffset="53699.01">12207 3863 0,'0'0'0,"3"3"0,-3-3 15,19 13-15,3-4 16,12-6-16,2-4 16,8 0-16,7 0 15,1 0-15,8 1 16,5-1 0,2 0-16,2 3 0,4 1 15,2 1 1,8 1-16,-6-3 15,7-7-15,-7-1 16,1 1-16,-1 1 16,-10 7-16,5 3 15,-6-1-15,-4 1 16,-1 0-16,-5 2 16,-2 6-1,-4-4-15,-6 1 16,-2-3-16,-2-2 15,-2-2-15,-3-4 16,-14 0-16,-5-1 16,-16 1-16,15 0 15,-15 0-15,10 0 16,-10 0-16,0 0 16,0 0-1,0 0-15,0 0 16,0 0-16,0 0 15,6-10-15,-6 10 16,-9-13-16,-1 3 16,-7-1-16,1 2 15,-4 0-15,1 3 16,-1-2-16,0 1 16,4 1-1,2 0-15,0 3 16,3-1-16,1 1 15,10 3-15,-13-4 16,13 4-16,0 0 16,-10-2-16,10 2 15,0 0-15,0 0 16,0 0-16,0 0 16,10 11-1,9-1-15,6 2 16,-1 0-16,-1-1 15,0 0-15,1 1 16,-2-2-16,-8-3 16,-14-7-16,9 17 15,-9-2 1,-8 5-16,-8 4 0,-18 2 16,-5-1-1,-3-1-15</inkml:trace>
  <inkml:trace contextRef="#ctx0" brushRef="#br0" timeOffset="54331.35">12435 3627 0,'0'0'0,"0"0"16,0 2-16,0-2 15,0 0-15,0 0 16,0 0-16,-11 11 16,-2 0-16,-7 2 15,-12 4-15,-4 5 16,-5 2-16,-2 1 16,1-1-16,6-2 15,3-2-15,5-1 16,4-1-1,2-3-15,11-6 16,5-1-16,2 0 16,2 0-16,0 0 15,4 3-15,10 5 16,13 4-16,16 5 16,-2-8-16,19 2 15,5 0 1</inkml:trace>
  <inkml:trace contextRef="#ctx0" brushRef="#br0" timeOffset="55363.75">12780 3344 0,'0'0'0,"0"0"0,0 0 15,0 3-15,0-3 16,-1 14-16,-1-2 16,0 9-16,3-3 15,2-2-15,0-5 16,-1-3-1,2 1-15,-1-2 16,4 2-16,-2-2 16,-5-7-16,9 9 15,-9-9-15,7 7 16,-7-7-16,12 7 16,-1-4-16,6-2 15,4-5-15,3-5 16,6-7-1,7-4-15,12-9 16,5-7-16,-2 2 16,-1 0-16,0 1 15,2 1-15,2 5 16,-4 4-16,-5 4 16,-8 2-16,-9 5 15,-4 1-15,-5 3 16,-1 0-1,4-2-15,9-3 16</inkml:trace>
  <inkml:trace contextRef="#ctx0" brushRef="#br0" timeOffset="56855.65">13482 3459 0,'0'0'0,"0"0"15,0-2-15,0 2 16,-2-7-16,2 7 16,0 0-16,0 0 15,0 0-15,-3-7 16,3 7-16,0 0 15,0 0 1,0 0-16,0 0 16,-10 7-16,10-7 15,-9 11-15,3-4 16,1 4-16,-1 2 16,0 0-16,2-2 15,1 2-15,0-1 16,1 1-16,-1 5 15,2-9 1,-1 0-16,2-1 16,1 1-16,1 4 15,-2-13-15,0 0 16,0 0-16,14-5 16,-1-2-16,1-1 15,7-3-15,5-1 16,2-2-16,5-1 15,2-2-15,3-6 16,-3 3 0,2-1-16,1-3 15,5-6-15,2 0 16,-2 0-16,-3 2 16,-2 3-16,2 1 15,-3 4-15,-3 0 16,2 1-1,-6 4-15,-3 3 16,-8 3-16,-6 3 16,-1 1-16,-12 5 15,17-8-15,-17 8 16,9-4-16,-9 4 16,0 0-16,0 0 15,0 0-15,0 0 16,0 0-16,0 0 15</inkml:trace>
  <inkml:trace contextRef="#ctx0" brushRef="#br0" timeOffset="66467.03">5363 3324 0,'0'0'0,"0"0"0,0 0 16,4 0-16,-4 0 15,19 12-15,1-1 16,5 5-16,4 1 16,3 2-1,2-1-15,0-2 0,3 0 16,-2-1 0,3 1-16,2-1 15,-1-2-15,1 2 16,-4-5-16,4 2 15,-3-1-15,-1 2 16,-4-1-16,-4 0 16,-2-1-16,-4-2 15,-3-1 1,-5-1-16,-5-3 16,-9-4-16,12 8 15</inkml:trace>
  <inkml:trace contextRef="#ctx0" brushRef="#br0" timeOffset="67509.17">5226 4135 0,'0'0'0,"0"0"0,0 0 15,0 0-15,0 0 16,5 0-16,6 0 15,10-4-15,10-4 16,7-7-16,8-6 16,2-3-16,2-4 15,2-3-15,2-3 16,-2 2 0,1 0-16,-4 2 15,-2 1-15,3-1 16,-8 4-16,0 1 15,-4-1-15,-7 3 16,-4 1-16,-4 5 16,-7 4-16,-3 3 15,-3 2 1,-10 8-16,13-9 16,-13 9-16,0 0 15,0 0-15,0 0 16,10-6-16,-10 6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0-16,10 0 16,-10 0-16,2-12 15</inkml:trace>
  <inkml:trace contextRef="#ctx0" brushRef="#br0" timeOffset="68467.52">5302 3153 0,'0'0'0,"0"0"0,0 0 15,-3-1-15,3 1 16,0 0-16,-13-5 16,13 5-1,-12-6-15,12 6 16,-18-9-16,8 4 15,-2 1-15,0 0 16,0 2-16,1 2 16,0 3-16,1 2 15,-2 1-15,0 6 16,1 3 0,1 2-16,1 0 15,2 1-15,0 2 16,2 3-16,1 2 15,1 5-15,4 0 16,2 0-16,4-3 16,1-5-16,-1-3 15,6 1-15,4 2 16,4-2-16,4-1 16,-1-5-16,0-8 15,0-2 1,0-4-16,0-1 15,2-6-15,1-3 16,1-4-16,-3-1 16,-4-1-16,-4-6 15,-3-8-15,0-5 16,-5-3-16,-1 4 16,-4 0-1,-6-1-15,-5 2 16,-4-2-16,-3 8 15,-1 6-15,-3 4 16,-4 4-16,-1 5 16,1 2-16,-1 6 15,-1 7-15,-1 6 16,-2 8-16,0 7 16,2 9-1</inkml:trace>
  <inkml:trace contextRef="#ctx0" brushRef="#br0" timeOffset="69274.67">5309 3891 0,'0'0'0,"0"0"0,0 0 16,-3 0-16,3 0 16,-16 0-1,3 0-15,-1 1 16,-1 0-16,-1 2 15,1 3-15,-2 3 16,-2 7-16,1 5 16,-1 5-16,4-2 15,3 1-15,0 0 16,2-1-16,1 1 16,1 3-1,3 0-15,5-1 0,3 1 16,4-3-1,3-1-15,2-2 16,4-3-16,1-2 16,7-1-16,10-5 15,1-3-15,-1-5 16,-6-4-16,-4-2 16,5-3-16,4-3 15,1-1 1,-5-4-16,-10 1 15,-4-11-15,-3-5 16,1-3-16,-4-2 16,-5 4-16,-4-1 15,-6-2-15,-7-2 16,-4 1-16,-4 3 16,-2 7-1,-2 2-15,0 5 16,5 6-16,3 2 15,0 3-15,1 2 16,1 1-16,5 2 16,10 1-16,-14-2 15</inkml:trace>
  <inkml:trace contextRef="#ctx0" brushRef="#br0" timeOffset="71653.4">6433 3370 0,'0'0'0,"0"0"16,0 0-16,0 0 15,0 0 1,0 0-16,0 0 16,-3 0-16,3 0 15,-12-3-15,12 3 16,-20-4-16,8 3 16,-6 0-16,-4 2 15,-8 2-15,0 3 16,-1 3-16,-2 5 15,5 5 1,2 3-16,4-1 16,3 10-16,0 5 15,3 6-15,5 1 16,4-9-16,-2 10 16,4 3-16,6-2 15,12 1-15,1-9 16,5 5-1,6-2-15,3-4 16,5-4-16,2-10 16,2-2-16,11-6 15,-2-6-15,-1-5 16,-6-6-16,0-5 16,4-8-16,-2-9 15,-2-3-15,-10-2 16,-1 1-16,-2-3 15,-4-3 1,-2-2-16,-5-13 16,-4 0-16,-8 1 15,-9-2-15,-4 11 16,-3 3-16,-4 6 16,4 9-16,-5 1 15,0 3-15,-4-1 16,-3 2-16,3 5 15,0 4 1,1 0-16,4 2 16,1 3-16,2 0 15,2 3-15,1 0 16,0 0-16,1 0 16,0 1-16,10-1 15,-14 2-15,14-2 16,0 0-16,-10 3 15,10-3 1,0 0-16,0 0 16,0 0-16,-10 0 15,10 0-15</inkml:trace>
  <inkml:trace contextRef="#ctx0" brushRef="#br0" timeOffset="75109.58">6674 3626 0,'0'0'0,"0"0"0,0 0 16,1 3-16,-1-3 15,3 11-15,-1-2 16,-1 1 0,2 1-16,1 1 15,0 2-15,5 0 16,3-1-16,4-1 15,0-5-15,7-3 16,6-6-16,3-5 16,11-8-16,4-5 15,4-6 1,0-5-16,-8 0 0,-5 1 16,-4 2-1,-7 5-15,-4 5 16,-6 3-16,-4 4 15,-1 2-15,5 0 16,4-5-16</inkml:trace>
  <inkml:trace contextRef="#ctx0" brushRef="#br0" timeOffset="88089.85">5847 8361 0,'0'0'0,"0"0"0,0 0 16,5-1-1,-5 1-15,23-3 16,5-1-16,6-1 16,3-2-16,2 1 15,-3-1-15,-3 2 16,0 0-16,-7 1 15,-2 1-15,-7 0 16,-1 1-16,-3 1 16,-13 1-1,18-4-15,-18 4 16,15-2-16,-15 2 16,15-1-16,-15 1 15,14-2-15</inkml:trace>
  <inkml:trace contextRef="#ctx0" brushRef="#br0" timeOffset="91266.4">12495 8178 0,'0'0'0,"0"0"0,0 0 16,0 0-1,0 0-15,0 0 16,0 0-16,0 0 15,0 0-15,2 2 16,-2-2-16,0 0 16,0 0-16,14 4 15,-14-4-15,17 3 16,-5 0-16,1-1 16,4-4-1,1-1-15,0 0 16,2-1-16,-4 0 15,1 1-15,-3 1 16,-1-1-16,-1 1 16,-12 2-16,16-3 15,-16 3-15,0 0 16,13-3 0,-13 3-16,0 0 15,0 0-15,10 0 16,-10 0-16,0 0 15,0 0-15,0 0 16,0 0-16,0 0 16,0 0-16</inkml:trace>
  <inkml:trace contextRef="#ctx0" brushRef="#br0" timeOffset="114715.1">2125 8352 0,'0'0'0,"0"0"0,0 0 16,0 0-16,0 0 16,0 1-16,0-1 15,0 0-15,17 10 16,-4-5 0,2-1-16,3-1 15,2-1-15,2-2 16,0-2-16,1-4 15,2-1-15,1-2 16,-1 0-16,1 0 16,0 0-16,-1 0 15,0 0-15,0 0 16,-2 3 0,-1 1-16,1 1 15,1 0-15,1 2 16,4 1-16,1 0 15,-2 1-15,-1 0 16,-2 0-16,0 1 16,3 0-16,2 1 15,1 2 1,0-1-16,-5-1 0,0 0 16,1 0-16,1 1 15,0 0 1,-1-1-16,-2 0 15,-3 0-15,-2 0 16,1-1-16,0 2 16,2 0-16,1 1 15,-1 1-15,-1-1 16,-1 0-16,-2 0 16,1-1-16,0 2 15,0-2 1,1 0-16,-1 1 15,-3-2-15,1 0 16,-4 1-16,1-1 16,2 0-16,1-1 15,0-1-15,-1 1 16,1 0 0,-2 0-16,0-1 15,-1 0-15,1 0 16,1 0-16,-2 0 15,2 0-15,3-1 16,2-1-16,1 2 16,-2-1-16,0 0 15,-1 0-15,-1 1 16,0-2-16,0-1 16,1 0-1,-1-1-15,0 2 16,-2-2-16,1 2 15,0 0-15,-2 1 16,-2 0-16,1 1 16,-2 0-16,-1 0 15,1 0-15,0 0 16,0 0-16,-2-1 16,-1 0-1,0 0-15,-10 1 16,17-1-16,-17 1 15,18-2-15,-18 2 16,19 0-16,-19 0 16,15 0-16,-15 0 15,18 0-15,-18 0 16,18 0-16,-18 0 16,19 0-16,-8 0 15,1 0 1,-1 0-16,-1 0 15,-10 0-15,18 0 16,-8 0-16,1 0 16,2 0-16,1 0 15,1 0-15,1 0 16,2-1 0,1-2-16,1 1 0,1-4 15,4 1 1,0-1-16</inkml:trace>
  <inkml:trace contextRef="#ctx0" brushRef="#br0" timeOffset="132463.63">6872 3687 0,'0'0'0,"0"0"0,0 0 0,0 0 16,0 0-16,0 0 15,0 0-15,0 0 16,0 0-16,0 0 16,0 0-16,0 0 15,0 0-15,0 1 16,0-1-16,-5 14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28:27.08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6821 2020 0,'0'0'0,"0"0"0,-3 0 16,3 0-16,0 0 15,0 0-15,0 0 16,18 8-16,-4-1 15,5 0-15,1 0 16,2-1-16,3 1 16,0-1-1,4-1-15,0-3 16,0 0-16,3-2 16,-1 0-16,-1 0 15,2-1-15,3 0 16,0-1-16,-1 0 15,-2 1-15,0-1 16,-1 0-16,1 1 16,-1-1-16,1 0 15,-1 1-15,0-1 16,0 1 0,-1-1-16,0 1 15,-1-1-15,-1 1 16,0 0-16,1 0 15,-3 0-15,-1 1 16,-3 0-16,-1 0 16,-2 1-16,1 0 15,-1 0-15,1 0 16,0 0 0,-2 0-16,0-1 15,-1 1-15,1-1 16,1 2-16,0-1 15,0-1-15,1 0 16,1-1-16,2-1 16,1 1-16,0 0 15,2-1-15,6 0 16,6 0-16,1-2 16,1 2-1,0-1-15,-3 1 16,1-1-16,-3 0 15,-3 2-15,2 0 16,0-1-16,6 0 16,6 0-16,6 1 15</inkml:trace>
  <inkml:trace contextRef="#ctx0" brushRef="#br0" timeOffset="4398.85">5057 5375 0,'0'0'0,"0"0"0,0 0 16,0 0-16,0 0 16,0 0-16,0 0 15,0 0-15,0 0 16,3 2-16,-3-2 15,0 0 1,16 4-16,-16-4 16,15 6-16,-15-6 15,18 10-15,-8 0 16,-1 3-16,0 1 16,-1 4-16,0 3 15,-3-1-15,0 0 16,-2 2-16,-1 2 15,1 11-15,-1 3 16,-1-2 0,1-3-16,-1-9 15,0 0-15,-1 1 16,1-1-16,0 0 16,0 0-16,-1-5 15,1-4-15,-1-3 16,0-3-16,0-9 15,0 10-15,0-10 16,0 0 0,-1 7-16,1-7 15,-12 6-15,-1-5 16,-6-2-16,-5-2 16,1-1-16,-1 0 15,2 0-15,2 0 16,2 0-16,4-1 15,1 0-15,3 1 16,10 4-16</inkml:trace>
  <inkml:trace contextRef="#ctx0" brushRef="#br0" timeOffset="5677.07">8188 5317 0,'0'0'0,"0"0"0,0 0 16,0 0 0,0 0-16,0 0 15,0 0-15,1 2 16,-1-2-16,0 0 16,17 1-16,-3-2 15,6-1-15,4-2 16,-1 1-16,-1-1 15,-3 2-15,-3 0 16,-2 0-16,-4 0 16,1 1-1,0-1-15,-1 2 16,1 4-16,0 2 16,2 1-16,-3 2 15,-3 1-15,0 3 16,-1 2-16,-1 1 15,0 1-15,-1 2 16,-3 0-16,1 3 16,-1 1-1,-2-2-15,0-3 16,0 1-16,0-1 16,0-1-16,0 1 15,0 0-15,0 2 16,1 2-16,-1 1 15,0-2-15,0-1 16,1 0-16,-1-1 16,0 2-1,0-1-15,-1 2 16,-2 0-16,-2-1 16,-2-1-16,-2-3 15,1-4-15,-2-1 16,-5-1-16,-6-1 15,-11-1-15,-3-2 16,1-1-16,2-3 16,2-1-1,-3-2-15,0-1 16,0 0-16,7 0 16,3 1-16</inkml:trace>
  <inkml:trace contextRef="#ctx0" brushRef="#br0" timeOffset="7287.94">11642 5333 0,'0'0'0,"0"0"0,0 0 15,0 0-15,0 0 16,0 0-16,0 0 16,6-2-16,5-1 15,9-4 1,6-1-16,3 1 16,0 0-16,-3 2 15,3 0-15,-5 1 16,2 0-16,1 1 15,-7 2-15,-3 3 16,-4 0-16,-1 3 16,-2 2-16,-1 4 15,-1 4-15,-2 1 16,0 6 0,-3 5-16,-3 3 15,-3 3-15,0-5 16,-1-1-16,1-3 15,0-2-15,-1 4 16,0 0-16,0 2 16,0-3-16,2 1 15,2-2-15,-1-1 16,2-1-16,1-3 16,-2-1-1,2-1-15,-1 0 16,-1 1-16,2-3 15,-1-2-15,0-6 16,-1-7-16,1 10 16,-1-10-16,0 10 15,0-10-15,0 7 16,0-7 0,-10 6-16,-13 0 15,-9 0-15,-1-2 16,-6-2-16,-4 0 15,-3-1-15,4 0 16,4-1-16,6 0 16,0 0-16,3 0 15,3 0 1</inkml:trace>
  <inkml:trace contextRef="#ctx0" brushRef="#br0" timeOffset="10966.6">12474 4026 0,'0'0'0,"0"0"16,0 0-16,0 0 16,0 2-16,0-2 15,0 0-15,0 0 16,0 0-1,0 0-15,13 4 16,14-4-16,21-1 16,8 0-16,2-2 15,6 0-15,1 1 16,1 0-16,0-1 16,-3 2-16,-7-1 15,1 0-15,-5 1 16,-2-1-1</inkml:trace>
  <inkml:trace contextRef="#ctx0" brushRef="#br0" timeOffset="11861.35">13006 4764 0,'0'0'0,"0"0"16,0 1-16,0-1 15,0 0-15,7 13 16,-5-6 0,-2-7-16,0 0 15,0 0-15,14 3 16,4-2-16,13 5 16,15 4-16,12 2 15,12 5-15,4-1 16,3-2-16,9-4 15,-6-2-15,5-12 16,4-8-16,-10 6 16</inkml:trace>
  <inkml:trace contextRef="#ctx0" brushRef="#br0" timeOffset="13176.46">12990 5428 0,'0'0'0,"0"0"15,-1 1-15,1-1 16,0 0-16,0 0 15,0 0-15,-2 7 16,2-7-16,0 0 16,0 0-1,0 0-15,-2 6 16,1 1-16,0 2 16,-1 1-16,1 2 15,0-1-15,-1 5 16,0-1-16,1-2 15,0-1-15,0-7 16,0 3-16,1-8 16,0 14-1,4-4-15,10 0 16,7 1-16,10 1 16,10 0-16,6 0 15,2-2-15,8-8 16,6-14-16,7 2 15,3-2-15,1 2 16,5 16-16,-3-4 16,-2 1-16,0 0 15,-4-2 1,3 1-16,-3-1 16,-9 1-16,-1 0 15,-5-5-15</inkml:trace>
  <inkml:trace contextRef="#ctx0" brushRef="#br0" timeOffset="21728.96">9545 7442 0,'0'0'0,"0"0"0,0 0 15,0 0-15,0 0 16,0 0-16,0 0 16,3 2-16,-3-2 15,17 2-15,5-2 16,9-5-16,9-3 15,7-5-15,0-2 16,4-2-16,0-3 16,-3 0-16,0-2 15,-4 1-15,-6 4 16,-6 4 0,-6 1-16,-6 3 15,-4 2-15,-5 0 16,-1 4-16,0-6 15</inkml:trace>
  <inkml:trace contextRef="#ctx0" brushRef="#br0" timeOffset="25988">8018 8321 0,'0'0'0,"0"0"0,4 0 15,-4 0-15,15 2 16,-15-2-1,13 2-15,-13-2 16,11 1-16,-11-1 16,18 2-16,-5-2 15,3 1-15,-1-1 16,3-1-16,1-2 16,0-2-16,0 2 15,-1-1-15,-2 1 16,0 0-1,0-1-15,-1 1 16,0 0-16,0-1 16,3 1-16,-1 0 15,-1 0-15,-1-1 16,2 1-16,2 0 16,-2 0-16,1 0 15,3-1-15,1 1 16,-1 0-1,0 0-15,1-1 16,-1 1-16,1-1 16,-1 1-16,1 0 15,1 0-15,2 0 16,-1 0-16,0-1 16,-1 0-16,-2 0 15,2 1-15,-2-2 16,2 0-1,-1 0-15,-2 1 16,-1-1-16,-3 1 16,-1 0-16,-1 1 15,2-2-15,0 2 16,1-1-16,2 0 16,1-1-16,1 2 15,2 1-15,-1-1 16,2-1-16,3 0 15,6 0-15,3-5 16</inkml:trace>
  <inkml:trace contextRef="#ctx0" brushRef="#br0" timeOffset="29400.93">9772 8529 0,'0'0'0,"0"0"16,0 0 0,2 1-16,-2-1 15,0 0-15,0 0 16,0 0-16,8 6 15,-8-6-15,0 0 16,20 4-16,3 0 16,9-2-16,7-3 15,3-1 1,3-3-16,-3 1 16,-1-2-16,-3 0 15,-4 1-15,1-1 16,-3 2-16,0-1 15,1 0-15,1 0 16,5-1-16,3 0 16,6 0-16,6-2 15,2 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29:10.44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3130 7368 0,'0'0'0,"0"0"0,0 0 15,0 0-15,1 2 16,-1-2-16,0 0 16,11 0-16,7 0 15,11 0-15,10 3 16,14 3-16,3 3 15,6 4-15,5 3 16</inkml:trace>
  <inkml:trace contextRef="#ctx0" brushRef="#br0" timeOffset="2315.15">4531 7300 0,'0'0'0,"0"0"16,0 1-16,0-1 15,0 0-15,0 0 16,-2 8-16,2-8 16,0 0-16,0 6 15,0-6-15,1 9 16,0-3 0,1 2-16,-1 0 15,0 2-15,1-1 16,1 0-16,0-2 15,0 1-15,1-2 16,0 1-16,-1 0 16,2-1-16,2 1 15,2 2-15,2-1 16,2 0 0,3-1-16,-1-2 15,4 0-15,1-1 16,-1-2-16,0-1 15,-2-1-15,-1 0 16,2 0-16,1 0 16,1 0-16,1 0 15,0 0 1,1 0-16,-2 0 0,-1 0 16,-3 1-1,1 1-15,0 0 16,2 2-16,2 1 15,-2 0-15,1 1 16,-1-1-16,-2 1 16,1-2-16,0 1 15,2 1-15,0-1 16,1 2 0,0-4-16,-3 1 15,0-2-15,2 0 16,0-1-16,1-1 15,-1-2-15,-1 0 16,-1 0-16,-2-1 16,-1 1-16,-2 1 15,-2-1-15,-11 2 16,18-7 0,-18 7-16,15-12 15,-10 3-15,-3-2 16,0-2-16,-3-1 15,-1 0-15,-2 1 16,0 2-16,1 1 16,-1 2-16,4 8 15,-8-10-15,8 10 16,-7-9 0,7 9-16</inkml:trace>
  <inkml:trace contextRef="#ctx0" brushRef="#br0" timeOffset="3742.46">6165 7389 0,'0'0'0,"0"0"0,0 0 16,0 0-16,0 0 16,0 0-16,2 1 15,-2-1-15,0 0 16,0 0-16,9 11 16,-2-5-1,-7-6-15,9 11 16,-9-11-16,7 11 15,-7-11-15,8 11 16,-8-11-16,7 10 16,-7-10-16,7 8 15,-7-8-15,5 7 16,-5-7-16,10 5 16,-10-5-16,16 5 15,-16-5 1,19 1-16,-7-2 15,3-1-15,4-1 16,1-1-16,5-3 16,0 0-16,-4 1 15,-1-1-15,-3 1 16,-1 1-16,3-1 16,3-3-1,4 0-15,-2 0 16,1 3-16,-3 2 15,-3 1-15,-3 2 16,0 0-16,3-1 16,1 0-16,-1 0 15,-1-1-15,-3 2 16,2-1-16,0 0 16,-1 1-16,-1 1 15,-3 0 1,-2 0-16,1 0 15,-11 0-15,17 0 16,-17 0-16,13 0 16,-13 0-16,0 0 15,11 0-15,-11 0 16,0 0 0,0 0-16,0 0 0,9-5 15,-9 5 1,2-15-16,-2 5 15,-2 0-15,-1 0 16,-1 2-16,0 1 16,4 7-16,-6-11 15,6 11-15,-5-7 16,5 7-16,0 0 16,0 0-16,-5-7 15,5 7-15,0 0 16,0 0-16</inkml:trace>
  <inkml:trace contextRef="#ctx0" brushRef="#br0" timeOffset="6901.61">4309 6709 0,'0'0'0,"0"0"16,0 1-16,0-1 15,0 0-15,9 9 16,-9-9-16,27 14 15,3-11-15,7-1 16,9-5 0,5-6-16,6-6 15,5-3-15,3-1 16,3-1-16,6-1 16,4 1-16,1 3 15,5 2-15,-1 5 16,3 2-1,4 3-15,0-2 16,5 1-16,4 0 16,1-1-16,11 0 15,-4 1-15,-2 2 16,-6-1-16,-4 1 16,-2 1-16,2 4 15,-8 2-15,-5 2 16,-5 4-16,-9 0 15,-1 2 1,-12 0-16,-1 1 16,-9-2-16,-6-1 15,-4-1-15,-8 0 16,-6-2-16,-6-1 16,-3-1-16,-1 0 15,-11-4-15,15 11 16,-8-4-16,-1 1 15,-2 8-15,0 7 16,-2 5 0,-4 3-16,-1 5 15,-1 1-15,-3 13 16,-4 3-16,2 3 16,-6 27-1,9 5 1,14 3-16,-3-19 15,2-29 1,1-9-16,-1-3 16,0-2-16,-1-4 15,-1 3-15,-1-7 16,0-3-16,-4-4 16,-1-5-16,-6-2 15,7-7-15,-15 9 16,1-5-16,-6-1 15,-4-1 1,-8-1-16,1-1 16,-7-1-16,-5-4 15,0-1-15,-4 0 16,-5 1-16,-8 0 16,-4 3-16,6 3 15,5 3-15,-6 2 16,-1 0-16,1 0 15,-6 0-15,2 1 16,-2 0 0,-4-2-16,4 1 15,-2-2-15,-7 1 16,8-2-16,-4 0 16,1 0-16,8 0 15,-4-1-15,6 0 16,3 0-16,3-2 15,1 1-15,2-2 16,-3 1 0,3 0-16,2 0 15,0 0-15,1 0 16,4 0-16,1 0 16,2 0-16,-3 0 15,2 0-15,4 0 16,0 2-16,1 0 15,-2 1 1,1 0-16,6-1 16,1 0-16,2 1 15,1-1-15,2 1 16,3-1-16,3-1 16,0 1-16,2-1 15,4-2-15,2-1 16,1 0-16,10 2 15,-16-6-15,16 6 16,-16-12 0,6 3-16,-3-5 15,0-7-15,0-6 16,1-7-16,2 0 16,1-1-16,3-4 15,-1-5-15,2-2 16,2-1-16,1 1 15,2-1-15,2-2 16,0 2-16,3 3 16,0 0-1,3 3-15,-1 0 16,-2 4-16,1 6 16,-2 5-16,-1 6 15,0 3-15,-2 5 16,0 4-16,-1 8 15,0-9 1,0 9-16,0 0 16,0 0-16,0 0 15</inkml:trace>
  <inkml:trace contextRef="#ctx0" brushRef="#br0" timeOffset="11256.66">7564 6586 0,'0'0'0,"0"0"16,0 0-16,0 0 15,-2 0-15,2 0 16,0 0-16,0 0 15,0 0-15,0 0 16,16-3-16,-2 1 16,5-1-16,7-1 15,5 1 1,4 1-16,-2-1 16,2 0-16,0 2 15,2-1-15,3-1 16,0 0-16,-2 1 15,4 0-15,0 0 16,5-1-16,-3 0 16,1 1-16,-2-1 15,1-2 1,-4 0-16,-1 0 16,1-2-16,-2 2 15,2-1-15,-2 0 16,0 1-16,0-1 15,-5 1-15,0 0 16,-1 1-16,-1-1 16,2 0-16,-3 2 15,-1 3 1,1 0-16,1 0 16,1 0-16,-3 0 15,-1 2-15,-1 1 16,-1 1-16,0 1 15,-1 0-15,-1-1 16,2 1-16,-3 0 16,1-1-16,-2 0 15,-1-1 1,-1 1-16,0-1 16,0 0-16,1 1 15,-1 1-15,-2 0 16,-2-1-16,0 0 15,3 0-15,3 1 16,2 0-16,1-1 16,-2 1-16,-2-1 15,-3-1 1,-1 1-16,2-2 16,2 0-16,3 0 15,3 0-15,-1-2 16,-2 0-16,-2 0 15,-3-1-15,2-1 16,1 0-16,4-1 16,2-1-1,-2 0-15,-4 2 16,-2-1-16,-1 0 16,-1 1-16,2-2 15,0-1-15,-2 1 16,-1-1-16,-2 1 15,1-1-15,-3 2 16,2-1-16,0 1 16,-1 1-16,-2 1 15,-1 1 1,-1 0-16,-10 0 16,16 0-16,-16 0 15,10 0-15,-10 0 16,0 0-16,10 0 15,-10 0-15,0 0 16,0 0-16,10 0 16,-10 0-16,0 0 15,10 2-15,-10-2 16,0 0 0,0 0-16,13 8 15,-13-8-15,0 0 16,7 8-16,-7-8 15,0 0-15,0 0 16,7 8-16,-7-8 16,0 0-16,0 0 15,6 6 1,-6-6-16,0 0 16,0 0-16,6 7 15,-6-7-15,6 7 16,-6-7-16,6 9 15,-3-3-15,1 2 16,0 1-16,0 0 16,0 0-16,0 0 15,-2 1 1,2 1-16,-2 1 16,0 1-16,1 2 15,0 2-15,0 1 16,0 0-16,-1-3 15,1-1-15,-1-1 16,0-1-16,2 2 16,-1 0-16,0 0 15,0 4 1,1 4-16,2 1 16,-2-1-16,-1-4 15,0-2-15,0 0 16,0 1-16,1-2 15,-1 2-15,-1-2 16,2 1-16,-1 4 16,0 1-16,2 1 15,-3-4-15,-1-3 16,0 0 0,2-1-16,-2-2 15,1 2-15,-1-1 16,1 3-16,0 0 15,2-2-15,-1-2 16,0 0-16,1 2 16,-1 1-16,1-2 15,-2-4-15,-2-9 16,2 11-16,-2-11 16,1 6-1,-1-6-15,0 0 16,0 8-16,0-8 15,0 0-15,-4 9 16,4-9-16,-11 10 16,11-10-16,-17 11 15,7-7-15,-1-1 16,-3-1 0,-1-2-16,-6-1 15,0 0-15,-1 1 16,2-1-16,0 1 15,1 1-15,1-1 16,-2 2-16,-4-1 16,-7 1-16,-3 0 15,6 1-15,4 0 16,5-1 0,2-1-16,2 1 15,0 0-15,0-1 16,-5 2-16,-2-1 15,1-1-15,2 1 16,4-1-16,2-1 16,-3-1-16,1 0 15,0-1-15,-1 0 16,-6-2-16,-3 0 16,-4 1-1,4-1-15,2 1 16,2 1-16,-2 0 15,-3 0-15,-3-2 16,-4 1-16,0 2 16,3 2-16,1 0 15,1 0-15,-7 1 16,-2-1-16,1 0 16,6 0-16,2 0 15,-3 1 1,-7-1-16,0 1 15,2-1-15,7 1 16,1 0-16,-4 0 16,-4 1-16,-1-1 15,2 0-15,8 0 16,0 0-16,-5 0 16,-5-1-1,-2 1-15,4-1 16,6 2-16,-5-3 15,-5 2-15,0 0 16,4 0-16,6-1 16,0 0-16,-6 0 15,-5-1-15,1 0 16,3 0 0,5 0-16,-8 0 15,-4 0-15,-1 0 16,5 0-16,4 0 15,-2 0-15,0 0 16,0 0-16,6 0 16,2 0-16,1 3 15,-4 1-15,-3 2 16,-2-1-16,6 0 16,5-1-1,1 0-15,1 1 16,1 0-16,-1 1 15,4-1-15,1-1 16,2 0-16,3 0 16,2-2-16,1-1 15,11-1-15,-17 1 16,17-1-16,-13-1 16,13 1-1,-10-2-15,10 2 16,0 0-16,-13-8 15,13 8-15,-8-8 16,8 8-16,-7-12 16,5 3-16,0 0 15,-1-1-15,-1-2 16,1-2-16,-2-4 16,1 1-1,0-2-15,1 0 16,2 1-16,-1-1 15,1 0-15,-1-1 16,0-2-16,1 1 16,0-2-16,-1 1 15,1-2-15,-1 0 16,0 2-16,0 1 16,0 2-16,-1 1 15,-1 1 1,1 0-16,-2-2 15,0 0-15,-1-2 16,2 3-16,-1 0 16,2 1-16,-2 0 15,1 0-15,0 0 16,0 2-16,1-2 16,-2 1-1,2-1-15,0 1 16,-1 0-16,2 0 15,1 1-15,0-2 16,1 0-16,1 2 16,0 0-16,1 2 15,0 3-15,-1 0 16,1 1-16,-1 1 16,1 1-16,-1 1 15,-1 6 1,3-11-16,-3 11 15,2-8-15,-2 8 16,0 0-16,0 0 16,2-7-16,-2 7 15,0 0-15,12-7 16,-12 7-16,23-10 16,-6 5-16,5 0 15,3 2 1,5 1-16,1 2 15,1 0-15,-1 1 16,1 0-16,-4-1 16,-2 1-16,-1 0 15,-4 0-15,-1 0 16,-3 0-16,-3-1 16,-3 0-16,-11 0 15,14 0 1,-14 0-16,0 0 15</inkml:trace>
  <inkml:trace contextRef="#ctx0" brushRef="#br0" timeOffset="16743.07">4820 5721 0,'0'0'0,"1"-1"0,-1 1 15</inkml:trace>
  <inkml:trace contextRef="#ctx0" brushRef="#br0" timeOffset="17347.95">6579 5797 0,'0'0'0,"0"0"0,0 0 16,0 0-16,0 0 15,-1 4-15</inkml:trace>
  <inkml:trace contextRef="#ctx0" brushRef="#br0" timeOffset="18214.47">4824 5732 0,'0'0'0,"0"0"0,0 0 16,0 0-1,0 0-15,0 0 16</inkml:trace>
  <inkml:trace contextRef="#ctx0" brushRef="#br0" timeOffset="20377.46">5856 4825 0,'0'0'0,"0"0"0,0 0 15,0 0-15,0 0 16,0 0-16,3 0 15,-3 0 1,16 3-16,1-1 16,4-2-16,11-3 15,1-1-15,5-3 16,0 2-16,-1-3 16,0 0-16,3-2 15,0 0-15,1 0 16,-1 0-1,-7 2-15,-2 1 16,-1 1-16,-3-1 16,-1 1-16,-1 2 15,-5 1-15,-4 1 16,-4 1-16,-12 1 16,18 0-16,-18 0 15,11 1-15,-11-1 16,0 0-1,11 3-15,-11-3 16,10 3-16</inkml:trace>
  <inkml:trace contextRef="#ctx0" brushRef="#br0" timeOffset="26721.29">6383 5751 0,'0'0'0,"0"0"0,-3-1 15,3 1-15,0 0 16,0 0-16,0 0 16,0 0-16,0 0 15,-9-7 1</inkml:trace>
  <inkml:trace contextRef="#ctx0" brushRef="#br0" timeOffset="31849.58">13318 4971 0,'0'0'0,"0"0"0,0 0 16,0 0-16,0 0 15,0 3-15,0-3 16,2 6-16,1 0 15,0 3-15,2 0 16,0 0-16,0-1 16,2 1-16,0-1 15,0 1 1,-1-3-16,-6-6 16,10 9-16,-10-9 15,10 8-15,-10-8 16,12 8-16,-12-8 15,17 5-15,-3-6 16,7-4-16,12-7 16,12-14-16,17-10 15,11-10 1,2-3-16,-4 2 16,-9 5-16,-9 7 15,-5 3-15,-5 2 16,-4 5-16,-4 2 15,-7 8-15,-7 5 16,-2 1-16,-3 3 16,-2 1-16,-1 2 15,-3 1-15,-10 2 16,13 0 0,-13 0-16,0 0 15,10 5-15,-10-5 16,0 0-16</inkml:trace>
  <inkml:trace contextRef="#ctx0" brushRef="#br0" timeOffset="33672.05">10942 4959 0,'0'0'0,"0"0"15,0 0-15,0 0 16,0 0-16,5 2 15,6 1-15,6 1 16,5 0-16,4 0 16,4-2-16,4-1 15,8-1-15,1-3 16,3-3-16,0 1 16,1-3-1,-1 1-15,-1 0 16,5 0-16,-1-1 15,1 0-15,-1 1 16,-1-1-16,-3 1 16,-1 0-16,-5 0 15,-1 1-15,-4 0 16,-2 0-16,-3 1 16,-3 2-1,-6-2-15,-5 2 16,-2-1-16,-3 1 15,-10 3-15,17-9 16,-10 0-16,0-3 16,-2-4-16,-3-2 15,-3-4-15,-3-2 16,-2-4 0,-4-4-16,-2-1 15,-3-1-15,-1 1 16,-2 2-16,0-1 15,-2-2-15,0 0 16,0-1-16,0 3 16,1-1-16,1 3 15,-1 0-15,1 1 16,-2 0 0,0 3-16,-2 1 0,0 5 15,0 1 1,-3 2-16,0 3 15,-4 1-15,-3 3 16,-3 1-16,-3 2 16,-2 3-16,4 2 15,5 1-15,1 0 16,2-1-16,2 2 16,3-1-1,4 0-15,1 0 16,2 1-16,1-1 15,2 0-15,2 0 16,0 1-16,0-1 16,0 0-16,1 0 15,10 1-15,-14-2 16,14 2-16,-11-1 16,11 1-1,-17 1-15,6 5 16,-4 3-16,-1 3 15,0 3-15,1 3 16,0 6-16,-3 6 16,4 2-16,0 1 15,1 1-15,2 0 16,0 3-16,3-1 16,2 2-16,4-3 15,2-1 1,0 0-16,1 1 15,2 3-15,4 0 16,0-4-16,2-2 16,1 2-16,0-1 15,1 2-15,0-4 16,-2-1-16,1-3 16,-3-3-1,0-3-15,-1-2 16,-2-4-16,0-1 15,-2-5-15,1-3 16,-3-6-16,3 9 16,-3-9-16,0 0 15,0 0-15,3 6 16,-3-6-16,0 0 16</inkml:trace>
  <inkml:trace contextRef="#ctx0" brushRef="#br0" timeOffset="35203.51">10893 7487 0,'0'0'0,"0"0"16,0 0-16,0 0 15,3 2-15,-3-2 16,14 3-1,-1-3-15,6-2 16,4-1-16,-2 1 16,1-2-16,-4 2 15,2-1-15,1 1 16,5-1-16,-2 1 16,2 0-1,-2-1-15,-1 1 16,-2 1-16,-2 0 15,-1 1-15,0 1 16,-2-1-16,-2 0 16,-2 1-16,-2-1 15,-10 0-15,15 2 16,-15-2-16,0 0 16,11 3-16,-11-3 15,0 0-15,0 0 16,0 0-16,0 0 15,0 0 1,0 0-16,0 0 16,0 0-16,0 0 15,0 0-15,-12 2 16,-14-5-16,-5-1 16,-1-1-16,3 0 15,7 2 1,4 0-16,3 1 15,3 0-15,1 0 16,0 1-16,11 1 16,-15-3-16,15 3 15,-11-1-15,11 1 16,0 0-16,0 0 16,0 0-16,0 0 15,0 0-15,0 0 16,0 0-1,0 0-15,0 0 16,0 0-16,0 0 16,14-4-16,12 1 15,8-3-15,6-2 16,-1-1-16,-1 1 16,-3 1-16,-3-1 15,-3 3-15,-4 1 16,-5-1-16,-4 2 15,-3 1 1,-3 0-16,-10 2 16,11-2-16,-11 2 15,0 0-15,0 0 16,0 0-16,0 0 16,0 0-16,-22-13 15</inkml:trace>
  <inkml:trace contextRef="#ctx0" brushRef="#br0" timeOffset="36659.58">10855 7887 0,'0'0'0,"0"0"16,0 2-16,0-2 15,2 9-15,1 2 16,1 8-16,1 8 15,2 6-15,2 6 16,1 2 0,0-1-16,-1-3 15,-3-8-15</inkml:trace>
  <inkml:trace contextRef="#ctx0" brushRef="#br0" timeOffset="37143.53">10762 7953 0,'0'0'0,"0"0"0,2-1 16,-2 1-16,11-13 15,3 0-15,8-2 16,9-1-16,7 3 16,5 2-1,4 5-15,-1 6 16,1 5-16,-6 5 16,-2 6-16,-6 2 15,-7 3-15,-6 2 16,-6-2-16,-6 0 15,-5-3-15,-4 0 16,-10 5 0,-10 4-16,-7 3 15,-8 1-15,3-7 16,2-6-16,-4-5 16,-3-1-16,-1-1 15,5-3-15,7-3 16,7-1-16,2-2 15,2-2-15,1-3 16,3-2-16,4-2 16,3-5-1,6-3-15</inkml:trace>
  <inkml:trace contextRef="#ctx0" brushRef="#br0" timeOffset="37733.4">11440 8014 0,'0'0'0,"0"0"15,0 0-15,0 0 16,0 3-16,0-3 16,0 0-1,13 10-15,2-5 16,8-5-16,4 0 16,-3-4-16,-1-7 15,-1-3-15,-4-8 16,-4-1-16,-3-2 15,-6 0-15,-3 3 16,-5 1 0,-6 1-16,-5 0 15,-5 5-15,-9 7 16,-1 7-16,1 6 16,-2 7-16,2 7 15,0 8-15,3 4 16,6 9-16,6 4 15,9 1-15,6 1 16,7-1-16,6-5 16,3 0-16,9 0 15,7-8 1,2-6-16,2-9 16,-3-6-16,-3-4 15,-1-1-15,5-5 16,-2-7-16,-2-3 15,-4-3-15,-11-9 16</inkml:trace>
  <inkml:trace contextRef="#ctx0" brushRef="#br0" timeOffset="38350.6">11841 7956 0,'0'0'0,"1"4"0,2 2 16,6 11-16,3 5 15,4 7-15,0 4 16,0 6-16,-3 2 15,0-2-15,-2-4 16,-2-6 0,-2-7-16,-3-6 15,-2-3-15,-1-6 16,-1-7-16,0 0 16,0 0-16,-18-17 15,-1-11-15,4-6 16,1-5-16,5 4 15,4 1-15,3 2 16,2 2-16,5 1 16,3 0-16,3 3 15,5 3 1,1 2-16,1 5 16,4 7-16,-1 7 15,5 9-15,3 8 16,5 14-16,-1 7 15,-4 10-15,-6 4 16,-5 1-16,-2-3 16,-1-4-16,-3-7 15,-1-5 1,-1-7-16,-3-11 16,-3-4-16,-4-10 15,0 0-15,19-2 16,-7-23-16</inkml:trace>
  <inkml:trace contextRef="#ctx0" brushRef="#br0" timeOffset="38957.25">12507 8089 0,'0'0'0,"0"0"16,3 0-16,-3 0 16,15-2-16,-15 2 15,16-1-15,-16 1 16,12-3 0,-12 3-16,10-16 15,-7-4-15,-5-10 16,-7-6-16,-5 2 15,-4 5-15,-2 5 16,-2 6-16,1 5 16,1 4-16,4 4 15,-1 4 1,1 3-16,2 5 16,-1 6-16,3 3 15,6 5-15,5 7 16,5-1-16,8 2 15,-1-3-15,6 0 16,7 2-16,6 2 16,2-2-16,-1-2 15,-3-5-15,-5-3 16,-6-5 0,-6-5-16,-11-8 15,15 10-15,-15-10 16,0 0-16,2 7 15,-2-7-15,-15 11 16,-9-4-16,-5 0 16,-2-4-16,8-1 15,7-2 1,4-1-16,2-1 16,10 2-16,-16-10 15,11-2-15,0-5 16,8-4-16</inkml:trace>
  <inkml:trace contextRef="#ctx0" brushRef="#br0" timeOffset="39473.68">12757 8085 0,'0'0'0,"0"0"0,3 1 15,-3-1-15,14 7 16,-2-2-16,3 2 16,3-1-16,1-1 15,2-5-15,-1-6 16,-1-2 0,-2-3-16,-4 1 15,-2-1-15,-4-6 16,-1-1-16,-2-8 15,-4 0-15,-4 3 16,-3 5-16,-2 5 16,-3 3-16,-4 2 15,-4 1-15,-3 3 16,1 7-16,1 12 16,3 8-1,1 5-15,4 0 16,4 2-16,4 10 15,2 2-15,4-1 16,5-6-16,2-12 16,12 0-16,9-3 15,7-2 1,4-7-16,-5-6 16,7-5-16,7-5 15,-4-1-15,-8-3 16,-13-6-16,-7-3 15,-4 0-15</inkml:trace>
  <inkml:trace contextRef="#ctx0" brushRef="#br0" timeOffset="39969.1">12558 8079 0,'0'0'0,"0"0"0,0 0 15,0 0-15,0 0 16,0 0-16,0 0 16,-2 1-1,2-1-15,-16 19 16,-2 1-16,-5 5 15,-1 0-15,3-1 16,-2-2-16,4-4 16,-2 3-16,-2 0 15,0-3 1,1 0-16,5-8 16,3 0-16,2-3 15,1-1-15,11-6 16</inkml:trace>
  <inkml:trace contextRef="#ctx0" brushRef="#br0" timeOffset="40696.8">12541 8256 0,'0'0'0,"0"0"16,0 0-1,0 0-15,0 3 16,0-3-16,0 13 15,-1 3-15,-3 6 16,-1 4-16,-1-1 16,0-6-16,1 0 15,-1 4-15,-2 0 16,-3-2-16,0-3 16,1-3-1</inkml:trace>
  <inkml:trace contextRef="#ctx0" brushRef="#br0" timeOffset="45068.17">10473 5380 0,'0'0'0,"0"3"0,0-3 0,0 0 0,0 17 15,-1 5-15,-1 8 16,1 6-16,-1 9 16,0 0-16,1 8 15,0 4-15,0 5 16,-1 4-16,3-1 15,1-3-15,2-2 16,2-10-16,0-9 16,0-8-1,1-10-15,1-4 16,-1-6-16,0-5 16,-7-8-1</inkml:trace>
  <inkml:trace contextRef="#ctx0" brushRef="#br0" timeOffset="45739.75">10481 5365 0,'0'0'0,"0"0"0,0 0 16,0 0-16,6 0 15,4 2-15,5 0 16,4 0-16,0 1 15,-2 0-15,-2-1 16,0 0-16,-1 2 16,-2 1-1,-1 2-15,-2 3 16,-1 4-16,-1 6 16,-3 5-16,-3 7 15,-3 7-15,-4 2 16,-3 7-16,1-4 15,-1 1-15,1 0 16,-2 3 0,4-2-16,5 1 15,3-1-15,3-3 0,3 1 16,4-4 0,-1-6-16,-1-4 15,-1-5-15,-1-2 16,-3-7-16,1 0 15,-3-5-15,0-2 16,0-3-16,-3-6 16,0 8-1,0-8-15,-26 11 16,-4-5-16,-4-4 16,2-6-16,3-1 15,3-4-15,5 1 16</inkml:trace>
  <inkml:trace contextRef="#ctx0" brushRef="#br0" timeOffset="47248.78">10597 6340 0,'0'0'0,"0"0"16,0 0-16,0 2 15,0-2 1,0 0-16,0 0 16,5 6-16,-5-6 15,13 11-15,-4-4 16,3-3-16,2 3 15,2-3-15,5 1 16,2-1-16,4-1 16,2 0-16,-4-2 15,-1-1 1,-3 0-16,0 0 16,3 0-16,-1 0 15,1 0-15,-2 0 16,-3 0-16,-3 0 15,-6 0-15,-10 0 16,15 0-16,-15 0 16,0 0-16,12 0 15,-12 0 1,0 0-16,0 0 16,0 0-16,3-9 15,-5 2-15,-1-3 16,-3-3-16,-3-1 15,-4 1-15,-1 0 16,-1 2-16,0 2 16,1 2-16,2 1 15,3 2-15,9 4 16,-14-4 0,14 4-16,0 0 15,-11-1-15,11 1 16,0 0-16,0 0 15,6 10-15,2-3 16,7 0-16,3 1 16,2 0-16,-1 0 15,-3-2 1,-1-1-16,-4-1 16,-11-4-16,17 9 15,-12-2-15,0 2 16,-3 2-16,-4 2 15,-3 1-15,-3 1 16</inkml:trace>
  <inkml:trace contextRef="#ctx0" brushRef="#br0" timeOffset="49588.18">11082 6451 0,'0'0'0,"0"0"16,0 0-16,0 0 16,0 0-16,0 0 15,0 0-15,0 0 16,0 0-16,0 0 16,-3 5-16,-3 4 15,-2 7 1,-4 3-16,0-1 15,-3 1-15,-3-2 16,-1-2-16,1-3 16,5-3-16,3-2 15,10-7-15,-13 7 16,13-7-16,0 0 16,0 0-16,0 0 15,20-5-15</inkml:trace>
  <inkml:trace contextRef="#ctx0" brushRef="#br0" timeOffset="50577.7">14540 5158 0,'0'0'0,"0"0"0,0 0 0,-1-2 0,1 2 16,-12-11-1,1 4-15,-6 0 16,-6 3-16,-1 3 16,2 5-16,1 2 15,2 5-15,0 6 16,5 2-16,3 5 16,5 2-16,6-2 15,5 3-15,8-4 16,7-1-16,6-3 15,2-2 1,2-5-16,-3-2 16,2-3-16,2-4 15,-4-5-15,-4-3 16,-5-2-16,-4-1 16,-4-2-16,-3 1 15,-4-6-15,-4-1 16,-5-4-1,-9-3-15,-5 0 16,-5 0-16,-3 6 16,0 5-16,0 5 15,3 5-15,4 2 16,3 4-16,4 2 16,4 2-16,2 7 15</inkml:trace>
  <inkml:trace contextRef="#ctx0" brushRef="#br0" timeOffset="51102.15">14383 5821 0,'0'0'0,"0"0"16,0 0-16,-4-2 16,4 2-16,0 0 15,0 0-15,-12 14 16,4 5-1,3 3-15,3 2 16,5 0-16,8-1 16,1-2-16,5-1 15,4-6-15,-2-1 16,-1-3-16,0-4 16,0-2-16,0-5 15,1-3-15,-1-4 16,-3-2-16,-5-2 15,-3-7 1,-3 0-16,-3 0 16,-5 1-16,-3 0 15,-2 2-15,-2 3 16,-2 5-16,-2 2 16,-1 0-16,0 4 15,2 4-15,4 4 16,4 8-16</inkml:trace>
  <inkml:trace contextRef="#ctx0" brushRef="#br0" timeOffset="51626.59">14414 6498 0,'0'0'0,"0"0"15,0 0-15,0 0 16,0 0-16,-3 0 15,3 0 1,-19 10-16,5 4 16,-2 3-16,5 2 15,6 4-15,2 6 16,6 4-16,3-4 16,2-7-16,2-3 15,6 3-15,2 0 16,-1-6-16,-1-5 15,1-5 1,0-2-16,3-7 16,1-7-16,-1 0 15,-2-3-15,-5-3 16,-6-2-16,-6-8 16,-5 2-16,-5 0 15,-3 2-15,1 6 16,-2 2-16,3 4 15,0 1-15,-4-4 16</inkml:trace>
  <inkml:trace contextRef="#ctx0" brushRef="#br0" timeOffset="53347.46">14088 5157 0,'0'0'0,"0"0"15,-1-1-15,1 1 16,-1-8-16,3 1 16,2-3-16,6-2 15,3-1-15,12-1 16,8-1-16,10 0 15,15 3-15,1 4 16,9 0 0,4 2-16,-9 2 15,-5 1-15,-8 2 16,-9 1-16,-1 1 16,-4 2-16,-6 1 15,-5 3-15,-5 1 16,0 4-16,-1 3 15,-1 5-15,-4 5 16,-4 2 0,-2 6-16,-2 5 15,-3 4-15,-1-2 16,-2 8-16,-1 2 16,-1 6-16,0 0 15,1 9-15,-1-3 16,5 10-16,3 9 15,2-7 1,3 10-16,2 1 16,0 0-16,2 4 15,-3-9-15,-1-1 16,1-4-16,-3-13 16,0 3-16,-3-10 15,-2-4-15,-4-7 16,-2-13-16,-4-1 15,-1-7-15,-1 1 16,-3-2-16,2-7 16,-3 0-1,0-3-15,-2-4 16,-4 0-16,-1-3 16,-2-1-16,0-1 15,-3-1-15,0-1 16,-3 2-16,1-1 15,2 2-15,1 3 16,4-2 0,0 1-16,3-2 15,-2 2-15,-6 2 16,-4-4-16,-2-4 16,-7-4-16,2-3 15,0 3-15,-5-5 16,1 0-16,0 0 15,0-1-15,4 2 16,0 0 0,4 1-16,0 1 15,3 0-15,0-3 16,4 3-16,3 1 16,-5 2-16,3 4 15,4-2-15,2 0 16,5-2-16,12 3 15,-14-2-15,14 2 16,0 0-16,0 0 16,0 0-1,-10-10-15,8-11 16,2-13-16,3 8 16,2 6-16,3 0 15,2-1-15,2-6 16,2-12-16,-6-2 15,-1-1-15,0 5 16,-1-2-16,-3-1 16,-1 1-1,-2-4-15,0 0 16,0-1-16,0 0 16,0 6-16,0-5 15,0-1-15,0 7 16,0-5-16,0 2 15,2-1-15,4-1 16,-2 2-16,3 7 16,-1-3-1,-2 3-15,3 3 16,-1-4-16,-1 3 16,0 4-16,-1-1 15,-1 4-15,1-2 16,0-1-16,-1 4 15,-1-1-15,0 4 16,-1 1-16,1-2 16,-1-1-1,-1 0-15,-1 2 16,1 4-16,-1 2 16,0 3-16,1 1 15,-1-2-15,-1 3 16,2 0-16,-1 0 15,0 3-15,1 6 16,-2-11-16,2 11 16,-1-7-16,1 7 15,0 0-15,-2-8 16,2 8 0,-10-16-16,-10-2 15</inkml:trace>
  <inkml:trace contextRef="#ctx0" brushRef="#br0" timeOffset="58516.23">13060 4945 0,'0'0'0,"1"1"0,-1-1 0,0 0 16,11 11-16,-2-3 15,4 4 1,1 0-16,4 2 16,10-1-16,5-1 15,11 3-15,6-2 16,5-3-16,4 1 16,3 1-16,-1-1 15,3 0-15,-3 0 16,-4 1-16,-5-2 15,-1 2 1,-4 0-16,2 1 16,0-1-16,-6-1 15,-4 0-15,-2 1 16,-6-1-16,-4-2 16,-7 0-16,-5-2 15,-3 0-15,-12-7 16,13 10-16,-13-10 15,5 10 1</inkml:trace>
  <inkml:trace contextRef="#ctx0" brushRef="#br0" timeOffset="61459.3">12555 6316 0,'0'0'0,"0"0"16,0 0-16,0 0 16,0 0-16,0-2 15,0 2 1,10-9-16,6-3 16,17-1-16,14 0 15,12 5-15,7 1 16,8 2-16,0 2 15,1 3-15,-6 0 16,-3 0-16,0 0 16,-8 0-16,-6 0 15,-5 0 1,-3-1-16,3-5 16</inkml:trace>
  <inkml:trace contextRef="#ctx0" brushRef="#br0" timeOffset="67018.63">4358 7971 0,'0'0'0,"0"0"15,0 0-15,0 0 16,2 0-16,-2 0 16,0 0-16,0 0 15,12-4-15,-12 4 16,22-6-16,-6 0 16,3 0-16,0-1 15,2 1 1,0-1-16,3 0 0,-1-1 15,0 1 1,-2 1-16,1 1 16,-2 1-16,0 0 15,-1 0-15,1 0 16,0 1-16,0-1 16,1 2-16,-3-1 15,1 2-15,-2-1 16,1 1-1,0 1-15,0 0 16,2 0-16,3 0 16,0 0-16,0 0 15,-1 1-15,-2-1 16,0 0-16,0 0 16,1 0-16,2 0 15,2 0 1,1 0-16,-1 0 15,-1 1-15,0 0 16,-1-1-16,0 1 16,3 0-16,1 0 15,1 0-15,-2-1 16,-1 0-16,0 0 16,2 0-16,2 0 15,6 0 1,1 0-16,1 0 15,-3 0-15,3 0 16,2-2-16,5-1 16,-1-2-16,1 0 15,0-2-15,3 0 16,-5-3-16,0 1 16,0-1-16,-1 0 15,1 0-15,-2 0 16,0 3-1,0-2-15,-3 2 16,-1 1-16,1 2 16,0 1-16,-3 2 15,-4 0-15,-3 1 16,0 2-16,2 1 16,-1 1-16,1-2 15,-2 1 1,-3-1-16,-2 0 15,1 0-15,1 0 16,-2 2-16,1-1 16,-1 0-16,-1 1 15,2-2-15,0-2 16,1 3-16,2-2 16,1 0-16,1 1 15,0-1 1,2-1-16,0-1 15,2 1-15,0 0 16,3 0-16,1-1 16,0 0-16,1 0 15,3 0-15,5-1 16,0 0-16,1-1 16,2-2-16,0 2 15,0-1-15,-1 1 16,2-1-1,1 0-15,-2 0 16,2 2-16,-2 2 16,-2 2-16,-1 0 15,0 0-15,-2 2 16,1 0-16,-1 0 16,-3 0-16,2 0 15,-2 1-15,0-3 16,-1 1-1,-1-2-15,-1-1 16,-1 1-16,-2 0 16,-1-1-16,-1-2 15,0-1-15,0 0 16,0 0-16,0-1 16,0 1-16,0 0 15,-2 0-15,1 1 16,1 3-1,0 1-15,4-2 0,-2 1 16,-1 0 0,0 2-16,-1 0 15,-2 0-15,1 1 16,-5-2-16,0 1 16,0-2-16,-2 2 15,1 0-15,-1-1 16,0-1-16,-1 0 15,3-2 1,0-2-16,2 1 16,1-1-16,0 1 15,-1-1-15,1-1 16,-2-2-16,-3 1 16,1 0-16,-1 0 15,2 1-15,1-2 16,-1 2-16,-2-1 15,-1 2 1,-1 1-16,0 0 16,2 2-16,0-1 15,0 1-15,-2 1 16,0 1-16,-2 0 16,-1-1-16,-2 1 15,0 0-15,-1-1 16,3 1-16,1-1 15,1 1 1,-1-1-16,-4 1 16,-2-2-16,0 2 15,0-2-15,0 1 16,0 0-16,-1-1 16,0 1-16,-1 0 15,2-1-15,-1 1 16,0 0-16,0 0 15,-2 0 1,-1 0-16,2-1 16,-1 1-16,1 0 15,0-1-15,1-1 16,0 0-16,-2 1 16,1-1-16,-3 0 15,3-1-15,-1 1 16,0-1-16,-11 2 15,16-2 1,-16 2-16,10-2 16,-10 2-16,0 0 15,0 0-15,10-3 16,-10 3-16,0 0 16,0 0-16,0 0 15,0 0-15,0 0 16,0 0-16,0 0 15,0 0-15,5-6 16,-5 6 0,0 0-16,0 0 15,0 0-15,0-7 16,0 7-16,0 0 16,0-7-16,0 7 15,0 0-15,0 0 16,0-7-16,0 7 15,0 0 1,0 0-16,0 0 16,0 0-16,0 0 15,-10-10-15,-2 2 16,0 0-16,0 1 16,1 0-16,-1 1 15,-1 0-15,-1 2 16,-3-1-16,0 0 15,0 2 1,4 0-16,13 3 16,-14-2-16,14 2 15,0 0-15,-10-2 16,10 2-16,0 0 16,0 0-16,0 0 15,0 0-15,0 0 16,0 0-16,0 0 15,7 7-15,6-2 16,0 1 0,-1-1-16,-1 0 15,0 0-15,0-1 16,-1 0-16,2 0 16,-3 0-16,1 0 15,0 1-15,0 0 16,-2 2-16,0 1 15,-2-2-15,0 3 16,-1-2 0,-2 3-16,-2 0 15,-1-1-15,0 1 16,-3 2-16,-5 2 16,-6 0-16,-5 3 15,-6 2-15,-5-1 16,-8-1-16,1-4 15,-3-1-15,-1-3 16,2-3 0,0-2-16</inkml:trace>
  <inkml:trace contextRef="#ctx0" brushRef="#br0" timeOffset="68283.95">4372 8010 0,'0'0'16,"0"0"-16,0 0 15,0 0-15,-3 0 16,3 0-16,0 0 16,-11-12-16,6 3 15,3-12-15,2-12 16,4-4-16,3 0 15,3-6-15,2 1 16,3 3 0,-1 4-16,1 7 15,0 1-15,-1 2 16,-2 5-16,-2 3 16,-3 6-16,-3 4 15,-4 7-15,6-7 16,-6 7-16,0 0 15,0 0-15,11 10 16,-11 10-16,-6 16 16,-6 8-1,-4-2-15,-1-4 16,1-7-16,3-6 16,3-7-16,2-4 15,2-3-15,2-3 16,4-8-16,-5 10 15,5-10-15,0 0 16,0 0 0,-3 6-16,3-6 15,0 0-15,8 9 16,-1-2-16,3 3 16,3 3-16,4 1 15,2 4-15,2 2 16,2 0-16,-2-1 15,-1 2-15,0 0 16,0 2-16,1 0 16,-2-1-16,1 0 15</inkml:trace>
  <inkml:trace contextRef="#ctx0" brushRef="#br0" timeOffset="74019.11">10797 7458 0,'0'0'0,"0"0"0,0 0 16,4 0-16,-4 0 15,11 0-15,-11 0 16,21 0-16,-8 0 16,3 0-16,4 0 15,3 0-15,3 0 16,1 0-1,0 0-15,-3 0 16,-3-1-16,0 1 16,-2-1-16,-2 0 15,1 0-15,-1-1 16,0 0-16,1 1 16,2-1-16,0 1 15,3-1-15,-1 0 16,1 0-1,-2 1-15,-1-1 16,2 1-16,-1 0 16,-1 1-16,3 0 15,0 0-15,1 1 16,0-1-16,0 0 16,1 0-16,1 0 15,-2 0 1,-1 0-16,-2 0 15,-1 0-15,-3 0 16,-1 0-16,-1 0 16,-2-1-16,1 0 15,-1 0-15,1 0 16,4 0-16,1-1 16,-1 1-16,-3 0 15,-2-1 1,-3 1-16,4-1 15,2 2-15,1-3 16,3 2-16,0-1 16,1 1-16,0-1 15,-4 1-15,-3 0 16,0 0-16,-1 1 16,2 0-16,-1 0 15,-14 0-15,15 0 16,-15 0-16,20 2 15,-7-1 1,-2 0-16,1 0 16,-1-1-16,4 1 15,2 0-15,-3 0 16,4 0-16,-4-1 16,1 1-16,1 1 15,-2-2-15,2 0 16,-1 1-1,1 0-15,-1 0 16,0 0-16,-1-1 16,-1 0-16,-3 0 15,-10 0-15,16 0 16,-16 0-16,10-2 16,-10 2-16,0 0 15,0 0-15,0 0 16,0 0-1,10-2-15,-10 2 16,0 0-16,0 0 16,0 0-16,0 0 15,0 0-15,0 0 16,0 0-16,0 0 16,0 0-16,0 0 15,0 0-15,0 0 16,0 0-16,0 0 15,0 0 1,0 0-16,0 0 16,0 0-16,0 0 15,0 0-15,0 0 16,0 0-16,0 0 16,0 0-16,-12-10 15,-3 3-15,-3 1 16,3 2-16,1 1 15,2 0-15,-3 1 16,-1-1 0,2 1-16,2 0 15,12 2-15,-16 0 16,16 0-16,0 0 16,0 0-16,-11 4 15,11-4-15,0 0 16,0 0-16,0 0 15,0 0 1,0 0-16,-10 5 16,10-5-16,0 0 15,0 0-15,0 0 16,0 0-16,0 0 16,0 0-16,0 0 15,0 0-15,0 0 16,0 0-1,0 0-15,0 0 16,0 0-16,0 0 16,0 0-16,0 0 15,0 0-15,0 0 16,0 0-16,0 0 16,0 0-16,0 0 15,-6-10-15,5 0 16,-2-1-16,-2-1 15,1 3 1,0 0-16,1 3 16,3 6-16,-3-9 15,3 9-15,-2-7 16,2 7-16,0 0 16,0 0-16,0-7 15,0 7-15,0 0 16,0 0-16,0 0 15,0 0-15,0 0 16,11 1 0,3 6-16,3 2 15,2 0-15,-2-2 16,-3 0-16,0-2 16,0 1-16,1 0 15,-1-1-15,1 1 16,-1 0-16,-5-3 15,-9-3 1,15 7-16,-15-7 16,10 8-16,-10-8 15,6 10-15,-6-3 16,-2 2-16,-8 3 16,-5 0-16,-14 4 15,-8-2-15,3-2 16,0-3-16,0-1 15,-3 0 1,-2 1-16,5-1 16,10-4-16</inkml:trace>
  <inkml:trace contextRef="#ctx0" brushRef="#br0" timeOffset="75141.78">10796 7458 0,'0'0'0,"0"0"15,0 0-15,0 0 16,0 0-16,-1 1 16,1-1-16,0 0 15,0 0-15,0 0 16,0 0-16,0 0 15,0 0-15,0 0 16,7-8 0,0-3-16,2-3 15,5-4-15,0-3 16,4-2-16,0 0 16,1 2-16,0 3 15,1 2-15,-1 2 16,-1 2-16,-5 4 15,-3 3-15,-10 5 16,16-7 0,-16 7-16,0 0 15,12-2-15,-12 2 16,0 0-16,7 8 16,-9 3-16,-4 6 15,-6 3-15,-4 2 16,-2-2-16,-3 0 15,-1-1-15,-1-2 16,5-2 0,0-3-16,1-2 15,2-1-15,1-1 16,3-2-16,11-6 16,-17 9-16,17-9 15,0 0-15,-14 6 16,14-6-16,0 0 15,0 0-15,0 0 16,0 0 0,0 0-16,0 0 15,0 0-15,0 0 16,19 5-16,-5-1 16,3 0-16,6 3 15,3 7-15,1 2 16,1 3-16,0 2 15,-2-1-15,-3-1 16,-7-5-16,-3-7 31</inkml:trace>
  <inkml:trace contextRef="#ctx0" brushRef="#br0" timeOffset="79473.78">5467 3640 0,'0'0'0,"0"0"15,0-2-15,0 2 16,0 0-16,0 0 16,-1-7-1,1 7-15,0 0 16,-6-10-16,0 2 15,-2-1-15,-8-1 16,-6 1-16,-8-1 16,-8 6-16,-3 4 15,-1 11-15,6 3 16,6 0-16,7 3 16,7-5-16,4 0 15,4-4 1,2 3-16,2 5 15,4 0-15,5 4 16,8 0-16,4-4 16,7-2-16,2-5 15,1-3-15,0-3 16,-4-2-16,-5-1 16,-5-1-16,-13 1 15,14-2 1,-14 2-16,0 0 15,0 0-15,0 0 16,0 0-16,1 17 16,-12 1-16,-2 2 15,0-2-15,1-2 16,3-4-16,-1 0 16,1 1-16,4 1 15,3 4 1,4-1-16,6 3 15,8-1-15,6 0 16,5-7-16,9-5 16,4-6-16,0-9 15,0-4-15,-9-1 16,-3 1-16,-8 3 16,-5 4-16</inkml:trace>
  <inkml:trace contextRef="#ctx0" brushRef="#br0" timeOffset="82984.08">5872 3744 0,'0'0'0,"0"0"0,0 2 16,0-2-16,0 0 15,0 0-15,0 0 16,0 0-16,0 0 16,-17-4-1,3-2-15,-6-1 16,-1-2-16,3 6 16,2-1-16,1 3 15,2 0-15,2 1 16,-2 4-16,1 10 15,0 4-15,5 1 16,5 2 0,4-3-16,2 5 15,5-1-15,1-3 16,8 0-16,8-4 16,6-8-16,0-3 15,-3-8-15,-2-7 16,-1-8-16,-3-9 15,-2-10-15,-1-1 16,-7-3 0,-2-4-16,-6-3 15,-5 4-15,-2 9 16,-1 2-16,-1 9 16,-2 3-16,-2 1 15,-2 4-15,3 3 16,0 4-16,7 10 15,0 0-15,-13 3 16,4 8 0,1 4-16,3 9 15,1 11-15,7 12 16,7 9-16,5-6 16,5-3-16,6-3 15,1-5-15,1-6 16,-1-9-16,4 0 15</inkml:trace>
  <inkml:trace contextRef="#ctx0" brushRef="#br0" timeOffset="84877.49">5444 4169 0,'0'0'0,"0"0"15,3-1-15,-3 1 16,13-5-16,3-1 15,7 0-15,9 2 16,5 2-16,0 2 16,2 0-16,1 0 15,6 0-15,3 0 16,5 0 0,2-1-16,6-5 15,0 0-15,-3 0 16,-1-1-16,-4 1 15</inkml:trace>
  <inkml:trace contextRef="#ctx0" brushRef="#br0" timeOffset="98784.23">2875 3466 0,'0'0'0,"0"0"0,0 0 16,0 0-16,0 0 15,3 0-15,-3 0 16,13 1-16,0 0 15,6 2-15,6-2 16,7-1-16,3-1 16,1-2-16,-2 0 15,-3-1 1,3-4-16,-1 0 16,1 0-16,0 0 15,-1 1-15,2-2 16,1 1-16,0 0 15,0 2-15,2 4 16,0-1-16,-1 1 16,-3-1-1,-1 2-15,-3-2 16,-1 2-16,-2-1 16,-4 1-16,-3 1 15,-3-1-15,-3 0 16,-4 1-16,-10 0 15,14 0-15,-14 0 16,0 0-16,10 0 16,-10 0-1,0 0-15,0 0 16,0 0-16</inkml:trace>
  <inkml:trace contextRef="#ctx0" brushRef="#br0" timeOffset="99366.57">5063 3311 0,'0'0'0,"0"0"0,0 0 16,0 0-16,0 0 15,4 0-15,11 0 16,20 0-16,9 0 16,4 0-16,2 0 15,1 1-15,2 1 16,0 1 0,-6 2-16,-5 0 15,-4 1-15,0-1 16,-4 3-16,-2 1 15,-2-1-15,0 2 16,-3-2-16</inkml:trace>
  <inkml:trace contextRef="#ctx0" brushRef="#br0" timeOffset="100008.09">7658 3490 0,'0'0'0,"0"0"0,3-1 16,-3 1-16,25-6 15,5-1-15,11-1 16,7 1-16,4 1 15,2 1-15,0-1 16,2 1-16,-2 0 16,-1 0-16,-8 1 15,-4 1-15,-7 0 16,-7 0 0,-5 1-16,-8 0 15,-2 2-15,-12 0 16,13-1-16,-13 1 15</inkml:trace>
  <inkml:trace contextRef="#ctx0" brushRef="#br0" timeOffset="101355.4">9630 2716 0,'0'0'0,"0"0"16,-2-3-16,-2-4 16,-2-4-16,-1-3 15,-1 0-15,0 0 16,-2-2 0,1 3-16,-1-1 15,-3 2-15,-4 2 16,-3-1-16,-5 3 15,2 2-15,-1 5 16,0 7-16,5-1 16,0 3-16,4-1 15,-1 3-15,-2 6 16,-1 5-16,0 2 16,2 4-1,1 5-15,2 4 16,2 2-16,0-1 15,3-3-15,-2 7 16,1 1-16,0-1 16,2-3-16,2 2 15,1 1-15,2-1 16,3-2 0,4-6-16,3-3 15,5-1-15,6 0 16,2-2-16,6 0 15,2-4-15,1-5 16,4-6-16,5-1 16,3-2-16,-2-2 15,-7-3-15,-5-5 16,1-4-16,1-5 16,1-3-1,0-5-15,-4-3 16,-2 0-16,-4-1 15,-1-2-15,-2-4 16,-3-8-16,-4-3 16,-6 0-16,-2 0 15,-1 0-15,-3-5 16,-1-2-16,-7 2 16,-1 6-1,-4 1-15,-5 0 16,-5 2-16,-5-1 15,-1 5-15,-1 3 16,-3 2-16,2 6 16,-3 2-16,-1 2 15,6 3-15,2 3 16,4 4-16,8 3 16,3 2-16,14 2 15,-17 0 1,17 0-16,-10 3 15</inkml:trace>
  <inkml:trace contextRef="#ctx0" brushRef="#br0" timeOffset="105733.79">2989 2691 0,'0'0'0,"0"0"0,0 0 16,0 0-16,0 0 16,0 0-16,0 0 15,0 0-15,0 0 16,-2-1-16,2 1 16,-10-2-16,10 2 15,-18-2-15,7 2 16,2 1-1,-3 1-15,0 1 16,0 1-16,1 0 16,11-4-16,-18 8 15,18-8-15,-16 7 16,16-7-16,-16 10 16,6-3-16,-2 3 15,-2 4 1,0 1-16,1 0 15,3-2-15,0-1 16,0-1-16,2 3 16,-1 0-16,2-2 15,1 2-15,-1 0 16,3-1-16,-2 2 16,2 0-16,0-2 15,0 2 1,1-2-16,0 0 15,1-1-15,1 0 16,0 0-16,0 1 16,1 1-16,1 1 15,0 0-15,2 2 16,1-1-16,0-1 16,0 0-16,1 1 15,2 0-15,-2-1 16,2 1-16,1-3 15,-1 0 1,1 1-16,1-1 16,1-1-16,2 1 15,2 0-15,1 0 16,0-1-16,1 0 16,3-2-16,0-1 15,3 1-15,2 0 16,-1-2-1,2-3-15,1-1 16,1 0-16,2-2 16,-1 1-16,2-1 15,0-1-15,-2 0 16,1-1-16,-1 0 16,0 0-16,1 0 15,0 0 1,1-1-16,1 1 15,-1 0-15,1-2 16,0 1-16,-1-1 16,1 0-16,-1-1 15,-1 1-15,0-1 16,-3 0-16,2 2 16,-2-2-16,-1 3 15,2 0-15,1 1 16,2 1-1,2-1-15,1 0 16,0 1-16,0 1 16,0-1-16,4 1 15,2-1-15,0 0 16,0 1-16,-2-1 16,6 1-16,2 0 15,3-1-15,1 0 16,4 1-16,2-1 15,4-3-15,-4-2 16,1-1 0,2 1-16,-1-1 15,3 1-15,-1 0 16,-2 0-16,3-1 16,-4 1-16,1-1 15,3 1-15,-2 2 16,-2-1-1,1 1-15,1 1 16,-3-1-16,2 0 16,-3 0-16,0 0 15,0 1-15,-1-1 16,0 0-16,2 2 16,1-1-16,-2 0 15,0 0-15,-3 0 16,1 0-1,4 0-15,-6 0 16,5-1-16,-3-1 16,3-2-16,2 0 15,-2 1-15,3 0 16,1-1-16,2-1 16,-1-1-16,4 1 15,-2 1-15,3-2 16,2 2-16,2-1 15,1 2 1,2 1-16,-2 0 16,0 0-16,-3 2 15,4 0-15,-5 0 16,-3 3-16,-2 0 16,-6 2-16,0 1 15,0 1-15,-5-2 16,-3 1-16,-2-2 15,1 1-15,0 0 16,0 0 0,0-3-16,-1 2 15,0-1-15,-2 0 16,0 1-16,-4-1 16,1 0-16,0 0 15,0 1-15,-3-1 16,-4 0-16,-3 0 15,-4 0 1,-1 1-16,1 0 16,0-1-16,1 1 15,-5 1-15,-2-2 16,-4-1-16,-1 0 16,-2 0-16,0-1 15,-2-2-15,0-2 16,-1-2-16,1-1 15,-1-1 1,0-2-16,0-2 16,1-2-16,0-3 15,2-3-15,0-1 16,-3 3-16,-1 1 16,-1 1-16,-1-2 15,0-2-15,1-2 16,-1-3-16,-1 1 15,0 2 1,-2 1-16,1 2 16,-4 2-16,0 0 15,0 0-15,-2-3 16,0-2-16,-2-3 16,-1-1-16,0 3 15,-1-2-15,-1 5 16,-1 0-16,-1-1 15,1 4-15,0 2 16,1 1 0,-1 0-16,0-2 15,-2-1-15,1 2 16,0 1-16,-1-1 16,-2-1-16,-4-1 15,-1 1-15,-4 2 16,-5 3-16,-4 0 15,-7 1 1,-1 1-16,-3 3 16,-1 1-16,-1 3 15,-3-1-15,-5-1 16,-3 0-16,-5 1 16,-6 1-16,-1 0 15,-5 1-15,0 1 16,0-1-16,-7 3 15,0-1-15,0 1 16,-5-1 0,2 0-16,-3 1 15,2 0-15,2-1 16,3 0-16,3 1 16,-3-3-16,9 0 15,5-2-15,6 1 16,-1 1-16,2-1 15,0 0-15,-2-1 16,2 2 0,-2-2-16,4 1 15,1 0-15,2-1 16,1 2-16,0-1 16,1 0-16,-1 1 15,-1-1-15,-3 0 16,-3 2-16,-1 2 15,-1 3-15,0 1 16,0 2 0,1 0-16,-1-1 15,1 0-15,0-1 16,0 0-16,3 1 16,-5-1-16,4 1 15,0-1-15,3-1 16,3-2-16,1-2 15,0-2 1,1-3-16,1-3 16,3 0-16,-1-1 15,1 1-15,0 0 16,-3 0-16,-1 2 16,-2-1-16,1 2 15,-1 0-15,1 0 16,0 1-16,1 1 15,1-1-15,-3 1 16,0-1-16,0 1 16,2 0-1,0-1-15,-1-2 16,4 0-16,-1-1 16,1 1-16,-1 0 15,2 0-15,2 0 16,1 0-16,-1 0 15,1-1-15,1 2 16,3-1-16,2 1 16,-3 0-1,0-1-15,4 2 16,1-1-16,1-1 16,0 0-16,1 0 15,-1-1-15,0 1 16,1 0-16,2 0 15,-1 1-15,-1 2 16,-1 1 0,2 1-16,0 1 15,3-1-15,1 1 16,-2 0-16,-1-1 16,-1 1-16,0-1 15,1 2-15,-1-2 16,1 0-16,-1 1 15,0 0-15,0-1 16,1 2-16,-2 3 16,-3 0-1,3 4-15,7-4 16,4-1-16,5-1 16,14-4-16,-18 6 15,18-6-15</inkml:trace>
  <inkml:trace contextRef="#ctx0" brushRef="#br0" timeOffset="109447.35">3238 3456 0,'0'0'0,"0"0"16,0 0-16,0 0 16,0 0-16,0 1 15,0-1-15,0 0 16,0 0-16,0 0 16,0 0-1</inkml:trace>
  <inkml:trace contextRef="#ctx0" brushRef="#br0" timeOffset="110162.93">6049 3378 0,'0'0'0,"0"0"16,-3 0-16,3 0 15,0 0-15,0 0 16,0 0-1,0 0-15,0 0 16,0 0-16,0 0 16,0 0-16,0 0 15,0 0-15,0 0 16,0 0-16</inkml:trace>
  <inkml:trace contextRef="#ctx0" brushRef="#br0" timeOffset="111461.61">8204 3383 0,'0'0'0,"0"0"15,0 0-15,0 1 16,0-1-16</inkml:trace>
  <inkml:trace contextRef="#ctx0" brushRef="#br0" timeOffset="114829.53">10138 2596 0,'0'0'0,"0"0"0,0 0 16,0 0-16,0 0 15,0 0-15,0 0 16,0 0-16,0 0 15,0 0-15,0 0 16,0 0-16,13-5 16,15-4-1,17-2-15,3 2 16,5-2-16,-2 2 16,3 1-16,-1 3 15,1-2-15,-4 4 16,0-1-16,-3 4 15,-3 0-15,-5 0 16,-8 0-16,-1 0 16,-5 3-16,-2 1 15,0 4-15,-5-1 16,-2 0 0,-1 2-16,-3 0 15,-2-1-15,-1 3 16,-1 0-16,-1 3 15,-1-1-15,-1 1 16,0 3-16,1 8 16,0 5-16,-2 1 15,-1 2 1,1-1-16,-2 6 16,-1 7-16,-1 2 15,0-2-15,0 17 31,0 1-31,0-3 16,0-12-16,0-22 16,-1-5-1,-1-5-15,-1-3 16,1-3-16,-2-1 16,-2-3-16,-5 0 15,-10 5-15,-5 0 16,-2 1-16,2-3 15,-9-2-15,-9-1 16,-4-3-16,0 0 16,2 0-16,-2 0 15,-5 0 1,3 0-16,0 2 16,0-1-16,4 1 15,3 1-15,8-4 16,-1 2-16,1-1 15,0 1-15,5 0 16,6-1-16,8 0 16,1-1-16,4-1 15,1 0-15,0-1 16,-1-2 0,-2-4-16,1-1 15,1-4-15,2-1 16,1-3-16,2-6 15,1-5-15,3-6 16,0-6-16,2 0 16,0-2-16,1-2 15,1-1 1,-1 1-16,0 0 16,1-2-16,-1 5 15,1 1-15,0 4 16,-1 1-16,0 0 15,1-1-15,-2 4 16,1 3-16,0 5 16,-1 4-16,2 1 15,0 2-15,1-1 16,4 0 0,2 1-16,3-3 15</inkml:trace>
  <inkml:trace contextRef="#ctx0" brushRef="#br0" timeOffset="116233.71">10362 2077 0,'0'0'0,"0"0"0,3-4 16,0-3-16,1-4 15,0 0-15,0-2 16,-1 2-16,-1 3 16,-2 8-1,1-9 1,-1 9-1,0 0-15,0 0 16,0 0-16,0 0 16,0 0-16,-15 18 15,4 9-15,1 10 16,0 2 0,2 0-16,1 0 15,0-3-15,0-1 16,3-3-16,-1-3 15,2-4-15,1-4 16,0-4-16,1-5 16,0-2-16,1-2 15,0-8-15,0 10 16,0-10-16,0 0 16,0 0-1,0 0-15,0 0 16,0 0-16,0 0 15</inkml:trace>
  <inkml:trace contextRef="#ctx0" brushRef="#br0" timeOffset="116780.76">9946 2329 0,'0'0'0,"0"0"16,0 0-16,0 0 15,0 0-15,0 0 16,0 0 0,0 0-16,0 0 15,4 5-15,4 3 16,3 4-16,3 3 15,-1-1-15,2 3 16,-1-2-16,0 1 16,1-2-16,2 2 15,2 1-15,-1-2 16,-2-1-16,0-1 16,2-2-1,1 0-15,-2-2 16,-1 0-16,-1 0 15,0-4-15,0-1 16,1-3-16,2-3 16,5-4-16,5-7 15,5-6-15,1-5 16,-3-2-16,0 1 16,-2-1-16,-3 3 15,-3 2 1,-3 4-16,-4 3 15,-4 3-15,-1 2 16,-3 0-16,-1 2 16,0-1-16,1 1 15</inkml:trace>
  <inkml:trace contextRef="#ctx0" brushRef="#br0" timeOffset="119376.86">11689 2503 0,'0'0'0,"0"0"16,0 0-16,0 0 15,0 0-15,0 0 16,4 1-16,8 1 15,13 5 1,14-4-16,14-3 16,8-1-16,12-7 15,6-3-15,-3-2 16,4 0-16,-10 3 16,2 11-16,0 5 15,-8-1-15,0 0 16,1 0-16,-6-4 15,-3 0 1,-6-2-16,-6 1 16,-6 0-16,-7-1 15,-3-1-15,-8 1 16,-2 0-16,-6 0 16,-12 1-16,17 0 15,-17 0-15,11 5 16,-11-5-16,10 10 15,-10-10-15,9 8 16,-9-8 0,0 0-16,9 9 15,-2-2-15,0 1 16,1 1-16,-1 1 16,3 4-16,7 17 15,-1 13-15,1 4 16,-5-12-16,3 14 31,-1 1-15,-3-6-16</inkml:trace>
  <inkml:trace contextRef="#ctx0" brushRef="#br0" timeOffset="120094.1">11341 3296 0,'0'0'0,"0"0"0,0 0 16,0 0-1,0 0-15,0 0 16,0 0-16,0 0 16,0 0-16,0 0 15,0 0-15,0 0 16,0 0-16,4-8 15</inkml:trace>
  <inkml:trace contextRef="#ctx0" brushRef="#br0" timeOffset="120912.18">12999 2872 0,'0'0'0,"0"0"15,0 0-15,0 0 16,0 3-16,0-3 16,2 13-16,1 2 15,3 5-15,1 3 16,-1-1-16,1 0 15,-1-2-15,-1-1 16,1-1 0,-2-1-16,1 0 15,-2 4-15,0 1 16,-1 0-16,-1-2 16,0 0-16,-1-2 15,0-1-15,-1 0 16,0-1-16,0-3 15,0-4-15,-1-1 16,2-8-16,-3 9 16,3-9-1,-15 11-15,-13-10 16</inkml:trace>
  <inkml:trace contextRef="#ctx0" brushRef="#br0" timeOffset="122363.34">7162 2650 0,'0'0'0,"0"-1"0,0 1 0,0 0 16,0 0-16,0 0 15,0-7-15,0 7 16,0 0-16,-7-13 15</inkml:trace>
  <inkml:trace contextRef="#ctx0" brushRef="#br0" timeOffset="129474.66">9260 1993 0,'0'0'0,"0"0"0,0 0 15,0 0-15,-2-2 16,2 2-16,0 0 15,0 0-15,0 0 16,0 0-16,0 0 16,0 0-16,-2-6 15,2 6 1,0 0-16,10-4 16,12-5-16,16-4 15,8-1-15,1 2 16,0 2-16,-2 1 15,-2 1-15,1 2 16,0 0-16,-5 2 16,-2-2-16,-6 3 15,-6-1 1,-6 2-16,-5 1 16,-4 1-16,-10 0 15,17 2-15,-17-2 16,10 4-16,-10-4 15,0 0-15,11 4 16,-11-4-16,0 0 16,0 0-16,0 0 15,12 6-15,-12-6 16,0 0 0,0 0-16,0 0 15,10 4-15,-10-4 16,0 0-16,0 0 15,0 0-15</inkml:trace>
  <inkml:trace contextRef="#ctx0" brushRef="#br0" timeOffset="131080.46">9581 1777 0,'0'0'0,"0"0"0,0 0 15,0 0-15,2 2 16,-2-2-16,0 0 15,1 15-15,1 4 16,2 16-16,1 11 16,1 7-16,1 6 15,-1 4 1,1 2-16,-3 5 16,-2-6-16,-1 1 15,-3 1-15,0-2 16,-1-3-16,-2 3 15,2-4-15,0 2 16,-2-1-16,2-2 16,-1-1-16,0-2 15,1-4 1,0-3-16,2-1 16,2-1-16,1-4 15,0-5-15,1-3 16,0-1-16,1 0 15,-1-2-15,1-4 16,-1-2-16,0-6 16,2-1-16,-2-1 15,2-2-15,-1-1 16,2-2 0,-2-1-16,3-1 15,-1-1-15,-2-1 16,2-1-16,1 0 15,2 1-15,2 0 16,3 0-16,4 2 16,5 0-16,8-1 15,8-3-15,6-1 16,5-2 0,1-2-16,2-4 15,1 0-15,2-1 16,-1-1-16,-2 0 15,-2 0-15,0-1 16,-2 2-16,-1-1 16,-1 1-16,0 1 15,-1-2-15,-2-1 16,-2-1 0,-1 0-16,-1 0 15,-2 2-15,-4-2 16,-2 3-16,-4-2 15,-3 2-15,-3 1 16,-3-1-16,-4 1 16,2 0-16,-2-4 15,-1-2-15,-4-2 16,-1-2 0,-2-2-16,-4-6 15,-4-6-15,-3-8 16,-4-7-16,-2-2 15,0-2-15,-3-7 16,0-1-16,-1-5 16,0-2-16,1-3 15,0-1-15,4-3 16,-1-1 0,2 4-16,-2 0 15,2 2-15,-1 1 16,-2 2-16,0 3 15,0 1-15,-1 5 16,-1-1-16,-1 5 16,-2 1-16,-1 2 15,-1 2-15,-1 1 16,-2 3 0,-3 2-16,0 1 15,-3 1-15,-3 0 16,-5 2-16,-2 5 15,0 3-15,-3 4 16,-2 1-16,-6 3 16,-4 2-16,-3 3 15,1 4-15,-3 2 16,-1 3-16,0 2 16,3 3-1,3 0-15,4 3 16,-3 3-16,-6 4 15,-1 3-15,-1 4 16,9-1-16,0 4 16,5 0-16,3-2 15,8-2-15,7-4 16,8-3-16,7-5 16,12-8-1,-10 10-15</inkml:trace>
  <inkml:trace contextRef="#ctx0" brushRef="#br0" timeOffset="131629">10227 1630 0,'0'0'0,"0"0"0,0 0 15,0 0-15,0 0 16,0 0-16,4-2 16,-4 2-16,31-5 15,7 0 1,10-1-16,8-3 15,10-9-15,4-13 16,8-11-16,7-7 16,7-9-16,4-5 15,-4 1-15,0 1 16,-10 6-16,-4 4 16,-9 5-1,-13 10-15,-15 8 16,-13 11-16,-13 8 15,-15 9-15,13-7 16</inkml:trace>
  <inkml:trace contextRef="#ctx0" brushRef="#br0" timeOffset="131938.01">10400 1657 0,'0'0'0,"0"0"0,0 0 16,0 0-16,6-2 16,19-5-16,34-11 15,24-20 1,8-5-16,9-9 15,-4 0-15,-6 3 16,-8 2-16,-14 8 16,-11 5-16,-10 7 15,-12 6-15,-7 5 16,-3 1-16,-4-3 16</inkml:trace>
  <inkml:trace contextRef="#ctx0" brushRef="#br0" timeOffset="132320.23">10615 1181 0,'0'0'0,"0"0"0,0 0 16,0 0-16,1 2 16,-1-2-16,15 23 15,7 12-15,9 7 16,7 5-1,4 1-15,2 2 16,-1-4-16,-4-5 16,-3-5-16,-4-6 15,-3-2-15,-3-5 16,-5-6-16,-5-6 16,-3-7-16</inkml:trace>
  <inkml:trace contextRef="#ctx0" brushRef="#br0" timeOffset="132602.51">10808 1082 0,'0'0'0,"0"0"16,0 0-16,0 0 16,0 0-16,1 3 15,5 9-15,14 17 16,18 17-16,9 6 16,9 7-16,4 4 15,7 6 1,-1 0-16,11 11 15</inkml:trace>
  <inkml:trace contextRef="#ctx0" brushRef="#br0" timeOffset="139403.44">2848 3295 0,'0'0'0,"0"0"16,0 0-16,0 0 15,2 2-15,-2-2 16,0 0-16,6 10 15,1-4-15,5 2 16,11-1-16,7 1 16,9 0-16,5-4 15,6-2-15,2-3 16,3-2 0,5 0-16,3-4 15,4-2-15,1-1 16,0 1-16,4-1 15,-1 1-15,4-2 16,-1 2-16,0 2 16,0 2-16,3 1 15,0 0-15,-4 1 16,-3-1-16,-2 1 16,-2 1-1,-3 1-15,-3-1 16,-4 0-16,1 1 15,-3-1-15,1 0 16,-1 1-16,0 0 16,-2-1-16,1 0 15,0 0-15,-1 1 16,-1-1-16,0 1 16,0-1-1,-1 0-15,1 1 16,1-1-16,-1 1 15,1 2-15,2 0 16,-1 0-16,1 1 16,-2 0-16,3 0 15,-3-1-15,2 1 16,-2-1-16,-2 1 16,3-1-1,-2 1-15,2 0 16,1 0-16,-1-1 15,2 0-15,2 1 16,-1 0-16,2-3 16,-5 0-16,3-1 15,-1 1-15,3 0 16,-4-1 0,0 0-16,2 0 15,1 2-15,2 0 16,-1 2-16,-2-1 15,0 2-15,-4-1 16,-1 3-16,1 0 16,-2 0-16,0 2 15,1-1-15,-2 2 16,0-1-16,1 0 16,0 1-1,0-1-15,4 1 16,-3-2-16,0 0 15,2 1-15,-2-2 16,3-2-16,-3-1 16,-2-3-16,0-2 15,0 0-15,2-1 16,-3 0-16,2-1 16,1 0-16,-1 0 15,-3-1 1,-3 2-16,-1 0 15,-3 0-15,-1-1 16,-5 4-16,-2 0 16,-2 1-16,-1 2 15,-3 0-15,-4 1 16,-4-1-16,-3 0 16,-3-1-1,-3 1-15,-9-2 16,16 4-16,-16-4 15,11 5-15,-11-5 16,12 6-16,-12-6 16,19 9-16,-5-3 15</inkml:trace>
  <inkml:trace contextRef="#ctx0" brushRef="#br0" timeOffset="154704.54">6346 1971 0,'0'0'0,"0"0"0,0 0 16,0-1-16,0 1 15,0 0-15,0 0 16,-6-8-16,6 8 16,-9-7-1,9 7-15,-18-10 16,2 6-16,-3 3 15,0 1-15,3 2 16,4 1-16,12-3 16,-17 4-16,17-4 15,0 0-15,-10 5 16,10-5-16,-6 6 16,2 3-16,1 3 15,0 10 1,4 4-16,4 7 15,5 3-15,3-3 16,3-1-16,0-4 16,-2-3-16,3 2 15,1 0-15,-4-2 16,-1-4-16,-3-5 16,-4-3-16,-2-3 15,-3-2 1,-2 1-16,-5 2 15,-6 4-15,-14 1 16,-11 1-16,-8-2 16,0-5-16,3-1 15,6-3-15,5 0 16,7-1-16,7-4 16,6-1-16,11 0 15,0 0 1,0 0-16</inkml:trace>
  <inkml:trace contextRef="#ctx0" brushRef="#br0" timeOffset="155046.84">6580 2005 0,'0'0'0,"0"0"0,0 0 16,0 0-16,0 2 15,0-2-15,3 15 16,0 9-16,1 10 16,3 8-16,1 3 15,-3-3 1,1 3-16,-2-5 15,-1-5-15,-1-6 16,-1-10-16,-1-3 31,0-4-31,-3-4 16,3-8-16,-16 1 16</inkml:trace>
  <inkml:trace contextRef="#ctx0" brushRef="#br0" timeOffset="155254.62">6416 2057 0,'0'0'0,"0"0"0,0 0 16,0 0-16,6-3 15,12-8 1,21-4-16,14 1 15,6 0-15,2 3 16,-2 3-16,-10 3 16,1-1-16</inkml:trace>
  <inkml:trace contextRef="#ctx0" brushRef="#br0" timeOffset="155812.96">7053 1962 0,'0'0'0,"0"0"16,0 0-16,0 0 15,1 3-15,1 4 16,3 9-16,2 12 16,2 14-16,-3 5 15,-5 0-15,-1-5 16,0 2-1,-1 0-15,0-9 16,-1-9-16,0-10 16,0-6-16,1-3 15,1-7-15,0 0 16,0 0-16,-4-7 16,-2-21-16,6-15 15,3 0 1,6-3-16,1-2 15,2 4-15,-3 8 16,-1 9-16,-1 8 16,-2 5-16,-1 4 15,-1 2-15,-3 8 16,7-8-16,3 6 16,6 3-16,4 5 15,1 9-15,3 9 16,-1 12-1,0 1-15,0 3 16,-2-7-16,-4-3 16,-2-5-16,-1-2 31,-2-3-31,-1-5 16,-3-3-16,-8-12 15</inkml:trace>
  <inkml:trace contextRef="#ctx0" brushRef="#br0" timeOffset="156003.07">7149 2209 0,'0'0'0,"2"-2"0,-2 2 15,11-10 1,7 2-16,12-2 15,7-2-15,6 0 16,1 0-16,-7 3 16,2-1-16</inkml:trace>
  <inkml:trace contextRef="#ctx0" brushRef="#br0" timeOffset="156436.9">7483 1998 0,'0'0'0,"0"0"0,0 0 16,3 0-16,-3 0 15,30 0-15,0 0 16,7 0-16,2 0 16,4-2-16,-1-1 15,-5-1-15,-7 0 16,-5-1-16,-3-1 15,-3-1 1,-3 0-16,-9-1 16,-5 2-16,-5-3 15,-7 0-15,-7 1 32,-4 2-32,2 3 15,4 4 1,15-1-16,-14 6 0,10 1 15,2 7 1,-1 8-16,0 11 16,3 8-16,0 5 15,1-1-15,2-4 16,-1-8-16,0-2 16,2-4-16,2-6 15</inkml:trace>
  <inkml:trace contextRef="#ctx0" brushRef="#br0" timeOffset="156905.59">8282 1952 0,'0'0'0,"0"0"15,0 0-15,0 0 16,1 0-1,-1 0-15,0 0 16,0 0-16,0 0 16,0 0-16,0 0 15,0 0-15,0 0 16,-13 13-16,3-3 16,0-1-16,2-3 15,8-6-15,-9 10 16,9-10-16,-7 12 15,9 0 1,5 7-16,6 7 16,8-2-16,2 0 15,-1-5-15,-4-3 16,-5-5-16,-4-4 16,-9-7-16,9 7 15,-9-7-15,-18 16 16,-30 6-16,-35 7 15,-15 0 1,-15 3-16,8-6 16</inkml:trace>
  <inkml:trace contextRef="#ctx0" brushRef="#br0" timeOffset="158982.94">10126 1849 0,'0'0'0,"0"0"0,0 0 16,0 5-16,0 6 16,-1 14-1,-1 6-15,0 3 16,1-2-16,0-1 16,-2-1-16,0-5 15,0-6-15,0-7 16,0-4-16,3-8 15,-4 7-15,4-7 16,0 0-16,-10-18 16,5-4-16,4-3 15,5-9 1,1-4-16,4-2 16,0 6-16,1 2 15,-1 10-15,-1 3 16,-1 5-16,-2 5 15,1 2-15,-6 7 16,15-9-16,0 9 16,4 4-1,4 8-15,5 7 16,1 6-16,-2 3 16,1-1-16,-1 0 15,-2-4-15,0-5 16,0-10-16,1-5 15,3-7-15,0-8 16,3-6-16,-2-8 16,-2-1-1,-4-1-15,-6 2 16,-4 6-16,-4 4 16,-2 3-16,-3 6 15,-5 7-15,5-9 16,-5 9-16,0 0 15,0 0-15,8 9 16,3 10-16,2 11 16,1 6-1,-2 4-15,-2-2 16,-2 0-16,-1-4 16,0-1-16,-1-3 15,0-6-15,0-4 16,2-5-16,0-8 15</inkml:trace>
  <inkml:trace contextRef="#ctx0" brushRef="#br0" timeOffset="159358.04">11113 1763 0,'0'0'0,"0"0"0,0 0 16,0 0-16,0 0 16,-1 3-16,-1 5 15,-2 10 1,-1 9-16,-1 8 16,-2 1-16,2-3 15,1-6-15,1-4 16,-1-4-16,3-4 15,0-2-15,0-1 16,1-2-16,1-3 16,3-1-1,8 2-15,16 0 16,24-1-16,12-9 16,5-6-16,2-2 15,-5-1-15,2 0 16,-7-1-16,0-7 15</inkml:trace>
  <inkml:trace contextRef="#ctx0" brushRef="#br0" timeOffset="19034.12">5426 4945 0,'0'0'0,"0"0"0,0 0 0,5 0 16,-5 0-16,24-5 15,-8 2-15,-1 2 16,-1-2-16,0 0 16,2 0-16,1-2 15,1 1 1,3-2-16,-2 1 16,0-1-16,-2 2 15,-2 0-15,-4 1 16,1 0-16,-2-1 15,-10 4-15,18-8 16,-7 1-16,0-3 16,-3-2-16,-1 0 15,-3-1-15,-1 1 16,0-2 0,-2-1-16,1 0 15,-1-1-15,-1 1 16,-1 0-16,0 0 15,0 2-15,0 1 16,1 4-16,0 0 16,0 8-16,-2-8 15,2 8-15,0 0 16</inkml:trace>
  <inkml:trace contextRef="#ctx0" brushRef="#br0" timeOffset="20499.48">5586 4943 0,'0'0'0,"0"0"0,0 0 15,0 0-15,6 0 16,5 0-16,5-2 16,-3-2-16,-1-3 15,-1-2-15,-1-4 16,-2-4-16,2-7 16,-4 0-1,1 0-15,-4 2 16,-1 1-16,-1-1 15,-1 3-15,-2-3 16,-2 1-16,-2-2 16,0-2-16,2 3 15,0 4-15,-1 0 16,1 2-16,-1-1 16,1 0-1,-1 2-15,2 0 16,-1 1-16,0 1 15,1-1-15,-1 3 16,-1 1-16,-1-2 16,-2 0-16,-2-2 15,-2 0-15,-1 3 16,-1 0-16,-1 3 16,-3 2-1,-3 0-15,-1 2 16,0 2-16,0-1 15,1 1-15,3 0 16,2 1-16,2 1 16,2 0-16,1 0 15,-1 0-15,1 3 16,-1-1-16,1 1 16,1 1-16,10-4 15,-18 10 1,9-2-16,1 0 15,-1 3-15,0 4 16,0 3-16,1 4 16,1 2-16,1 2 15,1 1-15,1 0 16,2-1-16,1 2 16,-1-2-1,1 1-15,-1 0 16,1-2-16,1 0 15,2 1-15,1-3 16,1 1-16,-1-3 16,2 0-16,1 0 15,1 0-15,1-1 16,3-4-16,1-1 16,1-3-1,0-3-15,0 0 0,1-3 16,5 1-1,4-1-15,4 0 16,4-3-16,-3-3 16,-1-3-16,-4 0 15,-4 0-15,2 1 16,0-1-16,1 1 16,0 0-16,-1-3 15,-4 0 1,-2-2-16,-4 0 15,0 1-15,0-3 16</inkml:trace>
  <inkml:trace contextRef="#ctx0" brushRef="#br0" timeOffset="32462.18">5224 4893 0,'0'0'0,"0"0"0,0 0 0,0 0 16,4 2-16,-4-2 15,18 3-15,-2-1 16,3 1 0,3-1-16,1-3 15,6-2-15,3-1 16,0-2-16,-2-1 16,-3 1-16,0-1 15,-1 0-15,0 2 16,-3-2-16,-1 0 15,-3 0-15,-4 0 16,-3 1-16,-12 6 16,14-6-1,-14 6-15,0 0 16,0 0-16,10-5 16,-10 5-16,0 0 15,-12-8-15,-8 1 16,-7 2-16,-2 2 15,-1 3-15,0 0 16,1 1 0,3 0-16,3 0 15,3 0-15,3-1 16,3 1-16,3 0 16,11-1-16,-13 2 15,13-2-15,0 0 16,0 0-16,-10 3 15,10-3-15,0 0 16,0 0 0,0 0-16,0 0 15,17 11-15,9-3 16,6-2-16,1-2 16,-1-2-16,-3-2 15,-3 0-15,-5-1 16,-3 0-16,-5 1 15,-13 0-15,16-2 16,-16 2 0,0 0-16,9 0 15,-9 0-15,0 0 16,0 0-16,-25-1 16,-17 5-16,-10 7 15,-2 4-15,2 0 16,4 1-16,6-3 15,8-2-15,10-3 16,5-2-16,8-3 16,11-3-1,-14 5-15,14-5 16,0 0-16,0 0 16,0 0-16,0 0 15,-2 6-15,20-2 16,11 0-16,9-4 15,4-3-15,3-1 16,2-1-16,-2-2 16,2-2-1,-2 0-15,-3 1 16,-5 1-16,-9 2 16,-5 2-16,-4-1 15,-5 1-15,-4 0 16,-10 3-16,10-2 15,-10 2-15,0 0 16,0 0-16,0 0 16,0 0-1,-19-8-15,-12 3 16,-6 5-16,-4 0 16,0 3-16,7-1 15,4 1-15,5-1 16,2 0-16,2 0 15,5-1-15,3-1 16,3 0-16,10 0 16,-11 0-1,11 0-15,0 0 16,0 0-16,0 0 16,-10-1-16,10 1 15,0 0-15,14-7 16,5 2-16,7 0 15,-2 3-15,-1 1 16,0 1-16,-4 0 16,-2 1-1,-3 0-15,-2 1 16,-1 0-16,-11-2 16,14 3-16,-14-3 15,0 0-15,11 2 16,-11-2-16,0 0 15,0 0-15,0 0 16,0 0-16,0 0 16,0 0-1,0 0-15,0 0 16,8 7-16,-8-7 16,0 0-16,0 0 15,0 0-15,0 0 16,0 0-16,0 0 15,0 0-15,0 0 16,0 0-16,0 0 16,0 0-16,0 0 15,0 0 1,0 0-16,0 0 16,0 0-16,0 0 15,0 0-15,0 0 16,0 0-16</inkml:trace>
  <inkml:trace contextRef="#ctx0" brushRef="#br0" timeOffset="34850.91">4250 4926 0,'0'0'0,"0"0"16,0 0-16,3 0 16,-3 0-16,0 0 15,0 0-15,0 0 16,0 0 0,0 0-16,0 0 15,0 0-15,0 0 16,0 0-16,0 0 15,10 0-15,-10 0 16,15 0-16,-1 0 16,2 0-16,0 0 15,-1-1 1,-2 0-16,1-1 16,3 1-16,3-2 15,3 0-15,0-1 16,1 0-16,0 0 15,-2 0-15,3 0 16,-2 0-16,1 0 16,0-1-16,-1 2 15,-1-1 1,-1 1-16,-3 0 16,1 1-16,-1 0 15,-1 1-15,3-1 16,0 0-16,0 1 15,-3 0-15,0 0 16,-2 0-16,0 0 16,-3 0-16,0 0 15,-12 1-15,19-1 16,-9 0 0,1 1-16,1 1 15,1-1-15,0 1 16,0 0-16,0 0 15,0 0-15,1 0 16,-1 0-16,-1-1 16,0 2-16,-1-1 15,-1 1-15,-10-2 16,17 3 0,-17-3-16,10 2 15,-10-2-15,0 0 16,10 2-16,-10-2 15,0 0-15,0 0 16,13 3-16,-13-3 16,10-4-16,-10 4 15,10-9-15,-4 1 16,0-1-16,-1-2 16,-1-1-1,0-4-15,-1-1 16,0 0-16,1-1 15,-2 1-15,0-3 16,0 0-16,-2-3 16,0-4-16,-1 1 15,-2 0-15,-1 0 16,-1 4 0,1 1-16,0-3 15,-2-1-15,1-1 16,0-1-16,0 1 15,0 4-15,0 4 16,0 1-16,1 1 16,0 1-16,-1 0 15,1 0-15,-1 1 16,2 1 0,0 4-16,0-1 15,0 1-15,0 2 16,2 0-16,1 7 15,-2-7-15,2 7 16,0 0-16,-2-8 16,2 8-16,0 0 15,0 0 1,0 0-16,0 0 16,-8-7-16,-3 2 15,-9 1-15,-5 3 16,-1 1-16,-5 1 15,-2 1-15,0 0 16,-4 0-16,2-1 16,0 1-16,-4-1 15,2-1-15,-2-4 16,2-3-16,1-1 16,-3-2-1,1 0-15,-2 0 16,3 1-16,0 1 15,0-1-15,3 0 16,0 2-16,2-1 16,4 1-16,4 2 15,2 0-15,3 0 16,-1 2 0,2 0-16,2 2 15,4 1-15,1 0 16,11 0-16,-16 3 15,16-3-15,-11 3 16,11-3-16,0 0 16,-12 9-16,12-9 15,-7 14-15,3 0 16,1 3-16,2 6 16,3 6-1,3 1-15,2 3 16,2 3-16,1 5 15,3 6-15,0 5 16,1-2-16,0 4 16,-2 1-16,-4 0 15,-2-2-15,-3 1 16,-2-4-16,-1-4 16,0-6-16,0-9 15,0-3 1,0-3-16,0-4 15,0-2-15,0-5 16,0-2-16,0-3 16,0-1-16,0-8 15,0 8-15,0-8 16,0 0-16,0 0 16,0 0-1,0 0-15,0 0 16,0 0-16,0 0 15,16-7-15</inkml:trace>
  <inkml:trace contextRef="#ctx0" brushRef="#br0" timeOffset="76837.08">5602 552 0,'0'0'0,"0"0"0,-4 0 0,4 0 16,-19 2-16,-2 3 15,-6 8-15,-2 5 16,1 5-16,5 3 15,2-1-15,3 2 16,4 1 0,3 5-16,3 8 15,2 5-15,3 2 16,2 3-16,0 1 16,0 3-16,0-1 15,-1 2-15,0-4 16,-4-3-16,1-10 15,0-10-15,2-9 16,1-5 0,1-3-16,3-3 15,9-1-15,11 0 16,15-4-16,9-7 16,10-6-16,1-2 15,5-8-15,-1-1 16,-1-2-16</inkml:trace>
  <inkml:trace contextRef="#ctx0" brushRef="#br0" timeOffset="77444.9">6221 644 0,'0'0'0,"0"0"0,0 0 0,0-2 15,0 2-15,7-9 16,2-1 0,11-3-16,11-1 15,6 4-15,3 4 16,-1 4-16,-3 6 16,-2 2-16,-4 5 15,1 3-15,-4 6 16,-2 5-16,-4 2 15,-6 4-15,-7 7 16,-1 8-16,-4 4 16,-6 3-1,1-5-15,-5 13 32,0-2-32,-2-11 15,1-13-15,2-19 16,0-1-16,-4-2 15,-6 0-15,-8-1 16,-2-2-16,-15 0 16,0-2-1,-1-5-15,2 0 16,13-3-16,7-1 16</inkml:trace>
  <inkml:trace contextRef="#ctx0" brushRef="#br0" timeOffset="78335.05">6842 1157 0,'0'0'0,"1"-2"0,-1 2 0,8-10 15,6 0-15,9-2 16,2 3-16,2 7 16,-1 4-1,-4 3-15,-4 0 16,-5 1-16,-2 1 16,-3 0-16,-2 3 15,-3 2-15,-4 7 16,-8 7-16,-3 5 15,-8 3-15,-2-1 16,0-3-16,1-5 16,3-5-16,5-4 15,0-1 1,1-1-16,1 0 16,1-1-16,3 1 15,3-2-15,3-4 16,1-8-16,10 11 15,9-10-15,11-3 16,15-12-16,4-4 16,-2 1-1,4-1-15,-6 3 16,-7 2-16,-8 1 16,-5 3-16,-3 2 15</inkml:trace>
  <inkml:trace contextRef="#ctx0" brushRef="#br0" timeOffset="78868.48">7580 1107 0,'0'0'0,"0"0"0,-2-2 16,2 2-16,-9-7 15,9 7-15,-13-6 16,2 5-16,-5 4 15,-3 4-15,2 1 16,1 5-16,4 1 16,3 0-16,7 4 15,4-1-15,16 7 16,14 1 0,3-1-16,2-3 15,-2 0 1,1 0-1,-7-3-15,-8 3 16,-13 3-16</inkml:trace>
  <inkml:trace contextRef="#ctx0" brushRef="#br0" timeOffset="79194.83">7664 1141 0,'0'0'0,"0"0"0,0 0 15,-1-3-15,1 3 16,0 0-16,-23-7 15,-3 7-15,-10 7 16,0 3-16,9 2 16,10 1-16,10 4 15,8 1-15</inkml:trace>
  <inkml:trace contextRef="#ctx0" brushRef="#br0" timeOffset="79382.23">7850 1135 0,'0'0'0,"3"-1"0,-3 1 16,19-1 0,5 6-16,7 6 15,-2 4-15,-1 5 16,4 9-16,4 6 15,-7-2-15,-6-5 16</inkml:trace>
  <inkml:trace contextRef="#ctx0" brushRef="#br0" timeOffset="79677.17">8180 1145 0,'0'0'0,"-2"6"0,-2 6 16,-13 28-16,-11 17 15,-3 0-15,1-3 16,7-12-16,-1 1 16,3-2-16,2-9 15,-1 1-15</inkml:trace>
  <inkml:trace contextRef="#ctx0" brushRef="#br0" timeOffset="80128.68">8359 1145 0,'0'0'0,"5"-1"15,-5 1-15,32-8 16,7 3-16,5 5 15,-4 2-15,-4 4 16,-4 2-16,-5 2 16,-2 5-16,-7 3 15,-5 10-15,-8 4 16,-10 1-16,-10 2 16,-7 2-16,-4-4 15,0-3 1,5-8-16,5-7 15,5-5-15,11-10 16,-10 9-16,10-9 16,0 0-16,27 6 15,30-11-15,0-4 16,-2-3-16,-2 1 16,-3 0-1,-4 1-15,-3-1 16,-2 1-16</inkml:trace>
  <inkml:trace contextRef="#ctx0" brushRef="#br0" timeOffset="80754.2">9373 998 0,'0'0'0,"0"0"0,0 0 16,0 2-16,0-2 16,0 0-16,-8 13 15,-3 0-15,-5 5 16,-5 4-16,-2 2 16,-3 0-1,1-1-15,5-5 16,6-5-16,6-2 15,9 4-15,9 2 16,9 4-16,12 1 16,5-1-16,0-2 15,3-3-15,-6-3 16,-4-1-16,-6-2 16,-8 1-1,-8 3-15,-7 3 16,-11 9-16,-17 4 15,-14 5-15,-4-3 16,-6-3-16,5-7 16,11-8-16,8-8 15,12-6-15,6-2 16,4-6-16,5-11 16,14-13-1,19-16-15,11-2 16,7 2-16,-3 3 15,-1 3-15,-5 6 16,-9 7-16,-4 5 16,-6 3-16,-2 4 15,-5 2-15,-4 1 16,-5 3-16,-3 4 16,-2 0-16,-5 0 15,-22-6 1,-41 0-16,-18 3 15,6 15-15,15 7 16</inkml:trace>
  <inkml:trace contextRef="#ctx0" brushRef="#br0" timeOffset="81768">7704 1372 0,'0'0'0,"-4"2"16,4-2-16,-13 4 16,1 2-1,0-1-15,0 2 0,0 1 16,1 3-1,0 4-15,2 6 16,3 3-16,5-1 16,4-1-16,0-1 15,2-3-15,1-3 16,0-1-16,-1-1 16,-1-3-16,-1-3 15,-3-7-15,3 9 16,-3-9-1,0 0-15,0 0 16,-10 6-16,1-7 16,-5-6-16,-2-5 15,-1-5-15,1-2 16,3 2-16,2 2 16,3 2-16,3 3 15,1-2 1,4-2-16,12-10 15,7-7-15,15-5 16,5-3-16,5 1 16,-1 1-16,-5 7 15,-9 5-15,-6 6 16,-8 6-16,-3 4 16,-6 1-16,-3-2 15,-4-2 1,-6-2-16,-13-1 15,-14 5-15,-9 3 16,-1 6-16,4-1 16</inkml:trace>
  <inkml:trace contextRef="#ctx0" brushRef="#br0" timeOffset="84475.8">5152 157 0,'0'0'0,"0"1"0,0-1 16,0 0-16,-1 10 16,0-3-1,-1 3-15,0 7 16,-1 15-16,-3 16 16,0 17-16,2 3 15,4 3-15,4 1 16</inkml:trace>
  <inkml:trace contextRef="#ctx0" brushRef="#br0" timeOffset="85270.52">9146 242 0,'0'0'0,"1"-2"16,-1 2-16,6-11 16,-1 0-16,6-1 15,5 1-15,7 4 16,3 6-16,1 7 15,-1 6-15,-3 7 16,-6 4-16,-9 7 16,-8 5-16,-8 3 15,-9 2 1,-1-5-16,2-8 16,3-9-16,6-7 15,7-11-15,0 0 16,27 6-16,58-12 15,26-21-15,-4 3 16,-4-5-16,-11 4 16,-6 0-1,-7 1-15</inkml:trace>
  <inkml:trace contextRef="#ctx0" brushRef="#br0" timeOffset="86118.75">11598 86 0,'0'0'0,"0"0"0,0 0 16,0 0 0,-1 3-16,1-3 15,0 0-15,0 0 16,0 0-16,32 8 15,28-3-15,14-3 16,-14-2-16,-17 0 16,-14 0-16,-10 0 15,-9 0 1,-10 0-16,0 0 16,11 9-16,-12 5 15,-2 5-15,-5 4 16,0-1-16,2-3 15,3-8-15,4-1 16,14 4-16,17 1 16,12 3-16,-2-6 15,-10-3 1,-11-4-16,-11-2 16,-10-3-16,6 12 15,-14 0-15,-8 7 16,-8 3-16,1-2 15,-1-2-15</inkml:trace>
  <inkml:trace contextRef="#ctx0" brushRef="#br0" timeOffset="87159.38">15003 225 0,'0'0'0,"0"0"0,0 0 15,-2 3-15,2-3 16,-17 17 0,-6 5-16,-8 7 15,-1 2-15,2-2 16,5 3-16,7 4 15,6-3-15,9-4 16,10-1-16,10 0 16,13 0-16,11-5 15,12-11-15,9-10 16,2-8 0,-6-5-16,-13-1 15,-16 0-15,-10 0 16,-10 1-16,-6-2 15,-11-6-15,-18-3 16,-22-2-16,-10 1 16,-2 9-16,4 3 15,6 4-15,4 5 16</inkml:trace>
  <inkml:trace contextRef="#ctx0" brushRef="#br0" timeOffset="88175.78">14546 833 0,'0'0'0,"0"0"16,0-1-16,0 1 15,0 0 1,0 0-16,0 0 15,-12 2-15,-3 3 16,-12 6-16,-9 4 16,3 2-16,4 3 15,4 3-15,2 0 16,3 3-16,2 0 16,4 0-16,2 5 15,2 4 1,1 6-16,4 3 15,2-5-15,1-5 16,-1-6-16,2-6 16,1-5-16,3-3 15,9-3-15,19-2 16,24-7-16,20-11 16</inkml:trace>
  <inkml:trace contextRef="#ctx0" brushRef="#br0" timeOffset="88631.78">15119 868 0,'3'0'0,"8"-1"0,5 0 16,13 0-16,0-1 15,-10 1-15,-6 2 16,-13-1-16,17 7 16,-12 3-16,-2 7 15,-4 8-15,-4 7 16,-3 4-1,-1-1-15,0-2 16,1-3-16,1-3 16,5 0-16,3-1 15,4 2-15,0 3 32,-1-4-17,-1-6-15,-11-5 16,-12-1-16,-13-3 15,-3 1-15,4-5 16,8-3-16,1 0 16,2-1-16</inkml:trace>
  <inkml:trace contextRef="#ctx0" brushRef="#br0" timeOffset="89240.51">14341 1594 0,'4'-1'0,"-4"1"16,12-1-16,8 0 15,2 3-15,2 2 16,-4 4-1,-4 3-15,-4 3 16,-4 5-16,-4 4 16,-3-1-16,-5 1 15,-2-4-15,2-4 16,-1-4-16,2-4 16,3-7-16,-2 8 15,2-8-15,0 0 16,33 4-1,7-9-15,6-5 16,7-8-16</inkml:trace>
  <inkml:trace contextRef="#ctx0" brushRef="#br0" timeOffset="89647.73">14829 1576 0,'0'0'0,"0"2"0,0-2 15,-3 9-15,0-1 16,0-2-16,2 2 16,5 8-16,9 7 15,5 7-15,8-2 16,6 0-16,0-1 16,-6-4-16,-7-7 15,-7-4-15,-2-5 16,-10-7-16,4 9 15,-4-9 1,-34 8-16,2-5 16,4-7-16,11 0 15,5-3-15,4-2 16,3-6-16,5-11 16,1-3-16,4-3 15,0 11 1,-1 3-16,2-1 15,-2 7-15,0 6 16,-4 6-16,4-8 16,-4 8-16,0 0 15,0 0-15</inkml:trace>
  <inkml:trace contextRef="#ctx0" brushRef="#br0" timeOffset="89847.64">15083 1603 0,'0'0'0,"4"4"15,-4-4-15,30 18 16,5 6-16,1 5 16,-5 6-16,-1-5 15,-6-5-15,0 0 16</inkml:trace>
  <inkml:trace contextRef="#ctx0" brushRef="#br0" timeOffset="90006.24">15349 1618 0,'0'0'0,"-2"2"0,2-2 15,-15 25 1,-5 15-16,-4 7 16,0 3-16</inkml:trace>
  <inkml:trace contextRef="#ctx0" brushRef="#br0" timeOffset="90683.03">15482 1573 0,'0'0'0,"4"5"0,1 3 16,8 9-16,4 7 15,1 1-15,1 2 16,-15 7-16,-4-4 15,-6 2 1,0-7-16,3-10 31,3-15-31,2 7 16,19-10-16,20-2 16,16-12-16,3-4 15,-4 0-15,-45 16 16,6-7-16,-2-4 15,-5-3-15,-4 3 16,-3 4 0,-2 4-16,-1 8 15,1-9-15,-1 9 16,0 0-16,0 0 16,0 0-16,0 0 15,0 0-15,-12 16 16,9 17-16,2 2 15,1-2-15,1-10 16,1-5 0,0-6-16,-1-3 15,0-2-15,-1-7 16,1 8-16,-1-8 16,0 0-16,0 0 15,0 0-15,0 0 16,0 0-16,0 0 15,6-19 1,2-12-16,2 0 16,-5 8-16,-2 3 15,-2 4-15,-1 5 16,-1 2-16,-26-4 16</inkml:trace>
  <inkml:trace contextRef="#ctx0" brushRef="#br0" timeOffset="99464.7">2663 4755 0,'0'0'0,"0"0"0,0 0 0,0 2 15,0-2-15,0 0 16,0 0-16,5 7 16,7-2-1,19 1-15,25-5 16,14-8-16,17-9 16,9-9-16,4 1 15,9-2-15,4-1 16</inkml:trace>
  <inkml:trace contextRef="#ctx0" brushRef="#br0" timeOffset="105556.48">2622 4986 0,'0'0'0,"0"0"0,0 0 0,0 0 15,0 0-15,5 0 16,6 2-16,6 1 16,8-1-16,4-2 15,5-4-15,2-2 16,1-1-1,-1-2-15,-2 1 16,1-1-16,-1 1 16,-1 0-16,2 0 15,-4 0-15,-1 2 16,-1-1-16,0 2 16,-1 0-16,0 1 15,0 2 1,-3 0-16,4 0 15,1 1-15,-1 1 16,-2 0-16,-1 0 16,-2 0-16,-1-1 15,3-2-15,-3-3 16,1-1-16,-1-2 16,-3 0-16,-1-3 15,-3-2-15,-2-4 16,-1-1-16,-2-1 15,0-3 1,0-3-16,0-3 16,-3-3-16,-1 0 15,-2 1-15,-1 1 16,-3 1-16,-3-1 16,-1-1-16,-4-3 15,-1 2-15,0 2 16,-1 2-16,0 2 15,-1-3 1,-1-1-16,-1-1 16,1 1-16,-2 3 15,2 4-15,0 3 16,-1 3-16,-2 3 16,-1 1-16,-5 2 15,-4 2-15,-4 4 16,-5 1-1,-5 4-15,-4 3 16,-1 1-16,-1 3 16,3 1-16,0 0 15,0 2-15,2-2 16,4 0-16,0 0 16,4-2-1,-2 1-15,3 0 0,2-1 16,0-1-16,3 2 15,0-4 1,2 1-16,2-1 16,2-1-16,4-1 15,1 1-15,3-2 16,11 0-16,-13 2 16,13-2-16,0 0 15,-13 3-15,13-3 16,0 0-1,-20 24-15,0 11 16,1 14-16,4 3 16,0 5-16,4 4 15,-1 7-15,3 1 16,0 3-16,0-4 16,2-6-16,2-1 15,-1-9-15,4-9 16,2-7-16,1-8 15,3-5 1,1-5-16,0-5 16,2-2-16,2-3 15,5-2-15,4-3 16,7-6-16,7-10 16,6-8-16</inkml:trace>
  <inkml:trace contextRef="#ctx0" brushRef="#br0" timeOffset="109402.4">14271 2048 0,'0'0'0,"0"0"15,0 0-15,0 0 16,0 0-16,3 0 15,-3 0-15,25 0 16,5 0 0,5 0-16,5 1 15,4-1-15,3 1 16,5 0-16,4 0 16,1 0-16,4 0 15,-3-1-15,4 1 16,0-1-16,4 0 15,-1-1-15,2-1 16,0-2 0,-5 3-16,2-2 15,-3 2-15,-3-1 16,-4 0-16,-3-1 16,5-2-16,4 2 15,-6 0-15,-8 0 16,-11 2-16,-10-1 15,-25 2 1,0 0-16,10 0 0,-10 0 16,0 0-1,0 0-15,11 0 16,-11 0-16,0 0 16,0 0-16,0 0 15,0 0-15,0 0 16,0 0-16,0 0 15,0 0-15,0 0 16,0 0-16,0 0 16,0 0-1,0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0 0,0 0 15,0 0 1,0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16,9 7-16,-9-7 15,0 0 1,0 0-16,0 0 16,0 0-16,0 0 15,0 0-15,0 0 16,0 0-16,0 0 15,0 0-15,0 0 16,0 0-16,0 0 16,0 0-1,0 0-15,0 0 16,0 0-16,0 0 16,0 0-16,0 0 15,0 0-15,0 0 16,0 0-16,0 0 15,0 0-15,0 6 16,0-6-16,0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7 1,0-7-16,0 0 16,0 0-16,0 0 15,0 0-15,0 0 16,0 0-16,0 0 15,0 0-15,0 0 16,0 0-16,0 0 16,0 0-1,0 0-15,0 0 16,0 0-16,0 0 16,0 0-16,0 0 15,0 0-15,0 0 16,0 0-16,0 0 15,0 0-15,0 0 16,0 0-16,0 0 16,0 0-16,0 0 15,0 6 1,0-6-16,0 0 16,0 0-16,0 0 15,0 0-15,0 0 16,0 0-16,0 0 15,0 0-15,0 0 16,0 0-16,0 0 16,0 0-16,0 0 15,0 0-15,0 0 16,0 0 0,0 0-16,0 0 15,0 0-15,0 0 16,0 0-16,0 0 15,0 0-15,0 0 16,0 0-16,0 0 16,0 0-16,0 0 15,0 0 1,0 0-16,0 0 16,0 0-16,0 0 15,0 0-15,0 0 16,0 0-16,0 0 15,0 0-15,0 0 16,0 7-16,0-7 16,0 0-16,0 0 15,0 0-15,0 0 16,0 0 0,0 0-16,0 0 15,0 0-15,0 0 16,0 0-16,0 0 15,0 0-15,0 0 16,0 0-16,0 0 16,0 0-16,0 0 15,0 0-15,0 0 16,0 0 0,0 0-16,0 0 15,0 0-15,0 0 16,0 0-16,0 0 15,0 0-15,0 0 16,0 0-16,0 0 16</inkml:trace>
  <inkml:trace contextRef="#ctx0" brushRef="#br0" timeOffset="115720.29">14951 2061 0,'0'0'0,"0"0"0,0 0 15,0 0-15,0 0 16,0 3 0,-1 3-16,1 9 15,-2 5-15,1 6 16,1 3-16,-1 0 16,0 4-16,0 3 15,1 1-15,-1 2 16,0-4-16,0-2 15,-3 0-15,1-1 16,-1 0-16,-1-2 16,2-2-1,0-2-15,-1-2 16,2 1-16,-1-1 16,1 0-16,0-1 15,2-1-15,2 0 16,0-1-16,0-1 15,0-4-15,1 1 16,-2-2-16,1-2 16,-2-3-1,1-1-15,0-2 16,-1-7-16,2 8 16,-2-8-16,0 0 15,0 0-15,0 0 16,0 0-16,-7-9 15,0-3-15,-3-3 16,-3-4-16,-1 0 16,-3-2-1,3 3-15,-1 1 16,3 3-16,0 2 16,3 2-16,1 4 15,8 6-15,-10-10 16,10 10-16,0 0 15,-10-6-15,10 6 16,0 0-16,0 0 16,0 0-1,-10 0-15,10 0 16,-6 18-16,7 1 16,4 2-16,3 1 15,4-3-15,3-2 16,2-3-16,1-3 15,6-3-15,3-4 16,5-6-16,1-4 16,-4-2-1,-2-3-15,-5-1 16,-2 0-16,-4-1 16,-2 1-16,-2 2 15,-2 0-15,-3 0 16</inkml:trace>
  <inkml:trace contextRef="#ctx0" brushRef="#br0" timeOffset="119882.04">5979 4853 0,'0'0'0,"-1"-3"0,1 3 15,-5-11-15,1 1 16,-1-1-16,1 2 16,0 1-16,4 8 15,-4-8 1,4 8-16,0 0 15,0 0-15,0 0 16,0 0-16,0 0 16,20 1-16,2 2 15,8 1-15,2 0 16,2 0-16,1-4 16,3 0-1,0-3-15,-1 0 16,-1-1-16,-2 0 15,-3 0-15,-2 1 16,0 0-16,-3 1 16,-4 1-16,-4 1 15,-2 0-15,-2 0 16,-2 0-16,-1 0 16,-11 0-16,12 1 15,-12-1 1,0 0-16,11 2 15,-11-2-15,0 0 16,0 0-16,9 7 16,-9-7-16,0 0 15,0 0-15,0 0 16,7 7-16,-7-7 16,0 0-16,0 0 15,0 0 1,0 0-16,0 0 15,0 0-15,0 6 16,0-6-16,0 0 16,0 0-16,0 0 15,0 0-15,0 0 16,0 0-16,0 7 16,0-7-16,0 0 15,0 0 1,0 0-16,0 0 15,0 0-15,0 0 16,0 6-16,0-6 16,0 0-16,0 0 15,0 0-15,0 0 16,0 0 0,0 0-16,0 0 0,0 0 15,0 0 1,0 0-16,0 0 15,0 0-15,0 0 16,0 0-16,0 0 16,0 0-16,0 0 15,0 0-15,0 0 16,0 0-16,0 0 16,0 0-1,0 0-15,0 0 16,0 0-16,0 0 15,0 0-15,0 0 16,0 0-16,0 0 16,0 0-16,0 0 15,0 0-15,0 0 16,0 0-16,0 0 16,0 0-16,0 0 15,0 0-15,9 7 16,-9-7-1,0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 1,0 0-16,0 0 15,0 0-15,0 0 16,0 0-16,0 0 16,0 0-16,0 0 15,0 0-15,0 0 16,0 0-16,0 0 16,0 0-16,0 0 15,0 0 1,0 0-16,0 0 15,0 0-15,0 0 16</inkml:trace>
  <inkml:trace contextRef="#ctx0" brushRef="#br0" timeOffset="121679.24">7183 4154 0,'0'0'0,"0"0"0,-3 1 16,3-1-16,-14 2 16,2 0-16,-1 1 15,-3-1-15,-1 1 16,-1 2-16,-4 3 15,-1 3 1,1 0-16,0-1 16,-1 2-16,1 1 15,0 1-15,6-2 16,2 1-16,2 1 16,0 4-16,-2 7 15,3 1-15,0 4 16,4-4-16,2 0 15,0-1 1,3-1-16,-2 3 16,0 2-16,1 7 15,0-1-15,5-4 16,0-3-16,1-3 16,1 2-16,0 2 15,1 0-15,0-1 16,0-5-1,1-3-15,3-3 16,0-1-16,2-3 16,3-1-16,1-2 15,-1-4-15,3 0 16,3-3-16,3-3 16,1-3-16,-3-4 15,2-5-15,4-3 16,0-5-16,3-3 15,-3-3 1,-1 1-16,-2-1 16,-7 2-16,3-7 15,-2-3-15,-1-5 16,-2-1-16,-3 3 16,-2 0-16,-4-2 15,-5 2-15,-2 5 16,-3 4-16,-1 4 15,-2 1-15,-1 1 16,-2 3 0,-2 0-16,1 3 15,-1 1-15,0 2 16,-1 2-16,0 1 16,-4 1-16,-2 2 15,-3 1-15,-2 3 16,2 2-16,1 2 15,0 2-15,0 1 16,2 2 0,2 0-16,0 0 15,2 1-15,2-2 16,1 1-16,2-1 16,10-5-16,-17 8 15,17-8-15,-10 6 16,10-6-16,0 0 15,0 0-15,-10 6 16,10-6 0,0 0-16,0 0 15,0 0-15,0 0 16,0 0-16,-4 6 16,4-6-16,0 0 15,0 0-15,0 0 16,0 0-16,0 0 15,0 0-15,0 0 16,0 0 0,0 0-16,0 0 15,0 0-15,0 0 16,0 0-16,0 0 16,0 0-16,0 0 15,0 0-15,0 0 16,0 0-16,0 0 15,0 0-15,0 0 16,0 0 0,0 0-16,0 0 15,0 0-15,0 0 16,0 0-16,0 0 16,0 0-16</inkml:trace>
  <inkml:trace contextRef="#ctx0" brushRef="#br0" timeOffset="127115.58">5922 4880 0,'0'0'0,"0"-1"0,0 1 0,0 0 15,0 0-15,0 0 16,0 0-16,0 0 16,0 0-16,10-4 15,-10 4 1,20 4-16,-6-1 16,0-1-16,2 1 15,3 0-15,3-2 16,3-1-16,2-1 15,1 0-15,-4 1 16,0-1-16,0-1 16,0-1-1,1 0-15,-1 0 16,-1 0-16,0-1 16,-1 1-16,1 0 15,1 1-15,1 0 16,-2 0-16,0-1 15,0 0-15,1 1 16,-1 0-16,1-1 16,0 1-1,-1-1-15,0 1 16,-3-1-16,0 1 16,-1 0-16,2-2 15,-2 2-15,1 0 16,-2-1-16,-2 1 15,-2 1-15,1 1 16,-3 1-16,2 1 16,0 1-16,0-1 15,0 0-15,-1 1 16,1 0 0,-1 0-16,-1 1 15,0-1-15,-1 0 16,1 0-16,-12-3 15,19 6-15,-10-4 16,1-1-16,-10-1 16,16 2-16,-16-2 15,15 0 1,-15 0-16,15 0 16,-15 0-16,9 0 15,-9 0-15,0 0 16,0 0-16,11 0 15,-11 0-15,0 0 16,0 0-16,0 0 16,0 0-16,0 0 15,0 0 1,0 0-16,0 0 16,0 0-16,10-5 15,-10 5-15,0 0 16,0 0-16,0 0 15,0 0-15,0 0 16,0 0-16,0 0 16,0 0-16,8-12 15,2 0-15,4-7 16,2-1-16,-4 4 16,-1-1-1,0 1-15,-1 0 16,1-1-16,-1 0 15,0 0-15,-1 1 16,-2 1-16,-1 2 16,0 0-16,-3 1 15,-1 0 1,-1-1-16,-2-1 16,0 3-16,-1-1 15,-1 1-15,-1-2 16,0-2-16,-1-2 15,1-3-15,-3-3 16,1-2-16,-2-1 16,1 4-16,-1 3 15,-1 1-15,1 1 16,-2-1 0,0 0-16,-1 2 15,0-1-15,1 5 16,1 1-16,0 2 15,0 0-15,0 2 16,-2 0-16,-4 1 16,-4 1-16,-5 0 15,-2 4-15,-1 4 16,2 1 0,0 1-16,-2 1 15,0 2-15,3-2 16,-2 1-16,5-2 15,0 1-15,-1-3 16,1 1-16,-1-2 16,0 1-16,-1-1 15,2 0 1,1-1-16,0-2 16,1 0-16,0-1 15,2-1-15,1 0 16,2 0-16,-2 1 15,-1 0-15,0-1 16,0 0-16,-2 2 16,4-2-16,0 0 15,0 2-15,1-1 16,0 0 0,1 1-16,0 1 15,-4 0-15,0 2 16,-1 1-16,1 1 15,2-1-15,0-2 16,3 1-16,1 0 16,1 0-16,10-2 15,-15 1-15,15-1 16,-14 2 0,14-2-16,-14 1 15,14-1-15,-12 2 16,12-2-16,-9 2 15,9-2-15,0 0 16,-12 1-16,12-1 16,0 0-16,-9 0 15,9 0-15,0 0 16,0 0-16,-10 0 16,10 0-1,0 0-15,0 0 16,0 0-16,0 0 15,-11 2-15,11-2 16,0 0-16,0 0 16,0 0-16,0 0 15,-10 5-15,10-5 16,0 0 0,-10 7-16,10-7 0,-12 10 15,12-10 1,-12 10-16,12-10 15,0 0-15,-11 9 16,11-9-16,0 0 16,0 0-16,0 0 15,-9 6-15,9-6 16,0 0 0,0 0-16,0 0 15,0 0-15,0 0 16,0 0-16,-5 7 15,5-7-15,0 0 16,0 0-16,0 0 16,0 0-16,0 0 15,0 0-15,0 0 16,0 0 0,0 0-16,-7 6 15,7-6-15,0 0 16,0 0-16,0 0 15,0 0-15,0 0 16,0 0-16,0 0 16,0 0-16,0 0 15,0 0-15,-8 7 16,8-7-16,0 0 16,0 0-1,0 0-15,0 0 16,0 0-16,0 0 15,0 0-15,0 0 16,0 0-16,0 0 16,0 0-16,0 0 15,0 0-15,-14 16 16,-1 1-16,-1 0 16,2-1-1,0-1-15,-2 2 16,0 1-16,0 1 15,3-2-15,1-2 16,1-2-16,2 0 16,1 1-16,0-1 15,0 0-15,2 2 16,2-3 0,0 1-16,1 0 15,3 0-15,1 2 16,3 0-16,-1-1 15,1-1-15,1-2 16,3-1-16,0 1 16,0-2-16,4 1 15,1 0-15,1-1 16,0-1-16,-1 0 16,2 1-1,0 0-15,0 0 16,0 1-16,-2 0 15,0-1-15,0 3 16,2-1-16,0 2 16,0-1-16,0 0 15,0 1-15,-2-3 16,1-3-16,0-1 16,2-3-1,5-1-15,7 0 16,2-2-16,-5 1 15,-2-1-15,-3 0 16,-2 0-16,4 0 16,4-3-16,3 2 15,3-1-15,-6 1 16,-4 0-16,-4 1 16,-1 0-16,1 0 15,0 0 1,3-1-16,1-1 15,-1 0-15,-3 1 16,-2-1-16,-2-3 16,2-8-16,2-8 15,-1-1-15,-3-2 16,-1 5-16,-2 0 16,1 0-16,0-3 15,2-2 1,-2 1-16,-2 1 15,-2-5-15,-3 1 16,-2-2-16,-4-1 16,-2 1-16,-4-2 15,-1 1-15,-3-1 16,-3 2-16,1 2 16,-1 3-16,-1 2 15,-4-1 1,-5 0-16,-3 1 15,-2 2-15,-1 2 16,-3 1-16,-6 1 16,-6 5-16,-5 6 15,-5 5-15,0 3 16,0 4-16,-1 2 16,1 5-16,0 0 15,6 2 1,2-1-16,6 0 15,5-3-15,2 2 16,2 1-16,3-1 16,2 2-16,5-2 15,3-2-15,3-1 16,2-2-16,1 1 16,2-2-16,2 0 15,-1 0-15,4-2 16,1 0-1,5-7-15,-7 9 16,7-9-16,0 0 16,-6 8-16,6-8 15,0 0-15,-3 6 16,3-6-16,0 0 16,0 8-16,0-8 15,2 6 1,-2-6-16,2 7 15,-2-7-15,4 6 16,-4-6-16,0 0 16,7 9-16,-7-9 15,0 0-15,7 7 16,-7-7-16,0 0 16,5 6-16,-5-6 15,0 0-15,0 0 16,0 0-1,7 7-15,-7-7 16,0 0-16,0 0 16,0 0-16,6 7 15,-6-7-15,0 0 16,0 0-16,0 0 16,3 7-16,-3-7 15,0 0-15,0 0 16,4 7-1,-4-7-15,0 0 16,0 0-16,0 0 16,0 0-16,0 0 15,0 0-15,5 7 16,-5-7-16,0 0 16,0 0-16,0 0 15,0 0 1,0 0-16,0 0 15,0 0-15,0 0 16,0 0-16</inkml:trace>
  <inkml:trace contextRef="#ctx0" brushRef="#br0" timeOffset="129320.09">6032 4898 0,'0'0'0,"0"0"0,0 0 15,0 0-15,0 0 16,0 0-16,1 2 16,-1-2-16,14 5 15,3 1-15,7 0 16,3-1-16,-6-1 15,0-1 1,-3 1-16,0-2 16,-2 0-16,-3 0 15,1-1-15,1 1 16,-1 0-16,1-1 16,-2 0-16,-2-1 15,-11 0-15,16-1 16,-16 1-16,10 0 15,-10 0 1,0 0-16,0 0 16,11 0-16,-11 0 15,0 0-15,0 0 16,0 0-16,0 0 16,0 0-16,10-4 15,-10 4-15,0 0 16,13-4-16,-13 4 15,11-2-15,-11 2 16,0 0 0,13-1-16,-13 1 15,0 0-15,15-1 16,-15 1-16,12-2 16,-12 2-16,14-1 15,-14 1-15,17-2 16,-17 2-16,19 0 15,-19 0 1,17 0-16,-17 0 16,15 0-16,-15 0 15,12 0-15,-12 0 16,0 0-16,11 0 16,-11 0-16,0 0 15,0 0-15,0 0 16,11 0-16,-11 0 15,0 0-15,0 0 16,0 0-16,0 0 16,0 0-1,0 0-15,0 0 16,0 0-16,0 0 16,0 0-16,9 0 15,-9 0-15,0 0 16,0 0-16,0 0 15,0 0-15,0 0 16,0 0 0,0 0-16,0 0 15,0 0-15,0 0 16,0 0-16,0 0 16,0 0-16,0 0 15,0 0-15,0 0 16,0 0-16,0 0 15,0 0-15,0 0 16,0 0 0,0 0-16,0 0 15,0 0-15,12 0 16,-12 0-16,0 0 16,14 2-16,-14-2 15,11 1-15,-11-1 16,13 2-16,-13-2 15,16 0-15,-5 0 16,2 0 0,3-2-16,2 1 15,0-2-15,1-2 16,0-1-16,-2-2 16</inkml:trace>
  <inkml:trace contextRef="#ctx0" brushRef="#br0" timeOffset="129554.87">6805 4869 0,'0'0'0,"0"0"15,0 0-15,0 0 16,-2 2-16,2-2 16,0 0-1,0 0-15,0 0 16,0 0-16,0 0 16,0 0-16</inkml:trace>
  <inkml:trace contextRef="#ctx0" brushRef="#br0" timeOffset="130387.43">6742 4935 0,'0'0'0,"0"0"0,0 2 16,0-2-16,0 0 15,0 0-15,0 0 16,3 6-16,-3-6 15,0 0-15,0 0 16,0 0 0,2 6-16,-2-6 15,0 0-15,0 0 16,0 0-16,0 0 16,0 0-16,0 0 15,0 7-15,0-7 16,0 0-16,0 0 15,0 0-15,0 0 16,0 0-16,0 0 16,0 7-1,0-7-15,0 0 16,0 0-16,0 0 16,0 6-16,0-6 15,0 0-15,0 0 16,0 0-16,0 7 15,0-7-15,0 0 16,0 0-16,0 0 16,0 0-16,0 0 15,0 0 1,0 0-16,0 0 16,0 0-16,0 0 15,0 0-15,0 0 16,0 0-16,0 0 15,0 0-15,0 0 16,0 0 0,0 0-16,0 0 15,0 0-15,0 0 16,0 0-16,0 0 16,0 0-16,0 0 15,0 0-15,0 0 16,0 0-16,0 0 15,0 0-15,0 0 16,0 0-16</inkml:trace>
  <inkml:trace contextRef="#ctx0" brushRef="#br0" timeOffset="137527.32">7412 4764 0,'0'0'0,"0"0"0,0 0 16,0 0-16,0 0 15,0 0-15,0 4 16,0-4 0,3 8-16,-3-8 15,5 12-15,-1-5 16,1 1-16,-1-1 16,1-1-16,-5-6 15,13 12-15,-13-12 16,16 12-16,-7-6 15,2 0-15,1 0 16,0-2 0,1-2-16,2-1 15,0-1-15,3-1 16,0 1-16,-1-2 16,3 0-16,-1 1 15,3 0-15,0-1 16,0 0-16,0 0 15,-3 1-15,-1-1 16,0 1 0,-1-1-16,2 0 15,0 1-15,2-1 16,-1 1-16,0-1 16,-2 0-16,-4 1 15,1 0-15,-2 1 16,0-1-16,-1 0 15,0 0-15,-1 1 16,0 0 0,-1 1-16,0 1 15,0-1-15,0 2 16,-10-3-16,16 5 16,-16-5-16,12 3 15,-12-3-15,10 3 16,-10-3-16,0 0 15,0 0-15,0 0 16,10 2 0,-10-2-16,0 0 15,0 0-15,0 0 16,0 0-16,0 0 16,0 0-16,0 0 15,0 0-15,0 0 16,0 0-16,10 1 15,-10-1-15,0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0-16,10-2 15</inkml:trace>
  <inkml:trace contextRef="#ctx0" brushRef="#br0" timeOffset="138840.82">8434 4854 0,'0'0'0,"0"0"0,0 0 15,0 0 1,0 0-16,0 0 16,0 2-16,0-2 15,0 0-15,0 0 16,0 0-16,0 0 15,0 0-15,0 0 16,8 7 0,-8-7-16,16 6 15,-5-3-15,3-1 16,2-1-16,1-1 16,0-1-16,0-1 15,0 0-15,2 1 16,-1-1-16,2 0 15,-2 1-15,-1-1 16,0 0-16,0 1 16,-2 0-1,0-1-15,0 0 16,-1 0-16,0 1 16,0-2-16,1-2 15,0 0-15,2-3 16,-2-3-16,2-3 15,1-3-15,-1 1 16,-1-1-16,-1 0 16,-2 0-1,-2-2-15,-2-1 16,-2 1-16,0 0 16,-2-1-16,-1-1 15,-2 1-15,-2 1 16,-1 2-16,-1 0 15,-4 1-15,0-3 16,-3 0-16,-1 1 16,-3-1-1,-2 2-15,-3-1 16,-3 2-16,2 3 16,0 3-16,-1 0 15,-2 0-15,-1 1 16,-1 2-16,0 1 15,-2 2-15,0 2 16,-2 2-16,-2 4 16,-2 2-16,0 4 15,0 3 1,0 4-16,-1 5 16,4 4-16,0 3 15,3 0-15,1 2 16,3 0-16,4-1 15,3-1-15,3-3 16,5 0-16,8 0 16,8-4-16,5-1 15,2-4 1,18-1 0,13 3-1,8-10-15,5-11 16</inkml:trace>
  <inkml:trace contextRef="#ctx0" brushRef="#br0" timeOffset="140597.46">4786 5595 0,'0'0'0,"0"0"15,0 1-15,0-1 16,1 7-16,-1-7 16,0 0-1,3 10-15,-3-10 16,2 13-16,-1 0 15,1 2-15,1 5 16,1 5-16,0-1 16,0 1-16,-1 2 15,-1-2-15,-1-1 16,1-5-16,-2-1 16,3 2-16</inkml:trace>
  <inkml:trace contextRef="#ctx0" brushRef="#br0" timeOffset="141066.34">7943 5576 0,'0'0'0,"0"0"16,4 0-16,-4 0 15,0 0 1,14 2-16,-14-2 15,11 4-15,-11-4 16,0 0-16,9 8 16,-9-8-16,-3 8 15,-3 2-15</inkml:trace>
  <inkml:trace contextRef="#ctx0" brushRef="#br0" timeOffset="148292.23">4791 5715 0,'0'0'0,"0"0"0,0 0 0,0-3 0,0 3 16,2-11-16,-1 3 16,1 2-1,0-2-15,2-5 16,1-2-16,3-1 15,4 1-15,2 0 16,4 0-16,0 2 16,-2 4-16,-1 1 15,-2 2 1,-2 2-16,2 1 16,-2 0-16,1 1 15,0 1-15,-1 2 16,-1 1-16,-10-2 15,15 6-15,-15-6 16,16 12-16,-16-12 16,11 11-16,-11-11 15,9 11-15,-9-11 16,5 6-16,-5-6 16,0 0-1,0 0-15,5 6 16,-5-6-16,0 0 15,0 0-15,0 0 16,0 0-16,0 0 16,0 0-16,-10-6 15,10 6-15,-17-5 16,6 0-16,-1 2 16,0 0-1,0 0-15,0 2 16,-2 1-16,0 3 15,-3 3-15,2 2 16,1 0-16,0 2 16,2 0-16,0 1 15,1 1-15,2 1 16,1-2-16,0 2 16,0 1-1,1-1-15,1 3 16,0-1-16,3 1 15,0-1-15,2 0 16,0-1-16,1 0 16,1 1-16,0 2 15,1 0-15,2 0 16,2 1-16,0-2 16,2 3-1,1-3-15,-2-4 16,1 1-16,1-1 15,3 1-15,1 0 16,1 0-16,0-4 16,0-1-16,-1-3 15,1-2-15,0-6 16,3-2-16,1-3 16,-2-1-1,-1 0-15,-4 0 16,-1 1-16,-2-2 15,-2 0-15,-1 0 16,-2 0-16,-2-2 16,-2-1-16,-1-2 15,-4-1-15,-1 0 16,-3 2-16,-1 2 16,-1 1-1,-3 3-15,-6 2 16,-5 8-16,-5 4 15,-5 7-15,-4 7 16,3 4-16,-1 7 16</inkml:trace>
  <inkml:trace contextRef="#ctx0" brushRef="#br0" timeOffset="156474.43">4639 6214 0,'0'0'0,"0"0"0,2 2 16,-2-2-16,0 0 15,14 7-15,-2-4 16,5 1-16,3-3 16,3 1-16,3-2 15,1-2 1,3 1-16,1-1 0,-1 0 15,-3-1 1,-1 0-16,-2-1 16,0 1-16,0-1 15,-4 0-15,0 0 16,-1 0-16,-5 0 16,-3 1-16,-11 3 15,13-4-15,-13 4 16,0 0-1,0 0-15,0 0 16,0 0-16,0 0 16,-28-9-16,-10 9 15,-7 5-15,-2 3 16,2 1-16,-1 2 16,7 0-16,3-2 15,3-1-15,5-2 16,4-6-16,2-1 15,1-4 1,4 1-16,4-3 16,3 3-16,10 4 15,-13-8-15,13 8 16,0 0-16,-10-7 16,10 7-16,0 0 15,0 0-15,0 0 16,0 0-16,26 4 15,-3 2 1,6 1-16,4 1 16,2-1-16,4-1 15,0-4-15,3 0 16,2-2-16,-1-1 16,-1-2-16,-3-2 15,-3-2-15,-5 2 16,-5-1-16,-4 2 15,-5 1-15,-4 0 16,-13 3 0,12-3-16,-12 3 15,0 0-15,0 0 16,0 0-16,0 0 16,0 0-16,-6-11 15,-9 5-15,1 3 16,4 1-16,10 2 15,-17-1 1,-6 1-16,-32 1 16,-25 1-16,13 3 15,14-2-15,17-1 16,6-1-16,3-3 16,4-1-16,1-1 15,3-1-15,1 0 16,1 0-16,1 1 15,5 1 1,11 3-16,-15-4 16,15 4-16,0 0 15,-10-5-15,10 5 16,0 0-16,0 0 16,0 0-16,0 0 15,24-1-15,-2 3 16,7-1-16,7 2 15,3 0 1,2-2-16,-3-1 16,-1-1-16,2-3 15,-1 1-15,-4-2 16,-7 2-16,-6 2 16,-4-2-16,-3 2 15,-3 0-15,-11 1 16,14-1-16,-14 1 15,0 0-15,10-3 16,-10 3 0,0 0-16,0 0 15,0 0-15,0 0 16,0 0-16,0 0 16,0 0-16,0 0 15,0 0-15,0 0 16,0 0-16,8 6 15,-8-6 1,0 0-16,0 0 16,0 0-16,0 0 15,0 0-15,0 0 16,0 7-16,0-7 16,0 0-16,0 0 15,0 0-15,0 0 16,0 0-16,0 0 15,6 6-15,-6-6 16,0 0 0,0 0-16,0 0 15,0 0-15,4 7 16,-4-7-16,0 0 16,0 0-16,0 0 15,0 0-15,0 0 16,0 0-16,7 7 15,-7-7-15,0 0 16,0 0 0,0 0-16,0 0 15,0 0-15,0 0 16,0 0-16,0 0 16,6 6-16,-6-6 15,0 0-15,0 0 16,0 0-16,0 0 15,0 0-15,0 0 16,0 0 0,0 0-16,0 0 15,0 0-15,0 0 16,0 0-16,0 0 16,3 7-16,-3-7 15,0 0-15,0 0 16,0 0-16,0 0 15,0 0-15,0 0 16,0 0 0,0 0-16,0 0 15,0 0-15,0 0 16,0 0-16,0 0 16,0 0-16,0 0 15,0 0-15,7 6 16,-7-6-16,0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16,8 6-16,-8-6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15,10 4-15,-10-4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0-1,0 0-15,0 0 16,0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0-15,-4-9 16,-1 1-16,0 0 15,-3-5-15</inkml:trace>
  <inkml:trace contextRef="#ctx0" brushRef="#br0" timeOffset="-203327.7">6317 6077 0,'0'0'0,"0"0"0,0 0 0,0 0 16,0 0-16,0 0 16,1-2-16,4-7 15,8-10-15,6-10 16,3-6-1,3-3-15,2-5 16,1-1-16,1 2 16,0 4-16,-1 1 15,-1 3-15,-1 1 16,-2 3-16,-6 6 16,-1 3-16,-2 5 15,-1 1-15,-1 3 16,-1 3-1,0-1-15,0 1 16,1 0-16,0 0 16,4-1-16,-7 2 15</inkml:trace>
  <inkml:trace contextRef="#ctx0" brushRef="#br0" timeOffset="-197787.65">584 6141 0,'0'0'0,"0"0"0,0 0 0,0 0 15,0 0 1,0 0-16,0-2 15,4-7-15,6-13 16,6-18-16,6-8 16,5-5-16,7-5 15,4-4-15,1 1 16,1 3-16,1 2 16,-4 8-1,-3 3-15,-2 5 16,-2 3-16,-3 2 15,-4 6-15,-6 7 16,-3 3-16,-2 4 16,-2 2-16,0 1 15,-1 1-15,1-3 16,7-6-16</inkml:trace>
  <inkml:trace contextRef="#ctx0" brushRef="#br0" timeOffset="-145051.6">6771 4869 0,'0'0'0,"0"0"0,0 0 0,0 0 0,0 0 15,0 0-15,0 0 16,0 0-16,0 0 15,0 0-15,0 0 16,3 0-16,-3 0 16,10 0-16,4 0 15,6 0-15,-2 0 16,3 0-16,1 0 16,1 0-1,-3 1-15,-1 0 16,-1 0-16,-1 0 15,-2 0-15,-3-1 16,-2 1-16,-10-1 16,13 2-16,-13-2 15,0 0-15,12 2 16,-12-2 0,0 0-16,0 0 15,0 0-15,0 0 16,0 0-16,0 0 15,0 0-15,0 0 16,0 0-16,0 0 16,0 0-16,0 0 15,0 0-15,0 0 16,0 0-16,10-2 16,-10 2-1,16-6-15,-5 2 16,0 0-16,-11 4 15,19-6-15,-19 6 16,14-5-16,-14 5 16,13-2-16,-13 2 15,19 2-15</inkml:trace>
  <inkml:trace contextRef="#ctx0" brushRef="#br0" timeOffset="-140426.74">8393 4882 0,'0'0'0,"0"-3"0,0 3 0,0-10 16,1 1-16,0-1 15,5-4 1,6-4-16,7-1 16,4 3-16,3 1 15,0 5-15,0 3 16,-2 1-16,2 3 16,-3 1-16,-1 2 15,-3 0-15,0 0 16,0 0-1,-2 0-15,-3 0 16,-3 2-16,-11-2 16,15 4-16,-15-4 15,10 5-15,-10-5 16,0 0-16,10 4 16,-10-4-16,0 0 15,0 0 1,7 7-16,-7-7 15,0 0-15,0 0 16,0 0-16,5 7 16,-5-7-16,0 0 15,0 0-15,0 0 16,0 0-16,0 0 16,0 0-16,1 6 15,-1-6-15,0 0 16,0 0-16,0 0 15,0 0 1,0 0-16,0 0 16,0 0-16,0 0 15,0 0-15,0 0 16,0 0-16,0 0 16,0 0-16,0 0 15,0 0-15,0 0 16,0 0-16,0 0 15,0 0-15,0 0 16,0 0 0,0 0-16,0 0 15,0 0-15,0 0 16,0 0-16,0 0 16,0 0-16,0 0 15,0 0-15,0 0 16,0 0-1,0 0-15,0 0 0,0 0 16,0 0 0,0 0-16,0 0 15,0 0-15,0 0 16,0 0-16,0 0 16,0 0-16,0 0 15,0 0-15,0 0 16,0 0-1,0 0-15,0 0 16,0 0-16,0 0 16,0 0-16,0 0 15,0 0-15,0 0 16,0 0-16,0 0 16,0 7-16,0-7 15,0 0-15,0 0 16,0 0-16,0 0 15,0 0-15,0 0 16,0 0-16,0 0 16,0 0-1,0 0-15,0 6 16,0-6-16,0 0 16,0 0-16,0 0 15,0 0-15,0 0 16,0 0-16,0 0 15,0 0-15,0 0 16,0 0 0,0 0-16,0 0 15,0 0-15,0 0 16,0 0-16,0 0 16,0 0-16,0 7 15,0-7-15,0 0 16,0 0-1,0 0-15,0 0 0,0 0 16,0 0 0,0 0-16,0 0 15,0 0-15,0 0 16,0 0-16,0 0 16,0 0-16,0 0 15,0 0-15,0 0 16,0 0-16,0 0 15,0 0-15,0 0 16,0 0 0,0 0-16,0 0 15,0 0-15,0 0 16,0 0-16,0 0 16,0 0-16,0 0 15,0 0-15,0 0 16,0 0-16,0 0 15,0 0 1,0 0-16,0 0 16,0 0-16,0 0 15,0 6-15,0-6 16,0 0-16,0 0 16,0 0-16,0 0 15,0 0-15,0 0 16,0 0-16,0 0 15,0 0-15,0 0 16,0 0-16,0 0 16,0 0-1,0 0-15,0 0 16,0 0-16,0 0 16,0 0-16,0 0 15,0 0-15,0 0 16,0 0-16,0 0 15,0 0-15,0 0 16,0 0 0,0 0-16,0 0 15,0 0-15,0 0 16,0 0-16,0 7 16,0-7-16,0 0 15,0 0-15,0 0 16,0 0-16,0 0 15,0 0-15,0 0 16,0 0-16,0 0 16,0 0-1,0 0-15,0 0 16,0 0-16,0 0 16,0 0-16,0 0 15,0 0-15,0 0 16,0 0-16,0 0 15,0 0-15,0 0 16,0 0-16,0 0 16,0 0-1,0 0-15,0 0 16,0 0-16,0 0 16,0 0-16,0 0 15,0 0-15,0 0 16,4 6-16,-4-6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32:00.51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1060 2188 0,'0'0'0,"0"0"0,0 0 16,0 0-16,0 0 15,0 1-15,0-1 16,0 0-16,0 0 16,0 0-16,0 0 15,10 5 1,2-2-16,4 1 16,3-1-16,2-3 15,2 0-15,-1 0 16,1-1-16,3 0 15,-1 0-15,2 0 16,-1 0-16,1 0 16,0 0-16,-3 1 15,2-1 1,2 0-16,0 0 16,3 0-16,-2 1 15,0 0-15,-2 1 16,0-1-16,1 0 15,1 0-15,1 0 16,-3 0-16,1 0 16,-2 0-16,1 0 15,2 0 1,1 0-16,-1 0 16,-1-1-16,1 0 15,0-1-15,0 1 16,0-1-16,-1 0 15,1 0-15,-2 1 16,0 0-16,1 0 16,-1 0-1,1 1-15,0-1 16,-1 0-16,2 0 16,0 1-16,0-1 15,-1 0-15,-1 0 16,-2 0-16,-1 1 15,1-1-15,-2 0 16,0 0-16,0 0 16,-1 0-16,2 1 15,0-1-15,0-1 16,2 2 0,2-1-16,0 1 15,2-1-15,1-1 16,1 0-16,-1 0 15,0-1-15,0-1 16,0 0-16,-3 0 16,0 1-16,-3 0 15,1-1 1,1 2-16,0-1 16,-1 1-16,2 2 15,0 1-15,0 1 16,3 0-16,1 0 15,-1-1-15,0 1 16,-1-1-16,0 1 16,1 0-16,1 0 15,-1-1-15,2 0 16,-2 1 0,-2 0-16,0 0 15,1-1-15,2 1 16,-2-1-16,1 1 15,-1 0-15,0-1 16,1 1-16,-1 0 16,0-1-16,-1-1 15,-1 0-15,-1 0 16,-3-1 0,0 0-16,-2 0 15,-2 1-15,-3-2 16,-2 2-16,-1-1 15,-4 0-15,-10 1 16,16-3-16,-16 3 16,0 0-16,11-2 15,-11 2-15,0 0 16,0 0 0,0 0-16,7-6 15,-4-1-15,2-6 16,3-7-16,-1-3 15,-3-1-15,0-2 16,-1-1-16,-1-4 16,0-3-16,-1 2 15,-1 0 1,-1 3-16,-1 3 16,0 0-16,-1-2 15,1 1-15,-1-2 16,0 2-16,0 3 15,-1 2-15,-1 5 16,0 1-16,-1-1 16,-1 2-16,0 2 15,-1 0-15,-2 1 16,1 0-16,-2-1 16,-4 3-1,-1 1-15,-3 2 16,-4 1-16,-1 2 15,-5 0-15,-2 0 16,-2 1-16,0 4 16,-2 2-16,-3 1 15,-2 1-15,-5 1 16,3-1-16,-2 2 16,0-1-1,1 1-15,1-1 16,-1 1-16,3-2 15,1-1-15,0-2 16,1-2-16,-1-2 16,-1-2-16,-2-1 15,1 1 1,-1-2-16,2 2 16,1 0-16,-2-2 15,-1 2-15,-2 0 16,0 3-16,2 0 15,-3 1-15,2 0 16,0 0-16,4 0 16,-2 0-16,1-1 15,-3-1-15,2-1 16,0 0 0,-1 1-16,0-1 15,2 1-15,-1-1 16,1-1-16,0-1 15,3 1-15,0 1 16,4-2-16,-2 1 16,3 0-16,-1 0 15,0 0-15,-1 0 16,0 0-16,2 0 16,1 1-16,0-1 15,-1 1 1,-2 3-16,1 0 15,3 2-15,1-1 16,3 1-16,-1 0 16,0-1-16,3 1 15,0-1-15,1 1 16,0-1 0,3-1-16,-1 0 15,-2 0-15,-2 0 16,2 0-16,0 0 15,2 0-15,2 0 16,1 0-16,2-1 16,0 0-16,1 0 15,0 0-15,0 1 16,1-1-16,1 0 16,1 0-1,0 1-15,0-1 16,0 0-16,1 0 15,0 0-15,2 1 16,9 0-16,-16-3 16,16 3-16,-15 0 15,15 0-15,-14 0 16,14 0-16,-14 0 16,14 0-1,-13 0-15,13 0 16,-14 0-16,14 0 15,-14 0-15,14 0 16,-11 0-16,11 0 16,0 0-16,0 0 15,-11 2-15,11-2 16,0 0-16,0 0 16,-4 6-1,4-6-15,0 0 16,0 0-16,-1 7 15,1-7-15,-3 15 16,0 1-16,-1 6 16,-1 2-16,1 2 15,-1 1-15,0 3 16,0 1-16,-1 4 16,1-2-1,0-2-15,-1-1 16,3-4-16,0-2 15,-1-1-15,2 0 16,-1 0-16,-1 0 16,2 0-16,-1-2 15,1-2-15,0 0 16,0 0-16,2 0 16,2 2-1,0 1-15,1-1 16,0 0-16,-1-2 15,1-1-15,0-2 16,-1 1-16,2-3 16,-1-1-16,0-1 15,1-1-15,-1-1 16,0 1-16,0 0 16,0-2-1,-1 0-15,-1-2 16,-1-7-16,4 11 15,-4-11-15,1 7 16,-1-7-16,0 0 16,0 0-16,3 7 15,-3-7-15,0 0 16,0 0-16,0 0 16,0 0-16,0 0 15,0 0 1,0 0-16,0 0 15,0 0-15,0 0 16,0 0-16,0 0 16,12 1-16,-12-1 15,16-5-15,-1 0 16,9-2-16</inkml:trace>
  <inkml:trace contextRef="#ctx0" brushRef="#br0" timeOffset="8505.84">7351 3031 0,'0'0'0,"0"0"0,0 0 0,0 0 16,0 0-16,0 0 15,0 0-15,1 4 16,-1-4-16,4 10 16,-1-3-16,0 1 15,1 1 1,0 0-16,0 1 15,2-1-15,-1-1 16,0-2-16,-5-6 16,20 10-16,-5-8 15,5-4-15,6-5 16,5-6-16,5-3 16,2-4-16,6-6 15,-2-2-15,2-4 16,-2 1-1,-7 4-15,0 2 16,-6 6-16,-3 4 16,-1 3-16,-4 3 15,-2 2-15,-2 2 16,-2 1-16,-3 1 16</inkml:trace>
  <inkml:trace contextRef="#ctx0" brushRef="#br0" timeOffset="25764.55">6537 3337 0,'0'0'0,"0"0"0,0 0 16,0 0 0,0 0-16,-1 2 15,1-2-15,-2 9 16,0 4-16,-1 7 16,0 9-16,-1 7 15,0 10-15,-1 5 16,1-3-16,-1 0 15,1-4-15,1 2 16,-1-2-16,1-7 16,0-5-1,1-3-15,0 1 16,2-2-16,2-1 16,2-7-16,-1-9 15</inkml:trace>
  <inkml:trace contextRef="#ctx0" brushRef="#br0" timeOffset="26112.39">6586 3681 0,'0'0'0,"0"0"0,0 0 16,0-1-16,0 1 15,9-13-15,11-11 16,18-9-16,8-3 15,2 3-15,-5 5 16,0 3 0,-3 3-16,-5 5 15,-9 3-15,-7 6 16,-7 3-16,-12 5 16,0 0-16</inkml:trace>
  <inkml:trace contextRef="#ctx0" brushRef="#br0" timeOffset="26430.82">6505 3687 0,'0'0'0,"0"0"15,0 0-15,0 0 16,5 2-16,4 4 16,9 1-1,7 6-15,5 1 16,3 4-16,2-1 16,3 3-16,1 0 15,-4-2-15,-2-3 16,-7-2-16,-6-3 15,1 0-15</inkml:trace>
  <inkml:trace contextRef="#ctx0" brushRef="#br0" timeOffset="27045.32">7026 3801 0,'0'0'0,"1"1"16,-1-1-16,0 0 15,14 2-15,3-4 16,6-1-16,0 0 15,3-2-15,1 0 16,1-3-16,-3-4 16,-1 3-16,-3-1 15,0 0 1,-1-3-16,-2-2 16,-4-4-16,-4 0 15,-5-1-15,-3 1 16,-3 3-16,-3 1 15,-7-3-15,-4 2 16,-4 3-16,-5 7 16,-3 7-1,0 5-15,1 6 16,5 2-16,1 1 16,3 3-16,4 1 15,3 9-15,5 7 16,3 4-16,5 0 15,4 0-15,7-2 16,2-3-16,4-8 16,4-5-16,0-4 15,11-5-15,2-3 16,4-7 0,-2-7-16,-8-5 15,4-4-15,2-5 16,-3-1-16,-2-4 15</inkml:trace>
  <inkml:trace contextRef="#ctx0" brushRef="#br0" timeOffset="27562.16">7538 3557 0,'0'0'0,"0"0"0,0 0 15,0 0-15,0 2 16,0-2-16,10 11 16,3 0-16,5 4 15,2 0 1,6 4-16,6 2 16,1-3-16,-1-1 15,-6-5-15,-4-2 16,-1-1-16,-5 1 15,-2 1-15,-5-1 16,-2 1-16,-3-2 16,-2-1-16,-5 5 15,-3 2 1,-5-1-16,-2-5 16,1-4-16,-4-6 15,1-1-15,0-4 16,1-5-16,4-2 15,3-8-15,2-4 16,7-6-16,4-8 16,7 3-16,4-1 15,2 7-15,3 3 16,-2 6 0,2 4-16,3 1 15,1 3-15,-1 3 16,-2 3-16,-3 4 15,-4 0-15,-3 2 16</inkml:trace>
  <inkml:trace contextRef="#ctx0" brushRef="#br0" timeOffset="28160.2">8041 3537 0,'0'0'0,"0"0"0,1 3 16,-1-3 0,12 18-16,-2 2 15,1 4-15,0 4 16,1 4-16,-1 0 15,2 1-15,-3-6 16,-2-5-16,-3-5 16,0-5-16,-2-2 15,-1-3-15,-2-7 16,0 0 0,0 0-16,0 0 15,0 0-15,-12-11 16,2-1-16,4-3 15,7-13-15,-1-8 16,4-8-16,1 3 16,4 2-16,4 7 15,0 6 1,0 4-16,3 3 16,6 0-16,8 5 15,0 7-15,-4 3 16,-2 6-16,-3 3 15,0 3-15,3 7 16,-1 7-16,2 7 16,-1 3-16,-6-1 15,-3 4 1,-5-7-16,-4-3 16,0 2-16,-2-2 15,1 2-15,-1-5 16,-2-9-16</inkml:trace>
  <inkml:trace contextRef="#ctx0" brushRef="#br0" timeOffset="28717.59">8840 3652 0,'0'0'0,"3"1"15,-3-1-15,17 8 16,-2-1 0,3-2-16,-2-1 15,-1-3-15,2-4 16,0-6-16,-1-2 15,-4 1-15,-3 0 16,-2-4-16,-1-2 16,-4-3-16,-3-1 15,-3 2 1,-6-2-16,-4 5 0,-3 3 16,-6 3-1,0 5-15,-2 4 16,2 4-16,4 6 15,4 7-15,2 4 16,0 3-16,5 1 16,4 5-16,6 6 15,4 5-15,8-2 16,4-6-16,4-1 16,1-10-1,0-4-15,3-5 16,3-4-16,6-5 15,1-6-15,0-7 16,0-7-16,2-6 16,1-5-16,1-2 15,0-10-15,-11-5 16</inkml:trace>
  <inkml:trace contextRef="#ctx0" brushRef="#br0" timeOffset="29143.39">9438 3258 0,'0'0'0,"0"0"15,0 0-15,-2 2 16,2 5-16,-3 11 15,-2 13-15,-1 9 16,0 1-16,0 1 16,0-3-16,0 1 15,1-4-15,1-3 16,1-9 0,0-4-16,1-4 15,1-3-15,-1 0 16,2-2-16,4 0 15,6 2-15,4-1 16,6 1-16,6-6 16,6-3-16,2-1 15,6-3-15,-1-1 16,-3-1-16,-4-5 16,-3 3-16,-1-2 15,-3 2 1,0-2-16</inkml:trace>
  <inkml:trace contextRef="#ctx0" brushRef="#br0" timeOffset="29817.9">10199 3390 0,'0'0'0,"0"0"16,-1-1-16,1 1 16,-4-6-16,-3-1 15,-3-3 1,-4-1-16,-6 0 15,-5 6-15,-5 3 16,0 4-16,2 3 16,3 0-16,3 2 15,3 2-15,2 0 16,5 1-16,2 0 16,3-1-16,1 2 15,3 2 1,3 3-16,7 2 15,7 4-15,11 0 16,4-3-16,8 1 16,1-1-16,-4-4 15,5 1-15,-3-3 16,1 0-16,-4-2 16,-6-2-1,-5-2-15,0 1 16,-3-1-16,-3 0 15,-6-1-15,-10-6 16,6 15-16,-12 1 16,-5 3-16,-9 2 15,-5-6-15,-9-2 16,-3-3-16,4-3 16,7-1-16,5-2 15,4 0 1,4-3-16,2 1 15,-2-5-15,-1 1 16</inkml:trace>
  <inkml:trace contextRef="#ctx0" brushRef="#br0" timeOffset="30124.93">10215 3384 0,'0'0'0,"0"0"0,-2 2 16,-9 5-1,-13 11-15,-7 8 16,-1 6-16,-4 6 15,-3 4-15,1-1 16,4-4-16,2-2 16,-3 1-16,-4 4 15,0 2-15,-3 1 32,8-11-17,9-8-15</inkml:trace>
  <inkml:trace contextRef="#ctx0" brushRef="#br0" timeOffset="47374.31">4527 5512 0,'0'0'0,"0"0"0,0 0 16,0 0-16,0 0 15,0 0-15,0 1 16,0-1-1,29 13-15,9 0 16,9-3-16,11-1 16,6-3-16,5-4 15,9-1-15,4-3 16,8-5-16,-2-6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33:03.25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3301 2115 0,'0'0'0,"0"0"0,0 0 0,0 0 16,-2 0-16,2 0 16,0 0-16,0 0 15,0 0-15,0 0 16,0 0-16,0 0 15,0 0 1,0 0-16,0 0 16,0 0-16,0 0 15,5 7-15,9 0 16,10-1-16,4-1 16,0-3-16,2-1 15,3 1-15,0-2 16,-1-2-16,-1 1 15,-6 0-15,-1-1 16,-3 0 0,-2 0-16,0 1 15,2-1-15,0 1 16,1-1-16,3-3 16,2-1-16</inkml:trace>
  <inkml:trace contextRef="#ctx0" brushRef="#br0" timeOffset="18901.54">6826 2448 0,'0'0'0,"0"0"0,0 0 0,0 0 16,0 0 0,0 0-16,0 0 15</inkml:trace>
  <inkml:trace contextRef="#ctx0" brushRef="#br0" timeOffset="37795.3">5428 5455 0,'0'0'0,"0"0"0,0 0 0,0 0 16,0 0-16,0 0 16,0 0-16,3 1 15,-3-1-15,25 3 16,0-1-16,9-3 16,10-8-16,7-9 15,5-6-15,-5 0 16,0-3-16,-5 2 15,-8 3 1,-6 5-16,-9 4 16,-4 3-16,-6 3 15,-2 2-15,-11 5 16,13-7-16,-13 7 16,0 0-16,0 0 15,0 0-15,22-3 16,3 2-16</inkml:trace>
  <inkml:trace contextRef="#ctx0" brushRef="#br0" timeOffset="40761.93">8252 6191 0,'0'0'0,"0"0"16,0 0-16,0 0 15,0 0 1,0 0-16,2 0 16,-2 0-16,19 0 15,4-1-15,7-2 16,6-5-16,0-2 15,-2-2-15,-4 0 16,-4-2-16,-3 0 16,-4 2-16,-3 2 15,-2 2 1,-1 0-16,1-2 16,0-1-16,-1-2 15,-1 0-15</inkml:trace>
  <inkml:trace contextRef="#ctx0" brushRef="#br0" timeOffset="41104.17">8348 6244 0,'0'0'0,"0"0"0,0 0 0,0 0 0,1 2 16,-1-2-16,0 0 16,0 0-16,0 0 15,11 0-15,3-4 16,10-5 0,3-5-16,-2 0 15,-2-1-15,-1 0 16,-1-1-16,-2-1 15,0-4-15,-2-3 16,-4 0-16</inkml:trace>
  <inkml:trace contextRef="#ctx0" brushRef="#br0" timeOffset="41275.37">8544 6066 0,'0'0'0,"0"0"0,0 0 16,0 0 0,0 0-16,0 0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33:52.37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676 1350 0,'0'0'0,"0"0"0,0 0 0,0 0 0,0 1 16,0-1-16,0 0 15,0 0-15,-4 7 16,4-7-16,0 0 16,0 0-16,0 0 15,0 0-15,0 0 16,5 7 0,11-1-16,15 0 15,8-2-15,2-3 16,3-2-16,3-2 15,1-1-15,4-2 16,1-1-16,6 1 16,9-2-16,4 0 15,7-1-15</inkml:trace>
  <inkml:trace contextRef="#ctx0" brushRef="#br0" timeOffset="1883.17">603 2433 0,'0'0'0,"0"0"15,0 0-15,0 0 16,2 1-16,-2-1 16,0 0-16,0 0 15,0 0-15,0 0 16,0 0-1,0 0-15,8 7 16,-8-7-16,23 8 16,2-1-16,5-2 15,5-2-15,0-3 16,-1-2-16,0-1 16,-2-1-16,1 0 15,-1 0 1,-3 1-16,-5-1 15,-3 2-15,-3 1 16,1-2-16,1 3 16,2 1-16,4 1 15,7 1-15,0 6 16</inkml:trace>
  <inkml:trace contextRef="#ctx0" brushRef="#br0" timeOffset="3306.8">5434 2756 0,'0'0'0,"0"0"0,0 0 0,0 0 16,0 0-16,0 0 15,0 0 1,5 0-16,-5 0 16,22-2-16,-2 0 15,2 1-15,4-1 16,3 0-16,3 1 16,0-1-16,-2 0 15,-1 1-15,-1 0 16,0-1-1,2 0-15,0 1 16,1-1-16,-3 0 16,-2 1-16,-1 1 15,3-1-15,1 0 16,1 1-16,0 0 16,-4 0-16,0 0 15,-1 0-15,0 0 16,3 0-1,2 0-15,-2 0 16,-2 0-16,0-1 16,1-1-16,1 0 15,0-1-15,2-1 16,0 1-16,1 0 16,0 0-16,0-1 15,-1 1-15,-1 0 16,1 0-16,1 0 15,-3 0 1,3 1-16,-5 1 16,0 0-16,-4 0 15,-1 1-15,-1 2 16,-3 0-16,-1 2 16,1-1-16,-3-1 15,3 0-15,6 1 16,8-2-16</inkml:trace>
  <inkml:trace contextRef="#ctx0" brushRef="#br0" timeOffset="7222.37">522 3452 0,'0'0'0,"0"0"15,0 0-15,6 0 16,11 0-16,9 0 15,6 1-15,6 1 16,7-1-16,5 0 16,0 1-16,4 0 15,0-4-15,-1-1 16,-1-2 0,-1 1-16,-3-1 15,-4 1-15,-1 0 16,-5 0-16,-2 1 15,0 1-15,-1-1 16,5 3-16,1 5 16</inkml:trace>
  <inkml:trace contextRef="#ctx0" brushRef="#br0" timeOffset="8816.53">379 4605 0,'0'0'0,"0"0"16,0 0-16,0 0 15,2 0-15,9-2 16,17-3-16,16-2 16,5-1-16,3 1 15,2 1-15,3 2 16,-3 2-16,0 1 16,-3 3-1,0 0-15,-2 1 16,-3-2-16,-2 1 15,0 2-15,1 0 16,0 0-16</inkml:trace>
  <inkml:trace contextRef="#ctx0" brushRef="#br0" timeOffset="11030.16">764 5621 0,'0'0'0,"0"0"16,0 2-16,0-2 16,0 0-16,0 0 15,5 8-15,-5-8 16,22 14-16,4-5 15,8-2 1,7-3-16,5-5 16,6-6-16,4-1 15,-1-4-15,-1 1 16,0-2-16,0 0 16,-3 0-16,2 2 15,-3 3-15,-3 5 16</inkml:trace>
  <inkml:trace contextRef="#ctx0" brushRef="#br0" timeOffset="14801.34">3536 6081 0,'0'0'0,"0"0"15,0 0-15,0 0 16,0 0-16,0 0 15,0 0-15,0 0 16,0 0-16,0 0 16,5 1-16,-5-1 15,14 5-15,1 0 16,5 0 0,5 2-16,4 0 15,5-1-15,3-2 16,3-3-16,4 0 15,2-1-15,1-1 16,0-1-16,0-2 16,0-1-16,0-1 15,-1 1-15,-5 0 16,-2 0 0,0 1-16,-5 0 15,0 2-15,-6 0 16,-2 2-16,2 3 15,1 4-15</inkml:trace>
  <inkml:trace contextRef="#ctx0" brushRef="#br0" timeOffset="19880.96">13739 5119 0,'0'0'0,"0"0"15,0 0-15,0-2 16,0 2-16,0 0 16,0 0-16,-4-6 15,4 6-15,0 0 16,-10-4-16,10 4 15,-20 0 1,5 2-16,2 4 16,1 3-16,2 1 15,4 4-15,2-2 16,7 0-16,3 0 16,10 2-16,6 2 15,7-2-15,4-4 16,-1-6-1,-1-4-15,0-5 0,-6-2 16,-2-1-16,-7-1 16,-2 0-1,-4 0-15,-2-2 16,-2 1-16,-3-2 16,-3 0-16,-3-3 15,-4-1-15,-5 1 16,-2 0-16,-3 2 15,0 2-15,-2 3 16,-1 5-16,-3 5 16,-4 5-1</inkml:trace>
  <inkml:trace contextRef="#ctx0" brushRef="#br0" timeOffset="20396.72">13826 5523 0,'0'0'0,"0"0"0,-3 3 16,3-3-16,-14 13 16,6-1-16,2 2 15,3 0-15,5 1 16,6 0-16,6 0 15,1-4-15,-3-4 16,1-2-16,2-3 16,1-4-1,0-4-15,-1-3 16,-4-1-16,0-1 16,-4 2-16,-3-2 15,0 0-15,-3 1 16,-3 0-16,-3-1 15,-3 1-15,-5-1 16,-5 1 0,-6 2-16,-2 5 15,0 6-15,4 1 16,5 4-16,4-2 16</inkml:trace>
  <inkml:trace contextRef="#ctx0" brushRef="#br0" timeOffset="20894.93">13801 5903 0,'0'0'0,"0"0"0,0 0 16,0 0-16,-6 2 16,6-2-16,-12 11 15,3 1-15,2 2 16,3 4-16,1 5 15,3-1-15,5-4 16,4-2-16,8-4 16,6 0-1,-1-5-15,0-5 16,-3-5-16,-2-5 16,0-4-16,0 0 15,-6-1-15,-2 2 16,-3 1-16,-2 1 15,-3 1-15,-2-3 16,0 2-16,-5-1 16,-1 3-1,7 7-15,-20-10 16,5 6-16,-3 0 16</inkml:trace>
  <inkml:trace contextRef="#ctx0" brushRef="#br0" timeOffset="21394">13893 6319 0,'0'0'0,"0"0"0,0 0 16,0 0-1,0 0-15,0 0 16,0 0-16,0 0 16,0 0-16,0 0 15,-1 5-15,1-5 16,0 12-16,0-4 15,1 2-15,2 3 16,0-1-16,3-1 16,3 1-16,3-3 15,1-3 1,5-6-16,2-6 16,0-3-16,-3-5 15,-4-1-15,-4-4 16,-4 1-16,-5 0 15,-3 2-15,-8 1 16,-3 0-16,-5 2 16,-5 5-16,-3 8 15,0 7 1,0 2-16,5-1 16</inkml:trace>
  <inkml:trace contextRef="#ctx0" brushRef="#br0" timeOffset="22642.59">14226 5104 0,'0'0'0,"0"0"0,0 0 15,0 0-15,0 0 16,0 0-16,0 0 15,0 0-15,0 0 16,0 0-16,0 0 16,12-2-16,5 1 15,2 1-15,0 0 16,-1 0 0,-1 3-16,0 3 15,0 1-15,-1 4 16,1 4-16,0 9 15,-2 9-15,0 6 16,-5 7-16,-5 6 16,-2 7-16,-2 1 15,-3 2-15,2 3 16,-2-3-16,2 36 31,4-7-15,6-7-16,0-15 15,-1-31-15,0-2 16,-1-3-16,0 1 16,-1-5-16,-1-4 15,-2-5-15,1-1 16,-2-2 0,1 1-16,-1-3 15,-2-4-15,-2-2 16,-1 0-16,-3 1 15,-1 1-15,-2-1 16,-1-1-16,-4-3 16,0-2-16,-9-4 15,-2-2-15,-2-1 16,4 0-16,-1-3 16,0-1-1,-7-5-15</inkml:trace>
  <inkml:trace contextRef="#ctx0" brushRef="#br0" timeOffset="23658.78">13492 5072 0,'0'0'0,"0"0"16,0 0-16,0 0 16,0 0-16,0 0 15,0 0-15,0 0 16,0 0-16,0 0 16,0 0-16,0 0 15,0 0 1,0 0-16,0 2 15,0-2-15,0 0 16,0 0-16,0 0 16,0 0-16,0 0 15,0 0-15,-4 7 16,4-7-16,0 0 16,-5 14-1,-1 4-15,-5 10 16,-3 1-16,2 1 15,-3 3-15,3-3 16,2 1-16,0 3 16,0 0-16,0-1 15,1 0-15,2-5 16,3-4-16,-1 3 16,2-4-1,2 5-15,2 3 16,3 1-16,3 3 15,1 0-15,4 6 16,0-7-16,1-2 16,1 3-16,0 1 15,4 7-15,-2-3 16,-1-3-16,-3-1 16,1 4-1,-2-1-15,-4 0 16,-4-4-16,-2 8 15,-1-3-15,1 1 32,-1-1-32,1-11 15,4-2-15,1-10 16,5-6-16,9-4 16,12-6-1,8-7-15,12-8 16,-6-12-16</inkml:trace>
  <inkml:trace contextRef="#ctx0" brushRef="#br0" timeOffset="30393.04">3462 5336 0,'0'0'0,"0"0"0,-3-1 0,3 1 16,-12-8-16,12 8 16,-16-12-16,4 3 15,-5 0 1,-2-1-16,0 3 16,-1 3-16,-1 3 15,0 4-15,1 0 16,1 2-16,-1 1 15,-4 4-15,-4 5 16,-1 3-16,5 3 16,0 7-16,5 4 15,2-2 1,4 3-16,4-5 16,4 0-16,-1 7 15,5 6-15,1 1 16,1-3-16,2-9 15,2-2-15,3 3 16,2 2-16,0-4 16,0-3-16,2-5 15,4 1-15,1-2 16,0-1 0,-2-3-16,0-2 15,1-1-15,2-1 16,7 1-16,4 0 15,5-3-15,3-3 16,1-2-16,1-1 16,5 0-16,2-3 15,0-1 1,1-1-16,0-1 16,0-1-16,0 1 15,0 1-15,-1-1 16,2-1-16,-5 1 15,0-3-15,-3 2 16,-1 0-16,3 0 16,-6-2-16,-1 0 15,-2-1-15,4-1 16,0 1 0,-2 0-16,-8 0 15,-3 1-15,-1-3 16,0 0-16,-1-1 15,0 0-15,-5 1 16,0 1-16,-3 0 16,-2 1-16,-1-3 15,1-4-15,-1-4 16,-2 1 0,-1 0-16,-3 2 15,0-3-15,-1-3 16,-2 0-16,-1-2 15,-2-3-15,0-1 16,-1 1-16,0 2 16,1 3-16,-1 0 15,1-1-15,-1 0 16,-2 0 0,0-5-16,-5-2 15,-2 0-15,-4 3 16,-3 0-16,-2 0 15,-1 2-15,-1 2 16,1 3-16,-5-2 16,-6 1-16,-4 0 15,-2 2-15,-4 0 16,2 3-16,-9-1 16,1 4-1,-3 4-15,-4 2 16,1 1-16,-7 4 15,3 2-15,0 2 16,-6 5-16,3 1 16,-4 4-16,2 3 15,0 1-15,-1 2 16,5-2-16,-3 1 16,4 2-1,-1 6-15</inkml:trace>
  <inkml:trace contextRef="#ctx0" brushRef="#br0" timeOffset="37675.32">3786 7352 0,'0'0'0,"0"0"0,0 0 16,0 0-16,0 0 16,0 0-16,3 0 15,-3 0-15,0 0 16,0 0 0,0 0-16,0 0 15,0 0-15,0 0 16,0 0-16,0 0 15,13 4-15,-13-4 16,18 5-16,-7-1 16,4-1-1,0-1-15,4 1 16,1-3-16,2-2 16,0 0-16,1-2 15,-1 2-15,-1 0 16,1-1-16,2 1 15,0-1-15,2-1 16,-3 1-16,-4 1 16,-2 1-16,1-1 15,-1 1-15,-1-1 16,0 0 0,2 0-16,-1 1 15,-2-1-15,0 1 16,-1 0-16,0 0 15,0 1-15,0 0 16,-1 0-16,1 0 16,0 0-1,1 0-15,2 0 16,1 0-16,-1 0 16,0 0-16,-2 0 15,-1 0-15,-2 0 16,2 0-16,-1 0 15,0 0-15,2-1 16,0 1-16,0-2 16,2 1-16,1-1 15,1 0 1,1 0-16,-2 0 16,-1 1-16,0 0 15,1-1-15,-1 0 16,2 1-16,2-1 15,1 0-15,1 1 16,-1-1-16,1 1 16,1 1-16,0 0 15,1 0-15,1 0 16,2 0 0,1 1-16,0 1 15,1-1-15,-2 1 16,2 0-16,3-1 15,0 1-15,0 0 16,-3-1-16,0 0 16,1 1-16,2 0 15,1 0 1,-2 0-16,-2-1 16,0 0-16,1-2 15,2 0-15,-1-1 16,0 0-16,-3 0 15,2 0-15,-1 0 16,2-3-16,-2 1 16,-2 0-16,5 0 15,-1 0-15,1 0 16,0 0 0,0 0-16,2 1 15,2 2-15,-1 1 16,-1 0-16,1 1 15,-1 1-15,-2 1 16,1-1-16,0 0 16,0 0-16,1 1 15,-1-1-15,1 1 16,-1 0 0,1-2-16,2 0 15,-2-1-15,-3 0 16,-1-1-16,-3 0 15,1-2-15,-2 1 16,-4 1-16,-1-1 16,-4 0-16,-3 1 15,0 1-15,-4 0 16,-11 0-16,17 0 16,-17 0-1,10 2-15,-10-2 16,0 0-16,14 3 15,-14-3-15</inkml:trace>
  <inkml:trace contextRef="#ctx0" brushRef="#br0" timeOffset="45060.66">4935 7825 0,'0'0'0,"0"0"0,0 0 0,0 0 0,0 0 16,0 0 0,0 0-16,0 0 15,0 0-15,0 0 16,0 0-16,0 0 15,0 0-15,0 0 16,0 0-16,0 0 16,0 0-16,0 0 15,0 0 1,0 0-16,0 0 16,3 2-16,-3-2 15,10 2-15,1 1 16,3-1-16,5 1 15,0-2-15,2-1 16,1 0-16,2-1 16,0 0-16,2-2 15,1 1 1,2-1-16,-1 1 16,2-1-16,-2 1 15,1 0-15,1-1 16,2 3-16,-3 0 15,1 3-15,-1-2 16,-1 1-16,0-1 16,1 2-16,-1-1 15,-1 0-15,0 0 16,2 1 0,2-1-16,1 1 15,-1-1-15,0 1 16,0-1-16,-2-2 15,2-2-15,-1-1 16,-1-2-16,-1 0 16,-3 1-16,0-1 15,-1 1-15,2-1 16,-3 1-16,0 0 16,0 0-1,1-1-15,4 1 16,4-1-16,-1 0 15</inkml:trace>
  <inkml:trace contextRef="#ctx0" brushRef="#br0" timeOffset="49529.7">10414 7976 0,'0'0'0,"0"0"0,0 0 0,0 0 16,2 0-16,-2 0 16,0 0-16,0 0 15,15 1-15,-5-1 16,3 0-16,3-1 15,1-1 1,3 1-16,6-2 16,3 0-16,-1 0 15,-2 0-15,0-1 16,1 1-16,-2 0 16,3-1-16,0 2 15,0 1-15,-1 1 16,-1 2-16,-1 0 15,2 2-15,0-1 16,0 2 0,1-1-16,0 0 15,-1-1-15,0 2 16,2-2-16,4 1 16,0-1-16,0-1 15,-2-1-15,0-1 16,1-1-16,1-1 15,1 0 1,-1-1-16,-3-1 16,-2-2-16,-3 0 15,-2 1-15,-1-1 16,-3 1-16,0 1 16,-2 0-16,1 1 15,2 0-15,1 0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1:39.44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6093 5930 0,'0'0'0,"0"0"0,0 0 0,0 0 16,0 0-16,0 0 15,0 0-15,0 0 16,3 0-16,-3 0 15,10-1-15,-10 1 16,17-2-16,-6 2 16,2-1-1,0 0-15,1 0 16,1 0-16,0 1 16,0-1-16,-1 0 15,1 1-15,0 0 16,1 0-16,0 0 15,-1 1-15,-1 0 16,0-1-16,-1 1 16,1 0-1,-1 0-15,2 0 16,0-1-16,1 1 16,2 0-16,0 0 15,-2-1-15,0 0 16,-1 0-16,-1-1 15,0-1-15,-1 1 16,0-2-16,1 1 16,-3-1-16,-11 3 15,19-4 1,-19 4-16,18-3 16,-18 3-16,16-5 15,-16 5-15,11-3 16,-11 3-16,0 0 15,13-5-15,-13 5 16,0 0-16,10-5 16,-10 5-1,0 0-15,0 0 16,12-5-16,-12 5 16,0 0-16,0 0 15,0 0-15,12-2 16,-12 2-16,0 0 15,0 0-15,0 0 16,12 2-16,-12-2 16,0 0-16,0 0 15,0 0 1,9 3-16,-9-3 16,0 0-16,0 0 15,0 0-15,11 1 16,-11-1-16,0 0 15,0 0-15,0 0 16,0 0-16,9 1 16,-9-1-1,0 0-15,0 0 16,0 0-16,0 0 16,0 0-16,11 1 15,-11-1-15,0 0 16,13-1-16,-13 1 15</inkml:trace>
  <inkml:trace contextRef="#ctx0" brushRef="#br0" timeOffset="3220.96">7739 6603 0,'0'0'0,"0"0"16,0 0-16,0 0 16,0 0-16,0 0 15,0 0-15,0 0 16,0 0-16,5 1 16,-5-1-1,24 1-15,-3 0 16,1 0-16,2 0 15,-1-1-15,-2-1 16,3 0-16,0 0 16,2 0-16,-1 0 15,-1 1-15,0-1 16,-1 0 0,-4 0-16,1 1 15,0-1-15,-2 1 16,-1 0-16,-4 0 15,-1 0-15,-12 0 16,15 0-16,-15 0 16,11 0-16,-11 0 15,9 0-15,-9 0 16,0 0-16,0 0 16,0 0-1,11 1-15,-11-1 16,0 0-16,0 0 15,0 0-15,0 0 16,0 0-16,0 0 16,0 0-16,0 0 15,0 0-15,0 0 16,0 0-16,0 0 16,0 0-1,0 0-15,10 5 16,-10-5-16,0 0 15,0 0-15,0 0 16,0 0-16,0 0 16,0 0-16,0 0 15,0 0-15,0 0 16,0 0-16,0 0 16,0 0-1,0 0-15,0 0 16,0 0-16,0 0 15,0 0-15,0 0 16,0 0-16,0 0 16,0 0-16,0 0 15,0 0-15,0 0 16,0 0-16,0 0 16,0 0-1,0 0-15,0 0 0</inkml:trace>
  <inkml:trace contextRef="#ctx0" brushRef="#br0" timeOffset="8807.2">6551 5354 0,'0'0'0,"0"0"0,0 0 0,0 0 0,-5-4 15,5 4-15,-15-9 16,5 2-16,0 0 15,-1-1-15,1-2 16,1 0-16,-1-1 16,0 1-16,-1-2 15,-1 1 1,0-2-16,-1 2 16,-2 2-16,3 3 15,0 1-15,-1 1 16,1 1-16,1 3 15,11 0-15,-17 0 16,17 0-16,-12 2 16,12-2-16,0 0 15,-11 1-15,11-1 16,0 0 0,0 0-16,0 0 15,-8 9-15,7 0 16,-5 5-16,2 3 15,-1 2-15,1 1 16,2 4-16,0 3 16,2 2-16,0 2 15,0 1 1,2 0-16,-1-2 16,0-1-16,1 1 15,-1 1-15,2 3 16,0-4-16,-1-1 15,1-1-15,2-4 16,-1 0-16,3 0 16,3 1-16,2-2 15,-1-2 1,0-3-16,1-1 16,1 1-16,4 0 15,0-4-15,-2-3 16,2-6-1,5-3 1,6-8-16,-1-3 16,-2-5-16,-5-3 15,-6 0 1,2-6-16,-1-3 16,-5-1-16,0-3 15,-8-2-15,-4-6 16,-3-7-16,0 4 15,-2 0-15,-2 1 16,0 5-16,-2 0 16,-4 2-16,-1 4 15,-1 4 1,-1 2-16,-2 4 16,1 5-16,1 1 15,3 5-15,2 1 16,2 2-16,1 2 15,10 3-15,-16-5 16,16 5-16,-12 0 16,1 7-16,-5 11 15,-4 11-15,4 0 16</inkml:trace>
  <inkml:trace contextRef="#ctx0" brushRef="#br0" timeOffset="17912.74">4229 3528 0,'0'0'0,"0"0"0,0 0 15,0 0-15,0 0 16,0 0-16,0 0 16,0 0-1,0 0-15,0 0 16,3 1-16,11-1 15,15 0-15,8 0 16,2-1-16,0-1 16,-1-1-16,0-2 15,-2 2-15,-1-2 16,-1 2-16,-3 0 16,-5 1-1,1 1-15,-2 1 16,0 1-16,-1 0 15,-1 1-15,-2-1 16,-3 1-16,-1-1 16,-3 1-16,1 2 15,-1-1-15,-1 2 16,-1-2-16,-1 0 16,0 0-1,-1-1-15,0 1 16,-10-3-16,17 3 15,-17-3-15,13 1 16,-13-1-16,11 2 16,-11-2-16,20 1 15,-4-3-15,8 1 16</inkml:trace>
  <inkml:trace contextRef="#ctx0" brushRef="#br0" timeOffset="25038.23">9756 5189 0,'0'0'0,"0"0"0,3 2 16,-3-2-16,11 1 15,-1 1-15,4 0 16,3 0-16,5 0 15,5 2-15,2-2 16,3-2-16,4-2 16,3 0-16,3-2 15,3 1-15,0-1 16,1 0-16,4-1 16,4 1-1,3 0-15,-2-1 16,2 1-16,1-1 15,-4 1-15,4 1 16,1-1-16,-4 1 16,5-1-16,-5 1 15,-2 1-15,-5-1 16,-3 2 0,1-2-16,-1-3 15,-1-1-15,-4 1 16,-2-1-16,-3 0 15,-3 0-15,-1 2 16,-5-1-16,-4 2 16,-6 0-16,-3 1 15,-13 3-15,15-5 16,-15 5-16,0 0 16,0 0-1,10-2-15,-10 2 16,0 0-16,0 0 15,0 0-15,0 0 16,0 0-16,0 0 16,0 0-16,0 0 15</inkml:trace>
  <inkml:trace contextRef="#ctx0" brushRef="#br0" timeOffset="26013.41">9626 5346 0,'0'0'0,"0"0"0,0 0 15,0 0-15,0 0 16,0 0-16,0 0 16,0 2-16,0-2 15,3 14 1,-1 6-16,3 8 15,0 6-15,1 3 16,-1-3-16,-1 0 16,0 2-16,1 5 15,0-1-15,-1 4 16,-1-1-16,0 2 16,1 4-16,0-3 15,0 1 1,0 1-16,-1 3 15,-1-2-15,0-4 16,1 2-16,-1-1 16,0 6-1,0-3 1,1-12-16,-3-8 16,0-10-1,-3-5-15,2-4 16,-1-3-16,2-7 15,-1 9-15,1-9 16,0 0-16,0 0 16,-3 8-16</inkml:trace>
  <inkml:trace contextRef="#ctx0" brushRef="#br0" timeOffset="27544.18">10248 4798 0,'0'0'0,"0"0"16,0 0-16,0 0 16,0-3-16,0 3 15,2-8-15,-1 1 16,1-3-16,0-1 16,1 1-16,1 1 15,-1 0-15,1 1 16,-1 0-1,-3 8-15,9-9 16,-9 9-16,0 0 16,10-3-16,-10 3 15,11 14-15,-3 6 16,-3 12-16,-2 4 16,-3 0-16,0-1 15,-2-4 1,0-1-16,1 3 15,-1-2-15,1-4 16,1-5-16,0-9 16,0-2-16,0-3 15,0-8-15,0 7 16,0-7-16,0 0 16,0-7-16,4-10 15,2-8-15,-1-2 16,0 0-1,0 1-15,1-3 16,1 2-16,0-1 16,-1 4-16,0 8 15,-2 5-15,1 2 16,-2 2-16,3 0 16,-6 7-16,12-7 15,-12 7-15,18 9 16,-6 5-1,2 8-15,-2-2 16,-3 2-16,-2-1 16,-2-2-16,0-4 15,-1 0-15,-2-3 16,0-3-16,1 0 16,-1-2-16,-2-7 15,7 7-15,-7-7 16,16 2-1,-1-6-15,5-9 16,1-4-16,2-2 16,-5-1-16,-1-3 15,0-5-15,-1 2 16,-3 1-16,-4 7 16,0 5-16,0 4 15,-2 1-15,-7 8 16,14-7-16,-14 7 15,17 5 1,-8 4-16,-1 4 16,-3 5-16,-1 7 15,-2 4-15,-2 2 16,0-2-16,0-8 16,0-4-16,0-3 15,0-2-15,0 0 16,2 0-1,3-1-15,1-1 16,-6-10-16,19 7 16</inkml:trace>
  <inkml:trace contextRef="#ctx0" brushRef="#br0" timeOffset="28328.72">10978 4872 0,'0'0'0,"0"0"0,0 0 0,0 0 0,0 0 16,0 0-16,3 1 15,-3-1 1,11 2-16,2 1 16,2 0-16,8-1 15,5-3-15,8 0 16,1-1-16,-1-1 16,2 0-16,-4-2 15,0-1-15,-1 1 16,-3 0-16,1-1 15,0 2 1,-2 0-16,-4 1 16,-4 2-16,-6 0 15,-2 0-15,-3 1 16,-10 0-16,12 0 16,-12 0-16,0 0 15,0 0-15,0 0 16,0 0-16,0 0 15,0 0 1,-1-9-16,-10-1 16,-2-2-16,-1 0 15,2 3-15,1 1 16,2 1-16,9 7 16,-13-10-16,13 10 15,0 0-15,-12-8 16,12 8-1,0 0-15,0 0 16,0 0-16,0 0 16,0 0-16,0 0 15,-2 13-15,13 2 16,5 1-16,1-3 16,1-2-16,-2-3 15,1-1-15,-1-1 16,-3-1-16,-3 0 15,-10-5-15,10 12 16,-11-6 0,-7 5-16,-9 6 15,-8 4-15,-1 1 16</inkml:trace>
  <inkml:trace contextRef="#ctx0" brushRef="#br0" timeOffset="29378.92">10186 4929 0,'0'0'0,"0"0"0,0 0 15,0 0-15,0-1 16,0 1-16,0 0 15,-12-5 1,1 2-16,-3 0 16,-5 0-16,-5-1 15,-7 3-15,-3 1 16,-2 2-16,4 0 16,-4 0-16,-2-1 15,0 1-15,-1-1 16,4 1-16,3 1 15,1 1-15,-1-1 16,0 2-16,4-2 16,5 0-1,4 0-15,2-2 16,4 1-16,2-1 16,11-1-16,-14 0 15,14 0-15,-10-4 16,10 4-16,-7-11 15,6-1-15,1-5 16,6-5 0,2-1-16,4-1 15,-2 4-15,1 2 16,0 4-16,-3 4 16,-1 2-16,-7 8 15,7-8-15,-7 8 16,0 0-16,0 0 15,0 0-15,3 11 16,-8 11-16,-5 5 16,-3 0-1,0-6-15,2-4 16,-1-2-16,0-1 16,-1-3-16,1-1 15,2-3-15,10-7 16,-12 7-16,12-7 15,0 0-15,0 0 16,-9 7 0,9-7-16,0 0 15,4 8-15,3-1 16,4 3-16,6 2 16,5 2-16,2 0 15,-2 0-15,1 0 16,1-1-16,-4-1 15</inkml:trace>
  <inkml:trace contextRef="#ctx0" brushRef="#br0" timeOffset="30573.72">9029 5786 0,'0'0'0,"-1"-3"0,1 3 15,-3-8-15,3 1 16,0-2-16,2-2 15,2 0-15,2 1 16,-1 3 0,-5 7-16,13-9 15,-13 9-15,18-1 16,-18 1-16,16 7 16,-16-7-16,14 15 15,-8-1-15,-2 3 16,-2 7-16,-1 7 15,-1-1-15,0-2 16,0-3-16,0-8 16,-1-3-16,1-4 15,-1-2 1,1-8-16,0 10 16,0-10-16,0 0 15,0 0-15,0 0 16,0 0-16,0 0 15,9-21-15,1-5 16,-1-5-16,1 1 16,-2 3-1,-1 3-15,3 0 16,2 2-16,0 2 16,1 5-16,-3 4 15,-3 4-15,-7 7 16,17-2-16,-7 5 15,0 5-15,-2 4 16,-3 7-16,-4 7 16,-2 1-16,0 2 15,0-1 1,0 0-16,1-3 16,0-2-16,0-4 15,2-3-15,0-4 16,2-1-16,0-5 15,-4-6-15,12 8 16,-1-6-16,2-5 16,6-6-16,5-2 15,1-2 1,-3-1-16,-4 4 16,-3 2-16,-4 0 15,-4 0-15</inkml:trace>
  <inkml:trace contextRef="#ctx0" brushRef="#br0" timeOffset="31468.53">9307 6150 0,'0'0'0,"0"0"0,0 0 15,0 0-15,0 3 16,-1 4-16,0 3 16,-1 5-16,0 2 15,1 1 1,0 2-16,1 5 16,1 0-16,0 0 15,0-4-15,0-1 16,0 1-16,0-5 15,-1 4-15,1-1 16,0-1-16,-1 3 16,0 2-16,-2 0 15,-4-3-15,2-6 16,0-4 0,1-3-16,1-1 15,2-6-15,-2 8 16,2-8-16,0 0 15,0 0-15,0 0 16,0 0-16,0 0 16,0 0-16,-12-4 15,7-8 1,-1-3-16,1 5 16,1 2-16,0-1 15,-2 0-15,-5 2 16,0-2-16,11 9 15,-16-9-15,16 9 16,0 0-16,-11-6 16,11 6-16,0 0 15,0 0 1,0 0-16,0 0 16,0 0-16,0 0 15,0 0-15,0 0 16,0 0-16,6 8 15,5-3-15,0-1 16,6 0-16,-1-1 16,1-3-16,-2 0 15,-4-3 1,-1-1-16,3-6 16,1-7-16,1-9 15,2-1-15,-1 0 16</inkml:trace>
  <inkml:trace contextRef="#ctx0" brushRef="#br0" timeOffset="32845.36">9305 5593 0,'0'0'0,"0"0"0,0 0 16,-1-3-16,1 3 16,-1-13-16,0 2 15,0-5-15,1-4 16,-1-3 0,0-1-16,0 0 15,1 1-15,0 1 16,0 2-16,0 1 15,0 0-15,0-1 16,0 3-16,-2 0 16,1 1-16,-2 4 15,2 3-15,-1 1 16,2 8 0,-3-10-16,3 10 15,0 0-15,-2-6 16,2 6-16,0 0 15,-19 6-15,5 3 16,-1 6-16,0 2 16,2-1-16,1 0 15,3-3-15,0 0 16,4-3-16,0-4 16,1 1-16,4-7 15,-4 9 1,4-9-16,0 0 15,-3 7-15,3-7 16,0 0-16,0 0 16,0 0-16,0 0 15,11-15-15,-2 1 16,4-5 0,1 0-16,-2 2 15,-2 1-15,-2 4 16,0 1-16,-2 1 15,2 1-15,-2 2 16,-6 7-16,13-10 16,-13 10-16,13 0 15,-3 5-15,1 4 16,3 2-16,-2 3 16,0 1-1,-2-2-15,1 2 16</inkml:trace>
  <inkml:trace contextRef="#ctx0" brushRef="#br0" timeOffset="35278.25">9668 5433 0,'0'0'15,"0"0"-15,0-3 16,0 3-16,-5-6 16,5 6-16,-7-10 15,7 10-15,-11-11 16,4 2-16,-1-3 16,0-5-16,2 0 15,3 0-15,2 2 16,0-1-1,1 0-15,1-1 16,-1 3-16,1 0 16,1 1-16,2 2 15,-1 2-15,-1 0 16,-1 3-16,-1 6 16,3-9-16,-3 9 15,0 0-15,2-7 16,-2 7-16,0 0 15,0 0 1,0 0-16,15-5 16,-2 3-16,4 1 15,6-1-15</inkml:trace>
  <inkml:trace contextRef="#ctx0" brushRef="#br0" timeOffset="39023.58">7920 3725 0,'0'0'0,"0"0"0,0 0 16,0 0-16,1 1 15,-1-1-15,12 8 16,1 0-16,9 3 16,9-3-16,7-1 15,8-1 1,3-4-16,2 0 16,2-4-16,3 0 15,3-4-15,1 2 16,0-1-16,2 0 15,2 0-15,2 0 16,2 0-16,-1 1 16,2-2-16,1 2 15,3 1 1,1 1-16,-4 2 16,4 3-16,-2-3 15,-1 3-15,1 2 16,-5 0-16,4 1 15,-5-1-15,2 2 16,-1-1-16,-3 0 16,2 0-16,-2 0 15,-2-2-15,6 2 16,-4-1 0,3 1-16,3 0 15,-6-2-15,2 1 16,1-1-16,0 0 15,2-2-15,0-1 16,-1 1-16,1-2 16,-2 0-16,-2 0 15,1-1-15,-1-2 16,-1 0 0,3-1-16,-3 1 15,-2-1-15,2 3 16,-3-2-16,-1 0 15,1 1-15,-2-1 16,-2 1-16,1 0 16,-3-1-16,-1 0 15,-2 1 1,-2-1-16,-5 2 16,-3 1-16,-7 0 15,-6 0-15,-5 0 16,-5 0-16,-4 0 15,-6 0-15,-9 0 16,10 0-16,-10 0 16,0 0-16,0 0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2:29.87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EE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12046 4648 0,'0'0'0,"0"0"0,0 0 15,0 0-15,0 0 16,0 0-16,0 0 16,0 0-16,1 1 15,-1-1-15,0 0 16,14 10-1,-4-3-15,4-1 16,5 1-16,7-3 16,7 1-16,1-2 15,0 0-15,0-3 16,-2 0-16,2-3 16,3 1-16,-1 1 15,3-1-15,-1 0 16,-1 1-1,1-1-15,-2 0 16,-1 1-16,0-1 16,0 0-16,0 1 15,0 0-15,-4 0 16,0 0-16,-3 0 16,-1 1-16,-1-1 15,0 0-15,0 1 16,-3 1-1,1-1-15,-2 0 16,0 0-16,1 0 16,0 0-16,0 0 15,1 0-15,1 0 16,-3 0-16,1 0 16,1 0-16,-1 0 15,4 0-15,1 0 16,1 0-1,0 1-15,-1-1 16,0 0-16,2 0 16,0 0-16,3 0 15,-2 0-15,1 0 16,3 0-16,0 0 16,0 0-16,0 0 15,0 0-15,-3 0 16,0 0-1,-1 0-15,-2 0 16,0 0-16,1 0 16,-2 0-16,2 0 15,-2-2-15,-2-1 16,-2 2-16,1-1 16,1 0-16,0 0 15,-2 0-15,-2 1 16,-3-1-16,0 0 15,1 1 1,-2 0-16,2 1 16,-1 1-16,-1 0 15,0 1-15,-1 0 16,-1-1-16,3 1 16,-1 0-16,-2-1 15,1 0-15,-2 0 16,4 0-16,-2-1 15,-1 1-15,-2-1 16,-1 2 0,-2-2-16,-1 0 15,-10 0-15,11-3 16</inkml:trace>
  <inkml:trace contextRef="#ctx0" brushRef="#br0" timeOffset="1834.51">12210 6708 0,'0'0'0,"0"0"16,0 0-16,0 0 15,0 0 1,0 0-16,0 0 16,0 0-16,0 0 15,0 0-15,5-2 16,-5 2-16,10-3 16,-10 3-16,21-10 15,-6 4-15,3 0 16,4 1-16,1-2 15,5 3 1,0 0-16,4 0 16,1 3-16,0 0 15,1 1-15,0 1 16,0 0-16,0 3 16,2 0-16,-1 0 15,-1 2-15,1-2 16,2 3-16,0 0 15,-4-2 1,-2 0-16,-5-1 16,-3 0-16,-3 0 15,0 1-15,0-1 16,1 1-16,-1 0 16,-1-1-16,-1 0 15,0 0-15,-3-1 16,0 1-16,2-1 15,2 0-15,0 1 16,1 0-16,-1-1 16,1 1-1,2 0-15,3 0 16,3 1-16,0 0 16,-1 0-16,2-2 15,1 1-15,2 0 16,2-1-16,1 1 15,-1-1 1,4-1-16,-6 1 0,1-1 16,-1 0-1,-2 1-15,0-2 16,-1 1-16,-2-1 16,1 1-16,0-1 15,0 1-15,-2-1 16,-2 0-16,0-1 15,0 2-15,0-2 16,-3 1-16,-3 0 16,-1 0-1,2-1-15,0 1 16,2 0-16,0-1 16,-1 0-16,1 0 15,0 0-15,3 0 16,1 0-16,-1 0 15,2 0-15,-2 0 16,1 0-16,2 0 16,-1 0-1,1 0-15,-1 0 16,-1 0-16,-2 0 16,-5 0-16,-2 0 15,-5 0-15,-1 0 16,-10 0-16,16 0 15,-16 0-15,14 0 16,-14 0 0,11 0-16,-11 0 15,0 0-15,15 0 16,-15 0-16,0 0 16,13 0-16,-13 0 15,0 0-15,0 0 16,0 0-16,0 0 15,0 0-15,9-5 16,-13-8-16</inkml:trace>
  <inkml:trace contextRef="#ctx0" brushRef="#br0" timeOffset="6812.05">9777 3230 0,'0'0'0,"0"0"15,0 0-15,0 0 16,0 0-16,-3-1 16,3 1-16,0 0 15,0 0-15,-9-7 16,9 7-16,0 0 16,-12-2-16,12 2 15,-11 1 1,0 0-16,-3 2 15,-5 1-15,-1 3 16,1 3-16,-1 2 16,-2 5-16,0 4 15,0 4-15,0 0 16,2 0-16,2-1 16,2-2-1,1 0-15,1 0 16,0 3-16,0-1 15,2 3-15,-1 0 16,4-2-16,0 0 16,3-1-16,-3 0 15,0 3-15,0 3 16,0-2-16,1 3 16,0-3-16,2 1 15,0-1 1,0 1-16,-1 2 15,2 1-15,0-3 16,-1 2-16,2-3 16,-2 0-16,4-1 15,0 1-15,1 1 16,0 0-16,0-2 16,1 0-1,0 0-15,1 1 16,2 1-16,-2 0 15,1 0-15,1-1 16,0-1-16,-2 0 16,2 0-16,-1 1 15,1 0-15,1 2 16,0-2-16,1-1 16,2 0-1,-2-5-15,2 2 16,1 1-16,-1 0 15,1 2-15,-1-4 16,1 1-16,1-3 16,1-3-16,0-2 15,-1-3-15,0 0 16,2 0-16,0-1 16,2 0-16,0-2 15,1-2 1,2-1-16,1 2 15,-1-2-15,4 2 16,-2-3-16,4-1 16,0-2-16,-1-3 15,0-3-15,1 0 16,-1-4-16,0 2 16,2-2-16,0 0 15,-1-1 1,3-2-16,-1-1 15,0-2-15,0-2 16,0-4-16,-1-2 16,-1-2-16,-2-2 15,-4 0-15,1-1 16,-2-1-16,-2 1 16,1-2-16,-1-3 15,-3-4 1,0-2-16,-3-2 15,-2 1-15,0-7 16,-2-3-16,2 2 16,-2-3-16,-1 4 15,0-3-15,-2 1 16,-1 2-16,-1-1 16,-2 2-16,-3 0 15,-1 4 1,-1 0-16,0 3 15,-1-2-15,-1 0 16,-2-3-16,1 3 16,-1 1-16,2 0 15,-3-3-15,1 2 16,2 2-16,1 4 16,0 1-16,0 1 15,-3-2 1,2 2-16,0 2 15,0 3-15,0 6 16,0 1-16,-1 3 16,1 1-16,-2 2 15,-3-1-15,-2 1 16,-1 1-16,3 3 16,0 1-16,6 3 15,10 5-15,-14-5 16,14 5-1</inkml:trace>
  <inkml:trace contextRef="#ctx0" brushRef="#br0" timeOffset="8952.79">9897 5331 0,'0'0'0,"0"0"0,0 0 15,-3-2-15,3 2 16,-16-9-16,3 2 16,-2-1-16,-4 1 15,-2 4-15,-1 3 16,1 0-1,-1 2-15,-6 3 16,-8 1-16,-1 4 16,2 2-16,1 1 15,3 2-15,-2 4 16,1 1-16,0 5 16,4-2-16,2 0 15,5-2-15,3-3 16,0 4-16,0 2 15,-2 3 1,3 1-16,3-1 16,0-2-16,1 2 15,2 0-15,3-1 16,4 2-16,1 0 16,0 3-16,1 1 15,0 1-15,-1 0 16,3-2-1,0-1-15,1 1 16,0 1-16,0 1 16,-2-1-16,-1-1 15,2 1-15,-2 5 16,1 2-16,1-1 16,-1-7-16,0-1 15,1 2-15,0-2 16,2 2-16,3-4 15,-2-6-15,0-3 16,0 1 0,1 2-16,1 2 15,2-2-15,1-4 16,0-1-16,1 2 16,2 2-16,0 4 15,-1-3-15,0-3 16,-1-2-16,-1-2 15,1 2 1,-1-2-16,2 0 16,-1-1-16,1-2 15,1 1-15,3 1 16,4 3-16,1 0 16,-3-6-16,-5-2 15,1 1-15,1 1 16,0 0-16,-1 0 15,-3-3-15,0-2 16,1-2 0,5 0-16,0 0 15,0-2-15,-1 0 16,-3-2-16,4-3 16,3-5-16,3-3 15,-1-1-15,-8 4 16,-1 1-16,-1 0 15,4-1-15,3-3 16,2 0 0,-2 4-16,-5 0 15,-2 0-15,-1-5 16,1-6-16,-1 2 16,-1 1-16,3-6 15,0-2-15,1 1 16,-1 2-16,-3 6 15,0 3-15,-1-3 16,3 0 0,0-3-16,3-6 15,0-2-15,2-6 16,3-3-16,-1 3 16,-1 2-16,-2 4 15,1-1-15,-1-1 16,3-4-16,-7-2 15,0-1-15,-2-3 16,-3 6-16,1 2 16,-2 2-1,-1-2-15,-1-3 16,-2-1-16,-1 0 16,0 2-16,-1 2 15,0 3-15,-1-5 16,-3-2-16,2 0 15,-3-2-15,2 5 16,-3-3 0,-3-2-16,-1 2 15,-1-3-15,0 6 16,-2-2-16,2 2 16,0 3-16,1 0 15,0 1-15,-1-2 16,-1-1-16,2 3 15,2 3-15,0 3 16,0-1 0,-2 2-16,-1 2 15,1 1-15,-2 3 16,0 2-16,3 1 16,-1 1-16,1 1 15,0 1-15,2 1 16,9 6-16,-13-8 15,13 8-15,-14-7 16</inkml:trace>
  <inkml:trace contextRef="#ctx0" brushRef="#br0" timeOffset="12049.75">4726 7013 0,'0'0'0,"0"0"16,0 0-16,-3 0 16,3 0-16,0 0 15,0 0-15,0 0 16,0 0 0,0 0-16,0 0 15,13 1-15,-2-3 16,3 0-16,4-1 15,2-1-15,0 0 16,0-1-16,0-1 16,-1 0-16,0 1 15,-1-1-15,1 0 16,-1 1 0,0-1-16,0 3 15,3-1-15,0 4 16,2 0-16,-2 2 15,0 0-15,0 0 16,1 0-16,1 1 16,0 0-16,-2-1 15,1 0-15,-2 1 16,1-1 0,-3 1-16,1-1 15,-1 0-15,-1-2 16,2-1-16,-2-1 15,0 2-15,0-2 16,-1 0-16,-2 1 16,0-1-16,-1 0 15,-1 1-15,0-1 16,-1 1 0,1 0-16,-1-2 15,-1 1-15,0 1 16,-10 1-16,18-2 15,-7 2-15,-2 0 16,1 1-16,0 0 16,1-1-16,-1 1 15,0 0-15,-10-1 16,16 2 0,-16-2-16,13 2 15,-13-2-15,11 1 16,-11-1-16,0 0 15,15 3-15</inkml:trace>
  <inkml:trace contextRef="#ctx0" brushRef="#br1" timeOffset="38729.61">2598 1456 0,'0'0'0,"0"0"0,0 0 0,0 0 16,-2-2-16,2 2 16,-8-7-16,8 7 15,0 0-15,-11 0 16,11 0-16,-16 0 15,1-4 1,-1-2-16,5 2 16,11 4-16,-12-5 15,12 5 1,0 0 0,-14-7-16,14 7 15,-8-10-15,6 2 16,1-2-1,3-3-15,4-5 16,3-2-16,3 0 16,4 2-16,2 0 15,2-2-15,3 4 16,2 0-16,-1 1 16,3 2-16,3 1 15,2 0-15,-1 3 16,-3 3-16,-3 1 15,-2 1-15,-1 3 16,2 0 0,-3 2-16,-2 0 15,-1 1-15,0 2 16,-1 0-16,-2 0 16,-2 1-16,-2-1 15,1 2-15,-1 2 16,0 1-16,0 2 15,2 0 1,-3 0-16,1 1 16,-2 0-16,-2-3 15,0 0-15,0 1 16,-1-2-16,-1 0 16,-5-8-16,7 11 15,-7-11-15,0 0 16,3 7-16,-3-7 15,0 0 1,0 0-16,0 0 16,0 7-16,0-7 15,0 0-15,0 6 16,0-6-16,0 0 16,0 0-16,-22 6 15,5-6-15,-1-3 16,1-1-16,2-2 15,1 1 1,3 0-16,11 5 16,-18-8-16,18 8 15,-13-9-15,13 9 16,0 0-16,-11-7 16,11 7-16,0 0 15,0 0-15,0 0 16,0 0-16,0 0 15,0 0 1,0 0-16,0 0 16,5 10-16,3 1 15,1-1-15,-2-3 16,-7-7-16,11 9 16,-11-9-16,16 5 15,-5-9-15,3-4 16,2-6-16,-3-1 15,1-3-15,-3 3 16,1-2 0,0 0-16,2 2 15</inkml:trace>
  <inkml:trace contextRef="#ctx0" brushRef="#br0" timeOffset="57299.21">2312 1745 0,'0'0'0,"0"-2"15,0 2-15,0 0 16,0 0-16,0 0 15,-3-7-15,3 7 16,0 0 0,0 0-16,0 0 15,0 0-15,0 0 16,9-4-16,5 1 16,4 0-16,0-1 15,2 0-15,1-1 16,1 3-16,2 0 15,3 1-15,4 1 16,5 0 0,0 0-16,-3 0 15,1 1-15,3 1 16,-1 0-16,2 1 16,-1-1-16,-3 1 15,0-3-15,0 0 16,0 0-16,-1 0 15,-1-2-15,-1 1 16,5-3-16,-3 2 16,1-1-1,-3 0-15,-5 1 16,-1-1-16,-3 2 16,3-2-16,4 0 15,-1 2-15,-1 0 16,-3 2-16,-1 0 15,0 1-15,-2 0 16,2 0 0,1-1-16,1 1 15,-1-1-15,0 1 16,-2 0-16,-1-1 16,1 1-16,2 0 15,4-2-15,0 0 16,1-1-16,-1 0 15,-2-2-15,0-1 16,1 0-16,0-2 16,1 2-1,0-1-15,0 0 16,2 0-16,-3 1 16,-2-2-16,-2 1 15,-4 2-15,-3 1 16,-3-1-16,-1 2 15,-2-1-15,-10 2 16,13-2-16,-13 2 16,0 0-1,11 0-15,-11 0 16,0 0-16,0 0 16,0 0-16,0 0 15,0 0-15,10 3 16,-10-3-16,0 0 15,0 0-15,0 0 16,0 0-16,0 0 16,0 0-1,0 0-15,3 7 16,-3-7-16,0 0 16,0 6-16,0-6 15,2 17-15,0-1 16,0 2-16,0 4 15,0 0-15,-1 4 16,-1 4-16,-1 2 16,-1 2-1,-2-2-15,0 0 16,-1-2-16,0 1 16,1-1-16,-1 2 15,1-1-15,0-3 16,1-1-16,0-1 15,0 1-15,2 3 16,0 2-16,1 1 16,0 0-1,0-2-15,0 1 16,0-6-16,0 0 16,0 4-16,0-1 15,0 2-15,0-6 16,0-4-16,0 0 15,1-2-15,0 3 16,2 7-16,1 1 16,-1-5-16,1 0 15,-2-2 1,1-1-16,0 5 16,-2 1-16,0 3 15,-2 3-15,-1 0 16,-1-2-16,0 1 15,0 1-15,0 0 16,0 1-16,0 0 16,-1-1-1,0-1-15,1-4 16,0 0-16,0 2 16,0-1-16,0-3 15,2-3-15,-1-5 16,1-1-16,-1-1 15,0-1-15,1-1 16,1-2-16,0 0 16,0-2-1,2 4-15,1 4 16,-1-3-16,-1-1 16,0-4-16,1 0 15,-1-1-15,0 0 16,0 0-16,-1-2 15,0-1-15,0-1 16,0-6-16,0 13 16,0-7-16,0-6 15,0 11 1,0-11-16,0 0 16,0 8-16,0-8 15,0 0-15,0 0 16,0 0-16,0 0 15,0 0-15,-4 6 16,4-6-16,-5 7 16,-4 3-1,-13 3-15,-5-1 16,0-3-16,-2-4 16,-1-1-16,0-1 15,0 0-15,1 0 16,-1 0-16,0 0 15,-3-3-15,-1 2 16,0-2-16,1 2 16,1-2-1,-3 1-15,0 0 16,-2 0-16,4-1 16,2 2-16,0 2 15,-3 0-15,1 1 16,0-1-16,3-2 15,1-2-15,1 0 16,-1-1-16,-4 1 16,1-2-16,3 0 15,2 1 1,1-2-16,0 3 16,-2-2-16,-1-1 15,0 0-15,1 0 16,2 2-16,3 1 15,-1 0-15,0 0 16,-3 0-16,0 0 16,1 0-16,2 0 15,3 0-15,-1 1 16,2 1 0,-1 1-16,2 1 15,-2 2-15,1-1 16,0 1-16,2-4 15,1 0-15,-1-1 16,1-1-16,1-1 16,1 1-16,1 0 15,-2 0-15,0 0 16,0 0 0,0 0-16,0 0 15,2 0-15,2 0 16,0 0-16,0 0 15,1-1-15,0 0 16,11 1-16,-18-2 16,18 2-16,-15-2 15,15 2 1,-17-13-16,7-2 16,2-4-16,2 1 15,1 2-15,2-3 16,2-1-16,0-1 15,2-1-15,-1 0 16,1-3-16,0 0 16,-1 1-16,-1 2 15,0-1-15,-1-1 16,-1-4 0,0-5-16,-1-3 15,1 4-15,-1 3 16,1 0-16,-2-4 15,1-5-15,-2-2 16,2 1-16,3 2 16,2 3-16,1-4 15,2-5-15,-1 3 16,0 1 0,-1 5-16,0-2 15,1-1-15,-1-4 16,1 2-16,0 7 15,0-4-15,2 0 16,0-1-16,-1 3 16,0 6-16,0 1 15,-1-2 1,0-2-16,0-1 16,-1 4-16,-1 0 15,-1 2-15,-2-2 16,-1 0-16,0 1 15,0 1-15,0-1 16,0-2-16,0-1 16,0 0-16,2 2 15,1 5 1,1-2-16,3-1 16,0 1-16,1-3 15,-2 2-15,1 2 16,-1 2-16,0 4 15,-1 1-15,0 2 16,1 1-16,-1 0 16,0 2-16,0-1 15,0 2 1,-1 2-16,0 1 16,0 1-16,-1 7 15,0-10-15,0 10 16,0-7-16,0 7 15,0-6-15</inkml:trace>
  <inkml:trace contextRef="#ctx0" brushRef="#br1" timeOffset="64329.13">2961 1667 0,'0'0'0,"0"0"16,0 0-16,0 0 15,0 0-15,0 0 16,0 0-16,0 0 16,0 0-16,0 0 15,0 0-15,-2 3 16,1 3-16,0 5 15,0 4 1,-1 4-16,1-5 16,1-2-16,0-1 15,0 2-15,0 2 16,0 1-16,0 1 16,0 2-16,0 4 15,0 0-15,0 1 16,0-1-1,0-4-15,0 0 16,1-1-16,0-2 16,1 2-16,-1-1 15,0 0-15,1 1 16,-1-2-16,1-1 16,-1 0-16,1-3 15,-1 2-15,0-3 16,0 0-16,0 1 15,-1-1 1,0 2-16,0-1 16,0 0-16,0-2 15,0 1-15,0 1 16,1 2-16,-1 1 16,2 1-16,-1 0 15,0 1-15,0-1 16,-1-1-16,1-1 15,-1 2-15,1 0 16,0 3 0,0 1-16,-1 0 15,1-1-15,0-5 16,0 1-16,0 0 16,0 2-16,-1 2 15,0 2-15,0-1 16,0-1-16,0 1 15,0 2 1,0 5-16,0 0 16,0-7-16,0-1 15,0-3-15,0 2 16,0 2-16,0 4 16,0-1-16,0 1 15,0-2-15,0 0 16,-1 1-16,-3 0 15,1-2 1,-1-2-16,0 1 16,0 1-16,-1 2 15,1 3-15,0-1 16,1-2-16,1-2 16,1-2-16,-1-1 15,0-1-15,1 2 16,0-3-16,0 4 15,0 3 1,-1 3-16,1 3 16,-1-6-16,2-3 15,-1-1-15,0-1 16,0-1-16,1 3 16,-1-4-16,0 4 15,1-1-15,-1-3 16,0 5-16,1 0 15,-2 0-15,2-2 16,-1-5 0,1-4-16,0 0 15,0 2-15,0 0 16,0 1-16,-1 1 16,-1-4-16,1-2 15,0 0-15,1-8 16,-1 11-16,1-11 15,-2 7-15,2-7 16,-2 8 0,2-8-16,-1 8 15,1-8-15,0 7 16,0-7-16,1 7 16,-1-7-16,5 8 15,-5-8-15,8 11 16,-8-11-16,15 12 15,-6-5-15,2-1 16,1 0 0,1-1-16,1-1 15,-1-1-15,1-1 16,-1 1-16,0-1 16,4 1-16,-3-1 15,0 0-15,-1 1 16,-1-1-16,2 0 15,-2-1-15,4 1 16,1-2 0,1 0-16,1-2 15,-1 1-15,-1 0 16,1 0-16,-3-1 16,0 1-16,-2-1 15,1 0-15,1 0 16,0 1-16,2-1 15,1 1-15,0-2 16,0-2-16,3-1 16,-1 1-1,-1 0-15,2 0 16,-2-1-16,1 1 16,-2-2-16,-1 1 15,-2 1-15,1 0 16,-1 0-16,2 0 15,2-1-15,2 1 16,0 3 0,-2 0-16,0 2 15,-2-2-15,1 2 16,0-1-16,-2 0 16,2 1-16,0-1 15,2 1-15,0 0 16,-1 0-16,-2 0 15,-1 0-15,0 0 16,0 0-16,-1 0 16,3 1-1,1 0-15,2 2 16,1 1-16,-2 0 16,1 1-16,-2-3 15,1 2-15,0-3 16,1-2-16,2-1 15,0-2-15,1-1 16,-3-1-16,1 0 16,-3 0-1,1 0-15,1 1 16,0 2-16,1 0 16,-1 2-16,0-1 15,-2 1-15,1-1 16,-3 1-16,-1 2 15,-2 2-15,-1 0 16,-2-1-16,1 1 16,-2-2-1,1 1-15,0 0 16,1-1-16,-1 1 16,-1 2-16,-10-4 15,15 4-15,-15-4 16,10 2-16,-10-2 15,0 0-15,11 2 16,-11-2-16,0 0 16,0 0-1,0 0-15,10 3 16,-10-3-16,0 0 16,0 0-16,0 0 15,0 0-15,7-6 16,-7 6-16,8-12 15,-2-2-15,-2 1 16,0-4 0,0 2-16,1-6 15,-1 3-15,-1 0 16,-1-1-16,0 0 16,0 1-16,-1 1 15,-1 2-15,0 0 16,0 0-16,0 2 15,0 1-15,0-1 16,0-1-16,0-3 16,0-2-1,0-1-15,2-1 16,0 1-16,0 1 16,0 0-16,0 2 15,0 1-15,0 1 16,0-1-16,-1-1 15,2-2-15,-1-2 16,0 2-16,1-2 16,-1 1-16,0 0 15,0 0 1,1 2-16,-2 0 16,0-1-16,-1-5 15,0-2-15,0 1 16,-1-1-16,1 0 15,-1-1-15,0 0 16,-1 1-16,0 1 16,0-4-1,-2-1-15,0-3 16,0 4-16,2 4 16,-1-3-16,0 2 15,-1-8-15,0-2 16,1 3-16,0-1 15,1 5-15,0 1 16,0-1-16,-1-2 16,1 1-16,0-4 15,0 3 1,-1-1-16,2 3 16,0 0-16,0 3 15,1 0-15,-1-1 16,0 2-16,1 1 15,-1 2-15,0 1 16,0-2-16,1 0 16,-1-1-16,0-2 15,0 1 1,1 2-16,-2 3 16,2 4-16,-1 0 15,1-1-15,0-1 16,1-1-16,2 0 15,-1 0-15,1 3 16,-2 2-16,0 2 16,1 2-1,-1-1-15,1 0 16,-1 2-16,1-1 16,-1 2-16,1 0 15,-1-1-15,1 1 16,0 0-16,-1 2 15,-1 6-15,2-8 16,-2 8-16,1-7 16,-1 7-16,0 0 15,0 0 1,-1-7-16,1 7 16,0 0-16,0 0 15,0 0-15,0 0 16,0 0-16,-4-6 15,4 6-15,0 0 16,0 0-16,0 0 16,-15 0-16,15 0 15,-19-5 1,7 3-16,-1 0 16,-1-1-16,0 0 15,-2-1-15,-2 1 16,-1-2-16,-2 3 15,0 0-15,-1-1 16,-1 1-16,-1-1 16,-1 3-16,-1 0 15,2 0 1,-1 0-16,0 0 16,-3 1-16,1 2 15,-2-1-15,0 1 16,0 0-16,2-1 15,0 0-15,1 2 16,1 0-16,-2-1 16,-2 2-16,-1-2 15,1 2-15,2-1 16,2-1 0,1 0-16,-1 1 15,1-2-15,-1 1 16,1-2-16,1 0 15,1-1-15,0 2 16,1-2-16,-1 0 16,0 0-16,-2 0 15,1 0 1,0 0-16,2 0 16,1 0-16,0 0 15,-2 0-15,-2 0 16,2 0-16,-3 0 15,0 0-15,0 0 16,0 0-16,3 0 16,-1 0-16,-1 0 15,2 0-15,-2 0 16,2 0 0,2 0-16,2 2 15,2 1-15,4-1 16,1 1-16,1-1 15,0 1-15,0-1 16,0 0-16,-1 1 16,0-1-16,0 0 15,11-2-15,-18 4 16,18-4 0,-16 2-16,16-2 15,-17 1-15,17-1 16,-16 2-16,16-2 15,-14 1-15,14-1 16,-13 0-16,2-2 16</inkml:trace>
  <inkml:trace contextRef="#ctx0" brushRef="#br1" timeOffset="71675.87">1198 6188 0,'0'0'0,"0"0"15,0 0-15,0 0 16,-4 0-16,4 0 15,0 0-15</inkml:trace>
  <inkml:trace contextRef="#ctx0" brushRef="#br2" timeOffset="79092.38">3676 1624 0,'0'0'0,"0"0"16,0 0-16,0 0 15,-2 1-15,2-1 16,0 0-16,0 0 15,0 0 1,0 0-16,0 0 16,0 0-16,-8 7 15,8-7-15,0 0 16,0 0-16,0 9 16,0 1-16,0 3 15,0 4-15,-1 3 16,-1 0-16,-2 5 15,0 0 1,-1 5-16,0 5 16,-1 0-16,0 1 15,0-8-15,-1 1 16,2 1-16,-3-2 16,2 0-16,0 0 15,-1 1-15,3 1 16,0-3-16,2-4 15,0-3-15,2 0 16,0 0 0,0-1-16,0 1 15,0-1-15,0 0 16,0 1-16,2 1 16,-1-1-16,1 1 15,0 1-15,-1 3 16,0 3-16,-1 0 15,-1 5 1,-1-3-16,0-1 16,0-3-16,0-1 15,1 2-15,-3 2 16,-1 1-16,0-1 16,0-1-16,1-1 15,-1-4-15,1 0 16,1 1-16,-2 0 15,2-1 1,1-4-16,-2-1 16,2-1-16,0 3 15,0-1-15,-1-1 16,1 0-16,1-4 16,-1 1-16,1 0 15,-1 4-15,0-1 16,1 3-16,-1-2 15,1-3-15,-1 5 16,1 2 0,-1 2-16,0-3 15,1-4-15,0 3 16,-1 1-16,1 3 16,0-2-16,0-1 15,1 4-15,0 0 16,0 2-16,1-6 15,0-3 1,0 3-16,1 0 16,-1-1-16,1-3 15,0-2-15,0-1 16,0 0-16,1-1 16,1-1-16,-1-1 15,1-1-15,-1-2 16,-1-2-16,-2-7 15,3 9-15,-3-9 16,5 10-16,-5-10 16,8 11-1,-8-11-15,9 12 16,-9-12-16,11 9 16,-11-9-16,13 10 15,-13-10-15,15 11 16,-15-11-16,18 10 15,-18-10-15,19 11 16,-6-5 0,0 1-16,3 0 15,-2 1-15,1-3 16,-1 1-16,-1-2 16,2-2-16,0-1 15,2-1-15,0 0 16,1 0-16,2 0 15,1 1-15,1 0 16,-4 0 0,3 0-16,-1-1 15,1 0-15,1 0 16,1 0-16,-1 0 16,2 0-16,1 0 15,1 0-15,1-2 16,-1-2-16,-4 1 15,0-1-15,-1 0 16,1 1-16,0-1 16,3-1-1,-2 1-15,-2 0 16,0 1-16,0-1 16,1 0-16,2 1 15,0-1-15,-2 1 16,1 0-16,0-1 15,1 1 1,2 0-16,-1-2 16,-3 3-16,1 0 15,0-1-15,1 0 16,0 2-16,-1 0 16,2 0-16,0 0 15,1 1-15,-3 0 16,2 1-16,1-1 15,2 0-15,1 0 16,-3 0-16,0 0 16,-5 0-1,-1 0-15,3 0 16,1 0-16,-1 0 16,1 0-16,-2 0 15,0 0-15,3 0 16,-2 0-16,-1 0 15,-3 0-15,1 0 16,-2 0-16,1 0 16,-2 0-1,1 0-15,-3 0 16,-2 0-16,-13 0 16,14 0-16,-14 0 15,0 0-15,0 0 16,11 0-16,-11 0 15,0 0-15,0 0 16,0 0 0,0 0-16,0 0 15,0 0-15,0 0 16,0 0-16,0 0 16,0 0-16,0 0 15,0 0-15,0 0 16,0 0-16,0 0 15,11 2-15,-11-2 16,0 0-16,0 0 16,0 0-1,0 0-15,0 0 16,0 0-16,0 0 16,0 0-16,0 0 15,0 0-15,0 0 16,0 0-16,0 0 15,0 0-15,0 0 16,0 0-16,0 0 16,0 0-16,0 0 15,0 0 1,8-17-16,-3-3 16,2-8-16,1-4 15,-1-4-15,-1 1 16,2-3-16,-4 7 15,1-6-15,-1 3 16,-1 1-16,-1 2 16,1-4-1,0-3-15,1-11 16,1 1-16,-2 4 16,1-7-16,-2 8 15,3-8-15,-2 4 16,0 3-16,0 0 15,0 1-15,1-2 16,-1 2-16,0-2 16,0 1-1,1 3-15,-2-2 16,-2 2-16,-1 2 16,-2 1-16,1 2 15,-1-6-15,0 3 16,-1-2-16,0 2 15,-1-2-15,-1 2 16,0 0-16,-2 1 16,1 1-16,1 1 15,-1 2 1,0-1-16,1-3 16,0 2-16,-1 2 15,1 2-15,2 3 16,1 1-16,0 1 15,0-3-15,-1 3 16,2 0-16,0 4 16,1 2-1,-1 2-15,0 1 16,0 5-16,1 0 16,0 0-16,-1 4 15,1 1-15,1 8 16,-4-9-16,4 9 15,0 0-15,-4-8 16,4 8-16,0 0 16,0 0-16,0 0 15,-13-3-15,13 3 16,0 0 0,-22 0-16,4 0 15,-5 0-15,0 0 16,0 0-16,-4 0 15,-1 0-15,-3 0 16,-3 0-16,3 0 16,0 0-16,-1 1 15,-3-1 1,-4 1-16,0 0 16,2 2-16,6-1 15,0 0-15,-4 0 16,0-1-16,-1 1 15,2 0-15,6-1 16,-5 1-16,-5 0 16,-1 1-16,-2 1 15,2 1 1,3 1-16,-2 2 16,-2 1-16,1-1 15,4 0-15,0-2 16,1 1-16,1 0 15,1-2-15,1 2 16,0-1-16,0 0 16,1-1-16,-2 0 15,3-2 1,2 0-16,-1 0 16,-1-2-16,-5 1 15,2-1-15,1-1 16,1 0-16,4 0 15,1 0-15,2 0 16,2 0-16,1 0 16,2-1-1,4 0-15</inkml:trace>
  <inkml:trace contextRef="#ctx0" brushRef="#br3" timeOffset="84917.85">4311 1544 0,'0'0'0,"0"0"0,0 0 15,0 0-15,-2 0 16,2 0-16,0 0 16,0 0-16,0 0 15,0 0-15,0 0 16,0 14-16,0-1 16,0 3-16,0 3 15,0 0-15,0 0 16,0 0-1,-2 1-15,1-1 16,0 1-16,-1 0 16,1 3-16,-1 3 15,0-1-15,0 2 16,1 0-16,-1 2 16,1 1-16,-1 2 15,1 0 1,-1 0-16,0 1 15,0 0-15,-1 2 16,-1-2-16,0-1 16,0-4-16,0-3 15,1-1-15,0 5 16,-1 3-16,0 0 16,1 1-16,2-6 15,-1 0-15,4 3 16,-1 1-1,1 1-15,-1-1 16,1-3-16,0 3 16,-2 0-16,0 3 15,0 3-15,-2 4 16,-4 0-16,-1-2 16,1-4-16,-1 3 15,-1 2-15,1 0 16,-1-3-1,2-3-15,0-2 16,0 2-16,0 0 16,1-3-16,2-2 15,3-2-15,0-1 16,1-1-16,1 4 16,-2-1-16,1 0 15,0-5-15,1-3 16,-2 2-1,2-1-15,0 0 16,0-5-16,0 1 16,-1 1-16,1 3 15,0-2-15,0-1 16,-2-1-16,2 0 16,-1-2-16,0 3 15,-1 2-15,2-1 16,-1-4-16,-1-2 15,2-2 1,-2-3-16,0-8 16,1 11-16,-1-11 15,2 11-15,-2-11 16,1 8-16,-1-8 16,3 9-16,-3-9 15,5 10-15,-5-10 16,10 13-1,-1-4-15,2-1 16,3 1-16,-1-1 16,1-1-16,3 0 15,1-1-15,-1 1 16,3 0-16,5-1 16,0 0-16,-1-1 15,-2-1-15,-1 0 16,2 0-1,2 0-15,2 1 16,1-1-16,2 0 16,1-1-16,-2-1 15,2-2-15,2 2 16,2 0-16,1-1 16,1-2-16,-2-2 15,-1 1-15,-1-1 16,3 0-16,0 1 15,-2-1 1,0 1-16,-3 0 16,4-1-16,1 1 15,2 0-15,-1-1 16,-1 0-16,-3 0 16,3 0-16,3-1 15,2-1-15,-1 1 16,1 0-16,0-2 15,-2-1 1,1 1-16,-6 1 16,2-2-16,1 3 15,-3-2-15,-3 1 16,-6 2-16,1 0 16,4-2-16,4 1 15,-1 0-15,-6 1 16,-5 2-16,-2 1 15,0 1 1,-2 0-16,-2 0 16,-5 0-16,1 0 15,-12-1-15,18 3 16,-18-3-16,15 8 16,-15-8-16,11 4 15,-11-4-15,0 0 16,0 0-16,10 5 15,-10-5 1,0 0-16,0 0 16,0 0-16,0 0 15,10-7-15,-6-3 16,3-8-16,-2-7 16,0-4-16,-2-1 15,-1-3-15,0-3 16,-1-1-16,-1-1 15,0-2-15,0-3 16,0-4 0,0-4-16,0 0 15,2 4-15,-2-2 16,2 1-16,2 2 16,-2 0-16,1-1 15,-1-2-15,0-3 16,1 3-16,-1 0 15,0-2-15,0 5 16,-1-6 0,-1 4-16,-1-1 15,-1-5-15,2 10 16,-2-4-16,-2 4 16,-1-3-16,1 4 15,-1 1-15,-2-4 16,1 3-16,-2-4 15,1 3 1,0 1-16,-1-2 16,2 4-16,0-1 15,0 4-15,2 2 16,-1 2-16,1 3 16,0 1-16,-1-1 15,2 3-15,-1 2 16,1 1-16,1 3 15,-1 3-15,-2 3 16,1 1 0,0 3-16,-1 3 15,1 1-15,-1 1 16,5 7-16,-8-12 16,8 12-16,-9-11 15,9 11-15,-18-12 16,4 5-16,-2 1 15,-4 0-15,-3 1 16,2 3 0,1-1-16,2 1 15,-7 1-15,-5-1 16,-7 2-16,-2 2 16,0 1-16,1 0 15,-2-1-15,-4 0 16,-2 1-16,2 0 15,1 0 1,1 0-16,-2 1 16,-5 0-16,4 1 15,-2-1-15,1 0 16,-1 1-16,2-1 16,1 1-16,-6-1 15,3 0-15,0 0 16,2 1-16,1 0 15,-2-2-15,0 2 16,2-1-16,1 1 16,2-1-1,0-2-15,-2 2 16,7-1-16,3-1 16,2 2-16,4 0 15,2-2-15,4 1 16,2 0-16,-7 1 15</inkml:trace>
  <inkml:trace contextRef="#ctx0" brushRef="#br3" timeOffset="94874.93">6801 4584 0,'0'0'0,"0"0"0,0 0 0,0 2 16,0-2-16,0 0 15,0 0-15,0 0 16,0 0-16,0 0 16,0 0-16,0 0 15,2 7-15,-2-7 16,0 0 0,0 15-16,0 1 15,0 6-15,0 7 16,-1 2-16,-1 1 15,0 1-15,-2-1 16,0 2-16,1 2 16,-2 0-16,1 3 15,2 2-15,2-2 16,0-2 0,3 1-16,0-2 15,0-2-15,1-2 16,-2-4-16,0-4 15,1 0-15,-1-6 16,-2-5-16,1-5 16,-1-8-16,1 11 15,-1-11-15,0 0 16</inkml:trace>
  <inkml:trace contextRef="#ctx0" brushRef="#br3" timeOffset="96265.23">6814 4581 0,'0'0'0,"0"0"0,0 0 15,0 0-15,0 0 16,0 0-16,0 0 16,0 0-1,9 2-15,7 1 16,10 3-16,10 0 15,0-2-15,6-2 16,5-1-16,0 0 16,-1-1-16,0-1 15,8-1-15,0-1 16,3 0 0,3 1-16,0-1 15,6 0-15,1 1 16,0-2-16,-2-2 15,3 2-15,1-1 16,-3 1-16,1 0 16,-1 0-16,0-1 15,-2 6-15,-2 1 16,-5 2 0,-4 1-16,1-1 15,-6 1-15,-1-2 16,-3 1-16,-6-1 15,-2-2-15,-3 1 16,-3 0-16,-1-1 16,-4 0-16,-3 0 15,-6 0-15,-4 0 16,-12-1-16,18 2 16,-18-2-16,0 0 15,11 0 1,-11 0-16,0 0 15,0 0-15,0 0 16,0 0-16,0 0 16,0 0-16,0 0 15,11 12-15,-8-1 16,0 6-16,2 5 16,-3 2-1,1 8-15,-2 4 16,0 3-16,1-3 15,0-5-15,0 2 16,-1-3-16,0 3 16,2-1-16,-1-4 15,2-2-15,-2-5 16,1-2 0,1-3-16,-1-2 15,0-2-15,-1-6 16,-2-6-16,3 9 15,-3-9-15,0 0 16,-3 9-16,3-9 16,-26 15-16,-3-8 15,-12 0-15,-8-2 16,-2 0-16,-8 1 16,-4 0-1,-6 1-15,0 0 16,0 1-16,1 0 15,-2 0-15,1 1 16,3-2-16,-4 1 16,4 0-16,1 0 15,2-2-15,1-4 16,0 1-16,2-2 16,1 1-1,4 0-15,0 0 16,3 0-16,1-1 15,1 0-15,1-1 16,8-1-16,2-1 16,-1-1-16,4 0 15,-2 1-15,8 0 16,1 0-16,3 0 16,0 0-1,4 1-15,0-1 16,4 1-16,2-1 15,-2 0-15,7 1 16,1 0-16,10 1 16,-15-2-16,15 2 15,0 0-15,-11-2 16,11 2-16,0 0 16,-3-7-16,4-3 15</inkml:trace>
  <inkml:trace contextRef="#ctx0" brushRef="#br3" timeOffset="96863.64">7351 4583 0,'0'0'0,"0"0"0,0 0 16,0 0-16,0 0 16,0 0-16,-1 7 15,-1 7-15,0 7 16,-1 5-16,0 5 16,2 4-1,1 4-15,0-2 16,0 1-16,0 0 15,0-4-15,0 4 16,0-2-16,0 2 16,-2-3-16,0-2 15,2 4-15,-1-4 16,0 2-16,1-3 16,0-5-16,1-1 15,0-2 1,3-3-16,-1-4 15,-1-4-15,2-2 16,-1 0-16,0-2 16,-3-9-16,4 9 15,-4-9-15</inkml:trace>
  <inkml:trace contextRef="#ctx0" brushRef="#br3" timeOffset="97512.43">7864 4600 0,'0'0'0,"0"0"0,0 0 15,0 0-15,0 0 16,0 0-16,0 0 16,1 5-16,2 5 15,3 4-15,-2 3 16,1-1-16,0 2 16,0 4-16,0 1 15,0 5 1,-1 0-16,-1 2 15,0-2-15,-2-3 16,1 3-16,-1 1 16,1 4-16,-1 5 15,1-1-15,0-4 16,0-2-16,-2-3 16,1-1-1,0 2-15,0-1 0,0-5 16,2-2-1,0-3-15,1-1 16,1 0-16,0-2 16,1-2-16,1-2 15,-3-1-15,-1-2 16,-3-8-16,6 10 16</inkml:trace>
  <inkml:trace contextRef="#ctx0" brushRef="#br3" timeOffset="98044.64">8374 4622 0,'0'0'0,"0"0"0,0 0 16,0 3-16,-1 6 16,1 8-16,-2 7 15,0 3-15,1 4 16,1 2-16,1-1 16,1 1-16,0-3 15,2 2-15,1 3 16,-2-2-1,2 2-15,0-3 16,-2-1-16,0-2 16,1 0-16,-1 1 15,0 1-15,1-1 16,-2-3-16,1-2 16,-2-4-1,1-7-15,-2 0 0</inkml:trace>
  <inkml:trace contextRef="#ctx0" brushRef="#br3" timeOffset="101758.87">1372 3089 0,'0'0'0,"0"0"15,0 0 1,0 0-16,0 4 16,0 2-16,0 8 15,0 8-15,1 7 16,0 7-16,2 0 15,-1-2-15,-1-6 16,0-4-16,0 0 16,0 0-16,2 4 15,0 3 1,-1-3-16,1 1 16,-1-1-16,0 0 15,1 4-15,-1-1 16,1 2-16,-1 2 15,0-3-15,0 3 16,2 0-16,-2 0 16,3 2-16,1 1 15,1-6 1,1 1-16,0-4 16,0-4-16,-2 2 15,1-2-15,-2-3 16,0-5-16,-2-2 15,1-4-15,-2-2 16,-1-2-16,-1-7 16,3 10-1,-3-10-15,0 0 16,0 0-16,1 7 16,-1-7-16,0 0 15,0 0-15,0 0 16,0 0-16,-17-3 15,2-3-15,-4-1 16,-2-3-16,-2-3 16,4-1-16,2 1 15,2 1 1,1 0-16,3 2 16,1-1-16,1 2 15,1 0-15,1 2 16,7 7-16,-10-11 15,10 11-15,0 0 16,-7-7-16,7 7 16,0 0-16,0 0 15,0 0 1,0 0-16,0 0 16,0 0-16,2 14 15,3-3-15,2 0 16,0-1-16,-2-1 15,3 0-15,-1 0 16,1-1-16,1-1 16,0 0-16,3 0 15,-1-1-15,-1-2 16,-10-4 0,16 5-16,-16-5 15,14 3-15,-14-3 16,11 1-16,-11-1 15,16-5-15,-2-3 16,2-7-16,-1-3 16,-4-5-16,-3 0 15,0-4-15,0-3 16,0-5 0</inkml:trace>
  <inkml:trace contextRef="#ctx0" brushRef="#br4" timeOffset="107877.2">6449 1875 0,'0'0'0,"0"0"16,0 0-16,0 0 15,0 0-15,0 0 16,0 0-16,-2 3 15,2-3-15,1 15 16,0-2 0,0 3-16,1 3 15,1-1-15,1 0 16,-1 1-16,0 0 16,0-1-16,-2 2 15,1 4-15,-2-1 16,1 2-16,0-4 15,-1-2-15,1-3 16,0-2 0,0-1-16,0-3 15,0 2-15,0-1 16,-1 0-16,1 0 16,0-1-16,0 1 15,-1-1-15,2 2 16,0 0-16,0-4 15,0-1-15,-1 0 16,-1-7 0,3 12-16,-3-12 15,1 7-15,-1-7 16,0 0-16,0 0 16,2 7-16,-2-7 15,0 0-15,0 0 16,0 0-16,0 0 15,0 0-15,0 0 16,0 0 0,0 0-16,0 0 15,0 0-15,0 0 16,0 0-16,0 0 16,0 0-16,0 0 15,-11 0-15,-2-6 16,-1-3-16,0-4 15,1-1-15,0 0 16,1-1-16,0 3 16,2 1-1,2 2-15,8 9 16,-9-11-16,9 11 16,0 0-16,-7-6 15,7 6-15,0 0 16,0 0-16,0 0 15,0 0-15,0 0 16,0 0 0,0 0-16,0 0 15,13 7-15,-13-7 16,15 12-16,-15-12 16,21 8-16,-6-8 15,2-2-15,3-4 16,2-2-16,2-2 15,-1-2-15,-4 1 16,-4 1-16,-4 2 16,-2 0-1,-9 8-15,9-9 16,-9 9-16</inkml:trace>
  <inkml:trace contextRef="#ctx0" brushRef="#br4" timeOffset="113096.92">2236 2482 0,'0'0'0,"0"0"0,0 0 16,0 0-16,-2 0 15,2 0-15,0 0 16,0 0-16,0 0 15,0 14-15,2 1 16,0 3-16,2 0 16,-1 2-16,2 1 15,-2 0-15,0-2 16,1-3 0,-1 1-16,0 1 15,2 2-15,-2 1 16,0-1-16,1 1 15,-2 1-15,0-2 16,0-1-16,1 0 16,0-2-16,-3-1 15,2 0 1,-1 0-16,1 1 16,0 0-16,2-1 15,-2-2-15,-1-1 16,1 1-16,1 0 15,0 0-15,0-2 16,0 1-16,0 2 16,1-2-16,-2-3 15,0 0 1,0-1-16,1 2 16,-1-2-16,0-2 15,0 0-15,0 4 16,0 3-16,-2 0 15,0 0-15,0-2 16,-2 2-16,1 3 16,0-1-16,-1-4 15,2-2 1,-2-3-16,2-7 16,0 14-16,0-6 15,0 2-15,0 1 16,0-3-16,0 1 15,0 3-15,0 0 16,0-1-16,0-2 16,0 0-16,0 2 15,0 2 1,0 2-16,0-1 16,0 3-16,0-5 15,0 0-15,0-1 16,0 1-16,0 1 15,0-3-15,0 2 16,0-1-16,0-2 16,0 3-16,-1 0 15,0 0-15,-2 0 16,1 0 0,0-2-16,0 2 15,0-1-15,-1 0 16,1-3-16,0 1 15,1 1-15,0 1 16,-1 1-16,1 0 16,-1-1-16,2 1 15,0-1 1,0 1-16,0 2 16,0 1-16,0 2 15,0-1-15,-1 2 16,-1 0-16,1-2 15,-1 3-15,-2-1 16,0 2-16,1 0 16,1-1-16,-2 1 15,1-1-15,0-3 16,2-1 0,-2-2-16,2-3 15,-1 1-15,1-1 16,-1 2-16,1-1 15,0 2-15,-2-1 16,1-1-16,1 1 16,-1-1-16,1 0 15,0 0-15,-2-2 16,2 2-16,0 1 16,-1 1-1,1 1-15,0-3 16,1 0-16,-1-2 15,0 0-15,1-1 16,-2 1-16,1-1 16,1 3-16,-1-1 15,0 0-15,1 0 16,-2 1 0,2 2-16,-1 0 15,1-1-15,-1-4 16,0 0-16,0-1 15,1-7-15,-2 10 16,2-10-16,-1 7 16,1-7-16,-2 8 15,2-8-15,0 0 16,-1 7 0,1-7-16,0 0 15,0 8-15,0-8 16,0 10-16,1-1 15,-1 1-15,2-2 16,-2-8-16,1 10 16,-1-10-16,0 0 15,2 8-15,-2-8 16,0 0-16,0 0 16,4 7-1,-4-7-15,0 0 16,5 8-16,-5-8 15,0 0-15,0 0 16,9 9-16,-9-9 16,0 0-16,14 8 15,-14-8-15,11 5 16,-11-5 0,16 8-16,-16-8 15,17 8-15,-6-3 16,0 1-16,0-1 15,-11-5-15,17 8 16,-17-8-16,16 6 16,-16-6-16,20 5 15,-10-3-15,-10-2 16,19 3-16,-19-3 16,18 0-1,-18 0-15,19 0 16,-19 0-16,19 0 15,-19 0-15,21 0 16,-10 0-16,2 1 16,0 1-16,-1 0 15,0-1-15,1 1 16,3 0-16,1 0 16,3 0-1,3-2-15,2-1 16,-1 0-16,1 0 15,-1 0-15,3 1 16,-1-4-16,3-1 16,-2-1-16,-1 0 15,2 0-15,2 0 16,1 0-16,-1 1 16,-2 1-1,-2 0-15,-1 1 16,1-1-16,2 1 15,0-1-15,-2 1 16,-2 0-16,0 0 16,-3 1-16,-1 0 15,3 1-15,-2-1 16,-1 0-16,2 0 16,1 0-16,-1 2 15,1-1 1,-2 1-16,1 1 15,-2 1-15,-1 0 16,0 1-16,1 0 16,2 0-16,-1 1 15,-4-1-15,0-1 16,0 1-16,1 0 16,0-2-1,0 1-15,0 0 16,-2-1-16,5 0 15,1 1-15,-2-1 16,0 0-16,-3-1 16,-1-1-16,1 0 15,-2 0-15,-2 0 16,0 0-16,0 1 16,0-1-1,1 0-15,2-1 16,0 0-16,0-1 15,-3 1-15,-1 0 16,-2 1-16,-10 1 16,20-4-16,-20 4 15,17-3-15,-17 3 16,17-3-16,-17 3 16,17 0-16,-17 0 15,14 0 1,-14 0-16,11 0 15,-11 0-15,0 0 16,0 0-16,11 0 16,-11 0-16,0 0 15,0 0-15,0 0 16,0 0-16,0 0 16,0 0-1,10-7-15,-10 7 16,3-14-16,0 2 15,2-6-15,-1-4 16,-3-4-16,-1 1 16,0 0-16,0-4 15,0-4-15,2-2 16,-1 1-16,2 4 16,-1 0-1,-1-2-15,2 1 16,0 3-16,1 3 15,-2 4-15,1 1 16,0 2-16,0-2 16,-1-5-16,1-2 15,0-3-15,-2 2 16,1 3-16,-2 2 16,0 0-16,0 3 15,-2-2-15,1 0 16,-3 0-1,1 1-15,0 1 16,-1 0-16,1 0 16,0-3-16,0 4 15,1 3-15,-1-4 16,1-1-16,0-3 16,-4-2-1,4 8-15,-1 1 16,-1 0-16,0-2 15,1-2-15,-1 1 16,1 4-16,0 0 16,-1-3-16,1 0 15,0-1-15,1 4 16,-1 3-16,0-1 16,0-2-16,-1-6 15,0-5 1,-3 2-16,3-2 15,-2 4-15,3-1 16,-3-1-16,2-2 16,1 0-16,0-1 15,0 1-15,1-1 16,1 3-16,0 1 16,1-3-16,1 1 15,-1 2-15,1 0 16,0 0-1,0-1-15,-1 3 16,2 1-16,-2 0 16,1-1-16,0-1 15,0 1-15,0 2 16,-1 3-16,2 0 16,-2 1-16,1-2 15,-1 1 1,1 4-16,-1 1 15,0 1-15,0-2 16,0-1-16,0 0 16,0 1-16,1 0 15,-1 2-15,2 1 16,-2 1-16,2 1 16,-2 8-16,0-6 15,0 6 1,0 0-16,0 0 15,0-7-15,0 7 16,0 0-16,0 0 16,-6-8-16,6 8 15,0 0-15,-17-10 16,17 10-16,-20-10 16,20 10-16,-21-8 15,10 4 1,-1 1-16,-1 0 15,-3 1-15,2-1 16,-3 0-16,0 0 16,0 1-16,-1-1 15,1 1-15,0-1 16,1 0-16,0 0 16,2-1-16,0 1 15,-1 0-15,-2-2 16,-3 2-1,-1 0-15,1 0 16,-1 1-16,-4 2 16,-3 0-16,-4 3 15,-1 0-15,-3 3 16,-6 0-16,0 2 16,-2-1-16,2 2 15,5 1-15,-2 1 16,-1-1-1,-3 2-15,-4 0 16,4 1-16,0 1 16,5-1-16,-1 0 15,3-2-15,-2 1 16,1-1-16,3-2 16,1-1-16,0-1 15,-1-1-15,0-1 16,0-1-16,4 1 15,0 0 1,2-2-16,1 1 16,1 0-16,5-2 15,2 1-15,1-1 16,3-1-16,1-1 16,14 0-16,-17-1 15,17 1-15,-12-2 16,12 2-1,0 0-15,0 0 16,-12-4-16,12 4 16,0 0-16,0 0 15,0 0-15,-12-4 16,12 4-16,0 0 16,0 0-16,0 0 15,0 0-15,0 0 16,0 0-16,0 0 15,-11-5 1,11 5-16,0 0 16,0 0-16,0 0 15,0 0-15</inkml:trace>
  <inkml:trace contextRef="#ctx0" brushRef="#br2" timeOffset="126532.43">2960 2445 0,'0'0'0,"0"0"16,0 0-16,0 1 16,0-1-16,0 0 15,0 0-15,0 0 16,0 12-16,1-1 15,0 10-15,2 7 16,0 7-16,0 0 16,-1-2-16,2-3 15,-2-1 1,-1 2-16,-1-1 16,-2 3-16,1-2 15,-1-1-15,-1-1 16,2 0-16,0 0 15,-1 2-15,1 1 16,-1 1-16,0 0 16,1-2-1,0-6-15,1 3 16,-1-1-16,1 2 16,-1-1-16,0-1 15,1 8-15,0-4 16,0-2-16,0-2 15,0 0-15,-1 9 16,1-1-16,0-4 16,0-2-1,-1 0-15,-1 4 16,-2 2-16,1 1 16,-1-4-16,0 0 15,-1 2-15,1-1 16,1 1-16,-2-5 15,0-3-15,0-4 16,1-1-16,-2 1 16,2 0-1,1-3-15,-2 0 16,2 0-16,0-1 16,1 2-16,0-3 15,2 0-15,-1-1 16,1-2-16,0 4 15,0-2-15,1 4 16,-1-2-16,0-1 16,0 2-1,0 0-15,0 1 16,0 5-16,0-4 16,0 3-16,0 2 15,0-6-15,0 2 16,-1-2-16,0-5 15,1-1-15,-1-2 16,0-1-16,0 2 16,0 1-16,0-3 15,0-4 1,1-7-16,0 11 16,0-11-16,0 13 15,1-6-15,-1-7 16,2 11-16,-2-11 15,2 8-15,-2-8 16,3 9-16,-3-9 16,8 12-16,-8-12 15,10 10 1,-10-10-16,17 12 16,-5-5-16,0 1 15,2 1-15,1 0 16,-2-2-16,1 1 15,2 1-15,-1-1 16,3-2-16,2 1 16,0-2-16,1-2 15,-2 0 1,-2-1-16,-1-1 16,1 0-16,-1-1 15,1 1-15,4 0 16,2 0-16,2 0 15,0 0-15,-3 0 16,0 0-16,-3 0 16,0 0-16,1-1 15,4 0 1,3 0-16,5-2 16,-1-2-16,-3 1 15,-3-1-15,1-3 16,4-2-16,1-1 15,0 1-15,-2 0 16,-1 2-16,-1 0 16,2 2-16,-1-2 15,0 1 1,-2 0-16,-4 3 16,0-2-16,2 1 15,-2 0-15,2 1 16,-2 2-16,0 1 15,-1 0-15,0 0 16,-2 0-16,0 2 16,2 1-1,1 1-15,1 1 16,-3-1-16,2-2 16,-1 3-16,2-2 15,0 0-15,2-1 16,-2 0-16,-2-1 15,1 0-15,-1-2 16,0 1-16,0 0 16,2 0-16,0 0 15,0 0-15,0 0 16,-1 0 0,-2 0-16,1 0 15,0-1-15,0-2 16,1-1-16,-4 1 15,-2-2-15,-3 3 16,-2-1-16,-11 3 16,19-3-16,-8 3 15,-11 0-15,19 1 16,-19-1 0,14 1-16,-14-1 15,0 0-15,0 0 16,12 4-16,-12-4 15,0 0-15,0 0 16,0 0-16,0 0 16,0 0-1,0 0-15,0 0 0,0 0 16,0 0 0,0 0-16,0 0 15,0 0-15,0 0 16,8-9-16,-8-2 15,0-4-15,0 0 16,0 0-16,0-4 16,0 3-16,0-4 15,0 0-15,0 4 16,0-3 0,0 0-16,0 2 15,0-2-15,0-4 16,0 3-16,0-1 15,0 3-15,0 2 16,0-3-16,0 3 16,0-3-16,0 0 15,-1-2-15,0-4 16,0 3 0,1-3-16,-1-1 15,0 2-15,1 1 16,0 1-16,1-2 15,-1 1-15,0 0 16,0-1-16,1-1 16,-1 3-16,1 2 15,0 3-15,0 2 16,-1 1 0,1 2-16,0-1 15,0-1-15,-1-1 16,0-1-16,0 0 15,-1 1-15,-1 0 16,1-2-16,-1-4 16,1-1-16,0 6 15,0-1-15,1 0 16,-2-1-16,1-1 16,-2 1-1,1-4-15,-1-1 16,1-1-16,0-2 15,0 0-15,-1-6 16,1 5-16,1 4 16,0 0-16,-1-2 15,2-8-15,2-1 16,0-2 0,1 3-16,-1 0 15,1 0-15,-1 5 16,1-3-16,-2 3 15,1 1-15,-1 0 16,1 2-16,-1 0 16,1-1-16,-1-3 15,0 1-15,0 2 16,-1 1-16,0 3 16,-1 1-1,-1 1-15,0 2 16,1-2-16,-2 1 15,0-1-15,-1 1 16,2 2-16,-2 0 16,1 2-16,-1-1 15,2 2-15,-1 1 16,1 2-16,-1-1 16,1 2-1,-1 1-15,1 0 16,-1 2-16,1 0 15,-2-2-15,-2 2 16,2 0-16,4 7 16,-8-9-16,8 9 15,-11-7-15,11 7 16,-14-9-16,14 9 16,-18-9-1,18 9-15,-20-7 16,20 7-16,-20-5 15,8 3-15,-2 0 16,0-1-16,0 0 16,-2 1-16,-1-1 15,1 0-15,-1 1 16,1-1 0,0 0-16,1 1 15,-3-1-15,-2 1 16,1-1-16,1 0 15,0 1-15,1 0 16,-1 1-16,1 0 16,0 0-16,0 0 15,-1 0-15,-5 1 16,2-1-16,0 0 16,1 0-16,2 0 15,1 0 1,-1 0-16,2 1 15,1 0-15,-3 0 16,2 0-16,-5 0 16,1 0-16,2 0 15,-1 0-15,3 1 16,-1-1-16,0 0 16,1 1-1,-2 0-15,0 1 16,-2-1-16,0 1 15,-2 0-15,1 0 16,-1-1-16,-2 1 16,-1 0-16,1 0 15,-2 0-15,-2 0 16,0 2-16,-1-2 16,-3 2-1,1-2-15,-1 4 16,-2 0-16,6 0 15,0 2-15,1-3 16,-1 2-16,-5 1 16,-3 2-16,1-2 15,1 1-15,0-2 16,-4 2-16,-1-1 16,0 1-1,3-1-15,3-1 16,-1 0-16,4 0 15,1-1-15,3-1 16,6 0-16,5-3 16,4 0-16,11-2 15,-12 0-15,12 0 16,0 0-16,0 0 16,0 0-1,-11-1-15,11 1 16,0 0-16</inkml:trace>
  <inkml:trace contextRef="#ctx0" brushRef="#br2" timeOffset="135777.04">8047 3353 0,'0'0'0,"0"0"0,0-2 16,0 2-16,0 0 15,0 0-15,0 0 16,0 0-16,0 0 15,0 0-15,4 9 16,4 4-16,-1 4 16,6 6-16,-2 4 15,-1-4-15,-1-3 16,-2-3 0,0-3-16,-1 1 15,0-4-15,1-1 16,3-1-16,7-2 15,9-2-15,15-9 16,18-15-16,19-19 16,13-9-16,-1-10 15,2-3-15,-4 1 16,-4 3 0,0 0-16,-6 10 15,-3 6-15,-10 8 16,-13 6-16,-8 4 15,-9 5-15,-9 5 16,-3 3-16,-3 2 16,-4 2-16,-3 1 15,-1 1-15,-12 3 16,15-3-16,-15 3 16,0 0-1,12 0-15,-12 0 16,0 0-16,0 0 15,0 0-15,0 0 16,10 7-16,-10-7 16,0 0-16,0 0 15,0 0-15,0 0 16,5 8-16,-5-8 16,0 0-1,0 0-15,0 0 16,0 0-16,0 0 15,1 7-15,-1-7 16,0 0-16,0 0 16,0 0-16,0 0 15,0 0-15,0 0 16,0 0 0,0 0-16,0 0 15,0 0-15,0 0 16,0 0-16,0 0 15,0 0-15,0 7 16,0-7-16,0 0 16,0 0-16,0 0 15,0 0-15,0 0 16,0 0-16,0 7 16,0-7-1,0 0-15,0 0 16,0 0-16,0 0 15,0 0-15,0 0 16,0 0-16,0 0 16,0 0-16,0 0 15,0 0-15,0 0 16,0 0-16,0 0 16,0 0-1,0 0-15,0 0 16,0 0-16,0 0 15,0 0-15,0 0 16,0 0-16,0 0 16,0 0-16,0 0 15,0 0-15,0 0 16,0 7-16,0-7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7-16,0-7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</inkml:trace>
  <inkml:trace contextRef="#ctx0" brushRef="#br2" timeOffset="137938.57">6780 5109 0,'0'0'0,"0"0"16,0 0-16,-4 0 16,4 0-16,0 0 15,0 0-15,0 0 16,-11 4-16,11-4 15,-6 17 1,-3 7-16,-1 8 16,1 4-16,2 0 15,-1-1-15,0 0 16,2 1-16,1 1 16,3 1-16,0 1 15,1-3-15,1-6 16,1-1-16,0-1 15,0 1-15,1 1 16,2-1 0,2-4-16,1-3 15,-2-4-15,2-2 16,-3-2-16,3-2 16,-2 0-16,1-2 15,-2 0-15,1-2 16,-3-1-1,2 1-15,3 0 16,-1 2-16,0-1 16,-6-9-16,11 11 15,-11-11-15,17 10 16,-5-5-16,1 0 16,3 0-16,4-1 15,3 0-15,4-1 16,2 0-16,0-2 15,4-2 1,4-2-16,2-1 16,5-2-16,3 0 15,-2 0-15,4 0 16,2 0-16,-1-1 16,3 1-16,-1 0 15,0 0-15,0 0 16,0 0-16,-3 1 15,1 0 1,-2 0-16,-6 1 16,5 0-16,-1-2 15,-3 0-15,-1 0 16,-2 0-16,0 0 16,-6 1-16,-3 0 15,-9 2-15,-1 0 16,1 2-16,-1 2 15,0 1-15,-3-1 16,1-1-16,0 2 16,-2-1-1,-3 1-15,-3-1 16,-11-1-16,19 5 16,-19-5-16,14 3 15,-14-3-15,15 3 16,-15-3-16,15 3 15,-4-3-15,3-1 16,1-1-16,2-1 16,2 1-1,-2-1-15,2 0 16,0 1-16,-4 0 16,0 0-16,0 2 15,0-1-15,5 0 16,6-1-16,1-1 15,1 1 1,-4 0-16,-2 0 16,-4 1-16,-3 0 15,0 0-15,-3-1 16,-1 1-16,2-1 16,0-1-16,-2-2 15,-11 5-15,14-8 16,-14 8-16,0 0 15,11-3-15,-11 3 16,0 0 0,8-8-16,-8 8 15,8-11-15,-4 3 16,0-1-16,-1-1 16,-1-2-16,0-4 15,0-3-15,-1-8 16,1 4-16,0-3 15,-1 4-15,1 0 16,-1-4-16,1 2 16,0-3-1,-1-5-15,2-3 16,-2 0-16,0-1 16,1 5-16,-2-2 15,0 4-15,-1 1 16,-1 2-16,1 0 15,-1-1-15,0 0 16,1 1 0,-1 4-16,1 3 15,1 4-15,-1 3 16,0 2-16,0 4 16,1 6-16,-1-11 15,1 11-15,0 0 16,0 0-16,0 0 15</inkml:trace>
  <inkml:trace contextRef="#ctx0" brushRef="#br2" timeOffset="138550.94">8458 5139 0,'0'0'0,"0"0"0,0 0 16,0 0-16,-2 0 15,2 0 1,0 0-16,0 0 16,0 0-16,0 0 15,-9 11-15,1 7 16,-1 5-16,1 6 15,2 1-15,0-2 16,2 0-16,2-4 16,-2 2-1,1 7-15,1 2 16,0 0-16,2-4 16,0-5-16,1 1 15,-1-2-15,1-4 16,-1 5-16,2 1 15,0 4-15,1-1 16,1-3-16,-2-6 16,0-4-1,0 1-15,1-3 16,-2-1-16,0 0 16,1 0-16,0 1 15,-1 1 1,0-3-1,-1-6-15</inkml:trace>
  <inkml:trace contextRef="#ctx0" brushRef="#br2" timeOffset="139074.09">7979 5268 0,'0'0'0,"0"0"0,0 0 16,-1 5-16,-1 9 15,2 7-15,0 8 16,2 9-16,1 5 15,-1 3-15,0-2 16,0-2-16,1 6 16,-2 0-16,-1-4 15,0-6 1,-1-10-16,0-1 16,-1-2-16,0 1 15,0 1-15,0-1 16,-1-1-16,3-5 15,3-3-15,-1-7 16</inkml:trace>
  <inkml:trace contextRef="#ctx0" brushRef="#br2" timeOffset="139841.84">7357 5324 0,'0'0'0,"0"0"16,0 0-16,0 0 15,0 0-15,3 4 16,0 5-16,1 5 16,1 8-16,-3 10 15,-2 6 1,0 0-16,-2-1 16,-2-4-16,0 1 15,-4 5-15,2-2 16,-2-1-16,1-1 15,0 2-15,0 2 16,0-5-16,4-2 16,4 0-16,2-1 15,3-2-15,-3-6 16,1-3 0,-2-4-16,0-3 15,-1-3-15,0-3 16,-1-7-16,1 11 15,-1-11-15,0 0 16,0 7-16,0-7 16,0 0-16,0 0 15,0 0 1,0 0-16,0 0 16,0 0-16,0 0 15,0 0-15,0 0 16,0 0-16,0 0 15,0 0-15,0 0 16,0 0-16,0 0 16,-3 7-16</inkml:trace>
  <inkml:trace contextRef="#ctx0" brushRef="#br2" timeOffset="143769.25">2349 3364 0,'0'0'0,"0"0"0,0 0 16,0 0-16,0 0 15,-1 2-15,1-2 16,-5 21-16,-4 7 16,-2 7-16,0 4 15,3 1 1,-3 1-16,0 0 15,1-2-15,2-4 16,1-4-16,1-3 16,0 1-16,-1-2 15,1 1-15,1 0 16,0 2-16,0 1 16,1-4-16,1 0 15,-1-3 1,1 0-16,0 5 15,0 1-15,-1 1 16,2-3-16,0 1 16,0-3-16,1 3 15,-1 0-15,2 5 16,0 1-16,0-1 16,0 0-1,0-5-15,0-1 16,0-1-16,0 3 15,0 2-15,0 2 16,0-1-16,0-1 16,-2 1-16,0-2 15,-2 5-15,-1 0 16,1-3-16,0-2 16,0-4-16,0-2 15,0 0 1,0-1-16,0 0 15,1-1-15,0-1 16,0-4-16,1 0 16,-1-1-16,2 0 15,-1 0-15,1 0 16,1-1-16,-1 2 16,1-1-16,0-1 15,0 0 1,0-1-16,1-1 15,-1-1-15,2-1 16,0-1-16,1 2 16,2-2-16,-1 0 15,0-1-15,0-1 16,1-1-16,-1 1 16,0-3-1,-4-6-15,9 12 0,-9-12 16,9 12-1,-9-12-15,10 10 16,-10-10-16,10 9 16,-10-9-16,17 9 15,-7-6-15,2 0 16,1-1-16,2-1 16,4 0-16,2-1 15,1-2 1,1-1-16,4 0 15,0-2-15,4 0 16,-1-1-16,1 0 16,2 0-16,-3 0 15,0-1-15,0 1 16,0 0-16,1 0 16,1 1-16,1-1 15,-2 3 1,-2 1-16,1-2 15,1 2-15,-1-1 16,2 1-16,-1 0 16,0 0-16,-1 0 15,-2 2-15,-1 0 16,3 1-16,-2 1 16,1 1-16,-3-1 15,1 1 1,-4-1-16,0 1 15,-1 0-15,0 0 16,0 0-16,-2 1 16,2 0-16,-2 1 15,1-1-15,0 0 16,0 0-16,1 1 16,1 0-1,1-1-15,0 0 16,1 0-16,0 1 15,2-1-15,1 1 16,1-1-16,-3-1 16,0 0-16,0-1 15,0 0-15,1 0 16,-1-1-16,0 0 16,-4-1-16,1 2 15,-1-1-15,0 0 16,-2-1-1,-2 1-15,-1 0 16,-2 0-16,0 0 16,-1-1-16,-2 0 15,-12 0-15,19 0 16,-19 0-16,12-1 16,-12 1-16,0 0 15,13 0-15,-13 0 16,0 0-16,0 0 15,0 0 1,0 0-16,0 0 16,0 0-16,10-4 15,-10 4-15,0 0 16,0 0-16,0 0 16,0 0-16,0 0 15,6-8 1,-6 8-16,0 0 15,0 0-15,0 0 16,0-7-16,0 7 16,0 0-16,0 0 15,0 0-15,0 0 16,0 0-16,0 0 16,0-7-16,0 7 15,0 0 1,0 0-16,0 0 15,0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 1,0 0-16,0 0 16,0 0-16,0 0 15,0 0-15,0 0 16,0 0-16</inkml:trace>
  <inkml:trace contextRef="#ctx0" brushRef="#br2" timeOffset="145155.44">2077 4234 0,'0'0'0,"0"0"16,0 0-16,0 0 15,0 0-15,0 0 16,0 0 0,2 0-16,8-1 15,15-1-15,7 0 16,4 1-16,-1-1 16,-1 0-16,-3 1 15,-6 0-15,-6 1 16,-4 1-16,-4 0 15,-11-1 1,13 1-16,-13-1 16,0 0-16,0 0 15,11 3-15,-11-3 16,0 0-16,-13 9 16,-31 13-16,-18 4 15,17-7-15,9-7 16,11-5-16,6-3 15,3 0-15,4-3 16,12-1 0,-16 4-16,16-4 15,0 0-15,-15 0 16,15 0-16,0 0 16,0 0-16,0 0 15,-12 8-15,-1 13 16,-7 21-16,2 12 15,3 3-15,1 5 16,3 6-16,0 4 16,2 5-1,0 12-15,1 9 16,-2 10-16,0 10 16,-1 2-16,2-8 15,-1 5-15,1-7 16,0 2-16,1-7 15,1-6 1,-1-3-16,1-18 16,-1-5-16,0-20 15,1-11-15,2-11 16,2-10-16,1-6 16,2-8-16,0-7 15,0 0-15</inkml:trace>
  <inkml:trace contextRef="#ctx0" brushRef="#br2" timeOffset="146782.91">6683 5831 0,'0'0'0,"0"0"15,0 0-15,0 2 16,0-2-16,4 23 16,3 4-16,2 9 15,2 1 1,-1 1-16,3 7 16,-2 4-16,-2 3 15,-4-2-15,0 3 16,-4 1-16,0 1 15,-2-3-15,1-2 16,-3-4-16,3 3 16,-2-1-1,2-6-15,-1-1 16,0 2-16,1 1 16,-2-2-16,2-3 15,0-7-15,-1-6 16,1-5-16,1 0 15,-1-1-15,4-1 16,0-3-16,-1-5 16,2 1-16,0-4 15,3 1 1,-8-9-16,19 9 16,-7-6-16,2 0 15,3-1-15,5 0 16,7-3-16,9-2 15,4-1-15,3-5 16,3 0-16,1-2 16,5-1-1,4 2-15,5-2 16,11 1-16,1 2 16,2 6-16,3 2 15,-11 2-15,7 2 16,0-2-16,-3 1 15,10 1-15,-4 0 16,0 1-16,0 2 16,-8 0-1,-5 0-15,-2-1 16,-7-1-16,-1 0 16,0 0-16,-9-2 15,-3-2-15,-7-2 16,-8-2-16,-5 1 15,-3-1-15,-5 2 16,-1-1-16,-3 2 16,-12 1-16,18-3 15,-18 3 1,13-4-16,-13 4 16,11-15-16,-6-3 15,1-4-15,-2-10 16,-2-6-16,-2-7 15,-1-4-15,1-1 16,0-1-16,-1-2 16,-1 0-16,-2-3 15,-1-2 1,1-2-16,-1-1 16,0 0-16,2-1 15,1 1-15,2 1 16,2 1-16,0 1 15,-1 2-15,0 5 16,-1 8-16,-553 1 16,1108 8-1,-555 3-15,0 6 16,-1 7-16,-1 3 16,-1 3-16,1 3 15,-1 1-15</inkml:trace>
  <inkml:trace contextRef="#ctx0" brushRef="#br2" timeOffset="147450.81">7320 5813 0,'0'0'0,"0"0"0,0 0 16,0 0-16,-3 4 15,-2 7-15,-5 16 16,1 15 0,2 10-16,3 1 15,2 5-15,3 4 16,0-3-16,1 0 15,1 1-15,0 2 16,-1 3-16,0-3 16,2-1-1,0 3-15,0-3 16,1 1-16,1-1 16,1-3-16,1-3 15,-1 0-15,-1-4 16,0-5-16,-2-9 15,0-11 1,1-8 0</inkml:trace>
  <inkml:trace contextRef="#ctx0" brushRef="#br2" timeOffset="147968.44">7985 5759 0,'0'0'0,"0"0"0,0 0 16,0 0 0,0 0-16,0 5 15,-4 14-15,1 24 16,-1 17-16,-2 9 15,2 1-15,-1-1 16,3 1-16,6-2 16,5 3-16,0 0 15,1-2-15,-1 3 16,-1-6 0,2 11-16,-1 4 15,-3-1-15,-1 4 16,-3-14-16,-2-9 15,0-3 1,0-13 0</inkml:trace>
  <inkml:trace contextRef="#ctx0" brushRef="#br2" timeOffset="148423.14">8380 5790 0,'0'0'0,"0"0"16,0 1-16,0-1 16,0 0-16,-3 8 15,-1 3-15,-1 19 16,-1 24-16,0 19 16,1 10-1,1 4-15,-1 5 16,2-6-16,2-4 15,1 2-15,1-3 16,2-4-16,2 2 16,0-4-16,-1-3 15,0-3-15,-1-6 16,0-8-16,-1-6 16,-3-6-1,-4-8-15,-3-9 16,4-13-16</inkml:trace>
  <inkml:trace contextRef="#ctx0" brushRef="#br2" timeOffset="149174.94">6725 6460 0,'0'0'0,"0"0"15,0 0-15,-5 0 16,5 0-16,0 0 16,0 0-1,0 0-15,0 0 16,0 0-16,0 0 15,19-1-15,10-5 16,10-5-16,9-4 16,8-4-16,1-6 15,9-2-15,6-3 16,-1 3-16,14 4 16,-3 8-16,7 3 15,0 3 1,-1 3-16,5 1 15,0 4-15,-2 2 16,-4 1-16,-2 1 16,-4 3-16,2 0 15,-5 4-15,-8 0 16,-4-1-16,-4 0 16,-2-1-16,-2 0 15,-5 0 1,0 0-16,-4-1 15,-2 1-15,-2-3 16,-4-3-16,-5-2 16,-6-1-16,-8 1 15,-5 0-15,-4 0 16,-13 0-16,16 0 16,-16 0-16,0 0 15,12 0 1,-12 0-16,0 0 15</inkml:trace>
  <inkml:trace contextRef="#ctx0" brushRef="#br2" timeOffset="151920.62">9016 7120 0,'0'0'0,"0"0"16,0 0-16,0 0 15,0 0 1,0 0-16,0 0 16,0 1-16,0-1 15,2 18-15,1 5 16,1 6-16,0 4 16,0-1-16,-2-7 15,1-2-15,-2-8 16,1 0-16,4-3 15,3-1-15,4-1 16,3-5 0,3-3-16,1-4 15,-1-3-15,-2-3 16,-5-3-16,0-1 16,-3-1-16,0 3 15,-4 2-15,-5 8 16,6-11-16,-6 11 15,0 0 1,0 0-16,0 0 16,0 0-16,14 21 15,-7 0-15,-1 7 16,1 8-16,0 2 16,-2 0-16,0-6 15,-3-5-15,0-8 16</inkml:trace>
  <inkml:trace contextRef="#ctx0" brushRef="#br2" timeOffset="152202.79">9280 7324 0,'0'0'0,"3"2"16,-3-2-16,18 3 15,9 4-15,6 3 16,5 6-16,5 7 16,-3 1-16,1 1 15,-2 0-15,-7-5 16,-3-1-16,-2-4 15,-2-5-15,-3-3 16,0-6 0,-8-3-16</inkml:trace>
  <inkml:trace contextRef="#ctx0" brushRef="#br2" timeOffset="152450.51">9520 7250 0,'0'0'0,"0"0"0,-2 3 15,-1 7-15,-5 13 16,-5 14-16,-2 9 16,-4 6-16,4 1 15,4-6-15,4-11 16,3-1-1</inkml:trace>
  <inkml:trace contextRef="#ctx0" brushRef="#br2" timeOffset="152885.34">9962 7254 0,'0'0'0,"2"3"16,-2-3-16,12 24 16,2 1-16,0 1 15,-2-2-15,1-2 16,0-1-16,0-5 15,3-4-15,3-6 16,5-9-16,2-12 16,-3-12-1,-1-8-15,-7-5 16,-5 1-16,-1 6 16,-7 7-16,-2 8 15,0 5-15,-1 5 16,1 8-16,0 0 15,0 0-15,-8 12 16,-3 24 0,6 18-16,-2 10 15,3 3-15,-3 6 16,2-5-16,-4-12 16</inkml:trace>
  <inkml:trace contextRef="#ctx0" brushRef="#br2" timeOffset="154301.51">5972 6528 0,'0'0'0,"-1"-1"15,1 1-15,-12-8 16,12 8-16,-14-10 15,14 10-15,-23-14 16,9 4-16,-2 0 16,-1 1-16,-6-2 15,-1 0 1,-2-1-16,-3-2 16,-2 1-16,-9-4 15,0 0-15,1-1 16,1-1-16,1 2 15,-5-2-15,-3 1 16,3 2-16,0 2 16,3 0-1,0 0-15,0-1 16,4 3-16,1 1 16,1 0-16,2 1 15,-4-1-15,1 2 16,0 0-16,-3 3 15,0 4-15,4 3 16,3 0-16,-1 3 16,3-1-16,4 2 15,1 1 1,3 1-16,2 4 16,-2 1-16,0 4 15,3 2-15,-2 6 16,3 7-16,1 4 15,5 8-15,4-5 16,3 2-16,3 4 16,2-1-1,2 5-15,0-1 16,1 3-16,2 2 16,1 2-16,3-4 15,2-3-15,3-2 16,2 2-16,3-3 15,5 1-15,9-3 16,0-7-16,5-1 16,4 1-16,1-4 15,7-2 1,5-5-16,1-6 16,10-1-16,1-9 15,4-5-15,4-7 16,-2-6-16,5-3 15,-4-5-15,-1-7 16,0-3-16,-9 1 16,-11 0-16,-4-1 15,-9-9-15,-1-4 16,-4 3 0,-13-3-16,-11-4 15,-5 0-15,-10-6 16,-4 2-16,-5 0 15,-4-3-15,-4 1 16,-8 1-16,-4 4 16,-9-2-16,-10 5 15,-10 1 1,-4 4-16,-1 8 16,-4 4-16,6 7 15,8 6-15,-2 4 16,9 7-16,-5 6 15,-2 9-15</inkml:trace>
  <inkml:trace contextRef="#ctx0" brushRef="#br2" timeOffset="157638.44">8976 7606 0,'0'0'0,"0"0"15,0 0-15,0 2 16,0-2-16,0 0 16,0 0-16,0 0 15,0 0 1,19-5-16,3 0 15,8-3-15,7-2 16,0 0-16,-3 0 16,0 3-16,1 0 15,7 1-15,6 1 16,0 2-16,-3 1 16,1-1-1,2 0-15,-2 1 16,-2 2-16,0 0 15,2 0-15,1 0 16,-2 1-16,0 0 16,-2 0-16,-1 1 15,-4 1-15,-3 2 16,-6 1-16,-3-2 16,0 2-16,5-1 15,0 0-15,-3-1 16,-6 1-1,-5-2-15,-3 0 16,-2 2-16,1-1 16,-3 1-16,-10-5 15,15 6-15,-15-6 16,11 5-16,-11-5 16,10 4-16,-10-4 15</inkml:trace>
  <inkml:trace contextRef="#ctx0" brushRef="#br2" timeOffset="160860.74">13819 3618 0,'0'0'0,"0"0"16,0 0-16,0 0 16,0 2-16,0-2 15,0 7-15,0 2 16,0 4-16,0 5 15,1 2 1,2-3-16,0-1 16,2-1-16,2 1 15,1 1-15,0 0 16,2-1-16,-1-1 16,2-1-16,-1 0 15,0-1-15,2-2 16,0-2-16,5-1 15,3-3 1,10-5-16,12-6 16,17-12-16,10-8 15,12-12-15,16-11 16,6-4-16,-1-2 16,-1 3-16,-5 2 15,-3 1-15,-2 3 16,-10 3-16,-11 9 15,-5 6 1,-12 5-16,-9 3 16,-8 5-16,-10 5 15,-6 0-15,-5 4 16,-3 1-16,-12 5 16,15-7-16,-15 7 15,0 0-15,10-5 16,-10 5-1,0 0-15,0 0 16,0 0-16,0 0 16,0 0-16,0 0 15,0 0-15,0 0 16,0 0-16,0 0 16,0 0-16,0 0 15,11-1-15,-11 1 16,0 0-1,0 0-15,0 0 16,0 0-16,0 0 16,0 0-16,0 0 15,0 0-15,0 0 16,0 0-16,0 0 16,0 0-16,8 7 15,-8-7-15,0 0 16,4 10-16,-4-10 15,3 7 1,-3-7-16,5 10 16,-5-10-16,4 9 15,-4-9-15,2 9 16,-2-9-16,0 0 16,5 7-16,-5-7 15,0 0-15,0 0 16,0 0-16,2 8 15,-2-8 1,0 0-16,0 0 16,1 7-16,-1-7 15,0 0-15,2 7 16,-2-7-16,0 0 16,0 0-16,0 0 15,0 0-15,0 0 16,0 0-16,0 0 15,0 0-15,0 0 16,0 0 0,3 7-16,-3-7 15,0 0-15,0 0 16,0 0-16,0 0 16,0 0-16,0 0 15,3 9-15,-3-9 16,0 0-16,0 0 15,0 0 1,0 0-16,0 0 16,0 0-16,0 7 15,0-7-15,0 0 16,0 0-16,0 0 16,0 7-16,0-7 15,0 0-15,0 0 16,0 0-16,0 0 15,0 0-15,0 7 16,0-7 0,0 0-16,0 0 15,0 0-15,0 7 16,0-7-16,0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0-16,5-6 15,-5 6-15,0 0 16,2-8-16,-2 8 16,0-15-1,0 6-15,0-4 16</inkml:trace>
  <inkml:trace contextRef="#ctx0" brushRef="#br2" timeOffset="164277.18">14274 5676 0,'0'0'0,"0"0"0,0 0 16,0 5-16,0-5 16,0 9-16,0-9 15,0 0 1,0 0-16,0 7 16,1-1-16,-1-6 15,2 9-15,-2-9 16,0 0-16,0 0 15,0 0-15,-8-6 16,-1-1-16,-5-2 16,-9-5-16,-2-3 15,-13-7-15,4 2 16,6 5 0,-5 6-16,-4 3 15,-4-6-15,-5 2 16,-3-3-16,-4-8 15,-4-6-15,6 6 16,-1 7-16,-7 14 16,0 0-16,0 0 15,3-1 1,1-1-16,0-4 16,6 0-16,0 2 15,3-2-15,2 2 16,1 0-16,5 1 15,-2 0-15,-2 0 16,-1 1-16,1-2 16,2 2-16,0 1 15,-4 0 1,2 1-16,-6 2 16,7 2-16,4 0 15,1-1-15,5 1 16,0 0-16,3-1 15,4 0-15,4-1 16,4 1-16,-2 2 16,1-1-16,0 2 15,1 2 1,2-1-16,1 1 16,3-2-16,10-4 15,-15 6-15,15-6 16,-11 5-16,11-5 15,-14 10-15,2-2 16,-6 3-16,-2 2 16,0 1-16,0 0 15,-1 0-15,-1 0 16,1 1 0,2 0-16,1-3 15,1 0-15,2 0 16,0-1-16,-1 2 15,-2 0-15,-1 1 16,-1 2-16,-2 3 16,1-1-16,-2 5 15,-2 1 1,1-1-16,-1 2 16,2-1-16,-1 1 15,-4 3-15,-1 4 16,-3 3-16,1 1 15,2-1-15,1 1 16,3-3-16,0 2 16,3-1-16,2-3 15,6-1 1,3-6-16,3-4 16,2 0-16,0 3 15,3 2-15,5 0 16,3 1-16,5 0 15,6-1-15,7 2 16,7 0-16,6-1 16,8-1-16,4-1 15,9 1-15,6 0 16,9-2 0,3-6-16,1-8 15,18-2-15,6-2 16,9-2-16,-1-3 15,-2-5-15,10 2 16,0-4-16,3-6 16,-10 0-16,-1 1 15,-6 1-15,2 7 16,-3 4 0,-9-1-16,1 1 15,-7 0-15,-1 0 16,-8-1-16,0-3 15,-3-3-15,-3-3 16,-8-2-16,-4-3 16,-2-3-16,-4 0 15,2-1-15,-7 0 16,-6 1-16,-6-3 16,-5-4-1,-2-2-15,-4-1 16,-1-2-16,-6 0 15,-5-1-15,-4-4 16,-5-3-16,-4 1 16,-2-4-16,-13 0 15,-5-9-15,-8 4 16,-7 1 0,-5-4-16,1 9 15,-3-2-15,3 6 16,0 9-16,-9-6 15,-2 1-15,1-2 16,5 7-16,8 16 16,1 7-16,4-3 15,4 3-15,4-2 16,8 2 0,15 4-16,-17-4 15,17 4-15,0 0 16,0 0-16,-13-4 15,13 4-15,0 0 16,0 0-16,0 0 16,-6-6-16,6 6 15,0 0-15,0 0 16,0 0-16,0 0 16,0 0-1,0 0-15,0 0 16,0 0-16,0 0 15,0 0-15,0 0 16,0 0-16,0 0 16,0 0-16,0 0 15,0 0-15,0 0 16,0 0 0,0 0-16,0 0 15,0 0-15,0 7 16,0-7-16,0 0 15,0 0-15,0 0 16,0 8-16,0-8 16,0 0-16,0 0 15,0 0-15,0 0 16,0 0-16,0 0 16,0 0-1,0 0-15,0 0 16,0 7-16,0-7 15,0 0-15,0 0 16,0 0-16,0 0 16,0 0-16,0 0 15,0 0-15,0 0 16,0 0-16,0 0 16,0 0-16,0 0 15,0 0 1,0 0-16,0 0 15,0 0-15,0 0 16,0 0-16,0 0 16,0 0-16,0 0 15,0 0-15,0 0 16,0 0-16,6 6 16,-6-6-1,0 0-15,0 0 16,0 0-16,0 0 15,0 0-15,0 8 16,0-8-16,0 0 16,0 0-16,0 0 15,0 0-15,0-8 16,0 8-16,0 0 16,0 0-16,0 0 15,0 0 1,0 0-16,0 0 15,0 0-15,0 0 16,0 0-16,0 0 16,0 0-16,0 0 15,2 8-15,-2-8 16,0 0-16,0 0 16,0 0-1,0 0-15,0 0 16</inkml:trace>
  <inkml:trace contextRef="#ctx0" brushRef="#br2" timeOffset="167994.49">10398 7301 0,'0'0'0,"0"0"15,0 0-15,0 0 16,0 0-16,0 0 15,0 0-15,0 0 16,0 0 0,0 0-16,0 0 15,0 0-15,-2 3 16,2-3-16,6 9 16,-2 1-16,3 2 15,3 1-15,3 3 16,4-1-16,3 0 15,1-1-15,0-1 16,1-1-16,-2 0 16,1 0-1,-1 0-15,0-1 16,0 1-16,1-1 16,-1 0-16,-2 0 15,0-1-15,-1 0 16,-3-2-16,0-1 15,-3-1-15,-1 0 16,2 0-16,0 1 16,0-2-1,-12-5-15,18 10 16,-18-10-16,11 6 16,-11-6-16,0 0 15,0 0-15,11 5 16,-11-5-16,0 0 15,0 0-15,0 0 16,0 0-16,0 0 16,0 0-1,0 0-15,0 0 16</inkml:trace>
  <inkml:trace contextRef="#ctx0" brushRef="#br2" timeOffset="169732.91">10756 7224 0,'0'0'0,"0"0"0,0 0 16,0 0-16,0 0 16,0 0-1,0 1-15,0-1 16,0 0-16,0 0 16,0 0-16,0 0 15,0 0-15,0 0 16,-3 7-16,3-7 15,0 0-15,0 0 16,0 0-16,0 0 16,-5 7-1,5-7-15,0 0 16,0 0-16,-3 7 16,3-7-16,0 0 15,0 0-15,-4 7 16,4-7-16,0 0 15,0 0-15,-3 8 16,3-8-16,-6 12 16,1 1-1,-2 1-15,1 5 16,-4 7-16,0 3 16,-2 4-16,0 3 15,-2 0-15,0-1 16,-1 2-16,-1-5 15,3-4-15,0-4 16,3-6-16,1-4 16,2-4-1,3-3-15,4-7 16,-8 10-16,8-10 16,-5 6-16,5-6 15,0 0-15,0 0 16,0 0-16,-6 8 15,6-8-15,0 0 16,0 0-16,0 0 16,0 0-1,0 0-15,0 0 16,0 0-16,0 0 16,0 0-16,0 0 15,-5 8-15,5-8 16,0 0-16,0 0 15,0 0-15,0 0 16,0 0-16,0 0 16,0 0-16,0 0 15,0 0 1,0 0-16,0 0 16,0 0-16,0 0 15,0 0-15,0 0 16,0 0-16,0 0 15,0 0-15,0 0 16,0 0-16,0 0 16,0 0-16,0 0 15,0 0 1,0 0-16,0 0 16,0 0-16,0 0 15,0 7-15,0-7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6 16,0-6-16,0 0 16,0 0-16,0 0 15,0 0 1,0 0-16,0 0 16,0 0-16,0 0 15,0 0-15,0 0 16,0 0-16,0 0 15,0 0-15,0 0 16,0 0-16,0 0 16,0 0-16,-2-6 15,2 6 1,-1-14-16</inkml:trace>
  <inkml:trace contextRef="#ctx0" brushRef="#br2" timeOffset="175048.87">11122 7370 0,'0'0'0,"0"0"15,0 0-15,-1-2 16,1 2 0,0 0-16,0 0 15,-9-6-15,9 6 16,0 0-16,-8-9 15,8 9-15,-4-8 16,4 8-16,-2-13 16,1 7-16,0-5 15,0 0 1,0-1-16,1 1 16,2 0-1,2-2 1,3-1-16,4-1 15,-1 2-15,1 1 16,0 3-16,1 0 16,1 2-16,4 0 15,1 1-15,1 0 16,-1 2 0,0 2-16,0 0 15,2 0-15,-4 2 16,1 0-16,-4 1 15,1 1-15,-2-1 16,-12-1-16,18 4 16,-8 0-16,-10-4 15,20 10-15,-11-3 16,-1 2 0,1 0-16,-1 3 15,-1-1-15,-1 2 16,-1 2-16,-2 3 15,-1 3-15,0-2 16,-2-1-16,-2-2 16,1 1-16,-1-1 15,-1 3-15,-1-1 16,1-3 0,-2 1-16,1-1 15,-1 1-15,-1-1 16,-2 2-16,-1 0 15,-2-1-15,0-1 16,0-2-16,-1-2 16,-2 1-16,0-1 15,-1 0-15,0-2 16,-1 1-16,0-1 16,0 2-1,1-3-15,0 1 16,1 0-16,1-2 15,0 1-15,2-1 16,0-1-16,11-6 16,-18 13-16,18-13 15,-16 12-15,10-5 16,-1-1 0,7-6-16,-10 11 15,10-11-15,-560 8 16,1114-8-16,-554 0 15,-3 7-15,3-7 16,0 0-16,0 0 16,0 0-16,0 0 15,1 8-15,-1-8 16,21 9-16,3-3 16,3-1-1,2-3-15,4-1 16,1-3-16,4-1 15,3-1-15,0-2 16,0 2-16,-3-2 16,1 1-16,2 0 15,-1-1-15,1 1 16,-1 0-16,1-1 16,-1 2-1,-3-1-15,-5 2 16,-8 0-16,-1 1 15,-5 0-15,-1-1 16,-1 1-16,-1-1 16,-1 1-16,-14 2 15,17-3-15,-17 3 16,0 0 0,13-2-16,-13 2 15,0 0-15,0 0 16,0 0-16,0 0 15,0 0-15,0 0 16,10-1-16,-10 1 16,0 0-16,0 0 15,0 0-15,0 0 16,0 0-16,0 0 16,0 0-1,0 0-15,5 7 16,-5-7-16,0 0 15,0 0-15,0 0 16,0 0-16,0 0 16,0 0-16,1 7 15,-1-7-15,0 0 16,0 0-16,0 0 16,0 0-1,0 0-15,0 0 16,0 0-16,0 0 15,0 0-15,0 0 16,0 0-16,0 0 16,0 0-16,0 0 15,0 0-15,0 7 16,0-7-16,0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7 16,0-7-16,0 0 15,0 0-15,0 0 16,0 0-16,0 0 16,0 0-1,0 0-15,0 0 16,0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 1,0 0-16,0 0 0,0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 1,0 0-16,0 0 0,0 0 15,0 0-15,0 0 16,0 0 0,0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7 15,0-7-15,0 0 16,0 0-16,0 0 16,0 0-16,0 0 15,0 0-15,0 0 16,0 0-16,0 0 15,0 0 1,0 0-16,0 0 16,0 0-16,0 0 15,0 0-15,0 0 16,0 0-16,0 0 16,0 0-16,0 0 15,0 0-15,0 0 16,0 0-16,0 0 15,0 0-15,0 0 16,0 0 0,0 0-16,0 0 15,0 0-15,0 0 16,0 0-16,0 0 16,0 0-16,0 0 15,-11-10-15,11 10 16,-7-16-16</inkml:trace>
  <inkml:trace contextRef="#ctx0" brushRef="#br2" timeOffset="176221.65">14805 4239 0,'0'0'0,"0"0"15,0 0-15,0 4 16,0-4-16,0 9 16,0-9-16,0 10 15,0-10 1,0 0-16,0 0 16,0 6-16,0-6 15,0 0-15,0 0 16,0 0-16,0 0 15,0 0-15,2-7 16,-2 7-16,2-11 16,-2 11-1,-1-7-15</inkml:trace>
  <inkml:trace contextRef="#ctx0" brushRef="#br2" timeOffset="180378.8">10502 7205 0,'0'0'0,"-4"-3"0,4 3 15,-10-6-15,10 6 16,-20-13-16,8 4 16,-5-3-16,-5-1 15,-3-2-15,-5-1 16,2 3 0,-1 0-16,-5-1 15,1 1-15,-6-3 16,2-1-16,0 0 15,-2 1-15,1-1 16,-4 2-16,-2 3 16,2 2-16,2 1 15,0 1-15,-3 1 16,2 1 0,0 0-16,-2 2 15,1-1-15,-4 1 16,0 0-16,0 2 15,3-1-15,1 1 16,1 2-16,2 1 16,2 0-16,2 1 15,4-1-15,0 1 16,6 1 0,2 0-16,1 0 15,2 1-15,0-1 16,-1 1-16,2 2 15,-2 0-15,3 1 16,1 1-16,2 0 16,1 1-16,2 0 15,2 0-15,-1 0 16,1 0 0,0 2-16,0 0 15,1 1-15,0 1 16,2 0-16,-1 0 15,-1 3-15,2 2 16,1-2-16,-1 5 16,1 2-16,0 5 15,3 0-15,0 0 16,2 0-16,2 4 16,2 1-16,0 1 15,3 4 1,0 0-16,4 1 15,2-3-15,4-3 16,1 0-16,3-2 16,3 1-16,0-3 15,2-1-15,-1-4 16,2 0-16,3-2 16,2-3-16,3-1 15,0-2 1,1-1-16,2-1 15,3 0-15,6-1 16,0-2-16,1-1 16,0-2-16,0-1 15,2-3-15,3-2 16,-1 0-16,0-4 16,-2-2-1,1-4-15,5-2 16,-4-2-16,-4 1 15,-5 0-15,-3-1 16,0-2-16,-1-3 16,-1-4-16,-3 0 15,-1-3-15,-4 1 16,-3 1-16,0-1 16,-7 2-16,-2 0 15,-2 2 1,-3-1-16,-1 0 15,-2-2-15,-3 1 16,-3-2-16,-4-2 16,-3 1-16,-2 0 15,-2 1-15,-2 2 16,-1 1-16,-5-2 16,-2 1-1,-3 0-15,0 3 16,1 2-16,-2-1 15,0 2-15,3 2 16,2 2-16,3 4 16,2 1-16,12 6 15,-19-9-15,19 9 16,-13-4-16,13 4 16,0 0-1,0 0-15,-12-3 16,12 3-16,0 0 15,0 0-15,0 0 16,0 0-16,0 0 16,0 0-16,0 0 15,-10 2-15,10-2 16,0 0-16,0 0 16,0 0-16,0 0 15,0 0-15,0 0 16,0 0-1,0 0-15,0 0 16,0 0-16,0 0 16,0 0-16,0 0 15,0 0-15,0 0 16,0 0-16,0 0 16,0 0-16,0 0 15,0 0 1,0 0-16,0 0 15,0 0-15,0 0 16,0 0-16,0 0 16,0 0-16,0 0 15,0 0-15,0 0 16,0 0-16,0 0 16,0 0-16,0 0 15,0 0 1,0 0-16,0 0 15,0 0-15,0 0 16,0 0-16,0 0 16,0 0-16,0 0 15,0 0-15,0 0 16,0 6-16,0-6 16,0 0-16,0 0 15,0 0 1,0 0-16,0 0 15,0 0-15,0 0 16,0 0-16,0 0 16,0 0-16,0 0 15,0 0-15,0 0 16,0 0-16,0 0 16,0 0-1,0 0-15,0 0 16,0 0-16,0 0 15,0 0-15,0 0 16,0 0-16,0 0 16,0 0-16,0 0 15,0 0-15,0 0 16,0 0-16</inkml:trace>
  <inkml:trace contextRef="#ctx0" brushRef="#br2" timeOffset="181706.72">13778 4598 0,'0'0'0,"0"0"0,0 0 16,0 0-1,0 0-15,0 0 16,0 0-16,0 0 16,3 2-16,-3-2 15,0 0-15,0 0 16,0 0-16,0 0 16,0 0-16,0 0 15,1 7-15,-1-7 16,0 0-16,0 0 15,-3 7 1,3 3-16</inkml:trace>
  <inkml:trace contextRef="#ctx0" brushRef="#br2" timeOffset="181987.34">13356 6217 0,'0'0'0,"0"0"0,0 0 16,0 0-16,0 1 15,0-1 1,0 0-16,0 0 16,0 0-16,0 0 15,0 0-15,0 0 16,0 0-16</inkml:trace>
  <inkml:trace contextRef="#ctx0" brushRef="#br2" timeOffset="182412.39">11910 4276 0,'0'2'0,"0"-2"15,2 21-15,1 16 16,-4 17-16,-4 14 16,-3 4-16,-555 9 15,1103-5-15</inkml:trace>
  <inkml:trace contextRef="#ctx0" brushRef="#br2" timeOffset="184504.74">12939 5640 0,'0'0'0,"0"0"16,0 2-16,0-2 15,0 0 1,0 0-16,0 0 16,0 0-16</inkml:trace>
  <inkml:trace contextRef="#ctx0" brushRef="#br2" timeOffset="187598.17">6763 2773 0,'0'0'0,"0"0"0,0 0 16,0 0-16,0 0 16,11 3-16,21 5 15,43-3-15,27-7 16,13-12-16,11-5 16,-2-3-1,0-3-15,-9 0 16,-11 3-16,-8 0 15,-16 3-15,-14 4 16,-10 2-16,-14 3 16,-11 3-16,-10 2 15,-8 2-15,-13 3 16,0 0-16,0 0 16,0 0-1,0 0-15,0 0 16,0 0-16,0 0 15,-52-1-15,-55 12 16,-17 8-16,12 0 16,26-3-16,-7 0 15,-20 4-15,-18 4 16,4 4-16,20-3 16,27-7-16,19-5 15,17-3 1,14-4-16,10-2 15,7-3-15,13-1 16,-13 1-16,13-1 16,0 0-16,0 0 15,0 0-15,0 0 16,0 0-16,0 0 16,36-18-1,38-5-15,39-3 16,-6 4-16,16-5 15,-11 4-15,-3 0 16,-2 3-16,-11 4 16,-7 2-16,-12 4 15,-7 2-15,-14 2 16,-9 3-16,-15 1 16,-9 1-1,-9 1-15,-14 0 0,13 0 16,-13 0-1,0 0-15,0 0 16,0 0-16,0 0 16,0 0-16,9 7 15,-9-7-15,0 0 16,0 0-16,0 0 16,0 0-16,0 0 15,0 0 1,0 0-16,0 0 15,0 0-15,0 0 16,0 0-16,0 0 16,0 0-16,0 0 15,0 0-15,0 0 16,0 0-16,0 0 16,0 0-1,0 0-15,0 0 16,0 7-16,0-7 15,0 0-15,0 0 16,0 0-16,0 0 16,0 0-16,0 0 15,0 0-15,0 0 16,0 0-16,0 0 16,0 0-16,0 0 15,0 7-15,0-7 16,0 0-1,0 0-15,0 0 16,0 0-16,0 0 16,0 0-16,0 0 15,0 0-15</inkml:trace>
  <inkml:trace contextRef="#ctx0" brushRef="#br2" timeOffset="192565.01">7035 3815 0,'0'0'0,"0"0"0,0 0 0,0 0 0,8 1 16,17 2-16,31 0 15,18-7 1,17-10-16,-4-5 16,4-4-16,-9-1 15,-6 1-15,-9 3 16,-8 2-16,-9 3 15,-9 3-15,-9 2 16,-4 3-16,-2-1 16,-4 3-16,-2 0 15,-4 2 1,-16 3-16,16-3 16,-16 3-16,0 0 15,0 0-15,10 1 16,-10-1-16,0 0 15,0 0-15,0 0 16</inkml:trace>
  <inkml:trace contextRef="#ctx0" brushRef="#br2" timeOffset="194404.58">14310 4867 0,'-1'-2'0,"1"2"16,-4-11-16,-1 2 15,-4 0-15,-8 0 16,-10 6-16,-10 5 16,-8 5-1,0 8-15,-1 1 16,4 1-16,8 0 15,9-2-15,6-1 16,6-1-16,4 1 16,4 3-16,6 4 15,9 2-15,10 2 16,11 1-16,5 0 16,1-5-1,-6-5-15,-6-3 16,-7-2-16,-4-3 15,-5 1-15,-7 4 16,-9 9-16,-21 13 16,-24 7-16,-7 1 15,-8-8-15,9-10 16,10-6-16,11-8 16,13-5-1,9-5-15,15-1 16,-11-16-16</inkml:trace>
  <inkml:trace contextRef="#ctx0" brushRef="#br2" timeOffset="194663.72">14530 4873 0,'0'0'0,"0"0"16,2 1-16,-2-1 15,27 22-15,5 5 16,11 8-16,3 3 16,-1-1-16,4 2 15,-3-6-15,0-8 16,-6-5-16,-7-6 16,-6-9 15</inkml:trace>
  <inkml:trace contextRef="#ctx0" brushRef="#br2" timeOffset="194832.68">14892 4930 0,'0'0'0,"0"0"16,0 0-16,-3 1 16,3-1-16,-26 23 15,-9 14 1,-4 15-16,-2 7 15,4-2-15,2 0 16,5-3-16,14-16 16</inkml:trace>
  <inkml:trace contextRef="#ctx0" brushRef="#br2" timeOffset="195189.67">15354 4859 0,'0'0'0,"0"0"0,0 0 16,-9 3-16,-16 9 16,-23 18-16,-3 12 15,3 3-15,10-2 16,10-5-1,10-3-15,9-1 16,9-4-16,11-4 16,8-2-16,7-1 15,7-5-15,0-7 32,-11-8-32,-22-3 15,0 0 1,0 0-16,-51 0 15,-48 7-15,-24 1 16</inkml:trace>
  <inkml:trace contextRef="#ctx0" brushRef="#br2" timeOffset="196082.83">11927 5149 0,'0'0'0,"0"0"0,0 0 0,0 0 0,5 0 15,14 0-15,16-3 16,6-5-16,-5-1 16,0 2-16,-2 1 15,-6 0-15,-2 3 16,-8 3-16,-4 3 16,-3 9-16,-5 8 15,-9 14-15,-9 10 16,-7 0-1,1-6-15,3-9 16,4-9-16,4-3 16,4-5-16,2-2 15,3 2-15,1-2 16,1-1-16,-4-9 16,2 7-16,-2-7 15,0 0-15,-11 12 16,-7 1-1,-6 3-15,-1 0 16,1-2-16,3-2 16,0-3-16,6-3 15,15-6-15,-17-2 16,13-14-16,6-21 16,22-32-1,13-3 1,11 7-1,-7 18-15,-15 24 16,-5 10-16,-3 5 16,0 3-16,3 1 15,2 5-15,3 6 16,4 9-16,6 8 16,1 7-16,0 5 15,-5-2-15,-5-4 16,-1-1-1,0-1-15,0-7 16,2-8-16,-8-8 16,-2-7-16</inkml:trace>
  <inkml:trace contextRef="#ctx0" brushRef="#br2" timeOffset="196270.78">12529 5265 0,'-2'2'0,"-2"6"16,-7 10-16,-11 24 15,-2 7-15,6-2 16,10-2-16,10-8 16,1-6-16</inkml:trace>
  <inkml:trace contextRef="#ctx0" brushRef="#br2" timeOffset="196653.94">12808 5128 0,'0'0'0,"0"0"16,0 0-1,6-2-15,7-3 16,10 0-16,5-2 16,0 4-16,-3 3 15,-4 3-15,-5 5 16,-7 3-16,-5 10 16,-10 16-16,-3 5 15,-7 0-15,4-8 16,3-12-1,4-8-15,2-3 16,10-2-16,9 2 16,7 3-16,5-2 15,-7-3-15,-3-2 16,-8-4-16,-10-3 16,9 10-16,-20 18 15,-25 26-15,-8 12 16</inkml:trace>
  <inkml:trace contextRef="#ctx0" brushRef="#br2" timeOffset="200533.04">14397 2706 0,'0'0'0,"0"5"15,0 6-15,-2 18 16,0 17-16,-1 4 16,1 1-16,1-2 15,1-2 1,3 0-16,4-4 16,-2 1-16,1-1 15,-1 1-15,0 1 16</inkml:trace>
  <inkml:trace contextRef="#ctx0" brushRef="#br2" timeOffset="201062.47">14894 2826 0,'0'0'0,"0"0"0,0 0 16,0 0-16,0 0 15,-2 2-15,2-2 16,0 0 0,-5 14-16,0-3 15,2 4-15,0 7 16,6 4-16,3 2 15,5 2-15,1-3 16,1-3-16,4-3 16,2-7-16,1-4 15,4-5-15,4-3 16,1-7 0,-1-7-16,-1-17 31,-6-13-31,-9-4 15,-11-3-15,-7 10 16,-10 0-16,-4 5 16,-5 5-16,-6 8 15,-3 7-15,-4 4 16,-1 5-16,8 5 16,5 2-1,8 3-15,2 1 16,-1 3-16,2 9 15,9 3-15,7-3 16</inkml:trace>
  <inkml:trace contextRef="#ctx0" brushRef="#br2" timeOffset="201806.03">15246 2559 0,'-3'-3'0,"-4"-5"16,-5-4-16,-17-12 16,-10 2-1,-12 1-15,-5 4 16,-7 5-16,-8 4 15,3 1-15,-4 5 16,1 0-16,-12 8 16,5 9-16,4 1 15,5 5-15,9 4 16,4 8-16,5 2 16,8-1-1,7 0-15,6 12 16,4 9-16,8 3 15,7 9-15,8-4 16,9 0-16,13 22 16,5-21-16,12-2 15,6-8-15,70 39 32,4 11-17,23-1-15,-25-39 16,-32-45-16,21-10 15,-11-16-15,1-15 16,-1-4-16,-3-4 16,-5-5-16,2-10 15,-18-2-15,-5-8 16,-12-2-16,-12 4 16,-8-7-1,-12 4-15,-12-1 16,-9 1-16,-12 2 15,-10-2-15,-12-1 16,-9 1-16,-8 3 16,-8 5-16,-5 6 15,-2 5-15,0 6 16,3 4-16,2 8 16,5 4-1,6 4-15,11 2 16,8 3-16,8 1 15,6 2-15,3 1 16</inkml:trace>
  <inkml:trace contextRef="#ctx0" brushRef="#br2" timeOffset="204668.51">11428 6919 0,'0'0'0,"0"0"16,0 0-16,0 0 15,0 2-15,0-2 16,0 10-1,2 9-15,2 16 16,-1 16-16,1 11 16,2 9-16,-3 7 15,0 1-15,-1 3 16,-1-3-16,-1 0 16,0 3-16,-2-3 15,-1-5-15,1-6 16,-2-14-16,0-10 15,2-11-15,-1-8 16,2-5 0,0-3-16,-1-2 15,0-3-15,2-2 16,0-2-16,2 1 16,0-1-16,2 0 15,3 0-15,-7-8 16</inkml:trace>
  <inkml:trace contextRef="#ctx0" brushRef="#br2" timeOffset="205411.21">12085 7334 0,'0'0'0,"-4"-2"0,4 2 15,-25-6-15,-2 0 16,-3 4-16,3 3 15,0 6 1,4-1-16,-2 7 0,-4 9 16,-1 9-1,0 8-15,2 6 16,7 3-16,6 4 16,5 4-16,7-1 15,7-1-15,6-4 16,11 0-16,5 2 15,4-6-15,1-9 16,9-3 0,5-10-16,1-5 15,24-11 1,-9-10 0,6-7-16,-9-12 15,-22-3-15,-5-10 16,-6-9-16,-6 6 15,-3-9-15,-6-8 16,-8 0 0,-6-6-16,-8 5 15,-2-1-15,-4 2 16,-8 4-16,-8 8 16,-4 4-16,0 5 15,8 6-15,-4 2 16,0 0-16,-3 7 15,-4 5-15,2 5 16,2 5-16,3 2 16,6 3-1,3 0-15,7 2 16,6-1-16,12-3 16,-17 12-16,8 10 15,-1 21-15</inkml:trace>
  <inkml:trace contextRef="#ctx0" brushRef="#br2" timeOffset="205910.69">11310 8276 0,'0'0'0,"8"-2"0,4-1 16,19-4-16,14-3 15,6-3-15,3 0 16,3 0-16,5-1 16,2 6-1,1 4-15,0 0 16,-5 2-16,-2-1 16,10-1-16,0-2 15,2-4-15,-8 1 16,-15 0-16,-4 3 15,-2-2-15,-3 1 16,1 1-16,-7 0 16,-10 3-1,-7 1-15,-15 2 16,16-3-16,-16 3 16,0 0-16,0 0 15,0 0-15</inkml:trace>
  <inkml:trace contextRef="#ctx0" brushRef="#br2" timeOffset="206590.33">11303 8469 0,'0'0'0,"0"0"16,-4 0-16,4 0 16,0 0-1,0 0-15,0 0 16,0 0-16,24 3 16,20-4-16,10-4 15,5-3-15,4-4 16,3-1-16,1 1 15,1-1-15,0-1 16,-2 2-16,1-2 16,3-1-1,-1-1-15,-4 1 16,-8 2-16,-3 1 16,-7 1-16,-13 1 15,1 2-15,-12 1 16,-3 2-16,-2 1 15,-18 4-15,14-4 16,-14 4-16,0 0 16,0 0-1,9-8-15,-9 8 16,0 0-16,0 0 16,0 0-16,0 0 15,4-6-15,-4 6 16,0 0-16,0 0 15,0 0-15,-1-7 16,1 7-16,0 0 16,0 0-1,0 0-15,0 0 16,0 0-16,0 0 16,0 0-16,0 0 15,0 0-15,0 0 16,0 0-16,0 0 15,0 0-15,0 0 16,0 0-16,-6-10 16,4-1-1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6:04.92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7346 6073 0,'0'0'0,"0"0"0,0 0 0,0 0 16,0 0-16,7 0 15,-7 0-15,28 0 16,0 0-16,6 0 15,6 0-15,4 0 16,4 0-16,0 0 16,2 0-16,1 0 15,1 0 1,-2 0-16,4-1 16,0-1-16,-1-1 15,6-2-15,-5 0 16,1 1-16,-5 1 15,2-1-15,-3 2 16,-6-1-16,-1 0 16,-5 1-16,-1-1 15,-4 0 1,-4 2-16,-4-1 16,-5 1-16,-4 0 15,-3 1-15,-2-2 16,-10 2-16,15-3 15,-15 3-15,0 0 16,11-2-16,-11 2 16,0 0-16,0 0 15,0 0 1,0 0-16,0 0 16,0 0-16,12-3 15,-12 3-15,0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</inkml:trace>
  <inkml:trace contextRef="#ctx0" brushRef="#br0" timeOffset="9090.68">1665 2206 0,'0'0'0,"0"0"0,-4-4 16,4 4-16,-15-6 16,1 2-16,-4 2 15,-1 2-15,1 1 16,-1 0 0,-3 0-16,-1 1 15,-3 1-15,1 1 16,-3 2-16,3-1 15,2 0-15,2 1 16,-2 3-16,0 4 16,-1 6-16,2 2 15,2 2-15,4 0 16,1 3 0,-1 3-16,4 3 15,3 2-15,4 4 16,5 2-16,3-3 15,7-2-15,1-6 16,2-2-16,2-4 16,3-2-16,5 0 15,4-1-15,4-5 16,0-3-16,2-5 16,1-2-1,-1-3-15,-5-3 16,-1-2-16,1-7 15,0-4-15,-6-2 16,-1-1-16,-6-3 16,-2-2-16,-1-7 15,-3-9-15,-3-3 16,-6 3 0,-4 3-16,-7-1 15,-4-3-15,-6-4 16,-7 0-16,2 9 15,-4 4-15,-3 6 16,-4 3-16,-1 3 16,-3 4-16,3 6 15,0 3-15,-3 5 16,-6 4-16</inkml:trace>
  <inkml:trace contextRef="#ctx0" brushRef="#br0" timeOffset="13687.23">2354 2927 0,'0'0'0,"-5"0"0,5 0 15,-20-4-15,3 1 16,-4 0-16,-4 0 16,-3 2-1,0 3-15,0 1 16,2 2-16,4 0 16,2 1-16,-3 1 15,-1 7-15,-3 4 16,-1 7-16,3 2 15,2-1 1,4 4-16,5-5 0,3 11 16,4 13-1,7 3-15,4-5 16,8-10-16,8-1 16,5 7-16,8 2 15,2-9-15,7-4 16,5-10-16,2-2 15,-4-6-15,1-4 16,2-6-16,-2-5 16,-7-3-1,-13-1-15,1-8 16,-4-17-16,-1-5 16,-4-12-16,-11-1 15,-3 2-15,-11-14 16,-4 7-16,-8-2 15,-10 4-15,-10 12 16,-9 2 0,-13 8-16,-16 15 15,-19 16-15,-32 34 16,-20 43-16</inkml:trace>
  <inkml:trace contextRef="#ctx0" brushRef="#br0" timeOffset="15683.78">3002 3664 0,'0'0'0,"-4"-2"16,4 2-16,-26-13 15,5-2-15,4 1 16,0 0 0,-2 0-16,-1-1 15,-5-4-15,-7 4 16,-3 6-16,-3 4 15,2 2-15,0 6 16,-7 4-16,2 5 16,0 3-16,4 6 15,4 8 1,2 8-16,4 5 16,5 3-16,6 8 15,7 9-15,4 8 16,7 2-16,10 4 15,8-7-15,5-2 16,12-6-16,7-5 16,6-7-16,2-9 15,11-8-15,-5-9 16,6-7 0,-2-10-16,-4-3 15,0-7-15,-8-4 16,0-5-16,-10-9 15,1-6-15,-2-5 16,-8-2-16,-7-2 16,-6-14-16,-4-5 15,-8-9 1,-10-3-16,-5 2 16,-12-2-16,-12 4 15,-4 5-15,-17 1 16,-10 2-16,-5 6 15,-17 15-15,1 9 16,-16 16-16,-13 20 16,-11 19-16,-15 34 15,-4 29 1,-3 26-16</inkml:trace>
  <inkml:trace contextRef="#ctx0" brushRef="#br0" timeOffset="17394.79">12148 6185 0,'0'0'0,"0"0"0,6-1 16,18-5-16,24-1 15,25 1-15,1 2 16,7-2-16,19 1 16,-7 0-1,18-1-15,-9 2 16,5 0-16,-10 1 15,-3 1-15,-14 1 16,-4 3-16,-12 0 16,-10 3-16,-9 3 15,-7 2-15,-1 5 16,-2 5 0,-5 6-16,-8 11 15,-3 5-15,-6 4 16,-2-2-16,-4 1 15,-4 5-15,-1 7 16,-4 4-16,2-9 16,0-8-16,0 11 15,0-8-15,0-4 16,2-7-16,1-2 16,1 2-1,3 11-15,-1-10 16,-2-8-16,-5-4 15,-7-4-15,-13 1 16,-12-2-16,-11-5 16,-21-4-16,-2-2 15,-28-4-15,-7-9 16,-12-1-16,-7-1 16,15 0-16,-2 1 15,19 3 1,-12 2-16,25 3 15,3 0-15,16 0 16,12-1-16,-1 0 16,-4-1-16,2-1 15,4-3-15,5-3 16,13-1-16,1-5 16,2-9-1,1-8-15,0-33 31,6-26-31,7-5 16,5 0-16,7 25 16,3-1-16,1 0 15,4 0-15,0 6 16,-2 6-16,0 5 16,-2 10-16,-2 8 15,0 5 1,-1 9-16,-2 5 15,0 2-15,-1 3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6:32.02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13370 3126 0,'0'0'0,"0"0"0,0 0 16,0 0-16,5 0 15,11 0-15,19 0 16,15 0-16,9 0 16,8 2-16,6-1 15,7 3-15,2-2 16,-5 1-1,-1-1-15,-4-1 16,-4 1-16,-2 0 16,-3 0-16,-7 0 15,-5-2-15,-9 0 16,-7 0-16,-6 0 16,-3 0-16,-6 0 15,-6 0-15,-14 0 16</inkml:trace>
  <inkml:trace contextRef="#ctx0" brushRef="#br0" timeOffset="1282.04">13166 3411 0,'0'0'0,"0"0"15,0 0-15,0 0 16,0 0-16,3 1 15,8 2 1,15 4-16,13 3 16,11-1-16,7-3 15,6-4-15,2-3 16,2 0-16,-1-2 16,0-1-16,-2-2 15,-4 0-15,-1 0 16,-7 1-16,-6 0 15,0 1 1,-5 0-16,1-1 16,-2 1-16,-6 1 15,-3 1-15,-3-1 16,-6 2-16,0 1 16,-4 2-16,-2 0 15,-4 0-15,-12-2 16,17 5-16,-17-5 15,0 0 1,13 4-16,-13-4 16,0 0-16,0 0 15,0 0-15,0 0 16,0 0-16,9 7 16,-9-7-16,0 0 15,0 0-15,0 0 16,0 0-16,0 0 15,0 0 1,4 7-16,-4-7 0,0 0 16,0 0-1,0 0-15,0 0 16,0 0-16,0 0 16,4 7-16,-4-7 15,0 0-15,0 0 16,0 0-16,0 0 15,0 0 1,0 0-16,2 7 16,-2-7-16,0 0 15,0 0-15,0 0 16,0 0-16,0 0 16,0 0-16,0 0 15,0 0-15,0 0 16,0 0-16,0 0 15,0 0-15,0 0 16,0 7 0,0-7-16,0 0 15,0 0-15,0 0 16,0 0-16,0 0 16,0 0-16,0 0 15,0 0-15,0 0 16,0 0-16,0 0 15,0 0-15,0 0 16,0 0 0,0 0-16,0 0 15,0 0-15,0 0 16,0 0-16,0 0 16,0 0-16,0 0 15,0 0-15,0 0 16,0 0-16,0 0 15,0 0 1,0 0-16</inkml:trace>
  <inkml:trace contextRef="#ctx0" brushRef="#br0" timeOffset="2732.84">10238 1370 0,'0'0'0,"0"0"15,0 0-15,0 0 16,0 0-16,-8 0 16,-14 0-16,-22 0 15,-14 4 1,-10 4-16,-3 7 16,1 1-16,10 0 15,7-2-15,14-2 16,13-4-16,9-1 15,6-4-15,11-3 16,-10 7-16,10-7 16,0 20-1,13 5-15,14 9 16,19 9-16,14 3 16,4-1-16,37 18 31,-11-14-31,-7-5 15,-25-14-15,-23-13 16,-9-2-16,-9-4 16,-7 0-16,-8-4 15,-8 4 1,-10 5-16,-26 3 16,-12 0-16,-15-4 15,-10-6-15,15-4 16,-1-2-16,6-3 15,6-1-15,8-3 16,8-1-16,13 0 16,8-1-16,5 2 15,11 4 1,-10-10-16,14-6 16</inkml:trace>
  <inkml:trace contextRef="#ctx0" brushRef="#br0" timeOffset="3113.96">10688 1356 0,'0'0'0,"0"0"0,0 0 16,0 0-16,3 6 15,3 8 1,0 7-16,0 3 16,-1 5-16,-1 1 15,-1 4-15,-3-1 16,-1 2-16,-2 1 15,-2 2-15,2-2 16,0-1-16,0-3 16,3 0-16,2-1 15,3 1 1,2-5-16,1-5 16,-1-6-16,1-3 15,-8-13-15</inkml:trace>
  <inkml:trace contextRef="#ctx0" brushRef="#br0" timeOffset="3450.33">10368 1559 0,'0'0'0,"0"0"15,0 0-15,0 0 16,0 0-16,0-2 16,0 2-16,0 0 15,30-15 1,20-3-16,15-2 16,-6 3-16,-1 1 15,-2 3-15,-3 3 16,-6 1-16,-11 2 15,-5 2-15,-8 0 16,-3 2-16,1 0 16,-1-1-16</inkml:trace>
  <inkml:trace contextRef="#ctx0" brushRef="#br0" timeOffset="3761.8">11186 1449 0,'0'0'0,"0"0"15,0 0-15,1 3 16,2 4-16,1 7 16,3 6-1,-3 6-15,0 3 16,-1 7-16,-1 4 15,-3 0-15,-3 0 16,-2 2-16,-1 0 16,0-2-16,1-3 15,-1-5 1,3-4-16,0 0 16,0-9-1,3-5 1</inkml:trace>
  <inkml:trace contextRef="#ctx0" brushRef="#br0" timeOffset="4358.46">11189 1577 0,'0'0'0,"0"0"15,-1-3-15,1 3 16,-2-13-16,1 3 15,3-2-15,4-3 16,6-5-16,6 0 16,8-1-16,6 0 15,10 6-15,4 4 16,-1 3 0,-5 7-16,-9 1 15,-6 1-15,-8 3 16,-3 0-16,-4 0 15,-10-4-15,13 12 16,-9-2-16,-4 4 16,-6 3-16,-6 4 15,-7 2-15,-6-1 16,-1-2 0,2-4-16,4-2 15,4-4-15,6-3 16,10-7-16,-14 9 15,14-9-15,0 0 16,-12 9-16,12-9 16,0 0-16,-5 11 15,10 2-15,4 6 16,12 5 0,5 1-16,11-2 15,9 1-15,2-5 16,-1-2-16,-5-4 15,-3-3-15,-5 1 16,-6-4-16,-8-3 16,-5 1-16,-4-3 15,-11-2-15,13 3 16,-13-3-16</inkml:trace>
  <inkml:trace contextRef="#ctx0" brushRef="#br0" timeOffset="4701.46">12052 1497 0,'0'0'0,"0"0"0,0 0 16,0 0-16,0 0 15,9-3-15,10-2 16,13 0 0,7 0-16,-1 2 15,-1 0-15,0 1 16,-2-1-16,0 0 15,-4 1-15,-5 1 16,-6-1-16,-2 2 16,-4-1-16</inkml:trace>
  <inkml:trace contextRef="#ctx0" brushRef="#br0" timeOffset="4962.13">12277 1540 0,'0'0'0,"0"0"0,0 0 0,0 0 0,0 0 15,-1 3-15,1-3 16,-2 17 0,2 0-16,3 4 0,0 5 15,1 0 1,0 2-16,0 1 15,0-3-15,-1-3 16,1 1-16,-1 4 16,-1 5-16,-1 1 15,-2-2 1</inkml:trace>
  <inkml:trace contextRef="#ctx0" brushRef="#br0" timeOffset="5233.42">12026 1977 0,'0'0'0,"4"1"0,-4-1 16,37 6-16,14-5 15,11-2-15,-3-2 16,-2-1-16,-1-3 16,-5 1-16,-3-2 15,-5-2-15,1-5 16,-12 2-16</inkml:trace>
  <inkml:trace contextRef="#ctx0" brushRef="#br0" timeOffset="5503.21">12855 1563 0,'0'0'0,"0"0"0,0 0 0,0 0 15,2 6-15,2 11 16,2 11-16,2 7 16,0 3-16,-1 0 15,-3 3-15,-4 6 16,-2 2-16,0-6 16,0-12-1,0-3 1</inkml:trace>
  <inkml:trace contextRef="#ctx0" brushRef="#br0" timeOffset="5941.85">12730 1547 0,'0'0'0,"0"0"0,4 0 15,-4 0-15,26-2 16,6 0-16,7 2 16,8 6-1,0 5-15,2 4 16,1 5-16,-2 5 15,-6-1-15,-3 1 16,-8-4-16,-9-4 16,-7-2-16,-8 0 15,-6 3-15,-9 2 16,-8 1-16,-12 7 16,-9 0-16,-7 0 15,-2-1 1,6-5-16,4-3 15,8-6-15,6-2 16,2-1-16,1-2 16,1 0-16</inkml:trace>
  <inkml:trace contextRef="#ctx0" brushRef="#br0" timeOffset="6567.09">13948 1575 0,'0'0'0,"0"0"16,0 0-16,0 0 16,-10 0-16,-8 0 15,-12 2-15,-4 3 16,-6 4-16,0 3 16,1 1-16,0 5 15,4 1 1,5 4-16,4-1 15,7-2-15,5-2 16,6-2-16,3-1 16,10 3-16,5 4 15,11 0-15,11-5 16,2-1-16,3-3 16,-4-3-16,-5-1 15,-8-3-15,-8-3 16,-12-3-1,10 3-15,-10-3 16,-9 13-16,-10 11 16,-12 4-16,-8-2 15,3-3-15,5-3 16,11-7-16,9 1 16,11 6-16,12 5 15,19 0 1,28-7-16,21-9 15,9-2-15,9-8 16,-8-6-16,-2-10 16,-7-3-16,1 1 15,-13 2-15</inkml:trace>
  <inkml:trace contextRef="#ctx0" brushRef="#br0" timeOffset="9506.99">1163 1663 0,'0'0'0,"0"0"16,0 0-16,0 0 15,0 0-15,0 0 16,5-3-16,-5 3 16,23-8-16,-3 3 15,7 0-15,2 1 16,3 1-16,4-1 15,2 1-15,-2 1 16,2 0-16,-1 0 16,4-1-1,0 1-15,0 0 16,-4 1-16,1 0 16,2 1-16,-1 0 15,-2 0-15,-4 0 16,-2 0-16,-4 2 15,1 3-15,-5 0 16,-3-2 0,-5 0-16,0 0 15,-2 0-15,-1 1 16,-1 0-16,-11-4 16,16 7-16,-16-7 15,14 6-15,-14-6 16,0 0-16,13 5 15,-13-5-15,0 0 16,0 0-16,0 0 16,11 4-16,-11-4 15,0 0 1,0 0-16,0 0 16,0 0-16,0 0 15,0 0-15,-13-3 16,-8-4-16,-7-5 15,2 1-15,-2-1 16,3 1-16,4 1 16,1 0-1,5 3-15,-1-2 16,4 2-16,12 7 16,-16-9-16,16 9 15,0 0-15,-9-7 16,9 7-16,0 0 15,0 0-15,0 0 16,0-7 0,11 8-16,10 0 15,6 3-15,4 4 16,0 1-16,-1 2 16,-1 1-16,-6 2 15,-2 0-15,-4 1 16,-2-2-16,-4-1 15,-3 0-15,-1-1 16,-4 0 0,-4 2-16,-4 3 15,-9 6-15,-4 1 16,-7-2-16,0-4 16,-1-5-16,3 0 15,2-5-15,-1-3 16,5-1-16</inkml:trace>
  <inkml:trace contextRef="#ctx0" brushRef="#br0" timeOffset="9957.21">1353 1383 0,'0'0'0,"0"0"15,0 0-15,0 0 16,-2 2-16,-5 6 15,-13 14-15,-12 12 16,4-3-16,3-6 16,4-4-16,5-5 15,3-5 1,3-2-16,10-9 16,-11 10-16,11-10 15,0 0-15,-10 9 16,10-9-16,-2 9 15,5 3-15,6 6 16,7 5-16,6 3 16,9 1-16,11 4 15,9-2 1,13 8-16</inkml:trace>
  <inkml:trace contextRef="#ctx0" brushRef="#br0" timeOffset="15343.34">14258 1720 0,'0'0'0,"0"-2"0,0 2 16,-3-8-16,3 8 16,-3-11-16,3 11 15,0-6-15,0 6 16,11-9-16,14-3 16,17 4-16,5 2 15,3 4-15,2 1 16,0-1-16,0 2 15,-1 2 1,-9-1-16,-3 1 16,-2 0-16,-6 2 15,1 1-15,-10 0 16</inkml:trace>
  <inkml:trace contextRef="#ctx0" brushRef="#br0" timeOffset="15615.91">14480 1976 0,'0'0'0,"0"0"0,0 0 15,0 0 1,1 1-16,-1-1 0,16 9 15,9-1-15,16-4 16,14-3 0,6-2-16,2-3 15,-5-2-15,-3 1 16,-11-2-16,-8-2 16,-3 0-16,-3-1 15,4-3-15</inkml:trace>
  <inkml:trace contextRef="#ctx0" brushRef="#br0" timeOffset="16648.04">15420 1592 0,'0'0'0,"0"0"0,0 0 16,0 0-16,0 4 15,1 7-15,1 14 16,-1 10-16,3 7 16,-1 5-16,1 7 15,1 0-15,-4 1 16,-1-7-16,-2-5 15,-3 0-15,2-5 16,-1-5-16,1-2 16,0-5-1,1-4-15,1-2 16,-1-5-16,0-3 16,1 0-16,1-1 15,0-1-15,-2-3 16,2-7-16,-1 12 15,1-12 1,0 0-16,-2 8 16,2-8-16,0 0 15,0 0-15,-1 8 16,1-8-16,0 0 16,0 0-16,0 0 15,0 0-15,0 6 16,0-6-16,0 0 15,0 0-15,0 0 16,0 0-16,0 0 16,0 0-1,0 7-15,0-7 16,0 0-16,0 0 16,0 0-16,0 0 15,0 0-15,0 0 16,0 0-16,0 0 15,0 0-15,0 0 16,0 7-16,0-7 16,0 0-1,0 0-15,0 0 16,0 0-16,0 0 16,0 0-16,0 0 15,0 0-15,0 0 16,0 0-16,0 0 15,0 0 1,0 0-16,0 0 16,0 0-16,0 0 15,0 0-15,0 0 16,0 0-16,0 0 16,0 0-16,0 0 15,0 7-15,0-7 16,0 0-16,0 0 15,0 0-15,0 0 16,0 0 0,0 0-16,0 0 15,0 0-15,0 0 16,0 0-16,0 0 16,0 0-16,0 0 15,0 0-15,0 0 16,0 0-16,0 0 15,1-10-15</inkml:trace>
  <inkml:trace contextRef="#ctx0" brushRef="#br0" timeOffset="17473.73">13637 2370 0,'0'0'0,"0"0"0,0 0 16,0 0-16,0 0 15,5 3 1,20 4-16,39-3 16,21-3-16,18-2 15,14-2-15,8 0 16,15-1-16,3 2 15,10 0-15,-2 5 16,-3-1-16,-6 2 16,-7-2-1,-11 1-15,-11 0 16,-9 0-16,-15 0 16,-12-2-16,-13 2 15,-14-1-15,-13 1 16,-12-1-16,-9-1 15,-16-1-15,15 3 16,-15-3-16,0 0 16,0 0-16,0 0 15,-55 3 1,-36-9-16,-7-2 16,-5-4-16</inkml:trace>
  <inkml:trace contextRef="#ctx0" brushRef="#br0" timeOffset="18438.54">13884 2404 0,'0'0'0,"0"0"15,0 0-15,-2 0 16,2 0-16,0 0 15,0 0-15,0 0 16,0 0-16,32 7 16,51 3-1,24-5-15,12-1 16,18-1-16,1-1 16,7 1-16,-9-1 15,-8 0-15,-1-1 16,-14 0-16,-7 0 15,-12-1-15,-6 4 16,-12 1-16,-13 0 16,-12 1-1,-10-3-15,-8 3 16,-7-2-16,-6 0 16,-7-2-16,-13-2 15,13 4-15,-13-4 16,0 0-16,0 0 15,11 5-15,-11-5 16,0 0-16,0 0 16,0 0-1,0 0-15,0 0 16,0 0-16,2 7 16,-2-7-16,0 0 15,0 0-15,0 0 16,0 0-16,0 0 15,0 0-15,0 0 16,0 0-16,0 0 16,0 0-16,0 0 15,0 0 1,0 0-16,0 0 16,0 0-16,0 0 15,0 0-15,0 0 16,0 0-16,0 0 15,0 0-15,0 0 16,0 0-16,0 0 16,0 7-1,0-7-15,0 0 16,0 0-16,0 0 16,0 0-16,0 0 15,0 0-15,0 0 16,0 0-16,0 0 15,0 0-15,0 0 16,0 0-16,0 0 16,0 0-16,0 0 15,0 0 1,0 0-16,0 0 16,0 0-16,0 0 15,0 0-15,0 0 16,0 0-16,0 0 15,0 0-15,0 0 16,0 0-16,0 0 16,0 0-16,0 0 15</inkml:trace>
  <inkml:trace contextRef="#ctx0" brushRef="#br0" timeOffset="24093.64">11866 8136 0,'0'0'0,"0"0"0,0 0 16,0 0-16,2 0 15,-2 0-15,0 0 16,18 0-16,-18 0 16,22 0-16,-8 0 15,3-2-15,-1 1 16,2-2-16,1 0 15,-1-2 1,2-1-16,1 1 16,-2 0-16,-1 1 15,-2-1-15,-1 2 16,1-2-16,-2 2 16,2 0-16,-3-1 15,4 0-15,1-1 16,2 2-16,0 1 15,-1 0 1,-2 1-16,2-1 16,-4 0-16,0 0 15,-3 1-15,-1 0 16,1 1-16,-1-1 16,-1 0-16,3 0 15,0 0-15,2 0 16,0 0-16,0 1 15,0-2-15,-2 0 16,0 0 0,-3 1-16,-10 1 15,15-2-15,-15 2 16,11-1-16,-11 1 16,0 0-16,14-3 15,-14 3-15,0 0 16,11-2-16,-11 2 15,0 0-15,13-3 16,-13 3 0,11-1-16,-11 1 15,0 0-15,14 0 16,-14 0-16,0 0 16,10 0-16,-10 0 15,0 0-15,0 0 16,13 0-16,-13 0 15,0 0-15,0 0 16,14 0 0,-14 0-16,0 0 15,10 0-15,-10 0 16,0 0-16,0 0 16,0 0-16,0 0 15,0 0-15,0 0 16,0 0-16,11 0 15,-11 0-15,0 0 16,0 0-16,6 9 16</inkml:trace>
  <inkml:trace contextRef="#ctx0" brushRef="#br0" timeOffset="131955.01">2088 2149 0,'0'0'0,"0"0"0,0 0 16,0 0-16,0 0 15,0 0-15,0 0 16,0 0-16,-5 0 16,5 0-16,-23 1 15,6 4 1,-3 4-16,1 3 16,0 4-16,2 1 15,-2 5-15,1 1 16,3 2-16,1-1 15,1-1-15,2 1 16,1-1 0,1-1-16,2-2 15,-1-1-15,1 2 16,-5 3-16,0-2 16,3-3-16,0-4 15,3-3-15,2 3 16,6 6-16,5 5 15,3-1-15,7 2 32,6 7-17,5-3-15,-3-4 0,-5-12 16,-4-4 0,3-5-16,2 0 15,1-3-15,-1-3 16,-2-2-16,-1-1 15,-2-3-15,2-1 16,-4-1-16,0-1 16,-1-5-1,-2-4-15,-3-5 16,-3-5-16,-3 0 16,-1-5-16,-1 2 15,0 1-15,0 3 16,0 0-16,0 1 15,0 0-15,1 1 16,1 5-16,-1 0 16,3 1-1,-2 2-15,1 0 16,-1-3-16,1 2 16,-3-1-16,0-1 15,-2 5-15,0 1 16,1 5-16,-1 2 15,2 7-15,-3-11 16,3 11-16,0 0 16,0 0-16,0 0 15,0 0-15,-15-5 16,1 5 0,-5 0-16,1-2 15,2 0-15,5 1 16,11 1-16,-14 0 15,14 0-15,-12 0 16,12 0-16,0 0 16,-12 3-1,12-3-15,0 0 16,0 0-16</inkml:trace>
  <inkml:trace contextRef="#ctx0" brushRef="#br0" timeOffset="135451.99">1094 2283 0,'0'0'0,"0"0"16,0 0-16,0 0 15,0 0-15,0 0 16,0 0-16,0 0 16,0 0-1,1 5-15,-1 4 16,0 6-16,0 7 15,1 6-15,4 5 16,0 4-16,0 6 16,1 6-16,1 2 15,-1-3-15,0-2 16,-1-4 0,1 0-16,-1 0 15,-2-1-15,-2-1 16,-1 5-16,1 5 15,0-1-15,0 0 16,-1-3-16,1 0 16,0 3-16,1-7 15,1-7-15,-1-4 16,1-1-16,-1 3 16,1-5-1,-2 2-15,1-4 16,-1 4-16,-1 0 15,-2-4-15,-2 0 16,0-5-16,0-1 16,1-1-16,-1-1 15,1-2-15,-1-2 16,-2 3-16,-2 3 16,0-2-1,-1-3-15,4-5 16,0 0-16,0-1 15,1-1-15,-1-1 16,1 1-16,4-8 16,-6 13-16,4-3 15,4 10-15,0 7 16,1 1 0,-1-4-16,0-3 15,-2-2-15,1-3 16,0 0-16,1-3 15,-1 6-15,2 5 16,4 1-16,3 1 16,-4-9-16,0-4 15,2 4-15,3 1 16,2 1-16,-2-1 16,-4-6-1,-1-4-15,-1 0 16,1-1-16,-6-7 15,9 12-15,-9-12 16,11 8-16,-11-8 16,15 9-16,-15-9 15,20 8-15,-6-6 16,4 2-16,5-2 16,2-1-16,2-1 15,0-2 1,-2-2-16,-5 1 15,1-1-15,7 0 32,9 0-32,3 5 15,-1 3-15,-8-1 16,-1 1-16,-2-2 16,-3 1-1,3-1-15,-2 1 16,2 1-16,-1 0 15,-1-1-15,2 0 16,1 1-16,-1-2 16,0-1-16,-2-1 15,2-3-15,-1-2 16,-1-3-16,-1 0 16,0-2-16,-3 1 15,-2 2 1,1-1-16,4-1 15,1 1-15,4 3 16,1 2-16,-6 2 16,1 0-16,-2 1 15,2-1-15,0 0 16,2 0-16,-2 0 16,-4 1-16,0-1 15,-2 0 1,0 0-16,0 0 15,0-2-15,1 0 16,0-1-16,1 1 16,-5 1-16,0-1 15,1 0-15,-3 0 16,3 2-16,-1 0 16,-2-1-16,1 2 15,-1-1 1,1 0-16,0 0 15,1 1-15,-4-2 16,-1 2-16,-12 0 16,16-2-16,-16 2 15,15-2-15,-15 2 16,10-2-16,-10 2 16,0 0-16,14-5 15,-14 5 1,9-10-16,-4 1 15,-1-2-15,-1-3 16,0-6-16,-1-6 16,-2-6-16,-2-5 15,0-1-15,-1-2 16,-2-6-16,0-7 16,-2-6-1,-1-9-15,1 4 0,0 2 16,1 4-1,1 2-15,-1 0 16,2 1-16,1-1 16,1 3-16,0-3 15,0 3-15,2 2 16,-1 7-16,0-5 16,0-2-1,2 2-15,1 3 16,2 9-16,2-1 15,1 0-15,-2 2 16,1 5-16,-1 4 16,0 1-16,-2 3 15,3 1-15,-3 2 16,2 1-16,0 0 16,-1 2-16,0 0 15,-1 2-15,0 2 16,1 2-1,-3 2-15,1 2 16,-2 7-16,2-11 16,-2 11-16,5-11 15,-5 11-15,3-10 16,-3 10-16,2-6 16,-2 6-16,0 0 15,2-9 1,-2 9-16,0 0 15,-9-9-15,-4 4 16,-13-3-16,-19-5 16,-25-6-16,-9-3 15,-1-6-15,1-3 16,9 3-16,11 5 16,10 5-16,8 6 15,6 8-15,8 2 16,3 3-1,4 1-15,1 1 16,-1-1-16,0 1 16,-4 1-16,-4 0 15,-5 2-15,-4 0 16,-5 0-16,1-1 16,-3-1-16,1-4 15,4 0-15,4 0 16,4-1-1,-1-2-15,-3 2 16,1-1-16,1 0 16,1 1-16,2-1 15,-2 0-15,-4 1 16,0-1-16,2 0 16,-1 1-16,-3-4 15,-8-3-15,-10-8 16,0-4-1,3 3-15,7 1 16,9 3-16,4 1 16,8 4-16,8 2 15,5 1-15,12 5 16,-15-4-16,15 4 16,0 0-16,0 0 15,-12-3-15,12 3 16,0 0-1,0 0-15,0 0 16,0 0-16,0 0 16,0 0-16,0 0 15,0 0-15,0 0 16,0 0-16,0 0 16,0 0-16,0 0 15,0 0-15,0 0 16,0 0-1,0 0-15,0 0 16,0 0-16</inkml:trace>
  <inkml:trace contextRef="#ctx0" brushRef="#br0" timeOffset="139347.07">1785 2197 0,'0'0'0,"0"0"0,0 0 16,0 0-16,0-1 15,0 1-15,0 0 16,0 0-16,0 0 15,0 0 1,0 0-16,0 0 16,0 0-16,0 22 15,0 5-15,-1 9 16,1 6-16,0 2 16,0 4-16,1 5 15,5 5-15,1 4 16,2-3-16,0-3 15,0 2 1,0-3-16,-2-1 16,-3 3-16,-3-2 15,-2-5-15,-2 1 16,-2-3-16,0-3 16,0 1-16,-2-4 15,-2 0-15,0-5 16,-1 4-16,1 0 15,0-1-15,0-4 16,0-2 0,3-5-16,-2 2 15,1 1-15,0-1 16,-1-1-16,2-3 16,1-5-16,1-3 15,1-3-15,0 0 16,2 1-1,1 0-15,2 2 16,2 1-16,1 2 16,1 1-16,0-1 15,-1-6-15,-1 0 16,0-2-16,0 0 16,0-1-16,0-1 15,2 1-15,1 1 16,1 1-16,-1-1 15,0 0 1,1 1-16,0 1 16,-1-1-16,0-3 15,-2-1-15,1-1 16,-1-1-16,-1-1 16,-1-1-16,-3-7 15,7 12-15,-7-12 16,7 10-16,-7-10 15,8 11 1,-8-11-16,16 11 16,-5-4-16,4 0 15,3-3-15,1 1 16,4-1-16,0-2 16,1 0-16,-4-1 15,1 0-15,4 0 16,7 0-16,6-1 15,3 1 1,2 0-16,-2 0 16,-3-1-16,-3 1 15,-4 0-15,-4 0 16,2 0-16,-3-1 16,0-1-16,-3-1 15,-3 1-15,-1-1 16,1 0-16,2-1 15,2 0-15,4 1 16,2-2-16,-2 2 16,2-2-1,1 2-15,1-2 16,2 1-16,1-1 16,0 0-16,-2 1 15,-1 0-15,3-1 16,-2 1-16,1-1 15,1 0 1,-2 1-16,-2 0 16,3-1-16,2 1 15,-5 0-15,-2 1 16,-3 2-16,-3 0 16,-4 0-16,-2 0 15,-5 0-15,0 0 16,-1 0-16,0-1 15,0-1-15,-11 2 16,14-3 0,-14 3-16,11-3 15,-11 3-15,0 0 16,11-6-16,-11 6 16,0 0-16,0 0 15,0 0-15,0 0 16,0 0-16,0 0 15,11-3-15,-11 3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0-16,12 1 15,-12-1-15,0 0 16,14 1 0,-14-1-16,13 2 15,-13-2-15,18 2 16,-8-1-16,3-1 16,1 2-16,2 0 15,0 0-15,1 0 16,0 0-16,2-1 15,-2 1-15,-2 0 16,-4-1-16,-11-1 16,18-1-16,-18 1 15,16-5 1,-16 5-16,15-16 16,-8 0-16,1-4 15,-2 1-15,-4-2 16,0-1-16,-2-4 15,-2-4-15,-3-2 16,-1-4-16,-1-5 16,-2-3-1,1-6-15,-1 0 16,1 1-16,0-1 16,6-1-16,6-2 15,5-1-15,2 2 16,1-1-16,1-2 15,0 2-15,0 0 16,-1 0-16,4 0 16,-2 2-1,0 2-15,0 2 16,-1 1-16,-5 1 16,-3-2-16,-7 1 15,-4 1-15,-4 0 16,-1 2-16,-3 1 15,1 3-15,0 4 16,3 4-16,0 3 16,1 1-1,2 1-15,-2 4 16,4 2-16,-2 2 16,4 2-16,-3 2 15,4 0-15,1 1 16,1 0-16,1 3 15,-1 1-15,1 2 16,-1 7-16,1-8 16,-1 8-1,0 0-15,0 0 16,0 0-16,0 0 16,0 0-16,0 0 15,0 0-15,0 0 16,0 0-16,0 0 15,0 0-15,0 0 16,0 0-16,0 0 16,0 0-16,0 0 15,0 0 1,0 0-16,0 0 16,-11-5-16,11 5 15,-18-6-15,2-2 16,0-1-16,3 2 15,3 0-15,10 7 16,-19-15-16,2 3 16,-16-11-16,-16-14 15,-17-7 1,-7 2-16,-10 6 16,0 5-16,0 7 15,5 7-15,8 10 16,6 4-16,8 6 15,2 4-15,8 3 16,1 1-16,3 0 16,1 3-1,0 0-15,5-1 16,2 1-16,4-2 16,3-1-16,2-1 15,1-1-15,1 0 16,-2-1-16,-1-2 15,5 0-15,-1-3 16,2 0-16,0 0 16,-2 1-16,-5 0 15,-3-1 1,-2-1-16,5-1 16,4-1-16,3-1 15,1 0-15,3 1 16,-2-1-16,1 0 15,-1 0-15,0 0 16,2 1-16,1-2 16,2 1-1,-2 1-15,-10-2 16,-14-2-16,-7-3 16,10-1-16,15 3 15,8 2-15,13 3 16,-10-2-16,10 2 15,0 0-15,0 0 16,0 0-16,0 0 16,0 0-16,-8-8 15,8 8-15,0 0 16,0 0 0,-1-10-16</inkml:trace>
  <inkml:trace contextRef="#ctx0" brushRef="#br0" timeOffset="140879.34">1996 2209 0,'0'0'0,"0"0"0,0 0 16,0 0-16,0 0 15,0 0-15,0-1 16,0 1-16,0 0 16,0 0-1,0 0-15,0 0 16,0 0-16</inkml:trace>
  <inkml:trace contextRef="#ctx0" brushRef="#br0" timeOffset="141087.71">1837 2157 0,'0'0'0,"0"0"16,0 0-16,0 0 16,0 0-16,4 0 15,-4 0-15,0 0 16,0 0-16</inkml:trace>
  <inkml:trace contextRef="#ctx0" brushRef="#br0" timeOffset="141254.04">1805 2155 0,'0'0'0,"0"0"0,0 0 16,0 0-1,0 0-15,0 0 16,0 0-16</inkml:trace>
  <inkml:trace contextRef="#ctx0" brushRef="#br0" timeOffset="141427.75">1761 2175 0,'0'0'0,"0"0"16,0 0-16,0 0 15,0 0-15,0 0 16,0 0-16,0 0 16,-3 0-16</inkml:trace>
  <inkml:trace contextRef="#ctx0" brushRef="#br0" timeOffset="147860.7">1320 1643 0,'0'0'0,"0"0"0,0 0 0,2-3 0,-2 3 15,17-14-15,-1 3 16,6-1-16,1 1 15,4 1-15,3 1 16,3 1-16,4 1 16,3 1-16,4 1 15,-1 3 1,-6 1-16,-8 2 16,-6 1-16,-3 0 15,-2 2-15,-1 1 16,0 2-16,-1 0 15,-1 1-15,-4-3 16,-11-5-16,15 8 16,-15-8-16,0 0 15,5 10-15,-5-10 16,2 9-16</inkml:trace>
  <inkml:trace contextRef="#ctx0" brushRef="#br0" timeOffset="151816.14">2696 1800 0,'0'0'0,"0"0"0,0 0 0,-3 2 16,3-2-1,-12 16-15,2-2 16,-4 3-16,-1 4 16,-4 2-16,2 3 15,1-2-15,0 2 16,0 3-16,0 0 16,1 3-16,1-2 15,2 1-15,1-1 16,2 1-1,0 0-15,2-1 16,0 0-16,1-3 16,2 1-16,0 3 15,-2 1-15,1 1 16,1 2-16,3-1 16,1 3-16,-2 0 15,2 1-15,2 1 16,-1-2-1,3 1-15,0-1 16,0 1-16,4 6 16,1 1-16,0 2 15,2 0-15,0-2 16,1 2-16,-1-2 16,1-1-16,-1 1 15,-1-4-15,0-1 16,0-2-1,-1-3-15,0 3 16,0 0-16,1 0 16,-1-4-16,-3-3 15,0-1-15,1 1 16,-2-4-16,0-1 16,-2-2-16,-1-1 15,-1 1 1,-2 0-16,0 0 15,1-3-15,-1-1 16,0 0-16,1-1 16,0 0-16,-2 0 15,2 1-15,-1 0 16,-1 1-16,1-1 16,0-2-16,1 1 15,1-2-15,2 1 16,-2-1-1,1-2-15,0-2 16,1 1-16,1-1 16,-2-1-16,2-1 15,-1 0-15,0 0 16,0 0-16,1 0 16,-1-2-16,-3-1 15,0-8-15,4 11 16,-4-11-1,5 9-15,-5-9 16,6 9-16,-6-9 16,11 8-16,-11-8 15,15 9-15,-15-9 16,16 7-16,-16-7 16,17 7-16,-17-7 15,17 5-15,-6-2 16,0 0-16,3 0 15,2 2 1,0 0-16,1 1 16,-2 1-16,0 1 15,-1-2-15,1 2 16,1 1-16,2 0 16,2 1-16,0 0 15,2 1-15,3 0 16,-1 0-1,0 0-15,1-3 16,-1 0-16,4-2 16,5-4-16,2-1 15,2-2-15,-2-1 16,0-1-16,3-3 16,0-1-16,0-1 15,-7 0-15,1-2 16,1 0-1,-1-3-15,-4 2 16,-3-2-16,-1 2 16,-2-4-16,1 0 15,-1 0-15,-2 2 16,-3 1-16,1 1 16,-1 0-16,-2 0 15,1-1-15,0 1 16,-1 0-16,0 1 15,2 0-15,-3 2 16,3 2 0,1 2-16,3 0 15,4 2-15,1 2 16,0 0-16,-2 2 16,-4 1-16,-1 0 15,0 1-15,-1 0 16,1 1-16,-1 2 15,0-1-15,1-1 16,-1 2 0,0-1-16,0 0 15,-1-2-15,1 0 16,0-1-16,-2 0 16,0 1-16,-1-1 15,-1 0-15,-2-1 16,0-1-1,-1-1-15,-11 0 16,18 0-16,-18 0 16,16-3-16,-16 3 15,14-4-15,-14 4 16,11-6-16,-11 6 16,11-6-16,-11 6 15,10-8-15,-10 8 16,0 0-16,8-6 15,-8 6 1,0 0-16,0 0 16,0 0-16,0 0 15,0 0-15</inkml:trace>
  <inkml:trace contextRef="#ctx0" brushRef="#br0" timeOffset="153938.2">1873 2168 0,'0'0'0,"0"0"0,0 0 15,0 0-15,0 0 16,0 0-16,0 0 16,0 0-16,3-1 15,-3 1-15,0 0 16,0 0-16,0 0 15,0 0 1,0 0-16,0 0 16,11-3-16,-11 3 15,0 0-15,11 5 16,-11-5-16,9 7 16,-9-7-16,7 10 15,-7-10-15,0 0 16,6 7-16,-6-7 15,0 0-15,0 0 16,0 0-16,0 0 16,0 0-16,0 0 15,0 0 1,0 0-16,0-13 16,-2-5-16,-2-5 15,3-1-15,1-2 16,1 2-16,0 4 15,2 5 1,-1 4-16,-2 2 0,0 9 16,2-10-1,-2 10-15,0 0 16,1-7-16,-1 7 16,0 0-16,0 0 15,-12 12-15,3 5 16,0 6-16,2 2 15,4 2-15,1-1 16,2-2-16,0-6 16,2-5-1,0-4-15,2-1 16,3-1-16,5-1 16,6-2-16,5-3 15,4-4-15,1-4 16,-3 1-16,0 1 15,-2 0-15,-1-1 16,4 0-16,3-1 16,1 0-16,3-1 15,1-3 1,4-3-16,3-7 16,6-4-16,1-4 15,-4 1-15,0-2 16,-2 2-16,-5 4 15,-2 0-15,-5 3 16,-5 3-16,-3 2 16,-4 2-1,-2 1-15,-5 3 16,-2 1-16,-2 3 16,-7 6-16,10-11 15,-10 11-15,0 0 16,7-6-16,-7 6 15,0 0-15,0 0 16,0 0-16,0 0 16,0 0-16,0 0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7:10.609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13218 7602 0,'0'0'0,"0"0"0,0 0 0,0 0 15,0 0-15,0 0 16,0 0 0,0 0-16,0 0 15,0 0-15,5 1 16,8 1-16,11 0 16,9 0-16,5-2 15,1-3 1,-3-2-16,3-1 15,-2 0-15,-5 1 16,-4 0-16,-5 1 16,-1 1-16,0 0 15,-1-1-15,2 1 16,-1-1-16,-3 2 16,-1-1-16,-3 1 15,-4 2-15,-11 0 16,15 0-16,-15 0 15,0 0-15,14 0 16,-14 0 0,0 0-16,0 0 15,0 0-15,11 2 16,-11-2-16</inkml:trace>
  <inkml:trace contextRef="#ctx0" brushRef="#br0" timeOffset="1198.24">14181 7666 0,'0'0'0,"0"0"0,0 0 15,5 0-15,-5 0 16,25 1-16,-5 1 16,6-1-1,1-1-15,1-1 16,-1-1-16,0-1 16,1-3-16,4-1 15,5-2-15,3-2 16,0-2-16,-4 3 15,-6 1-15,-2 2 16,-4 0 0,-2-1-16,-3 3 15,-6 0-15,-13 5 16,15-6-16,-15 6 16,0 0-16,0 0 15,11-5-15,-11 5 16,0 0-16,0 0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7:17.855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12758 2519 0,'0'0'0,"0"0"0,0 0 0,0 0 15,0 0-15,0 0 16,0 0-16,0 0 16,3-2-16,-3 2 15,17-6-15,17 5 16,19 0-1,1 1-15,-4 1 16,-3 0-16,-2 1 16,-3-1-16,-4 0 15,-2 0-15,-1 0 16,-3-1-16,0 1 16,-3 0-16,-2 0 15,-3 0-15,-2-1 16,-4 0-16,-3 0 15,-5 0 1,-10 0-16,13 0 16,-13 0-16,0 0 15,0 0-15,16-1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49:55.794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10598 3649 0,'0'0'0,"0"0"0,0 0 0,0 4 15,-1 8-15,0 10 16,0 10-16,1 3 16,-1 7-16,-2 4 15,1 4-15,-1 1 16,-2 0-16,1 0 16,-1 1-16,1 1 15,-1-3-15,0-4 16,2 3-1,-2 3-15,3 1 16,0 0-16,1 0 16,0 1-16,-1 1 15,0 1-15,0 2 16,1 4-16,-1 0 16,0 1-16,-2 1 15,-1 1-15,-1 4 16,-1-5-1,0 0-15,1-1 16,-1 0-16,2-4 16,-1 1-16,1-1 15,0 0-15,3-4 16,1 2-16,2-1 16,-1 2-16,0-4 15,0 2-15,0-1 16,0 0-1,0 1-15,0-3 16,0 0-16,0 0 16,0 0-16,-1 0 15,0-2-15,0-5 16,0-2-16,-1 1 16,1-1-16,-1 1 15,0-2 1,0-1-16,1-4 15,-1-2-15,0-2 16,0-2-16,2-3 16,-1-2-16,0-5 15,1-2-15,-1-3 16,0-1-16,1-2 16,-1-1-16,0-1 15,0-1-15,1 1 16,-2 0-16,-1 1 15</inkml:trace>
  <inkml:trace contextRef="#ctx0" brushRef="#br0" timeOffset="830.89">9625 5967 0,'0'0'0,"0"0"16,0 0-16,0 0 16,0 0-16,-1 4 15,0 6-15,1 10 16,-1 12-16,2 6 15,4 4 1,3 2-16,1-1 16,0-1-16,0-3 15,1-4-15,0-4 16,2-3-16,2-6 16,1-4-16,-2-6 15,0-2-15,2-7 16,2-2-16,4-5 15,2-7 1,1-6-16,3-8 16,-3-2-16,-2 0 15,-5 0-15,0-2 16,-2-1-16,-2-1 16,-1 2-16,-4 6 15,-2 6-15,-4 5 16,0 4-16,-2 8 15,1-11-15,-1 11 16,0 0 0,0 0-16,0 0 15,0 0-15,0 0 16,0 0-16,-10 25 16,5 9-16,-1 10 15,2 7-15,-1 4 16,2 6-1,1-3-15,0 4 16,-1 1-16,0-4 16,2-1-16,0-4 15,0-2-15,0-5 16,1-3-16,0-7 16,2-4-16</inkml:trace>
  <inkml:trace contextRef="#ctx0" brushRef="#br0" timeOffset="1622.09">10869 7653 0,'0'0'0,"0"0"16,0 0-16,0 2 15,0-2-15,0 0 16,0 0-16,24 9 15,9-7 1,19-3-16,11-3 16,9-4-16,5 0 15,2-2-15,8 0 16,3 1-16,6-1 16,3-1-16,6 0 15,2-1-15,7 1 16,5-1-16,6-1 15,5 1-15,7-1 16,2 0 0,-2 0-16,8 0 15,-6 2-15,9 2 16,1 3-16,3 3 16,0 0-16,2 3 15,-2 0-15,1 0 16,-4 0-16,1 0 15,-5 0 1,-1 0-16,-8 0 16,-7 0-16,-7 0 15,-13 0-15,-8 0 16,-7 0-16,-11 1 16,-12 1-16,-11 1 15,-12 1-15,-9-1 16,-12 1-16,-7-2 15</inkml:trace>
  <inkml:trace contextRef="#ctx0" brushRef="#br0" timeOffset="2530.9">14744 7733 0,'0'0'0,"0"0"15,0 0-15,0 0 16,0 4-16,0 3 16,0 15-1,0 12-15,0 6 16,1 1-16,2 1 16,3 3-16,1 2 15,1-7-15,0-4 16,0-5-16,4-2 15,3-5-15,5-5 16,1-5 0,0-7-16,3-4 15,-2-4-15,2-6 16,1-6-16,1-5 16,0-6-16,-4-2 15,-3 1-15,-1-4 16,-1-2-16,-1 2 15,-4 3-15,-4 5 16,-1 2-16,-1 1 16,-3 0-1,0 3-15,-2 3 16,2 2-16,-3 3 16,0 7-16,2-9 15,-2 9-15,0 0 16,0 0-16,0 0 15,0 0-15,0 0 16,2 19-16,0 6 16,2 10-1,-1 11-15,1 5 16,-2 3-16,-2 1 16,-3 5-16,-2 0 15,1 3-15,1-4 16,-1-1-16,-1 0 15,1-2-15,4 3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50:21.407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5361 2087 0,'0'0'0,"0"0"0,0 0 0,0 0 16,0 0-16,0 0 16,0 1-16,0-1 15,0 0-15,0 0 16,2 12-16,0-3 15,3 5-15,-1 2 16,1 3-16,1-2 16,0-3-16,-1-2 15,-1-2 1,1-3-16,-5-7 16,6 10-16,-6-10 15,0 0-15,6 8 16,-6-8-16,0 0 15,0 0-15,20 1 16,-2-8-16,11-9 16,8-9-16,3-7 15,1-5 1,0-1-16,0 0 16,-4 1-16,2-1 15,-4 3-15,-3 3 16,-5 5-16,-5 5 15,-3 4-15,-4 3 16,-3 4-16,-4 2 16,-8 9-16,10-9 15,-10 9 1,0 0-16,0 0 16,0 0-16,0 0 15,12-8-15</inkml:trace>
  <inkml:trace contextRef="#ctx0" brushRef="#br0" timeOffset="3138.14">11471 1644 0,'0'0'0,"0"0"16,0 0-16,0 0 15,0 0 1,1 1-16,-1-1 15,0 0-15</inkml:trace>
  <inkml:trace contextRef="#ctx0" brushRef="#br0" timeOffset="3704.23">14387 1304 0,'0'0'0,"0"0"16,0 0-16,0 0 15,0 0-15,1 2 16,-1-2-16</inkml:trace>
  <inkml:trace contextRef="#ctx0" brushRef="#br0" timeOffset="15444.04">11388 1132 0,'0'0'0,"0"0"0,0 0 15,0 0-15,0 0 16,0 3-16,0-3 16,0 0-16,1 12 15,2 4-15,4 13 16,2 10-16,3 5 15,-2 1 1,1 0-16,2 4 0,-2-3 16,0 2-1,0-5-15,-3-3 16,-3-2-16,-1-2 16,-1-2-16,-2 3 15,0-4-15,-1-2 16,0-3-16,-1-3 15,1-3-15,0 0 16,0-2-16,0-2 16,2-2-1</inkml:trace>
  <inkml:trace contextRef="#ctx0" brushRef="#br0" timeOffset="16853.43">14333 794 0,'0'0'0,"0"0"0,0 0 0,0 0 16,0 0-16,3 7 16,3 11-16,7 18 15,1 8-15,0 9 16,-3 0 0,-2 4-16,-2 4 15,-4-1-15,-2-6 16,-1-1-16,-1-3 15,-3-4-15,0-1 16,0-5-16,0-3 16,1-2-16,1-4 15,-2-2-15,2-7 16,0-3 0,1-3-16,0-2 15,-1-2-15,2-2 16,0 0-16,0-2 15,0-8-15,2 11 16,-2-11-16,1 7 16,-1-7-16,0 0 15,0 0 1,5 7-16,-5-7 16,0 0-16,0 0 15,0 0-15,0 0 16,0 0-16,0 0 15,0 0-15,0 0 16,0 0-16,0 0 16,0 0-16,0 0 15,0 0 1,0 0-16,0 0 16,0 0-16,0 0 15,0 0-15,0 0 16,0 0-16,0 0 15,0 0-15,0 0 16,0 0-16,1 9 16,-1-9-16,0 0 15,0 11-15,0-11 16,0 13 0,0-6-16,0 0 15,0-7-15,0 11 16,0-11-16,0 11 15,0-11-15,0 9 16,0-9-16,1 7 16,-1-7-16,0 0 15,2 9 1,-2-9-16,0 0 16,0 0-16,0 7 15,0-7-15,0 0 16,0 0-16,0 0 15,0 0-15,0 0 16,5 7-16,-5-7 16,0 0-16,0 0 15,0 0-15,0 0 16,0 0-16,0 0 16,0 0-1,0 0-15,0 0 16,0 0-16,0 0 15,0 0-15,0 0 16,0 0-16,0 0 16,4-12-16,-4 4 15,1-4 1,-2 1-16,-1 0 0</inkml:trace>
  <inkml:trace contextRef="#ctx0" brushRef="#br0" timeOffset="18994.32">11154 1480 0,'0'0'0,"0"-4"16,0 4-16,-3-13 15,1 1-15,-1 0 16,-4-1-16,-3-2 16,-7-2-16,-4-1 15,-5 1 1,-4 3-16,-1 0 15,-4-1-15,-2 2 16,-1 0-16,1 0 16,1 2-16,-3 0 15,-3-2-15,-4 0 16,-6 1-16,-3 2 16,1 2-1,3 2-15,3 0 16,1 0-16,2 0 15,0 2-15,0 2 16,3 0-16,4 0 16,0 1-16,-1 1 15,-3 0-15,-2 0 16,0 0-16,0 1 16,-3 1-1,-3 3-15,-1 2 16,-1 3-16,2 3 15,-2 0-15,-5 4 16,-1 2-16,5 2 16,0 3-16,2 1 15,2 2-15,2 2 16,1 2-16,2 1 16,3 0-16,3 1 15,1 1-15,3 2 16,-1 4-1,2 4-15,0 1 16,2 0-16,3 1 16,-1 3-16,5 4 15,1-1-15,3 5 16,2-3-16,3 3 16,2 4-1,0 3-15,0 3 16,3-2-16,2-1 15,3 0-15,3-3 16,3 2-16,4-3 16,3 2-16,3-5 15,5-3-15,6 1 16,2-1-16,5 0 16,1-4-1,4-2-15,1-5 16,4 0-16,4-1 15,3-3-15,1-3 16,7-2-16,-1-3 16,7 0-16,2-2 15,0-6-15,3-1 16,0-1-16,4 0 16,-3-2-16,0-2 15,1-1 1,-6 0-16,2-1 15,0 0-15,-4 1 16,5 0-16,-4 2 16,5 0-16,-1 1 15,-2-2-15,3 1 16,-2-4-16,2-4 16,1-2-1,-3-2-15,-2-1 16,-4-2-16,-1 0 15,-1-1-15,-2-2 16,-3 0-16,0 0 16,0-3-16,0-1 15,-1-5-15,-2-1 16,1-3-16,3-3 16,-4-2-16,0-2 15,1-3 1,-5-2-16,1-2 15,-4-2-15,-1-1 16,-1-4-16,1-3 16,-4-2-16,-2-1 15,1-4-15,-2-4 16,-1-2-16,1-3 16,-3 0-16,-2-4 15,-3-1-15,-3-2 16,-2 3-1,-3-2-15,-4-3 16,-2 1-16,-2-3 16,-3 0-16,-4 2 15,-1-3-15,-4-2 16,-3 3-16,-2-2 16,-3-3-16,0 4 15,-3 2-15,-2-1 16,-4 5-1,-6-4-15,-4 0 16,-1 1-16,-1 1 16,-3 2-16,0 0 15,-3 6-15,-6 0 16,0 3-16,-4 0 16,-4 5-16,-4 4 15,0 1-15,-3 3 16,0 3-1,-1 2-15,-7 3 16,1 5-16,-3 5 16,0 5-16,-1 4 15,-3 4-15,0 5 16,-3 2-16,-4 2 16,0 5-16,-2 3 15,5 4-15,2 1 16</inkml:trace>
  <inkml:trace contextRef="#ctx0" brushRef="#br0" timeOffset="20611.12">14041 1112 0,'0'0'0,"0"0"16,0 0-16,-1-1 16,1 1-16,0 0 15,0 0-15,-10-9 16,-9-2-16,-45-8 16,-36-1-1,10 7-15,19 5 16,16 2-16,5 1 0,-7-1 15,-14 0 1,0 7-16,-1 5 16,6 1-16,-1 4 15,-3 2-15,-6 4 16,2 2-16,-3 0 16,-1 3-16,0 5 15,1 5-15,6 3 16,5 1-1,10 0-15,1 2 16,9 0-16,0 4 16,5-1-16,3 2 15,2 1-15,2 3 16,-3 4-16,2 2 16,2 2-16,-1 6 15,5 1-15,-1 7 16,1 0-1,1 4-15,-2 4 16,1 2-16,0 5 16,0 5-16,4 0 15,1 2-15,4 2 16,5-3-16,4-1 16,5-4-16,10-4 15,6-4-15,8-1 16,9-11-16,6 0 15,12-4 1,8-1-16,7-6 16,7-8-16,6-2 15,9-4-15,9-4 16,-2-5-16,7-2 16,-3-8-16,2-2 15,3-3 1,1-5-16,4-4 0,2-3 15,3-6 1,-1-2-16,3-6 16,1-1-16,-3-3 15,5-5-15,-2-5 16,-1-4-16,0-4 16,-13 2-16,1-3 15,-8-4-15,-9-2 16,1-4-16,-14 3 15,-3-5 1,-6-1-16,-7-2 16,-4-1-16,-9-2 15,-4-3-15,-6-4 16,0-8-16,-5-1 16,-3 0-16,0-5 15,-5 1-15,-3-2 16,-5-4-16,-4 3 15,-4 0 1,-3-2-16,-5 1 16,-4-3-16,-6 4 15,-4 3-15,-5-4 16,-2 4-16,-8-4 16,-5 3-16,-5 4 15,-4 0-15,-3 3 16,-3 2-16,-1 5 15,-4 0 1,-2 5-16,-3 3 16,-4 3-16,-1 6 15,-13 2-15,-14 4 16,-20 5-16,-12 11 16,-9 9-16,-21 14 15,-2 34-15</inkml:trace>
  <inkml:trace contextRef="#ctx0" brushRef="#br0" timeOffset="36558.32">7043 5263 0,'0'0'0,"0"0"0,0 0 0,0 2 0,0-2 15,0 0-15,0 0 16,0 0 0,-3 8-16,3-8 15,1 11-15,1-2 16,-1 2-16,1 0 16,-1 5-16,1 0 15,-1 6-15,-1 5 16,-1 4-16,-1 5 15,1-1 1,0 3-16,-1 3 16,-2-1-16,1 5 15,0-1-15,1-4 16,2-5-16,0 0 16,2 0-16,0-3 15,2 0-15,2-7 16,-2-3-16,2-5 15,-3-4-15,2-3 16,-2-3-16,-3-7 16</inkml:trace>
  <inkml:trace contextRef="#ctx0" brushRef="#br0" timeOffset="36908.07">6997 5685 0,'0'0'0,"0"0"16,0 0-16,0-2 15,0 2-15,12-20 16,8-3-16,7-4 15,5-1 1,-1 1-16,-2 4 16,0 1-16,-2 0 15,-1 2-15,-4 1 16,-3 4-16,-1 2 16,-5 2-16,-2 2 15,1-1-15,0 1 16,-1 0-16,-2 2 15,-9 7-15</inkml:trace>
  <inkml:trace contextRef="#ctx0" brushRef="#br0" timeOffset="37267.83">7003 5637 0,'0'0'0,"0"0"0,0 0 16,0 0-1,0 0-15,0 0 16,0 2-16,0-2 16,11 5-16,4 2 15,9 4-15,2 1 16,7 3-16,0-1 15,2 4-15,-2 0 16,2 3 0,-2-1-16,1 0 15,-1 0-15,1 0 16,-3-2-16,-2 1 16,2-2-16,1 3 15,-6-5-15</inkml:trace>
  <inkml:trace contextRef="#ctx0" brushRef="#br0" timeOffset="40171.98">7099 6269 0,'0'0'0,"0"0"0,0 0 16,4 0-16,-4 0 16,25 3-16,7 0 15,8 1-15,6 0 16,3 0 0,6 0-16,0-2 15,4-3-15,1-4 16,2 0-16,4-4 15,4-1-15,-2-2 16,0-1-16,3-5 16,1-1-16</inkml:trace>
  <inkml:trace contextRef="#ctx0" brushRef="#br0" timeOffset="40786.75">7874 6006 0,'0'0'0,"0"0"0,0 0 0,0 0 16,0 0-16,2 2 15,-2-2-15,8 8 16,1 1-16,5 5 16,5 6-16,4 1 15,2 1 1,3 1-16,1-2 15,-3-2-15,-2-1 16,-5-4-16,-1-1 16,-3 0-16,-1-1 15,-3 0-15,-3 1 16,-3 1-16,-4 8 16,-10 12-1,-15 13-15,-14 10 16,-9 4-16,-1-5 15,0-3-15,14-15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51:20.184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7989 7355 0,'0'0'0,"0"0"0,0 0 0,0 0 15,0 0-15,0 0 16,0 0-16,0 0 16,0 0-16,0 0 15,0 0-15,0 0 16,0 0-16,0 0 16,0 0-16,0 0 15,0 0 1,0 0-16,0 0 15,0 0-15,0 0 16,7 2-16,-7-2 16,20 7-16,-7-4 15,1 1-15,3 1 16,0-1-16,2 0 16,3-2-16,5 0 15,2-2-15,2 0 16,-5 0-16,0-1 15,-2-1 1,-1 1-16,3-2 16,2 0-16,0 1 15,-2-2-15,-1 3 16,-3-1-16,-1 1 16,-2-1-16,0 0 15,0 0 1,0 1-16,-1-1 15,-1 0-15,-1 1 16,1 0-16,-1 1 16,1 1-16,-4 0 15,0-1-15,0 1 16,0 0-16,0 0 16,-1 0-16,2 0 15,0-1-15,0 2 16,0-2-16,0 1 15,0 0 1,0 0-16,-1 0 16,0 1-16,-1 0 15,0 0-15,-1 0 16,1 0-16,1-1 16,1 1-16,3 0 15,1-1-15,-1 1 16,5 0-16,-4 0 15,2-1 1,-3 1-16,0-1 16,0-1-16,-1 0 15,3 0-15,-2 0 16,3 0-16,0 0 16,0 0-16,1 0 15,-1 0-15,0 0 16,-2-1-1,1 0-15,-2 0 16,1 0-16,2 1 16,-1-2-16,1 2 15,0-1-15,-1 0 16,2 0-16,-3 0 16,0 1-16,1-1 15,3 0-15,0 0 16,1 0-16,-1 0 15,-1 0 1,1 1-16,-1-1 16,-1 0-16,-2 0 15,1 0-15,0-1 16,1 2-16,1-1 16,-1 0-16,0 0 15,-2 0-15,3 1 16,-3-1-1,1 0-15,-5 0 16,1 0-16,-2 1 16,2-2-16,1 2 15,1-1-15,-4 0 16,-2 0-16,-11 1 16,18-2-16,-18 2 15,11-1-15,-11 1 16,0 0-16,13 0 15,-13 0 1,0 0-16,0 0 16,0 0-16,11 0 15,-11 0-15,0 0 16,0 0-16,0 0 16,0 0-16,0 0 15,0 0-15,0 0 16,0 0-16,0 0 15,0 0-15,0 0 16,0 0 0,0 0-16,10 0 15,-10 0-15,0 0 16,0 0-16,0 0 16,0 0-16,0 0 15,0 0-15,0 0 16,0 0-1,0 0-15,0 0 16,0 0-16,0 0 16,0 0-16,0 0 15,0 0-15,11 5 16,-11-5-16,0 0 16,0 0-16,0 0 15,0 0-15,0 0 16,0 0-16,0 0 15,0 0 1,0 0-16,0 0 16,0 0-16,0 0 15,0 0-15,0 0 16,0 0-16,0 0 16,0 0-16,0 0 15,0 0-15,0 0 16,0 0-16,4 7 15,-4-7-15,0 0 16,0 0 0,0 0-16,0 0 15,0 0-15,0 0 16,0 0-16,0 0 16,0 0-16,0 0 15,0 0-15,0 0 16,0 0-16</inkml:trace>
  <inkml:trace contextRef="#ctx0" brushRef="#br0" timeOffset="5114.75">10455 7411 0,'0'0'0,"0"0"0,0 0 0,0 0 15,0 0-15,0 0 16,1 2-16,-1-2 15,0 0-15,0 0 16,0 0 0,0 0-16,0 0 0,0 0 15,0 0 1,0 0-16,0 0 16,13 6-16,-13-6 15,20 3-15,-7-2 16,0 1-16,1 0 15,0 0-15,0-1 16,4 1 0,0 0-16,0 0 15,1 0-15,0 0 16,-1-1-16,0 0 16,0-1-16,-1-1 15,1 0-15,0 1 16,-1-2-16,1 2 15,-1-1 1,0 0-16,1 0 16,-4 0-16,0 0 15,-1 0-15,1 0 16,-1 0-16,-1 0 16,1 0-16,-1 0 15,3 0-15,0 0 16,2 0-16,3 0 15,2 0-15,0 0 16,2 0 0,0 1-16,-1-2 0,1 0 15,4 0 1,0-1-16,4 1 16,-2-1-16,-1 0 15,-3 1-15,0 0 16,-1 1-16,1-1 15,2 0-15,0 0 16,-4 0-16,0 0 16,-3 1-1,-2-1-15,-2 1 16,-1-1-16,0 0 16,1 0-16,-1 1 15,3-1-15,-1 1 16,-1-1-16,0 2 15,-3 0-15,-1 0 16,-3 0-16,-10 0 16,19 0-1,-19 0-15,12 0 16,-12 0-16,0 0 16,0 0-16,10 0 15,-10 0-15,0 0 16,0 0-16,0 0 15,0 0-15,0 0 16,0 0-16,0 0 16,0 0-1,0 0-15,11 0 16,-11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0-16,7 8 15,-7-8-15,0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15,2 7-15,-2-7 16,0 0-16,0 0 16,0 0-16,0 0 15,0 0 1,0 0-16,0 0 16,0 0-16,0 0 15,0 0-15,0 0 16,0 0-16,0 0 15,0 0-15,0 0 16,0 0-16,0 0 16,0 0-16,0 0 15,0 0-15,0 0 16,0 0-16,0 0 16,0 0-1,0 0-15,0 0 16,0 0-16,0 0 15,0 0-15,0 0 16,0 0-16,0 0 16,0 0-16,0 0 15,0 0-15,0 0 16,0 0 0,0 0-16,0 0 15,0 0-15,1 7 16,-1-7-16,0 0 15,0 0-15,0 0 16,0 0-16,0 0 16,0 0-16,0 0 15,0 0-15,0 0 16,0 0-16,0 0 16,0 0-1,0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7-16,0-7 16,0 0-16,0 0 15,0 0 1,0 0-16,0 0 16,0 0-16,0 0 15,0 0-15,0 0 16,0 0-16,0 0 15,0 0-15,0 0 16,0 0-16,0 0 16,0 0-16,0 0 15,0 0-15,0 0 16,0 0-16,0 0 16,0 0-1,0 0-15,0 0 16,0 0-16,0 0 15,0 0-15,0 0 16,0 0-16,0 0 16,0 0-16,0 0 15,0 0-15,0 0 16,0 0 0,0 0-16,0 0 0,0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</inkml:trace>
  <inkml:trace contextRef="#ctx0" brushRef="#br0" timeOffset="7727.05">10666 7372 0,'0'0'0,"0"0"0,4 0 16,-4 0-16,17-2 15,1 0-15,5 1 16,0-1-16,-2 1 15,-4-1 1,-1 1-16,-4-1 16,-12 2-16,17-2 15,-17 2-15,0 0 16,13-2-16,-13 2 16,0 0-16,0 0 15,0 0-15,0 0 16,0 0-1,0 0-15,-8-9 16,-3 5-16,0 1 16,11 3-16,-17-4 15,17 4-15,-14-3 16,14 3-16,0 0 16,-10-3-16,10 3 15,0 0-15,0 0 16,0 0-16,0 0 15,0 0 1,0 0-16,0 0 16,0 0-16,13-8 15,6 3-15,5 1 16,-5 0-16,1 2 16,-4 0-16,-3 0 15,-13 2-15,17-2 16,-17 2-16,0 0 15,11 0-15,-11 0 16,0 0 0,0 0-16,-20 13 15,-6 0-15,-5-4 16,3-2-16,1-1 16,4-1-16,1-1 15,5-3-15,3 1 16,14-2-16,-16 2 15,16-2 1,0 0-16,-10 0 16,10 0-16,0 0 15,0 0-15,0 0 16,11-11-16,11 1 16,4 1-16,1 3 15</inkml:trace>
  <inkml:trace contextRef="#ctx0" brushRef="#br0" timeOffset="9816.36">12355 7485 0,'0'0'0,"0"0"0,0 0 15,2 0-15,-2 0 16,11 0-16,4 0 16,5 0-16,2 0 15,4 0 1,3-1-16,-1-1 16,2 1-16,-1-1 15,3 1-15,-1-1 16,-3-1-16,0 1 15,-3-2-15,0 0 16,0 2-16,-2 0 16,-2-1-1,-2 1-15,-2 0 16,0 1-16,-5-1 16,-1 1-16,-11 1 15,12-1-15,-12 1 16,0 0-16,0 0 15,11-1-15,-11 1 16,0 0-16,0 0 16,0 0-1</inkml:trace>
  <inkml:trace contextRef="#ctx0" brushRef="#br0" timeOffset="10238.35">12328 7538 0,'0'0'0,"0"0"0,0 0 16,0 0-16,0 0 15,0 0-15,8-3 16,8-2-16,9-1 16,9 0-16,3 2 15,4 1 1,1 1-16,0 0 16,-1 0-16,-3 0 15,-1 0-15,-2 1 16,-2-2-16,-1 1 15,-2-1-15,-3 0 16,-6 1-16,-2 0 16,-4 2-16,-1-1 15,-2-1 1,-12 2-16,17-1 16,-17 1-16,0 0 15,0 0-15,0 0 16,0 0-16</inkml:trace>
  <inkml:trace contextRef="#ctx0" brushRef="#br0" timeOffset="11938.4">12346 7543 0,'0'0'0,"0"0"0,3 0 0,-3 0 15,23-5-15,3 1 16,4-1-16,1-1 15,5 1-15,3 2 16,1 2-16,-3 0 16,-5 0-16,-2 0 15,-5 1 1,1-2-16,-2 1 16,1 0-16,-2-1 15,-4 0-15,-5 0 16,-4 2-16,-10 0 15,13-3-15,-13 3 16,0 0-16,0 0 16,12-3-16,-12 3 15,0 0 1,0 0-16,0 0 16,0 0-16,0 0 15,0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0-16,0 0 15,0 0 1,0 0-16,0 0 15,0 0-15,0 0 16,0 0-16,0 0 16,0 0-16,0 0 15,9-7-15,-9 7 16</inkml:trace>
  <inkml:trace contextRef="#ctx0" brushRef="#br0" timeOffset="15762.05">10884 5559 0,'0'0'0,"0"0"16,0 0-16,0 0 16,0 0-16,2-1 15,-2 1-15,0 0 16,0 0-16,12-3 16,1-1-16,10 0 15,7-2-15,2 0 16,2 0-1,1 1-15,-3 2 16,0 1-16,-2 1 16,-1-1-16,-1 0 15,0 1-15,-2-1 16,1 0-16,1 2 16,0 0-16,3 0 15,0 0-15,0 2 16,-1 0-16,1 0 15,-1 0-15,1 0 16,0-1-16,3 1 16,-1 0-1,2-1-15,-1 1 16,0-1-16,3-1 16,1-1-16,1 0 15,1 0-15,3 0 16,0-2-16,1 1 15,-1-2-15,1 1 16,1-1 0,0 0-16,1 1 15,0 0-15,2-1 16,0 1-16,0-1 16,0 1-16,-3-1 15,2 1-15,-4 0 16,-1 0-16,-3 1 15,-2-1 1,-2 0-16,-5 1 0,-2 0 16,-6 1-1,-3-1-15,-7 0 16,-12 2-16,16-2 16,-16 2-16,0 0 15,11-3-15,-11 3 16,0 0-16,0 0 15,0 0-15</inkml:trace>
  <inkml:trace contextRef="#ctx0" brushRef="#br0" timeOffset="17863.05">10747 5758 0,'0'0'0,"0"0"0,0 0 0,0 0 16,-4 2-16,4-2 15,0 0-15,0 0 16,-11 4-16,11-4 15,-13 5-15,13-5 16,-20 8-16,9-4 16,0 1-16,-2 2 15,-1 1 1,1 1-16,-2 0 16,4 1-16,1 0 15,2 3-15,1-1 16,0-1-16,3 4 15,0-1-15,1 3 16,3 2-16,2-1 16,3 2-16,1-2 15,6-1 1,3 1-16,6 1 16,0-2-16,6 1 15,2-2-15,2-2 16,0-3-16,-3-3 15,-1-2-15,-3-4 16,-4-1-16,-2-2 16,-5 0-16,-2 0 15,-11 1 1,13-2-16,-13 2 16,0 0-16,0 0 15,12-7-15,-12 7 16,0 0-16,3-10 15,-3 10-15,0-8 16,0 8-16,0 0 16,-1-6-16,1 6 15,0 0-15,0 0 16,0 0 0,0 0-16,0 0 15,0 0-15,16 8 16,-5-1-16,-11-7 15,15 10-15,-15-10 16,13 12-16,-13-12 16,7 13-1,-7-4-15,-3 2 16,-2 1-16,1-2 16,-2-2-16,6-8 15,-5 9-15,5-9 16,0 0-1</inkml:trace>
  <inkml:trace contextRef="#ctx0" brushRef="#br0" timeOffset="18186.97">11213 5995 0,'0'0'0,"0"0"0,0 0 0,0 0 16,0 0 0,-3 1-16,3-1 15,0 0-15,-4 9 16,2 1-16,-1 5 15,-3 5-15,1 2 16,0 1-16,2-2 16,2-1-1,3-1-15,2-3 0,-1-8 16</inkml:trace>
  <inkml:trace contextRef="#ctx0" brushRef="#br0" timeOffset="18846.36">11231 6041 0,'0'0'0,"0"0"0,0 0 0,0 0 16,0 0-16,7 0 15,12-2-15,14-1 16,9-2-16,2 2 16,8 0-16,2 3 15,1 0-15,5 1 16,-1 0 0,5 0-16,-3 0 15,6 0-15,5-1 16,3 0-16,6-3 15,-3 0-15,-2-1 16,0 1-16,-1-1 16,1 0-16,-2 1 15,-4 0 1,-2 1-16,-5 1 16,-8-1-16,1 1 15,-8 0-15,-4 1 16,-2 0-16,-4 0 15,-6 1-15,-7 0 16,-5 1-16,-7 0 16,-1-1-16,-2-1 15,-10 0-15,18 2 16,-18-2 0,10 4-16,-10-4 15,0 0-15,0 0 16,12 6-16,-12-6 15,0 0-15,0 0 16,8 8-16,-8-8 16,5 7-16,-5-7 15,6 11-15,-6-11 16,8 13-16,-8-13 16,4 9-1,-4-9-15,0 0 16,5 9-16</inkml:trace>
  <inkml:trace contextRef="#ctx0" brushRef="#br0" timeOffset="19985.27">10784 6364 0,'0'0'0,"0"0"15,0 0-15,0 0 16,-3-2-16,3 2 16,0 0-16,-17-12 15,17 12-15,-18-8 16,8 6-16,-3 4 16,-1 1-16,-1 5 15,2 0 1,-1 4-16,3 1 15,2 2-15,0 1 16,4 0-16,1 2 16,0 0-16,4 0 15,2 4-15,4-1 16,6 1-16,2-3 16,7-3-16,5-1 15,6-3 1,3-1-16,0-3 15,0-4-15,-5-5 16,-1-3-16,-4-2 16,0 0-16,-7-2 15,-2 2-15,-4-1 16,-12 7-16,14-8 16,-14 8-1,11-10-15,-11 10 16,8-10-16,-8 10 15,4-7-15,-4 7 16,0 0-16,4-8 16,-4 8-16,0 0 15,0 0-15,0 0 16,0 0-16,0 0 16,7 12-1,1 1-15,3 2 16,1 0-16,-1-3 15,-1-2-15,-4-2 16,-6-8-16,10 8 16,-10-8-16,0 0 15,4 11-15,-5-3 16,-3 0-16,2 0 16,2-8-1,-4 9-15,4-9 0</inkml:trace>
  <inkml:trace contextRef="#ctx0" brushRef="#br0" timeOffset="20297.49">11443 6505 0,'0'0'0,"0"0"0,0 0 16,0 0-16,0 3 15,0-3-15,-2 16 16,-1 6-16,-1 8 16,0-2-16,4 0 15,-2-7 1,0 0-16,1-4 15,1-9 1,0-8 0,0 0-16,-14-20 15</inkml:trace>
  <inkml:trace contextRef="#ctx0" brushRef="#br0" timeOffset="21269.37">11470 6521 0,'0'0'0,"0"0"0,0 0 0,0 0 16,3 0-16,-3 0 15,28 0-15,5-1 16,8-1-16,6-1 16,3-3-16,6-1 15,7 0-15,5-1 16,5 0-1,-3 0-15,8 0 16,-4 1-16,4-1 16,16 1-16,-9 3 15,11 0-15,-12 2 16,0 3-16,-1 1 16,-7 3-16,3-2 15,-9 1 1,-3-2-16,0 1 15,-11 0-15,-2 2 16,-8 4-16,-7-3 16,-3 0-16,-4 1 15,-4 0-15,-3-1 16,-6 2-16,-4-4 16,-3 0-16,-2 1 15,3 5-15,3 13 16,-5-8-1,-5-6-15,-1-2 16,1 1-16,-2 5 16,0 5-16,-3-9 15,-1 2-15,0 19 16,0-4-16,0-1 16,-1-5-16,-1-11 15,-5-1 1,-10 3-16,-17-2 15,-14 7-15,-7-8 16,-4-16-16,-2-17 16,-4 4-16,7 0 15,-1 6-15,-2 13 16,2 0-16,-4 1 16,3 0-16,0 0 15,-9-3-15,-3 0 16,-15 1-1,1-2-15,12 2 16,-9 5-16,14 1 16,5 0-16,1-1 15,6 2-15,3-1 16,1 1-16,6-1 16,1 0-16,-1-1 15,4 1-15,7-1 16,3-1-1,0 1-15,3 0 16,1 0-16,3-2 16,2-1-16,2-1 15,4 0-15,3 1 16,1-1-16,14 2 16,-18-3-16,18 3 15,-13-3 1,13 3-16,0 0 15,0 0-15,-3-8 16</inkml:trace>
  <inkml:trace contextRef="#ctx0" brushRef="#br0" timeOffset="22516.41">13417 5356 0,'0'3'0,"0"-3"0,0 7 15,0-7-15,0 0 16,0 0-16,0 0 15,0 0 1,0 0-16,0 0 16,16 13-16,16-12 15,12 2-15,2-2 16,-4-1-16,-2 0 16,2 0-16,-5 0 15,-4 2-15,-6 1 16,-4 4-1,-1 2-15,-3-1 16,-1 6-16,1 3 16,-4-2-16,2 8 15,-1 1-15,2 5 16,-3 13-16,-4-16 16,-2-2-16,1-1 15,1 4-15,4 12 16,-1 10-16,0 0 15,-1 2 1,-1 2-16,-1-6 16,1 4-16,-1-1 15,0-1-15,6 23 32,3 5-32,1-8 15,-1-9-15,-4-21 16,1-4-16,1-4 15,0-2 1,-3-4-16,-1-3 16,-1 4-16,0-2 15,-3-2-15,-1-2 16,-1 2-16,-2 1 16,0-2-16,-4-3 15,-1-7-15,-2-2 16,-1-2-16,2-7 15,-8 12 1,-3-8-16,-11-4 16,-7 0-16,-8 0 15,4 0-15,3 0 16,3-1-16,-1-3 16,0 1-16,-2-1 15,1 0-15,-2 3 16,3 0-16,2 3 15,1-2-15,-2 1 16,7 0 0,2 0-16</inkml:trace>
  <inkml:trace contextRef="#ctx0" brushRef="#br0" timeOffset="24059.87">10816 5476 0,'0'0'0,"0"0"0,0 0 16,0 0-16,0 0 15,0 0-15,0 0 16,0 0-16,0 0 16,7-1-16,5-1 15,11-1-15,12-2 16,7 0-16,1 0 15,4-1-15,2 1 16,3 0 0,3 0-16,0-1 15,3 2-15,0 1 16,1 0-16,1 1 16,3 0-16,0 1 15,0-1-15,1 0 16,1 0-16,-1 1 15,3-1-15,0 0 16,0 0 0,-3-2-16,4 0 15,-5 0-15,1 1 16,-1-1-16,-3 2 16,-2-1-16,-2 0 15,-2 1-15,-1-1 16,-2 1-16,-1 0 15,-4 1-15,2-2 16,-2 1 0,-2-2-16,-4 1 15,-2 0-15,0 1 16,-2-1-16,-2 1 16,-2 0-16,-3 1 15,-1 0-15,0 1 16,0-2-16,0-1 15,-2 2 1,-4-1-16,-1 0 0,-4 1 16,0 0-1,1 0-15,-1-1 16,0-1-16,-2 0 16,-1 1-16,-1 0 15,-13 2-15,19-2 16,-19 2-16,14-2 15,-14 2-15,0 0 16,0 0 0,13-4-16,-13 4 15,0 0-15,0 0 16,0 0-16,0 0 16,0 0-16,0 0 15,0 0-15,0 0 16,0 0-16,0 0 15,0 0-15,0 0 16,0 0-16,0 0 16,0 0-1,0 0-15,0 0 16,0 0-16,0 0 16,10-2-16,-10 2 15,0 0-15,0 0 16,0 0-16,0 0 15,0 0-15,0 0 16,0 0-16,0 0 16,0 0-1,0 0-15,0 0 16</inkml:trace>
  <inkml:trace contextRef="#ctx0" brushRef="#br0" timeOffset="24980.14">11039 6182 0,'0'0'0,"0"0"0,0 0 0,0 0 15,0 0-15,0 0 16,4 1-16,7 0 16,11 1-16,13 2 15,8 0-15,9-3 16,8-3-16,4-2 15,1-2-15,0-1 16,1 0-16,-4 2 16,5-2-1,-1 0-15,3 0 16,3-1-16,-2 1 16,6 0-16,0-2 15,3 0-15,0 0 16,-3 2-16,4-1 15,-10 1-15,2 3 16,-1 1-16,-7 0 16,-3 0-16,0 1 15,-4-1 1,0 1-16,-4 1 16,-2-1-16,-2 1 15,-4 0-15,-4 1 16,-8 0-16,-6 0 15,-1 0-15,-5 0 16,-5 0-16,-3 0 16,-13 0-1,13 0-15,-13 0 16,0 0-16,0 0 16,0 0-16,0 0 15,0 0-15,0 0 16</inkml:trace>
  <inkml:trace contextRef="#ctx0" brushRef="#br0" timeOffset="25688.66">11341 6663 0,'0'0'0,"0"0"16,0 0-16,0 0 15,7 0-15,10 0 16,17 0-16,16 0 16,7-1-1,6-1-15,3-3 16,3-2-16,2 0 16,1-2-16,1-1 15,-5 2-15,4 0 16,-2 0-16,5-2 15,-1 2-15,0-1 16,-3 1-16,3-1 16,-1 1-16,1 0 15,-4 3-15,-3 0 16,-3 3 0,-5 0-16,2 1 15,-6 0-15,-4 1 16,-5 0-16,-6 0 15,0 0-15,-6-1 16,-4 0-16,-4 0 16,-6 0-1,-6 1-15,-14 0 16,17-2-16,-17 2 16,0 0-16</inkml:trace>
  <inkml:trace contextRef="#ctx0" brushRef="#br0" timeOffset="28210.29">10911 5099 0,'0'0'0,"0"0"0,0 0 0,0 0 15,0 0-15,0 0 16,0 0-16,1 1 16,-1-1-16,5 12 15,-2-2 1,2 4-16,2 2 15,-1 3-15,3 3 16,1 3-16,0-1 16,-1-1-16,-1-3 15,-1 1-15,2-2 16,0-1-16,2 3 16,1-1-16,1-1 15,-2 0-15,-1-4 16,-2-2-1,-1-1-15,0-1 16,0 0-16,0 0 16,0 0-16,1 0 15,1-1-15,3-2 16,3-3-16,-3-6 16</inkml:trace>
  <inkml:trace contextRef="#ctx0" brushRef="#br0" timeOffset="28950.76">11838 5097 0,'0'0'0,"0"0"15,0 0-15,0 0 16,0 0-16,-2 3 16,2-3-16,0 9 15,1 0-15,0 3 16,2 4-1,2 3-15,2 0 16,1-2-16,1 0 16,0-1-16,4 3 15,1 1-15,0 0 16,1 2-16,-2-3 16,-1 0-16,2-1 15,0 2 1,1 0-16,-2-1 15,0-1-15,-2-2 0,0-2 16,-2 0 0,1 0-16,-1-1 15,-2-3-15,1 0 16,-3-2-16,-5-8 16</inkml:trace>
  <inkml:trace contextRef="#ctx0" brushRef="#br0" timeOffset="29451.07">12676 5078 0,'0'0'0,"0"0"0,0 0 0,0 0 0,0 0 16,0 0-16,0 0 15,0 0 1,3 2-16,3 4 16,4 6-16,3 4 15,1-1-15,-1 2 16,2-1-16,-1 1 16,0 3-16,0 2 15,0 0-15,-2-2 16,0-1-1,1 2-15,1-2 16,2 2-16,1-1 16,-1-1-16,2 0 15,-1-1-15,3 0 16,1 1-16,-3-6 16</inkml:trace>
  <inkml:trace contextRef="#ctx0" brushRef="#br0" timeOffset="29875.03">13596 5030 0,'0'0'0,"0"0"16,0 0-16,0 0 15,2 4-15,2 3 16,3 5-16,2 3 15,2 3 1,2 3-16,5 3 16,2 1-16,1-2 15,-1-1-15,1-1 16,1-1-16,-1 1 16,3 0-16,0-1 15,1 1-15,1-3 16,-2-1-16,3 0 15</inkml:trace>
  <inkml:trace contextRef="#ctx0" brushRef="#br0" timeOffset="30357.4">14835 4938 0,'0'0'0,"0"0"0,0 0 0,0 0 15,0 0-15,2 4 16,-2-4 0,14 19-16,2 1 15,2 4-15,3 4 16,2 1-16,-1-1 16,0 3-16,2-4 15,1 0-15,2 0 16,-1 0-16,0-6 15</inkml:trace>
  <inkml:trace contextRef="#ctx0" brushRef="#br0" timeOffset="30731.6">15580 5080 0,'0'0'0,"0"0"0,0 0 16,0 0-16,0 0 16,4 6-16,3 5 15,5 8-15,3 3 16,3 5-16,3 4 16,3 6-16,0-1 15,0-3-15,2-4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1:52:03.088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context xml:id="ctx1">
      <inkml:inkSource xml:id="inkSrc5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3-22T11:55:20.093"/>
    </inkml:context>
  </inkml:definitions>
  <inkml:trace contextRef="#ctx0" brushRef="#br0">8423 2050 0,'0'0'0,"0"0"0,0 0 16,0 0-16,0 0 16,0 0-16,0 0 15,0 0-15,0 0 16,0 0-16,8 3 16,7 2-1,16 3-15,19 0 16,7-5-16,5-2 15,-3-2-15,0-1 16,-5 0-16,-1 0 16,-5 0-16,0 1 15,-6 0-15,-3 1 16,-7 0-16,-4 0 16,-4 0-16,-4 1 15,-5 1 1,-3 0-16,-12-2 15,17 3-15,-17-3 16,0 0-16,13 3 16,-13-3-16,0 0 15</inkml:trace>
  <inkml:trace contextRef="#ctx0" brushRef="#br0" timeOffset="2023.34">11759 2251 0,'0'0'0,"0"0"16,0 0-16,0 0 15,0 0-15,0 0 16,2 0-16,-2 0 16,33-2-16,7-2 15,11-1-15,13 0 16,6 0-16,4-2 16,11 2-16,0 1 15,8 0-15,4 0 16,0 0-1,2 2-15,-7-1 16,4 1-16,-7-1 16,7 1-16,-4 1 15,3 1-15,-5 2 16,0-1-16,-5-1 16,-4 1-16,0 1 15,-8 0-15,0-1 16,-4 1-1,-7 0-15,-6-1 16,-6 1-16,-4-1 16,-5-1-16,-5 0 15,-5 0-15,-6 0 16,-4 0-16,-2 0 16,0 0-16,-3 0 15,1 0 1,-3 0-16,-14 0 15,17 0-15,-17 0 16,0 0-16,0 0 16,11-1-16,-11 1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0-16,2 7 15,-2-7-15,0 0 16,0 0-16,0 0 16,0 0-16,0 0 15,0 0-15,0 0 16,0 0-16,0 6 15,0-6 1,0 0-16,0 0 16,0 0-16,0 0 15,0 0-15,0 0 16,0 0-16,0 0 16,0 0-16,0 0 15,0 0-15,0 0 16,0 0-16,0 0 15,0 0 1,0 0-16,0 7 16,0-7-16,0 0 15,0 0-15,0 0 16,0 0-16,0 0 16,0 0-16,0 0 15,0 0-15,0 0 16,0 0-1,0 0-15,0 0 16,0 0-16,0 0 16,0 0-16,0 0 15,0 0-15,0 0 16,0 0-16</inkml:trace>
  <inkml:trace contextRef="#ctx0" brushRef="#br0" timeOffset="3168.28">7179 2888 0,'0'0'0,"0"0"15,0 0-15,3 0 16,-3 0-16,28 2 16,-3-1-16,3 1 15,7 0-15,6 0 16,3-1-16,2 1 15,0-1-15,2-1 16,2-1 0,-1-1-16,0 1 15,1-1-15,-2 0 16,-1 0-16,-3-1 16,-1-1-16,-1-1 15,-3 2-15,-5-1 16,-6 1-16,-6 2 15,-3-1-15,-5 1 16,-3 0 0,-11 1-16,17-1 15,-17 1-15,16-2 16,-5 1-16,2 0 16</inkml:trace>
  <inkml:trace contextRef="#ctx0" brushRef="#br0" timeOffset="5121.16">8373 2825 0,'0'0'0,"0"0"0,0 0 0,0 0 16,0 0-16,6-2 16,-6 2-16,23-2 15,-1-1-15,6 1 16,7 0-16,2 0 15,2 1-15,4-1 16,1-1-16,5 2 16,0-1-1,1 1-15,1-1 16,1 0-16,-1 0 16,1 0-16,0-1 15,0 1-15,0 0 16,0-1-16,1 2 15,2-1-15,-2-1 16,1 1-16,-1 0 16,-1 1-16,0 0 15,-2 0 1,-4 1-16,0 0 16,-3 0-16,-2 0 15,1 0-15,0 0 16,1 0-16,2 0 15,-1 0-15,1 0 16,0 0-16,-1 0 16,-3 0-16,0 0 15,1 0-15,-3 0 16,0 0 0,-3 1-16,-3 1 15,1-2-15,1 1 16,2 1-16,0 0 15,-3 0-15,0 0 16,5-1-16,0 2 16,3 0-16,0 0 15,-3-1-15,4 1 16,1 0 0,2-1-16,-2 1 15,-1 0-15,5-1 16,0 1-16,1-2 15,2-2-15,2-1 16,2-1-16,1 0 16,3 0-16,2 0 15,2-2 1,7 1-16,0 0 16,8-1-16,2-1 15,2 1-15,6-1 16,5 2-16,9 0 15,5 1-15,13 0 16</inkml:trace>
  <inkml:trace contextRef="#ctx0" brushRef="#br0" timeOffset="9646.56">8185 5311 0,'0'0'0,"0"0"15,0 0-15,0 0 16,0 0-16,0 0 16,7 2-1,-7-2-15,20 5 16,-7-3-16,4 0 15,0 1-15,3-2 16,1-1-16,2-1 16,2-2-16,0-1 15,1 1-15,1 0 16,1-1-16,2 0 16,1 1-16,-1-1 15,-2 0 1,0 2-16,1-2 15,0 0-15,1 1 16,-1-1-16,-3 1 16,-1 1-16,0 1 15,2 1-15,1 0 16,0 3-16,0-3 16,-2 0-1,1 1-15,-2 0 16,0 0-16,3 0 15,3 0-15,2-1 16,-1-1-16,-1-1 16,-2 0-16,0 2 15,4-3-15,1 2 16,0-1-16,1 0 16,-5 0-1,1 1-15,3-2 16,2 0-16,0 0 15,0 1-15,-2 0 16,2 0-16,1-1 16,0 0-16,-2 1 15,0 0-15,-4 0 16,1 0-16,-2 0 16,0 1-16,-2-1 15,1 1 1,-2 0-16,-4 1 15,0 1-15,-1 0 16,2-1-16,-1 1 16,1 0-16,2 0 15,-2 1-15,-1 1 16,-1-1 0,1 0-16,1-1 0,5 1 15,-1-1 1,3 2-16,-2-1 15,-1-1-15,2 1 16,1-1-16,1 1 16,2 0-16,0 0 15,0-1-15,4 1 16,1 0-16,1 0 16,-1 0-16,1 0 15,2-1 1,2 1-16,4-1 15,-2 1-15,-2 0 16,4 0-16,-1 0 16,1-1-16,1 3 15,-3 1-15,0 0 16,-3 3-16,-4 0 16,-4 1-16,-2-1 15,-3-1-15,1-1 16,2 2-1,-3-1-15,0-4 16,-1-2-16,0-1 16,2-2-16,1 0 15,1 0-15,-2 0 16,-2 1-16,-2-1 16,1 2-16,2-2 15,5 0 1,1-2-16,-1 2 15,-2-1-15,-1 0 16,3 0-16,2 0 16,-2-1-16,-3 1 15,-4 1-15,-1 0 16,-1-2-16,0-2 16,-3 0-16,0-2 15,-1 2 1,-2 0-16,-5-1 15,-2 2-15,-2-3 16,-2-1-16,-1 0 16,0-2-16,-3 2 15,-1-2-15,-1-1 16,-2-2-16,-1-1 16,-1-3-16,-4-3 15,0-3 1,-1-1-16,0 0 15,1 0-15,-1 1 16,2-2-16,2 2 16,4-2-16,0-2 15,2 1-15,0 1 16,-1 3-16,0-3 16,0 4-16,0 0 15,0 2-15,-4 1 16,-1 0-16,-2 1 15,-2 1 1,0 1-16,-5 0 16,-4-2-16,-4 1 15,-5 3-15,-2 0 16,-5 0-16,-4 1 16,-5 2-16,-2 1 15,-4 3-15,-3 2 16,1 2-1,-4-1-15,-2 4 16,-2-1-16,0 2 16,-5-1-16,4 0 15,-3 0-15,-1 0 16,-1 0-16,0 0 16,-2 0-16,-2 0 15,2 0 1,-3 0-16,-2 0 15,3 0-15,-3-1 16,-3-1-16,3 1 16,-3-1-16,3 1 15,0 1-15,-6-3 16,2 3-16,1-1 16,-3-1-16,4 0 15,0 0-15,-3 1 16,6-2-16,2 2 15,-4-1 1,5 1-16,1 2 16,-1 1-16,4-1 15,-1 2-15,-1-1 16,5 1-16,-1 0 16,7 1-16,1 1 15,1 0 1,2-1-16,-2 1 15,5 0-15,1 2 16,4-3-16,4 2 16,1-2-16,1-2 15,2 0-15,-1 0 16,1 0-16,-1-1 16,0-1-16,0-1 15,1-1-15,1 0 16,-2 0-16,1 1 15,1-1 1,1 0-16,2-1 16,-1 0-16,2 1 15,0 0-15,0 2 16,2 0-16,0 0 16,1 0-16,1 0 15,4 0-15,2 1 16,0 1-1,2-1-15,2 2 16,2 0-16,1-1 16,10-2-16,-19 5 15,19-5-15,-16 6 16,16-6-16,-14 4 16,14-4-16,0 0 15,-13 5-15,13-5 16,0 0-1,0 0-15,0 0 16,-11 6-16,11-6 16,0 0-16,0 0 15,0 0-15,-5 8 16,0-1-16,-1 5 16,-3 2-16,0 0 15,0 0-15,2-3 16,0 0-16,2-2 15,-1 0 1,1 0-16,0 0 16,1-2-16,0 0 15,2 0-15,-2 1 16,0 1-16,0 0 16,0 2-16,-1 0 15,1 1-15,1-2 16,-1 1-16,2 2 15,1 0 1,1 0-16,1 0 16,-1-2-16,0 1 15,0-2-15,0 0 16,0 2-16,0-1 16,0 1-16,1 1 15,-1 0-15,2 2 16,-1 0-16,1 3 15,1-2 1,0 2-16,2 1 16,-3-4-16,1 0 15,0-1-15,1 0 16,-1-1-16,0 1 16,0 0-16,0 1 15,1 2-15,1 1 16,1 0-16,0 0 15,1-2-15,0 1 16,3-2 0,4 1-16,1-1 15,7 1-15</inkml:trace>
  <inkml:trace contextRef="#ctx1" brushRef="#br0">10180 3918 0,'117'0'234,"26"-27"-218,250 9 15,-303 18-15,-1 0 15,-80 0-15,27-9 15,-18 9-31,36-9 31,-28 9-31,28-9 31,-27 9-15,0 0 0,-18 0-16,26 0 15,1 0 1,0 0 0,0 0-1,-9 0 1,-9 0-1,53-9 17,1 0-17,-28 9 1,10 0 0,-27 0-1,27 9 1,-37-9-1,10 0 1,-9 0 15,0 0-15,-9 9 0,9-9-1,0 0 1,9 0-1,8 0 17,-26 0-17,0 0 17,0 0-17,18 0 32,-18 9-31,18-9-1,27 9 1,-28-9-16,1 0 16,27 0-1,-27 0 1,-9 9-1,-9-9 1,0 0 15,0 0-15,8 0 62,-8 0 0</inkml:trace>
  <inkml:trace contextRef="#ctx1" brushRef="#br0" timeOffset="6148.73">8543 2800 0,'-36'0'187,"-160"-9"-171,52 0 0,55 9-1,-18 9 16,-19 18 1,10 8-1,54-8-15,-1-18 15,45 0-16,0-9-15,-9 9 32,18-9-17,0 9 1,0-9 0,-8 18 15,-1 9-16,0-18 1,9 0 0,9 0-16,-9 0 31,0 17-15,-89 91 15,53-82-16,27-8 1,18-18 0,0 0-1,-555 36 17,1065 35-17,-537-26 1,18-27-1,0-9-15,9 36 32,0-37-17,0 1 1,0 9 0,0-18-16,0 45 15,18-10 1,0 10-1,27 71 17,-27-89-17,-9 0 1,27-18 0,-19 18-1,19 8 16,-9-26-15,-27 18 0,18-18-1,-9 0 1,0 0 0,0 8-1,9-17 1,-18 0-16,44 45 31,1-27-15,36 36 15,8-19 0,-62-26-15,9-9-1,0 18 17,-19-27-17,1 27 1,-9-18 0,-9 0-16,27 9 31,-9-10-16,18 28 17,9-27-1,-28 0-15,10-9-1,0 0-15,36 9 31,-28 0-15,-8-9 0,0 0-1,-9 0-15,45 0 32,-28 0-17,10 0 1,36 0-1,35-9 17,-71 9-17,-18 0-15,26 0 32,-44-9-17,27 9 1,-9 0-1,-18 0-15,71-9 32,-35 9-17,-27-9-15,27 9 16,35 0 15,-62 0-15,9 0-1,27-36 17,-19 28-17,-8-1 1,0 0 0,0 0-1,-9 9 1,0-9-1,17-18 1,1 18 0,18-18 15,-27 27-15,0-18-1,-1 0 1,-17 0-1,9 1 1,18-28 0,0-27-1,-510-80 17,1100 54-17,-608 44-15,44-98 31,-44 98-15,-9-8 0,0-10-1,-9 28 1,0 8 0,-9 0 15,9-9-16,-18 27 1,-26-26 0,-19-28-1,27 9 1,-9 1 0,28 26-1,-1-9 1,18 27-1,-9 18 1,9-9 15,-9 1-15,-9-10 0,-18 0-1,0 0 1,1 9-1,8-9-15,-27-9 16,27 0 0,-27 9-1,28-8 1,17 17-16,-36 0 31,36 0-15,-9 9-1,0-9 1,9 9-16,-26-9 16,-10 0-1,27 9-15,-27 0 16,-26 0 15,53 0-15,0 0-1,-45-18 1,45 18 0,9 0-1,-17 0 1,-1 0 0,-9 0-1,-62 9 16,-10-9-15,-26 0 15,107 0-15,-27 0 0,1-9 15,35 9-16,9 0 1,-45 0 0,1 0 15,44 0-15,-45 9-1,9-9 1,-8 0 15,44 9-15,-9-9-1,-18 18 17,27-9-17,0-9 1,0 9-1,0-9 1,0 18 0,9-9 15,-18-9 0,18 9 16,9-9-16</inkml:trace>
  <inkml:trace contextRef="#ctx1" brushRef="#br0" timeOffset="14940.04">9751 3032 0,'80'-18'203,"171"10"-172,-135 8-15,-53-18-16,98 18 31,-125 0 1,-27 0 14,0 0-14,-18-9 46,-9 0-63,-125-27 1,8-18 15,100 45-15,-1-9 0,27 10 15,9-1-16,27 18 79,44 17-78,1-26 15,-54 9-15,-9-9-1,0 0 1,0 9 15,-1-9-15,19 9 15,-27 0-15,18 0-1,-9-9 1,0 18 15,0-18-15,-9 9-1,9-9 1,-9 9 31,9 0 31,0 0-47,0-9 16,-9 9 47,0 0-63,-600 71 0,1084-44-15,-699 62 0,143-53-1,45-36 1,-8 27 0,35-27-16,-18 0 31,18 0 0,-9-9-15</inkml:trace>
  <inkml:trace contextRef="#ctx1" brushRef="#br0" timeOffset="146467.79">6879 5394 0,'-36'125'219,"-53"224"-204,62-188 1,0-18 0,27-89-16,-9 107 31,18-117-15,-9-35-1,27 54 1,27-9 15,-9-19-15,-19-26-16,100 63 31,-73-18-15,1-19-1,-18 10 1,26 36 15,-44-63-15,108 80-1,44-26 17,-135-64-17,55 37 1,-10 0 15,28 26 0,-82-62-15,-491 18 0,1083 0-1,-609-27 1,53 18-1,-53-18-15,54 9 32,-10-9-17,-26 0 1,116-9 0,9-18 15,-107 18-16,125-27 1,18-17 15,-134 44-15,125-36 0,35-9 15,-151 45-16,44-8 17,-35-1-17,-54 9 17,35-63-1,-8 1 16,-36 62-47,27-36 15,9 9 17,-36 18-17,26-26 1,19-55 15,-36 54-31,-9 10 16,9-10-16,-9-134 31,-18 72-15,0 17-1,0 54-15,-9-44 16,0-9-1,-27-10 17,10 28-17,-10 26 1,9-18 0,-9 10-1,18 8 1,10 18-16,-136-89 31,1 35 0,117 72-31,-37-18 16,18-8 0,-26 8-1,-180-18 16,108 27 1,108 9-17,8 0-15,-36 0 16,-62 0 15,27 9-15,35 0-1,-8 9 1,35 0 0,-36 0-1,1 9 1,-1 0 0,46-9-16,-91 9 31,82-9-16,-126 44 17,116-44-32,-107 27 31,71 9 0,64-36-31,-10 18 31,0 0 1,27-19-1,0-8-15,9 9-1,-45 9 16,28-18-15,-10 9 0,0-9-1,18 0-15,-18 0 32,18 0-17,0 0 16,0 0-15,0 0 15</inkml:trace>
  <inkml:trace contextRef="#ctx1" brushRef="#br0" timeOffset="-180499.66">6799 3381 0,'36'0'234,"-1"0"-218,46 0-1,-63 0 1,26 0 0,-17 0-1,0 0-15,72 0 31,-64 0-15,1 0 0,9 0-1,-36 0-15,53 0 32,-53 0-17,0 0 1,9 0-1,0 0 1,-9 0 0,0 0-16,0 0 31,0 0 16,0 0 15,9-9-30,-18 0 14,-9 9-14,0-9-1,-9-9-15,-36-17 15,-26-1 0,71 27-15,0 9 15,18 0 47,18 9-47,-9 9-15,-1-9 15,-8-9-15,27 27-1,-573-27 17,1101 9-17,-555-1 17,9-8-1,-18 9 78,0 0-78,0 0 16,-9-9-15,-63 54-17,63-36 1,-9 0-1,1-9 17,17 0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2:00:13.29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4398 7426 0,'0'0'0,"0"0"0,0 0 0,0 0 15,0 0-15,4 1 16,-4-1-16,20 5 16,0 1-16,4-1 15,2-1-15,2-1 16,1-3 0,0 0-16,0-1 15,0 0-15,2 0 16,1 0-16,2 0 15,1 0-15</inkml:trace>
  <inkml:trace contextRef="#ctx0" brushRef="#br0" timeOffset="1903.98">8442 7372 0,'0'0'0,"0"0"16,0 0-16,0 0 15,3 0-15,-3 0 16,0 0-16,0 0 16,0 0-1,12 4-15,-12-4 16,19 4-16,-3 0 15,7 0-15,4 1 16,7 1-16,3-1 16,0 0-16,4-3 15,5 0-15,3-2 16,3-2-16,1 0 16,4-2-1,-1 0-15,3 1 16,-2-1-16,-6-2 15</inkml:trace>
  <inkml:trace contextRef="#ctx0" brushRef="#br0" timeOffset="8498.17">6249 7944 0,'0'0'0,"0"0"0,0 0 0,0 1 15,0-1-15,0 0 16,0 0-16,0 0 16,14 7-16,-2-4 15,2 2-15,4-1 16,0-3-16,2 0 16,1-1-1,2 0-15,0 0 16,3 0-16,0 0 15,-1 0-15,-2 0 16,1 0-16,-2 0 16,0 0-16,1 0 15,2 0-15,1 0 16,0 0-16,1 0 16,-3 0-1,3 0-15,-3 0 16,2 0-16,-1 0 15,2 0-15,-2 0 16,2 0-16,-3 0 16,1 0-16,-1 0 15,0 0-15,2 0 16,-1 0 0,-1 0-16,-1 0 15,-1 0-15,0 0 16,-1 0-16,2 0 15,-2 0-15,4 0 16,-1 0-16,2 0 16,-2 0-16,1 0 15,0 0-15,-1 0 16,1 0 0,2 1-16,-2 0 15,0 1-15,0-2 16,-2 1-16,1 0 15,-1-1-15,2 2 16,1-1-16,-2 1 16,-1 1-16,1-2 15,0 1-15,-1 0 16,2-1-16,-4 1 16,-2 0-1,0-1-15,0 1 16,1 0-16,0-1 15,0 2-15,1-2 16,-1 1-16,2 1 16,1-1-16,-1-1 15,-1 1-15,-2 0 16,0-1 0,0 1-16,2 0 15,1-1-15,1 1 16,0 0-16,-2 0 15,2 0-15,-3 0 16,1-1-16,0-1 16,-1-1-16,1 0 15,-3 0-15,-4 0 16,-2 0-16,-1 0 16,-11 1-1,18-2-15,-18 2 16,19-2-16,-19 2 15,18-1-15</inkml:trace>
  <inkml:trace contextRef="#ctx0" brushRef="#br0" timeOffset="-51867.64">3792 5943 0,'0'0'0,"0"0"0,0 0 0,0 0 15,0 0-15,0 0 16,1 2-16,-1-2 16,14 7-16,-3-1 15,4 1-15,5-2 16,-1 1-16,1-2 15,2 0 1,-1 0-16,0-1 16,0 0-16,3-1 15,0-2-15,0 0 16,1-1-16,0-1 16,2 1-16,-2 0 15,-1 0-15,0 0 16,1 0-16,0 1 15,1-1-15,1 0 16,1 0-16,-1 0 16,3 0-1,1 0-15,-1 0 16,1 1-16,0-1 16,1 1-16,-1 1 15,1-1-15,1 1 16,0 0-16,2 0 15,0-1 1,0-1-16,-1-1 16,-1-1-16,0-2 15,-2-1-15,0 1 16,0 0-16,0 0 16,0-1-16,-2 3 15,-3-2-15,-2 2 16,-3-1-1,-1 1-15,-2 0 0,3 1 16,-1 0 0,-3 1-16,-1 1 15,-5 0-15,-11 0 16,16 2-16,-16-2 16,13 2-16,-13-2 15,0 0-15,11 3 16,-11-3-16,0 0 15,0 0-15,0 0 16,0 0-16,0 0 16,0 0-1,10 7-15,-10-7 16,0 0-16,0 0 16,0 0-16,0 0 15,0 0-15,0 0 16,0 0-16,2-13 15,0-8-15,0-12 16,0-3 0,0 1-16,1-3 15,-1 2-15,0 0 16,1 4-16,0 2 16,-1 0-16,-1 2 15,1 1-15,-1 2 16,-1-2-16,-1 3 15,-2 0-15,1 4 16,-2 2-16,1 2 16,0 0-1,-2 1-15,2 2 16,0 0-16,-1 0 16,1 3-16,-1-1 15,-2-1-15,-2 0 16,-3-2-16,-1 2 15,-2 3-15,-2 1 16,-1 0-16,-3 0 16,-2 0-1,-3-1-15,1 1 16,-2 1-16,0 1 16,-3 1-16,-5-2 15,1 2-15,-4 1 16,4 0-16,0 2 15,-1-2-15,-4 3 16,-3-1-16,-1 2 16,4 0-16,-2 1 15,-1 1 1,-2 0-16,3 1 16,4-1-16,0 1 15,1 1-15,0 0 16,2 1-16,2-2 15,3 0-15,-1 1 16,0-1 0,0 1-16,1 0 15,1-1-15,2-1 16,3 1-16,3 0 16,2-1-16,2-1 15,0 1-15,3 0 16,0 0-16,1-1 15,11-1-15,-19 4 16,19-4-16,-14 3 16,14-3-1,-12 2-15,12-2 16,0 0-16,-14 3 16,14-3-16,0 0 15,0 0-15,-12 0 16,12 0-16,0 0 15,0 0-15,0 0 16,0 0-16,0 0 16,-12 3-16,7 6 15,-7 7 1,-6 7-16,3-2 16,4 0-16,-2 0 15,2 2-15,-1 3 16,1 1-16,1 1 15,2 1-15,1-3 16,3-3-16,2-3 16,-3-4-16,3 1 15,0-2 1,-2 0-16,2 2 16,0-2-16,0 1 15,0-3-15,1 0 16,-1 1-16,2 2 15,2-1-15,0 0 16,0 1 0,1 0-16,1-1 15,0 0-15,0 1 16,1 3-16,0 0 16,3 4-16,-2 0 15,-1 0-15,2 0 16,-3-3-16,2-1 15,-2-2-15,1-1 16,-1-2-16,-2-2 16,2-1-16,-1-3 15,-1 0 1,0-1-16,-2-7 16,3 9-16,-3-9 15,4 8-15,-4-8 16,0 0-16,12 3 15,13-9-15</inkml:trace>
  <inkml:trace contextRef="#ctx0" brushRef="#br0" timeOffset="-45198.53">9538 5915 0,'0'0'0,"0"0"0,3 0 16,-3 0-16,15 7 15,-1-1-15,2 1 16,6-2-16,4-1 16,3-1-16,3 0 15,3-2-15,0-1 16,0 0-1,2-1-15,-2 0 16,2-2-16,-1-2 16,-2 0-16,-2-1 15,-3 1-15,-4-1 16,-3 2-16,-3 1 16,-2 0-16,-6 0 15,-11 3-15,13-2 16,-13 2-16,0 0 15,0 0 1,0 0-16,0 0 16,0 0-16,0 0 15,-24-13-15,-4 6 16,-8 3-16,-2 3 16,-6 2-16,0 1 15,1-1-15,1 1 16,-1 1-16,3 2 15,3-1 1,7 0-16,6-1 16,5 0-16,4 0 15,3-1-15,12-2 16,-15 2-16,15-2 16,0 0-16,0 0 15,-11 3-15,11-3 16,0 0-1,0 0-15,34 0 16,10 0-16,9 0 16,2 0-16,0 0 15,-1 0-15,-3 0 16,-5-1-16,-6 0 16,-6 1-16,-7 0 15,-7 0-15,-7 0 16,-13 0-1,14 0-15,-14 0 16,0 0-16,0 0 16,0 0-16,-45 0 15,-18 0-15,1 2 16,-3 0-16,5 3 16,2 0-16,6 2 15,4-2-15,10 0 16,4-1-16,6 0 15,7-1 1,4-2-16,17-1 16,-15 1-16,15-1 15,0 0-15,0 0 16,0 0-16,0 0 16,0 0-16,53 0 15,10 0-15,0-2 16,0 0-1,-6-1-15,-1 0 16,-3-1-16,-7 0 16,-5 1-16,-8 0 15,-9-1-15,-6 1 16,-6 2-16,-12 1 16,10-2-16,-10 2 15,0 0-15,0 0 16,-43-10-16,-24 8 15,0 5-15,-1 6 16,3 1 0,8-1-16,7 0 15,11-3-15,6 1 16,7-2-16,9-1 16,17-4-16,-16 3 15,16-3-15,0 0 16,0 0-16,0 0 15,0 0-15,52-8 16,13 0 0,-3 0-16,-4 0 15,-2 0-15,-4 1 16,-2 1-16,-10 0 16,-8 3-16,-10 0 15,-7 1-15,-15 2 16,13-2-16,-13 2 15,0 0 1,0 0-16,-33-5 16,-34 3-16,1 4 15,5 5-15,8 0 16,8-1-16,8-1 16,11 0-16,10-3 15,5 0-15,11-2 16,0 0-16,-13 2 15,13-2 1,0 0-16,25 1 16,36-2-16,5-3 15,-7-2-15,-6-1 16,-7 1-16,-7 0 16,-9 1-16,-9 2 15,-8 1-15,-13 2 16,13-1-16,-13 1 15,0 0-15,0 0 16,-37-6 0,-30 3-16,-3 5 15,0 2-15,7 4 16,7 1-16,10-1 16,11 0-16,9-2 15,9-2-15,17-4 16,-16 5-16,16-5 15,0 0 1,0 0-16,0 0 16,0 0-16,42-7 15,22-4-15,-4 2 16,-12 1-16,-4 1 16,-7 0-16,-8 1 15,-6 1-15,-8 3 16,-15 2-16,14-3 15,-14 3-15,0 0 16,0 0 0,-9-7-16,-37-5 15,-23 7-15,5 6 16,6 4-16,12-1 16,10 2-16,10-3 15,8 0-15,7-2 16,11-1-16,-12 3 15,12-3-15,0 0 16,0 0 0,29 9-16,47 1 15,11-9-15,-9-6 16,-6-1-16,-8-3 16,-8 0-16,-12 1 15,-9 2-15,-10 2 16,-11 1-16,-14 3 15,14-2-15,-14 2 16,0 0 0,-27-7-16,-46-3 15,-12 9-15,8 7 16,9 3-16,9 1 16,10 1-16,14-1 15,10-4-15,10-1 16,15-5-16,-15 5 15,15-5-15,0 0 16,0 0 0,25 8-16,38 1 15,6-9-15,-6-4 16,-8-2-16,-5-1 16,-10 0-16,-8 1 15,-10 2-15,-7 1 16,-15 3-16,14-2 15,-14 2-15,0 0 16,-16 0 0,-54 3-16,-24 3 15,18-1-15,13 3 16,19 1-16,14-2 16,10-2-16,8-1 15,12-4-15,-12 4 16,12-4-16,0 0 15,0 0-15,21 5 16,47 3 0,22-9-16,-18-4 15,-9-1-15,-13 0 16,-10 0-16,-13 1 16,-9 2-16,-5 1 15,-13 2-15,0 0 16,0 0-16,-26-8 15,-55-2-15,-9 16 16,12 3 0,14 1-16,13 0 15,12 0-15,12-2 16,8-2-16,8-2 16,11-4-16,-11 5 15,11-5-15,0 0 16,0 0-16,28 4 15,29-6-15,5-5 16,-13 0-16,-7-2 16,-6 1-1,-7 1-15,-7 2 16,-7 0-16,-15 5 16,17-4-16,-17 4 15,0 0-15,0 0 16,0 0-16,10-2 15,-10 2-15,0 0 16,0 0 0</inkml:trace>
  <inkml:trace contextRef="#ctx0" brushRef="#br0" timeOffset="-41998.16">4171 5861 0,'0'0'0,"0"0"0,0 0 0,0 0 0,0 0 15,0 0-15,0 0 16,0 0-16,0 0 15,0 0-15,0 0 16,0 0-16,0 4 16,0 5-16,0 8 15,1 7-15,3 4 16,0-1 0,0-1-16,-1-4 15,1 0-15,-2 0 16,2 1-16,1 1 15,-1 1-15,1-1 16,2-2-16,-1-3 16,1-1-16,2-1 15,1 1 1,4 0-16,3 1 16,0-2-16,1-3 15,5-1-15,1-2 16,5 1-16,2-2 15,1-1-15,0-2 16,3 0 0,5-1-16,1 1 0,3-1 15,0-3-15,6 1 16,2-1 0,5 1-16,4 0 15,-2-1-15,6 1 16,1 0-16,6-1 15,4-2-15,4 0 16,7-2-16,4-1 16,3 0-16,4-2 15,2-1-15,1 2 16,2-4 0,-2-1-16,4-2 15,2-2-15,0 0 16,2-1-16,-2 2 15,4-4-15,-1 2 16,1-1-16,0 1 16,-4 0-1,2 3-15,-4 3 0,1 1 16,-2 0 0,0 1-16,-4 0 15,6 0-15,-4-1 16,4 1-16,-9 0 15,-1 1-15,-1-1 16,-6-1-16,-1-2 16,-1 0-16,-4-1 15,0 1-15,-3 1 16,-3-1-16,-5 0 16,-3 2-1,-4 0-15,-2-1 16,-5 2-16,-5 0 15,-1 1-15,-5-1 16,0 2-16,-5 0 16,-3-1-16,-3 1 15,0 0 1,-3-1-16,-5 0 16,-5 1-16,-5-1 15,-7 1-15,-11 3 16,16-2-16,-16 2 15,0 0-15,11-3 16,-11 3-16,0 0 16,0 0-16,0 0 15,0 0-15,0 0 16,0 0-16,0 0 16,0 0-1,10-9-15,-10 9 16,-4-13-16,1 0 15,-1-6-15,-3-5 16,-1-2-16,1 0 16,1 5-16,-1 0 15,1 2-15,1 5 16,2 1-16,0 5 16,1 1-1,2 7-15,-3-8 16,3 8-16,0 0 15,0 0-15,-15-3 16,0 9-16,-5 5 16,1 2-16,2 3 15,3-1-15,3-3 16,2-1-16,4-2 16,-1-2-1,6-7-15,-4 8 16,4-8-16,0 0 15,0 0-15,0 0 16,0 0-16,12-18 16,0-3-16,1-2 15,-1 1-15,2 1 16,0-1-16,1 3 16,-1 3-16,0 2 15,0 4 1,0 5-16,3 4 15,3 4-15,4 4 16,0 3-16,0 5 16,-1 1-16,-2 0 15,0 2-15,-4-2 16,-5-3-16,-1-3 16,-4-3-16,-7-7 15,8 9 1,-8-9-16,0 0 15,0 0-15</inkml:trace>
  <inkml:trace contextRef="#ctx0" brushRef="#br0" timeOffset="-40533.09">717 2931 0,'0'0'0,"0"0"0,0 0 16,0 0-1,0 0-15,0 0 16,0 0-16,-2 5 16,0 6-16,-3 16 15,0 14-15,4 12 16,0 8-16,2 7 16,-1 4-16,0 0 15,2 0 1,1-1-16,2 7 15,1-1-15,3 1 16,-1 9-16,3-10 16,0 5-16,0-5 15,-1-7-15,1-1 16,-1-3-16,-1-5 16,-1-6-16,-1-6 15,-1-10 1,-1-7-16,-2-9 15,0-9-15,-2-5 16,-1-9-16,1 8 16,-1-8-16,0 0 15,0 0-15,12-22 16,7-42-16,3-34 16</inkml:trace>
  <inkml:trace contextRef="#ctx0" brushRef="#br0" timeOffset="-39601.03">639 2800 0,'0'0'0,"0"0"0,0 0 0,0-2 0,0 2 16,0 0-16,6-7 15,7-5-15,27-10 16,22-6-1,5 7-15,3 3 16,4 4-16,3 0 16,-1 1-16,-2-1 15,-3 2-15,1 0 16,1 2-16,-2 1 16,0 2-16,-5 2 15,-3 2-15,-10 3 16,-4 2-1,-12 1-15,-4 3 16,-5 3-16,-5 2 16,-2 2-16,-4 0 15,-2 3-15,0 4 16,1 8-16,-1 6 16,-4 8-16,-2 4 15,-1 7-15,-3 6 16,2 3-1,0 7-15,0 7 16,1-3-16,0 5 16,1-2-16,4-1 15,4 5-15,1 0 16,0-5-16,-1-1 16,-2-4-16,0-4 15,-2-5 1,-2-7-16,-4-3 15,-4-5-15,-2-4 16,-2-9-16,0-8 16,-1-6-16,-1-5 15,-1-2-15,-1-1 16,-10 2-16,-12 4 16,-15 3-16,-12-3 15,-4-2-15,-11-2 16,-5-1-16,-3-2 15,-2 0-15,1-3 16,5-2 0,3-3-16,6-3 15,3-2-15,0-2 16,4 0-16,-2-2 16,3 2-16,5 1 15,4 0-15,9 1 16,7 0-1,7-2-15,11-3 16</inkml:trace>
  <inkml:trace contextRef="#ctx0" brushRef="#br0" timeOffset="-38315.59">6746 3128 0,'0'0'0,"0"0"0,0 0 15,0 0-15,4-3 16,-4 3-16,15-7 16,-1 1-16,5 0 15,2 0-15,4 2 16,2 1-16,1-1 15,-2 3-15,-2-1 16,-3-1 0,-1 0-16,-4-4 15,1 1-15,-2-4 16,0-3-16,-1-3 16,-1-3-16,2-2 15,-3-4-15,0-2 16,-1-3-16,0-2 15,0-4-15,-2 1 16,-1 1 0,-3 0-16,-5 5 15,0-1-15,-4-2 16,-3-1-16,-4-1 16,-3 1-16,-5 1 15,-2 3-15,-8 0 16,-4 0-16,-2 4 15,-6 4-15,0 5 16,-5 4 0,3 4-16,5 5 15,-1 6-15,1 2 16,1 5-16,3 3 16,3 2-16,-1 7 15,0 5-15,1 6 16,1 9-16,3 5 15,4 1-15,1 6 16,5 3 0,6 6-16,2-1 15,5 3-15,3-3 16,17 23 0,19 4-1,3-17-15,10-15 16,2-28-16,10-10 15,22-4-15,13-14 16,-1-9 0,19-8-16,3-13 15</inkml:trace>
  <inkml:trace contextRef="#ctx0" brushRef="#br0" timeOffset="-34763.13">622 2863 0,'0'0'0,"0"0"0,0 0 0,0 0 16,0 0-16,0 0 15,-3 0-15,3 0 16,0 0 0,0 0-16,0 0 0,0 0 15,0 0-15,-15 0 16,15 0-16,-18 1 16,18-1-1,-18 2-15,18-2 16,-11 2-16,11-2 15,0 0-15,0 0 16,-12 3-16,12-3 16,0 0-16,0 0 15,0 0-15,0 0 16,0 0-16,-11 13 16,3-2-1,-1 8-15,-1 3 16,2 6-16,2 1 15,-1 2-15,3-1 16,0-2-16,1 1 16,1 0-16,0-1 15,0 1-15,2 0 16,0-2 0,1-2-16,2-3 15,0-1-15,1-2 16,2-3-16,2 1 15,2-1-15,3 1 16,0-4-16,1-3 16,1-2-16,2-1 15,2-2-15,0-1 16,-1-4-16,1 0 16,1-5-16</inkml:trace>
  <inkml:trace contextRef="#ctx0" brushRef="#br0" timeOffset="-32916.36">420 3262 0,'0'0'0,"0"0"15,0 0-15,0 0 16,0 0-16,0 0 16,0 0-1,2 0-15,-2 0 16,13-3-16,2 0 15,4 0-15,1-1 16,3 1-16,-1-1 16,-2 2-16,-3-1 15,-6 2-15,-11 1 16,13 0-16,-13 0 16,0 0-16,0 0 15,0 0 1,-20 17-16,-10-5 15,-8-2 1,3-2 0,5-2-16,3-2 15,13-1-15,3-2 16,11-1-16,-12 1 16,12-1-16,0 0 15,0 0-15,-12 4 16,12-4-1,0 0-15,0 0 16,-8 9-16,6 1 16,-1 4-16,1 6 15,0 4-15,2 6 16,0-4-16,2 1 16,-2-2-16,1-3 15,0 0 1,-1 0-16,1-1 15,1-1-15,0 3 16,0-1-16,-1 1 16,1-1-16,1-3 15,0-3-15,1 0 16,0-1-16,0-2 16,0-1-16,1-1 15,-1-2-15,2 0 16,-2-3-1,-4-6-15,10 13 16,-10-13-16,16 10 16,-16-10-16,22 9 15,-5-7-15,0-4 16,10-5-16,4-5 16,3-10-16</inkml:trace>
  <inkml:trace contextRef="#ctx0" brushRef="#br0" timeOffset="-32163.97">879 3142 0,'0'0'0,"0"0"0,0 0 0,0 0 15,0 0-15,0 0 16</inkml:trace>
  <inkml:trace contextRef="#ctx0" brushRef="#br0" timeOffset="-30027.47">332 3592 0,'0'0'0,"0"0"0,4 0 16,-4 0-16,25-4 15,-2 0-15,2 0 16,0-1-16,0 0 15,1-1-15,-4 1 16,-1 0-16,-6 1 16,-4 0-1,-11 4-15,18-4 16,-18 4-16,0 0 16,4-10-16</inkml:trace>
  <inkml:trace contextRef="#ctx0" brushRef="#br0" timeOffset="-29315.59">259 3593 0,'0'0'0,"0"0"0,0 0 16,0 0-16,0 0 15,0 0-15,0 0 16,0 0-16,-1 3 15,0 4-15,-1 9 16,0 5-16,0 5 16,2 2-1,-1-1-15,1-1 16,0 0-16,0 0 16,1 5-16,1 3 15,0-3-15,-1-4 16,0-6-16,0-1 15,0-2-15,-1 0 16,1-2-16,1 1 16,0 1-16,2 0 15,2-2 1,-1-2-16,1-1 16,-1-4-16,-1 0 15,1-2-15,-5-7 16,9 11-16,-9-11 15,7 8-15,-7-8 16,0 0-16,12 8 16,-12-8-1,0 0-15,17 3 16,-17-3-16,17-3 16,-17 3-16,17-8 15,-7 1-15,0-1 16,0 0-16,-1 0 15,-2 1-15,1 0 16,2-2-16,2-1 16,4-3-1,8-1-15,5 0 0,2 0 16,-3 1 0,-4 4-16,-1-1 15,-1 1-15,-2 2 16,-3-1-16,-4 3 15,-13 5-15,16-6 16,-16 6-16,11-3 16,-11 3-16</inkml:trace>
  <inkml:trace contextRef="#ctx0" brushRef="#br0" timeOffset="-23908.18">818 2884 0,'0'0'0,"0"0"0,0 0 0,0 0 16,0 0-16,0 0 15,0 0-15,0 0 16,3-2-16,10 0 16,12-1-16,16-2 15,7 2-15,10 0 16,9 0-1,8-1-15,7-3 16,0-4-16,6-5 16,-2 0-16,1-3 15,2-2-15,-7 2 16,1 0-16,-5 0 16,-9 4-16,-1 0 15,-6 1-15,-8 0 16,-10 3-16,-6-1 15,-10 0 1,-5 2-16,-6-1 16,-2 0-16,-4-2 15,-2-2-15,-7-3 16,-4-2-16,-9-2 16,-12-2-16,-13-5 15,-15 2-15,-15 4 16,-10 3-1,-11 10-15,-9 5 16,-6 7-16,0 6 16,-4 5-16,-1 3 15,0 1-15,3 0 16,8 1-16,5-1 16,4 4-16,4 0 15,0 3-15,7 0 16,6 1-1,6 0-15,9-2 16,8 1-16,6 2 16,8 1-16,5 2 15,11 0-15,8 0 16,9-1-16,7-3 16,11 2-16,18-2 15,20-5-15,24-5 16,15-9-16,14-9 15,2-8 1,7-5-16,0-3 16,-2-5-16,8 0 15,-2-4-15,6-2 16,-12 2-16,-3 1 16,-10 2-16,-6 2 15,-5 2-15,-8 2 16,-4 1-16,-8 1 15,-7 2 1,-8 1-16,-8 0 16,-6 1-16,-12 1 15,-7 1-15,-6 3 16,-7 2-16,-11 6 16,12-8-16,-12 8 15,0 0-15,9-9 16,-9 9-1,2-8-15,-2 8 16,-1-12-16,-2 5 16,-2 0-16,-1-2 15,-1 1-15,-1 2 16,8 6-16,-17-12 16,17 12-16,-12-7 15,12 7-15,0 0 16,-11-4-16,11 4 15,0 0 1,0 0-16,0 0 16,0 0-16,0 0 15,-11 3-15,11-3 16,0 0-16,0 0 16,0 0-16,0 0 15,0 0-15,0 0 16,0 0-16,0 0 15,0 0-15,0 0 16,0 0 0,0 0-16,0 0 15,0 0-15,0 0 16,0 0-16,0 0 16,0 0-16,0 0 15,0 0-15,0 0 16,0 0-16,0 0 15,0 0 1,0 0-16,0 0 16,0 0-16,0 0 15,0 0-15,0 0 16,0 0-16,0 0 16,0 0-16,0 0 15</inkml:trace>
  <inkml:trace contextRef="#ctx0" brushRef="#br0" timeOffset="-21512.04">2590 4147 0,'0'0'0,"0"0"0,0 0 16,0 0-16,0 0 15,-1-2-15,1 2 16,-10-8-16,-4 0 15,-9-5 1,-8 1-16,-12 6 0,-8 1 16,-10 6-1,0 2-15,-6 3 16,-5 3-16,-1 0 16,-5 1-16,-2-1 15,-4 2-15,-3-1 16,-5 1-16,5-2 15,0 1-15,-3 0 16,3-1-16,0 3 16,2 0-1,6 4-15,5 2 16,7 2-16,4 2 16,8 2-16,5 1 15,6-1-15,9-2 16,6-1-16,8-2 15,6-1-15,6 2 16,4 3-16,5 5 16,7 1-1,12 3-15,9-1 16,13-2-16,18-4 16,6-5-16,18-7 15,8-6-15,8-4 16,10-4-16,4-2 15,5-6-15,1 0 16,2-5-16,3-4 16,2-4-1,1-3-15,-4-6 16,-6 1-16,-3-3 16,-7 3-16,-7 2 15,-2-2-15,-11-1 16,-10-3-16,-10 1 15,-10 4-15,-12 0 16,-10 3-16,-10-2 16,-9 1-16,-8-1 15,-6-2 1,-9-3-16,-14-3 16,-15 0-16,-12 0 15,-23 5-15,-14 4 16,-18 10-16,-4 6 15,-14 8-15,-7 10 16,-11 6-16,-11 6 16,4 5-1,-11 5-15,12 4 16,1 5-16,11-1 16,21-3-16,8-2 15,17-5-15,10-4 16,-3 5-16</inkml:trace>
  <inkml:trace contextRef="#ctx0" brushRef="#br0" timeOffset="-14719.65">632 3162 0,'0'0'0,"0"0"0,0 0 0,0 0 16,0 0-16,0 0 15,0 0-15,0 0 16,0 0-16,0 0 16,0 0-16,0 0 15,5 0-15,-5 0 16,26-5-16,-1 1 15,5-1-15,5-2 16,6 0 0,5 0-16,4-1 15,4-1-15,-1 1 16,1 0-16,-1 2 16,-1 1-16,-2 3 15,-1-1-15,3 1 16,0-1-16,-2 1 15,-2 1 1,0-3-16,3-5 16,-3 0-16,-4 0 15,-5 1-15,-4 1 16,-5 0-16,-3 1 16,-2 0-16,-3 0 15,-3 1-15,0 0 16,-4 0-16,-1 1 15,-2 0-15,0 1 16,1-2-16,2 1 16,1 0-1,1-1-15,0 1 16,-2 0-16,1-1 16,-5 2-16,-11 3 15,17-5-15,-17 5 16,0 0-16,13-6 15,-13 6-15,0 0 16,0 0-16,0 0 16,0 0-1,0 0-15,0 0 16,9-7-16,-9 7 16,0 0-16,0 0 15,0 0-15,0 0 16,0 0-16,0 0 15,0 0-15,0 0 16,0 0 0,0 0-16,0 0 15,0 0-15,0 0 16,0 0-16,0 0 16,0 0-16,0 0 15,0 0-15,0 0 16,0 0-16,0 0 15,0 0-15,0 0 16,0 0 0,0 0-16,0 0 15,14-2-15,-1 0 16,3-1-16,1-1 16,-1 1-16,-2 1 15,1 1-15,0-1 16,-2 0-16,-1 1 15,-12 1-15,20-1 16,-20 1-16,15 0 16,-15 0-1,11 0-15,-11 0 16,0 0-16,0 0 16,12 0-16,-12 0 15,0 0-15,0 0 16,0 0-16,0 0 15,0 0-15,-7-7 16,-11-2-16,-9-1 16,-8 3-1,-1 2-15,0 1 16,-4 2-16,-1-1 16,-3 1-16,-1 2 15,-2 1-15,-2 1 16,-1 1-16,0 0 15,-4 1-15,3 0 16,-1 0-16,-1 1 16,1 0-1,0-1-15,3 1 16,2-1-16,1 1 16,2 0-16,1-1 15,1 1-15,6-2 16,-4 0-16,4 1 15,-1 0-15,1 0 16,0 2-16,0 3 16,3 1-1,-1 1-15,3 0 16,4 0-16,2-2 16,7-2-16,4-2 15,14-5-15,-15 7 16,15-7-16,-10 8 15,6-1-15,1 6 16,2 4-16,4 3 16,6 2-16,6 1 15,11 0 1,9-2-16,11 0 16,11-12-16,6-5 15,7-8-15,5-6 16,-8 0-16,3-2 15,0-1-15,1 1 16,4 0-16,-7-1 16</inkml:trace>
  <inkml:trace contextRef="#ctx0" brushRef="#br0" timeOffset="-9657.44">9682 5799 0,'0'0'0,"0"0"0,0 0 0,0 0 15,-6 3-15,6-3 16,-18 10-16,3-2 15,-5 4 1,-4 4-16,2 2 16,5-1-16,1-3 15,4-1-15,5-4 16,2-1-16,5-8 16,0 0-16,-3 8 15,3-8-15,15-4 16,4-2-16,3-6 15,1-4 1,-3 0-16,-1 0 16,2 0-16,-2-1 15,2 0-15,-2 4 16,-4 1-16,0 5 16,-1 3-16,2 5 15,2 4-15,2 3 16,3 5-1,1 4-15,3 4 0,2 3 16,-1-1 0,-4-4-16,0-1 15,-6-3-15,-1-3 16,0-5-16,-5-2 16</inkml:trace>
  <inkml:trace contextRef="#ctx0" brushRef="#br0" timeOffset="-7752.65">9464 5817 0,'4'0'0,"-4"0"0,22 0 16,13 0-16,12 0 15,3 0-15,-2 0 16,0-1-16,-7 0 16,-2 0-16,-8 0 15,-3 0-15,-9-1 16,-5 0-16,-14 2 15,15-2 1,-15 2-16,0 0 16,0 0-16,13 0 15,-13 0-15,0 0 16,0 0-16,0 0 16,0 0-16,0 0 15,0 0-15,0 0 16,0 0-16,0 0 15,0 0-15,0 0 16,0 0 0,0 0-16,0 0 15,0 0-15,0 0 16,0 0-16,0 0 16,10-1-16,-10 1 15,0 0-15,0 0 16,0 0-16,0 0 15,0 0-15,0 0 16,0 0 0,0 0-16,0 0 15,0 0-15,0 0 16,0 0-16,0 0 16,0 0-16,0 0 15,0 0-15,0 0 16,0 0-16,0 0 15,0 0-15,0 0 16,0 0 0,0 0-16,0 0 15,0 0-15,0 0 16,2 7-16,-2-7 16,0 0-16,0 0 15,0 0-15,0 0 16,0 0-16,0 0 15,0 0-15,0 0 16,0 0 0,0 0-16,0 0 15,25 3-15,10 4 16,17-1-16,9-2 16,8-1-16,1-2 15,7-1-15,4-1 16,-1-1-16,-2 0 15,-5 0-15,-1-1 16,-4 1-16,-5 0 16,-4 0-1,-5 0-15,-5 1 16,-5 0-16,-5 1 16,-7 0-16,-7 0 15,-4 0-15,-8 0 16,-13 0-16,15 0 15,-15 0-15,0 0 16,0 0-16,12 0 16,-12 0-1,0 0-15,0 0 16,0 0-16,0 0 16,0 0-16,0 0 15,0 0-15,0 0 16,0 0-16,0 0 15,0 0-15,0 0 16,0 0 0,0 0-16,0 0 15,0 0-15,0 0 16,0 0-16,0 0 16,0 0-16,0 0 15,0 0-15,0 0 16</inkml:trace>
  <inkml:trace contextRef="#ctx0" brushRef="#br0" timeOffset="-5425.5">11931 5332 0,'0'0'0,"-3"-1"0,3 1 0,0 0 0,-12-9 15,-6-4-15,-4-4 16,-7-4-16,0-1 16,-3 1-1,-1 0-15,0 7 16,-3 4-16,-2 2 16,-3 3-16,4 3 15,3 2-15,-1 4 16,0 6-16,-1 3 15,-1 5-15,4 4 16,2 3-16,1 6 16,2-1-16,-1 6 15,-1 4 1,1 6-16,1-2 16,5-2-16,4 6 15,4 0-15,3 1 16,5-1-16,4-6 15,7 13 1,13 7 0,8 1-16,9-11 15,-3-20-15,4-4 16,7-2-16,8 1 16,4-6-1,-3-6-15,14-4 16,-2-4-16,11-4 15,7-2-15,-20-3 16,2-4-16,3-5 16,-7-5-16,7-4 15,-8-1 1,1-3-16,-11 0 16,-9-4-16,-4-7 15,-9-5-15,8-6 16,-7 4-16,-7-1 15,-14-9-15,-7 1 16,-5 6-16,-2 9 16,-5 4-16,-6-5 15,-5-5-15,-7 1 16,-3 6 0,-4 6-16,-9 4 15,0 2-15,-5 4 16,0 2-16,6 4 15,2 3-15,5 2 16,4 3-16,2 0 16,4 1-16,9 1 15,6 1-15,3 1 16,11 1 0,-13-1-16,13 1 15,0 0-15,0 0 16,0 0-16,-10 2 15,10-2-15,0 0 16,0 0-16,0 0 16,0 0-16,0 0 15,0 0 1,0 0-16,0 0 16,0 0-16,0 0 15,0 0-15,0 0 16,0 0-16,0 0 15,0 0-15,0 0 16,0 0-16,0 0 16,0 0-16,0 0 15,0 0-15</inkml:trace>
  <inkml:trace contextRef="#ctx0" brushRef="#br0" timeOffset="-3440.18">6479 2656 0,'0'0'0,"0"0"0,0 0 16,0 0-1,0 0-15,4 0 16,8 0-16,14 0 15,7 0-15,7 0 16,9 0-16,2-3 16,5-1-16,-2-2 15,3-2-15,3 1 16,2-2-16,1 1 16,3-1-1,-1 1-15,-1 1 16,2 1-16,1 3 15,2 2-15,2 3 16,3 0-16,0 1 16,-2-2-16,2 2 15,-4-2-15,-2 1 16,1 0-16,-5-1 16,-5 1-1,2 0-15,-5-1 16,-3 1-16,-5-1 15,-7 0-15,-4-1 16,-7 0-16,-6 0 16,-7 0-16,-17 0 15,16 0-15,-16 0 16,0 0-16,0 0 16,11-1-1,-11 1-15,0 0 16,3-13-16,-3-4 15,-5-8-15,-5-5 16,0-1-16,-3-1 16,-2-3-16,-1 0 15,0-2-15,2 3 16,0 0-16,2 5 16,0-1-1,-1-1-15,1-1 16,0 0-16,1 3 15,0 2-15,2 3 16,0 1-16,2 0 16,-3 0-16,-1 1 15,-4 3-15,-2 1 16,-6 1-16,-5 0 16,-5 4-1,-3 3-15,-2 4 16,-4 2-16,-7 3 15,-3 1-15,-4 2 16,0 1-16,1 2 16,5 1-16,0 0 15,4 0-15,2-1 16,-1 0-16,2 1 16,1-4-16,4-1 15,0-3 1,2-1-16,-1-2 15,4 0-15,-1 1 16,-2-1-16,1-2 16,3 1-16,1 0 15,1-1-15,-6 1 16,-3-1-16,-3 1 16,-3 4-16,-1 4 15,3 3 1,1 0-16,5 0 15,2-1-15,3 1 16,-1 0-16,2 1 16,1 1-16,4 0 15,2 0-15,-1 1 16,-1 0-16,0 0 16,0 0-16,2 0 15,4 2 1,1 0-16,2 1 15,0 2-15,2-2 16,-2 4-16,4 0 16,-2 3-16,3 3 15,0 4-15,3 2 16,1 4-16,3 0 16,3 0-16,1 0 15,2-2 1,1 2-16,0-3 15,3-2-15,-2-1 16,3-3-16,-1-4 16,3-3-16,-1 0 15</inkml:trace>
  <inkml:trace contextRef="#ctx0" brushRef="#br0" timeOffset="-2782.46">3020 2461 0,'0'4'0,"0"11"15,0 11-15,4 37 16,4 20-16,0 0 16,3 9-16,1 1 15,-3-4-15,3 6 16,-2-2-1,-2 6-15,-5 4 16,-1-4-16,-4 1 16,0-11-16,0 1 15,1-15-15,-1-12 16,1-14-16,2-14 16,3-6-16,10-1 15</inkml:trace>
  <inkml:trace contextRef="#ctx0" brushRef="#br0" timeOffset="8641.07">5783 5816 0,'0'0'0,"0"-2"0,0 2 0,0 0 16,-3-8-16,3 8 16,0 0-16,0 0 15,0-7-15,0 7 16,34-18-16,8 6 15,15-2-15,2 3 16,3-1 0,-5 4-16,-5 2 0,-8-1 15,-2 5 1,-6 1-16,-6 3 16,-5 6-16,-5 2 15,-7 4-15</inkml:trace>
  <inkml:trace contextRef="#ctx0" brushRef="#br0" timeOffset="11344.03">4483 2364 0,'0'0'0,"0"0"0,0 0 16,0 0-16,0 7 16,1 13-16,1 27 15,2 18 1,-1 3-16,0 0 16,-1-16-16</inkml:trace>
  <inkml:trace contextRef="#ctx0" brushRef="#br0" timeOffset="11797.8">4413 2308 0,'0'0'0,"0"-2"0,0 2 16,0 0-16,7-10 16,8-2-16,20-6 15,11 1-15,-2 4 16,-5 5-16,-7 5 16,-5 5-16,-10 0 15,-5 2 1,-12-4-16,12 6 15,-12-6-15,0 16 16,-4 0-16,-5 4 16,-1-2-16,0-4 15,2-4-15,2-2 16,1 0-16,0-1 16,1 2-16,2 3 15,6 3-15,7 3 16,9 2-1,12 2-15,10-1 16,11 0-16,4 0 16</inkml:trace>
  <inkml:trace contextRef="#ctx0" brushRef="#br0" timeOffset="12423.54">12430 2076 0,'3'5'0,"2"5"16,4 15-16,7 50 15,-1 36-15</inkml:trace>
  <inkml:trace contextRef="#ctx0" brushRef="#br0" timeOffset="13173.61">12509 1820 0,'0'0'0,"5"0"0,-5 0 15,16-1-15,36-6 16,61-10-16,31-6 16,-13 3-16,-2 1 15,-14 0 1,-10 4-16,-16 0 0,-8 2 15,-14 2 1,-16 6-16,-20 1 16,-11 4-16,-7 2 15,-13-2-15,18 18 16,-6 4-16,-3 15 16,0 16-16,-1 10 15,-1 14-15,5 23 16,8-32-16,23 11 15,-1-15 1,7-4-16,7 18 16,-14-27-16,-6-11 15,-12-18-15,-8-12 16,-16-10-16,13 8 16,-14 1-16,-24 17 15,-46 13-15,-35-7 16,-18-2-16,-8-9 15,-7-5 1,5-1-16,6-4 16,0-3-16,12-3 15,9-4-15,13-2 16,2-8-16,19-5 16,11-2-16,3-7 15,6-7-15,3-6 16,4-4-1,11 2-15,10 2 16,7-3-16,2-4 16,4 4-16,4 8 15,5 6-15</inkml:trace>
  <inkml:trace contextRef="#ctx0" brushRef="#br0" timeOffset="13722.67">12906 3354 0,'0'2'0,"0"-2"16,0 14-16,0 24 16,3 31-16,6 32 15,0-8-15,4 20 16,2 3-16,-1 1 16,0 4-16</inkml:trace>
  <inkml:trace contextRef="#ctx0" brushRef="#br0" timeOffset="14127.19">12841 3335 0,'0'0'0,"0"2"16,0-2-16,6 8 15,16 2-15,64-3 16,67 1-16,1-28 16,10-6-16,-15 2 15,-3 0-15,-27 10 16,-20 9-16,-20 3 15,-21 4-15,-8 13 16,-9 13 0,-14-7-16,-2 6 15,-5 1-15,0 27 16,6 44-16,-1 5 16,-2 13-16,-5-23 15</inkml:trace>
  <inkml:trace contextRef="#ctx0" brushRef="#br0" timeOffset="14422.01">14603 4368 0,'-5'0'0,"-24"-7"0,-21-2 15,-77-6-15,-13 4 16,-6 6-16,-15-3 15,-1 2 1,-3 0-16,16-2 16,8 0-16,31 1 15,25-1-15,14 1 16,22-1-16,15 0 16,6 1-16,9 0 15,5 1-15,14 6 16,-16-9-16,16 9 15,-7-7-15,7 7 16,-5-6 0</inkml:trace>
  <inkml:trace contextRef="#ctx0" brushRef="#br0" timeOffset="17080.09">4569 3834 0,'0'0'0,"0"0"0,0 0 16,3 0-16,-3 0 15,32-1-15,49-32 16,60-41 0,19-50-16</inkml:trace>
  <inkml:trace contextRef="#ctx0" brushRef="#br0" timeOffset="17521.54">12679 2315 0,'3'0'0,"18"-4"0,-21 4 0,53-9 0,102-20 16,26-3-16</inkml:trace>
  <inkml:trace contextRef="#ctx0" brushRef="#br0" timeOffset="17879.38">13433 3964 0,'4'-3'0,"9"-13"15,8-7-15,42-20 16,27-3-16,33 3 15,53-7-15</inkml:trace>
  <inkml:trace contextRef="#ctx0" brushRef="#br0" timeOffset="20198.3">11097 5186 0,'0'0'0,"-5"-4"16,5 4-16,-21-18 15,-4 3-15,-8 3 16,-2 0-1,-6 1-15,-5-1 16,-2 0-16,-5 0 16,-3-1-16,-2 3 15,-7-4-15,2 1 16,-7 0-16,3-2 16,-4 1-16,-4-1 15,5 2-15,-8 6 16,-3 6-1,0 4-15,-6 6 16,6 4-16,2 4 16,3 2-16,6 1 15,3 2-15,11 0 16,5 0-16,5 3 16,5 3-16,4 7 15,3 3 1,6 2-16,4 4 15,7 4-15,4 7 16,6 7-16,8 3 16,9 7-16,9-1 15,10 0-15,10-4 16,10-2-16,10-2 16,12-5-16,7-3 15,13-6-15,11-9 16,92-7 15,-29-20-31,30-21 16,-42-3-16,-49-11 15,25-6-15,-20-3 16,-2-6-16,-10-7 16,-5-1-16,-9-4 15,-17 2 1,-11-1-16,-16-8 15,-11 3-15,-12-1 16,-10 0-16,-6 5 16,-9 0-16,-9 0 15,-10 2-15,-8 6 16,-7 0-16,-8 2 16,-2 1-16,-4 4 15,3 5-15,0 7 16,7 5-1,6 5-15,4 1 16,7 3-16,6 3 16,7 0-16,4 2 15,13 3-15,-13-3 16</inkml:trace>
  <inkml:trace contextRef="#ctx0" brushRef="#br0" timeOffset="26052.1">12080 5122 0,'0'0'0,"0"0"0,5-2 15,1-5-15,2-4 16,1-7-16,-1-1 16,-2 1-16,-5 1 15,-2 0-15</inkml:trace>
  <inkml:trace contextRef="#ctx0" brushRef="#br0" timeOffset="26942.34">12320 4729 0,'0'0'0,"0"0"16,3 2-16,-3-2 15,0 0-15,30 15 16,13 5-1,14 8-15,6 3 16,1 0-16,3 2 16,-1-2-16,-7-3 15,-8-3-15</inkml:trace>
  <inkml:trace contextRef="#ctx0" brushRef="#br0" timeOffset="27201.76">12850 4868 0,'0'0'0,"0"0"16,0 0-16,-1 4 15,-4 8-15,-9 17 16,-10 13-1,-7 6-15,-1-5 16,2-2-16,2-2 16,-1-1-16,5-4 15,-1-5-15,11-12 16,9-9-16,5-8 16</inkml:trace>
  <inkml:trace contextRef="#ctx0" brushRef="#br0" timeOffset="27657.84">13105 4891 0,'0'0'0,"0"-1"15,0 1-15,16-9 16,21 6-1,17 2-15,10 7 16,-6 4-16,-8 0 16,-7 0-16,-14-1 15,-11 0-15,-7-2 16,-3 4-16,-4 0 16,-6 2-16,-8 6 15,-5 0 1,-3 0-16,-1-3 15,3-2-15,7-6 16,9-8-16,-4 18 16,20-1-16,16 12 15,19 12 1,-5-5 0,4-1-16,-10-6 15,-16-10-15,-11-7 16,-13 3-1,-9 1-15,-20 4 16,-23 1-16,-25 7 16,-15-6-16</inkml:trace>
  <inkml:trace contextRef="#ctx0" brushRef="#br0" timeOffset="29297.75">13123 5731 0,'0'0'0,"0"0"0,0 0 16,0 0-16,0 0 15,0 0-15,0 3 16,0-3-16,-2 19 16,3 9-16,4 6 15,2 3-15,5 4 16,6-1-1,-1 1-15,7 2 0,1-1 16,4-2 0,7 1-16,4-2 15,9-1-15,4-2 16,4-2-16,3-2 16,0 1-16,1-3 15,-3 0-15,1-2 16,-2-2-16,-2-5 15,-3-4-15,-4-3 16,-10-6 0,-6-2-16,-10-3 15,-8 0-15,-14-3 16,16 2-16,-16-2 16,0 0-16,11-3 15,-11 3-15,4-14 16,-6 1-16,-5-4 15,-3-6 1,-5 0-16,-3-1 16,-2 1-16,-1 2 15,1 3-15,3 3 16,2 2-16,3 3 16,12 10-16,-16-10 15,16 10-15,0 0 16,-10-8-1,10 8-15,0 0 0,0 0 16,0 9 0,9 10-16,13 10 15,9 4-15,1-1 16,1-4-16,-7-3 16,1-1-16,-3 0 15,-4 7-15,-10 1 16,-9-3-16,-5 0 15,-8-3 1,-6 0-16,-14 0 16,-8 1-16</inkml:trace>
  <inkml:trace contextRef="#ctx0" brushRef="#br0" timeOffset="31279.53">13165 5781 0,'2'-1'0,"9"-4"0,8-3 0,37-12 16,28-6 0,15-4-16,9-2 15,3 0-15,-5 0 16,3-3-16,-8-9 16,-4-3-16,-6-9 15,-7 1-15,-11-1 16,-14 1-16,-13 6 15,-12 7-15,-10 3 16,-9 0-16,-10 5 16,-7 1-1,-11 0-15,-13 1 16,-21-2-16,-18 0 16,-11 5-16,-1 7 15,0 6-15,-2 6 16,-4 5-16,0 5 15,0 5-15,5 3 16,10 3 0,1 5-16,5 3 15,-1 5-15,4 3 16,3-1-16,3 3 16,3 1-16,3 5 15,0 4-15,8 1 16,2 4-16,7 3 15,9-1-15,6 1 16,7-3-16,8 5 16,7 1-16,16 0 15,14 1 1,19-6-16,21-5 16,16 1-16,18-16 15,3-9-15,17-11 16,-6-23-16,8 1 15,-9-12-15,3-15 16</inkml:trace>
  <inkml:trace contextRef="#ctx0" brushRef="#br0" timeOffset="37474.39">9694 1777 0,'0'0'0,"0"0"0,0 0 0,0 0 16,0 3-16,0 11 16,0 20-16,0 20 15,0 7-15,-1 8 16,-1 0-16,-3 2 15,-3 0-15,1-5 16,0-9-16,0-11 16,3-15 15,-1-11-31,3-12 16</inkml:trace>
  <inkml:trace contextRef="#ctx0" brushRef="#br0" timeOffset="37956.83">9732 1577 0,'0'0'0,"0"0"0,5-1 15,6-2-15,19-3 16,13 2 0,-1 7-16,-5 5 15,-6 5-15,-5 5 16,-7 3-16,-5 5 16,-11 6-16,-11 6 15,-15 10-15,-13 7 16,-11 4-16,-2-8 15,4-6-15,8-10 16,8-7-16,8-8 16,8-5-1,3-3-15,6 0 16,5 3-16,7 2 16,8 4-16,12 0 15,6-1-15,0-4 16,1-3-16,-3-1 15,-2 0-15,-3-4 16,-1 6 0,-2 3-16,0 5 15,-2 2-15,-7-6 16</inkml:trace>
  <inkml:trace contextRef="#ctx0" brushRef="#br0" timeOffset="38421.26">10151 2193 0,'0'-1'0,"0"1"0,0 0 15,-2-12-15,2 12 16,-2-8-16,6 2 16,12-8-16,25-8 15,21-3-15,2 6 16,-7 4-16,-6 4 15,-5 4-15,-8 3 16,-9 0-16,-12 3 16,-17 1 15,-4-20-31,-25-16 16,-10-3-16,11 18 15,4 6-15,6 4 16,5 4-16,13 7 15,-17-9-15,17 9 16,0 0-16,-13-5 16,13 5-1,-4 10-15,1 17 16,1 25-16,3 13 16,0 6-16,2 2 15,-1-1-15,1-7 16,0-7-16,-2-5 15,0-7-15,6-9 16,4-8 0,-4-11-16,8-6 0,7-6 15</inkml:trace>
  <inkml:trace contextRef="#ctx0" brushRef="#br0" timeOffset="38829.65">10824 1862 0,'0'0'0,"-2"2"16,2-2-16,-11 18 15,2 5-15,1 6 16,7 0-16,3-4 16,6-3-1,2-4-15,3-3 16,4-2-16,0-3 16,1 0-16,-3-3 15,-4-1-15,-11-6 16,16 10-16,-9-1 15,0 13-15,0 13 16,-1 8-16,1 3 16,-5-3-16,3 0 15,-2-5 1,-1-5-16</inkml:trace>
  <inkml:trace contextRef="#ctx0" brushRef="#br0" timeOffset="39040.05">11172 2289 0,'0'-2'0,"0"2"0,2-8 16,6-3-16,6-4 15,6 0-15,3 1 16,9 4-16,6 3 15,4 0-15,-5 3 16,-8 0-16</inkml:trace>
  <inkml:trace contextRef="#ctx0" brushRef="#br0" timeOffset="39228.44">11377 2007 0,'0'0'0,"0"0"16,0 0-16,0 0 16,0 2-16,2 10 15,3 21 1,0 21-16,3 8 16,-2 3-16,1 2 15</inkml:trace>
  <inkml:trace contextRef="#ctx0" brushRef="#br0" timeOffset="39916.21">11763 2012 0,'0'0'0,"0"0"0,0 0 16,0 2-16,-1 8 16,-2 22-16,-1 19 15,-3 8 1,-4-3-16,0-10 16,2-12-16,3-10 15,0-11-15,3-4 16,3-9-16,0 0 15,0 0-15,-18-8 16,4-14-16,-1-18 16,0-5-16,3-2 15,0-2 1,4 7-16,4 3 16,4 4-16,5-1 15,8-5-15,2 4 16,6 7-16,1 5 15,0 6-15,2 5 16,-2 5-16,-2 5 16,-5 4-16,-15 0 15,16 15-15,-16 2 16,-10 11-16,-9 8 16,-3 1-1,1-6-15,7-8 16,3-6-16,2-3 15,7-2-15,9 5 16,12 8-16,12 4 16,11-1-16,5-6 15,1-1-15,4 0 16,-9-3-16,-8-4 16,-11-2-1,-9 5-15,-8 4 16,-10 8-16,-21 6 15,-31 6-15,-17-6 16,-18-9-16,4 4 16</inkml:trace>
  <inkml:trace contextRef="#ctx0" brushRef="#br0" timeOffset="40321.68">9715 2714 0,'0'0'0,"0"0"0,0 0 16,0 0-16,8 1 15,17 2-15,25 1 16,22-1-16,7-2 16,20-1-16,9-2 15,10 0-15,15 0 16,1 1-16,12-2 16,7 2-1,5-1-15,18 0 16,-12 1-16,8-4 15,-26 0-15,-2-1 16,-9 1-16,-14 0 16,-16 2-16,-15 2 15,-28 11-15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22T12:01:46.628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10424 4338 0,'0'0'0,"0"0"0,0 0 0,0 0 16,0 0-1,0 0-15,0 0 16,2 1-16,-2-1 15,15 3-15,5 0 16,10 1-16,8-3 16,6-1-16,-1-1 15,0-1-15,2-3 16,0 3 0,-4 0-16,-2 0 0,-3-2 15,-4 3 1,-1-1-16,-3 1 15,-1 1-15,-2 1 16,-1-1-16,1 2 16,2-2-16,1 1 15,1 1-15,0 0 16,-4 0-16,-2-1 16,-2 2-1,-3-3-15,-2 2 16,-2-1-16,-4-1 15,-10 0-15,18 2 16,-18-2-16,12 2 16,-12-2-16,14 2 15,-4-1-15,4-1 16,0 3-16,2-2 16,-3 1-16,2 0 15,0-1 1,0 1-16,1 0 15,-1 0-15,1-1 16,3 2-16,4-2 16,3 0-16,1-1 15,2-1-15,0 0 16,1-2-16,4-1 16,0 1-1,-1 0-15,-2-2 16,-2 3-16,-2 0 15,-2-2-15,2 3 16,2-1-16,-3 4 16,-2-1-16,-5 1 15,-1 0-15,-1-1 16,-3 1-16,0-1 16,-1 1-1,1 1-15,0-1 16,-1 0-16,1 2 15,0-1-15,-2 1 16,1-1-16,-2 1 16,2-1-16,-2 0 15,0 1-15,2-2 16,1 1-16,1-1 16,4 2-16,1-1 15,4 1 1,6-2-16,1 0 15,2-3-15,0 0 16,-1 0-16,1 0 16,-1 0-16,-1 0 15,-1-1-15,-2-1 16,-3-1-16,-2 1 16,-3 0-16,0 1 15,-3 0 1,-1 0-16,-4 1 15,-12 1-15,15-2 16,-15 2-16,0 0 16,12-2-16,-12 2 15,0 0-15,0 0 16,0 0-16,0 0 16,0 0-1,0 0-15,2-9 16,-4-1-16,-4-2 15,-3-1-15,0-1 16,-4-1-16,2 3 16,-2 1-16,3 1 15,0 3-15,10 7 16,-11-9-16,11 9 16,0 0-16,-11-7 15,11 7 1,0 0-16,0 0 15,0 0-15,0 0 16,0 0-16,0 0 16,0 0-16,7 8 15,15 6-15,8 3 16,5 2-16,-2-1 16,-3-1-16,-3-3 15,-5-1-15,-4-1 16,-4 4-1,-5-1-15,-5 2 16,-6 4-16,-13 8 16,-12 9-16,-17 5 15,-3-3-15,2-7 16,7-6-16</inkml:trace>
  <inkml:trace contextRef="#ctx0" brushRef="#br0" timeOffset="674.69">10500 3753 0,'0'0'0,"0"4"0,0-4 15,3 22 1,1 9-16,0 10 16,-1 4-16,1-2 15,0-3-15,-1-4 16,0 0-16,2-5 16,0 1-16,5-3 15,2-2-15,0-6 16,-2-6-1</inkml:trace>
  <inkml:trace contextRef="#ctx0" brushRef="#br0" timeOffset="1357.74">10533 3675 0,'0'0'0,"0"0"0,2-1 16,9-2-16,12-3 15,17-2-15,4 1 16,4 1-1,-2 3-15,-4 2 16,-5 1-16,-6 1 16,-5 0-16,-5 0 15,-5 0-15,-1 0 16,-2 4-16,2 2 16,-2 2-16,0 4 15,0 4-15,0 2 16,0 4-1,0 2-15,1 4 16,-1 2-16,0 1 16,0 1-16,-3-5 15,-1-4-15,0-3 16,2-3-16,-2-4 16,-1-4-16,-1-2 15,-7-8-15,6 8 16,-6-8-16,0 0 15,0 11-15,-11-2 16,-14 7 0,-14-1-16,-9-2 15,-3-2-15,-6-5 16,-1-3-16,1-1 16,5-1-16,6-2 15,7-1-15,8 1 16,7-3-16,5 1 15,6 1 1,2-2-16,11 4 16</inkml:trace>
  <inkml:trace contextRef="#ctx0" brushRef="#br0" timeOffset="3928.41">12420 3786 0,'0'0'0,"0"0"16,0 0-16,0 0 15,0 0-15,0 0 16,2 4-16,3 7 16,1 8-16,5 10 15,3 7-15,-1-3 16,-1-1-16,-1-2 15</inkml:trace>
  <inkml:trace contextRef="#ctx0" brushRef="#br0" timeOffset="4438.14">12498 3782 0,'0'0'0,"0"0"16,0 0-16,10-1 16,11-1-16,12 0 15,6 0-15,0 3 16,0 2-16,-3 3 15,-4-1-15,-7 0 16,-4 0-16,-4 1 16,-3 2-1,-5-1-15,-1 2 0,-1 3 16,-1 6 0,-1 8-16,-1 5 15,0-3-15,0-1 16,-1-6-16,0-2 15,0-5-15,2-2 16,-1-3-16,-4-9 16,4 9-1,-4-9-15,0 0 16,-10-1-16,-21-2 16,-13 0-16,1-1 15,4 0-15,0 2 16,0-1-16,1 0 15</inkml:trace>
  <inkml:trace contextRef="#ctx0" brushRef="#br0" timeOffset="7243.55">14102 4078 0,'0'0'0,"0"0"0,0 0 0,0 0 15,0 0-15,0 0 16,0 0-16,0 0 16</inkml:trace>
  <inkml:trace contextRef="#ctx0" brushRef="#br0" timeOffset="11486.92">14196 4082 0,'0'0'0,"0"0"15,0 0-15,0 1 16,0-1-16,0 11 16,-2 0-16,1 4 15,0 4 1,1 3-16,0 2 16,2 1-16,0 1 15,1-1-15,0-2 16,0-1-16,1 0 15,-1 0-15,0-1 16,0-3-16,-1-4 16,0-1-1,-1-3-15,0-3 16</inkml:trace>
  <inkml:trace contextRef="#ctx0" brushRef="#br0" timeOffset="12381.41">14034 4012 0,'0'0'0,"0"0"0,0 0 0,0 0 16,0 0-16,0 0 15,0 0-15,0 0 16,3-3-16,-3 3 15,15-16-15,5 0 16,10-1-16,8 3 16,3 4-1,0 2-15,-3 4 16,-6 1-16,-6 3 16,0 1-16,-4 5 15,-2-3-15,-3 3 16,-6-2-16,-11-4 15,18 9-15,-18-9 16,15 10-16,-15-10 16,11 12-16,-6-4 15,-5-8-15,8 11 16,-8-11 0,6 10-16,-6-10 15,2 8-15,-2-8 16,0 0-16,3 8 15,-3-8-15,0 0 16,0 0-16,0 6 16,0-6-16,0 0 15,0 0-15,0 0 16,0 0 0,0 0-16,0 0 15,0 7-15,0-7 16,0 0-16,0 0 15,0 0-15,0 0 16,0 0-16,0 0 16,0 0-1,0 0-15,0 0 16,0 0-16,0 0 16,0 0-16,0 0 15,0 0-15,0 0 16,0 0-16,0 0 15,0 0-15,0 0 16,0 0-16,0 0 16,0 0-16,0 0 15,0 0 1,0 0-16,0 0 16</inkml:trace>
  <inkml:trace contextRef="#ctx0" brushRef="#br0" timeOffset="12772.47">13836 3848 0,'0'0'0,"0"0"0,0 0 16,0 0-16,0 0 16,0 0-16,8 5 15,6 6-15,11 4 16,3 6 0,4 3-16,1 3 15,1 5-15,2 2 16,1 0-16,2-1 15,3-3-15,3-7 16,-4-7-16,-3-3 16,-3-4-16,-4-1 15,-6-4 1,-2-1-16,-4-2 0,-2-3 16,0-4-1</inkml:trace>
  <inkml:trace contextRef="#ctx0" brushRef="#br0" timeOffset="13084.81">14554 3877 0,'0'0'0,"0"0"0,0 0 16,-2 2-16,2-2 16,-13 17-16,-5 4 15,-4 5-15,-2 2 16,2-4 0,-3 2-16,-1 3 15,-1-1-15,-2 3 16,1-2-16,2-1 15,5-5-15,3-5 16,2-1-16,5-7 16</inkml:trace>
  <inkml:trace contextRef="#ctx0" brushRef="#br0" timeOffset="13350.9">14283 4179 0,'0'0'0,"0"0"0,0 0 0,0 0 0,0 0 16,0 2-16,0-2 15,0 0-15,0 14 16,-2-1-16,1 7 16,-2 8-1,-3 8-15,-5 10 16,-4 0-16,-2-1 15,0-3-15,0 0 16,-1 6 0</inkml:trace>
  <inkml:trace contextRef="#ctx0" brushRef="#br0" timeOffset="13975.73">14098 3523 0,'0'0'0,"0"3"0,0-3 0,0 13 16,0-5-1,0-8-15,-2 12 16,-2-1-16,-8 10 15,-3 0-15,-7 6 16,1-1-16,5-7 16,1-5-16,8-5 15,7-9-15,-9 8 16,9-8-16,0 0 16,0 0-1,0 0-15,1-12 16,10-12-16,10-10 15,5 0-15,-2 7 16,6-5-16,-3 12 16,4 11-16,-5 0 15,0 8-15,-5-2 16,-2 3-16,1 3 16,1-2-1,1 1-15,4 4 16,1 9-16,3 19 15,2-5-15,3 6 16,5 2-16</inkml:trace>
  <inkml:trace contextRef="#ctx0" brushRef="#br0" timeOffset="18652.41">14014 4986 0,'0'0'0,"0"0"0,0 0 15,5 0-15,-5 0 16,13 3-16,-13-3 15,18 5 1,-18-5-16,18 8 0,-18-8 16,17 11-1,-11-4-15,1 1 16,0 2-16,-1 1 16,-1 0-16,-2-1 15,-2 1-15,0-1 16,-2 5-16,-2 3 15,-7 4-15,-6 3 16,-1 3-16,-1-4 16,-3-1-16,0 0 15,-3 0 1,3-1-16,-9 7 31,-3 6-31,0-5 16,-3 1-16,15-16 15,4-4-15,4-2 16,2-1-16,-3 1 16,2 0-1,-3 0-15,6-1 16,9-8-16,-16 9 16,16-9-16,0 0 15,0 0-15,-10 5 16,10-5-16,0 0 15,-3-16-15,1 3 16,1 0 0,0 1-16,1 2 15,0-1-15,0 3 16,0 8-16,0-9 16,0 9-16,0 0 15,0 0-15,0 0 16,0 0-16,0 0 15,-4 19-15,4 0 16,1 2-16,4 0 16,-1-5-1,1-2-15,2-2 16,6-3-16,8-2 16,10-2-16,11-9 15</inkml:trace>
  <inkml:trace contextRef="#ctx0" brushRef="#br0" timeOffset="19949.89">13096 5843 0,'0'0'0,"0"0"0,0 0 16,0 0-16,2 2 15,-2-2-15,12 19 16,1-1-16,4 2 15,7 2-15,2 1 16,1 1-16,-2-2 16,-2-3-16,-3-1 15,0-1 1,0 1-16,-2-3 16,0 1-16,3 0 15,-1 2-15,-3-3 16,-4-5-16,-4-2 15</inkml:trace>
  <inkml:trace contextRef="#ctx0" brushRef="#br0" timeOffset="20260.06">13602 5875 0,'0'0'0,"0"0"16,0 0-16,0 0 0,-1 3 16,1-3-1,-6 13-15,-3 4 16,-4 7-16,-1 1 15,0 2-15,0 0 16,-3 3-16,-2-1 16,4-4-16,3-5 15,3-6-15,0 0 16,2-4 0,-2 1-16,1-2 15,8-9-15</inkml:trace>
  <inkml:trace contextRef="#ctx0" brushRef="#br0" timeOffset="20494.59">13343 6234 0,'0'0'0,"0"0"0,0 0 16,0 0-16,0 0 15,0 5-15,-3 4 16,0 15-16,-4 16 16,-2 7-16,0 0 15,-2 0 1,-3-3-16,0-9 16,4-10-16</inkml:trace>
  <inkml:trace contextRef="#ctx0" brushRef="#br0" timeOffset="22796.5">12886 6700 0,'0'0'0,"0"0"0,0 0 16,0 0-1,0 0-15,0 0 16,-3 0-16,3 0 16,-22 9-16,-2 4 15,-4 8-15,-2 11 16,0-1-16,0 3 16,-1 0-16,-1-1 15,-2-2 1,0-5-16,2-3 15,-1-2-15,0 1 16,1-2-16,2-2 16,2-2-16,5-3 15,5-4-15,3-3 16,4-1-16,11-5 16,-19 3-16,19-3 15,-18-14-15,8-5 16,1-5-1,4-2-15,2 2 16,2 2-16,1 4 16,0 4-16,0 3 15,0 3-15,0 8 16,0-11-16,0 11 16,0 0-16,0 0 15,0 0-15,-8 19 16,-4 12-1,-2 9-15,-1 6 16,3-2-16,5-6 16,5-11-16,4-9 15,4-5-15,4-3 16,4-1-16,9-2 16,36-14 15,25-15-31,-1-23 15</inkml:trace>
  <inkml:trace contextRef="#ctx0" brushRef="#br0" timeOffset="23808.3">11556 7406 0,'0'0'0,"-2"3"0,0 4 0,-5 15 15,-4 15 1,0 2-16,5-2 15,0-2-15,4-1 16,1 1-16,1-7 16,-1-5-16,1-6 15,0-5-15,0-2 16,0-2-16,0 0 16,0-8-16,1 13 15,1-6-15,4 1 16,5 1-16,5 0 15</inkml:trace>
  <inkml:trace contextRef="#ctx0" brushRef="#br0" timeOffset="24595.81">11873 7606 0,'0'0'0,"0"2"0,0-2 15,-7 14-15,0 3 16,-1 8-16,0 3 15,5 3-15,-2 0 16,4-5 0,2-6-16,0-6 15,3-5-15,-4-9 16,13 10-16,-13-10 16,24-3-16,-10-12 15,-2-7-15,-1-3 16,-3-5-16,-2-2 15,-4 0 1,-3 6-16,-1 6 16,-3 6-16,0 5 15,5 9-15,-18-11 16,18 11-16,-21 1 16,10 6-16,1 2 15,1 3-15,5-1 16,4 3-16,3 2 15,7 0-15,8 4 16,12-5 0,11-5-16,2-4 15,-4-8-15,-8-4 16,7-8-16,-4-2 16,-4-2-16,-2 0 15,-15 6-15,-2-1 16,-5 1-16,-6 3 15,-4-4-15,-4 0 16,-6-2 0,-4 3-16,-2 5 15,0 5-15,1 1 16,3 2-16,4 1 16,12-2-16,-17 7 15,17-7-15,-7 16 16,8-3-16,12 6 15,5 7-15,19 3 16,3 1 0,14-7-16,-3 3 15</inkml:trace>
  <inkml:trace contextRef="#ctx0" brushRef="#br0" timeOffset="25013.09">12588 7485 0,'0'0'0,"0"0"0,0 0 0,3-1 16,-3 1-16,0 0 16,0 0-16,0 0 15,-15 2-15,-8 8 16,1 2-16,-3 3 15,9-3-15,8-4 16,-2 5 0,1 5-16,-1 7 15,5 3-15,12-15 16,13 2-16,10 4 16,3-1-16,-1-4 15,4-13-15</inkml:trace>
  <inkml:trace contextRef="#ctx0" brushRef="#br0" timeOffset="26212.34">12621 7539 0,'0'0'0,"0"0"16,-4 4-16,4-4 15,-6 13-15,6-13 16,-6 10-16,6-10 16,0 0-16,0 0 15,0 0 1,-3 8-16,3-8 16,0 0-16,0 0 15,0 0-15,-6 10 16,-2 4-16,-5 8 15,-3 3-15,6-9 16,2-5-16,-2 0 16,3-2-1,-7 7-15,-6 6 16,-3 7-16,3-1 16,4-1-16,1 3 15,2-3-15,-2 4 16,3-5-16,1 0 15,2-5-15,4-6 16,2-5-16,3-10 16</inkml:trace>
  <inkml:trace contextRef="#ctx0" brushRef="#br0" timeOffset="26612.17">12680 7790 0,'0'0'0,"0"0"0,0 0 16,0-1-16,0 1 15,0 0-15,0 0 16,0 0-16,0 0 16,0 0-1,-18 13-15,2 3 16,-4 2-16,-7 5 16,-1 4-16,-3 9 15,3-4-15,3-4 16,7-7-16,2-1 15,-1-1-15,1 1 16,1-2-16,-2-1 16,4-3-1,2-2-15,-1 1 16</inkml:trace>
  <inkml:trace contextRef="#ctx0" brushRef="#br0" timeOffset="27156.52">12352 7831 0,'0'0'0,"1"-2"0,-1 2 16,0 0-16,0 0 15,0 0-15,0 0 16,0 0 0,0 0-16,-13 15 15,0-4-15,-2 3 16,0 0-16,1-1 15,-3 0-15,-2-1 16,-2-1-16,-1 0 16,2-2-16,3-1 15,-1-1-15,-2 4 16,1 2 0,-2 3-16,3 1 15</inkml:trace>
  <inkml:trace contextRef="#ctx0" brushRef="#br0" timeOffset="28568.03">12966 7694 0,'2'4'0,"0"3"0,-2-7 15,5 11-15,10-11 16,10-9-16,9 2 16,5-3-16,0 1 15,4-1-15,2-7 16,-3 3 0,0 1-16,-2-1 15,1 1-15,-1 0 16,-4 4-16,1 2 15,-5-1-15,1 1 16,-1 1-16,-2-1 16,-3 3-16,-4 0 15,-5 0-15,-5 2 16,0 0-16,-13 2 16,17-2-1,-17 2-15,0 0 16,11-1-16,-11 1 15,0 0-15,0 0 16,0 0-16,0 0 16,0 0-16,0 0 15,0 0-15,-8-11 16,-7 1 0,-5-1-16,-6-1 15,1 1-15,-1 3 16,5 3-16,4 2 15,1 1-15,5 2 16,11 0-16,-13-2 16,13 2-16,0 0 15,0 0-15,-11-2 16,11 2-16,0 0 16,0 0-1,7 11-15,12 2 16,13-2-16,8 2 15,-3-2-15,-4-2 16,-4 0-16,-4-2 16,-5-2-16,-3 0 15,-7-3-15,-10-2 16,13 3-16,-13-3 16,2 12-1,-6 0-15,-10 8 16,-3-4-16,-4 2 15,0 3-15,0-2 16</inkml:trace>
  <inkml:trace contextRef="#ctx0" brushRef="#br0" timeOffset="31449.24">13785 6927 0,'0'0'0,"0"0"16,0 0-16,0 0 16,0 0-16,0 2 15,0-2-15,-1 10 16,0-3-16,0 6 16,-1 10-16,-2 10 15,0 6 1,1 3-16,-1-8 15,1 0-15,0 1 16,1-2-16,-2-2 16,4-11-16,0-8 15,4-5-15,-4-7 32,0 0-32,20-16 15,-2-8-15,-3 3 16,-2 3-1,-3 2-15,-2 0 16,0 0-16,-3 2 16,-1 3-16,-1 2 15,-3 9-15,3-10 16,-3 10-16,0 0 16,0 0-16,0 0 15,13-5 1,-13 5-16,21 5 15,-8 0-15,1 3 16,-1 0-16,3 0 16,-1 4-16,4 0 15,0 0-15,-3-1 16,-2-4-16,-1-2 16,-2 0-16,-1-2 15,-10-3-15,16 4 16,-16-4-16,13 1 15,-13-1 1,0 0-16,13 0 16,-13 0-16,0 0 15,13-1-15,-13 1 16,12-7-16,-2-3 16,3-7-16,3-11 15,5-10-15,-1-4 16,-3 1-1,-5 7-15,-4 6 16,-2 3-16,-1 3 16,-3 5-16,0 4 15,-2 3-15,1 3 16,-1 7-16,0-8 16,0 8-16,0 0 15,0-9-15,0 9 16,0 0-16,-1-11 15,1 11 1,-2-10-16</inkml:trace>
  <inkml:trace contextRef="#ctx0" brushRef="#br0" timeOffset="207359.46">10918 4660 0,'0'0'0,"0"0"0,-3 0 0,3 0 16,-21 4-16,3-1 15,-5 5 1,-4 5-16,-1 5 0,1 5 15,-1 4 1,5 0-16,2 4 16,3 3-16,4 1 15,4-1-15,3-1 16,6 1-16,2-1 16,6 2-16,6-1 15,5 0-15,9-2 16,5-1-1,6-2-15,5-1 16,5-6-16,3-3 16,5-4-16,0 0 15,-3-4-15,2 0 16,0-1-16,-1 0 16,0 0-16,1-1 15,-1 1-15,-2-1 16,0 0-16,-1-2 15,-1 0 1,-1 0-16,-2-3 16,-3 0-16,-2 1 15,-4-2-15,-3 1 16,1-1-16,-2 2 16,-1 2-16,-1 1 15,-1 3-15,-2-1 16,1 3-1,-1-2-15,-1 2 16,-2 0-16,2-2 16,2 3-16,2 1 15,0-1-15,-4-2 16,-1 1-16,1 1 16,0 0-16,-1 1 15,-1-1-15,1 0 16,-1 0-16,1 0 15,0 1 1,-5-4-16,1 1 16,-1 0-16,3 2 15,-2-3-15,-1 2 16,-5-4-16,-1 0 16,-1-1-16,-2-1 15,0 0-15,-1 0 16,1 0-16,-2 0 15,-1 0 1,1 2-16,-2-3 16,-1 1-16,-8-7 15,12 12-15,-12-12 16,9 11-16,-9-11 16,8 10-16,-8-10 15,8 12-15,-8-12 16,8 13-1,-4-5-15,0 0 16,0 1-16,1 0 16,-1 2-16,0-1 15,0 2-15,1 1 16,-3 2-16,2 2 16,-3 1-16,3-2 15,-3 2-15,2 3 16,-1 0-16,0 3 15,1 0 1,-1-2-16,0 3 16,-2-1-16,-1 1 15,0-2-15,0 1 16,0 2-16,1-1 16,-2-1-16,1 0 15,1 0-15,-2 1 16,0 0-16,-1 0 15,-1-1-15,1 3 16,-2 1 0,-1-1-16,-2 2 15,2-3-15,-2 2 16,1-2-16,0-4 16,0 1-16,-1 0 15,-1 1-15,-2-3 16,2 1-16,-5 1 15,-2 0 1,-5 4-16,-2 1 16,0-1-16,-2-1 15,0-1-15,-1 0 16,1-3-16,-3-1 16,0-1-16,-1 2 15,-1-3-15,1 1 16,-3-1-16,-1 1 15,-4 0-15,-2 1 16,-3-3 0,3 0-16,-1-2 15,1-2-15,-5 1 16,0-4-16,-1 0 16,0-1-16,-1 0 15,-4-1-15,0-1 16,-1-2-16,-3-2 15,1-1-15,-2-2 16,2-2 0,-1-1-16,2-1 15,0-3-15,0-2 16,-2-2-16,3-1 16,1-1-16,3-1 15,-1 0-15,3-3 16,-3-3-1,3 0-15,1-3 16,0-1-16,4-2 16,4 0-16,1-1 15,6 3-15,1-3 16,-1 0-16,4-1 16,1 0-16,2 2 15,2-1-15,3 1 16,1 1-16,4 4 15,1 1-15,0 0 16,2-3 0,0-2-16,2-4 15,3 1-15,2 0 16,4 0-16,6-6 16,6-6-16,6-6 15,8-3-15,5 1 16,5-2-16,6 1 15,8-6-15,2 2 16,2-2 0,1 0-16,1 1 15,2-2-15,-1 4 16,3-2-16,-1 0 16,1 0-16,3 1 15,-4 3-15,2 1 16,1 3-16,-4 0 15,-2 2 1,-2 2-16,-1 2 16,-1-3-16,-6 1 15,-4 2-15,-3 1 16,-3 2-16,-1 0 16,-2-1-16,-3 1 15,-4 2-15,-1-1 16,-4 0-16,-2-2 15,0-1-15,-2-1 16,-1-4-16,-4 1 16,-2-3-1,-3 0-15,0 1 16,-4-1-16,-5 2 16,-4 5-16,-3 3 15,-3 0-15,-2 3 16,-4 1-16,0 3 15,0 4-15,3 3 16,0 5 0,3 5-16,0 1 15,1 3-15,9 7 16,-15-9-16,15 9 16,-14-7-16,14 7 15,-12-2-15,12 2 16,-12 1-16,12-1 15,-16 4-15,16-4 16,-22 8-16,7 0 16,-8 2-1,-11 6-15,-13 3 16,-7-4-16,-3-3 16,-2 1-16,5-4 15,2 1-15,2-2 16,3 1-16,2-1 15,3 0-15,0 0 16,1 1-16,2-1 16,-2 2-1,2 1-15,1-1 16,2 0-16,3-1 16,0 1-16,0-2 15,-4 2-15,-2 1 16,-4-1-16,0 1 15,-4 2-15,-1-1 16,-3-1-16,-6-2 16,-10-4-1,-11-3-15,-15-1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1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0" name="Google Shape;3620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7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7"/>
          <p:cNvSpPr txBox="1">
            <a:spLocks noGrp="1"/>
          </p:cNvSpPr>
          <p:nvPr>
            <p:ph type="subTitle" idx="1"/>
          </p:nvPr>
        </p:nvSpPr>
        <p:spPr>
          <a:xfrm>
            <a:off x="644626" y="2461462"/>
            <a:ext cx="3962400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7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7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3.xml"/><Relationship Id="rId18" Type="http://schemas.openxmlformats.org/officeDocument/2006/relationships/customXml" Target="../ink/ink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slide" Target="slide1.xml"/><Relationship Id="rId2" Type="http://schemas.openxmlformats.org/officeDocument/2006/relationships/notesSlide" Target="../notesSlides/notesSlide3.xml"/><Relationship Id="rId16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17.xml"/><Relationship Id="rId10" Type="http://schemas.openxmlformats.org/officeDocument/2006/relationships/image" Target="../media/image11.png"/><Relationship Id="rId19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slide" Target="slide1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customXml" Target="../ink/ink4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customXml" Target="../ink/ink5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3.xml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slide" Target="slide1.xml"/><Relationship Id="rId2" Type="http://schemas.openxmlformats.org/officeDocument/2006/relationships/notesSlide" Target="../notesSlides/notesSlide8.xml"/><Relationship Id="rId16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17.xml"/><Relationship Id="rId10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1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.xml"/><Relationship Id="rId5" Type="http://schemas.openxmlformats.org/officeDocument/2006/relationships/slide" Target="slide1.xml"/><Relationship Id="rId4" Type="http://schemas.openxmlformats.org/officeDocument/2006/relationships/hyperlink" Target="https://mozanunal.com/2019/11/img2sh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slide" Target="slide1.xml"/><Relationship Id="rId4" Type="http://schemas.openxmlformats.org/officeDocument/2006/relationships/hyperlink" Target="https://www.mathworks.com/help/matlab/creating_plots/image-types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customXml" Target="../ink/ink8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customXml" Target="../ink/ink9.xm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3.xml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slide" Target="slide1.xml"/><Relationship Id="rId2" Type="http://schemas.openxmlformats.org/officeDocument/2006/relationships/notesSlide" Target="../notesSlides/notesSlide17.xml"/><Relationship Id="rId16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5.png"/><Relationship Id="rId15" Type="http://schemas.openxmlformats.org/officeDocument/2006/relationships/slide" Target="slide17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slide" Target="slide1.xml"/><Relationship Id="rId5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customXml" Target="../ink/ink12.xml"/><Relationship Id="rId3" Type="http://schemas.openxmlformats.org/officeDocument/2006/relationships/image" Target="../media/image45.png"/><Relationship Id="rId7" Type="http://schemas.openxmlformats.org/officeDocument/2006/relationships/image" Target="../media/image51.png"/><Relationship Id="rId12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Relationship Id="rId1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.xml"/><Relationship Id="rId5" Type="http://schemas.openxmlformats.org/officeDocument/2006/relationships/slide" Target="slide1.xml"/><Relationship Id="rId4" Type="http://schemas.openxmlformats.org/officeDocument/2006/relationships/image" Target="../media/image57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58.pn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65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66.png"/><Relationship Id="rId7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jpg"/><Relationship Id="rId9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customXml" Target="../ink/ink15.xml"/><Relationship Id="rId4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customXml" Target="../ink/ink16.xml"/><Relationship Id="rId4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customXml" Target="../ink/ink17.xml"/><Relationship Id="rId4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36.png"/><Relationship Id="rId7" Type="http://schemas.openxmlformats.org/officeDocument/2006/relationships/image" Target="../media/image80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customXml" Target="../ink/ink18.xml"/><Relationship Id="rId5" Type="http://schemas.openxmlformats.org/officeDocument/2006/relationships/image" Target="../media/image77.png"/><Relationship Id="rId10" Type="http://schemas.openxmlformats.org/officeDocument/2006/relationships/slide" Target="slide1.xml"/><Relationship Id="rId4" Type="http://schemas.openxmlformats.org/officeDocument/2006/relationships/image" Target="../media/image75.png"/><Relationship Id="rId9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4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6.png"/><Relationship Id="rId7" Type="http://schemas.openxmlformats.org/officeDocument/2006/relationships/image" Target="../media/image9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8.png"/><Relationship Id="rId4" Type="http://schemas.openxmlformats.org/officeDocument/2006/relationships/image" Target="../media/image90.png"/><Relationship Id="rId9" Type="http://schemas.openxmlformats.org/officeDocument/2006/relationships/customXml" Target="../ink/ink1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4.png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97.png"/><Relationship Id="rId7" Type="http://schemas.openxmlformats.org/officeDocument/2006/relationships/slide" Target="slid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6.png"/><Relationship Id="rId3" Type="http://schemas.openxmlformats.org/officeDocument/2006/relationships/image" Target="../media/image103.png"/><Relationship Id="rId7" Type="http://schemas.openxmlformats.org/officeDocument/2006/relationships/image" Target="../media/image108.png"/><Relationship Id="rId12" Type="http://schemas.openxmlformats.org/officeDocument/2006/relationships/customXml" Target="../ink/ink2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slide" Target="slide1.xml"/><Relationship Id="rId5" Type="http://schemas.openxmlformats.org/officeDocument/2006/relationships/image" Target="../media/image105.png"/><Relationship Id="rId10" Type="http://schemas.openxmlformats.org/officeDocument/2006/relationships/image" Target="../media/image111.png"/><Relationship Id="rId4" Type="http://schemas.openxmlformats.org/officeDocument/2006/relationships/image" Target="../media/image104.png"/><Relationship Id="rId9" Type="http://schemas.openxmlformats.org/officeDocument/2006/relationships/image" Target="../media/image1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5.png"/><Relationship Id="rId3" Type="http://schemas.openxmlformats.org/officeDocument/2006/relationships/image" Target="../media/image112.png"/><Relationship Id="rId7" Type="http://schemas.openxmlformats.org/officeDocument/2006/relationships/image" Target="../media/image117.png"/><Relationship Id="rId12" Type="http://schemas.openxmlformats.org/officeDocument/2006/relationships/customXml" Target="../ink/ink2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slide" Target="slide1.xml"/><Relationship Id="rId5" Type="http://schemas.openxmlformats.org/officeDocument/2006/relationships/image" Target="../media/image114.png"/><Relationship Id="rId10" Type="http://schemas.openxmlformats.org/officeDocument/2006/relationships/image" Target="../media/image120.png"/><Relationship Id="rId4" Type="http://schemas.openxmlformats.org/officeDocument/2006/relationships/image" Target="../media/image113.png"/><Relationship Id="rId9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customXml" Target="../ink/ink24.xml"/><Relationship Id="rId3" Type="http://schemas.openxmlformats.org/officeDocument/2006/relationships/image" Target="../media/image121.png"/><Relationship Id="rId7" Type="http://schemas.openxmlformats.org/officeDocument/2006/relationships/image" Target="../media/image126.png"/><Relationship Id="rId12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3.xml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slide" Target="slide1.xml"/><Relationship Id="rId2" Type="http://schemas.openxmlformats.org/officeDocument/2006/relationships/notesSlide" Target="../notesSlides/notesSlide36.xml"/><Relationship Id="rId16" Type="http://schemas.openxmlformats.org/officeDocument/2006/relationships/slide" Target="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17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slide" Target="slid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customXml" Target="../ink/ink25.xml"/><Relationship Id="rId4" Type="http://schemas.openxmlformats.org/officeDocument/2006/relationships/image" Target="../media/image1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2.png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5.png"/><Relationship Id="rId4" Type="http://schemas.openxmlformats.org/officeDocument/2006/relationships/image" Target="../media/image13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customXml" Target="../ink/ink2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0.png"/><Relationship Id="rId7" Type="http://schemas.openxmlformats.org/officeDocument/2006/relationships/customXml" Target="../ink/ink2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4.png"/><Relationship Id="rId7" Type="http://schemas.openxmlformats.org/officeDocument/2006/relationships/customXml" Target="../ink/ink29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48.png"/><Relationship Id="rId7" Type="http://schemas.openxmlformats.org/officeDocument/2006/relationships/customXml" Target="../ink/ink3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2.png"/><Relationship Id="rId7" Type="http://schemas.openxmlformats.org/officeDocument/2006/relationships/customXml" Target="../ink/ink3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customXml" Target="../ink/ink32.xml"/><Relationship Id="rId4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5" Type="http://schemas.openxmlformats.org/officeDocument/2006/relationships/customXml" Target="../ink/ink33.xml"/><Relationship Id="rId4" Type="http://schemas.openxmlformats.org/officeDocument/2006/relationships/image" Target="../media/image1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34.xml"/><Relationship Id="rId4" Type="http://schemas.openxmlformats.org/officeDocument/2006/relationships/image" Target="../media/image16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4.png"/><Relationship Id="rId7" Type="http://schemas.openxmlformats.org/officeDocument/2006/relationships/customXml" Target="../ink/ink35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67.png"/><Relationship Id="rId4" Type="http://schemas.openxmlformats.org/officeDocument/2006/relationships/image" Target="../media/image16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36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11" Type="http://schemas.openxmlformats.org/officeDocument/2006/relationships/image" Target="../media/image180.png"/><Relationship Id="rId5" Type="http://schemas.openxmlformats.org/officeDocument/2006/relationships/image" Target="../media/image171.png"/><Relationship Id="rId10" Type="http://schemas.openxmlformats.org/officeDocument/2006/relationships/customXml" Target="../ink/ink36.xml"/><Relationship Id="rId4" Type="http://schemas.openxmlformats.org/officeDocument/2006/relationships/image" Target="../media/image169.png"/><Relationship Id="rId9" Type="http://schemas.openxmlformats.org/officeDocument/2006/relationships/slide" Target="slide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jp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slide" Target="slide1.xml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6079"/>
              <a:ext cx="3325495" cy="515620"/>
            </a:xfrm>
            <a:custGeom>
              <a:avLst/>
              <a:gdLst/>
              <a:ahLst/>
              <a:cxnLst/>
              <a:rect l="l" t="t" r="r" b="b"/>
              <a:pathLst>
                <a:path w="3325495" h="515619" extrusionOk="0">
                  <a:moveTo>
                    <a:pt x="0" y="51542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5429"/>
                  </a:lnTo>
                  <a:lnTo>
                    <a:pt x="0" y="51542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6079"/>
            <a:ext cx="3325495" cy="51562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5400" rIns="0" bIns="0" anchor="t" anchorCtr="0">
            <a:spAutoFit/>
          </a:bodyPr>
          <a:lstStyle/>
          <a:p>
            <a:pPr marL="882014" marR="691515" lvl="0" indent="-183514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cap="small">
                <a:latin typeface="Cambria"/>
                <a:ea typeface="Cambria"/>
                <a:cs typeface="Cambria"/>
                <a:sym typeface="Cambria"/>
              </a:rPr>
              <a:t>Deep Neural Network Module # 6: CNN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339181" y="2263515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C009A1-D8BD-9B12-F1D4-0BDE32790EE2}"/>
                  </a:ext>
                </a:extLst>
              </p14:cNvPr>
              <p14:cNvContentPartPr/>
              <p14:nvPr/>
            </p14:nvContentPartPr>
            <p14:xfrm>
              <a:off x="3818160" y="1889280"/>
              <a:ext cx="303120" cy="36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C009A1-D8BD-9B12-F1D4-0BDE32790E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8800" y="1879920"/>
                <a:ext cx="32184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7505DA-21E8-295B-77F3-A6F2FA4A29B6}"/>
                  </a:ext>
                </a:extLst>
              </p14:cNvPr>
              <p14:cNvContentPartPr/>
              <p14:nvPr/>
            </p14:nvContentPartPr>
            <p14:xfrm>
              <a:off x="2160000" y="741960"/>
              <a:ext cx="3601440" cy="2401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7505DA-21E8-295B-77F3-A6F2FA4A29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50640" y="732600"/>
                <a:ext cx="3620160" cy="242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95300" y="109545"/>
            <a:ext cx="233680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4"/>
          <p:cNvGrpSpPr/>
          <p:nvPr/>
        </p:nvGrpSpPr>
        <p:grpSpPr>
          <a:xfrm>
            <a:off x="0" y="714768"/>
            <a:ext cx="5760261" cy="2519243"/>
            <a:chOff x="0" y="714768"/>
            <a:chExt cx="5760261" cy="2519243"/>
          </a:xfrm>
        </p:grpSpPr>
        <p:pic>
          <p:nvPicPr>
            <p:cNvPr id="89" name="Google Shape;89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053858"/>
              <a:ext cx="1840230" cy="163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54070" y="714768"/>
              <a:ext cx="2045970" cy="19697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19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AF521C-7BF7-53EE-DD2A-94D9EC886043}"/>
                  </a:ext>
                </a:extLst>
              </p14:cNvPr>
              <p14:cNvContentPartPr/>
              <p14:nvPr/>
            </p14:nvContentPartPr>
            <p14:xfrm>
              <a:off x="933840" y="95040"/>
              <a:ext cx="4782600" cy="239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AF521C-7BF7-53EE-DD2A-94D9EC8860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4480" y="85680"/>
                <a:ext cx="4801320" cy="241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95300" y="109545"/>
            <a:ext cx="1771014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etection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929" y="520458"/>
            <a:ext cx="3124200" cy="2278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1759549" y="2824100"/>
            <a:ext cx="25548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4" name="Google Shape;104;p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301636-083E-45EF-C4D5-8275B3DD1458}"/>
                  </a:ext>
                </a:extLst>
              </p14:cNvPr>
              <p14:cNvContentPartPr/>
              <p14:nvPr/>
            </p14:nvContentPartPr>
            <p14:xfrm>
              <a:off x="4897440" y="1007640"/>
              <a:ext cx="308880" cy="126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301636-083E-45EF-C4D5-8275B3DD14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8080" y="998280"/>
                <a:ext cx="327600" cy="14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95300" y="109545"/>
            <a:ext cx="226631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bject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ecognition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9816" y="806856"/>
            <a:ext cx="2900362" cy="1585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1803577" y="2418025"/>
            <a:ext cx="215328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Derin-Renme-Nedir-Akademik-Biliim-2016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7" name="Google Shape;117;p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2D8A8A-8935-EEF2-F989-8C578FD8C53F}"/>
                  </a:ext>
                </a:extLst>
              </p14:cNvPr>
              <p14:cNvContentPartPr/>
              <p14:nvPr/>
            </p14:nvContentPartPr>
            <p14:xfrm>
              <a:off x="432360" y="200160"/>
              <a:ext cx="4851000" cy="2013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2D8A8A-8935-EEF2-F989-8C578FD8C5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3000" y="190800"/>
                <a:ext cx="4869720" cy="203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95300" y="109545"/>
            <a:ext cx="19881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aptioning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7"/>
          <p:cNvGrpSpPr/>
          <p:nvPr/>
        </p:nvGrpSpPr>
        <p:grpSpPr>
          <a:xfrm>
            <a:off x="0" y="541820"/>
            <a:ext cx="5760261" cy="2692191"/>
            <a:chOff x="0" y="541820"/>
            <a:chExt cx="5760261" cy="2692191"/>
          </a:xfrm>
        </p:grpSpPr>
        <p:pic>
          <p:nvPicPr>
            <p:cNvPr id="128" name="Google Shape;12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26934" y="541820"/>
              <a:ext cx="3306127" cy="24022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8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0" name="Google Shape;150;p8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2" name="Google Shape;152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igital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rayscale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2124650" y="594050"/>
            <a:ext cx="15732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Pixel intensities 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319" y="809205"/>
            <a:ext cx="446531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638426" y="2707759"/>
            <a:ext cx="248348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https://mozanunal.com/2019/11/img2sh/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6" name="Google Shape;166;p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0237EE-7D33-16D6-53E4-B82EC93AA8E3}"/>
                  </a:ext>
                </a:extLst>
              </p14:cNvPr>
              <p14:cNvContentPartPr/>
              <p14:nvPr/>
            </p14:nvContentPartPr>
            <p14:xfrm>
              <a:off x="3777840" y="804600"/>
              <a:ext cx="1027440" cy="197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0237EE-7D33-16D6-53E4-B82EC93AA8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8480" y="795240"/>
                <a:ext cx="1046160" cy="199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95300" y="109545"/>
            <a:ext cx="234251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igital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olor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10"/>
          <p:cNvGrpSpPr/>
          <p:nvPr/>
        </p:nvGrpSpPr>
        <p:grpSpPr>
          <a:xfrm>
            <a:off x="0" y="581812"/>
            <a:ext cx="5760261" cy="2652199"/>
            <a:chOff x="0" y="581812"/>
            <a:chExt cx="5760261" cy="2652199"/>
          </a:xfrm>
        </p:grpSpPr>
        <p:pic>
          <p:nvPicPr>
            <p:cNvPr id="177" name="Google Shape;177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52219" y="581812"/>
              <a:ext cx="2255520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" name="Google Shape;181;p10"/>
          <p:cNvSpPr txBox="1"/>
          <p:nvPr/>
        </p:nvSpPr>
        <p:spPr>
          <a:xfrm>
            <a:off x="1472730" y="2797543"/>
            <a:ext cx="281495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https://www.mathworks.com/help/matlab/creating_plots/image-types.html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E00E85-0F3F-FE5F-12B9-96A30111E8AB}"/>
                  </a:ext>
                </a:extLst>
              </p14:cNvPr>
              <p14:cNvContentPartPr/>
              <p14:nvPr/>
            </p14:nvContentPartPr>
            <p14:xfrm>
              <a:off x="84600" y="369360"/>
              <a:ext cx="5609880" cy="2364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E00E85-0F3F-FE5F-12B9-96A30111E8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240" y="360000"/>
                <a:ext cx="5628600" cy="238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/>
          <p:nvPr/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0" y="522909"/>
            <a:ext cx="5760261" cy="2711102"/>
            <a:chOff x="0" y="522909"/>
            <a:chExt cx="5760261" cy="2711102"/>
          </a:xfrm>
        </p:grpSpPr>
        <p:pic>
          <p:nvPicPr>
            <p:cNvPr id="190" name="Google Shape;190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0323" y="522909"/>
              <a:ext cx="4439411" cy="2272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" name="Google Shape;194;p11"/>
          <p:cNvSpPr txBox="1"/>
          <p:nvPr/>
        </p:nvSpPr>
        <p:spPr>
          <a:xfrm>
            <a:off x="1759559" y="2825802"/>
            <a:ext cx="224091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/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12"/>
          <p:cNvGrpSpPr/>
          <p:nvPr/>
        </p:nvGrpSpPr>
        <p:grpSpPr>
          <a:xfrm>
            <a:off x="0" y="522909"/>
            <a:ext cx="5760261" cy="2711102"/>
            <a:chOff x="0" y="522909"/>
            <a:chExt cx="5760261" cy="2711102"/>
          </a:xfrm>
        </p:grpSpPr>
        <p:pic>
          <p:nvPicPr>
            <p:cNvPr id="203" name="Google Shape;203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2327" y="522909"/>
              <a:ext cx="4375404" cy="2272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2"/>
          <p:cNvSpPr txBox="1"/>
          <p:nvPr/>
        </p:nvSpPr>
        <p:spPr>
          <a:xfrm>
            <a:off x="1759549" y="2825800"/>
            <a:ext cx="23925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Fei-Fei Li &amp; Justin Johnson &amp; Serena Yeung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95D5EE-1B7D-E23C-686F-765C2F7A19D6}"/>
                  </a:ext>
                </a:extLst>
              </p14:cNvPr>
              <p14:cNvContentPartPr/>
              <p14:nvPr/>
            </p14:nvContentPartPr>
            <p14:xfrm>
              <a:off x="599040" y="922320"/>
              <a:ext cx="3976920" cy="193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95D5EE-1B7D-E23C-686F-765C2F7A19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680" y="912960"/>
                <a:ext cx="3995640" cy="195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- 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endParaRPr/>
          </a:p>
        </p:txBody>
      </p:sp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005" y="674255"/>
            <a:ext cx="1273175" cy="1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 txBox="1"/>
          <p:nvPr/>
        </p:nvSpPr>
        <p:spPr>
          <a:xfrm>
            <a:off x="805700" y="485030"/>
            <a:ext cx="38457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Pixelated Images	                         textcolorBitsRedr Images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3"/>
          <p:cNvGrpSpPr/>
          <p:nvPr/>
        </p:nvGrpSpPr>
        <p:grpSpPr>
          <a:xfrm>
            <a:off x="513702" y="677430"/>
            <a:ext cx="4140111" cy="2209724"/>
            <a:chOff x="513702" y="677430"/>
            <a:chExt cx="4140111" cy="2209724"/>
          </a:xfrm>
        </p:grpSpPr>
        <p:pic>
          <p:nvPicPr>
            <p:cNvPr id="218" name="Google Shape;218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399688" y="677430"/>
              <a:ext cx="1254125" cy="183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59643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17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13"/>
          <p:cNvSpPr txBox="1">
            <a:spLocks noGrp="1"/>
          </p:cNvSpPr>
          <p:nvPr>
            <p:ph type="subTitle" idx="1"/>
          </p:nvPr>
        </p:nvSpPr>
        <p:spPr>
          <a:xfrm>
            <a:off x="644626" y="2461462"/>
            <a:ext cx="3962400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A 50x50 Image requires 2500 input dimensions.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A HD image 1920x1080 is about 2 million inputs. (2 Mega Pixels)</a:t>
            </a:r>
            <a:endParaRPr/>
          </a:p>
        </p:txBody>
      </p:sp>
      <p:grpSp>
        <p:nvGrpSpPr>
          <p:cNvPr id="222" name="Google Shape;222;p1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1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 txBox="1"/>
          <p:nvPr/>
        </p:nvSpPr>
        <p:spPr>
          <a:xfrm>
            <a:off x="95300" y="109545"/>
            <a:ext cx="347217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nvariance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hallenges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585772" y="597387"/>
            <a:ext cx="25888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 can appear anywhere in the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4"/>
          <p:cNvGrpSpPr/>
          <p:nvPr/>
        </p:nvGrpSpPr>
        <p:grpSpPr>
          <a:xfrm>
            <a:off x="0" y="789749"/>
            <a:ext cx="5760261" cy="2444262"/>
            <a:chOff x="0" y="789749"/>
            <a:chExt cx="5760261" cy="2444262"/>
          </a:xfrm>
        </p:grpSpPr>
        <p:pic>
          <p:nvPicPr>
            <p:cNvPr id="235" name="Google Shape;23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5649" y="789749"/>
              <a:ext cx="4048759" cy="2103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quivariance</a:t>
            </a:r>
            <a:r>
              <a:rPr lang="en-US">
                <a:solidFill>
                  <a:srgbClr val="FFFFFF"/>
                </a:solidFill>
              </a:rPr>
              <a:t> - 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605142" y="603483"/>
            <a:ext cx="454977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Changes to the input predictably (equivalently) should not affect the output.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15"/>
          <p:cNvGrpSpPr/>
          <p:nvPr/>
        </p:nvGrpSpPr>
        <p:grpSpPr>
          <a:xfrm>
            <a:off x="0" y="795845"/>
            <a:ext cx="5760261" cy="2438166"/>
            <a:chOff x="0" y="795845"/>
            <a:chExt cx="5760261" cy="2438166"/>
          </a:xfrm>
        </p:grpSpPr>
        <p:pic>
          <p:nvPicPr>
            <p:cNvPr id="248" name="Google Shape;248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1822" y="795845"/>
              <a:ext cx="4536440" cy="2087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/>
        </p:nvSpPr>
        <p:spPr>
          <a:xfrm>
            <a:off x="95300" y="109545"/>
            <a:ext cx="357124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lassification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S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olution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16"/>
          <p:cNvGrpSpPr/>
          <p:nvPr/>
        </p:nvGrpSpPr>
        <p:grpSpPr>
          <a:xfrm>
            <a:off x="0" y="894613"/>
            <a:ext cx="5760261" cy="2339398"/>
            <a:chOff x="0" y="894613"/>
            <a:chExt cx="5760261" cy="2339398"/>
          </a:xfrm>
        </p:grpSpPr>
        <p:pic>
          <p:nvPicPr>
            <p:cNvPr id="260" name="Google Shape;260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47357" y="894613"/>
              <a:ext cx="4865370" cy="1520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8FAAF1-A913-864C-57FC-EA2CC9DAB122}"/>
                  </a:ext>
                </a:extLst>
              </p14:cNvPr>
              <p14:cNvContentPartPr/>
              <p14:nvPr/>
            </p14:nvContentPartPr>
            <p14:xfrm>
              <a:off x="915840" y="11880"/>
              <a:ext cx="3594960" cy="249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8FAAF1-A913-864C-57FC-EA2CC9DAB1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6480" y="2520"/>
                <a:ext cx="3613680" cy="251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71" name="Google Shape;2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17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2" name="Google Shape;282;p17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84" name="Google Shape;284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294" name="Google Shape;294;p18"/>
          <p:cNvGrpSpPr/>
          <p:nvPr/>
        </p:nvGrpSpPr>
        <p:grpSpPr>
          <a:xfrm>
            <a:off x="309193" y="903960"/>
            <a:ext cx="5192466" cy="1629919"/>
            <a:chOff x="309193" y="903960"/>
            <a:chExt cx="5192466" cy="1629919"/>
          </a:xfrm>
        </p:grpSpPr>
        <p:sp>
          <p:nvSpPr>
            <p:cNvPr id="295" name="Google Shape;295;p18"/>
            <p:cNvSpPr/>
            <p:nvPr/>
          </p:nvSpPr>
          <p:spPr>
            <a:xfrm>
              <a:off x="309193" y="90396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6" name="Google Shape;296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09819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6575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644827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48194"/>
              <a:ext cx="50800" cy="709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8"/>
            <p:cNvSpPr/>
            <p:nvPr/>
          </p:nvSpPr>
          <p:spPr>
            <a:xfrm>
              <a:off x="309193" y="1142466"/>
              <a:ext cx="5142230" cy="566420"/>
            </a:xfrm>
            <a:custGeom>
              <a:avLst/>
              <a:gdLst/>
              <a:ahLst/>
              <a:cxnLst/>
              <a:rect l="l" t="t" r="r" b="b"/>
              <a:pathLst>
                <a:path w="5142230" h="56641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060"/>
                  </a:lnTo>
                  <a:lnTo>
                    <a:pt x="4008" y="534785"/>
                  </a:lnTo>
                  <a:lnTo>
                    <a:pt x="14922" y="550938"/>
                  </a:lnTo>
                  <a:lnTo>
                    <a:pt x="31075" y="561852"/>
                  </a:lnTo>
                  <a:lnTo>
                    <a:pt x="50800" y="565861"/>
                  </a:lnTo>
                  <a:lnTo>
                    <a:pt x="5090865" y="565861"/>
                  </a:lnTo>
                  <a:lnTo>
                    <a:pt x="5110590" y="561852"/>
                  </a:lnTo>
                  <a:lnTo>
                    <a:pt x="5126743" y="550938"/>
                  </a:lnTo>
                  <a:lnTo>
                    <a:pt x="5137657" y="534785"/>
                  </a:lnTo>
                  <a:lnTo>
                    <a:pt x="5141666" y="51506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5450859" y="986285"/>
              <a:ext cx="0" cy="690880"/>
            </a:xfrm>
            <a:custGeom>
              <a:avLst/>
              <a:gdLst/>
              <a:ahLst/>
              <a:cxnLst/>
              <a:rect l="l" t="t" r="r" b="b"/>
              <a:pathLst>
                <a:path w="120000" h="690880" extrusionOk="0">
                  <a:moveTo>
                    <a:pt x="0" y="69029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5450859" y="973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5450859" y="960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5450859" y="948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5450859" y="92913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309193" y="186025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07" name="Google Shape;307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09193" y="205449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9994" y="24322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10794" y="2419578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1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450859" y="1904491"/>
              <a:ext cx="50800" cy="527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18"/>
            <p:cNvSpPr/>
            <p:nvPr/>
          </p:nvSpPr>
          <p:spPr>
            <a:xfrm>
              <a:off x="309193" y="2098768"/>
              <a:ext cx="5142230" cy="384810"/>
            </a:xfrm>
            <a:custGeom>
              <a:avLst/>
              <a:gdLst/>
              <a:ahLst/>
              <a:cxnLst/>
              <a:rect l="l" t="t" r="r" b="b"/>
              <a:pathLst>
                <a:path w="5142230" h="38481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3509"/>
                  </a:lnTo>
                  <a:lnTo>
                    <a:pt x="4008" y="353234"/>
                  </a:lnTo>
                  <a:lnTo>
                    <a:pt x="14922" y="369387"/>
                  </a:lnTo>
                  <a:lnTo>
                    <a:pt x="31075" y="380301"/>
                  </a:lnTo>
                  <a:lnTo>
                    <a:pt x="50800" y="384310"/>
                  </a:lnTo>
                  <a:lnTo>
                    <a:pt x="5090865" y="384310"/>
                  </a:lnTo>
                  <a:lnTo>
                    <a:pt x="5110590" y="380301"/>
                  </a:lnTo>
                  <a:lnTo>
                    <a:pt x="5126743" y="369387"/>
                  </a:lnTo>
                  <a:lnTo>
                    <a:pt x="5137657" y="353234"/>
                  </a:lnTo>
                  <a:lnTo>
                    <a:pt x="5141666" y="33350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5450859" y="1942587"/>
              <a:ext cx="0" cy="509270"/>
            </a:xfrm>
            <a:custGeom>
              <a:avLst/>
              <a:gdLst/>
              <a:ahLst/>
              <a:cxnLst/>
              <a:rect l="l" t="t" r="r" b="b"/>
              <a:pathLst>
                <a:path w="120000" h="509269" extrusionOk="0">
                  <a:moveTo>
                    <a:pt x="0" y="50874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5450859" y="19298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5450859" y="19171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50859" y="19044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5450859" y="188543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8"/>
          <p:cNvSpPr txBox="1"/>
          <p:nvPr/>
        </p:nvSpPr>
        <p:spPr>
          <a:xfrm>
            <a:off x="347294" y="833203"/>
            <a:ext cx="5065395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Convolutional Neural Network (CNN) is a specialized type of deep neural network designed to process data with a grid-like topology, such as images, where spatial relationships between data points are important.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ore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CNNs mimic the visual cortex by detecting simple patterns (edges, corners) in early layers and combining them into complex objects (faces, cars) in deeper layers.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19" name="Google Shape;319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" name="Google Shape;322;p1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A82899-5996-DF28-A92E-C0D55CDE9523}"/>
                  </a:ext>
                </a:extLst>
              </p14:cNvPr>
              <p14:cNvContentPartPr/>
              <p14:nvPr/>
            </p14:nvContentPartPr>
            <p14:xfrm>
              <a:off x="237240" y="99000"/>
              <a:ext cx="5501160" cy="318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A82899-5996-DF28-A92E-C0D55CDE95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880" y="89640"/>
                <a:ext cx="5519880" cy="320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0172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DC44-9D51-5A14-F37C-BABBA508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EF6974-0B81-BADC-25F7-7C10A89B21E9}"/>
                  </a:ext>
                </a:extLst>
              </p14:cNvPr>
              <p14:cNvContentPartPr/>
              <p14:nvPr/>
            </p14:nvContentPartPr>
            <p14:xfrm>
              <a:off x="1049040" y="465480"/>
              <a:ext cx="4488120" cy="118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EF6974-0B81-BADC-25F7-7C10A89B21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680" y="456120"/>
                <a:ext cx="4506840" cy="12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7401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E15E-ADB5-F87A-E05C-50733F85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614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E91D-0873-66DD-02BF-4CAE3562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623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onvolutional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309193" y="1004785"/>
            <a:ext cx="5192466" cy="1377862"/>
            <a:chOff x="309193" y="1004785"/>
            <a:chExt cx="5192466" cy="1377862"/>
          </a:xfrm>
        </p:grpSpPr>
        <p:sp>
          <p:nvSpPr>
            <p:cNvPr id="330" name="Google Shape;330;p19"/>
            <p:cNvSpPr/>
            <p:nvPr/>
          </p:nvSpPr>
          <p:spPr>
            <a:xfrm>
              <a:off x="309193" y="1004785"/>
              <a:ext cx="5142230" cy="208915"/>
            </a:xfrm>
            <a:custGeom>
              <a:avLst/>
              <a:gdLst/>
              <a:ahLst/>
              <a:cxnLst/>
              <a:rect l="l" t="t" r="r" b="b"/>
              <a:pathLst>
                <a:path w="5142230" h="208915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8911"/>
                  </a:lnTo>
                  <a:lnTo>
                    <a:pt x="5141666" y="208911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20103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28104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26834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049020"/>
              <a:ext cx="50800" cy="1232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9"/>
            <p:cNvSpPr/>
            <p:nvPr/>
          </p:nvSpPr>
          <p:spPr>
            <a:xfrm>
              <a:off x="309193" y="1245311"/>
              <a:ext cx="5142230" cy="1087120"/>
            </a:xfrm>
            <a:custGeom>
              <a:avLst/>
              <a:gdLst/>
              <a:ahLst/>
              <a:cxnLst/>
              <a:rect l="l" t="t" r="r" b="b"/>
              <a:pathLst>
                <a:path w="5142230" h="108712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035735"/>
                  </a:lnTo>
                  <a:lnTo>
                    <a:pt x="4008" y="1055460"/>
                  </a:lnTo>
                  <a:lnTo>
                    <a:pt x="14922" y="1071613"/>
                  </a:lnTo>
                  <a:lnTo>
                    <a:pt x="31075" y="1082527"/>
                  </a:lnTo>
                  <a:lnTo>
                    <a:pt x="50800" y="1086536"/>
                  </a:lnTo>
                  <a:lnTo>
                    <a:pt x="5090865" y="1086536"/>
                  </a:lnTo>
                  <a:lnTo>
                    <a:pt x="5110590" y="1082527"/>
                  </a:lnTo>
                  <a:lnTo>
                    <a:pt x="5126743" y="1071613"/>
                  </a:lnTo>
                  <a:lnTo>
                    <a:pt x="5137657" y="1055460"/>
                  </a:lnTo>
                  <a:lnTo>
                    <a:pt x="5141666" y="103573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5450859" y="1087105"/>
              <a:ext cx="0" cy="1213485"/>
            </a:xfrm>
            <a:custGeom>
              <a:avLst/>
              <a:gdLst/>
              <a:ahLst/>
              <a:cxnLst/>
              <a:rect l="l" t="t" r="r" b="b"/>
              <a:pathLst>
                <a:path w="120000" h="1213485" extrusionOk="0">
                  <a:moveTo>
                    <a:pt x="0" y="1212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5450859" y="10744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5450859" y="10617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5450859" y="104900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5450859" y="102995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2995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5209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7423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9637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1852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19"/>
          <p:cNvSpPr txBox="1"/>
          <p:nvPr/>
        </p:nvSpPr>
        <p:spPr>
          <a:xfrm>
            <a:off x="347294" y="968486"/>
            <a:ext cx="46995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mages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Translation Invariance: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Object recognition regardless of position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Local Patterns: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Detect edges, textures, and shapes locally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Hierarchical Features: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Low-level 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Mid-level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High-level features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Parameter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Fewer parameters than fully connected networks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Computational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Parallel processing of convolutions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1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348" name="Google Shape;348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1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BE9B41-842B-393B-90C6-B6C69E150597}"/>
                  </a:ext>
                </a:extLst>
              </p14:cNvPr>
              <p14:cNvContentPartPr/>
              <p14:nvPr/>
            </p14:nvContentPartPr>
            <p14:xfrm>
              <a:off x="442080" y="522360"/>
              <a:ext cx="4062960" cy="175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BE9B41-842B-393B-90C6-B6C69E1505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2720" y="513000"/>
                <a:ext cx="4081680" cy="177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L</a:t>
            </a:r>
            <a:r>
              <a:rPr lang="en-US" cap="small">
                <a:solidFill>
                  <a:srgbClr val="FFFFFF"/>
                </a:solidFill>
              </a:rPr>
              <a:t>ocality</a:t>
            </a:r>
            <a:endParaRPr/>
          </a:p>
        </p:txBody>
      </p:sp>
      <p:grpSp>
        <p:nvGrpSpPr>
          <p:cNvPr id="358" name="Google Shape;358;p20"/>
          <p:cNvGrpSpPr/>
          <p:nvPr/>
        </p:nvGrpSpPr>
        <p:grpSpPr>
          <a:xfrm>
            <a:off x="0" y="668553"/>
            <a:ext cx="5760261" cy="2565458"/>
            <a:chOff x="0" y="668553"/>
            <a:chExt cx="5760261" cy="2565458"/>
          </a:xfrm>
        </p:grpSpPr>
        <p:pic>
          <p:nvPicPr>
            <p:cNvPr id="359" name="Google Shape;35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685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6924" y="1667916"/>
              <a:ext cx="3366135" cy="988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" name="Google Shape;364;p20"/>
          <p:cNvSpPr txBox="1"/>
          <p:nvPr/>
        </p:nvSpPr>
        <p:spPr>
          <a:xfrm>
            <a:off x="644626" y="591024"/>
            <a:ext cx="33750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Some patterns are much smaller than the whole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153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347294" y="2808397"/>
            <a:ext cx="129222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3BE1B0-A4BB-8D48-5341-F82239FA262F}"/>
                  </a:ext>
                </a:extLst>
              </p14:cNvPr>
              <p14:cNvContentPartPr/>
              <p14:nvPr/>
            </p14:nvContentPartPr>
            <p14:xfrm>
              <a:off x="1338120" y="1857600"/>
              <a:ext cx="515160" cy="715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3BE1B0-A4BB-8D48-5341-F82239FA26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8760" y="1848240"/>
                <a:ext cx="533880" cy="73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 txBox="1">
            <a:spLocks noGrp="1"/>
          </p:cNvSpPr>
          <p:nvPr>
            <p:ph type="ctrTitle"/>
          </p:nvPr>
        </p:nvSpPr>
        <p:spPr>
          <a:xfrm>
            <a:off x="95300" y="109545"/>
            <a:ext cx="38677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L</a:t>
            </a:r>
            <a:r>
              <a:rPr lang="en-US" cap="small">
                <a:solidFill>
                  <a:srgbClr val="FFFFFF"/>
                </a:solidFill>
              </a:rPr>
              <a:t>ocality</a:t>
            </a:r>
            <a:endParaRPr/>
          </a:p>
        </p:txBody>
      </p:sp>
      <p:grpSp>
        <p:nvGrpSpPr>
          <p:cNvPr id="373" name="Google Shape;373;p21"/>
          <p:cNvGrpSpPr/>
          <p:nvPr/>
        </p:nvGrpSpPr>
        <p:grpSpPr>
          <a:xfrm>
            <a:off x="309193" y="584898"/>
            <a:ext cx="5192466" cy="803555"/>
            <a:chOff x="309193" y="584898"/>
            <a:chExt cx="5192466" cy="803555"/>
          </a:xfrm>
        </p:grpSpPr>
        <p:pic>
          <p:nvPicPr>
            <p:cNvPr id="374" name="Google Shape;374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848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1"/>
            <p:cNvSpPr/>
            <p:nvPr/>
          </p:nvSpPr>
          <p:spPr>
            <a:xfrm>
              <a:off x="309193" y="1094358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6" name="Google Shape;37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8685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7415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144930"/>
              <a:ext cx="50800" cy="1419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1"/>
            <p:cNvSpPr/>
            <p:nvPr/>
          </p:nvSpPr>
          <p:spPr>
            <a:xfrm>
              <a:off x="309193" y="1138790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9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8062"/>
                  </a:lnTo>
                  <a:lnTo>
                    <a:pt x="4008" y="167787"/>
                  </a:lnTo>
                  <a:lnTo>
                    <a:pt x="14922" y="183940"/>
                  </a:lnTo>
                  <a:lnTo>
                    <a:pt x="31075" y="194854"/>
                  </a:lnTo>
                  <a:lnTo>
                    <a:pt x="50800" y="198863"/>
                  </a:lnTo>
                  <a:lnTo>
                    <a:pt x="5090865" y="198863"/>
                  </a:lnTo>
                  <a:lnTo>
                    <a:pt x="5110590" y="194854"/>
                  </a:lnTo>
                  <a:lnTo>
                    <a:pt x="5126743" y="183940"/>
                  </a:lnTo>
                  <a:lnTo>
                    <a:pt x="5137657" y="167787"/>
                  </a:lnTo>
                  <a:lnTo>
                    <a:pt x="5141666" y="148062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5450859" y="1183027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90" extrusionOk="0">
                  <a:moveTo>
                    <a:pt x="0" y="12287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5450859" y="1170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5450859" y="1157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5450859" y="1144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5450859" y="112587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21"/>
          <p:cNvSpPr txBox="1"/>
          <p:nvPr/>
        </p:nvSpPr>
        <p:spPr>
          <a:xfrm>
            <a:off x="644626" y="507369"/>
            <a:ext cx="33750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Some patterns are much smaller than the whole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347294" y="1113477"/>
            <a:ext cx="433959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neuron does not have to see the whole image to discover the pattern.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21"/>
          <p:cNvGrpSpPr/>
          <p:nvPr/>
        </p:nvGrpSpPr>
        <p:grpSpPr>
          <a:xfrm>
            <a:off x="0" y="1794395"/>
            <a:ext cx="5760261" cy="1439616"/>
            <a:chOff x="0" y="1794395"/>
            <a:chExt cx="5760261" cy="1439616"/>
          </a:xfrm>
        </p:grpSpPr>
        <p:pic>
          <p:nvPicPr>
            <p:cNvPr id="388" name="Google Shape;388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196924" y="1794395"/>
              <a:ext cx="3366135" cy="988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1"/>
          <p:cNvSpPr txBox="1"/>
          <p:nvPr/>
        </p:nvSpPr>
        <p:spPr>
          <a:xfrm>
            <a:off x="347294" y="2937574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702" y="617397"/>
            <a:ext cx="69291" cy="69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 txBox="1"/>
          <p:nvPr/>
        </p:nvSpPr>
        <p:spPr>
          <a:xfrm>
            <a:off x="95300" y="109545"/>
            <a:ext cx="5328920" cy="61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700" cap="small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hy</a:t>
            </a:r>
            <a:r>
              <a:rPr lang="en-US" sz="170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CNN </a:t>
            </a:r>
            <a:r>
              <a:rPr lang="en-US" sz="1700" cap="small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70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mages</a:t>
            </a:r>
            <a:r>
              <a:rPr lang="en-US" sz="170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- T</a:t>
            </a:r>
            <a:r>
              <a:rPr lang="en-US" sz="1700" cap="small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ranslation</a:t>
            </a:r>
            <a:r>
              <a:rPr lang="en-US" sz="1700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EC2027"/>
                </a:solidFill>
                <a:latin typeface="Calibri"/>
                <a:ea typeface="Calibri"/>
                <a:cs typeface="Calibri"/>
                <a:sym typeface="Calibri"/>
              </a:rPr>
              <a:t>nvariance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561975" lvl="0" indent="0" algn="l" rtl="0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Same pattern may appear in different regions.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2"/>
          <p:cNvGrpSpPr/>
          <p:nvPr/>
        </p:nvGrpSpPr>
        <p:grpSpPr>
          <a:xfrm>
            <a:off x="0" y="858824"/>
            <a:ext cx="5760261" cy="2375187"/>
            <a:chOff x="0" y="858824"/>
            <a:chExt cx="5760261" cy="2375187"/>
          </a:xfrm>
        </p:grpSpPr>
        <p:pic>
          <p:nvPicPr>
            <p:cNvPr id="402" name="Google Shape;402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02639" y="858824"/>
              <a:ext cx="3354704" cy="1874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22"/>
          <p:cNvSpPr txBox="1"/>
          <p:nvPr/>
        </p:nvSpPr>
        <p:spPr>
          <a:xfrm>
            <a:off x="347294" y="2937574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mages</a:t>
            </a:r>
            <a:r>
              <a:rPr lang="en-US">
                <a:solidFill>
                  <a:srgbClr val="FFFFFF"/>
                </a:solidFill>
              </a:rPr>
              <a:t> - S</a:t>
            </a:r>
            <a:r>
              <a:rPr lang="en-US" cap="small">
                <a:solidFill>
                  <a:srgbClr val="FFFFFF"/>
                </a:solidFill>
              </a:rPr>
              <a:t>cale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nvariance</a:t>
            </a:r>
            <a:endParaRPr/>
          </a:p>
        </p:txBody>
      </p:sp>
      <p:grpSp>
        <p:nvGrpSpPr>
          <p:cNvPr id="414" name="Google Shape;414;p23"/>
          <p:cNvGrpSpPr/>
          <p:nvPr/>
        </p:nvGrpSpPr>
        <p:grpSpPr>
          <a:xfrm>
            <a:off x="513702" y="746582"/>
            <a:ext cx="4240885" cy="1879028"/>
            <a:chOff x="513702" y="746582"/>
            <a:chExt cx="4240885" cy="1879028"/>
          </a:xfrm>
        </p:grpSpPr>
        <p:pic>
          <p:nvPicPr>
            <p:cNvPr id="415" name="Google Shape;41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465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2727" y="899426"/>
              <a:ext cx="3451860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3348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5563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9" name="Google Shape;419;p23"/>
          <p:cNvSpPr txBox="1"/>
          <p:nvPr/>
        </p:nvSpPr>
        <p:spPr>
          <a:xfrm>
            <a:off x="644626" y="669053"/>
            <a:ext cx="308229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Sub-sampling the pixels will not change the object.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347294" y="2264818"/>
            <a:ext cx="36201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We can sub-sample the image to make it smaller.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Less parameters for the network to process the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422" name="Google Shape;422;p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" name="Google Shape;425;p2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FB771B-E299-6055-E5B6-37F820553565}"/>
                  </a:ext>
                </a:extLst>
              </p14:cNvPr>
              <p14:cNvContentPartPr/>
              <p14:nvPr/>
            </p14:nvContentPartPr>
            <p14:xfrm>
              <a:off x="2228760" y="1385280"/>
              <a:ext cx="2495160" cy="28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FB771B-E299-6055-E5B6-37F8205535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9400" y="1375920"/>
                <a:ext cx="2513880" cy="30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 txBox="1"/>
          <p:nvPr/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2" name="Google Shape;432;p24"/>
          <p:cNvGrpSpPr/>
          <p:nvPr/>
        </p:nvGrpSpPr>
        <p:grpSpPr>
          <a:xfrm>
            <a:off x="0" y="463676"/>
            <a:ext cx="5760261" cy="2770335"/>
            <a:chOff x="0" y="463676"/>
            <a:chExt cx="5760261" cy="2770335"/>
          </a:xfrm>
        </p:grpSpPr>
        <p:pic>
          <p:nvPicPr>
            <p:cNvPr id="433" name="Google Shape;433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08366" y="463676"/>
              <a:ext cx="3143250" cy="240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7" name="Google Shape;437;p24"/>
          <p:cNvSpPr txBox="1"/>
          <p:nvPr/>
        </p:nvSpPr>
        <p:spPr>
          <a:xfrm>
            <a:off x="347294" y="2965197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D6EB30-ABF8-0C1C-7E23-A5758D84779D}"/>
                  </a:ext>
                </a:extLst>
              </p14:cNvPr>
              <p14:cNvContentPartPr/>
              <p14:nvPr/>
            </p14:nvContentPartPr>
            <p14:xfrm>
              <a:off x="2389320" y="599400"/>
              <a:ext cx="2738520" cy="238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D6EB30-ABF8-0C1C-7E23-A5758D8477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9960" y="590040"/>
                <a:ext cx="2757240" cy="240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"/>
          <p:cNvSpPr txBox="1"/>
          <p:nvPr/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5" name="Google Shape;445;p25"/>
          <p:cNvGrpSpPr/>
          <p:nvPr/>
        </p:nvGrpSpPr>
        <p:grpSpPr>
          <a:xfrm>
            <a:off x="0" y="463676"/>
            <a:ext cx="5760261" cy="2770335"/>
            <a:chOff x="0" y="463676"/>
            <a:chExt cx="5760261" cy="2770335"/>
          </a:xfrm>
        </p:grpSpPr>
        <p:pic>
          <p:nvPicPr>
            <p:cNvPr id="446" name="Google Shape;446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1452" y="463676"/>
              <a:ext cx="3337083" cy="240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" name="Google Shape;450;p25"/>
          <p:cNvSpPr txBox="1"/>
          <p:nvPr/>
        </p:nvSpPr>
        <p:spPr>
          <a:xfrm>
            <a:off x="347294" y="2965197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96DAF3-02ED-7776-BFE1-F05575BEC09E}"/>
                  </a:ext>
                </a:extLst>
              </p14:cNvPr>
              <p14:cNvContentPartPr/>
              <p14:nvPr/>
            </p14:nvContentPartPr>
            <p14:xfrm>
              <a:off x="2241720" y="886680"/>
              <a:ext cx="2290320" cy="217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96DAF3-02ED-7776-BFE1-F05575BEC0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2360" y="877320"/>
                <a:ext cx="2309040" cy="218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/>
          <p:nvPr/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8" name="Google Shape;458;p26"/>
          <p:cNvGrpSpPr/>
          <p:nvPr/>
        </p:nvGrpSpPr>
        <p:grpSpPr>
          <a:xfrm>
            <a:off x="0" y="463676"/>
            <a:ext cx="5760261" cy="2770335"/>
            <a:chOff x="0" y="463676"/>
            <a:chExt cx="5760261" cy="2770335"/>
          </a:xfrm>
        </p:grpSpPr>
        <p:pic>
          <p:nvPicPr>
            <p:cNvPr id="459" name="Google Shape;459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1452" y="463676"/>
              <a:ext cx="3337083" cy="240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6"/>
          <p:cNvSpPr txBox="1"/>
          <p:nvPr/>
        </p:nvSpPr>
        <p:spPr>
          <a:xfrm>
            <a:off x="347294" y="2965197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 txBox="1"/>
          <p:nvPr/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CNN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27"/>
          <p:cNvGrpSpPr/>
          <p:nvPr/>
        </p:nvGrpSpPr>
        <p:grpSpPr>
          <a:xfrm>
            <a:off x="0" y="463676"/>
            <a:ext cx="5760261" cy="2770335"/>
            <a:chOff x="0" y="463676"/>
            <a:chExt cx="5760261" cy="2770335"/>
          </a:xfrm>
        </p:grpSpPr>
        <p:pic>
          <p:nvPicPr>
            <p:cNvPr id="472" name="Google Shape;472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03591" y="463676"/>
              <a:ext cx="3352800" cy="24203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" name="Google Shape;476;p27"/>
          <p:cNvSpPr txBox="1"/>
          <p:nvPr/>
        </p:nvSpPr>
        <p:spPr>
          <a:xfrm>
            <a:off x="347294" y="2965197"/>
            <a:ext cx="1292225" cy="16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Courtesy: Akka Zemmari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CDAFE8-CE2A-917E-8F21-15EE23517E70}"/>
                  </a:ext>
                </a:extLst>
              </p14:cNvPr>
              <p14:cNvContentPartPr/>
              <p14:nvPr/>
            </p14:nvContentPartPr>
            <p14:xfrm>
              <a:off x="3695400" y="762840"/>
              <a:ext cx="2046240" cy="150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CDAFE8-CE2A-917E-8F21-15EE23517E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86040" y="753480"/>
                <a:ext cx="2064960" cy="152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rinciples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309193" y="747394"/>
            <a:ext cx="5142230" cy="207010"/>
          </a:xfrm>
          <a:custGeom>
            <a:avLst/>
            <a:gdLst/>
            <a:ahLst/>
            <a:cxnLst/>
            <a:rect l="l" t="t" r="r" b="b"/>
            <a:pathLst>
              <a:path w="5142230" h="207009" extrusionOk="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7"/>
                </a:lnTo>
                <a:lnTo>
                  <a:pt x="5141666" y="20688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8"/>
          <p:cNvSpPr txBox="1"/>
          <p:nvPr/>
        </p:nvSpPr>
        <p:spPr>
          <a:xfrm>
            <a:off x="347294" y="715096"/>
            <a:ext cx="20535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hree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K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rinciples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6" name="Google Shape;486;p28"/>
          <p:cNvGrpSpPr/>
          <p:nvPr/>
        </p:nvGrpSpPr>
        <p:grpSpPr>
          <a:xfrm>
            <a:off x="309193" y="772553"/>
            <a:ext cx="5192466" cy="1996174"/>
            <a:chOff x="309193" y="772553"/>
            <a:chExt cx="5192466" cy="1996174"/>
          </a:xfrm>
        </p:grpSpPr>
        <p:pic>
          <p:nvPicPr>
            <p:cNvPr id="487" name="Google Shape;487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94162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266712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265442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2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91629"/>
              <a:ext cx="50800" cy="18754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28"/>
            <p:cNvSpPr/>
            <p:nvPr/>
          </p:nvSpPr>
          <p:spPr>
            <a:xfrm>
              <a:off x="309193" y="985885"/>
              <a:ext cx="5142230" cy="1732280"/>
            </a:xfrm>
            <a:custGeom>
              <a:avLst/>
              <a:gdLst/>
              <a:ahLst/>
              <a:cxnLst/>
              <a:rect l="l" t="t" r="r" b="b"/>
              <a:pathLst>
                <a:path w="5142230" h="173228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681241"/>
                  </a:lnTo>
                  <a:lnTo>
                    <a:pt x="4008" y="1700966"/>
                  </a:lnTo>
                  <a:lnTo>
                    <a:pt x="14922" y="1717119"/>
                  </a:lnTo>
                  <a:lnTo>
                    <a:pt x="31075" y="1728033"/>
                  </a:lnTo>
                  <a:lnTo>
                    <a:pt x="50800" y="1732042"/>
                  </a:lnTo>
                  <a:lnTo>
                    <a:pt x="5090865" y="1732042"/>
                  </a:lnTo>
                  <a:lnTo>
                    <a:pt x="5110590" y="1728033"/>
                  </a:lnTo>
                  <a:lnTo>
                    <a:pt x="5126743" y="1717119"/>
                  </a:lnTo>
                  <a:lnTo>
                    <a:pt x="5137657" y="1700966"/>
                  </a:lnTo>
                  <a:lnTo>
                    <a:pt x="5141666" y="168124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5450859" y="829703"/>
              <a:ext cx="0" cy="1856739"/>
            </a:xfrm>
            <a:custGeom>
              <a:avLst/>
              <a:gdLst/>
              <a:ahLst/>
              <a:cxnLst/>
              <a:rect l="l" t="t" r="r" b="b"/>
              <a:pathLst>
                <a:path w="120000" h="1856739" extrusionOk="0">
                  <a:moveTo>
                    <a:pt x="0" y="185647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5450859" y="8170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5450859" y="804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5450859" y="791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5450859" y="77255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97" name="Google Shape;497;p2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996" y="1015961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" name="Google Shape;498;p28"/>
          <p:cNvSpPr txBox="1"/>
          <p:nvPr/>
        </p:nvSpPr>
        <p:spPr>
          <a:xfrm>
            <a:off x="483946" y="100609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p28"/>
          <p:cNvGrpSpPr/>
          <p:nvPr/>
        </p:nvGrpSpPr>
        <p:grpSpPr>
          <a:xfrm>
            <a:off x="456996" y="1595437"/>
            <a:ext cx="121259" cy="700747"/>
            <a:chOff x="456996" y="1595437"/>
            <a:chExt cx="121259" cy="700747"/>
          </a:xfrm>
        </p:grpSpPr>
        <p:pic>
          <p:nvPicPr>
            <p:cNvPr id="500" name="Google Shape;500;p2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996" y="1595437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2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56996" y="2174925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2" name="Google Shape;502;p28"/>
          <p:cNvSpPr txBox="1"/>
          <p:nvPr/>
        </p:nvSpPr>
        <p:spPr>
          <a:xfrm>
            <a:off x="483946" y="158558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 txBox="1"/>
          <p:nvPr/>
        </p:nvSpPr>
        <p:spPr>
          <a:xfrm>
            <a:off x="483946" y="216507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619226" y="920012"/>
            <a:ext cx="34443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Local Connectivity (Sparse Interactions)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Each neuron connects only to a local region of the input</a:t>
            </a:r>
            <a:endParaRPr sz="950"/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Receptive field concept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 Sharing</a:t>
            </a:r>
            <a:endParaRPr sz="1050"/>
          </a:p>
          <a:p>
            <a:pPr marL="457200" lvl="0" indent="-288925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Same filter/kernel used across entire input</a:t>
            </a:r>
            <a:endParaRPr sz="950"/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Dramatically reduces parameters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Equivariant Representations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If input shifts, output shifts correspondingly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Built-in translation equivariance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2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06" name="Google Shape;506;p2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" name="Google Shape;509;p2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CD61E4-D054-3795-656C-2AAEC2DB8D0F}"/>
                  </a:ext>
                </a:extLst>
              </p14:cNvPr>
              <p14:cNvContentPartPr/>
              <p14:nvPr/>
            </p14:nvContentPartPr>
            <p14:xfrm>
              <a:off x="2045160" y="35640"/>
              <a:ext cx="2379240" cy="207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CD61E4-D054-3795-656C-2AAEC2DB8D0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35800" y="26280"/>
                <a:ext cx="2397960" cy="209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CNN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haracteristics</a:t>
            </a:r>
            <a:endParaRPr/>
          </a:p>
        </p:txBody>
      </p:sp>
      <p:grpSp>
        <p:nvGrpSpPr>
          <p:cNvPr id="516" name="Google Shape;516;p29"/>
          <p:cNvGrpSpPr/>
          <p:nvPr/>
        </p:nvGrpSpPr>
        <p:grpSpPr>
          <a:xfrm>
            <a:off x="0" y="1174521"/>
            <a:ext cx="5760261" cy="2059490"/>
            <a:chOff x="0" y="1174521"/>
            <a:chExt cx="5760261" cy="2059490"/>
          </a:xfrm>
        </p:grpSpPr>
        <p:pic>
          <p:nvPicPr>
            <p:cNvPr id="517" name="Google Shape;517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745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959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173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387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602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2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5" name="Google Shape;525;p29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2900" rIns="0" bIns="0" anchor="t" anchorCtr="0">
            <a:spAutoFit/>
          </a:bodyPr>
          <a:lstStyle/>
          <a:p>
            <a:pPr marL="3098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Convolutional Layers: </a:t>
            </a:r>
            <a:r>
              <a:rPr lang="en-US">
                <a:solidFill>
                  <a:srgbClr val="000000"/>
                </a:solidFill>
              </a:rPr>
              <a:t>Apply learnable filters to detect local features</a:t>
            </a:r>
            <a:endParaRPr/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Pooling Layers: </a:t>
            </a:r>
            <a:r>
              <a:rPr lang="en-US">
                <a:solidFill>
                  <a:srgbClr val="000000"/>
                </a:solidFill>
              </a:rPr>
              <a:t>Reduce spatial dimensions and provide translation invariance </a:t>
            </a:r>
            <a:r>
              <a:rPr lang="en-US"/>
              <a:t>Hierarchical Learning: </a:t>
            </a:r>
            <a:r>
              <a:rPr lang="en-US">
                <a:solidFill>
                  <a:srgbClr val="000000"/>
                </a:solidFill>
              </a:rPr>
              <a:t>Build complex features from simple ones</a:t>
            </a:r>
            <a:endParaRPr/>
          </a:p>
          <a:p>
            <a:pPr marL="309880" marR="848994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 Sharing: </a:t>
            </a:r>
            <a:r>
              <a:rPr lang="en-US">
                <a:solidFill>
                  <a:srgbClr val="000000"/>
                </a:solidFill>
              </a:rPr>
              <a:t>Same filter applied across entire input </a:t>
            </a:r>
            <a:r>
              <a:rPr lang="en-US"/>
              <a:t>Sparse Connectivity: </a:t>
            </a:r>
            <a:r>
              <a:rPr lang="en-US">
                <a:solidFill>
                  <a:srgbClr val="000000"/>
                </a:solidFill>
              </a:rPr>
              <a:t>Each neuron connects to local region only</a:t>
            </a:r>
            <a:endParaRPr/>
          </a:p>
        </p:txBody>
      </p:sp>
      <p:sp>
        <p:nvSpPr>
          <p:cNvPr id="526" name="Google Shape;526;p2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H</a:t>
            </a:r>
            <a:r>
              <a:rPr lang="en-US" cap="small">
                <a:solidFill>
                  <a:srgbClr val="FFFFFF"/>
                </a:solidFill>
              </a:rPr>
              <a:t>ow</a:t>
            </a:r>
            <a:r>
              <a:rPr lang="en-US">
                <a:solidFill>
                  <a:srgbClr val="FFFFFF"/>
                </a:solidFill>
              </a:rPr>
              <a:t> CNN A</a:t>
            </a:r>
            <a:r>
              <a:rPr lang="en-US" cap="small">
                <a:solidFill>
                  <a:srgbClr val="FFFFFF"/>
                </a:solidFill>
              </a:rPr>
              <a:t>chieves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mage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533" name="Google Shape;533;p30"/>
          <p:cNvGrpSpPr/>
          <p:nvPr/>
        </p:nvGrpSpPr>
        <p:grpSpPr>
          <a:xfrm>
            <a:off x="309193" y="541540"/>
            <a:ext cx="5192466" cy="828930"/>
            <a:chOff x="309193" y="541540"/>
            <a:chExt cx="5192466" cy="828930"/>
          </a:xfrm>
        </p:grpSpPr>
        <p:sp>
          <p:nvSpPr>
            <p:cNvPr id="534" name="Google Shape;534;p30"/>
            <p:cNvSpPr/>
            <p:nvPr/>
          </p:nvSpPr>
          <p:spPr>
            <a:xfrm>
              <a:off x="309193" y="54154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5" name="Google Shape;535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577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3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6886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3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616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3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5774"/>
              <a:ext cx="50800" cy="683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30"/>
            <p:cNvSpPr/>
            <p:nvPr/>
          </p:nvSpPr>
          <p:spPr>
            <a:xfrm>
              <a:off x="309193" y="780045"/>
              <a:ext cx="5142230" cy="539750"/>
            </a:xfrm>
            <a:custGeom>
              <a:avLst/>
              <a:gdLst/>
              <a:ahLst/>
              <a:cxnLst/>
              <a:rect l="l" t="t" r="r" b="b"/>
              <a:pathLst>
                <a:path w="5142230" h="53975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488823"/>
                  </a:lnTo>
                  <a:lnTo>
                    <a:pt x="4008" y="508548"/>
                  </a:lnTo>
                  <a:lnTo>
                    <a:pt x="14922" y="524701"/>
                  </a:lnTo>
                  <a:lnTo>
                    <a:pt x="31075" y="535615"/>
                  </a:lnTo>
                  <a:lnTo>
                    <a:pt x="50800" y="539624"/>
                  </a:lnTo>
                  <a:lnTo>
                    <a:pt x="5090865" y="539624"/>
                  </a:lnTo>
                  <a:lnTo>
                    <a:pt x="5110590" y="535615"/>
                  </a:lnTo>
                  <a:lnTo>
                    <a:pt x="5126743" y="524701"/>
                  </a:lnTo>
                  <a:lnTo>
                    <a:pt x="5137657" y="508548"/>
                  </a:lnTo>
                  <a:lnTo>
                    <a:pt x="5141666" y="4888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5450859" y="623864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w="120000" h="664210" extrusionOk="0">
                  <a:moveTo>
                    <a:pt x="0" y="66405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5450859" y="6111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5450859" y="5984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5450859" y="5857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5450859" y="56671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5" name="Google Shape;545;p30"/>
          <p:cNvSpPr txBox="1"/>
          <p:nvPr/>
        </p:nvSpPr>
        <p:spPr>
          <a:xfrm>
            <a:off x="347294" y="470783"/>
            <a:ext cx="5065395" cy="84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ierarchical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eature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rocess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CNNs achieve image classification through a hierarchical feature extraction process, where each layer builds increasingly complex representations from simpler ones.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0" y="1471536"/>
            <a:ext cx="5760261" cy="1762475"/>
            <a:chOff x="0" y="1471536"/>
            <a:chExt cx="5760261" cy="1762475"/>
          </a:xfrm>
        </p:grpSpPr>
        <p:pic>
          <p:nvPicPr>
            <p:cNvPr id="547" name="Google Shape;547;p3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63" y="1471536"/>
              <a:ext cx="4597908" cy="1479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1" name="Google Shape;551;p3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4AD8BA-57F1-B011-14FC-F18666BC0A83}"/>
                  </a:ext>
                </a:extLst>
              </p14:cNvPr>
              <p14:cNvContentPartPr/>
              <p14:nvPr/>
            </p14:nvContentPartPr>
            <p14:xfrm>
              <a:off x="112680" y="134640"/>
              <a:ext cx="5576760" cy="288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4AD8BA-57F1-B011-14FC-F18666BC0A8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3320" y="125280"/>
                <a:ext cx="5595480" cy="290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H</a:t>
            </a:r>
            <a:r>
              <a:rPr lang="en-US" cap="small">
                <a:solidFill>
                  <a:srgbClr val="FFFFFF"/>
                </a:solidFill>
              </a:rPr>
              <a:t>ierarchical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>
            <a:off x="347294" y="470527"/>
            <a:ext cx="315023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Deep networks learn increasingly complex features: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1147191" y="1806862"/>
            <a:ext cx="54356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7625" marR="5080" lvl="0" indent="-35560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Low-level features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>
            <a:off x="1852701" y="818230"/>
            <a:ext cx="351790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Edges Corners Colors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 txBox="1"/>
          <p:nvPr/>
        </p:nvSpPr>
        <p:spPr>
          <a:xfrm>
            <a:off x="2384132" y="1806862"/>
            <a:ext cx="51752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925" marR="5080" lvl="0" indent="-22860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Mid-level features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2" name="Google Shape;562;p31"/>
          <p:cNvGraphicFramePr/>
          <p:nvPr/>
        </p:nvGraphicFramePr>
        <p:xfrm>
          <a:off x="1056271" y="1258870"/>
          <a:ext cx="3168700" cy="5397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7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8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352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Layer 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352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Layer 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Textures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98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352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Layer 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7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1920" marR="0" lvl="0" indent="0" algn="l" rtl="0">
                        <a:lnSpc>
                          <a:spcPct val="5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Patterns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21920" marR="0" lvl="0" indent="0" algn="l" rtl="0">
                        <a:lnSpc>
                          <a:spcPct val="100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Parts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3" name="Google Shape;563;p31"/>
          <p:cNvSpPr txBox="1"/>
          <p:nvPr/>
        </p:nvSpPr>
        <p:spPr>
          <a:xfrm>
            <a:off x="3580371" y="1806862"/>
            <a:ext cx="57340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2864" marR="5080" lvl="0" indent="-50799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High-level features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1"/>
          <p:cNvSpPr txBox="1"/>
          <p:nvPr/>
        </p:nvSpPr>
        <p:spPr>
          <a:xfrm>
            <a:off x="4336669" y="1276958"/>
            <a:ext cx="3345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Objects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2700" marR="9525" lvl="0" indent="0" algn="l" rtl="0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>
                <a:latin typeface="Arial"/>
                <a:ea typeface="Arial"/>
                <a:cs typeface="Arial"/>
                <a:sym typeface="Arial"/>
              </a:rPr>
              <a:t>Faces Scenes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p31"/>
          <p:cNvGrpSpPr/>
          <p:nvPr/>
        </p:nvGrpSpPr>
        <p:grpSpPr>
          <a:xfrm>
            <a:off x="513702" y="2669196"/>
            <a:ext cx="69291" cy="436207"/>
            <a:chOff x="513702" y="2669196"/>
            <a:chExt cx="69291" cy="436207"/>
          </a:xfrm>
        </p:grpSpPr>
        <p:pic>
          <p:nvPicPr>
            <p:cNvPr id="566" name="Google Shape;566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6691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3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8526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30361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9" name="Google Shape;569;p31"/>
          <p:cNvSpPr txBox="1"/>
          <p:nvPr/>
        </p:nvSpPr>
        <p:spPr>
          <a:xfrm>
            <a:off x="347294" y="2376067"/>
            <a:ext cx="4257040" cy="7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Face Detection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Layer 1: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Detects edges at various orientations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5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Layer 2: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Combines edges into facial features (eyes, nose, mouth)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Layer 3: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Combines features into complete face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p3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71" name="Google Shape;571;p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3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C345DB-06E1-8023-1902-03C567756BBA}"/>
                  </a:ext>
                </a:extLst>
              </p14:cNvPr>
              <p14:cNvContentPartPr/>
              <p14:nvPr/>
            </p14:nvContentPartPr>
            <p14:xfrm>
              <a:off x="1788840" y="727200"/>
              <a:ext cx="3326040" cy="234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C345DB-06E1-8023-1902-03C567756B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9480" y="717840"/>
                <a:ext cx="3344760" cy="236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CNN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309193" y="762494"/>
            <a:ext cx="5142230" cy="207010"/>
          </a:xfrm>
          <a:custGeom>
            <a:avLst/>
            <a:gdLst/>
            <a:ahLst/>
            <a:cxnLst/>
            <a:rect l="l" t="t" r="r" b="b"/>
            <a:pathLst>
              <a:path w="5142230" h="207009" extrusionOk="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6887"/>
                </a:lnTo>
                <a:lnTo>
                  <a:pt x="5141666" y="206887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FFCCC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2"/>
          <p:cNvSpPr txBox="1"/>
          <p:nvPr/>
        </p:nvSpPr>
        <p:spPr>
          <a:xfrm>
            <a:off x="347294" y="730196"/>
            <a:ext cx="212852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rchitecture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attern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32"/>
          <p:cNvGrpSpPr/>
          <p:nvPr/>
        </p:nvGrpSpPr>
        <p:grpSpPr>
          <a:xfrm>
            <a:off x="309193" y="787679"/>
            <a:ext cx="5192466" cy="451956"/>
            <a:chOff x="309193" y="787679"/>
            <a:chExt cx="5192466" cy="451956"/>
          </a:xfrm>
        </p:grpSpPr>
        <p:pic>
          <p:nvPicPr>
            <p:cNvPr id="584" name="Google Shape;58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11380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p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9193" y="956729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6" name="Google Shape;586;p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253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7" name="Google Shape;587;p3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06729"/>
              <a:ext cx="50800" cy="3313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32"/>
            <p:cNvSpPr/>
            <p:nvPr/>
          </p:nvSpPr>
          <p:spPr>
            <a:xfrm>
              <a:off x="309193" y="1001011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37023"/>
                  </a:lnTo>
                  <a:lnTo>
                    <a:pt x="4008" y="156747"/>
                  </a:lnTo>
                  <a:lnTo>
                    <a:pt x="14922" y="172900"/>
                  </a:lnTo>
                  <a:lnTo>
                    <a:pt x="31075" y="183814"/>
                  </a:lnTo>
                  <a:lnTo>
                    <a:pt x="50800" y="187823"/>
                  </a:lnTo>
                  <a:lnTo>
                    <a:pt x="5090865" y="187823"/>
                  </a:lnTo>
                  <a:lnTo>
                    <a:pt x="5110590" y="183814"/>
                  </a:lnTo>
                  <a:lnTo>
                    <a:pt x="5126743" y="172900"/>
                  </a:lnTo>
                  <a:lnTo>
                    <a:pt x="5137657" y="156747"/>
                  </a:lnTo>
                  <a:lnTo>
                    <a:pt x="5141666" y="1370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5450859" y="844829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w="120000" h="312419" extrusionOk="0">
                  <a:moveTo>
                    <a:pt x="0" y="31225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5450859" y="8321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5450859" y="8194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5450859" y="8067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5450859" y="78767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4" name="Google Shape;594;p32"/>
          <p:cNvSpPr txBox="1"/>
          <p:nvPr/>
        </p:nvSpPr>
        <p:spPr>
          <a:xfrm>
            <a:off x="347301" y="967225"/>
            <a:ext cx="49239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INPUT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[CONV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ACTIVATION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POOL]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FC 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lang="en-US" sz="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OUTPUT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95" name="Google Shape;595;p32"/>
          <p:cNvGrpSpPr/>
          <p:nvPr/>
        </p:nvGrpSpPr>
        <p:grpSpPr>
          <a:xfrm>
            <a:off x="1017828" y="1789257"/>
            <a:ext cx="288290" cy="576580"/>
            <a:chOff x="1017828" y="1789257"/>
            <a:chExt cx="288290" cy="576580"/>
          </a:xfrm>
        </p:grpSpPr>
        <p:sp>
          <p:nvSpPr>
            <p:cNvPr id="596" name="Google Shape;596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2"/>
            <p:cNvSpPr/>
            <p:nvPr/>
          </p:nvSpPr>
          <p:spPr>
            <a:xfrm>
              <a:off x="1017828" y="1789257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32"/>
          <p:cNvSpPr txBox="1"/>
          <p:nvPr/>
        </p:nvSpPr>
        <p:spPr>
          <a:xfrm>
            <a:off x="997178" y="2395034"/>
            <a:ext cx="3295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2"/>
          <p:cNvSpPr txBox="1"/>
          <p:nvPr/>
        </p:nvSpPr>
        <p:spPr>
          <a:xfrm>
            <a:off x="924356" y="1557867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32×32×3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0" name="Google Shape;600;p32"/>
          <p:cNvGrpSpPr/>
          <p:nvPr/>
        </p:nvGrpSpPr>
        <p:grpSpPr>
          <a:xfrm>
            <a:off x="0" y="1846857"/>
            <a:ext cx="5760261" cy="1387154"/>
            <a:chOff x="0" y="1846857"/>
            <a:chExt cx="5760261" cy="1387154"/>
          </a:xfrm>
        </p:grpSpPr>
        <p:sp>
          <p:nvSpPr>
            <p:cNvPr id="601" name="Google Shape;601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1593838" y="1846857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10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2169847" y="1904457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2745856" y="193325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3321866" y="1962061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3897875" y="1990859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4473885" y="2019661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1305833" y="2019661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150738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188184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2083399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2457852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265940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303386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3235418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3609871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3811427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4185880" y="2077261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387436" y="2046895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7" name="Google Shape;627;p32"/>
          <p:cNvSpPr txBox="1"/>
          <p:nvPr/>
        </p:nvSpPr>
        <p:spPr>
          <a:xfrm>
            <a:off x="1529041" y="2409144"/>
            <a:ext cx="4178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r>
              <a:rPr lang="en-US"/>
              <a:t> / 153</a:t>
            </a:r>
            <a:endParaRPr/>
          </a:p>
        </p:txBody>
      </p:sp>
      <p:sp>
        <p:nvSpPr>
          <p:cNvPr id="630" name="Google Shape;630;p32"/>
          <p:cNvSpPr txBox="1"/>
          <p:nvPr/>
        </p:nvSpPr>
        <p:spPr>
          <a:xfrm>
            <a:off x="1500352" y="1557867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28×28×6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2"/>
          <p:cNvSpPr txBox="1"/>
          <p:nvPr/>
        </p:nvSpPr>
        <p:spPr>
          <a:xfrm>
            <a:off x="2129853" y="2408153"/>
            <a:ext cx="3683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2"/>
          <p:cNvSpPr txBox="1"/>
          <p:nvPr/>
        </p:nvSpPr>
        <p:spPr>
          <a:xfrm>
            <a:off x="2076361" y="1557867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14×14×6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2"/>
          <p:cNvSpPr txBox="1"/>
          <p:nvPr/>
        </p:nvSpPr>
        <p:spPr>
          <a:xfrm>
            <a:off x="2681046" y="2409144"/>
            <a:ext cx="4178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2"/>
          <p:cNvSpPr txBox="1"/>
          <p:nvPr/>
        </p:nvSpPr>
        <p:spPr>
          <a:xfrm>
            <a:off x="2620695" y="1557867"/>
            <a:ext cx="5384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10×10×16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2"/>
          <p:cNvSpPr txBox="1"/>
          <p:nvPr/>
        </p:nvSpPr>
        <p:spPr>
          <a:xfrm>
            <a:off x="3281857" y="2408153"/>
            <a:ext cx="3683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2"/>
          <p:cNvSpPr txBox="1"/>
          <p:nvPr/>
        </p:nvSpPr>
        <p:spPr>
          <a:xfrm>
            <a:off x="3260013" y="1557867"/>
            <a:ext cx="41211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5×5×16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2"/>
          <p:cNvSpPr txBox="1"/>
          <p:nvPr/>
        </p:nvSpPr>
        <p:spPr>
          <a:xfrm>
            <a:off x="3938066" y="2409144"/>
            <a:ext cx="2076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FC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2"/>
          <p:cNvSpPr txBox="1"/>
          <p:nvPr/>
        </p:nvSpPr>
        <p:spPr>
          <a:xfrm>
            <a:off x="3934168" y="1557867"/>
            <a:ext cx="215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120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2"/>
          <p:cNvSpPr txBox="1"/>
          <p:nvPr/>
        </p:nvSpPr>
        <p:spPr>
          <a:xfrm>
            <a:off x="4400041" y="2396025"/>
            <a:ext cx="43560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2"/>
          <p:cNvSpPr txBox="1"/>
          <p:nvPr/>
        </p:nvSpPr>
        <p:spPr>
          <a:xfrm>
            <a:off x="4541837" y="1557867"/>
            <a:ext cx="1524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10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9A0C36-1079-7143-D80E-DBFE6539E0B9}"/>
                  </a:ext>
                </a:extLst>
              </p14:cNvPr>
              <p14:cNvContentPartPr/>
              <p14:nvPr/>
            </p14:nvContentPartPr>
            <p14:xfrm>
              <a:off x="210240" y="30960"/>
              <a:ext cx="5504400" cy="302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9A0C36-1079-7143-D80E-DBFE6539E0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880" y="21600"/>
                <a:ext cx="5523120" cy="304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CNN -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by</a:t>
            </a:r>
            <a:r>
              <a:rPr lang="en-US">
                <a:solidFill>
                  <a:srgbClr val="FFFFFF"/>
                </a:solidFill>
              </a:rPr>
              <a:t>-L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reakdown</a:t>
            </a:r>
            <a:endParaRPr/>
          </a:p>
        </p:txBody>
      </p:sp>
      <p:grpSp>
        <p:nvGrpSpPr>
          <p:cNvPr id="646" name="Google Shape;646;p33"/>
          <p:cNvGrpSpPr/>
          <p:nvPr/>
        </p:nvGrpSpPr>
        <p:grpSpPr>
          <a:xfrm>
            <a:off x="513702" y="858329"/>
            <a:ext cx="69291" cy="2020646"/>
            <a:chOff x="513702" y="858329"/>
            <a:chExt cx="69291" cy="2020646"/>
          </a:xfrm>
        </p:grpSpPr>
        <p:pic>
          <p:nvPicPr>
            <p:cNvPr id="647" name="Google Shape;647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583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797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9" name="Google Shape;649;p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011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225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1454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3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668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3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882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4" name="Google Shape;654;p3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0968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5" name="Google Shape;655;p33"/>
          <p:cNvSpPr txBox="1"/>
          <p:nvPr/>
        </p:nvSpPr>
        <p:spPr>
          <a:xfrm>
            <a:off x="347294" y="501953"/>
            <a:ext cx="2868295" cy="241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Early Layers (1-2)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6990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Detect low-level features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Edges, corners, lines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Filters: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Small (3×3, 5×5)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Receptive Field: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Local, small regions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Middle Layers (3-4)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 low-level features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Shapes, textures, patterns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Complexity: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Medium-level abstractions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Receptive Field: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textcolorBitsRedr regions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3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57" name="Google Shape;657;p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" name="Google Shape;660;p3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8D4785-CDAC-018E-1C92-D1F5BE88BC79}"/>
                  </a:ext>
                </a:extLst>
              </p14:cNvPr>
              <p14:cNvContentPartPr/>
              <p14:nvPr/>
            </p14:nvContentPartPr>
            <p14:xfrm>
              <a:off x="320400" y="506880"/>
              <a:ext cx="3409560" cy="1497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8D4785-CDAC-018E-1C92-D1F5BE88BC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1040" y="497520"/>
                <a:ext cx="3428280" cy="151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CNN -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by</a:t>
            </a:r>
            <a:r>
              <a:rPr lang="en-US">
                <a:solidFill>
                  <a:srgbClr val="FFFFFF"/>
                </a:solidFill>
              </a:rPr>
              <a:t>-L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reakdown</a:t>
            </a:r>
            <a:endParaRPr/>
          </a:p>
        </p:txBody>
      </p:sp>
      <p:grpSp>
        <p:nvGrpSpPr>
          <p:cNvPr id="667" name="Google Shape;667;p34"/>
          <p:cNvGrpSpPr/>
          <p:nvPr/>
        </p:nvGrpSpPr>
        <p:grpSpPr>
          <a:xfrm>
            <a:off x="513702" y="869594"/>
            <a:ext cx="69291" cy="1799221"/>
            <a:chOff x="513702" y="869594"/>
            <a:chExt cx="69291" cy="1799221"/>
          </a:xfrm>
        </p:grpSpPr>
        <p:pic>
          <p:nvPicPr>
            <p:cNvPr id="668" name="Google Shape;668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695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9" name="Google Shape;669;p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910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3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1243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3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338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3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1566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781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4" name="Google Shape;674;p3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99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5" name="Google Shape;675;p34"/>
          <p:cNvSpPr txBox="1"/>
          <p:nvPr/>
        </p:nvSpPr>
        <p:spPr>
          <a:xfrm>
            <a:off x="347294" y="513193"/>
            <a:ext cx="3232785" cy="219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Deep Layers (5+)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74612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Detect object parts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Wheels, faces, eyes, ears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Complexity: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High-level semantics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Receptive Field: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textcolorBitsRed image regions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Fully Connected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62166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Final classification decision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Feature vector from conv layers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probability scores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6" name="Google Shape;676;p34"/>
          <p:cNvGrpSpPr/>
          <p:nvPr/>
        </p:nvGrpSpPr>
        <p:grpSpPr>
          <a:xfrm>
            <a:off x="0" y="2820949"/>
            <a:ext cx="5760261" cy="413062"/>
            <a:chOff x="0" y="2820949"/>
            <a:chExt cx="5760261" cy="413062"/>
          </a:xfrm>
        </p:grpSpPr>
        <p:pic>
          <p:nvPicPr>
            <p:cNvPr id="677" name="Google Shape;677;p3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20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8" name="Google Shape;678;p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34"/>
          <p:cNvSpPr txBox="1"/>
          <p:nvPr/>
        </p:nvSpPr>
        <p:spPr>
          <a:xfrm>
            <a:off x="644626" y="2749843"/>
            <a:ext cx="2380615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Function: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 all learned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0E6871-2041-E27D-858B-43EC91581A61}"/>
                  </a:ext>
                </a:extLst>
              </p14:cNvPr>
              <p14:cNvContentPartPr/>
              <p14:nvPr/>
            </p14:nvContentPartPr>
            <p14:xfrm>
              <a:off x="1187640" y="761400"/>
              <a:ext cx="1918080" cy="148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0E6871-2041-E27D-858B-43EC91581A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8280" y="752040"/>
                <a:ext cx="1936800" cy="15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rocess</a:t>
            </a:r>
            <a:endParaRPr/>
          </a:p>
        </p:txBody>
      </p:sp>
      <p:pic>
        <p:nvPicPr>
          <p:cNvPr id="689" name="Google Shape;68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46437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5"/>
          <p:cNvSpPr txBox="1"/>
          <p:nvPr/>
        </p:nvSpPr>
        <p:spPr>
          <a:xfrm>
            <a:off x="483946" y="45452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1" name="Google Shape;691;p35"/>
          <p:cNvGrpSpPr/>
          <p:nvPr/>
        </p:nvGrpSpPr>
        <p:grpSpPr>
          <a:xfrm>
            <a:off x="456996" y="847242"/>
            <a:ext cx="121259" cy="504139"/>
            <a:chOff x="456996" y="847242"/>
            <a:chExt cx="121259" cy="504139"/>
          </a:xfrm>
        </p:grpSpPr>
        <p:pic>
          <p:nvPicPr>
            <p:cNvPr id="692" name="Google Shape;692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996" y="847242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230122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4" name="Google Shape;694;p35"/>
          <p:cNvSpPr txBox="1"/>
          <p:nvPr/>
        </p:nvSpPr>
        <p:spPr>
          <a:xfrm>
            <a:off x="483946" y="83739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 txBox="1"/>
          <p:nvPr/>
        </p:nvSpPr>
        <p:spPr>
          <a:xfrm>
            <a:off x="483946" y="122027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161298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5"/>
          <p:cNvSpPr txBox="1"/>
          <p:nvPr/>
        </p:nvSpPr>
        <p:spPr>
          <a:xfrm>
            <a:off x="483946" y="160313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199586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5"/>
          <p:cNvSpPr txBox="1"/>
          <p:nvPr/>
        </p:nvSpPr>
        <p:spPr>
          <a:xfrm>
            <a:off x="483946" y="198601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 txBox="1"/>
          <p:nvPr/>
        </p:nvSpPr>
        <p:spPr>
          <a:xfrm>
            <a:off x="644626" y="398651"/>
            <a:ext cx="4672965" cy="174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27876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Extraction: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Convolutional layers progressively extract features of increasing complexity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Spatial Reduction: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Pooling layers reduce spatial dimensions while preserving important information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11125" lvl="0" indent="0" algn="l" rtl="0">
              <a:lnSpc>
                <a:spcPct val="1147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Combination: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Deeper layers combine simpler features to recognize complex patterns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1590" lvl="0" indent="0" algn="l" rtl="0">
              <a:lnSpc>
                <a:spcPct val="1147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Decision Making: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Fully connected layers use extracted features to make final classification decision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Softmax layer produces probability distribution over classes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1" name="Google Shape;701;p35"/>
          <p:cNvGrpSpPr/>
          <p:nvPr/>
        </p:nvGrpSpPr>
        <p:grpSpPr>
          <a:xfrm>
            <a:off x="309193" y="2234437"/>
            <a:ext cx="5192466" cy="856197"/>
            <a:chOff x="309193" y="2234437"/>
            <a:chExt cx="5192466" cy="856197"/>
          </a:xfrm>
        </p:grpSpPr>
        <p:sp>
          <p:nvSpPr>
            <p:cNvPr id="702" name="Google Shape;702;p35"/>
            <p:cNvSpPr/>
            <p:nvPr/>
          </p:nvSpPr>
          <p:spPr>
            <a:xfrm>
              <a:off x="309193" y="223443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03" name="Google Shape;703;p3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09193" y="242867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59994" y="298903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3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0794" y="297633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450859" y="2278684"/>
              <a:ext cx="50800" cy="710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p35"/>
            <p:cNvSpPr/>
            <p:nvPr/>
          </p:nvSpPr>
          <p:spPr>
            <a:xfrm>
              <a:off x="309193" y="2472949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6084"/>
                  </a:lnTo>
                  <a:lnTo>
                    <a:pt x="4008" y="535809"/>
                  </a:lnTo>
                  <a:lnTo>
                    <a:pt x="14922" y="551962"/>
                  </a:lnTo>
                  <a:lnTo>
                    <a:pt x="31075" y="562876"/>
                  </a:lnTo>
                  <a:lnTo>
                    <a:pt x="50800" y="566885"/>
                  </a:lnTo>
                  <a:lnTo>
                    <a:pt x="5090865" y="566885"/>
                  </a:lnTo>
                  <a:lnTo>
                    <a:pt x="5110590" y="562876"/>
                  </a:lnTo>
                  <a:lnTo>
                    <a:pt x="5126743" y="551962"/>
                  </a:lnTo>
                  <a:lnTo>
                    <a:pt x="5137657" y="535809"/>
                  </a:lnTo>
                  <a:lnTo>
                    <a:pt x="5141666" y="516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FFE5E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5450859" y="2316767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w="120000" h="691514" extrusionOk="0">
                  <a:moveTo>
                    <a:pt x="0" y="69131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5450859" y="23040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5450859" y="22913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5450859" y="22786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5450859" y="225961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3" name="Google Shape;713;p35"/>
          <p:cNvSpPr txBox="1"/>
          <p:nvPr/>
        </p:nvSpPr>
        <p:spPr>
          <a:xfrm>
            <a:off x="347294" y="2164895"/>
            <a:ext cx="4800600" cy="84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Each layer acts as 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detector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that becomes increasingly sophisticated. Early layers detect simple patterns, while later layers detect complex objects by combining simpler patterns.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3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15" name="Google Shape;715;p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3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35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F87105-10CA-921E-0E7E-904F7033F50F}"/>
                  </a:ext>
                </a:extLst>
              </p14:cNvPr>
              <p14:cNvContentPartPr/>
              <p14:nvPr/>
            </p14:nvContentPartPr>
            <p14:xfrm>
              <a:off x="136440" y="478800"/>
              <a:ext cx="5101200" cy="2397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F87105-10CA-921E-0E7E-904F7033F5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7080" y="469440"/>
                <a:ext cx="5119920" cy="241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725" name="Google Shape;72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3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3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3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5" name="Google Shape;735;p36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36" name="Google Shape;736;p36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38" name="Google Shape;738;p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3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2D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grpSp>
        <p:nvGrpSpPr>
          <p:cNvPr id="748" name="Google Shape;748;p3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49" name="Google Shape;749;p3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3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153</a:t>
            </a:r>
            <a:endParaRPr/>
          </a:p>
        </p:txBody>
      </p:sp>
      <p:pic>
        <p:nvPicPr>
          <p:cNvPr id="754" name="Google Shape;7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1" cy="235726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F66D59-F307-2649-0C04-BAB469E60A40}"/>
                  </a:ext>
                </a:extLst>
              </p14:cNvPr>
              <p14:cNvContentPartPr/>
              <p14:nvPr/>
            </p14:nvContentPartPr>
            <p14:xfrm>
              <a:off x="1522440" y="1260360"/>
              <a:ext cx="2878920" cy="111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F66D59-F307-2649-0C04-BAB469E60A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3080" y="1251000"/>
                <a:ext cx="2897640" cy="113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2D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graphicFrame>
        <p:nvGraphicFramePr>
          <p:cNvPr id="760" name="Google Shape;760;p38"/>
          <p:cNvGraphicFramePr/>
          <p:nvPr/>
        </p:nvGraphicFramePr>
        <p:xfrm>
          <a:off x="792861" y="559930"/>
          <a:ext cx="13983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61" name="Google Shape;761;p38"/>
          <p:cNvSpPr txBox="1"/>
          <p:nvPr/>
        </p:nvSpPr>
        <p:spPr>
          <a:xfrm>
            <a:off x="932726" y="2274618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2" name="Google Shape;762;p38"/>
          <p:cNvGraphicFramePr/>
          <p:nvPr/>
        </p:nvGraphicFramePr>
        <p:xfrm>
          <a:off x="3269767" y="1218222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3" name="Google Shape;763;p38"/>
          <p:cNvSpPr txBox="1"/>
          <p:nvPr/>
        </p:nvSpPr>
        <p:spPr>
          <a:xfrm>
            <a:off x="3081324" y="512875"/>
            <a:ext cx="2293620" cy="106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These values inside the matrix are to be learned by the network.  We call these as parameters or weights.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1804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Kernel / 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4" name="Google Shape;764;p38"/>
          <p:cNvGraphicFramePr/>
          <p:nvPr/>
        </p:nvGraphicFramePr>
        <p:xfrm>
          <a:off x="3292512" y="1928025"/>
          <a:ext cx="902950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5" name="Google Shape;765;p38"/>
          <p:cNvSpPr txBox="1"/>
          <p:nvPr/>
        </p:nvSpPr>
        <p:spPr>
          <a:xfrm>
            <a:off x="4226420" y="2101956"/>
            <a:ext cx="9499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Kernel / Filter 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6" name="Google Shape;766;p38"/>
          <p:cNvGrpSpPr/>
          <p:nvPr/>
        </p:nvGrpSpPr>
        <p:grpSpPr>
          <a:xfrm>
            <a:off x="0" y="2622981"/>
            <a:ext cx="5760261" cy="611030"/>
            <a:chOff x="0" y="2622981"/>
            <a:chExt cx="5760261" cy="611030"/>
          </a:xfrm>
        </p:grpSpPr>
        <p:sp>
          <p:nvSpPr>
            <p:cNvPr id="767" name="Google Shape;767;p38"/>
            <p:cNvSpPr/>
            <p:nvPr/>
          </p:nvSpPr>
          <p:spPr>
            <a:xfrm>
              <a:off x="309193" y="2622981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68" name="Google Shape;768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994" y="281539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9" name="Google Shape;769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0794" y="280269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3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50859" y="2673540"/>
              <a:ext cx="50800" cy="141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38"/>
            <p:cNvSpPr/>
            <p:nvPr/>
          </p:nvSpPr>
          <p:spPr>
            <a:xfrm>
              <a:off x="309193" y="2667405"/>
              <a:ext cx="5142230" cy="199390"/>
            </a:xfrm>
            <a:custGeom>
              <a:avLst/>
              <a:gdLst/>
              <a:ahLst/>
              <a:cxnLst/>
              <a:rect l="l" t="t" r="r" b="b"/>
              <a:pathLst>
                <a:path w="5142230" h="19938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7993"/>
                  </a:lnTo>
                  <a:lnTo>
                    <a:pt x="4008" y="167718"/>
                  </a:lnTo>
                  <a:lnTo>
                    <a:pt x="14922" y="183871"/>
                  </a:lnTo>
                  <a:lnTo>
                    <a:pt x="31075" y="194785"/>
                  </a:lnTo>
                  <a:lnTo>
                    <a:pt x="50800" y="198793"/>
                  </a:lnTo>
                  <a:lnTo>
                    <a:pt x="5090865" y="198793"/>
                  </a:lnTo>
                  <a:lnTo>
                    <a:pt x="5110590" y="194785"/>
                  </a:lnTo>
                  <a:lnTo>
                    <a:pt x="5126743" y="183871"/>
                  </a:lnTo>
                  <a:lnTo>
                    <a:pt x="5137657" y="167718"/>
                  </a:lnTo>
                  <a:lnTo>
                    <a:pt x="5141666" y="14799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8"/>
            <p:cNvSpPr/>
            <p:nvPr/>
          </p:nvSpPr>
          <p:spPr>
            <a:xfrm>
              <a:off x="5450859" y="2711643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89" extrusionOk="0">
                  <a:moveTo>
                    <a:pt x="0" y="12280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5450859" y="2698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5450859" y="2686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5450859" y="26735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450859" y="265449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0" name="Google Shape;780;p38"/>
          <p:cNvSpPr txBox="1"/>
          <p:nvPr/>
        </p:nvSpPr>
        <p:spPr>
          <a:xfrm>
            <a:off x="347294" y="2649602"/>
            <a:ext cx="3236595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Property 1: Each filter detects a small pattern (3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433FEA-5BB3-6AB0-0475-9E8FD752D3AF}"/>
                  </a:ext>
                </a:extLst>
              </p14:cNvPr>
              <p14:cNvContentPartPr/>
              <p14:nvPr/>
            </p14:nvContentPartPr>
            <p14:xfrm>
              <a:off x="429840" y="416160"/>
              <a:ext cx="5212800" cy="263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433FEA-5BB3-6AB0-0475-9E8FD752D3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480" y="406800"/>
                <a:ext cx="5231520" cy="265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graphicFrame>
        <p:nvGraphicFramePr>
          <p:cNvPr id="788" name="Google Shape;788;p39"/>
          <p:cNvGraphicFramePr/>
          <p:nvPr/>
        </p:nvGraphicFramePr>
        <p:xfrm>
          <a:off x="360006" y="725589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9" name="Google Shape;789;p39"/>
          <p:cNvSpPr txBox="1"/>
          <p:nvPr/>
        </p:nvSpPr>
        <p:spPr>
          <a:xfrm>
            <a:off x="556844" y="2440264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0" name="Google Shape;790;p39"/>
          <p:cNvGraphicFramePr/>
          <p:nvPr/>
        </p:nvGraphicFramePr>
        <p:xfrm>
          <a:off x="2383942" y="1322019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1" name="Google Shape;791;p39"/>
          <p:cNvSpPr txBox="1"/>
          <p:nvPr/>
        </p:nvSpPr>
        <p:spPr>
          <a:xfrm>
            <a:off x="2639517" y="1926671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2" name="Google Shape;792;p39"/>
          <p:cNvGrpSpPr/>
          <p:nvPr/>
        </p:nvGrpSpPr>
        <p:grpSpPr>
          <a:xfrm>
            <a:off x="3799191" y="977277"/>
            <a:ext cx="1664437" cy="818300"/>
            <a:chOff x="3799191" y="977277"/>
            <a:chExt cx="1664437" cy="818300"/>
          </a:xfrm>
        </p:grpSpPr>
        <p:sp>
          <p:nvSpPr>
            <p:cNvPr id="793" name="Google Shape;793;p39"/>
            <p:cNvSpPr/>
            <p:nvPr/>
          </p:nvSpPr>
          <p:spPr>
            <a:xfrm>
              <a:off x="3799191" y="977277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94" name="Google Shape;794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69397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681276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1027836"/>
              <a:ext cx="50800" cy="66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39"/>
            <p:cNvSpPr/>
            <p:nvPr/>
          </p:nvSpPr>
          <p:spPr>
            <a:xfrm>
              <a:off x="3799191" y="1021688"/>
              <a:ext cx="1614170" cy="723265"/>
            </a:xfrm>
            <a:custGeom>
              <a:avLst/>
              <a:gdLst/>
              <a:ahLst/>
              <a:cxnLst/>
              <a:rect l="l" t="t" r="r" b="b"/>
              <a:pathLst>
                <a:path w="1614170" h="723264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672288"/>
                  </a:lnTo>
                  <a:lnTo>
                    <a:pt x="4008" y="692012"/>
                  </a:lnTo>
                  <a:lnTo>
                    <a:pt x="14922" y="708165"/>
                  </a:lnTo>
                  <a:lnTo>
                    <a:pt x="31075" y="719080"/>
                  </a:lnTo>
                  <a:lnTo>
                    <a:pt x="50800" y="723088"/>
                  </a:lnTo>
                  <a:lnTo>
                    <a:pt x="1562835" y="723088"/>
                  </a:lnTo>
                  <a:lnTo>
                    <a:pt x="1582560" y="719080"/>
                  </a:lnTo>
                  <a:lnTo>
                    <a:pt x="1598713" y="708165"/>
                  </a:lnTo>
                  <a:lnTo>
                    <a:pt x="1609627" y="692012"/>
                  </a:lnTo>
                  <a:lnTo>
                    <a:pt x="1613635" y="672288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5412827" y="1065925"/>
              <a:ext cx="0" cy="647700"/>
            </a:xfrm>
            <a:custGeom>
              <a:avLst/>
              <a:gdLst/>
              <a:ahLst/>
              <a:cxnLst/>
              <a:rect l="l" t="t" r="r" b="b"/>
              <a:pathLst>
                <a:path w="120000" h="647700" extrusionOk="0">
                  <a:moveTo>
                    <a:pt x="0" y="6471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5412827" y="10532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5412827" y="10405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5412827" y="102782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5412827" y="100877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39"/>
          <p:cNvSpPr txBox="1"/>
          <p:nvPr/>
        </p:nvSpPr>
        <p:spPr>
          <a:xfrm>
            <a:off x="3837292" y="978876"/>
            <a:ext cx="141605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Start at top left corner. Perform element wise product and add all the values.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p39"/>
          <p:cNvGrpSpPr/>
          <p:nvPr/>
        </p:nvGrpSpPr>
        <p:grpSpPr>
          <a:xfrm>
            <a:off x="4462008" y="2221093"/>
            <a:ext cx="288290" cy="288290"/>
            <a:chOff x="4462008" y="2221093"/>
            <a:chExt cx="288290" cy="288290"/>
          </a:xfrm>
        </p:grpSpPr>
        <p:sp>
          <p:nvSpPr>
            <p:cNvPr id="805" name="Google Shape;805;p39"/>
            <p:cNvSpPr/>
            <p:nvPr/>
          </p:nvSpPr>
          <p:spPr>
            <a:xfrm>
              <a:off x="4462008" y="22210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9"/>
            <p:cNvSpPr/>
            <p:nvPr/>
          </p:nvSpPr>
          <p:spPr>
            <a:xfrm>
              <a:off x="4462008" y="222109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39"/>
          <p:cNvSpPr txBox="1"/>
          <p:nvPr/>
        </p:nvSpPr>
        <p:spPr>
          <a:xfrm>
            <a:off x="4388205" y="1992076"/>
            <a:ext cx="435609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8" name="Google Shape;808;p3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09" name="Google Shape;809;p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39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051D5F-B000-AE56-80B5-F875ED8F5F76}"/>
                  </a:ext>
                </a:extLst>
              </p14:cNvPr>
              <p14:cNvContentPartPr/>
              <p14:nvPr/>
            </p14:nvContentPartPr>
            <p14:xfrm>
              <a:off x="424800" y="786960"/>
              <a:ext cx="4514040" cy="179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051D5F-B000-AE56-80B5-F875ED8F5F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5440" y="777600"/>
                <a:ext cx="4532760" cy="18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graphicFrame>
        <p:nvGraphicFramePr>
          <p:cNvPr id="819" name="Google Shape;819;p40"/>
          <p:cNvGraphicFramePr/>
          <p:nvPr/>
        </p:nvGraphicFramePr>
        <p:xfrm>
          <a:off x="360006" y="725589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0" name="Google Shape;820;p40"/>
          <p:cNvSpPr txBox="1"/>
          <p:nvPr/>
        </p:nvSpPr>
        <p:spPr>
          <a:xfrm>
            <a:off x="556844" y="2440264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1" name="Google Shape;821;p40"/>
          <p:cNvGraphicFramePr/>
          <p:nvPr/>
        </p:nvGraphicFramePr>
        <p:xfrm>
          <a:off x="2383942" y="1322019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22" name="Google Shape;822;p40"/>
          <p:cNvGrpSpPr/>
          <p:nvPr/>
        </p:nvGrpSpPr>
        <p:grpSpPr>
          <a:xfrm>
            <a:off x="3799191" y="867536"/>
            <a:ext cx="1664437" cy="1001777"/>
            <a:chOff x="3799191" y="867536"/>
            <a:chExt cx="1664437" cy="1001777"/>
          </a:xfrm>
        </p:grpSpPr>
        <p:sp>
          <p:nvSpPr>
            <p:cNvPr id="823" name="Google Shape;823;p40"/>
            <p:cNvSpPr/>
            <p:nvPr/>
          </p:nvSpPr>
          <p:spPr>
            <a:xfrm>
              <a:off x="3799191" y="867536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24" name="Google Shape;824;p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677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55012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6" name="Google Shape;826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918108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40"/>
            <p:cNvSpPr/>
            <p:nvPr/>
          </p:nvSpPr>
          <p:spPr>
            <a:xfrm>
              <a:off x="3799191" y="911960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5412827" y="956197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5412827" y="9434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5412827" y="9307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5412827" y="9180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5412827" y="89904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3" name="Google Shape;833;p40"/>
          <p:cNvSpPr txBox="1"/>
          <p:nvPr/>
        </p:nvSpPr>
        <p:spPr>
          <a:xfrm>
            <a:off x="2639517" y="869148"/>
            <a:ext cx="2613660" cy="124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10310" marR="33083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Slide by one pixel towards right.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1031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Perform element wise product and add all the values.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4" name="Google Shape;834;p40"/>
          <p:cNvGrpSpPr/>
          <p:nvPr/>
        </p:nvGrpSpPr>
        <p:grpSpPr>
          <a:xfrm>
            <a:off x="4281998" y="2330833"/>
            <a:ext cx="648294" cy="288290"/>
            <a:chOff x="4281998" y="2330833"/>
            <a:chExt cx="648294" cy="288290"/>
          </a:xfrm>
        </p:grpSpPr>
        <p:sp>
          <p:nvSpPr>
            <p:cNvPr id="835" name="Google Shape;835;p40"/>
            <p:cNvSpPr/>
            <p:nvPr/>
          </p:nvSpPr>
          <p:spPr>
            <a:xfrm>
              <a:off x="4281998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4281998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4642002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4642002" y="2330833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0"/>
          <p:cNvSpPr txBox="1"/>
          <p:nvPr/>
        </p:nvSpPr>
        <p:spPr>
          <a:xfrm>
            <a:off x="4326479" y="2065800"/>
            <a:ext cx="5907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	-1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0" name="Google Shape;840;p4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41" name="Google Shape;841;p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4" name="Google Shape;844;p4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66B3C6-EE65-3EEE-FA2B-DBA32C70A6F8}"/>
                  </a:ext>
                </a:extLst>
              </p14:cNvPr>
              <p14:cNvContentPartPr/>
              <p14:nvPr/>
            </p14:nvContentPartPr>
            <p14:xfrm>
              <a:off x="355320" y="488160"/>
              <a:ext cx="5364360" cy="244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66B3C6-EE65-3EEE-FA2B-DBA32C70A6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5960" y="478800"/>
                <a:ext cx="5383080" cy="245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sp>
        <p:nvSpPr>
          <p:cNvPr id="851" name="Google Shape;851;p41"/>
          <p:cNvSpPr txBox="1"/>
          <p:nvPr/>
        </p:nvSpPr>
        <p:spPr>
          <a:xfrm>
            <a:off x="744219" y="643608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2" name="Google Shape;852;p41"/>
          <p:cNvGraphicFramePr/>
          <p:nvPr/>
        </p:nvGraphicFramePr>
        <p:xfrm>
          <a:off x="360006" y="890701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53" name="Google Shape;853;p41"/>
          <p:cNvSpPr txBox="1"/>
          <p:nvPr/>
        </p:nvSpPr>
        <p:spPr>
          <a:xfrm>
            <a:off x="556844" y="2605377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4" name="Google Shape;854;p41"/>
          <p:cNvGraphicFramePr/>
          <p:nvPr/>
        </p:nvGraphicFramePr>
        <p:xfrm>
          <a:off x="2383942" y="1349540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55" name="Google Shape;855;p41"/>
          <p:cNvGrpSpPr/>
          <p:nvPr/>
        </p:nvGrpSpPr>
        <p:grpSpPr>
          <a:xfrm>
            <a:off x="3799191" y="821333"/>
            <a:ext cx="1664437" cy="1899035"/>
            <a:chOff x="3799191" y="821333"/>
            <a:chExt cx="1664437" cy="1899035"/>
          </a:xfrm>
        </p:grpSpPr>
        <p:sp>
          <p:nvSpPr>
            <p:cNvPr id="856" name="Google Shape;856;p41"/>
            <p:cNvSpPr/>
            <p:nvPr/>
          </p:nvSpPr>
          <p:spPr>
            <a:xfrm>
              <a:off x="3799191" y="821333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57" name="Google Shape;857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214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08797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4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871893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41"/>
            <p:cNvSpPr/>
            <p:nvPr/>
          </p:nvSpPr>
          <p:spPr>
            <a:xfrm>
              <a:off x="3799191" y="865744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5412827" y="909982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1"/>
            <p:cNvSpPr/>
            <p:nvPr/>
          </p:nvSpPr>
          <p:spPr>
            <a:xfrm>
              <a:off x="5412827" y="897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1"/>
            <p:cNvSpPr/>
            <p:nvPr/>
          </p:nvSpPr>
          <p:spPr>
            <a:xfrm>
              <a:off x="5412827" y="884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1"/>
            <p:cNvSpPr/>
            <p:nvPr/>
          </p:nvSpPr>
          <p:spPr>
            <a:xfrm>
              <a:off x="5412827" y="871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1"/>
            <p:cNvSpPr/>
            <p:nvPr/>
          </p:nvSpPr>
          <p:spPr>
            <a:xfrm>
              <a:off x="5412827" y="85283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1"/>
            <p:cNvSpPr/>
            <p:nvPr/>
          </p:nvSpPr>
          <p:spPr>
            <a:xfrm>
              <a:off x="4102001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4102001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1"/>
            <p:cNvSpPr/>
            <p:nvPr/>
          </p:nvSpPr>
          <p:spPr>
            <a:xfrm>
              <a:off x="4462005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1"/>
            <p:cNvSpPr/>
            <p:nvPr/>
          </p:nvSpPr>
          <p:spPr>
            <a:xfrm>
              <a:off x="4462005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4822010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1"/>
            <p:cNvSpPr/>
            <p:nvPr/>
          </p:nvSpPr>
          <p:spPr>
            <a:xfrm>
              <a:off x="4822010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41"/>
          <p:cNvSpPr txBox="1"/>
          <p:nvPr/>
        </p:nvSpPr>
        <p:spPr>
          <a:xfrm>
            <a:off x="2639517" y="822933"/>
            <a:ext cx="2613660" cy="18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10310" marR="33083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Slide by one pixel towards right.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1031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Perform element wise product and add all the values.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60854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56845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	-1	-3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3" name="Google Shape;873;p4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74" name="Google Shape;874;p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7" name="Google Shape;877;p4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sp>
        <p:nvSpPr>
          <p:cNvPr id="884" name="Google Shape;884;p42"/>
          <p:cNvSpPr txBox="1"/>
          <p:nvPr/>
        </p:nvSpPr>
        <p:spPr>
          <a:xfrm>
            <a:off x="744219" y="643608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5" name="Google Shape;885;p42"/>
          <p:cNvGraphicFramePr/>
          <p:nvPr/>
        </p:nvGraphicFramePr>
        <p:xfrm>
          <a:off x="360006" y="890701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86" name="Google Shape;886;p42"/>
          <p:cNvSpPr txBox="1"/>
          <p:nvPr/>
        </p:nvSpPr>
        <p:spPr>
          <a:xfrm>
            <a:off x="556844" y="2605377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7" name="Google Shape;887;p42"/>
          <p:cNvGraphicFramePr/>
          <p:nvPr/>
        </p:nvGraphicFramePr>
        <p:xfrm>
          <a:off x="2383942" y="1349540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88" name="Google Shape;888;p42"/>
          <p:cNvGrpSpPr/>
          <p:nvPr/>
        </p:nvGrpSpPr>
        <p:grpSpPr>
          <a:xfrm>
            <a:off x="3799191" y="821333"/>
            <a:ext cx="1664437" cy="1899035"/>
            <a:chOff x="3799191" y="821333"/>
            <a:chExt cx="1664437" cy="1899035"/>
          </a:xfrm>
        </p:grpSpPr>
        <p:sp>
          <p:nvSpPr>
            <p:cNvPr id="889" name="Google Shape;889;p42"/>
            <p:cNvSpPr/>
            <p:nvPr/>
          </p:nvSpPr>
          <p:spPr>
            <a:xfrm>
              <a:off x="3799191" y="821333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90" name="Google Shape;890;p4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2149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" name="Google Shape;891;p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08797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2" name="Google Shape;892;p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871893"/>
              <a:ext cx="50800" cy="849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42"/>
            <p:cNvSpPr/>
            <p:nvPr/>
          </p:nvSpPr>
          <p:spPr>
            <a:xfrm>
              <a:off x="3799191" y="865744"/>
              <a:ext cx="1614170" cy="906780"/>
            </a:xfrm>
            <a:custGeom>
              <a:avLst/>
              <a:gdLst/>
              <a:ahLst/>
              <a:cxnLst/>
              <a:rect l="l" t="t" r="r" b="b"/>
              <a:pathLst>
                <a:path w="1614170" h="90678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855752"/>
                  </a:lnTo>
                  <a:lnTo>
                    <a:pt x="4008" y="875477"/>
                  </a:lnTo>
                  <a:lnTo>
                    <a:pt x="14922" y="891630"/>
                  </a:lnTo>
                  <a:lnTo>
                    <a:pt x="31075" y="902544"/>
                  </a:lnTo>
                  <a:lnTo>
                    <a:pt x="50800" y="906553"/>
                  </a:lnTo>
                  <a:lnTo>
                    <a:pt x="1562835" y="906553"/>
                  </a:lnTo>
                  <a:lnTo>
                    <a:pt x="1582560" y="902544"/>
                  </a:lnTo>
                  <a:lnTo>
                    <a:pt x="1598713" y="891630"/>
                  </a:lnTo>
                  <a:lnTo>
                    <a:pt x="1609627" y="875477"/>
                  </a:lnTo>
                  <a:lnTo>
                    <a:pt x="1613635" y="855752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5412827" y="909982"/>
              <a:ext cx="0" cy="830580"/>
            </a:xfrm>
            <a:custGeom>
              <a:avLst/>
              <a:gdLst/>
              <a:ahLst/>
              <a:cxnLst/>
              <a:rect l="l" t="t" r="r" b="b"/>
              <a:pathLst>
                <a:path w="120000" h="830580" extrusionOk="0">
                  <a:moveTo>
                    <a:pt x="0" y="830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5412827" y="8972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5412827" y="8845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5412827" y="87188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5412827" y="85283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3922004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3922004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4282008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4282008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4642013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4642013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5002017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5002017" y="243207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7" name="Google Shape;907;p42"/>
          <p:cNvSpPr txBox="1"/>
          <p:nvPr/>
        </p:nvSpPr>
        <p:spPr>
          <a:xfrm>
            <a:off x="2639525" y="822925"/>
            <a:ext cx="2723700" cy="18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10310" marR="33083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Slide by one pixel towards right.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1031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Perform element wise product and add all the values.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60854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38811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      -3       -1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4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09" name="Google Shape;909;p4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2" name="Google Shape;912;p4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3E99D5-292A-6378-C01C-EF0515BDA28F}"/>
                  </a:ext>
                </a:extLst>
              </p14:cNvPr>
              <p14:cNvContentPartPr/>
              <p14:nvPr/>
            </p14:nvContentPartPr>
            <p14:xfrm>
              <a:off x="4758480" y="2718360"/>
              <a:ext cx="548640" cy="4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3E99D5-292A-6378-C01C-EF0515BDA2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49120" y="2709000"/>
                <a:ext cx="567360" cy="6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sp>
        <p:nvSpPr>
          <p:cNvPr id="919" name="Google Shape;919;p43"/>
          <p:cNvSpPr txBox="1"/>
          <p:nvPr/>
        </p:nvSpPr>
        <p:spPr>
          <a:xfrm>
            <a:off x="744219" y="649754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0" name="Google Shape;920;p43"/>
          <p:cNvGraphicFramePr/>
          <p:nvPr/>
        </p:nvGraphicFramePr>
        <p:xfrm>
          <a:off x="360006" y="896848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21" name="Google Shape;921;p43"/>
          <p:cNvSpPr txBox="1"/>
          <p:nvPr/>
        </p:nvSpPr>
        <p:spPr>
          <a:xfrm>
            <a:off x="556844" y="2611523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2" name="Google Shape;922;p43"/>
          <p:cNvGraphicFramePr/>
          <p:nvPr/>
        </p:nvGraphicFramePr>
        <p:xfrm>
          <a:off x="2383942" y="1355674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" name="Google Shape;923;p43"/>
          <p:cNvSpPr txBox="1"/>
          <p:nvPr/>
        </p:nvSpPr>
        <p:spPr>
          <a:xfrm>
            <a:off x="2639517" y="1960338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4" name="Google Shape;924;p43"/>
          <p:cNvGrpSpPr/>
          <p:nvPr/>
        </p:nvGrpSpPr>
        <p:grpSpPr>
          <a:xfrm>
            <a:off x="3799191" y="666901"/>
            <a:ext cx="1664437" cy="1184340"/>
            <a:chOff x="3799191" y="666901"/>
            <a:chExt cx="1664437" cy="1184340"/>
          </a:xfrm>
        </p:grpSpPr>
        <p:sp>
          <p:nvSpPr>
            <p:cNvPr id="925" name="Google Shape;925;p43"/>
            <p:cNvSpPr/>
            <p:nvPr/>
          </p:nvSpPr>
          <p:spPr>
            <a:xfrm>
              <a:off x="3799191" y="666901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6" name="Google Shape;926;p4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74964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7" name="Google Shape;927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736940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8" name="Google Shape;928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717461"/>
              <a:ext cx="50800" cy="10321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43"/>
            <p:cNvSpPr/>
            <p:nvPr/>
          </p:nvSpPr>
          <p:spPr>
            <a:xfrm>
              <a:off x="3799191" y="711313"/>
              <a:ext cx="1614170" cy="1089660"/>
            </a:xfrm>
            <a:custGeom>
              <a:avLst/>
              <a:gdLst/>
              <a:ahLst/>
              <a:cxnLst/>
              <a:rect l="l" t="t" r="r" b="b"/>
              <a:pathLst>
                <a:path w="1614170" h="108966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1038327"/>
                  </a:lnTo>
                  <a:lnTo>
                    <a:pt x="4008" y="1058052"/>
                  </a:lnTo>
                  <a:lnTo>
                    <a:pt x="14922" y="1074205"/>
                  </a:lnTo>
                  <a:lnTo>
                    <a:pt x="31075" y="1085119"/>
                  </a:lnTo>
                  <a:lnTo>
                    <a:pt x="50800" y="1089127"/>
                  </a:lnTo>
                  <a:lnTo>
                    <a:pt x="1562835" y="1089127"/>
                  </a:lnTo>
                  <a:lnTo>
                    <a:pt x="1582560" y="1085119"/>
                  </a:lnTo>
                  <a:lnTo>
                    <a:pt x="1598713" y="1074205"/>
                  </a:lnTo>
                  <a:lnTo>
                    <a:pt x="1609627" y="1058052"/>
                  </a:lnTo>
                  <a:lnTo>
                    <a:pt x="1613635" y="1038327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3"/>
            <p:cNvSpPr/>
            <p:nvPr/>
          </p:nvSpPr>
          <p:spPr>
            <a:xfrm>
              <a:off x="5412827" y="755550"/>
              <a:ext cx="0" cy="1013460"/>
            </a:xfrm>
            <a:custGeom>
              <a:avLst/>
              <a:gdLst/>
              <a:ahLst/>
              <a:cxnLst/>
              <a:rect l="l" t="t" r="r" b="b"/>
              <a:pathLst>
                <a:path w="120000" h="1013460" extrusionOk="0">
                  <a:moveTo>
                    <a:pt x="0" y="101314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3"/>
            <p:cNvSpPr/>
            <p:nvPr/>
          </p:nvSpPr>
          <p:spPr>
            <a:xfrm>
              <a:off x="5412827" y="7428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3"/>
            <p:cNvSpPr/>
            <p:nvPr/>
          </p:nvSpPr>
          <p:spPr>
            <a:xfrm>
              <a:off x="5412827" y="7301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5412827" y="7174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5412827" y="69840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43"/>
          <p:cNvSpPr txBox="1"/>
          <p:nvPr/>
        </p:nvSpPr>
        <p:spPr>
          <a:xfrm>
            <a:off x="3837292" y="667612"/>
            <a:ext cx="1501140" cy="112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1981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Jump to next row, left most pixel.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filter has to completely superimpose the pixels of input.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NOT PARTIALLY.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43"/>
          <p:cNvGrpSpPr/>
          <p:nvPr/>
        </p:nvGrpSpPr>
        <p:grpSpPr>
          <a:xfrm>
            <a:off x="3922004" y="2238797"/>
            <a:ext cx="1368303" cy="288290"/>
            <a:chOff x="3922004" y="2238797"/>
            <a:chExt cx="1368303" cy="288290"/>
          </a:xfrm>
        </p:grpSpPr>
        <p:sp>
          <p:nvSpPr>
            <p:cNvPr id="937" name="Google Shape;937;p43"/>
            <p:cNvSpPr/>
            <p:nvPr/>
          </p:nvSpPr>
          <p:spPr>
            <a:xfrm>
              <a:off x="3922004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3922004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4282008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4282008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4642013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4642013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5002017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5002017" y="223879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5" name="Google Shape;945;p43"/>
          <p:cNvSpPr txBox="1"/>
          <p:nvPr/>
        </p:nvSpPr>
        <p:spPr>
          <a:xfrm>
            <a:off x="4015326" y="1973775"/>
            <a:ext cx="13683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54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-3	   -1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43"/>
          <p:cNvGrpSpPr/>
          <p:nvPr/>
        </p:nvGrpSpPr>
        <p:grpSpPr>
          <a:xfrm>
            <a:off x="3922004" y="2598801"/>
            <a:ext cx="288290" cy="288290"/>
            <a:chOff x="3922004" y="2598801"/>
            <a:chExt cx="288290" cy="288290"/>
          </a:xfrm>
        </p:grpSpPr>
        <p:sp>
          <p:nvSpPr>
            <p:cNvPr id="947" name="Google Shape;947;p43"/>
            <p:cNvSpPr/>
            <p:nvPr/>
          </p:nvSpPr>
          <p:spPr>
            <a:xfrm>
              <a:off x="3922004" y="25988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3922004" y="259880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43"/>
          <p:cNvSpPr txBox="1"/>
          <p:nvPr/>
        </p:nvSpPr>
        <p:spPr>
          <a:xfrm>
            <a:off x="3992562" y="2640462"/>
            <a:ext cx="14732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-3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0" name="Google Shape;950;p4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51" name="Google Shape;951;p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4" name="Google Shape;954;p4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5E202C-80F6-D509-D5B7-006A38681E43}"/>
                  </a:ext>
                </a:extLst>
              </p14:cNvPr>
              <p14:cNvContentPartPr/>
              <p14:nvPr/>
            </p14:nvContentPartPr>
            <p14:xfrm>
              <a:off x="4592880" y="903240"/>
              <a:ext cx="249480" cy="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5E202C-80F6-D509-D5B7-006A38681E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3520" y="893880"/>
                <a:ext cx="268200" cy="2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sp>
        <p:nvSpPr>
          <p:cNvPr id="961" name="Google Shape;961;p44"/>
          <p:cNvSpPr txBox="1"/>
          <p:nvPr/>
        </p:nvSpPr>
        <p:spPr>
          <a:xfrm>
            <a:off x="744219" y="651177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2" name="Google Shape;962;p44"/>
          <p:cNvGraphicFramePr/>
          <p:nvPr/>
        </p:nvGraphicFramePr>
        <p:xfrm>
          <a:off x="360006" y="898270"/>
          <a:ext cx="15126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3" name="Google Shape;963;p44"/>
          <p:cNvSpPr txBox="1"/>
          <p:nvPr/>
        </p:nvSpPr>
        <p:spPr>
          <a:xfrm>
            <a:off x="556844" y="2612958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4" name="Google Shape;964;p44"/>
          <p:cNvGraphicFramePr/>
          <p:nvPr/>
        </p:nvGraphicFramePr>
        <p:xfrm>
          <a:off x="2383942" y="1357109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5" name="Google Shape;965;p44"/>
          <p:cNvSpPr txBox="1"/>
          <p:nvPr/>
        </p:nvSpPr>
        <p:spPr>
          <a:xfrm>
            <a:off x="2639517" y="1961761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" name="Google Shape;966;p44"/>
          <p:cNvGrpSpPr/>
          <p:nvPr/>
        </p:nvGrpSpPr>
        <p:grpSpPr>
          <a:xfrm>
            <a:off x="3799191" y="661174"/>
            <a:ext cx="1664437" cy="1950551"/>
            <a:chOff x="3799191" y="661174"/>
            <a:chExt cx="1664437" cy="1950551"/>
          </a:xfrm>
        </p:grpSpPr>
        <p:sp>
          <p:nvSpPr>
            <p:cNvPr id="967" name="Google Shape;967;p44"/>
            <p:cNvSpPr/>
            <p:nvPr/>
          </p:nvSpPr>
          <p:spPr>
            <a:xfrm>
              <a:off x="3799191" y="661174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8" name="Google Shape;96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103822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1025524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711746"/>
              <a:ext cx="50800" cy="326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44"/>
            <p:cNvSpPr/>
            <p:nvPr/>
          </p:nvSpPr>
          <p:spPr>
            <a:xfrm>
              <a:off x="3799191" y="705604"/>
              <a:ext cx="1614170" cy="383540"/>
            </a:xfrm>
            <a:custGeom>
              <a:avLst/>
              <a:gdLst/>
              <a:ahLst/>
              <a:cxnLst/>
              <a:rect l="l" t="t" r="r" b="b"/>
              <a:pathLst>
                <a:path w="1614170" h="383540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1562835" y="383420"/>
                  </a:lnTo>
                  <a:lnTo>
                    <a:pt x="1582560" y="379412"/>
                  </a:lnTo>
                  <a:lnTo>
                    <a:pt x="1598713" y="368498"/>
                  </a:lnTo>
                  <a:lnTo>
                    <a:pt x="1609627" y="352345"/>
                  </a:lnTo>
                  <a:lnTo>
                    <a:pt x="1613635" y="332620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4"/>
            <p:cNvSpPr/>
            <p:nvPr/>
          </p:nvSpPr>
          <p:spPr>
            <a:xfrm>
              <a:off x="5412827" y="749841"/>
              <a:ext cx="0" cy="307975"/>
            </a:xfrm>
            <a:custGeom>
              <a:avLst/>
              <a:gdLst/>
              <a:ahLst/>
              <a:cxnLst/>
              <a:rect l="l" t="t" r="r" b="b"/>
              <a:pathLst>
                <a:path w="120000" h="307975" extrusionOk="0">
                  <a:moveTo>
                    <a:pt x="0" y="30743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4"/>
            <p:cNvSpPr/>
            <p:nvPr/>
          </p:nvSpPr>
          <p:spPr>
            <a:xfrm>
              <a:off x="5412827" y="7371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4"/>
            <p:cNvSpPr/>
            <p:nvPr/>
          </p:nvSpPr>
          <p:spPr>
            <a:xfrm>
              <a:off x="5412827" y="7244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4"/>
            <p:cNvSpPr/>
            <p:nvPr/>
          </p:nvSpPr>
          <p:spPr>
            <a:xfrm>
              <a:off x="5412827" y="7117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4"/>
            <p:cNvSpPr/>
            <p:nvPr/>
          </p:nvSpPr>
          <p:spPr>
            <a:xfrm>
              <a:off x="5412827" y="69269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4"/>
            <p:cNvSpPr/>
            <p:nvPr/>
          </p:nvSpPr>
          <p:spPr>
            <a:xfrm>
              <a:off x="3922004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4282008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4"/>
            <p:cNvSpPr/>
            <p:nvPr/>
          </p:nvSpPr>
          <p:spPr>
            <a:xfrm>
              <a:off x="4642013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5002017" y="124342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3922004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4282008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4642013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5002017" y="160342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4"/>
            <p:cNvSpPr/>
            <p:nvPr/>
          </p:nvSpPr>
          <p:spPr>
            <a:xfrm>
              <a:off x="3922004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4"/>
            <p:cNvSpPr/>
            <p:nvPr/>
          </p:nvSpPr>
          <p:spPr>
            <a:xfrm>
              <a:off x="4282008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4642013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002017" y="196343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3922004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4282008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4642013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5002017" y="232343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Google Shape;1009;p44"/>
          <p:cNvSpPr txBox="1"/>
          <p:nvPr/>
        </p:nvSpPr>
        <p:spPr>
          <a:xfrm>
            <a:off x="3837292" y="661897"/>
            <a:ext cx="1468800" cy="22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After sliding through the entire image.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05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	 -1	-3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676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-3	-1	0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-3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676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-3	-2	0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	  -2	-2</a:t>
            </a:r>
            <a:r>
              <a:rPr lang="en-US" sz="1050"/>
              <a:t>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Feature Map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0" name="Google Shape;1010;p4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11" name="Google Shape;1011;p4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4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639BC1-BC33-8F37-373B-AE832FABA184}"/>
                  </a:ext>
                </a:extLst>
              </p14:cNvPr>
              <p14:cNvContentPartPr/>
              <p14:nvPr/>
            </p14:nvContentPartPr>
            <p14:xfrm>
              <a:off x="3463920" y="1313640"/>
              <a:ext cx="2197440" cy="178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639BC1-BC33-8F37-373B-AE832FABA1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54560" y="1304280"/>
                <a:ext cx="2216160" cy="180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</a:t>
            </a:r>
            <a:endParaRPr/>
          </a:p>
        </p:txBody>
      </p:sp>
      <p:sp>
        <p:nvSpPr>
          <p:cNvPr id="1021" name="Google Shape;1021;p45"/>
          <p:cNvSpPr txBox="1"/>
          <p:nvPr/>
        </p:nvSpPr>
        <p:spPr>
          <a:xfrm>
            <a:off x="723125" y="636013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2" name="Google Shape;1022;p45"/>
          <p:cNvGraphicFramePr/>
          <p:nvPr/>
        </p:nvGraphicFramePr>
        <p:xfrm>
          <a:off x="395884" y="885634"/>
          <a:ext cx="13983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3" name="Google Shape;1023;p45"/>
          <p:cNvSpPr txBox="1"/>
          <p:nvPr/>
        </p:nvSpPr>
        <p:spPr>
          <a:xfrm>
            <a:off x="535749" y="2597795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5"/>
          <p:cNvSpPr/>
          <p:nvPr/>
        </p:nvSpPr>
        <p:spPr>
          <a:xfrm>
            <a:off x="396109" y="1044351"/>
            <a:ext cx="468630" cy="540385"/>
          </a:xfrm>
          <a:custGeom>
            <a:avLst/>
            <a:gdLst/>
            <a:ahLst/>
            <a:cxnLst/>
            <a:rect l="l" t="t" r="r" b="b"/>
            <a:pathLst>
              <a:path w="468630" h="540385" extrusionOk="0">
                <a:moveTo>
                  <a:pt x="0" y="0"/>
                </a:moveTo>
                <a:lnTo>
                  <a:pt x="468007" y="540006"/>
                </a:lnTo>
              </a:path>
            </a:pathLst>
          </a:custGeom>
          <a:noFill/>
          <a:ln w="151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45"/>
          <p:cNvSpPr/>
          <p:nvPr/>
        </p:nvSpPr>
        <p:spPr>
          <a:xfrm>
            <a:off x="396109" y="1872362"/>
            <a:ext cx="468630" cy="540385"/>
          </a:xfrm>
          <a:custGeom>
            <a:avLst/>
            <a:gdLst/>
            <a:ahLst/>
            <a:cxnLst/>
            <a:rect l="l" t="t" r="r" b="b"/>
            <a:pathLst>
              <a:path w="468630" h="540385" extrusionOk="0">
                <a:moveTo>
                  <a:pt x="0" y="0"/>
                </a:moveTo>
                <a:lnTo>
                  <a:pt x="468007" y="540006"/>
                </a:lnTo>
              </a:path>
            </a:pathLst>
          </a:custGeom>
          <a:noFill/>
          <a:ln w="151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026" name="Google Shape;1026;p45"/>
          <p:cNvGraphicFramePr/>
          <p:nvPr/>
        </p:nvGraphicFramePr>
        <p:xfrm>
          <a:off x="2383942" y="1348270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7" name="Google Shape;1027;p45"/>
          <p:cNvSpPr txBox="1"/>
          <p:nvPr/>
        </p:nvSpPr>
        <p:spPr>
          <a:xfrm>
            <a:off x="2639517" y="1952922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8" name="Google Shape;1028;p45"/>
          <p:cNvGrpSpPr/>
          <p:nvPr/>
        </p:nvGrpSpPr>
        <p:grpSpPr>
          <a:xfrm>
            <a:off x="3924531" y="658561"/>
            <a:ext cx="1368304" cy="288290"/>
            <a:chOff x="3924531" y="658561"/>
            <a:chExt cx="1368304" cy="288290"/>
          </a:xfrm>
        </p:grpSpPr>
        <p:sp>
          <p:nvSpPr>
            <p:cNvPr id="1029" name="Google Shape;1029;p45"/>
            <p:cNvSpPr/>
            <p:nvPr/>
          </p:nvSpPr>
          <p:spPr>
            <a:xfrm>
              <a:off x="3924531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5"/>
            <p:cNvSpPr/>
            <p:nvPr/>
          </p:nvSpPr>
          <p:spPr>
            <a:xfrm>
              <a:off x="3924531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151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4284536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4284536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4644540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4644540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5"/>
            <p:cNvSpPr/>
            <p:nvPr/>
          </p:nvSpPr>
          <p:spPr>
            <a:xfrm>
              <a:off x="5004545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5"/>
            <p:cNvSpPr/>
            <p:nvPr/>
          </p:nvSpPr>
          <p:spPr>
            <a:xfrm>
              <a:off x="5004545" y="6585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7" name="Google Shape;1037;p45"/>
          <p:cNvSpPr txBox="1"/>
          <p:nvPr/>
        </p:nvSpPr>
        <p:spPr>
          <a:xfrm>
            <a:off x="4017848" y="701349"/>
            <a:ext cx="1204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	      -3	    -1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8" name="Google Shape;1038;p45"/>
          <p:cNvGrpSpPr/>
          <p:nvPr/>
        </p:nvGrpSpPr>
        <p:grpSpPr>
          <a:xfrm>
            <a:off x="3924531" y="1018565"/>
            <a:ext cx="1368303" cy="648295"/>
            <a:chOff x="3924531" y="1018565"/>
            <a:chExt cx="1368303" cy="648295"/>
          </a:xfrm>
        </p:grpSpPr>
        <p:sp>
          <p:nvSpPr>
            <p:cNvPr id="1039" name="Google Shape;1039;p45"/>
            <p:cNvSpPr/>
            <p:nvPr/>
          </p:nvSpPr>
          <p:spPr>
            <a:xfrm>
              <a:off x="3924531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5"/>
            <p:cNvSpPr/>
            <p:nvPr/>
          </p:nvSpPr>
          <p:spPr>
            <a:xfrm>
              <a:off x="3924531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5"/>
            <p:cNvSpPr/>
            <p:nvPr/>
          </p:nvSpPr>
          <p:spPr>
            <a:xfrm>
              <a:off x="4284535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5"/>
            <p:cNvSpPr/>
            <p:nvPr/>
          </p:nvSpPr>
          <p:spPr>
            <a:xfrm>
              <a:off x="4284535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5"/>
            <p:cNvSpPr/>
            <p:nvPr/>
          </p:nvSpPr>
          <p:spPr>
            <a:xfrm>
              <a:off x="4644540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5"/>
            <p:cNvSpPr/>
            <p:nvPr/>
          </p:nvSpPr>
          <p:spPr>
            <a:xfrm>
              <a:off x="4644540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5"/>
            <p:cNvSpPr/>
            <p:nvPr/>
          </p:nvSpPr>
          <p:spPr>
            <a:xfrm>
              <a:off x="5004544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5"/>
            <p:cNvSpPr/>
            <p:nvPr/>
          </p:nvSpPr>
          <p:spPr>
            <a:xfrm>
              <a:off x="5004544" y="1018565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5"/>
            <p:cNvSpPr/>
            <p:nvPr/>
          </p:nvSpPr>
          <p:spPr>
            <a:xfrm>
              <a:off x="3924531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5"/>
            <p:cNvSpPr/>
            <p:nvPr/>
          </p:nvSpPr>
          <p:spPr>
            <a:xfrm>
              <a:off x="3924531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5"/>
            <p:cNvSpPr/>
            <p:nvPr/>
          </p:nvSpPr>
          <p:spPr>
            <a:xfrm>
              <a:off x="4284535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5"/>
            <p:cNvSpPr/>
            <p:nvPr/>
          </p:nvSpPr>
          <p:spPr>
            <a:xfrm>
              <a:off x="4284535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5"/>
            <p:cNvSpPr/>
            <p:nvPr/>
          </p:nvSpPr>
          <p:spPr>
            <a:xfrm>
              <a:off x="4644540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5"/>
            <p:cNvSpPr/>
            <p:nvPr/>
          </p:nvSpPr>
          <p:spPr>
            <a:xfrm>
              <a:off x="4644540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5"/>
            <p:cNvSpPr/>
            <p:nvPr/>
          </p:nvSpPr>
          <p:spPr>
            <a:xfrm>
              <a:off x="5004544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5"/>
            <p:cNvSpPr/>
            <p:nvPr/>
          </p:nvSpPr>
          <p:spPr>
            <a:xfrm>
              <a:off x="5004544" y="1378570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5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5" name="Google Shape;1055;p45"/>
          <p:cNvSpPr txBox="1"/>
          <p:nvPr/>
        </p:nvSpPr>
        <p:spPr>
          <a:xfrm>
            <a:off x="3995102" y="1061356"/>
            <a:ext cx="12276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	    -3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-3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	    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6" name="Google Shape;1056;p45"/>
          <p:cNvGrpSpPr/>
          <p:nvPr/>
        </p:nvGrpSpPr>
        <p:grpSpPr>
          <a:xfrm>
            <a:off x="3924531" y="1738574"/>
            <a:ext cx="1368304" cy="288290"/>
            <a:chOff x="3924531" y="1738574"/>
            <a:chExt cx="1368304" cy="288290"/>
          </a:xfrm>
        </p:grpSpPr>
        <p:sp>
          <p:nvSpPr>
            <p:cNvPr id="1057" name="Google Shape;1057;p45"/>
            <p:cNvSpPr/>
            <p:nvPr/>
          </p:nvSpPr>
          <p:spPr>
            <a:xfrm>
              <a:off x="3924531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5"/>
            <p:cNvSpPr/>
            <p:nvPr/>
          </p:nvSpPr>
          <p:spPr>
            <a:xfrm>
              <a:off x="3924531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151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5"/>
            <p:cNvSpPr/>
            <p:nvPr/>
          </p:nvSpPr>
          <p:spPr>
            <a:xfrm>
              <a:off x="4284536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5"/>
            <p:cNvSpPr/>
            <p:nvPr/>
          </p:nvSpPr>
          <p:spPr>
            <a:xfrm>
              <a:off x="4284536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5"/>
            <p:cNvSpPr/>
            <p:nvPr/>
          </p:nvSpPr>
          <p:spPr>
            <a:xfrm>
              <a:off x="4644540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5"/>
            <p:cNvSpPr/>
            <p:nvPr/>
          </p:nvSpPr>
          <p:spPr>
            <a:xfrm>
              <a:off x="4644540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5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5"/>
            <p:cNvSpPr/>
            <p:nvPr/>
          </p:nvSpPr>
          <p:spPr>
            <a:xfrm>
              <a:off x="5004545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FFBFB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5"/>
            <p:cNvSpPr/>
            <p:nvPr/>
          </p:nvSpPr>
          <p:spPr>
            <a:xfrm>
              <a:off x="5004545" y="173857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5" name="Google Shape;1065;p45"/>
          <p:cNvSpPr txBox="1"/>
          <p:nvPr/>
        </p:nvSpPr>
        <p:spPr>
          <a:xfrm>
            <a:off x="3983939" y="1781357"/>
            <a:ext cx="12447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463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-2	-    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Feature Map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6" name="Google Shape;1066;p45"/>
          <p:cNvGrpSpPr/>
          <p:nvPr/>
        </p:nvGrpSpPr>
        <p:grpSpPr>
          <a:xfrm>
            <a:off x="3799191" y="2545905"/>
            <a:ext cx="1664437" cy="294019"/>
            <a:chOff x="3799191" y="2545905"/>
            <a:chExt cx="1664437" cy="294019"/>
          </a:xfrm>
        </p:grpSpPr>
        <p:sp>
          <p:nvSpPr>
            <p:cNvPr id="1067" name="Google Shape;1067;p45"/>
            <p:cNvSpPr/>
            <p:nvPr/>
          </p:nvSpPr>
          <p:spPr>
            <a:xfrm>
              <a:off x="3799191" y="2545905"/>
              <a:ext cx="1614170" cy="82550"/>
            </a:xfrm>
            <a:custGeom>
              <a:avLst/>
              <a:gdLst/>
              <a:ahLst/>
              <a:cxnLst/>
              <a:rect l="l" t="t" r="r" b="b"/>
              <a:pathLst>
                <a:path w="1614170" h="82550" extrusionOk="0">
                  <a:moveTo>
                    <a:pt x="156283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1613635" y="82384"/>
                  </a:lnTo>
                  <a:lnTo>
                    <a:pt x="1613635" y="50800"/>
                  </a:lnTo>
                  <a:lnTo>
                    <a:pt x="1609627" y="31075"/>
                  </a:lnTo>
                  <a:lnTo>
                    <a:pt x="1598713" y="14922"/>
                  </a:lnTo>
                  <a:lnTo>
                    <a:pt x="1582560" y="4008"/>
                  </a:lnTo>
                  <a:lnTo>
                    <a:pt x="15628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68" name="Google Shape;1068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49992" y="273832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9" name="Google Shape;1069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00793" y="2725623"/>
              <a:ext cx="156283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0" name="Google Shape;1070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2827" y="2596464"/>
              <a:ext cx="50800" cy="1418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45"/>
            <p:cNvSpPr/>
            <p:nvPr/>
          </p:nvSpPr>
          <p:spPr>
            <a:xfrm>
              <a:off x="3799191" y="2590329"/>
              <a:ext cx="1614170" cy="199390"/>
            </a:xfrm>
            <a:custGeom>
              <a:avLst/>
              <a:gdLst/>
              <a:ahLst/>
              <a:cxnLst/>
              <a:rect l="l" t="t" r="r" b="b"/>
              <a:pathLst>
                <a:path w="1614170" h="199389" extrusionOk="0">
                  <a:moveTo>
                    <a:pt x="1613635" y="0"/>
                  </a:moveTo>
                  <a:lnTo>
                    <a:pt x="0" y="0"/>
                  </a:lnTo>
                  <a:lnTo>
                    <a:pt x="0" y="147993"/>
                  </a:lnTo>
                  <a:lnTo>
                    <a:pt x="4008" y="167718"/>
                  </a:lnTo>
                  <a:lnTo>
                    <a:pt x="14922" y="183871"/>
                  </a:lnTo>
                  <a:lnTo>
                    <a:pt x="31075" y="194785"/>
                  </a:lnTo>
                  <a:lnTo>
                    <a:pt x="50800" y="198793"/>
                  </a:lnTo>
                  <a:lnTo>
                    <a:pt x="1562835" y="198793"/>
                  </a:lnTo>
                  <a:lnTo>
                    <a:pt x="1582560" y="194785"/>
                  </a:lnTo>
                  <a:lnTo>
                    <a:pt x="1598713" y="183871"/>
                  </a:lnTo>
                  <a:lnTo>
                    <a:pt x="1609627" y="167718"/>
                  </a:lnTo>
                  <a:lnTo>
                    <a:pt x="1613635" y="147993"/>
                  </a:lnTo>
                  <a:lnTo>
                    <a:pt x="1613635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5412827" y="2634566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120000" h="123189" extrusionOk="0">
                  <a:moveTo>
                    <a:pt x="0" y="12280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5"/>
            <p:cNvSpPr/>
            <p:nvPr/>
          </p:nvSpPr>
          <p:spPr>
            <a:xfrm>
              <a:off x="5412827" y="26218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5"/>
            <p:cNvSpPr/>
            <p:nvPr/>
          </p:nvSpPr>
          <p:spPr>
            <a:xfrm>
              <a:off x="5412827" y="26091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5"/>
            <p:cNvSpPr/>
            <p:nvPr/>
          </p:nvSpPr>
          <p:spPr>
            <a:xfrm>
              <a:off x="5412827" y="25964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5412827" y="257741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7" name="Google Shape;1077;p45"/>
          <p:cNvSpPr txBox="1"/>
          <p:nvPr/>
        </p:nvSpPr>
        <p:spPr>
          <a:xfrm>
            <a:off x="3837292" y="2566103"/>
            <a:ext cx="137541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Property 2 is satisfied.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4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79" name="Google Shape;1079;p4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2" name="Google Shape;1082;p4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6"/>
          <p:cNvSpPr txBox="1"/>
          <p:nvPr/>
        </p:nvSpPr>
        <p:spPr>
          <a:xfrm>
            <a:off x="95300" y="109545"/>
            <a:ext cx="26841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peration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6"/>
          <p:cNvSpPr txBox="1"/>
          <p:nvPr/>
        </p:nvSpPr>
        <p:spPr>
          <a:xfrm>
            <a:off x="1120101" y="652942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0" name="Google Shape;1090;p46"/>
          <p:cNvGraphicFramePr/>
          <p:nvPr/>
        </p:nvGraphicFramePr>
        <p:xfrm>
          <a:off x="792861" y="900036"/>
          <a:ext cx="13983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1" name="Google Shape;1091;p46"/>
          <p:cNvSpPr txBox="1"/>
          <p:nvPr/>
        </p:nvSpPr>
        <p:spPr>
          <a:xfrm>
            <a:off x="932726" y="2614724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6"/>
          <p:cNvSpPr txBox="1"/>
          <p:nvPr/>
        </p:nvSpPr>
        <p:spPr>
          <a:xfrm>
            <a:off x="3533228" y="519270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6"/>
          <p:cNvSpPr txBox="1"/>
          <p:nvPr/>
        </p:nvSpPr>
        <p:spPr>
          <a:xfrm>
            <a:off x="4502581" y="519270"/>
            <a:ext cx="4432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4" name="Google Shape;1094;p46"/>
          <p:cNvGraphicFramePr/>
          <p:nvPr/>
        </p:nvGraphicFramePr>
        <p:xfrm>
          <a:off x="3277654" y="723658"/>
          <a:ext cx="189482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95" name="Google Shape;10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024" y="1446110"/>
            <a:ext cx="1500359" cy="15003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6" name="Google Shape;1096;p46"/>
          <p:cNvGrpSpPr/>
          <p:nvPr/>
        </p:nvGrpSpPr>
        <p:grpSpPr>
          <a:xfrm>
            <a:off x="4807856" y="1899926"/>
            <a:ext cx="720090" cy="720049"/>
            <a:chOff x="4807856" y="1899926"/>
            <a:chExt cx="720090" cy="720049"/>
          </a:xfrm>
        </p:grpSpPr>
        <p:sp>
          <p:nvSpPr>
            <p:cNvPr id="1097" name="Google Shape;1097;p46"/>
            <p:cNvSpPr/>
            <p:nvPr/>
          </p:nvSpPr>
          <p:spPr>
            <a:xfrm>
              <a:off x="4807856" y="1899926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72000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720008" y="360004"/>
                  </a:lnTo>
                  <a:lnTo>
                    <a:pt x="720008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6"/>
            <p:cNvSpPr/>
            <p:nvPr/>
          </p:nvSpPr>
          <p:spPr>
            <a:xfrm>
              <a:off x="4807856" y="1899926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0" y="360004"/>
                  </a:moveTo>
                  <a:lnTo>
                    <a:pt x="720008" y="360004"/>
                  </a:lnTo>
                  <a:lnTo>
                    <a:pt x="72000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noFill/>
            <a:ln w="10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6"/>
            <p:cNvSpPr/>
            <p:nvPr/>
          </p:nvSpPr>
          <p:spPr>
            <a:xfrm>
              <a:off x="4807856" y="2259930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720008" y="0"/>
                  </a:moveTo>
                  <a:lnTo>
                    <a:pt x="0" y="0"/>
                  </a:lnTo>
                  <a:lnTo>
                    <a:pt x="0" y="360004"/>
                  </a:lnTo>
                  <a:lnTo>
                    <a:pt x="720008" y="360004"/>
                  </a:lnTo>
                  <a:lnTo>
                    <a:pt x="720008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6"/>
            <p:cNvSpPr/>
            <p:nvPr/>
          </p:nvSpPr>
          <p:spPr>
            <a:xfrm>
              <a:off x="4807856" y="2259930"/>
              <a:ext cx="720090" cy="360045"/>
            </a:xfrm>
            <a:custGeom>
              <a:avLst/>
              <a:gdLst/>
              <a:ahLst/>
              <a:cxnLst/>
              <a:rect l="l" t="t" r="r" b="b"/>
              <a:pathLst>
                <a:path w="720089" h="360044" extrusionOk="0">
                  <a:moveTo>
                    <a:pt x="0" y="360004"/>
                  </a:moveTo>
                  <a:lnTo>
                    <a:pt x="720008" y="360004"/>
                  </a:lnTo>
                  <a:lnTo>
                    <a:pt x="720008" y="0"/>
                  </a:lnTo>
                  <a:lnTo>
                    <a:pt x="0" y="0"/>
                  </a:lnTo>
                  <a:lnTo>
                    <a:pt x="0" y="360004"/>
                  </a:lnTo>
                  <a:close/>
                </a:path>
              </a:pathLst>
            </a:custGeom>
            <a:noFill/>
            <a:ln w="10100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101" name="Google Shape;1101;p46"/>
          <p:cNvGraphicFramePr/>
          <p:nvPr/>
        </p:nvGraphicFramePr>
        <p:xfrm>
          <a:off x="3148076" y="1509434"/>
          <a:ext cx="2380000" cy="1409183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400">
                <a:tc>
                  <a:txBody>
                    <a:bodyPr/>
                    <a:lstStyle/>
                    <a:p>
                      <a:pPr marL="5397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2510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95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9200" marB="0"/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7950" marB="0"/>
                </a:tc>
                <a:tc>
                  <a:txBody>
                    <a:bodyPr/>
                    <a:lstStyle/>
                    <a:p>
                      <a:pPr marL="0" marR="363220" lvl="0" indent="0" algn="ctr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108585" lvl="0" indent="0" algn="ctr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920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Maps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43500" marB="0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53975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5875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05104" marR="0" lvl="0" indent="0" algn="l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 marR="0" lvl="0" indent="0" algn="l" rtl="0">
                        <a:lnSpc>
                          <a:spcPct val="1061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82880" marR="0" lvl="0" indent="0" algn="l" rtl="0">
                        <a:lnSpc>
                          <a:spcPct val="1076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63220" lvl="0" indent="0" algn="ctr" rtl="0">
                        <a:lnSpc>
                          <a:spcPct val="10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108585" lvl="0" indent="0" algn="ctr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02" name="Google Shape;1102;p4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03" name="Google Shape;1103;p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6" name="Google Shape;1106;p4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1DBDF5-8C84-01AE-36F4-C8B38C651DE6}"/>
                  </a:ext>
                </a:extLst>
              </p14:cNvPr>
              <p14:cNvContentPartPr/>
              <p14:nvPr/>
            </p14:nvContentPartPr>
            <p14:xfrm>
              <a:off x="1929960" y="285840"/>
              <a:ext cx="3467880" cy="210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1DBDF5-8C84-01AE-36F4-C8B38C651D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0600" y="276480"/>
                <a:ext cx="3486600" cy="212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ap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113" name="Google Shape;1113;p4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14" name="Google Shape;1114;p4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4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r>
              <a:rPr lang="en-US"/>
              <a:t> / 153</a:t>
            </a:r>
            <a:endParaRPr/>
          </a:p>
        </p:txBody>
      </p:sp>
      <p:pic>
        <p:nvPicPr>
          <p:cNvPr id="1119" name="Google Shape;111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38975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D76873-7F7E-6E3E-E841-C9D31798BAF2}"/>
                  </a:ext>
                </a:extLst>
              </p14:cNvPr>
              <p14:cNvContentPartPr/>
              <p14:nvPr/>
            </p14:nvContentPartPr>
            <p14:xfrm>
              <a:off x="2876040" y="1777680"/>
              <a:ext cx="2796120" cy="93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D76873-7F7E-6E3E-E841-C9D31798BA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66680" y="1768320"/>
                <a:ext cx="2814840" cy="95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aps</a:t>
            </a:r>
            <a:r>
              <a:rPr lang="en-US">
                <a:solidFill>
                  <a:srgbClr val="FFFFFF"/>
                </a:solidFill>
              </a:rPr>
              <a:t>: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125" name="Google Shape;1125;p4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26" name="Google Shape;1126;p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9" name="Google Shape;1129;p4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r>
              <a:rPr lang="en-US"/>
              <a:t> / 153</a:t>
            </a:r>
            <a:endParaRPr/>
          </a:p>
        </p:txBody>
      </p:sp>
      <p:pic>
        <p:nvPicPr>
          <p:cNvPr id="1131" name="Google Shape;113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25221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8CC591-3CBA-E343-4541-B182D9DE0529}"/>
                  </a:ext>
                </a:extLst>
              </p14:cNvPr>
              <p14:cNvContentPartPr/>
              <p14:nvPr/>
            </p14:nvContentPartPr>
            <p14:xfrm>
              <a:off x="2408760" y="738000"/>
              <a:ext cx="2751840" cy="190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8CC591-3CBA-E343-4541-B182D9DE05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99400" y="728640"/>
                <a:ext cx="2770560" cy="192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ultiple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aps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CNN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grpSp>
        <p:nvGrpSpPr>
          <p:cNvPr id="1137" name="Google Shape;1137;p49"/>
          <p:cNvGrpSpPr/>
          <p:nvPr/>
        </p:nvGrpSpPr>
        <p:grpSpPr>
          <a:xfrm>
            <a:off x="1433563" y="1025005"/>
            <a:ext cx="648335" cy="648335"/>
            <a:chOff x="1433563" y="1025005"/>
            <a:chExt cx="648335" cy="648335"/>
          </a:xfrm>
        </p:grpSpPr>
        <p:sp>
          <p:nvSpPr>
            <p:cNvPr id="1138" name="Google Shape;1138;p49"/>
            <p:cNvSpPr/>
            <p:nvPr/>
          </p:nvSpPr>
          <p:spPr>
            <a:xfrm>
              <a:off x="1433563" y="1025005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 extrusionOk="0">
                  <a:moveTo>
                    <a:pt x="0" y="648003"/>
                  </a:moveTo>
                  <a:lnTo>
                    <a:pt x="0" y="0"/>
                  </a:lnTo>
                  <a:lnTo>
                    <a:pt x="648003" y="0"/>
                  </a:lnTo>
                  <a:lnTo>
                    <a:pt x="648003" y="648003"/>
                  </a:lnTo>
                  <a:lnTo>
                    <a:pt x="0" y="648003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9"/>
            <p:cNvSpPr/>
            <p:nvPr/>
          </p:nvSpPr>
          <p:spPr>
            <a:xfrm>
              <a:off x="1433563" y="1025005"/>
              <a:ext cx="648335" cy="648335"/>
            </a:xfrm>
            <a:custGeom>
              <a:avLst/>
              <a:gdLst/>
              <a:ahLst/>
              <a:cxnLst/>
              <a:rect l="l" t="t" r="r" b="b"/>
              <a:pathLst>
                <a:path w="648335" h="648335" extrusionOk="0">
                  <a:moveTo>
                    <a:pt x="0" y="648003"/>
                  </a:moveTo>
                  <a:lnTo>
                    <a:pt x="0" y="0"/>
                  </a:lnTo>
                  <a:lnTo>
                    <a:pt x="648003" y="0"/>
                  </a:lnTo>
                  <a:lnTo>
                    <a:pt x="648003" y="648003"/>
                  </a:lnTo>
                  <a:lnTo>
                    <a:pt x="0" y="648003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49"/>
          <p:cNvSpPr txBox="1"/>
          <p:nvPr/>
        </p:nvSpPr>
        <p:spPr>
          <a:xfrm>
            <a:off x="1369352" y="1688381"/>
            <a:ext cx="776605" cy="32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3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1" name="Google Shape;1141;p49"/>
          <p:cNvGrpSpPr/>
          <p:nvPr/>
        </p:nvGrpSpPr>
        <p:grpSpPr>
          <a:xfrm>
            <a:off x="2405568" y="1057402"/>
            <a:ext cx="454118" cy="454118"/>
            <a:chOff x="2405568" y="1057402"/>
            <a:chExt cx="454118" cy="454118"/>
          </a:xfrm>
        </p:grpSpPr>
        <p:sp>
          <p:nvSpPr>
            <p:cNvPr id="1142" name="Google Shape;1142;p49"/>
            <p:cNvSpPr/>
            <p:nvPr/>
          </p:nvSpPr>
          <p:spPr>
            <a:xfrm>
              <a:off x="2405568" y="1251805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2405568" y="1251805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2502769" y="1154604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2502769" y="1154604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2599971" y="1057402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solidFill>
              <a:srgbClr val="FFB2B2">
                <a:alpha val="6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2599971" y="1057402"/>
              <a:ext cx="259715" cy="259715"/>
            </a:xfrm>
            <a:custGeom>
              <a:avLst/>
              <a:gdLst/>
              <a:ahLst/>
              <a:cxnLst/>
              <a:rect l="l" t="t" r="r" b="b"/>
              <a:pathLst>
                <a:path w="259714" h="259715" extrusionOk="0">
                  <a:moveTo>
                    <a:pt x="0" y="259202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259202"/>
                  </a:lnTo>
                  <a:lnTo>
                    <a:pt x="0" y="2592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8" name="Google Shape;1148;p49"/>
          <p:cNvSpPr txBox="1"/>
          <p:nvPr/>
        </p:nvSpPr>
        <p:spPr>
          <a:xfrm>
            <a:off x="347294" y="470527"/>
            <a:ext cx="2875915" cy="48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Single Convolutional Layer with Multiple Filters: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334010" lvl="0" indent="0" algn="r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64 Filters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49"/>
          <p:cNvSpPr txBox="1"/>
          <p:nvPr/>
        </p:nvSpPr>
        <p:spPr>
          <a:xfrm>
            <a:off x="2418499" y="869883"/>
            <a:ext cx="36322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0" name="Google Shape;1150;p49"/>
          <p:cNvGrpSpPr/>
          <p:nvPr/>
        </p:nvGrpSpPr>
        <p:grpSpPr>
          <a:xfrm>
            <a:off x="3377574" y="1041211"/>
            <a:ext cx="632204" cy="632204"/>
            <a:chOff x="3377574" y="1041211"/>
            <a:chExt cx="632204" cy="632204"/>
          </a:xfrm>
        </p:grpSpPr>
        <p:sp>
          <p:nvSpPr>
            <p:cNvPr id="1151" name="Google Shape;1151;p49"/>
            <p:cNvSpPr/>
            <p:nvPr/>
          </p:nvSpPr>
          <p:spPr>
            <a:xfrm>
              <a:off x="3377574" y="1187006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377574" y="1187006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10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426172" y="113840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426172" y="1138408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3474770" y="1089809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9"/>
            <p:cNvSpPr/>
            <p:nvPr/>
          </p:nvSpPr>
          <p:spPr>
            <a:xfrm>
              <a:off x="3474770" y="1089809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9"/>
            <p:cNvSpPr/>
            <p:nvPr/>
          </p:nvSpPr>
          <p:spPr>
            <a:xfrm>
              <a:off x="3523369" y="104121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solidFill>
              <a:srgbClr val="CCFFCC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9"/>
            <p:cNvSpPr/>
            <p:nvPr/>
          </p:nvSpPr>
          <p:spPr>
            <a:xfrm>
              <a:off x="3523369" y="1041211"/>
              <a:ext cx="486409" cy="486409"/>
            </a:xfrm>
            <a:custGeom>
              <a:avLst/>
              <a:gdLst/>
              <a:ahLst/>
              <a:cxnLst/>
              <a:rect l="l" t="t" r="r" b="b"/>
              <a:pathLst>
                <a:path w="486410" h="486409" extrusionOk="0">
                  <a:moveTo>
                    <a:pt x="0" y="486002"/>
                  </a:moveTo>
                  <a:lnTo>
                    <a:pt x="0" y="0"/>
                  </a:lnTo>
                  <a:lnTo>
                    <a:pt x="486002" y="0"/>
                  </a:lnTo>
                  <a:lnTo>
                    <a:pt x="486002" y="486002"/>
                  </a:lnTo>
                  <a:lnTo>
                    <a:pt x="0" y="486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9" name="Google Shape;1159;p49"/>
          <p:cNvSpPr txBox="1"/>
          <p:nvPr/>
        </p:nvSpPr>
        <p:spPr>
          <a:xfrm>
            <a:off x="3336442" y="1688381"/>
            <a:ext cx="1054735" cy="32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3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64 Feature Maps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30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30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49"/>
          <p:cNvGrpSpPr/>
          <p:nvPr/>
        </p:nvGrpSpPr>
        <p:grpSpPr>
          <a:xfrm>
            <a:off x="513702" y="1300356"/>
            <a:ext cx="2662148" cy="1721278"/>
            <a:chOff x="513702" y="1300356"/>
            <a:chExt cx="2662148" cy="1721278"/>
          </a:xfrm>
        </p:grpSpPr>
        <p:sp>
          <p:nvSpPr>
            <p:cNvPr id="1161" name="Google Shape;1161;p49"/>
            <p:cNvSpPr/>
            <p:nvPr/>
          </p:nvSpPr>
          <p:spPr>
            <a:xfrm>
              <a:off x="2113968" y="1349007"/>
              <a:ext cx="244475" cy="0"/>
            </a:xfrm>
            <a:custGeom>
              <a:avLst/>
              <a:gdLst/>
              <a:ahLst/>
              <a:cxnLst/>
              <a:rect l="l" t="t" r="r" b="b"/>
              <a:pathLst>
                <a:path w="244475" h="120000" extrusionOk="0">
                  <a:moveTo>
                    <a:pt x="0" y="0"/>
                  </a:moveTo>
                  <a:lnTo>
                    <a:pt x="244014" y="0"/>
                  </a:lnTo>
                </a:path>
              </a:pathLst>
            </a:custGeom>
            <a:noFill/>
            <a:ln w="15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9"/>
            <p:cNvSpPr/>
            <p:nvPr/>
          </p:nvSpPr>
          <p:spPr>
            <a:xfrm>
              <a:off x="2327110" y="1300356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90" extrusionOk="0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noFill/>
            <a:ln w="15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9"/>
            <p:cNvSpPr/>
            <p:nvPr/>
          </p:nvSpPr>
          <p:spPr>
            <a:xfrm>
              <a:off x="2891571" y="1349007"/>
              <a:ext cx="276860" cy="0"/>
            </a:xfrm>
            <a:custGeom>
              <a:avLst/>
              <a:gdLst/>
              <a:ahLst/>
              <a:cxnLst/>
              <a:rect l="l" t="t" r="r" b="b"/>
              <a:pathLst>
                <a:path w="276860" h="120000" extrusionOk="0">
                  <a:moveTo>
                    <a:pt x="0" y="0"/>
                  </a:moveTo>
                  <a:lnTo>
                    <a:pt x="276416" y="0"/>
                  </a:lnTo>
                </a:path>
              </a:pathLst>
            </a:custGeom>
            <a:noFill/>
            <a:ln w="15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9"/>
            <p:cNvSpPr/>
            <p:nvPr/>
          </p:nvSpPr>
          <p:spPr>
            <a:xfrm>
              <a:off x="3137115" y="1300356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90" extrusionOk="0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noFill/>
            <a:ln w="151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65" name="Google Shape;1165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319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6" name="Google Shape;1166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421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7" name="Google Shape;1167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523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8" name="Google Shape;1168;p49"/>
          <p:cNvSpPr txBox="1"/>
          <p:nvPr/>
        </p:nvSpPr>
        <p:spPr>
          <a:xfrm>
            <a:off x="347294" y="2194292"/>
            <a:ext cx="4129404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4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filters = Number of output feature maps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Each feature map = One filter’s response across entire input Stack of feature maps = 3D volume (height × width × channels)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4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70" name="Google Shape;1170;p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3" name="Google Shape;1173;p4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2C3D4C-C82F-D585-C264-4E4F89E71EE1}"/>
                  </a:ext>
                </a:extLst>
              </p14:cNvPr>
              <p14:cNvContentPartPr/>
              <p14:nvPr/>
            </p14:nvContentPartPr>
            <p14:xfrm>
              <a:off x="90000" y="562680"/>
              <a:ext cx="5167440" cy="232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2C3D4C-C82F-D585-C264-4E4F89E71E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40" y="553320"/>
                <a:ext cx="5186160" cy="234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eceptive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ield</a:t>
            </a:r>
            <a:r>
              <a:rPr lang="en-US">
                <a:solidFill>
                  <a:srgbClr val="FFFFFF"/>
                </a:solidFill>
              </a:rPr>
              <a:t>: D</a:t>
            </a:r>
            <a:r>
              <a:rPr lang="en-US" cap="small">
                <a:solidFill>
                  <a:srgbClr val="FFFFFF"/>
                </a:solidFill>
              </a:rPr>
              <a:t>efinition</a:t>
            </a:r>
            <a:endParaRPr/>
          </a:p>
        </p:txBody>
      </p:sp>
      <p:grpSp>
        <p:nvGrpSpPr>
          <p:cNvPr id="1180" name="Google Shape;1180;p50"/>
          <p:cNvGrpSpPr/>
          <p:nvPr/>
        </p:nvGrpSpPr>
        <p:grpSpPr>
          <a:xfrm>
            <a:off x="309193" y="602436"/>
            <a:ext cx="5192466" cy="1775575"/>
            <a:chOff x="309193" y="602436"/>
            <a:chExt cx="5192466" cy="1775575"/>
          </a:xfrm>
        </p:grpSpPr>
        <p:sp>
          <p:nvSpPr>
            <p:cNvPr id="1181" name="Google Shape;1181;p50"/>
            <p:cNvSpPr/>
            <p:nvPr/>
          </p:nvSpPr>
          <p:spPr>
            <a:xfrm>
              <a:off x="309193" y="60243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82" name="Google Shape;118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96670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454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327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646671"/>
              <a:ext cx="50800" cy="498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50"/>
            <p:cNvSpPr/>
            <p:nvPr/>
          </p:nvSpPr>
          <p:spPr>
            <a:xfrm>
              <a:off x="309193" y="840943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04469"/>
                  </a:lnTo>
                  <a:lnTo>
                    <a:pt x="4008" y="324194"/>
                  </a:lnTo>
                  <a:lnTo>
                    <a:pt x="14922" y="340347"/>
                  </a:lnTo>
                  <a:lnTo>
                    <a:pt x="31075" y="351261"/>
                  </a:lnTo>
                  <a:lnTo>
                    <a:pt x="50800" y="355270"/>
                  </a:lnTo>
                  <a:lnTo>
                    <a:pt x="5090865" y="355270"/>
                  </a:lnTo>
                  <a:lnTo>
                    <a:pt x="5110590" y="351261"/>
                  </a:lnTo>
                  <a:lnTo>
                    <a:pt x="5126743" y="340347"/>
                  </a:lnTo>
                  <a:lnTo>
                    <a:pt x="5137657" y="324194"/>
                  </a:lnTo>
                  <a:lnTo>
                    <a:pt x="5141666" y="30446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0"/>
            <p:cNvSpPr/>
            <p:nvPr/>
          </p:nvSpPr>
          <p:spPr>
            <a:xfrm>
              <a:off x="5450859" y="684761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w="120000" h="480059" extrusionOk="0">
                  <a:moveTo>
                    <a:pt x="0" y="47970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0"/>
            <p:cNvSpPr/>
            <p:nvPr/>
          </p:nvSpPr>
          <p:spPr>
            <a:xfrm>
              <a:off x="5450859" y="672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5450859" y="659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0"/>
            <p:cNvSpPr/>
            <p:nvPr/>
          </p:nvSpPr>
          <p:spPr>
            <a:xfrm>
              <a:off x="5450859" y="6466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0"/>
            <p:cNvSpPr/>
            <p:nvPr/>
          </p:nvSpPr>
          <p:spPr>
            <a:xfrm>
              <a:off x="5450859" y="62761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2" name="Google Shape;1192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385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p5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87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4" name="Google Shape;1194;p50"/>
          <p:cNvSpPr txBox="1"/>
          <p:nvPr/>
        </p:nvSpPr>
        <p:spPr>
          <a:xfrm>
            <a:off x="334594" y="532865"/>
            <a:ext cx="4760595" cy="2426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25400" marR="177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receptive field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a neuron is the region in the input image that affects that neuron’s activation value.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Concepts: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Receptive field grows with network depth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Early layers: small receptive fields (local patterns)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Deep layers: large receptive fields (global context)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Determined by kernel size, stride, and pooling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Importance: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Small receptive field: Cannot capture large objects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Large receptive field: Better context understanding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Trade-off: Computational cost vs. context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5" name="Google Shape;1195;p5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96" name="Google Shape;1196;p5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9" name="Google Shape;1199;p5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2CBE78-DA63-7813-93FE-BF88674B5FD7}"/>
                  </a:ext>
                </a:extLst>
              </p14:cNvPr>
              <p14:cNvContentPartPr/>
              <p14:nvPr/>
            </p14:nvContentPartPr>
            <p14:xfrm>
              <a:off x="3752640" y="1263600"/>
              <a:ext cx="1487160" cy="166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2CBE78-DA63-7813-93FE-BF88674B5F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3280" y="1254240"/>
                <a:ext cx="1505880" cy="168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2" name="Google Shape;3622;p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3" name="Google Shape;3623;p1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3624" name="Google Shape;3624;p153"/>
          <p:cNvGrpSpPr/>
          <p:nvPr/>
        </p:nvGrpSpPr>
        <p:grpSpPr>
          <a:xfrm>
            <a:off x="0" y="662012"/>
            <a:ext cx="5760261" cy="2571999"/>
            <a:chOff x="0" y="662012"/>
            <a:chExt cx="5760261" cy="2571999"/>
          </a:xfrm>
        </p:grpSpPr>
        <p:pic>
          <p:nvPicPr>
            <p:cNvPr id="3625" name="Google Shape;3625;p1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6620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6" name="Google Shape;3626;p1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27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7" name="Google Shape;3627;p1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2201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8" name="Google Shape;3628;p1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851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9" name="Google Shape;3629;p1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02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0" name="Google Shape;3630;p1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153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1" name="Google Shape;3631;p1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804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2" name="Google Shape;3632;p1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5" name="Google Shape;3635;p153"/>
          <p:cNvSpPr txBox="1"/>
          <p:nvPr/>
        </p:nvSpPr>
        <p:spPr>
          <a:xfrm>
            <a:off x="644626" y="573997"/>
            <a:ext cx="4768215" cy="23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4495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Zhang, A., Lipton, Z. C., Li, M., &amp; Smola, A. J. (2023).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Cambridge University Press. Chapters 6 and 7.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14019" lvl="0" indent="0" algn="l" rtl="0">
              <a:lnSpc>
                <a:spcPct val="1260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Goodfellow, I., Bengio, Y., Courville, A. (2016).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MIT Press. LeCun, Y., Bottou, L., Bengio, Y., &amp; Haffner, P. (1998). Gradient-based learning applied to document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, 86(11), 2278-2324.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Krizhevsky, A., Sutskever, I., &amp; Hinton, G. E. (2012). ImageNet classification with deep convolutional neural networks.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Advances in NIPS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4864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Simonyan, K., &amp; Zisserman, A. (2014). Very deep convolutional networks for large-scale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arXiv preprint arXiv:1409.1556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97790" lvl="0" indent="0" algn="l" rtl="0">
              <a:lnSpc>
                <a:spcPct val="1189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Szegedy, C., et al. (2015). Going deeper with convolutions.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64819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He, K., Zhang, X., Ren, S., &amp; Sun, J. (2016). Deep residual learning for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15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15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2675</Words>
  <Application>Microsoft Office PowerPoint</Application>
  <PresentationFormat>Custom</PresentationFormat>
  <Paragraphs>905</Paragraphs>
  <Slides>55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Calibri</vt:lpstr>
      <vt:lpstr>Tahoma</vt:lpstr>
      <vt:lpstr>Cambria</vt:lpstr>
      <vt:lpstr>Arial</vt:lpstr>
      <vt:lpstr>Times New Roman</vt:lpstr>
      <vt:lpstr>Lucida Sans</vt:lpstr>
      <vt:lpstr>Office Theme</vt:lpstr>
      <vt:lpstr>PowerPoint Presentation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Table of Contents</vt:lpstr>
      <vt:lpstr>Digital Grayscale Image</vt:lpstr>
      <vt:lpstr>PowerPoint Presentation</vt:lpstr>
      <vt:lpstr>PowerPoint Presentation</vt:lpstr>
      <vt:lpstr>PowerPoint Presentation</vt:lpstr>
      <vt:lpstr>Image Classification - Challenges</vt:lpstr>
      <vt:lpstr>PowerPoint Presentation</vt:lpstr>
      <vt:lpstr>Image Equivariance - Challenges</vt:lpstr>
      <vt:lpstr>PowerPoint Presentation</vt:lpstr>
      <vt:lpstr>Table of Contents</vt:lpstr>
      <vt:lpstr>What is a Convolutional Neural Network?</vt:lpstr>
      <vt:lpstr>PowerPoint Presentation</vt:lpstr>
      <vt:lpstr>PowerPoint Presentation</vt:lpstr>
      <vt:lpstr>PowerPoint Presentation</vt:lpstr>
      <vt:lpstr>PowerPoint Presentation</vt:lpstr>
      <vt:lpstr>Why Convolutional Networks?</vt:lpstr>
      <vt:lpstr>Why CNN for Images - Locality</vt:lpstr>
      <vt:lpstr>Why CNN for Images - Locality</vt:lpstr>
      <vt:lpstr>PowerPoint Presentation</vt:lpstr>
      <vt:lpstr>Why CNN for Images - Scale Invariance</vt:lpstr>
      <vt:lpstr>PowerPoint Presentation</vt:lpstr>
      <vt:lpstr>PowerPoint Presentation</vt:lpstr>
      <vt:lpstr>PowerPoint Presentation</vt:lpstr>
      <vt:lpstr>PowerPoint Presentation</vt:lpstr>
      <vt:lpstr>Key Principles of CNNs</vt:lpstr>
      <vt:lpstr>CNN Key Characteristics</vt:lpstr>
      <vt:lpstr>How CNN Achieves Image Classification</vt:lpstr>
      <vt:lpstr>Hierarchical Feature Learning</vt:lpstr>
      <vt:lpstr>CNN Architecture</vt:lpstr>
      <vt:lpstr>CNN - Layer-by-Layer Breakdown</vt:lpstr>
      <vt:lpstr>CNN - Layer-by-Layer Breakdown</vt:lpstr>
      <vt:lpstr>The Classification Process</vt:lpstr>
      <vt:lpstr>Table of Contents</vt:lpstr>
      <vt:lpstr>2D Convolution Operation</vt:lpstr>
      <vt:lpstr>2D 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Convolution Operation</vt:lpstr>
      <vt:lpstr>PowerPoint Presentation</vt:lpstr>
      <vt:lpstr>What is a Feature Map?</vt:lpstr>
      <vt:lpstr>Feature Maps: Visual Example</vt:lpstr>
      <vt:lpstr>Multiple Feature Maps in CNNs</vt:lpstr>
      <vt:lpstr>Receptive Field: Definition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2</cp:revision>
  <dcterms:created xsi:type="dcterms:W3CDTF">2025-12-09T13:51:45Z</dcterms:created>
  <dcterms:modified xsi:type="dcterms:W3CDTF">2026-03-22T12:09:49Z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2025-12-09T00:00:00Z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