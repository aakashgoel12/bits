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3.xml" ContentType="application/inkml+xml"/>
  <Override PartName="/ppt/notesSlides/notesSlide10.xml" ContentType="application/vnd.openxmlformats-officedocument.presentationml.notesSlide+xml"/>
  <Override PartName="/ppt/ink/ink4.xml" ContentType="application/inkml+xml"/>
  <Override PartName="/ppt/notesSlides/notesSlide11.xml" ContentType="application/vnd.openxmlformats-officedocument.presentationml.notesSlide+xml"/>
  <Override PartName="/ppt/ink/ink5.xml" ContentType="application/inkml+xml"/>
  <Override PartName="/ppt/notesSlides/notesSlide12.xml" ContentType="application/vnd.openxmlformats-officedocument.presentationml.notesSlide+xml"/>
  <Override PartName="/ppt/ink/ink6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7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8.xml" ContentType="application/inkml+xml"/>
  <Override PartName="/ppt/notesSlides/notesSlide28.xml" ContentType="application/vnd.openxmlformats-officedocument.presentationml.notesSlide+xml"/>
  <Override PartName="/ppt/ink/ink9.xml" ContentType="application/inkml+xml"/>
  <Override PartName="/ppt/notesSlides/notesSlide29.xml" ContentType="application/vnd.openxmlformats-officedocument.presentationml.notesSlide+xml"/>
  <Override PartName="/ppt/ink/ink10.xml" ContentType="application/inkml+xml"/>
  <Override PartName="/ppt/notesSlides/notesSlide30.xml" ContentType="application/vnd.openxmlformats-officedocument.presentationml.notesSlide+xml"/>
  <Override PartName="/ppt/ink/ink11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ink/ink12.xml" ContentType="application/inkml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ink/ink13.xml" ContentType="application/inkml+xml"/>
  <Override PartName="/ppt/notesSlides/notesSlide35.xml" ContentType="application/vnd.openxmlformats-officedocument.presentationml.notesSlide+xml"/>
  <Override PartName="/ppt/ink/ink14.xml" ContentType="application/inkml+xml"/>
  <Override PartName="/ppt/notesSlides/notesSlide36.xml" ContentType="application/vnd.openxmlformats-officedocument.presentationml.notesSlide+xml"/>
  <Override PartName="/ppt/ink/ink15.xml" ContentType="application/inkml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ink/ink16.xml" ContentType="application/inkml+xml"/>
  <Override PartName="/ppt/notesSlides/notesSlide39.xml" ContentType="application/vnd.openxmlformats-officedocument.presentationml.notesSlide+xml"/>
  <Override PartName="/ppt/ink/ink17.xml" ContentType="application/inkml+xml"/>
  <Override PartName="/ppt/notesSlides/notesSlide40.xml" ContentType="application/vnd.openxmlformats-officedocument.presentationml.notesSlide+xml"/>
  <Override PartName="/ppt/ink/ink18.xml" ContentType="application/inkml+xml"/>
  <Override PartName="/ppt/notesSlides/notesSlide41.xml" ContentType="application/vnd.openxmlformats-officedocument.presentationml.notesSlide+xml"/>
  <Override PartName="/ppt/ink/ink19.xml" ContentType="application/inkml+xml"/>
  <Override PartName="/ppt/notesSlides/notesSlide42.xml" ContentType="application/vnd.openxmlformats-officedocument.presentationml.notesSlide+xml"/>
  <Override PartName="/ppt/ink/ink20.xml" ContentType="application/inkml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ink/ink21.xml" ContentType="application/inkml+xml"/>
  <Override PartName="/ppt/notesSlides/notesSlide46.xml" ContentType="application/vnd.openxmlformats-officedocument.presentationml.notesSlide+xml"/>
  <Override PartName="/ppt/ink/ink22.xml" ContentType="application/inkml+xml"/>
  <Override PartName="/ppt/notesSlides/notesSlide47.xml" ContentType="application/vnd.openxmlformats-officedocument.presentationml.notesSlide+xml"/>
  <Override PartName="/ppt/ink/ink23.xml" ContentType="application/inkml+xml"/>
  <Override PartName="/ppt/notesSlides/notesSlide48.xml" ContentType="application/vnd.openxmlformats-officedocument.presentationml.notesSlide+xml"/>
  <Override PartName="/ppt/ink/ink24.xml" ContentType="application/inkml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347" r:id="rId5"/>
    <p:sldId id="353" r:id="rId6"/>
    <p:sldId id="354" r:id="rId7"/>
    <p:sldId id="355" r:id="rId8"/>
    <p:sldId id="356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68" r:id="rId21"/>
    <p:sldId id="369" r:id="rId22"/>
    <p:sldId id="370" r:id="rId23"/>
    <p:sldId id="371" r:id="rId24"/>
    <p:sldId id="372" r:id="rId25"/>
    <p:sldId id="373" r:id="rId26"/>
    <p:sldId id="374" r:id="rId27"/>
    <p:sldId id="375" r:id="rId28"/>
    <p:sldId id="376" r:id="rId29"/>
    <p:sldId id="377" r:id="rId30"/>
    <p:sldId id="378" r:id="rId31"/>
    <p:sldId id="379" r:id="rId32"/>
    <p:sldId id="380" r:id="rId33"/>
    <p:sldId id="381" r:id="rId34"/>
    <p:sldId id="382" r:id="rId35"/>
    <p:sldId id="383" r:id="rId36"/>
    <p:sldId id="384" r:id="rId37"/>
    <p:sldId id="385" r:id="rId38"/>
    <p:sldId id="386" r:id="rId39"/>
    <p:sldId id="387" r:id="rId40"/>
    <p:sldId id="388" r:id="rId41"/>
    <p:sldId id="389" r:id="rId42"/>
    <p:sldId id="390" r:id="rId43"/>
    <p:sldId id="391" r:id="rId44"/>
    <p:sldId id="392" r:id="rId45"/>
    <p:sldId id="393" r:id="rId46"/>
    <p:sldId id="394" r:id="rId47"/>
    <p:sldId id="395" r:id="rId48"/>
    <p:sldId id="396" r:id="rId49"/>
    <p:sldId id="397" r:id="rId50"/>
    <p:sldId id="398" r:id="rId51"/>
    <p:sldId id="399" r:id="rId52"/>
    <p:sldId id="400" r:id="rId53"/>
    <p:sldId id="401" r:id="rId54"/>
    <p:sldId id="402" r:id="rId55"/>
    <p:sldId id="403" r:id="rId56"/>
    <p:sldId id="404" r:id="rId57"/>
    <p:sldId id="405" r:id="rId58"/>
    <p:sldId id="406" r:id="rId59"/>
    <p:sldId id="407" r:id="rId60"/>
    <p:sldId id="408" r:id="rId61"/>
  </p:sldIdLst>
  <p:sldSz cx="5765800" cy="3244850"/>
  <p:notesSz cx="5765800" cy="3244850"/>
  <p:embeddedFontLst>
    <p:embeddedFont>
      <p:font typeface="Cambria" panose="02040503050406030204" pitchFamily="18" charset="0"/>
      <p:regular r:id="rId63"/>
      <p:bold r:id="rId64"/>
      <p:italic r:id="rId65"/>
      <p:boldItalic r:id="rId66"/>
    </p:embeddedFont>
    <p:embeddedFont>
      <p:font typeface="Lucida Sans" panose="020B0602030504020204" pitchFamily="34" charset="0"/>
      <p:regular r:id="rId67"/>
      <p:bold r:id="rId68"/>
      <p:italic r:id="rId69"/>
      <p:boldItalic r:id="rId70"/>
    </p:embeddedFont>
    <p:embeddedFont>
      <p:font typeface="Tahoma" panose="020B0604030504040204" pitchFamily="34" charset="0"/>
      <p:regular r:id="rId71"/>
      <p:bold r:id="rId72"/>
    </p:embeddedFont>
    <p:embeddedFont>
      <p:font typeface="Verdana" panose="020B0604030504040204" pitchFamily="34" charset="0"/>
      <p:regular r:id="rId73"/>
      <p:bold r:id="rId74"/>
      <p:italic r:id="rId75"/>
      <p:boldItalic r:id="rId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2" roundtripDataSignature="AMtx7mhpTYSZyyeTKyJGhvPrhVNitC2n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A3B58F-6099-475F-BB80-25D51F5F37B9}">
  <a:tblStyle styleId="{ECA3B58F-6099-475F-BB80-25D51F5F37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85" d="100"/>
          <a:sy n="185" d="100"/>
        </p:scale>
        <p:origin x="466" y="10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2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65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0.fntdata"/><Relationship Id="rId16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font" Target="fonts/font8.fntdata"/><Relationship Id="rId75" Type="http://schemas.openxmlformats.org/officeDocument/2006/relationships/font" Target="fonts/font13.fntdata"/><Relationship Id="rId16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73" Type="http://schemas.openxmlformats.org/officeDocument/2006/relationships/font" Target="fonts/font11.fntdata"/><Relationship Id="rId16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4.fntdata"/><Relationship Id="rId7" Type="http://schemas.openxmlformats.org/officeDocument/2006/relationships/slide" Target="slides/slide6.xml"/><Relationship Id="rId71" Type="http://schemas.openxmlformats.org/officeDocument/2006/relationships/font" Target="fonts/font9.fntdata"/><Relationship Id="rId162" Type="http://customschemas.google.com/relationships/presentationmetadata" Target="meta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65217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0" timeString="2026-04-12T10:21:39.1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9351 3887 0,'25'17'219,"75"49"-204,-41-32 1,49 41 0,0-42-1,-16 9 1,-42-26-16,42 1 16,-50 8-1,16 8 1,42 18-1,-8 7 1,25 17 15,-67-58-15,-8 8 0,-17-17-16,-9 17 15,1-17 1,-9 1 15,1-9-15,-1 8-1,0 0 48,-8 1-16,-8 7-16,-34 18-15,-41 8-1,33-9-15,-84 9 16,26 8-1,-26 33 1,43-25 0,-34 17-1,-17-24 1,75-18 0,34-16-1,24-9-15,-7 0 16,7-8-1,1 0 1,0 9 31,-1-9 15,1-25 1,-9-76-47,17 26-1,0 0 1,0 50-16,0-33 15,0 16 1,0-8 0,0-8 15,9-1-15,-9-7-1,0 16 1,0 16-1,0 26-15,0-25 16,0 8 0,0 0-1,0 16 1,0-16 0,0 0-1,-9 17 1,-7-17-1,7 8-15,9-16 16,-8-17 0,8 8 15,-9 25-15,1 9-1,8-9 1,0 9 15,-8 0-15,-1-1 15,1 9 0,0-8-15,-1 8-1,9-8 1,0-1 15,-8 9 1,0 0-1,8-8-16,-9-9 48,-7 17-47,7 0-1,1 0 1,0 0-1</inkml:trace>
  <inkml:trace contextRef="#ctx0" brushRef="#br0" timeOffset="3616.06">11728 4137 0,'17'83'219,"0"34"-204,-9 25 1,9 17 0,-17-93-1,8-24 17,-8-25-17,0-9 1,0 0 15,0 1-15,0-18 156,9 9-110,32-16-46,43-1-1,116-8 1,-100 17 0,8-1-1,-41 9 1,-8 0-1,-34 0-15,25 0 16,8 0 0,-25 0 15,17 0-15,-33 0-1,16 9 1,-16-9-1,8 0 1,-16 0-16,49 0 16,-25 0-1,1 8 1,7-8 0,-16 0-1,17 0 1,-25 0-1,-9 0 1,0 0-16,17 0 63,-16 0-1,-9-33 1,-25-43-48,0-15 1,-25-26-1,25 67 1,16 0 0,9 42-1,-8-17 1,0-1 0,8 10-1,0-9 1,0 16-1,0-16 1,0 9 0,0 7-1,0 1-15,0 0 16,0-1 15,0 1-15,0 0 78,-17-1-48,-8 1-30,8 8-16,-16-8 16,0 8-1,8-17 1,-17 17 0,17 8-1,-34 1 1,1-9-1,8 0 1,-25 0 0,33 0 15,17 0-15,-8 8-1,16-8 1,9 0-1,-9 0 1,0 0 0,9 0-16,-17 8 15,-8-8 1,-26 17 0,-7 0-1,24-9 1,-8 0-1,25 1 1,8-9 0,17 8-16,-8-8 15,-1 0 17,-7 0-17,7 8 1,1-8-1,-9 0 1,9 0 0,-25 9-1,16-9 1,9 8 0,-9-8-1,9 0 1,-1 0-1,1 0 48,0 0-32,-17 0 0,-1 0-15,18 0-16,-17 0 16,17 0-1,-1 0 1,1 0 0,0 0 62,-1 0 0</inkml:trace>
  <inkml:trace contextRef="#ctx0" brushRef="#br0" timeOffset="27215.45">11753 5038 0,'0'67'265,"0"-26"-249,0 68 0,0-51-1,0-33 1,0 9 0,0-26 15,0-50 78,0 25-93,0 1-1,0 7 1,0 1 0,0 0-1,17-1 17,17-7-17,-9 16 1,8 0-1,0 0 1,-16 0 0,25 0-1,-34 0 17,0 0-1,1 0-16,-9-50 1,0 8 0,-17-8-1,-8 17 1,17 16 0,-1 9-1,9-1 16,34 93 48,-9 49-64,8-33 1,0 17-1,-16-75 1,0 8 0,-17-34-1,8-16 17,-8 9-17</inkml:trace>
  <inkml:trace contextRef="#ctx0" brushRef="#br0" timeOffset="28932.09">11411 4437 0,'0'9'219,"0"24"-204,0-8 1,9-17 0,-9 1 15,0-1-15,8-8 30,-8-8 1,17-34-31,0-41 0,-1 33-1,-7 25 1,-9 16 15,0 1-15,8 8-16,-8-33 31,8 24-15,-8 1-1,9-1 1,-9 1-1,8 8 1,-8-8 31</inkml:trace>
  <inkml:trace contextRef="#ctx0" brushRef="#br0" timeOffset="33148.36">9059 4245 0,'8'9'218,"1"8"-202,-1-9-16,0 9 16,1-1 15,-9 1-15,17-9-1,-9 1 16,9-18 48,-1-24-64,18-9 1,-9-8-1,-17 33 1,-8 9 0,8 0-1,-8-1 32,0 1-16,9 0-15,16-17 0,0-9-1</inkml:trace>
  <inkml:trace contextRef="#ctx0" brushRef="#br0" timeOffset="34898.61">10110 3895 0,'-33'0'235,"-1"17"-220,18-9 1,7 1-1,1-1 17,0 9-1,8-1-15,0 1-1,0 16 1,0 1-1,8-9 1,-8-17 0,8 0 15,9 1-15,25-1-1,-34-8-15,17 0 16,0 0-1,17 0 1,-25 0 0,-1 0-1,-7 0 1,7 8 0,-7 1-1,-1 16 1,-8-9-1,-50 34 1,-25-8 0,33-25-1,-8 0 17,8-9-17,17-8 1,17 0-1,-17 0 1,17 0-16,-1 0 16,1 0 15</inkml:trace>
  <inkml:trace contextRef="#ctx0" brushRef="#br0" timeOffset="37337.06">10377 4888 0,'-75'-9'204,"8"9"-189,9 9 1,25-1-1,16 0-15,9 1 16,-1-9 0,1 16-1,-1 1 17,-16 8-17,25-8 1,0 0-1,0-1-15,0 1 16,0 0 0,0 16-1,25-25 17,-25 9-17,26 0 1,-10-1-1,26-7 1,-34-1-16,42-8 16,-25 0-1,25 0 1,-33 8 0,-9 1-1,17-1 1,-16 9 15,-1-1-15,-8-7 15,0 16-15,0 0-1,-25 0 1,-75 25-1,50-33 1,0-9 0,-9-8-1,26 0 1,-25-8 0,-9-17-1,34 16 1,8 9-1,25-8 1,-9 8 0,9-9-1,-8 9 17</inkml:trace>
  <inkml:trace contextRef="#ctx0" brushRef="#br0" timeOffset="46998.7">9551 6506 0,'9'-17'219,"49"-8"-204,-8 17 1,8-9-1,-24 17-15,41 0 16,-25 0 0,0 0 15,-42 0-31,9 0 16,-9 0-1,1 0 1,-1 9-1,-8-1 1,17 50 0,-42 17-1,0-25 1,8-16-16,-16 7 16,-9 9-1,-41 9 1,41-34-1,17-17 1,-9 9 0,18-9-1,-1 1 17,9-1-1,-1-8 0,18-8 47,49-9-62,34 0-1,-42 17 1,-8-8 0,16 8 15,-33 0-15,0 8-1,-8-8 1,-9 9-1,9 16 1,-1 8 0,9-8-1,-16 17 1,-1-17 0,-8 8-1,8 0 1,-8 9-1,0-34-15,-8 17 16,0 1 0,8-18 15,0 0-31,-25 1 16,-9 32-1,-24-16 1,-50-8-1,24-17 1,-8-8 0,51-1-1,-1-7 1,17 7-16,-8-16 16,8 0-1,8 25 1,9-16-1</inkml:trace>
  <inkml:trace contextRef="#ctx0" brushRef="#br0" timeOffset="49466.19">9893 6030 0,'-116'0'187,"-60"34"-171,76-1-1,-8 17 1,49-33-16,-66 50 16,34-34-1,32 17 1,26-33 0,16 8-1,-16 33 1,-1 34-1,26-9 1,0-33-16,-1 0 16,1 17-1,-9 42 17,17-26-17,-16 9 1,24 24-1,0-74 1,1 25 0,-9-42-16,25 50 15,0 17 1,16 8 0,-16-42-1,0-8 1,34 17-1,16-17 1,-8-8 0,-34-26-16,25 9 15,-24-8 17,83 33-17,-1-33 1,9-17-1,17 0 1,-50-8 0,8-1-1,-41 1-15,32-25 16,1 7 0,8-15-1,-58-9 1,8 0-1,33-67 1,-58 33 0,34-57 15,-43 74-15,-7-8-1,-9-42 1,-25-16-1,-25 24 1,-34-33 0,43 51-1,-76-76 1,42 83 0,-9 18-1,-16-18 1,42 51-1,33 25 1,-25-1 0,25 1-1,-25-9 17,16 9-17,9 0 1,0 8-16,-8 0 15,25-9 1,-9 9 0,8 0-1,1 0 32,0 0-16,-1 0 32,9-8 31,0 0-16</inkml:trace>
  <inkml:trace contextRef="#ctx0" brushRef="#br0" timeOffset="94165.93">11028 6506 0,'25'-25'171,"67"-92"-155,-34 9 0,34-1 15,-17 34-15,8 17-1,-33 33-15,9-9 16,-1-7-1,-33 16 1,-17 25 0,1 0-1,-1-9 17</inkml:trace>
  <inkml:trace contextRef="#ctx0" brushRef="#br0" timeOffset="96002.8">11670 5930 0,'0'92'219,"0"8"-204,0-25 1,0 17 0,0-67-1,0 0 1,0-17 15</inkml:trace>
  <inkml:trace contextRef="#ctx0" brushRef="#br0" timeOffset="99000.25">6131 2944 0,'9'9'203,"-1"-9"-188,9 8-15,49 9 16,51-9 0,50-8-1,-92 0 17,-33 0-17,8 0 1,-34 0-1,9 0 1,-8 0-16,-9 0 16,17 0-1,34 0 1,-26 0 0,-8 0-1,17 8 1,-34 1-1,9-9 1,-9 8 0,9-8 15,-9 0-31,1 8 16,7-8-1,-7 0 1,-1 0-16,9 0 15,-9 0 1,9 0 0,-9 0-1,0 0 1,9 0 0,-9 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65217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0" timeString="2026-04-12T10:24:33.59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4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1" timeString="2026-04-12T10:25:18.566"/>
    </inkml:context>
  </inkml:definitions>
  <inkml:trace contextRef="#ctx0" brushRef="#br0">5772 1093 0,'142'-17'203,"-58"17"-188,74-8 1,-58 8 15,-8 0-15,-17 0-1,-50 0 1,0 0 0,-16 0-1,7 0 1,-7 0-16,24 0 16,9-9-1,33 9 1,-17-8-16,0 8 15,-7 0 1,-10 0 0,-16 0-1,0 0 1,17 0 15,-9 0-15,9 0-1,0 0-15,33 0 16,-42 0 0,51 0-1,-51 0 1,-16 0 0,-1 0-1,9 0 1,-8 0-1,0 0 1,-1 0 0,18 0-1,-17 0 1,16 0 15,9 0-15,-17 0-1,0 0 1,-9 0 0,1 0 15</inkml:trace>
  <inkml:trace contextRef="#ctx0" brushRef="#br0" timeOffset="2802.84">5289 4896 0,'16'17'313,"1"-17"-298,0 0 1,-9 8 0,0-8 15,1 0-15,-1 0 62</inkml:trace>
  <inkml:trace contextRef="#ctx0" brushRef="#br0" timeOffset="10698.6">3520 4621 0,'25'0'297,"25"-9"-281,-25 9-1,9-8 1,-26 8 0,25 0-1,-8 0 1,-8 0-1,8 0 1,0-8 0,0 8-1,-8 0 17,8-9-17,-17 9 1,17-8-1,-8 0 1,-9 8 0,9 0-1,-9 0 48,1 0-32</inkml:trace>
  <inkml:trace contextRef="#ctx0" brushRef="#br0" timeOffset="35931.47">9977 3720 0,'8'0'266,"0"0"-250,1 8-1,-1-8 32,0 0-16,17 0-15,-8 9 0,33-9-1,-33 0 1,16 0 0,1 0-1,-1 0 1,-8 0-1,33-9 1,-24 9 0,24-8-1,-8 0 1,9 8 15,66 0-15,-67 0-1,-8 0 1,0 8 0,-33 0-1,8-8 1,-8 0 0,-1 0-1,1 0-15,16 9 16,1-9-1,7 0 1,18 0 0,-26 0-1,1 0 1,-18 0 15,1 0-15,-9 0-16,17 0 15,-8 0 1,8 0 0,33 0-1,-8 0 1,17 0 0,-17 0-1,17 0 1,-59 0-16,34 0 15,-17 0 1,17 8 0,-17-8-1,16 0 1,9 0 15,-24 0-15,-1 0-1,25 0 1,-25 0 0,25-8-1,-42 8 1,17 0 0,-8 0-1,-1 0 1,-7 0-1,24 0 1,0 0 0,26 0-1,-34 0 1,8 0 15,9 0-15,-9 0-1,-8 0 17,-16 0-17,-1 0 1,0 0 15,1 0-15,-1 0-1,0 0 17,9 0-1</inkml:trace>
  <inkml:trace contextRef="#ctx1" brushRef="#br0">6556 4518 0,'0'0'0,"0"0"0,0 0 0,0 0 15,0 4-15,-1 3 16,-2 8-16,1 4 16,0 4-16,-3 3 15,0 1-15,-2 3 16,-1 3-16,0 0 15,-2 1-15,1 0 16,-2 1-16,-1 2 16,1-3-1,1-6-15,3-4 16,2-5-16,1-3 16,1-3-16,2-3 15,1-3-15,0-7 16,1 8-16,-1-8 15,0 0-15,4 8 16,-4-8-16,14 5 16,1-4-16,7 0 15,2-2 1,-2 0-16,-2-1 16,-4 0-16,-1 2 15,-4-1-15,-11 1 16,16 3-16,-16-3 15,10 6-15,-10-6 16,0 0-16,9 7 16,-9-7-1</inkml:trace>
  <inkml:trace contextRef="#ctx1" brushRef="#br0" timeOffset="255.57">6882 4570 0,'0'0'0,"0"0"16,0 0-16,-1 3 16,1 4-16,-2 10 15,1 11-15,3 8 16,0 1-16,0 2 15,0-4-15,-1-3 16,0 1-16,-3-1 16,-2-1-16,-2-4 15,2-7 1,-1-3-16,2-5 16,3-12-16</inkml:trace>
  <inkml:trace contextRef="#ctx1" brushRef="#br0" timeOffset="1005.56">8008 4568 0,'0'0'0,"0"0"0,0 0 16,-1 4-16,1-4 15,-4 18-15,-1 1 16,-2 7-16,0 3 16,-3 3-1,1-2-15,1-1 16,-1 0-16,0-4 16,1-2-16,0-3 15,2-2-15,0-2 16,1-2-16,2-3 15,1-2-15,1-1 16,2-2-16,-1-6 16,5 11-1,-5-11-15,12 12 16,-1-6-16,6-2 16,2-1-16,6-3 15,-1 0-15,-1 0 16,1 0-16,-3 0 15,-1 0-15,0 0 16,-1 0-16,2 0 16,2 0-16,-2 0 15,-3 0-15,-4 0 16,-4 0 0,-10 0-16</inkml:trace>
  <inkml:trace contextRef="#ctx1" brushRef="#br0" timeOffset="1505.48">8445 4725 0,'0'0'0,"0"0"0,0 0 15,2-1-15,-2 1 16,17-9-16,-2 3 16,0 1-16,3 3 15,0 2-15,-1 3 16,-4 4-16,-3 2 16,-2 1-1,-3 4-15,-3 1 16,-2 2-16,-2 2 15,-3 1-15,-3 1 16,0 0-16,-1-5 16,3-2-16,1-4 15,1-3-15,4-7 16,-5 10-16,5-10 16,0 0-1,-4 7-15,4-7 16,0 0-16,0 0 15,27 0-15,-2-4 16,1 0-16,-2-2 16,0-1-16,-1 1 15,0 0-15,-3-1 16,-3 2-16,-5 0 16</inkml:trace>
  <inkml:trace contextRef="#ctx1" brushRef="#br0" timeOffset="1988.98">9634 4463 0,'0'0'0,"0"0"16,0 0-16,0 1 16,0-1-16,-3 16 15,1 3-15,-2 6 16,0 5 0,-2 1-16,1 0 15,-4 2-15,-2 1 16,-4 0-16,0-3 15,0-3-15,-1-2 16,3-3-16,0 0 16,3-5-16,3 0 15,4 0-15,5-2 16,3 0 0,6-2-16,8-4 15,6-1-15,4-3 16,4-3-16,2-3 15,2-2-15,2-2 16,-2-2-16,-6-1 16,-3-1-16,2-1 15,0-1-15,2-2 16</inkml:trace>
  <inkml:trace contextRef="#ctx1" brushRef="#br0" timeOffset="2538.51">10137 4626 0,'0'0'0,"0"0"0,0 2 0,0-2 16,0 0-16,0 0 15,21 13-15,0-4 16,6 0-16,0 0 16,-3-3-16,-2-1 15,-5 0-15,-4-1 16,-13-4-16,16 8 16,-13 1-1,-4 7-15,-7 3 16,-6 6-16,-4-1 15,0 0-15,2-4 16,5-4-16,3-6 16,1-2-16,7-8 15,-4 9 1,4-9-16,4 7 16,11 0-16,8 2 15,3-1-15,-2-2 16,-4-1-16,-4-1 15,-2 0-15,-4 0 16,-3 3-16,-3 5 16,-5 6-16,-5 5 15,-9 1-15,-6 1 16,-4-4-16,-2-4 16,-4-4-1,-9-9-15,-9-10 16,-13-12-16</inkml:trace>
  <inkml:trace contextRef="#ctx1" brushRef="#br0" timeOffset="4439.67">6583 5398 0,'0'0'0,"0"0"0,0 0 16,-4 0-16,4 0 16,0 0-16,0 0 15,0 0-15,-7 9 16,7-9-16,-2 9 16,2-2-16,-2 3 15,1 3-15,-1 2 16,1 3-1,-1-1-15,1 2 16,-1 0-16,1 0 16,0 4-16,-1 1 15,1 1-15,-1 0 16,0-3-16,1-1 16,0-3-16,0-1 15,0-4-15,0-1 16,1-3-1,-2-2-15,2-7 16,0 12-16,0-12 16,0 9-16,0-9 15,0 7-15,0-7 16,2 6-16,-2-6 16,2 9-16,-2-9 15,5 10-15,-5-10 16,9 12-1,-9-12-15,13 9 16,-13-9-16,16 11 16,-6-7-16,3 1 15,1 0-15,3-1 16,1 0-16,1 0 16,1-1-16,1-2 15,4 1-15,0-2 16,4-2-1,3 1-15,-1-2 16,3 0-16,-1-1 16,2-1-16,0-1 15,1-1-15,2 0 16,-1 0-16,-2 1 16,0-1-16,1 0 15,0 1-15,-3 0 16,0 0-1,1 1-15,3 0 16,1 0-16,-2 3 16,-1-1-16,5 1 15,1 2-15,0 0 16,0 0-16,-3 0 16,4 0-16,1 0 15,-2 0-15,-3 0 16,-5 0-1,4 0-15,-2 0 16,-2-2-16,-2 0 16,-4-3-16,-4 2 15,-2-2-15,-2 0 16,0-2-16,-2 1 16,-2 0-16,-3 0 15,-2 1-15,-1-2 16,-1 0-1,0-3-15,0-2 16,-2-1-16,2-6 16,-1-1-16,0-2 15,-1 0-15,-2 2 16,-1 1-16,1-1 16,-2-1-16,0 1 15,-1 2-15,-1 1 16,0 1-1,0-1-15,0 2 16,0 2-16,0 4 16,0 1-16,0 1 15,0 7-15,0-9 16,0 9-16,0 0 16,0-7-16,0 7 15,0 0-15,0 0 16,0 0-1,-4-8-15,4 8 16</inkml:trace>
  <inkml:trace contextRef="#ctx1" brushRef="#br0" timeOffset="6538.82">8445 5942 0,'0'0'0,"0"0"16,0 0-16,0 1 15,0-1-15,0 0 16,0 0-16,0 9 15,0-9 1,-1 8-16,1-8 16,-2 11-16,2-4 15,-1 1-15,0 3 16,0 1-16,-2 2 16,2 0-16,-2 2 15,0 2-15,0 1 16,-1 4-16,1 0 15,-1-2 1,0 1-16,1-2 16,1-1-16,0-3 15,0-2-15,2 0 16,0-4-16,0 0 16,0-1-16,0-1 15,2 1-15,0 0 16,1-1-16,1 0 15,-1-1-15,1 0 16,-4-7 0,9 11-16,-9-11 15,10 9-15,-10-9 16,14 8-16,-14-8 16,17 7-16,-6-3 15,4-1-15,2 0 16,6-2-16,5-1 15,-1-2-15,3 0 16,0-1 0,2-1-16,2-1 15,0 0-15,0 1 16,1-2-16,2 2 16,-1-1-16,3 0 15,0 1-15,2-1 16,0 1-16,0 0 15,-2 2-15,2 0 16,-3 1 0,0-1-16,-1 0 15,-3 1-15,-2-1 16,-3 1-16,1-1 16,1 0-16,-4 1 15,-1 0-15,-4 0 16,-1 0-16,0 0 15,-1 0-15,0 1 16,-2-1-16,0 1 16,-2 0-1,0 0-15,-2-1 16,-2 0-16,-1-1 16,1 0-16,-2-3 15,1 1-15,-1-1 16,-10 5-16,17-9 15,-17 9-15,11-11 16,-4 4 0,-1-3-16,1-2 15,-1-1-15,-1-1 16,0-3-16,0-5 16,-1-5-16,-1-2 15,-2-3-15,0 4 16,0 2-16,-1 4 15,2 4-15,-2 1 16,1 4 0,0 0-16,-1 2 15,0 3-15,1 1 16,-1 7-16,1-10 16,-1 10-16,0-8 15,0 8-15</inkml:trace>
  <inkml:trace contextRef="#ctx1" brushRef="#br0" timeOffset="8822.51">7258 4751 0,'0'0'0,"0"0"0,0 1 0,0-1 16,0 0-16,0 0 15,3 7 1,-3-7-16,0 0 16,17 7-16,-5-4 15,0 2-15,0-2 16,1 2-16,1-2 15,-1 1-15,2 1 16,1 0 0,1-1-16,2 1 15,3-1-15,1 0 16,2 0-16,1 0 16,-1 0-16,-1 0 15,-1 0-15,-1 0 16,0-1-16,-2 0 15,-2 0-15,-1 0 16,1-1-16,1 1 16,1-1-16,0-1 15,1 1-15,-2 0 16,-3-2 0,-2 1-16,-4-1 15,-10 0-15,15 0 16,-15 0-16,0 0 15,11 0-15,-11 0 16,0 0-16,0 0 16,0 0-16,0 0 15,0 0 1,0 0-16,0 0 16,0 0-16,0 0 15,0 0-15,-13-8 16,-1 0-16,-3-3 15,1-2-15,0 1 16,2 0-16,1-1 16,2 1-16,1 2 15,1 1 1,4 2-16,5 7 16,-8-8-16,8 8 15,0 0-15,0 0 16,-2-7-16,2 7 15,0 0-15,0 0 16,0 0-16,0 0 16,0 0-16,0 0 15,13 8 1,-5-1-16,2 1 16,1 1-16,1 0 15,-2 2-15,0 0 16,-2-1-16,-2-2 15,0 1-15,-2-2 16,-1 1-16,-2 1 16,-1 0-16,-6 3 15,-3 4-15,-3 1 16,-3-1 0,2-2-16,-2-2 15,1-2-15,-4 0 16,-1-1-16,-1 0 15,0-4-15,3-5 16</inkml:trace>
  <inkml:trace contextRef="#ctx1" brushRef="#br0" timeOffset="9288.93">7428 4600 0,'0'0'0,"0"0"0,0 0 15,0 0-15,-1 1 16,1-1-16,-3 7 16,-2 3-16,-5 6 15,-12 8 1,-11 2-16,-3 1 16,0-3-16,5-7 15,5-4-15,4-2 16,1 0-16,2-2 15,3-1-15,4-2 16,12-6-16,-14 11 16,8-5-16,4 2 15,2 1-15,2 1 16,4 0 0,1 1-16,4 2 15,6-2-15,7 3 16,5 0-16</inkml:trace>
  <inkml:trace contextRef="#ctx1" brushRef="#br0" timeOffset="14638.63">6980 4347 0,'0'0'0,"0"0"0,0 0 16,0 0-16,-2 2 15,2-2-15,0 0 16,0 0-16,0 0 16,0 0-16,0 0 15,0 0-15,0 0 16,0 0-16,0 0 15,0 0-15,0 0 16,0 0 0,0 0-16,-6-8 15,6 8-15,0-12 16,0 5-16,0-2 16,0-1-16,1-1 15,1-2-15,0-3 16,2-2-16,0 2 15,-1 1 1,-1 0-16,2 1 16,-1 1-16,-2 1 15,2 0-15,-1 2 16,1 0-16,-2 1 16,0 2-16,0 0 15,1 0-15,0-1 16,-2 2-16,1-1 15,-1 7-15,2-8 16,-2 8 0,0 0-16,1-6 15,-1 6-15,0 0 16,0 0-16,0 0 16,0 0-16,0-7 15,0 7-15,0 0 16,2-7-16,-2 7 15,0 0-15,4-8 16,-4 8 0,5-8-16,-5 8 15,8-12-15,-3 4 16,2 0-16,1-1 16,1 0-16,3 0 15,2 0-15,1 2 16,1-1-16,-1 2 15,-1 2 1,3-1-16,0 1 16,2 0-16,2 1 15,1 0-15,-2 1 16,-1-1-16,-2 2 16,1 1-16,-2 1 15,0 1-15,1 0 16,0 2-16,0 0 15,1 0 1,-2-1-16,0 1 16,-1-2-16,1 1 15,0 0-15,-1-1 16,-1-1-16,-1 0 16,3 0-16,1 0 15,3 0-15,-1-1 16,0 0-16,-2 0 15,2 0 1,-2 0-16,0 0 16,0-1-16,2 0 15,2 0-15,1 0 16,4 1-16,0-2 16,-2 0-16,1-1 15,-1 1-15,2 0 16,1-1-16,3 0 15,-1 1-15,-1 0 16,-1-1 0,-1 1-16,1-1 15,1 1-15,2 1 16,1-1-16,-3 1 16,0 1-16,-1 0 15,1 0-15,1 0 16,0 0-16,0 0 15,-2 0-15,0-1 16,0 1 0,2-2-16,2 0 15,-1-1-15,-2 0 16,-4 0-16,-1 0 16,1 0-16,3-2 15,0 1-15,-1 1 16,-3 2-16,-3 0 15,0 0-15,-2 1 16,2 1 0,2 1-16,3 0 15,0 1-15,-1-2 16,-1 1-16,-4-1 16,0 2-16,-2-3 15,0 3-15,1-2 16,-1 1-16,2-1 15,0 1-15,0 0 16,-1-2-16,-3-1 16,-1 0-1,-1-1-15,-1 1 16,0-1-16,0-2 16,0 2-16,-1-1 15,2 0-15,1-1 16,-2 1-16,-1-1 15,0 2-15,-11 2 16,18-6 0,-18 6-16,18-4 15,-9 2-15,-9 2 16,19-5-16,-9 2 16,-10 3-16,17-2 15,-17 2-15,19-1 16,-9 1-16,0 0 15,1 0-15,3 1 16,0 0 0,0-1-16,-1 1 15,-1 0-15,-1 0 16,-1 1-16,0-1 16,-10-1-16,18 4 15,-18-4-15,15 3 16,-15-3-16,11 1 15,-11-1-15,0 0 16,0 0-16,10 3 16,-10-3-1,0 0-15,0 0 16,0 0-16,0 0 16,0 0-16,0 0 15,6 7-15,-6-7 16,0 0-16,0 0 15,0 0-15,0 0 16,3 8-16,-3-8 16,5 12-1,-1-4-15,0 1 16,1 2-16,0 1 16,0 1-16,0 2 15,0 1-15,-2 3 16,0 0-16,-1 0 15,-1 2-15,0-2 16,1-1-16,0-3 16,-1-1-1,1-1-15,0-2 16,0 0-16,1-1 16,1-2-16,-2-2 15</inkml:trace>
  <inkml:trace contextRef="#ctx1" brushRef="#br0" timeOffset="41438.25">8960 4404 0,'0'0'0,"0"0"0,0 0 0,-2-3 16,2 3 0,-9-6-16,1-1 15,-3-1-15,-2-2 16,0 0-16,0-1 15,-1 1-15,-3-4 16,-3-2-16,-4-1 16,-1-2-16,-1 2 15,-2 2-15,-6 2 16,-5 0-16,0 2 16,-7 3-1,-3 4-15,-2 2 16,-3 4-16,1 4 15,-4 2-15,2 2 16,3 1-16,5 2 16,1 0-16,3 0 15,2 0-15,4 0 16,3-1-16,1 2 16,2 2-1,0-1-15,3 1 16,2-1-16,3-1 15,-1 0-15,5 0 16,2-2-16,1 3 16,0 0-16,2 4 15,-1 4-15,-1 0 16,2 0-16,1 0 16,0 2-1,1 3-15,0 3 16,3 1-16,2-3 15,2 0-15,1 0 16,2 2-16,1-1 16,3-1-16,1 0 15,2-1-15,3-1 16,1 1 0,1-2-16,3-1 0,1-3 15,2-1 1,3-1-16,1-1 15,3-1-15,4-1 16,6 0-16,7-3 16,2-2-16,1-3 15,3-1-15,2 0 16,3-2-16,-1 0 16,1 0-16,0 0 15,0-1 1,0-1-16,-2 0 15,-1-4-15,0 0 16,0-3-16,-2-3 16,4-1-16,-5-2 15,1-2-15,0 0 16,-3-3-16,-4 1 16,-3-2-16,-2-1 15,-5 0-15,-3 0 16,-4 1-1,-2-1-15,-3 1 16,1-5-16,-1-4 16,-2-2-16,-3-6 15,-2-2-15,-3-6 16,-4-2-16,-2 1 16,-3 1-16,-3 3 15,-2-1 1,0 3-16,0 4 15,0 2-15,0 1 16,-1 4-16,0 3 16,1 3-16,0 3 15,1 5-15,1 4 16,5 6-16,-6-9 16,6 9-16,0 0 15,0 0-15,0 0 16,-6-6-1,6 6-15,-5-7 16</inkml:trace>
  <inkml:trace contextRef="#ctx1" brushRef="#br0" timeOffset="47105.47">9678 5185 0,'0'0'0,"0"0"15,-1 2-15,1-2 16,0 0-16,-5 6 16,5-6-16,0 0 15,-5 11-15,-1-2 16,-2 3-16,-4 3 15,-4-2-15,-6-1 16,-7 2-16,-8-2 16,-4-2-1,-6-2-15,-5-4 16,-3 0-16,-6-4 16,-3 0-16,-1-4 15,1 1-15,6-2 16,6 0-16,6 0 15,7 0-15,4-1 16,7-2-16,3 0 16,5 0-1,2 0-15,1-2 16,2 0-16,-1 0 16,-1-4-16,1 1 15,0-1-15,1 0 16,3 3-16,3 2 15,9 9-15,-10-10 16,10 10-16,0 0 16,0 0-16,-5-6 15,5 6 1,0 0-16,0 0 16,0 0-16,0 0 15,0 0-15,20 8 16,-3 2-16,6 3 15,3 2-15,4 1 16,-1 1 0,3-1-16,1 2 15,1-5-15,1 0 16,2-3-16,2-2 16,-1-1-16,-1-2 15,1-2-15,0 0 16,-1 1-16,0-1 15,0 1-15,3-1 16,-1-1-16,1 2 16,-3-1-1,-4-1-15,1 0 16,0-3-16,-3-1 16,-6-1-16,-4-2 15,-3 0-15,-3-2 16,-3 1-16,-12 6 15,16-11-15,-16 11 16,7-7-16,-7 7 16,0 0-16,0 0 15,4-6 1,-4 6-16,0 0 16,-11 4-16,-13 4 15,-15 5-15,-11 3 16,-14 1-16,-1-5 15,-9-3-15,-2 0 16,3-5-16,-5-1 16,8-4-1,11-2-15,4 0 16,5-4-16,1-1 16,1-3-16,5-1 15,6-1-15,4-1 16,3-1-16,5 1 15,4 0-15,3 1 16,5 2-16,3 1 16,2 2-1,8 8-15,-8-8 16,8 8-16,0 0 16,0 0-16,-5-8 15,5 8-15,0 0 16,15-4-16,11 6 15,13 4-15,5 2 16,8 4-16,2-1 16,6 1-1,1 1-15,1 0 16,1-1-16,0-2 16,-2-5-16,-4-4 15,-1-2-15,-4-3 16,-2-2-16,0-2 15,-9-1-15,-5 0 16,-7 2-16,-7 0 16,-5 1-1,-5 2-15,-12 4 16,12-4-16,-12 4 16,0 0-16,0 0 15,0 0-15,0 0 16,0 0-16,0 0 15,-7 8-15,-14 6 16,-7 1-16,-13 2 16,-7-3-16,-8-1 15,-7-4 1,-3-1-16,-4-2 16,-8-3-16,1-2 15,-4-3-15,4-1 16,10-2-16,9-2 15,12 0-15,11 1 16,8-2-16,6 2 16,5-2-1,2 0-15,3-1 0,1 0 16,3 0 0,1 1-16,1 0 15,2 1-15,3 7 16,-2-8-16,2 8 15,0 0-15,4-7 16,9 6-16,16 1 16,12 5-16,6 1 15,6 3-15,2-1 16,2 1 0,1 0-16,0 0 15,1-3-15,-3-3 16,-1-1-16,-3-3 15,-1-2-15,-4 1 16,-8 1-16,-5-1 16,-10 1-16,-5 0 15,-8 1-15,-11 0 16,11 0 0,-11 0-16,0 0 15,0 0-15,0 0 16,0 0-16,-19 4 15,-15-1-15,-6-1 16,-5 0-16,-2 0 16,0-2-16,4 0 15,2 0-15,1 0 16,2-1 0,3-1-16,5-1 15,4 1-15,4-3 16,1 1-16,1-2 15,0-2-15,-2-1 16,2 0-16,0-2 16,6 2-16,2 2 15,2 1-15,10 6 16,-14-9 0,14 9-16,0 0 15,-9-8-15,9 8 16,0 0-16,0 0 15,0 0-15,0 0 16,0 0-16,0 0 16,0 0-16,0 0 15,-10 0-15,10 0 16,0 0 0,0 0-16,0 0 15,0 0-15,0 0 16,0 0-16,0 0 15,0 0-15,0 0 16,0 0-16,0 0 16,0 0-16,0 0 15,0 0-15,0 0 16,0 0 0,0 0-16,0 0 15,0 0-15,0 0 16,0 0-16,0 0 15,0 0-15,0 0 16,0 0-16,0 0 16,0 0-16,0 0 15,0 0 1,0 0-16,0 0 16,0 0-16,0 0 15,0 0-15,0 0 16,0 0-16,0 0 15,0 0-15,1-7 16,-1 7-16,0 0 16,4-10-16</inkml:trace>
  <inkml:trace contextRef="#ctx1" brushRef="#br0" timeOffset="49038.36">6981 4301 0,'0'0'0,"0"0"0,0 0 15,0 0-15,0 3 16,0-3-16,0 0 16,0 0-16,1 6 15,-1-6 1,0 0-16</inkml:trace>
  <inkml:trace contextRef="#ctx1" brushRef="#br0" timeOffset="49672.25">9849 4214 0,'0'0'0,"0"0"16,0 0-16,0 2 15,0-2-15,0 0 16,-2 8-16,2-8 16,0 0-16,0 7 15,0-7-15,0 0 16,0 0-16</inkml:trace>
  <inkml:trace contextRef="#ctx1" brushRef="#br0" timeOffset="50138.17">7299 4466 0,'0'0'0,"11"4"16,4 1-16</inkml:trace>
  <inkml:trace contextRef="#ctx1" brushRef="#br0" timeOffset="50405.02">9981 4407 0,'0'0'0,"0"0"15,0 0-15,0 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0:27:27.33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65217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1" timeString="2026-04-12T10:27:48.437"/>
    </inkml:context>
  </inkml:definitions>
  <inkml:trace contextRef="#ctx0" brushRef="#br0">5198 1793 0,'0'0'0,"4"0"0,-4 0 0,24 0 15,3 0-15,5 0 16,2 0-16,-3 0 15,-2 0-15,-1-2 16,1-1-16,2 0 16,1-1-16,2 0 15,-4 0 1,1 0-16,-2 1 16,0-2-16,0 1 15,1-2-15,-1 3 16,0-1-16,-1 2 15,-3 0-15,0 1 16,-3 0-16,-1 0 16,-3 1-16,-2 0 15,-2 1 1,-1 0-16,-2 0 16,-1 0-16,-10-1 15,19 3-15</inkml:trace>
  <inkml:trace contextRef="#ctx1" brushRef="#br0">3562 2227 0,'8'8'235,"59"-8"-220,-34 0 1,1 0 0,7 9-1,1-9 1,0 0-1,16 0 1,-24-9 0,-1 9-1,-25 0 1,17 0 0,-8 0-1,-9 0 32,9 0-31,-9 0 15,1 0-15,-1 0 46</inkml:trace>
  <inkml:trace contextRef="#ctx1" brushRef="#br0" timeOffset="12782.72">11920 2777 0,'84'-16'218,"-18"16"-202,93 8 0,-17-8-1,-84 0 1,9 0 0,-42 0-1,0 0 1,-17-8-16,17 8 15,9 0 1,-1-9 0,-8 9-1,-8 0 1,16 0 0,-8 0-1,-17 0 16,1 0-31,-1 0 16,1 0 0,-1 0-1,0 0 17,1 0-1,-1 0 0</inkml:trace>
  <inkml:trace contextRef="#ctx1" brushRef="#br0" timeOffset="14332.65">9893 2869 0,'117'0'219,"8"9"-203,50-9-1,-58 16 1,-33-16 0,-18 9-1,-49-9 16</inkml:trace>
  <inkml:trace contextRef="#ctx1" brushRef="#br0" timeOffset="15799.74">7382 2861 0,'109'-8'203,"8"8"-188,-42 0 1,0 0 0,-59 8-1,18-8 16,-26 0-15,1 0 31,-1 0 0</inkml:trace>
  <inkml:trace contextRef="#ctx1" brushRef="#br0" timeOffset="19633.59">7741 2752 0,'17'59'250,"-9"-34"-234,0-17-1,9 9 16,-17-9-31,17 9 16,16 0 0,-16-9-1,91-8 1,-58 0 0,50 0-1,-66-8 1,-1-1-1,-16 9-15,8-8 16,33 0 0,42-9-1,-16 17 1,-17-8 0,8 8-1,-42 0 16,9 0-15,-34 0-16,50-9 16,-24 9-1,49 0 1,-24 0 0,-1 0-1,0 0 1,-33 0-1,0 0 1,1 0-16,-10 0 16,9 0-1,25 0 1,-25-8 0,9 8-1,-9-8 16,0 8-15,-9 0 0,-7 0-16,7 0 15,1 0 1,-9 0 0,1 0-1,-1 0 1,0 0-1,1-9 48,-26-91-47,0 58-1,9 9 16,8 25-31,-17-1 16,17 1 0,-8 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65217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0" timeString="2026-04-12T10:28:29.2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9409 5647 0,'25'58'235,"-33"126"-204,-17-59-16,-8-50 1,24-25-16,1-17 16,-17-16-1,25-9 1,0 1 0,-8-9 15</inkml:trace>
  <inkml:trace contextRef="#ctx0" brushRef="#br0" timeOffset="2066.44">9401 5914 0,'17'0'188,"66"-9"-172,-74 1-1,-1 8 16,9-8 16</inkml:trace>
  <inkml:trace contextRef="#ctx0" brushRef="#br0" timeOffset="15467.4">7900 2611 0,'0'-34'188,"0"-91"-173,0 67-15,8-26 16,-8 9-1,0 42 1,0-9 0,0 26-1,0 7 1,0 1 0,0 0-1,0-1 32,-33 84 62,-17 17-93,25-34 0,16-33-1,1-16 1,8-1 0,-9-8-1,9-25 48,9-50-48,8 58 1,-17 1 0,16-1-1,1-8 1,-9 25-1,17-25 1,-16 17 0,7-9-1,1 9 1,-9 8 0,1 0-1,7 0 16,-7 0-15,-1 8 0,9 9-1,16 8 1,-16 8 0,-1-8-1,26 0 1,-25 8-1,-1-16 1,-7-9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65217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0" timeString="2026-04-12T10:28:56.8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8375 1276 0,'-25'42'156,"-100"183"-140,58-58 0,25 0-1,17-76-15,9 35 16,7-18-1,9-16 1,-8-67 0,8-17-1,0 0 1,0 1 0,0-18 30,0-32-30,0-43 0,8-158-1,17 101 1,-8-51 0,-9 75-1,9 42 1,-17 50-16,9-25 15,7 25 1,9-17 0,-16 34-1,7-17 1,9 8 0,0 9-1,-16-1 16,16 1-15,0 8 0,25 0-1,-34 0 1,26 0 0,-8 17-1,-18-9 1,34 59-1,34 75 1,-34-34 0,16 9-1,-7-42 1,-9 8 0,33 17-1,-58-66 16,0 7-15,-8-24 0,-17-9-1,0 1 48,0-1-32,-75 42-15,-75-25-1,-42 0 1,17 9 0,8-26-1,75 0 1,9 1-16,-1-1 31,34 0-15,42-8-1,0 0 1,-1 0-16,-7 9 16,7-9-1,9 8 1,-8-8-16,0 0 31</inkml:trace>
  <inkml:trace contextRef="#ctx0" brushRef="#br0" timeOffset="1949.67">9343 1551 0,'25'50'156,"50"109"-140,-33-51 0,-9 1-1,-16-68 1,-17-24 0,0-9 30,-9-41-14,-32-117-17,16 17 1,-9 7 0,9 26-1,17 50 1,-1 34-1,9-1 1,-8 17 0,8-8-1,0-9 17,42 9-17,16-17 1,92-1 15,-66 26-31,108 0 16,-59 17-1,67 0 1,-91-9 0,-18 1-1,-24-9 1,-33 0-1,-26 0 1,0 0 0,1 0 15,41 75 47,-25-9-62,-9-32-16,26 49 15,8-16 1,-8 0 0,-25-59-1,-17 0 1,0 1-1,-42 16 32,-17-34-31,1 9-16,-84-33 16,-25 16-1,34 17 16,83 0-31,-59 0 16,-7 17 0,-60 33-1,101-33 1,34-1 0,-1 1-1,25-9 1,17 1-1,-8-9-15,0 8 32,-1 0 46,-7-8-47,-1 0 0,9 0 1,-1 0-17</inkml:trace>
  <inkml:trace contextRef="#ctx0" brushRef="#br0" timeOffset="12499.76">4037 2836 0,'17'8'235,"41"26"-220,-16-18 1,67-7 0,-59-9-1,-9 0 1,-24 0-16,8-9 16,-8 9-1,-9 0 16,0 0-15,1 0 15,-1 0 1,0 0-17,9 0 48,-8 0-32,-1 0 0,0 0 16,-8-8-16,9 8-15,-1 0 15,0 0 0</inkml:trace>
  <inkml:trace contextRef="#ctx0" brushRef="#br0" timeOffset="15667.42">4863 2869 0,'42'0'219,"8"0"-203,0 0-1,-25 0 1,-8 0-16,16 0 16,0 0-1,1 0 1,8 0-1,-1-8 1,-16 8 0,0 0-1,-8 0 1,-9 0 0,1 0 30,-1 0-30,9 0 47,-9 0-48,0 0 16,1 0-15,-9-8 0,8 8-1,9-9 48,-1 9-32,-7 0-15,-9-8-1,16 8 1,-7 0 15,-1 0-15,0 0-1,1 0 17,-1 0-17,1 0 1,-1 0 0,0 0-1,1 0 48</inkml:trace>
  <inkml:trace contextRef="#ctx0" brushRef="#br0" timeOffset="21267.45">4329 2394 0,'-58'-9'203,"-84"1"-187,50 0-1,34 8 1,41 0-16,-8 0 16,-8 0-1,0 0 1,-1 0 0,18 0-1,-35 0 16,35 0-15,-18 0 0,26 8-16,-9-8 15,1 8 1,-9-8 0,16 0-1,1 0 1,0 9-1,-9-9 1,17 8 0,-8-8-1,-9 8 1,9-8 0,-1 0-1,9 9 16,0-1 1,-16 9-17,7-9 1,9 9 0,0-9-1,-16 17 1,16-16-1,-9 16 1,9 0 0,0 16-1,0-16 1,0-16 0,0 16-1,0-9 16,0 1-31,0 8 32,0-17-17,0 1 1,0 7 0,0 1 15,0-9 0,17 9-15,8 17 15,-8-26-15,-1 0-1,9 9 16,-8-17-15,25 17 0,-1-17-1,-7 0 1,24-17 0,-33 9-1,0-9 1,9 17-1,-26-17 1,9 9 0,-1 0-1,1 8 1,8-9 0,0 9 15,-8 0-16,8 0 1,0 0 0,8 0-1,0 0 1,-7 0 0,-18 0-16,17 0 15,0 17 1,-8-17-1,-9 0 1,0 8 0,9 1 15,-9-9-15,17 16-1,-16-16 16,16 9-15,-9 7 0,-7-7-1,16-9 1,-9 8 0,-7 0-1,24 1 1,-25-9-1,9 0 1,25 8 0,-25-8-1,24 0 1,-24-8 0,-9-1 15,9 9-31,0-16 15,8-1 1,0 9 0,8-1-1,-25 1 1,9 0 0,-9 8 15,9-9-16,0 1 1,-9 8 0,-8-8-16,8-1 15,1 1 1,16-26 0,-8 1-1,-17 8 16,8-33-15,-8 8 0,8 8-1,-8 34 1,0-17 0,0 0-1,0 16 1,0-16-1,0 17 1,0 0 0,0-1-1,-8 9 1,8-8 0,0-1-16,-8 9 15,8-8 16,-17 0 16,-17-9-31,18 17 0,-9 0-1,8 0 1,0 0-1,1 0 1,-1 0 0,9 0-1,-9 0 1,0 0 0,1 0-1,-9 0 16,16 0-15,-24 0 0,-9 0-1,17 0 1,0 0 0,-8 0-1,24 0 1,-7 0-1,7 0 1,-16 0 0,17 0-1,0 0 1,-1 0 0,1 0-1,0 0 32,-9 0-31,9 0-1,-1 0 17,1 0-1</inkml:trace>
  <inkml:trace contextRef="#ctx0" brushRef="#br0" timeOffset="57949.27">6056 3803 0,'50'0'203,"92"9"-187,-17-1-1,9-8 17,-109 8-32,50 1 15,-34-1 1,-7-8 0,-18 0 15,-7 0-16,7 0 1,1 0 0,-9 0-16,17 0 15,9 0 1,8 0 0,-1 0-1,-24 0 1,16 0 15,-16 0-15,-9 0-1,1 0 1,16 0 0,-9 0-1,-7 0 1,7 0-1,9 8 1,-16-8 0,16 0-1,0 17 1,0-17 0,42 0-1,-9 0 1,-25 8 15,34-8-15,-34 0-1,-8 9 1,1-9 0,15 0-1,43 8 1,-43-8-1,18 0 1,-1 0 0,-25 0-1,-7 0 1,-18 0 0,0 0-1,17 0 1,-16 0 15,7 0-15,1 0-1,8 0 1,0 0 0,8 0-1,1 0 1,-1 0-1,0 0 1,1 0 0,-9 0-1,-8 0 1,8 0 0,-17 0-1,0 0 1,1 0-1,-1 0 1,9 0 0,8 0-1,0 0 1,0 0 0,41 0-1,-32 0 1,-18 0-1,51-8 1,-25-1 0,-9 9-1,1-16 1,-26 16 0,0 0-1,1 0 1,7 0 15,-7 0-15,-1 0-1</inkml:trace>
  <inkml:trace contextRef="#ctx0" brushRef="#br0" timeOffset="61432.82">2035 4688 0,'17'0'218,"41"8"-202,-16-8 0,17-17-1,-18 1 1,-16-18 15,-16 17-15,-9 9-1,8 8 1</inkml:trace>
  <inkml:trace contextRef="#ctx0" brushRef="#br0" timeOffset="62433.51">2019 5238 0,'0'33'203,"8"-24"-188,0-1-15,1-8 16,-9 8 0,25-24-1,16-26-15,18-41 16,8-17 0,8-34-1,-50 117 16,-17 1-15,0 7 0</inkml:trace>
  <inkml:trace contextRef="#ctx0" brushRef="#br0" timeOffset="63783.48">1952 5563 0,'0'34'203,"8"-18"-188,1 9 17,-9-16-17,0-1 1,0 0 15,25-16 16,33-50-31,-41 33-16,58-34 15,-25 26 1,0-9 15,-33 34-15,-9 0-1,9-9 1,-17 9 0,8 8-1,-8-9-15,8 9 47,-8-8-16</inkml:trace>
  <inkml:trace contextRef="#ctx0" brushRef="#br0" timeOffset="65449.3">2077 4629 0,'8'9'219,"1"7"-203,-1 1-16,0 8 15,1-8 1,7-9 0,-16 0-1,9-8 1,-1 17 31,1-25 15,-1-1-46,25-7-1,9-34 1,8 8 0,0 0-1,-17 17-15,42-42 16,-16 1 0,-26 24-1,-16 17 1,-9 17-1,-8-1 17,0 1-17,9 8 17</inkml:trace>
  <inkml:trace contextRef="#ctx0" brushRef="#br0" timeOffset="67465.75">4680 4838 0,'133'0'203,"17"-9"-187,-100 9-16,34 0 16,-17 9-1,16-1 1,25 0 15,-41-8-15,0 9-1,-42-9 1,-17 0 0,9 0-16,-9 0 15,9 0 1,-9 0-1,9 0 1,0 0 0,8 0-1,-17 0 1,0 0 0,17 0 15,-16 0 0,-1 0-15,0 0 15,1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65217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0" timeString="2026-04-12T10:31:30.0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3178 8291 0,'50'0'203,"-8"8"-188,-17-8-15,17 0 16,-1 17 0,26 0-1,-34-9 1,1 0 0,-9 9-1,-8-17 1,-9 0-1</inkml:trace>
  <inkml:trace contextRef="#ctx0" brushRef="#br0" timeOffset="1720.63">5255 8633 0,'17'42'218,"8"16"-202,-8-25 0,8 1-1,-25-26 1,0 0-1,8-8 1,0 0 31,9 0-31,41-83-1,-16 33 1,8 8 15,17-16-15,-9 16-1,-16 17 1,-17 8 0,-17 9-1,17-9 1,-16 9 15,7 8-15,-7-8-1,7 8 1,-16-9 0,9 1 15,-1 8-16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65217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0" timeString="2026-04-12T10:32:25.7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3946 1827 0,'8'0'218,"59"0"-202,-17 0 0,25 0-1,42 0 1,-76 8-1,1-8 1,-34 0 0,1 0 15,-1 0-15</inkml:trace>
  <inkml:trace contextRef="#ctx0" brushRef="#br0" timeOffset="2483.6">3971 2486 0,'58'0'218,"-8"0"-202,-25 0-16,17 0 16,-17 0-1,8 0 1,26-9 0,-18 1-1,26 0 1,-25-1-1,-17 9 17,-9 0-32,10 0 15,-10 0 1,-7 0 0,7 0-1,9 0 16,-16 0-15,-1 0 0,9 0-1,16 0 17,-8 0-17,0 0 1,8 0-1,17 9 1,-25-9 15,-8 0-31,8 0 16,-8 0 0,0 0-1,8 0 1,-17 0-1,9 0 1,-9 8 0,0-8-1,1 0 1,-1 0 0,0 0-1,1 0 1,7 0 31,-7 0 0,7 0-32,1 0 1,0 0-1,-9 0 1,25 0 0,-24 0-1,-1 0 1,0 0-16,17 0 16,-8 0-1,8 0 1,0 0-1,-16 0 1,-1 0 15,0 0-15,1-467 15,-1 934 0,-8-475 1,17 8-1</inkml:trace>
  <inkml:trace contextRef="#ctx0" brushRef="#br0" timeOffset="20483.41">6982 2436 0,'8'0'235,"76"0"-220,-34 0 1,-33 0 0,-1 0-16,-7 0 15,16-9 1,-9 9-1,18-17 17,16 17-17,33-8 1,-41 8 0,-17 0-1,-8 0-15,8 0 16,-9 0-1,1 0 17,-9-8-17,17 8 1,-8 0 0,-9 0-1,1 0 1,7 0-1,-7 0 17,7 0-17,26 0 17,-25 0-17,-9 0 1,9-9-1,-9 9 1,25 0 0,-24 0-1,-1 0 1,26 0 0,-18 0 15,-7 0-16,-1 0 17,9 0-17,-9 0 1,0 0 0,1 0-1,-1 0 1,-8-8-1,8 8 1,1 0 0,-1 0-1,0 0 17,1 0-17,7 0 16,-7 0-15,-1 0 15,9 0-15,-1 0 0,-7 0-1,-1 0-15,0 0 16,9 0-1,-9 0 17,1 0 15,-1 0-16</inkml:trace>
  <inkml:trace contextRef="#ctx0" brushRef="#br0" timeOffset="23867.69">5264 3303 0,'8'0'250,"25"0"-235,1 8-15,7 1 16,1 7 0,0-7-1,-9-1 1,-8-8 0,-16 0-1,7 0 1,1 0-1,-9 0-15,1 0 47,-1 0-31,9 0 15,-9 0-15,0 0 15,1 0-15,-1 0-1,17 0 1,0-8 0,-8-1-1,-9 9-15,17 0 16,-8-8-1,8 0 17,0-1-17,-17 9 17,1 0-17</inkml:trace>
  <inkml:trace contextRef="#ctx0" brushRef="#br0" timeOffset="29233.29">2753 4996 0,'41'0'265,"118"0"-233,-126 0-32,1 0 15,16 0 1,-42 0 0,9 0-1,-1 0 1,1-8-1,-9 8 1,1 0 0,8 0-1,8-9 17,-17 9-17,0 0 1,1-8 31,-1 8-32,0 0-15,9-8 32,0 8-17,-9 0 1,17 0-1,0 0 1,-8 0 0,-9 0-1,9 0 1,-9 0 0,0 0-1,1 0 1,-1 0 31,0 0-16,1 0 31,-1 0-30</inkml:trace>
  <inkml:trace contextRef="#ctx0" brushRef="#br0" timeOffset="39619.66">4346 6347 0,'134'9'235,"57"24"-220,-124-25 1,25 9 0,-42-17-1,-17 8 1,-16-8-1,0 0 48</inkml:trace>
  <inkml:trace contextRef="#ctx0" brushRef="#br0" timeOffset="47366.27">2836 6397 0,'50'0'250,"150"-8"-234,-166 8 0,24 0-1,-24-8 1,-9 8 0,-9 0-1,-7 0 1,7 0-1,1 0 1,8 0 0,33 0-1,-8 0 1,0 0 0,-41 0-16,24 0 15,-24 0 1,7 0-1,-7 0 17,-1 0-17,9 8 1,-9-8 0,9 0-1,-9 0 16,0 0-15,9 0 15,-9 0-15,-8 8 15,9-8-15,-1 0 31,0 0-16</inkml:trace>
  <inkml:trace contextRef="#ctx0" brushRef="#br0" timeOffset="52366.56">12171 5989 0,'0'25'203,"8"33"-187,0 34-1,-8-34 1,0 1 0,0 7-1,0-49 1,0 0-1,-8-67 110,0 8-109,8-467 0,-9 935-1,1-460-15,0-7 16,-1-9 0,9 16-1,-8 9-15,8 0 16,-8 8-1,8-8 1,0 17 15,0 0-15,0-1 0,0 1-1,8 0 1,17-1-16,8 9 15,34 0 1,16 25 0,-24 17-1,-9-25 1,0 8 0,8 0-1,-24-9 1,-18-7-16,18-9 15,-18 8 17,-7 1-17,-1-1 1,9 17 0,-17 8-1,0 1 1,-25-9-1,-25 16 1,16-24 0,-41 41-1,25-24 1,-8-1 0,-34-16-1,34-17 1,-17-25-1,50 8 1,8 17 15,0-17-15,9 17 0,8-8-1,-8 8 1</inkml:trace>
  <inkml:trace contextRef="#ctx0" brushRef="#br0" timeOffset="53450.35">12805 5839 0,'50'-9'187,"33"1"-171,134 0 0,-67-9-1,-8 9 1,-34 8-1,-74-9 1,-26 9 0,0 0-1</inkml:trace>
  <inkml:trace contextRef="#ctx0" brushRef="#br0" timeOffset="54466.57">13280 5797 0,'0'33'203,"0"51"-187,0 16 0,0 100-1,0-92 1,8-33-1,-8-41-15,0-468 16,0 910 0,0-468-1</inkml:trace>
  <inkml:trace contextRef="#ctx0" brushRef="#br0" timeOffset="56167.31">13489 6247 0,'116'-16'172,"51"-9"-157,-83 25 1,-43 0-1,-24 0-15,0 8 16,-1-8 15,-57-17 79,32 9-95,-49-42 1,33 33 0,0 1-1,0-1 1,17 9-1,-1 8 17,9-9-17,-8 9 1,33 9 62,0-1-62,0 9-16,33 8 15,-24-9 1,7 18 0,-32-34-1,-1-459 1,0 934-1,1-466 17,7 7-17,-7-16 1,-9 9 0,0-1-1,0 0 1,0 1 31,0-1-16,-42 42 0,-16-33-15,24 16-1,-24-8 1,50-25 15,-1 8-15,1 1 15,8-1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0:46:19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11760 5331 0,'0'0'0,"0"0"0,0 0 0,-3-1 16,3 1-16,-11-4 15,-1-1-15,-6 1 16,-5 3-16,-2 5 15,0 4 1,1 7-16,2 4 16,-1 5-16,0 6 15,3 7-15,2 6 16,3 5-16,4 1 16,1 7-16,3-1 15,2 1-15,3 0 16,2-3-16,0-1 15,0-4 1,0-4-16,0-8 16,0-1-16,0-6 15,0-4-15,-1-3 16,0-5-16,0-2 16,0-3-16,2-2 15,3 0-15,4 0 16,5 2-1,5-2-15,3-1 16,4-1-16,0-3 16,-2-1-16,1 0 15,-2-2-15</inkml:trace>
  <inkml:trace contextRef="#ctx0" brushRef="#br0" timeOffset="1016.58">11939 5395 0,'0'0'0,"0"0"0,0 0 15,0 2-15,0-2 16,0 0-16,2 7 16,-2-7-16,1 13 15,-1-2-15,1 2 16,-1 4-16,-1 4 15,-1 2 1,-1 1-16,-2 1 0,1 1 16,-1 2-1,1-1-15,0-5 16,1-4-16,3-7 16,0-11-16</inkml:trace>
  <inkml:trace contextRef="#ctx0" brushRef="#br0" timeOffset="1500.07">12355 5451 0,'0'0'0,"0"0"16,0 0-16,0 1 15,0-1-15,0 0 16,11 9-16,7-2 16,6-1-1,-1-1-15,-2-3 16,-4 1-16,-3-2 16,-4 2-16,-10-3 15,15 16-15,-12 2 16,-3 7-16,-7 4 15,-6 6-15,-4-1 16,-1-3-16,3-5 16,2-7-1,3-4-15,4-7 16,6-8-16,-5 10 16,5-10-16,0 0 15,0 0-15,25 5 16,4-5-16,9-3 15,2-2-15,0 1 16,-7 1-16,-6 0 16,-5 3-1,-5 0-15,-2 2 16,-4 1-16</inkml:trace>
  <inkml:trace contextRef="#ctx0" brushRef="#br0" timeOffset="2016">11926 6014 0,'0'0'0,"0"0"0,0 0 15,0 0-15,3-4 16,7-3-16,12-4 16,10 2-16,0 3 15,-8 4 1,-3 4-16,-5 1 16,-2 4-16,-1 4 15,-3 2-15,-2 5 16,-2 1-16,-2 0 15,-1-2-15,-1-3 16,0-2-16,2-1 16,5-1-16,0 1 15,1-3 1,-3-1-16,-7-7 31,7 9-31,-12 2 16,-4 3-16,-6 1 15,-3-3-15,-10-2 16,-4-4-16,2-3 16,6-3-16,7-2 15,6 0 1,1-3-16,0-1 16</inkml:trace>
  <inkml:trace contextRef="#ctx0" brushRef="#br0" timeOffset="2416.59">12441 6018 0,'0'0'0,"0"2"0,0-2 16,4 13-16,-2-1 15,2 3-15,0-3 16,-1-3-16,-3-9 16,8 8-16,-8-8 15,22-7 1,-6-3-16,2-4 16,0 1-16,-4 1 15,-2 2-15,-4 3 16,-8 7-16,10-2 15,-3 11-15,2 12 16,1 7-16,-2 4 16,-2 3-16,-2-1 15,-2-2 1,1-2-16,-2-3 16,1-7-16,2-8 31</inkml:trace>
  <inkml:trace contextRef="#ctx0" brushRef="#br0" timeOffset="2982.47">12831 5226 0,'0'0'0,"0"0"0,0 0 15,0 0-15,8-1 16,10-1-16,11-1 15,7 0-15,-2 4 16,-3 4-16,-4 4 16,-5 6-16,-5 7 15,-2 6 1,-3 11-16,-3 8 16,-2 3-16,-5 7 15,0 5-15,-2 3 16,1 8-16,0 0 15,0 3-15,0 3 16,1-11-16,0-6 16,-1-4-16,0-9 15,0-5 1,-1-5-16,-2-8 16,-4-2-16,-3-5 15,-4-2-15,-5-3 16,-20-5-1,-18-9 1,-6-3-16,12-7 16,10-8-16</inkml:trace>
  <inkml:trace contextRef="#ctx0" brushRef="#br0" timeOffset="4548.77">13533 5690 0,'0'0'0,"0"0"0,0 0 16,0 0-16,0 0 16,0 0-1,10 0-15,10 0 16,12 0-16,6-2 15,1-1-15,1 0 16,-2 0-16,-2-1 16,-4 0-16,-3 1 15,-3-1-15,-2 1 16,-4 1-16,-3 0 16,-3 1-16,-5 0 15,-9 1 1,12 0-16,-12 0 15,0 0-15,0 0 16,0 0-16,0 0 16,0 0-16,0 0 15,0 0-15,-2-13 16,-8 3-16,-2-3 16,-2 3-1,4 1-15,10 9 16,-12-10-16,12 10 15,0 0-15,0 0 16,-10-6-16,10 6 16,0 0-16,0 0 15,0 0-15,0 0 16,14 3-16,2-1 16,4 1-1,1 1-15,-1 3 16,-3 1-16,-2 1 15,-2 2-15,-3 1 16,-2 1-16,-3 3 16,-4 2-16,-2-1 15,-4 1-15,-2-3 16,0-1-16,0-3 16,-1-2-1,-1-2-15,9-7 16,-22 5-16</inkml:trace>
  <inkml:trace contextRef="#ctx0" brushRef="#br0" timeOffset="9198.71">14320 5288 0,'0'0'0,"0"0"0,0 0 0,0 0 16,0 0-16,0 3 15,0-3-15,0 0 16,0 9-16,0-9 15,-2 13-15,1-1 16,1 4-16,-1 2 16,0 3-1,0 3-15,0 1 16,0-1-16,-3 0 16,-2 1-16,1-1 15,0-3-15,2-9 16</inkml:trace>
  <inkml:trace contextRef="#ctx0" brushRef="#br0" timeOffset="9632.4">14592 5452 0,'0'0'0,"0"0"0,0 0 16,0 4-16,0 7 16,0 5-1,0 4-15,0-1 16,0-1-16,1-2 16,2-1-16,2-1 15,2-2-15,6-1 16,1-3-16,2-3 15,3-4-15,0-4 16,0-5-16,1-2 16,-3-4-1,-4 0-15,-2-3 16,-4 0-16,-4-2 16,-3 2-16,-3 1 15,-6 2-15,-9-1 16,-8 1-16,-6 6 15,-4 4-15,1 6 16,2 3-16,3 2 16,5 3-16,-1 0 15</inkml:trace>
  <inkml:trace contextRef="#ctx0" brushRef="#br0" timeOffset="9915.68">14140 5823 0,'0'0'0,"3"2"0,-3-2 0,0 0 0,12 3 15,11 0-15,13-3 16,10-2-16,3-1 15,1-1-15,-1 1 16,2 0-16,-4 0 16,-3 1-16,-4 0 15,-5 2 1,-6 2-16,-5 0 16,-4 1-16,-6-1 15,-14-2-15</inkml:trace>
  <inkml:trace contextRef="#ctx0" brushRef="#br0" timeOffset="10283.54">14429 5923 0,'0'0'0,"0"0"0,-2 2 15,2-2-15,-3 14 16,0-1-16,1 7 15,2 1-15,3-1 16,1-4-16,1-4 16,1-4-16,-6-8 15,22 9 1,-4-11-16,4-3 16,-1-7-16,-2 1 15,-6 1-15,-2 3 16,-11 7-16,10-6 15,-10 6-15,9 12 16,-3 12-16,-3 9 16,-5 1-16,-2-5 15,-3-4-15,-3-2 16,1-8 0,-3-3-16</inkml:trace>
  <inkml:trace contextRef="#ctx0" brushRef="#br0" timeOffset="10582.91">13954 6440 0,'0'0'0,"8"2"15,3 0-15,17 2 16,8-2 0,2-2-16,-4 0 15,-5 0-15,-2 0 16,-7 0-16,-10 0 15,-10 0-15,0 0 16</inkml:trace>
  <inkml:trace contextRef="#ctx0" brushRef="#br0" timeOffset="10749.67">13881 6596 0,'0'0'0,"2"-1"0,-2 1 16,25-8-16,13-5 16,4 0-16,3 2 15,-13 2 1,4 0-16</inkml:trace>
  <inkml:trace contextRef="#ctx0" brushRef="#br0" timeOffset="11099.96">14457 6441 0,'0'0'0,"0"0"0,4 3 16,-4-3 0,13 13-16,-3-7 15,-10-6-15,15 10 16,-15-10-16,4 11 15,-9 2-15,-4 4 16,-8 3-16,-2-3 16,2-2-1,6-3-15,2-4 0,9-8 16,-8 8 0,8-8-16,1 6 15,9 0-15,4 2 16,4-3-16,-4-1 15,-2-3-15,-2 0 16,-10-1-16</inkml:trace>
  <inkml:trace contextRef="#ctx0" brushRef="#br0" timeOffset="11248.72">14692 6623 0,'0'0'0,"0"0"16,0 0-16,0 0 15,0 0-15,0 0 16</inkml:trace>
  <inkml:trace contextRef="#ctx0" brushRef="#br0" timeOffset="11649.17">14992 6527 0,'0'0'0,"0"0"0,0 0 15,0 0-15,0 0 16,0 2-16,0-2 15,0 0-15,0 0 16,0 0-16,-10 8 16,10-8-16,-1 7 15,1 0-15,0 4 16,3 4-16,3 0 16,-1 1-1,0 1-15,0 0 16,-5 3-16,-1 0 15,-2-4-15,-7 7 32,-6 5-32,-4-1 15,2-4-15,18-23 16,-18 1-16,12-12 16</inkml:trace>
  <inkml:trace contextRef="#ctx0" brushRef="#br0" timeOffset="11849.01">15039 6544 0,'0'0'0,"5"-2"0,8-2 16,22-10-1,15-6-15,2-1 16,7 4-16,-4 4 15,-2 2-15,-8 2 16</inkml:trace>
  <inkml:trace contextRef="#ctx0" brushRef="#br0" timeOffset="18832.84">14364 6294 0,'0'0'0,"0"0"0,0 0 16,0 0-16,0 0 15,3-1-15,-3 1 16,0 0-16,0 0 16,0 0-16,2-7 15,-2 7-15,0 0 16,0 0 0,0 0-16,0 0 15,0 0-15,-24 12 16,2 7-16,-1 12 15,-3 9-15,-1 6 16,6 10-16,6 8 16,6 5-16,6-3 15,4 3-15,3 4 16,4 6 0,-2-5-16,3-7 15,-1 1-15,0 2 16,0 7-16,-8 5 15,-6-2-15,-5-5 16,-6-2-16,-4-2 16,2-6-16,1-1 15,0-8-15,3-3 16,1-3-16,7-8 16,20 8 15,10-7-31,8-10 15,15-6-15,0-16 16,16-5-16</inkml:trace>
  <inkml:trace contextRef="#ctx0" brushRef="#br0" timeOffset="19515.78">15193 6388 0,'0'0'0,"1"-3"0,-1 3 16,11-8-1,1-1-15,5-4 16,3 0-16,3 2 15,2 2-15,4 4 16,1 6-16,2 5 16,3 6-16,-3 7 15,-3 8-15,-4 9 16,-5 10 0,-1 9-16,-6 12 15,-9 8-15,-5 5 16,-4 4-16,-5 4 15,0 0-15,1-4 16,0 6-16,1-5 16,2 3-16,6 3 15,4-2-15,4 11 16,2-1 0,6 2-16,7 42 31,-6-29-31,-7-5 15,-26-34-15,-3-43 16,-11-6-16,-8-11 16,-16-14-16,-11-16 15,-12-17-15,1-23 16,1 3-16,-15-21 16</inkml:trace>
  <inkml:trace contextRef="#ctx0" brushRef="#br0" timeOffset="20415.56">11681 6662 0,'0'0'0,"0"0"0,0 0 16,-2-4-16,2 4 15,-8-10 1,2 3-16,-4-4 15,-9 0-15,-9 4 16,-6 5-16,-2 6 16,2 6-16,4 2 15,5 7-15,6 6 16,2 4-16,6 6 16,7 5-16,2 6 15,5-1 1,4-3-16,2-6 15,4-3-15,5-2 16,6-4-16,2-4 16,4-2-16,4-5 15,5-6-15,2-5 16,9-11-16,7-6 16</inkml:trace>
  <inkml:trace contextRef="#ctx0" brushRef="#br0" timeOffset="20799.34">12630 6667 0,'2'5'0,"-2"-5"16,17 11-16,13-6 15,15-5-15,1-8 16,-1 3-16,-8-1 16,-3 4-16,-7 10 15,-8-2-15,-5 1 16,-3 0-16,-1 3 16,0 5-16,3 10 15,0 8 1,3 9-16,1-1 15,1-1-15,8 2 16,4-8-16,-2 0 16,-4-6-16,-10-10 15,-4-3-15,-7 1 16,-9 0-16,-12 4 16,-15-2-16</inkml:trace>
  <inkml:trace contextRef="#ctx0" brushRef="#br0" timeOffset="21165.51">12087 7333 0,'0'0'0,"0"0"0,-5 0 15,-12 0-15,-20 0 16,-1 1-16,4 2 16,4 4-16,4 4 15,4 3-15,4 1 16,4 5-1,3 7-15,3 10 16,2 6-16,9 35 31,1 4-31,6-1 16,8-10-16,1-22 16,1-2-16,-3-7 15,-5-11-15</inkml:trace>
  <inkml:trace contextRef="#ctx0" brushRef="#br0" timeOffset="21665.63">12658 7511 0,'0'0'0,"4"0"15,-4 0-15,32-5 16,7-4-16,4-1 16,-2 1-1,-1 1-15,-7 6 16,-7 4-16,-5 7 15,-4 6-15,-3 4 16,-5 7-16,-3 8 16,-5 9-16,-2 12 15,-1 1-15,0 0 16,2-2-16,4-5 16,12 0-16,0-9 15,8-2-15,3-7 16,-5-8-16,-4-7 15,-5-5 1,-5-4-16,-1 0 16,-7 4-16,-9 4 15,-13-5-15,-32-6 16,-77-20 0,7 4-1</inkml:trace>
  <inkml:trace contextRef="#ctx0" brushRef="#br0" timeOffset="28932.19">8481 1066 0,'0'0'0,"0"0"0,0 0 15,0 4-15,0 6 16,0 13-16,2 18 16,3 14-16,1 9 15,1 7-15,-1 3 16,-1-2-16,-7-5 16,-5 0-16,0-10 15,-2-11 1,1-14-16,2-14 15</inkml:trace>
  <inkml:trace contextRef="#ctx0" brushRef="#br0" timeOffset="29399.26">8399 1487 0,'0'0'0,"0"0"16,6-1-16,14-2 16,26-2-16,11 5 15,-2 0-15,-6 0 16,-4 0-16,-3-5 16,-4-9-16,-2-4 15,-3-5-15,-7-3 16,-4 0-1,-3-2-15,-4-1 16,-4 3-16,-2-1 16,-1 4-16,-3 5 15,-2 6-15,0 5 16,-3 7-16,0 0 16,11 8-16,5 15 15,2 21-15,-2 12 16,-2 12-16,-5 8 15,-3 4 1,-3-6-16,0-3 16,0-12-16,0-10 15,7-7-15,6-7 16,2-12-16,0-12 16</inkml:trace>
  <inkml:trace contextRef="#ctx0" brushRef="#br0" timeOffset="29665.58">9196 1325 0,'0'0'0,"0"0"0,0 2 16,6 5-16,12 16 15,19 22-15,11 4 16,1-2 0,0-6-16,2-1 15,-2-11-15,2-7 16,3-5-16,-4-7 16,-5-7-16,-4-7 15</inkml:trace>
  <inkml:trace contextRef="#ctx0" brushRef="#br0" timeOffset="29915.51">9493 1298 0,'0'0'0,"-2"4"0,-5 11 16,-19 27-16,-20 27 15,1 3 1,-1-1-16,4-1 16,8-3-16,8-10 15,6-10-15,7-15 16,7-15-16,4-9 16,2-8-16,12-2 15</inkml:trace>
  <inkml:trace contextRef="#ctx0" brushRef="#br0" timeOffset="30465.52">9811 1236 0,'0'0'0,"-1"2"0,1 5 16,-4 18-16,1 29 15,3 18 1,2 4-16,-1-4 16,2-11-16,-2-15 15,1-16-15,-1-13 16,1-9-16,-2-8 16,12-4-16,8-25 15,8-19-15,-4-4 16,-1 6-16,-6 9 15,-4 10 1,-5 9-16,-2 9 16,-6 9-16,22-1 15,-4 13-15,8 8 16,1 9-16,3 6 16,0 1-16,-2-3 15,-2-3-15,-2-6 16,4-8-16,2-6 15,4-5 1,-1-8-16,-1-5 16,-6-11-16,0-11 15,-5-10-15,-4-13 16,-5-8-16,-8-5 16,-4 8-16,-5 7 15,0 14-15,-2 10 16,2 7-16,2 6 15,0 6 1,1 2-16</inkml:trace>
  <inkml:trace contextRef="#ctx0" brushRef="#br0" timeOffset="30715.42">10672 1097 0,'0'0'0,"0"0"0,4 2 16,8 10 0,14 11-16,9 13 15,0 8-15,-1 5 16,0 0-16,-4 0 16,-2-5-16,-3-3 15,1 1-15,3 1 16,14-5-16,2-6 15,0-10-15,-8-6 16</inkml:trace>
  <inkml:trace contextRef="#ctx0" brushRef="#br0" timeOffset="30982.38">11062 1251 0,'0'0'0,"-1"1"0,-4 8 0,-14 21 15,-23 30 1,-12 13-16,-1-3 16,2 2-16,3-6 15,4-4-15,4-6 16,9-12-16,5-8 15,9-11-15,8-6 16,6-7-16</inkml:trace>
  <inkml:trace contextRef="#ctx0" brushRef="#br0" timeOffset="31416.43">11787 1179 0,'0'0'0,"0"0"15,0 0-15,-7 0 16,-18 0 0,-27 2-16,-13 8 15,-4 5-15,4 3 16,3 5-16,7 3 16,9 6-16,6 5 15,7 3-15,7 2 16,10-3-16,10 1 15,14-4-15,17 3 16,32 4 0,32-7-16,12-4 15,1-10-15,-1-8 16,-10-5-16,-18-7 16,-11-2-16,-20-3 15,-7 1-15,-11-1 16</inkml:trace>
  <inkml:trace contextRef="#ctx0" brushRef="#br0" timeOffset="32615.69">11157 2000 0,'0'0'0,"0"0"0,0 0 16,5-3-16,14-4 15,29 0-15,26 0 16,8 3-16,5 2 15,6-1-15,-5 0 16,-3 1-16,-12-1 16,-7-1-1,-5-1-15,-16 2 16,-11-1-16,-16 1 16,-8 3-16,-10 0 15,0 0-15,0 0 16,-59 21-16,-32-3 15,-14-6-15,-2-2 16,7-2-16,15-2 16,14-3-16,11 0 15,17 0 1,12-2-16,11 0 16,10-1-16,10 0 15,0 0-15,-10 0 16,10 0-16,19-10 15,31-11-15,24 1 16,4 5-16,3 3 16,-1 2-16,3 4 15,-12 3 1,-9 1-16,-3 1 16,-20 1-16,-5 2 15,-15 0-15,-19-2 16,9 3-16,-9-3 15,-36 19-15,-39 5 16,-38-12-16,-4-1 16,-7-5-16,16-2 15,20-1 1,23-1-16,25-2 16,17 0-16,11 0 15,12 0-15,0 0 16,0 0-16,0 0 15,18-12-15,53-12 16,14 6-16,-10 6 16,-12 2-1,-10 2-15,-14 2 16,-15 3-16,-12 2 16,-12 1-16,0 0 15,0 0-15,0 0 16,-41 22-16,-32 0 15,3-6-15,9-5 16,14-4-16,16-4 16,12-2-16,8-1 15</inkml:trace>
  <inkml:trace contextRef="#ctx0" brushRef="#br0" timeOffset="33448.62">12010 1441 0,'0'0'0,"-2"-1"0,2 1 16,0 0-16,0 0 16,0 0-16,0 0 15,6 7 1,24 2-16,27 0 16,5-8-16,6 1 15,3-4-15,-10 2 16,-1 0-16,-8 0 15,-4 0-15,-6 0 16,-9 0-16,-10 0 16,-7 0-16,-6 0 15,-10 0 1,12 1-16,-12-1 16,0 0-16,0 0 15,0 0-15,0 0 16,-33 1-16,-9-15 15,8 0-15,7 1 16,8 3-16,4 3 16,4 1-16,11 6 15,-14-7 1,14 7-16,0 0 16,0 0-16,0 0 15,0 0-15,0 0 16,0 0-16,0 0 15,31 11-15,11 2 16,1 0-16,-9-2 16,-7-3-16,-10-4 15,-7 1-15,-3 3 16,-5 0 0,-5 10-16,-11 3 15,-18 7-15,-13 12 16,-1-10-16,4-7 15,6-9-15,9-14 16</inkml:trace>
  <inkml:trace contextRef="#ctx0" brushRef="#br0" timeOffset="35082.12">8439 1854 0,'0'0'0,"-4"0"16,4 0-16,-13 0 15,2 0-15,11 0 16,-14 0-16,14 0 15,0 0-15,-12 3 16,8 4-16,-2 3 16,2 4-16,0 4 15,1 1-15,2 2 16,2 0 0,3-3-16,6-1 15,6-2-15,10-1 16,17 2-16,17-5 15,14-4-15,10-6 16,2-3-16,6-1 16,-3 0-16,0 2 15,-6-2-15,2 1 16,-1-1-16,0 4 16,4 0-1,-2 2-15,1 0 16,-4 1-16,-3-1 15,0 0-15,-3 0 16,-6 0-16,-3 1 16,-3-3-16,-2-2 15,-6-3-15,-7-2 16,-7-3-16,-3-1 16,-2-4-1,-3-6-15,-1-3 16,-2-1-16,-3-3 15,1-3-15,-3-10 16,-4-2-16,-6-4 16,-5-2-16,-5-2 15,-4-4-15,-5-9 16,-3-2-16,-2-4 16,-1-1-1,1-3-15,-2 1 16,0 3-16,0 5 15,0 5-15,-3 9 16,-4 5-16,-2 9 16,-10 4-16,-12-1 15,-14 1-15,-14-1 16,-2 4-16,-6 5 16,2 4-16,0 2 15,-4 6 1,-3 0-16,-8 2 15,-1 4-15,-7 2 16,1 5-16,-3 5 16,7 0-16,3-1 15,6 0-15,5-2 16,0 2-16,7-3 16,2-1-16,2-3 15,2-1 1,2-1-16,4-1 15,6 0-15,4 1 16,5 1-16,2 2 16,2 6-16,1 7 15,5 6-15,3 8 16,5 8-16,4 5 16,4 8-16,6 10 15,1 6 1,4 12-16,4 3 15,1 0-15,3 7 16,1-3-16,0-1 16,0-5-16,0-10 15,1-8-15,1-9 16,6-9-16,3-6 16,6-5-16,14-1 15,10-6 1,16-5-16,18-7 15,7-7-15,7-6 16</inkml:trace>
  <inkml:trace contextRef="#ctx0" brushRef="#br0" timeOffset="36615.29">11278 6397 0,'0'0'0,"5"0"0,-5 0 15,28 5-15,4 0 16,10 2-1,0-1-15,2 1 16,-4-1-16,-1-1 16,0 1-16,3 0 15,1 0-15,8-1 16,3-3-16,8-5 16,9-4-16,6-4 15,14-5 1,-2-2-16,7-1 15,-5 1-15,1 1 16,1-1-16,-8 1 16,-1 1-16,-6 1 15,-1 1-15,-10-2 16,-8-4-16,-8-2 16,-5-4-16,-3-4 15,-4-3-15,-3-2 16,1-6-1,3-6-15,0-5 16,1-12-16,-5 0 16,-6 2-16,-4 4 15,-6 4-15,-4 1 16,-5-6-16,-9-4 16,-9 0-16,-13-3 15,-11 1-15,-21-9 16,-11 1-1,-20-1-15,-11-2 16,-13 7-16,-11 22 16,5-3-16,-5 19 15,7 3-15,1 2 16,-8 21-16,0 5 16,-14 20-16,3 6 15,-5 3-15,3 14 16,0 16-1,11-2-15,3 14 16,16-2-16,9 8 16,15 1-16,11 4 15,13 2-15,12-2 16,11-3-16,16 5 16,10-5-16,15 6 15,12 5-15,9-10 16,16 4-1,7-8-15,12-5 16,9-11-16,8-14 16,5-16-16</inkml:trace>
  <inkml:trace contextRef="#ctx0" brushRef="#br0" timeOffset="38415.47">13062 1484 0,'0'0'0,"0"2"16,-1 5-16,-3 22 15,-3 23 1,-1-3-16,0 7 16,1-5-16,-1 7 15,2-7-15,3-5 16,6 3-16,2-8 16,4-6-16,3-8 15,5-6-15</inkml:trace>
  <inkml:trace contextRef="#ctx0" brushRef="#br0" timeOffset="38766.17">13290 1637 0,'0'1'0,"2"6"0,3 5 16,16 15-16,23 24 16,12 6-16,5 6 15,-3-12-15,-3-9 16,-5-9-1,-3-6-15,-5-6 16,-3-4-16,-1-9 16,-3-7-16,-7-4 15,-8-6-15</inkml:trace>
  <inkml:trace contextRef="#ctx0" brushRef="#br0" timeOffset="39000.01">13634 1701 0,'0'0'0,"0"0"16,0 0-16,-3 7 16,-8 13-16,-12 29 15,-2 7-15,0-3 16,3-2-16,1-6 15,2-3-15,0-8 16,3-5-16,3-7 16,4-7-1,4-8-15,5-7 16,0 0-16</inkml:trace>
  <inkml:trace contextRef="#ctx0" brushRef="#br0" timeOffset="39315.36">13885 1617 0,'0'2'0,"0"-2"0,0 13 16,0 4-16,1 15 15,2 5-15,0 7 16,1 7-16,0-6 16,-2 6-1,-3-6-15,0-5 16,0-10-16,1-4 16,-1-3-16,2-3 15,3-2-15,4-2 16,9-3-16,1-7 15</inkml:trace>
  <inkml:trace contextRef="#ctx0" brushRef="#br0" timeOffset="39615.15">14098 1686 0,'0'0'0,"0"0"15,1 1-15,12 14 16,21 22-16,15 17 16,-2-3-16,4-2 15,-1-4-15,0-7 16,-8-7-16,-4-8 15,-7-5-15,-3-6 16,-3-4-16,-2-3 16,0-7-1,0-4-15</inkml:trace>
  <inkml:trace contextRef="#ctx0" brushRef="#br0" timeOffset="39882.33">14446 1724 0,'-1'2'0,"1"-2"0,-8 17 16,-6 17-16,-8 15 15,-2 7-15,-1 0 16,-1-3-16,2-7 15,5-6-15,2-8 16,5-7-16,2-6 16,5-5-16,4-5 15,3-3 1,5 2-16</inkml:trace>
  <inkml:trace contextRef="#ctx0" brushRef="#br0" timeOffset="40299.43">15241 1724 0,'0'0'0,"0"0"0,0 0 0,0-2 0,0 2 16,-17-1-16,-17 2 16,-18 4-16,-2 4 15,-1 11 1,4 2-16,3 2 16,7 0-16,5-2 15,7-1-15,5 1 16,7-2-16,5-1 15,6 1-15,9 3 16,12 7-16,24 10 16,27 5-16,13 2 15,8-8-15,-2-6 16,-2-6 0,-2-6-16,0-10 15,-8-4-15,-6-7 16,258-11-16</inkml:trace>
  <inkml:trace contextRef="#ctx0" brushRef="#br0" timeOffset="51682.03">12411 2302 0,'0'0'0,"0"0"0,3-2 0,-3 2 15,24-12-15,5 0 16,11-3-16,16 5 16,14 2-1,5 5-15,4 2 16,5 0-16,-1 2 15,9-1-15,-4 0 16,2 6-16,-1 3 16,-5 0-16,0 2 15,-3 0-15,-2 0 16,6 2-16,-2-3 16,8 3-16,-5-2 15,3 1-15,-4-1 16,-5-1-1,-4-1-15,-5-2 16,-1-1-16,-5-4 16,1 2-16,-4-1 15,-1-1-15,0 3 16,-2 2-16,-4 2 16,-5 3-16,-9-2 15,-5-1 1,-6-2-16,-5-1 15,-3-1-15,-2 0 16,0 4-16,0-2 16,-1 0-16,-1 0 15,1-2-15,-2-2 16,-2-3-16,0-1 16,-4-2-16,-1-1 15,-10 4-15,16-10 16,-16 10-1,14-11-15,-7 3 16,0-2-16,0-3 16,2-5-16,1-7 15,-1-4-15,1-2 16,0-5-16,2-4 16,0 0-16,0 1 15,1-5 1,-1 1-16,2-1 15,-1 0-15,2 3 16,-1 5-16,-1 2 16,0-2-16,2-3 15,-3-2-15,-5 0 16,-6 1-16,-5-4 16,-5-5-16,-4-1 15,-3 1 1,-5 2-16,-6-2 15,-1 3-15,-3 1 16,-3 5-16,-6 4 16,-6 0-16,-5 2 15,-6 2-15,-7 6 16,-6 1-16,-10 4 16,-3 4-16,-8 1 15,2 3-15,-5 2 16,2 2-1,-11 0-15,3 0 16,2 2-16,9-1 16,6 2-16,5-1 15,3 0-15,4-2 16,6 1-16,10 1 16,1 1-16,3 0 15,4 0-15,0 1 16,2 0-1,1 1-15,-3 1 16,-2 3-16,-2 10 16,-2 2-16,-2 8 15,0 7-15,-1 3 16,1 8-16,6 4 16,3 7-16,5 2 15,4 17-15,5 2 16,6-1-1,7 12-15,3-4 16,4 10-16,3 3 16,4-19-16,-2-4 15,2-2-15,1-6 16,-1 1-16,1-8 16,1-5-16,6 1 15,18-1-15,17-2 16,25-5-1</inkml:trace>
  <inkml:trace contextRef="#ctx0" brushRef="#br0" timeOffset="79381.63">12501 5098 0,'0'0'0,"0"0"0,-1 2 0,1-2 15,-10 19-15,-6 10 16,-9 10-16,-7 3 16,-2-4-16,-9 3 15,-10-1-15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0:47:55.6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1559 1099 0,'0'0'0,"0"0"0,-3-2 0,3 2 16,0 0-16,0 0 15,-9-5-15,9 5 16,0 0-1,0 0-15,0 0 16,0 0-16,0 0 16,19 2-16,-3 0 15,8 1-15,10 3 16,10 1-16,8 1 16,9 2-16,5 0 15,7-2-15,9-4 16,-4-3-1,6-2-15,-1-3 16,-5-1-16,3-2 16,-5 0-16,1-1 15,-2 1-15,5-1 16,-2 1-16,1 3 16,1 0-16,-3 2 15,3 1 1,-2 3-16,-3 0 15,-1 1-15,-4 1 16,1 1-16,-5 0 16,-2 1-16,0 1 15,1 0-15,-3 1 16,2-1-16,-1 0 16,2 0-16,6 0 15,-2-4 1,6-5-16,-7-1 15</inkml:trace>
  <inkml:trace contextRef="#ctx0" brushRef="#br0" timeOffset="12750.54">3507 7604 0,'0'0'0,"0"0"0,0 0 0,0 0 15,3 0-15,-3 0 16,0 0-16,20-5 16,1-2-16,5-1 15,7-2-15,9-2 16,7-3 0,8-2-16,5-2 15,12-3-15,2 1 16,2 2-16</inkml:trace>
  <inkml:trace contextRef="#ctx0" brushRef="#br0" timeOffset="13817.47">4062 8134 0,'0'0'0,"0"0"15,0 0-15,0 0 16,3 0-16,-3 0 16,13-4-1,4-1-15,9-4 16,8-4-16,6-3 15,3-4-15,2-4 16,2-2-16,3 0 16,2-2-16,0 3 15,4 4-15</inkml:trace>
  <inkml:trace contextRef="#ctx0" brushRef="#br0" timeOffset="18650.09">4957 6964 0,'0'0'0,"0"0"0,0 0 16,0 0-16,2-2 15,-2 2-15,0 0 16,0 0-16,0 0 15,13-6-15,-13 6 16,0 0-16,10-1 16,-10 1-1,0 0-15,0 0 16,10-3-16,-10 3 16,0 0-16,0 0 15,0 0-15,10-1 16,-10 1-16,0 0 15,14 2-15,-14-2 16,16 1 0,-16-1-16,21 2 15,-9-1-15,2 0 16,1-1-16,2 0 16,2 0-16,2 0 15,4 2-15,2-2 16,4 1-16,1 1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0:48:48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2865 6040 0,'0'0'0,"0"0"0,0 0 0,0 0 15,5 0 1,5-1-16,20-16 15,35-34-15,23-42 16,20-38-16,20-25 16,3-6-16,13-15 15</inkml:trace>
  <inkml:trace contextRef="#ctx0" brushRef="#br0" timeOffset="549.85">6172 6163 0,'0'0'0,"7"-6"0,11-6 16,40-34-16,34-30 16,13-14-16,20-18 15,-1 0 1</inkml:trace>
  <inkml:trace contextRef="#ctx0" brushRef="#br0" timeOffset="1299.72">9177 5931 0,'0'0'0,"0"0"0,0 0 15,12-6-15,37-23 16,66-41-16,20-16 16,25-15-16,2-3 15,8-2-15</inkml:trace>
  <inkml:trace contextRef="#ctx0" brushRef="#br0" timeOffset="12300.01">4746 5078 0,'0'0'0,"0"0"0</inkml:trace>
  <inkml:trace contextRef="#ctx0" brushRef="#br0" timeOffset="17816.83">4478 5247 0,'0'0'0,"0"0"0,0 0 0,7 3 16,3 3-16</inkml:trace>
  <inkml:trace contextRef="#ctx0" brushRef="#br0" timeOffset="18300.62">7716 5310 0,'0'0'0,"0"0"16,0 0-16,0 0 16,0 0-16,-5 6 15,-8 4-15</inkml:trace>
  <inkml:trace contextRef="#ctx0" brushRef="#br0" timeOffset="18749.58">10650 5303 0,'0'0'0,"0"0"0,0 0 0,0 0 0,0 0 16,-1 2-16,1-2 16,-7 6-1,7-6-15</inkml:trace>
  <inkml:trace contextRef="#ctx0" brushRef="#br0" timeOffset="20049.89">7845 7606 0,'0'0'0,"0"0"0,0 0 16,0 0-16,4 2 15,-4-2-15,6 7 16,-6-7-16,7 13 16,-3-2-16,1 1 15,0 5 1,1 3-16,2 5 16,-1 1-16,1 1 15,-1-1-15,0-2 16,-1-3-16,1-2 15,3-7-15,6-3 16,11-9-16,13-13 16,17-23-16,13-20 15,8-17 1,4-10-16,-3 0 16,-1-1-16,-2 2 15,-1 1-15,-2 4 16,-7 6-16,-3 10 15,-8 11-15,-7 11 16,-8 11 0,-6 8-16,-10 5 0,-5 6 15,-5 5 1,-2 2-16,-12 2 16,14-1-16,-14 1 15,0 0-15,9 1 16,-9-1-16,0 0 15,0 0-15,0 0 16,0 0-16,0 0 16,0 0-16,0 0 15,0 0-15,0 0 16,0 0 0,0 0-16,0 0 15,3-7-15</inkml:trace>
  <inkml:trace contextRef="#ctx0" brushRef="#br0" timeOffset="36149.53">3815 5796 0,'0'0'0,"0"0"0,0 0 0,0 0 16,0 0 0</inkml:trace>
  <inkml:trace contextRef="#ctx0" brushRef="#br0" timeOffset="36667.55">6965 5100 0,'0'0'0,"0"0"16,0 0-16,0 0 16,0 1-16</inkml:trace>
  <inkml:trace contextRef="#ctx0" brushRef="#br0" timeOffset="57965.84">723 1207 0,'0'0'0,"0"0"0,-5 0 0,5 0 16,-11 0-16,11 0 16,0 0-16,-10 0 15,10 0-15,0 0 16,0 0-16,0 0 15,0 0-15,0 0 16,0 0 0,22-9-16,15 0 0,8 3 15,9 2 1,6 2-16,10 3 16,2 1-16,-3-2 15,6 1-15,-3 0 16,-5 0-16,8 0 15,-8-4-15,6-1 16,-2-3-16,-2 0 16,1-1-16,1 1 15,-1 0-15,4-1 16,-3 3 0,-2 0-16,1 2 15,-10 2-15,-3-1 16,-4 0-16,-4 2 15,-4 1-15,-1 0 16,-5 1-16,-2-2 16,1 1-16,-3 0 15,-2 0-15,-5 0 16,0-1 0,-3 1-16,-1-1 15,-1-1-15,1 0 16,-2-2-16,1-2 15,1 0-15,2-5 16</inkml:trace>
  <inkml:trace contextRef="#ctx0" brushRef="#br0" timeOffset="60232.88">11669 2047 0,'0'0'0,"0"0"0,0 0 15,-5-3-15,-5-2 16,-15-1 0,-22 9-16,-14 3 15,-9 9-15,-3 5 16,7 1-16,6 3 15,15-3-15,10-1 16,13-4-16,7-2 16,8 0-16,6-2 15,10 5-15,16 2 16,20 1-16,8-6 16,0-4-1,-11-4-15,-11-2 16,-12-1-16,-19-3 15,11 7-15,-22 15 16,-36 24-16,-11 10 16,1-5-16,10-8 15,13-11-15,10-4 16,12-3-16,8 0 16,10-5-1,13-1-15,24-4 16,26-11-16,12-11 15,-3-6-15,-10-7 16,-8-6-16,-9-4 16,-7-10-16</inkml:trace>
  <inkml:trace contextRef="#ctx0" brushRef="#br0" timeOffset="62549.15">11743 2413 0,'0'0'0,"1"3"0,-1-3 0,2 7 0,3 12 16,3 13-16,2 8 15,-2-4-15,-4-1 16,-2-5-16,-1-7 16,-2-6-16,0-7 15,0-3-15,1-7 16,0 7-1,0-7-15,0 0 16,0 0-16,0 0 16,9-20-16,8-4 15,7-5-15,1 4 16,0 2-16,0 5 16,0 5-16,0 5 15,0 5 1,0 7-16,-1 3 15,-2 4-15,-2 3 16,-2 3-16,0 3 16,-1-1-16,0 0 15,0-1-15,1-4 16,9-6-16,3-6 16,5-6-16,5-11 15,2-2-15,0-9 16,-6 0-1,-5-2-15,-6-3 16,-8 5-16,-7 3 16,-3 4-16,-5 4 15,-4 3-15,-1 4 16,3 8-16,-9-8 16,9 8-16,-16 10 15,9 8 1,3 7-16,9 7 15,7 4-15,10 2 16,9-1-16,4-5 16,3-2-16,-3-4 15,-5-5-15,-5-2 16,-8-6-16,-7 1 16,-9 3-16,-9 1 15,-10 3-15,-6 0 16,0-5-1,5-6-15,7-6 16,12-4-16,0 0 16,0 0-16,7-11 15,25-16-15,14-7 16,3-4-16,-2 0 16,1 0-16,-7 2 15,-6 2 1,-8 0-16,-8 5 15,-5 3-15,-5 3 16,-6 5-16,-4 0 16,-7 3-16,-10 4 15,-9 7-15,-8 10 16,-3 9-16,3 8 16,1 11-16,6 7 15,9 2 1,6 1-16,10-3 15,10-6-15,8-4 16,11-6-16,12-9 16,13-9-16,7-12 15,2-8-15,-8-9 16,-4-4-16,-6-1 16,-8 1-16,-7 5 15,-8 4 1,-7 6-16,-5 3 15,-7 8-15,0 0 16,11-2-16,-4 15 16,1 9-16,-3 8 15,-3 3-15,-4-4 16,-1-6-16,1-7 16,1-4-16,1-12 15,-3 8-15,3-8 16,0 0-1,3-8-15,5-9 16,6-5-16,2 5 16,0 1-16,0 4 15,0 5-15,-2 2 16,2 7-16,-1 6 16,1 5-16,1 2 15,-4-1 1,-2-2-16,-1-2 15,-1-1-15,3-2 16,2-3-16,-1-1 16,2-3-16,-1 0 15,2 0-15,0 0 16,0 0-16,1-1 16,2-1-16,2-2 15,3-5-15,-1-4 16,4-8-16,1-7 15,1-8 1,-1-7-16,-1-5 16,-3-2-16,0-1 15,-6 8-15,-4 8 16,-5 12-16,-4 9 16,-3 7-16,-2 7 15,0 0-15,0 0 16,-5 14-16,-4 18 15,-3 9 1,0 4-16,1 5 16,1 1-16,1 1 15,4 0-15,4-6 16,1 0-16,5-7 16,5-6-16,1-8 15,1-8-15,5-7 16,1-5-1,6-8-15,1-5 0,-4-5 16,-3 0 0,-6-2-16,-6 1 15,-6-1-15,-7-3 16,-7-1-16,-1 2 16,3 7-16,12 10 15,-13-9-15,13 9 16,0 0-16,0 0 15,0 0 1,3-17-16,21-13 16,18-11-16,1-2 15,2-1-15,-5 3 16,-5-5-16,-5-1 16,-8 3-16,-6 6 15,-7 9-15,-6 10 16,-3 7-1,-3 6-15,-10 2 0,-11 8 16,-12 9 0,3 10-16,2 9 15,6 5-15,5 5 16,6-2-16,10 3 16,12 8-16,12 2 15,15 7-15,20-8 16,7-8-16,2-7 15,1-15 1,-5-9-16,-6-9 16,4-9-16,-6-7 15,-7-5-15,-8-6 16,-13 2-16,-10-2 16,-10 1-16,-15 0 15,-22-5-15,-26 6 16,-10 15-16,8 9 15,8 17 1,13 1-16,13 7 16,10 5-16,12-1 15,17 5-15,25 10 16,35-3-16,16-10 16,-5-3-16,-5-14 15,-11-8-15</inkml:trace>
  <inkml:trace contextRef="#ctx0" brushRef="#br0" timeOffset="62882.66">11670 3217 0,'0'0'0,"0"0"0,0 0 15,3 0-15,18 0 16,65-1-16,68-9 15,23-8 1,25-4-16,17-1 16,20-1-16,21 4 15,15 8-15,11 3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0:50:07.5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3053 7842 0,'0'0'0,"0"0"0,0 0 0,0 0 16,0 0-16,3 0 15,-3 0-15,0 0 16,17 5-16,-8-3 16,3 1-16,2 1 15,2-1-15,3 0 16,3-1-16,3-1 15,4-1 1,0-1-16,0-2 16,-2 1-16,1-1 15,3 1-15,1-1 16,0 1-16,-3 0 16,-3 1-16,-2 0 15,2 0-15,3 1 16,1 0-1,1 1-15,-4 0 16,-2 0-16,1 0 16,2 0-16,3 2 15,1 0-15,-2-1 16,2 0-16,-6 1 16,2-1-16,1 1 15,2-1-15,0 0 16,-1-1-1,-1-1-15,0-1 16,2 0-16,3-2 16,-1 0-16,-2 0 15,-2 0-15,-1 0 16,2-1-16,1 1 16,0 0-16,-2 0 15,0 0-15,-4 1 16,2-1-1,-1 1-15,2-1 16,-2 1-16,-2-1 16,-2 2-16,-1 0 15,-1 0-15,0 0 16,-1 1-16,0-1 16,0 0-16,-1-1 15,0 2-15,1 0 16,-2-1-16,2-1 15,-1-1 1,2 0-16,0-1 16,1 0-16,2-1 15,-1 0-15,0 0 16,0 1-16,-2-2 16,-1 2-16,2-2 15,-1 0-15,3 0 16,1-1-16,-1 1 15,1-1 1,-1 2-16,1 0 16,-1 0-16,1 2 15,1 1-15,2 0 16,0 2-16,0 0 16,-2 0-16,-1 0 15,-1 0-15,0 0 16,1 0-1,1 0-15,1 0 16,-2 0-16,2 0 16,-4 0-16,1 0 15,2-3-15,1 0 16,0-2-16,1-1 16,-2 1-16,0-2 15,-2 3-15,1-1 16,0 0-1,-1 0-15,2 0 16,-1 0-16,-1 1 16,1 1-16,-4 1 15,2 1-15,0 2 16,1 0-16,-2 1 16,-2 0-16,-3-1 15,0 1-15,-1-1 16,-3 1-16,-3-1 15,2 0 1,-11-1-16,19 3 16,-9-1-16,-10-2 15,18 5-15,-18-5 16,18 5-16,-18-5 16,17 5-16,-7-3 15,0 1-15,2 0 16,1 1-1,0-1-15,1 0 0,2 1 16,-1 1 0,0 1-16,4 0 15,0 1-15,1 1 16,3 0-16,0-1 16,-1 2-16,1 0 15,-1 1-15,0-1 16,2 1-16,-1 0 15,3 3 1,-1-2-16,0 0 16,-1 1-16,0-2 15,0 1-15,1-2 16,2-1-16,3-2 16,0-2-16,-1-1 15,-1-2-15,-1 1 16,1-1-16,0 0 15,1 0 1,-1 0-16,-2-1 16,-1 0-16,2-1 15,-2 0-15,0 0 16,1 0-16,0 0 16,-2 0-16,0 1 15,-2-1-15,0 1 16,0 1-16,-1 0 15,-2 1 1,-1 1-16,-3-1 16,-3 1-16,0 0 15,-1 0-15,-11-3 16,18 8-16,-18-8 16,15 9-16,-15-9 15,13 7-15,-13-7 16,11 9-16,-11-9 15,11 10 1,-11-10-16,10 9 16,-10-9-16,6 9 15,-6-9-15,4 7 16,-4-7-16,6 6 16,-6-6-16,4 10 15,-1-2-15,0 0 16,1 4-16,0 1 15,0 0-15,-1-1 16,1 0-16,-1 1 16,2-1-1,-2 0-15,1-1 16,0 2-16,-1-1 16,2 3-16,0 1 15,-1 0-15,1 1 16,-1 1-16,0-1 15,0 0 1,0-4-16,-1-2 16,0 1-16,-1-3 15,-1 0-15,1 0 16,-1 0-16,0 0 16,-1-1-16,0 0 15,0 1-15,0 0 16,-1 1-16,0 0 15,0-1-15,0 1 16,0-2-16,0 2 16,0-2-1,-1 1-15,-1 1 16,-2 0-16,3 0 16,-1 0-16,0-1 15,-1-1-15,2 1 16,-1-1-16,0-1 15,0 2-15,0-1 16,-1-1 0,2 2-16,-1-1 15,-1 2-15,1 0 16,1 0-16,1 0 16,-1 1-16,1-1 15,1-2-15,0-1 16,0 0-16,0-1 15,0-6-15,0 11 16,0-11 0,1 8-16,-1-8 15,2 9-15,-2-9 16,1 7-16,-1-7 16,2 9-16,-2-9 15,1 9-15,-1-9 16,1 8-16,-1-8 15,0 0 1,0 6-16,0-6 16,0 0-16,0 0 15,0 0-15,-2 7 16,2-7-16,0 0 16,0 0-16,0 0 15,0 0-15,0 0 16,0 0-16,-4 6 15,4-6-15,0 0 16,0 0 0,0 0-16,0 0 15,-13 4-15,13-4 16,-11-1-16,11 1 16,-12-4-16,12 4 15,-15-5-15,15 5 16,-11-4-16,11 4 15,-10-3-15,10 3 16,0 0-16,-12-5 16,12 5-1,0 0-15,0 0 16,-10-3-16,10 3 16,0 0-16,-10-2 15,10 2-15,0 0 16,-11-4-16,11 4 31,-6-10-31,5 1 16</inkml:trace>
  <inkml:trace contextRef="#ctx0" brushRef="#br0" timeOffset="2083.35">10443 8920 0,'0'0'0,"0"0"15,4-3-15,-4 3 16,12-15-16,-7 7 15,1 1-15,-2-1 16,-4 8-16,7-9 16,-4 1-16,1-2 15,0-3 1,-2-6-16,-1-1 16,-1 1-16,-1 1 15,1 8-15,-1 0 16,0 1-16,1-1 15,-1 1-15,1 2 16,1-1-16,0 1 16,1 0 15,-2 7-31,8-11 16,-8 11-16,9-6 15,-9 6-15,0 0 16,11-3-16,-11 3 15,9 0-15,-9 0 16,18 3-16,-8-2 16,2 1-16,1-1 15,1 1 1,2 0-16,4-1 16,1 1-16,3 0 15,-2-1-15,-1 1 16,1 0-16,2 0 15,3 0-15,2 2 16,0 0-16,-3 0 16,-2-1-16,-3 0 15,0 1 1,-1 0-16,0 0 16,1 1-16,-1-1 15,-1 0-15,-1 0 16,-2-1-16,0 0 15,2 1-15,1 0 16,1-1-16,0-1 16,1 1-16,0-1 15,1-1 1,-1-1-16,-1 0 16,1 0-16,-1 0 15,2 0-15,0 0 16,-3 0-16,3 0 15,-2 0-15,0 0 16,1 0-16,-2 0 16,1 0-16,0 0 15,1 0 1,-2 0-16,0 0 16,3 0-16,-1 0 15,-1-1-15,0-2 16,1 0-16,-1 1 15,2 0-15,0-1 16,0 1-16,1-1 16,1 0-16,1-1 15,-2 0-15,1-1 16,-1 1 0,4-1-16,3 0 15,1-1-15,0 1 16,-4 1-16,-1 0 15,1-1-15,4 1 16,-1-1-16,1 2 16,-8 0-16,-2 0 15,-2 2 1,-2-1-16,2 1 16,3-1-16,1 1 15,1-1-15,-4 0 16,-3 1-16,-2 1 15,-3 0-15,1 0 16,-1 0-16,1 0 16,1 0-16,0 0 15,1 0-15,2 0 16,2 0 0,0 0-16,-2 0 15,0 0-15,-1 0 16,0 0-16,0 0 15,0 1-15,0-1 16,2 0-16,3 0 16,3 0-16,-2 1 15,-1 0-15,-4 1 16,0-2-16,-2 1 16,-1 0-1,-1 0-15,0 0 16,-1-1-16,0 1 15,3 0-15,-2-1 16,0 0-16,0-1 16,-13 1-16,16-2 15,-16 2-15,13-7 16,-13 7-16,10-14 16,-7-4-1,1-12-15</inkml:trace>
  <inkml:trace contextRef="#ctx0" brushRef="#br0" timeOffset="3750.97">7415 5576 0,'0'0'0,"0"0"0,0 1 16,0-1-16,0 0 16,2 9-16,-2-9 15,3 11-15,0-3 16,0 0-16,-3-8 16,6 10-1,6-10-15,11-8 16,22-12-16,12-14 15,-3-5-15,-3 2 16,-7 7-16,-5 3 16</inkml:trace>
  <inkml:trace contextRef="#ctx0" brushRef="#br0" timeOffset="4433.29">9395 5334 0,'0'0'0,"0"0"0,0 0 16,0 2-1,0-2-15,0 11 16,0 1-16,1 4 16,3 2-16,0 0 15,2-1-15,-1-4 16,1-1-16,2-3 16,3-2-16,8-6 15,13-7-15,12-7 16,3-8-1,1-6-15,-2-1 16,-7 3-16,-8 4 16,-9 7-16,-6 3 15,-6 5-15,-10 6 16,0 0-16,0 0 16</inkml:trace>
  <inkml:trace contextRef="#ctx0" brushRef="#br0" timeOffset="5899.71">6141 4823 0,'0'0'0,"0"0"0,0 0 0,0 0 16,2 2-16,-2-2 15,12 6-15,9-2 16,11 1-16,7-4 15,4-1-15,3-2 16,4-3 0,2-2-16,5-2 15,3-1-15,0-2 16,0 0-16,0 1 16,-1-1-16,-2 2 15,-6 1-15,-5 1 16,-5 0-1,-2 3-15,-5 0 0,-6 4 16,-6 0 0,-3 1-16,-1 0 15,-1 0-15</inkml:trace>
  <inkml:trace contextRef="#ctx0" brushRef="#br0" timeOffset="6666.57">8312 4816 0,'0'0'0,"0"0"0,0 0 16,-1 1 0,1-1-16,0 0 15,0 0-15,7 10 16,7 0-16,12 2 16,9-2-16,5-1 15,6-3-15,5-3 16,2-1-16,-3-1 15,-2 0-15,-4-1 16,-3 0 0,-4 1-16,-6 4 15,-2 0-15,-2 0 16,-4-1-16</inkml:trace>
  <inkml:trace contextRef="#ctx0" brushRef="#br0" timeOffset="7550.77">7792 6623 0,'0'0'0,"0"0"0,0 0 0,0 0 0,0 4 15,0-4-15,-4 13 16,0-2-16,-1 0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0:50:29.7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3351 4385 0,'0'0'0,"0"0"0,0 0 15,0 0-15,0 0 16,1 1-16,-1-1 16,13 6-1,2-1-15,5-2 16,4 0-16,1-2 16,2 0-16,0 0 15,1-1-15,0 1 16,1 0-16,2 0 15,4 0-15,-3-1 16,3-1-16,-2-1 16,2 0-1,-2 0-15,5-2 16,0 0-16,0-1 16,-2 0-16,-2 2 15,-4-1-15,-6 1 16,-4 1-16</inkml:trace>
  <inkml:trace contextRef="#ctx0" brushRef="#br0" timeOffset="766.54">3320 4728 0,'0'0'0,"0"0"15,0 0-15,0 0 16,0 0-16,0 0 16,6 2-16,7 2 15,11-1-15,6 0 16,4-1-16,1-4 15,-1 0-15,5-3 16,8-3 0,3-1-16,2 0 15,0-2-15,0 1 16,0 0-16,-2 2 16,0-1-16,-3 4 15,0 2-15,-3 2 16,-2 3-16,-5 0 15,-1 0-15</inkml:trace>
  <inkml:trace contextRef="#ctx0" brushRef="#br0" timeOffset="1515.49">3362 5350 0,'0'0'0,"0"0"0,0 0 15,0 0-15,0 0 16,0 0-16,-2 2 15,2-2-15,0 0 16,0 0-16,0 0 16,11 2-16,11 1 15,13-2 1,7-2-16,5-3 16,6 1-16,1-2 15,6 0-15,-1 0 16,2 0-16,2 0 15,-5 0-15,11-2 16</inkml:trace>
  <inkml:trace contextRef="#ctx0" brushRef="#br0" timeOffset="2132.06">3557 5976 0,'0'0'0,"0"0"0,4-1 15,7-5-15,15-3 16,13-4-16,10 0 16,4 2-16,6 0 15,2 2-15,-2 2 16,0 3 0,-1 1-16,-5 2 15,1 0-15,-3 0 16,-2 1-16,3 0 15,-3 0-15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0:52:50.3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11443 5259 0,'-2'-2'0,"-3"-4"16,-4-4-16,-11-12 15,-12 3 1,-17 10-16,-10 7 15,-12 13-15,4 6 16,5 8-16,12-1 16,10 0-16,8-1 15,7 3-15,6 0 16,10 3-16,11 4 16,10 1-16,14 1 15,17-2-15,7-3 16,5-4-1,-2-4-15,-8-4 16,-8-4-16,-8-3 16,-8-5-16,-9-1 15,-12-5-15,10 10 16,-17 3-16,-20 11 16,-17 10-16,-5-2 15,0-3 1,3-5-16,6-5 15,8-7-15,5-5 16</inkml:trace>
  <inkml:trace contextRef="#ctx0" brushRef="#br0" timeOffset="266.17">11636 5353 0,'0'0'0,"0"0"16,0 0-16,1 3 15,5 3-15,10 10 16,18 7-16,12 4 16,5-1-16,-2-4 15,1 0 1,-3-4-16,-2-2 15,-3-4-15,5-6 32</inkml:trace>
  <inkml:trace contextRef="#ctx0" brushRef="#br0" timeOffset="448.3">12009 5391 0,'-3'1'0,"-3"5"16,-8 7-16,-24 22 16,-9 9-16,2 5 15,8 2-15,8 0 16,9-8-16,11-7 16,8-9-16</inkml:trace>
  <inkml:trace contextRef="#ctx0" brushRef="#br0" timeOffset="832.84">12514 5295 0,'0'0'0,"0"0"15,0-2-15,0 2 16,0 0-1,-15 2-15,-26 13 16,-16 15-16,12 0 16,15-6-16,9-2 15,8-3-15,7-2 16,6-3-16,11 3 16,11 0-16,12 1 15,10-1-15,5 2 31,-5-2-15,-10-4-16,-13 0 16,-14 1-16,-9 4 15,-9-1-15,-12 5 16,-3-3-16,-4 1 16,6-5-16</inkml:trace>
  <inkml:trace contextRef="#ctx0" brushRef="#br0" timeOffset="1349.51">12780 5541 0,'2'-1'0,"8"-2"15,11-4-15,27-8 16,15-4-1,3 2-15,6 6 16,0-1-16,-6 2 16,-6 2-16,-6-1 15,-13 2-15,-9 1 16,-10 2-16,-9 1 16,-13 3-16,10-4 15,-10 4-15,-11-7 16,-40 3-16,-26 2 15,4 7 1,16 0-16,15 0 16,15-2-16,8-1 15,8 0-15,11-2 16,0 0-16,0 0 16,0 0-16,24 14 15,21-5-15,4 0 16,-5-1-16,-2 0 15,-9 5 1,-7 4-16,-6-2 16,-5 5-16,-9 4 15,-7 1-15,-9 1 16,-5 2-16,-7-5 16,-3 0-16</inkml:trace>
  <inkml:trace contextRef="#ctx0" brushRef="#br0" timeOffset="1681.92">13712 5260 0,'0'0'0,"0"0"0,0 0 0,7 0 0,9 1 16,11 2-16,3 4 16,-8 3-16,-10 3 15,-4 3-15,-8 4 16,-7 3-16,-5 1 16,-5-2-16,1-3 15,1-5-15,4-4 16,3-1-16,8-9 15,-8 7 1,8-7-16,19 12 16,16-2-16,15-7 15,-3-11-15,8-1 16,-6-11-16</inkml:trace>
  <inkml:trace contextRef="#ctx0" brushRef="#br0" timeOffset="2065.82">14369 5235 0,'0'0'0,"-4"3"0,4-3 0,0 0 0,-27 10 15,-4 1-15,-2 1 16,8-3-1,5-1-15,8 2 16,8 3-16,4 1 16,8 2-16,10 4 15,6 3-15,6-2 16,3-2-16,-4-4 16,-6-3-16,-8-4 15,-15-8-15,15 7 16,-15-7-16,0 0 15,-4 11 1,-26 4-16,-25 6 16,-11-5-16,-1-2 15,-11-10-15,11-13 16</inkml:trace>
  <inkml:trace contextRef="#ctx0" brushRef="#br0" timeOffset="2332.65">13219 5812 0,'0'4'0,"0"-4"16,0 0-16,0 6 15,0-6-15,10 1 16,29-4-16,40-10 15,17-13-15,3 3 16,9-4 0,11 1-16,0 6 15,5 1-15,-4 6 16,-5 6-16,-1 1 16,-9 0-16</inkml:trace>
  <inkml:trace contextRef="#ctx0" brushRef="#br0" timeOffset="5098.72">11308 6668 0,'0'0'0,"1"-2"16,-1 2-16,10-7 15,8-7-15,17-10 16,7-4-16,3 5 16,-5 4-16,-8 7 15,-8 3 1,-5 5-16,-6 3 16,-13 1-16,12 9 15,-11 5-15,-8 9 16,-7 8-16,-6 5 15,0-5-15,3-7 16,4-5-16,5-6 16,1-3-16,5-1 15,4 1-15,6 0 16,11-1 0,8 1-16,5 0 15,7-2 1,-6 0-1,-7-2-15,-11-3 16,-15-3-16,7 9 16,-14 9-16,-15 13 15,-9 4 1,-2-5-16,0-6 16,3-6-16,5-6 15,6-4-15,6-5 16</inkml:trace>
  <inkml:trace contextRef="#ctx0" brushRef="#br0" timeOffset="5332.56">11734 6676 0,'0'0'0,"0"0"0,6-1 16,7-1-16,11 2 15,13 6-15,1 5 16,-1 4-16,-1 2 16,-5 0-16,-3 0 15,-1 1 1,5 2 0,12 7-1</inkml:trace>
  <inkml:trace contextRef="#ctx0" brushRef="#br0" timeOffset="5533.04">12047 6646 0,'0'0'0,"-7"6"16,-1 2-16,-14 15 15,-7 11-15,2 7 16,5 6-16,1-2 15,6-4-15,3-4 16,14-4-16</inkml:trace>
  <inkml:trace contextRef="#ctx0" brushRef="#br0" timeOffset="6016.91">12273 6703 0,'0'1'0,"0"-1"16,0 0-16,0 0 15,21-5-15,4-1 16,5 0 0,-1-1-16,-3 5 15,-3 1-15,-3 4 16,0 10-16,-3-1 15,-5 3-15,-4-1 16,-5 2-16,-5 9 16,-4 0-16,-1-1 15,-1-5-15,1-7 16,1 0 0,-1 1-16,3-4 15,1 5-15,4-2 16,-1-12-16,13 8 15,4-1-15,8 2 16,5 2-16,-1-1 16,-3-6-16,-3-2 15,-3 3-15,-4 4 16,-3 5 0,-3-2-16,-5-3 15,-8-1-15,-10 0 16,-23 0-16,-22 8 15,-15 3-15,-6 2 16,-2 0-16,2-8 16</inkml:trace>
  <inkml:trace contextRef="#ctx0" brushRef="#br0" timeOffset="7065.98">12967 6731 0,'1'-2'0,"-1"2"15,0 0-15,6-10 16,5 6-16,16 8 16,14 1-16,6 0 15,10-4 1,-1-6-16,4 0 15,-7 0-15,-3-5 16,-6 3-16,-8 2 16,-5 0-16,-8 1 15,-5-1-15,-6 2 16,-12 3-16,15-8 16,-15 8-1,3-11-15,-9 1 16,-11-2-16,-9 0 15,0 5-15,6 3 16,6 2-16,5 0 16,9 2-16,-11-2 15,11 2-15,0 0 16,0 0-16,0 0 16,26 13-16,7-7 15,2 0 1,-2-3-16,-5 0 15,-2 1-15,-7 1 16,-3 6-16,-6-4 16,-5 2-16,-5 13 15,-3-9-15</inkml:trace>
  <inkml:trace contextRef="#ctx0" brushRef="#br0" timeOffset="7582.9">14260 6541 0,'0'0'0,"4"-3"0,-4 3 0,0 0 15,14-14-15,-7 5 16,-5-4-16,-7 0 16,-7-2-16,-9 1 15,-11 4-15,3 8 16,1 10 0,4 9-16,4 6 0,-1 3 15,6 6 1,6-5-16,10 9 15,8-9-15,4-5 16,10-4-16,-1-9 16,5-3-16,0-12 15,-2-2-15,-3-5 16,-7-1-16,-6 3 16,-4 3-16,-5 8 15,5-10 1,-5 10-16,0 0 15,0 0-15,0 0 16,0 0-16,-17 29 16,1 6-16,2-3 15,-1 3-15,3 2 16,2 2-16,5 7 16</inkml:trace>
  <inkml:trace contextRef="#ctx0" brushRef="#br0" timeOffset="8899.48">14534 6646 0,'0'0'0,"0"0"0,0 0 15,0 0-15,2 2 16,-2-2-1,14 17-15,13 6 16,15 11-16,3-2 16,-4-6-16,-3-4 15,-3-3-15,-4-3 16,-4-5-16,3-22 31,-3-19-31,-7-20 16,-12-2-16,-7 25 15,-6 5-15,0 6 16,-1 5 0,1 5-16,5 6 15,-18-3-15,-2 10 16,-11 10-16,-6 11 16,-3 11-16,3 3 15,7 0-15,5 2 16,6-9-16,4-3 15,6-3 1,3-8-16</inkml:trace>
  <inkml:trace contextRef="#ctx0" brushRef="#br0" timeOffset="9182">15106 6708 0,'3'0'0,"-3"0"16,21 1-16,7-2 15,4 1-15,-1 0 16,-2 7-16,-2 13 16,-9 4-16,-8 7 15,-11 4-15,-11 7 16,-9-3-1,-8 1-15,2-5 16,2-7-16,7-6 16,7-5-16,9-2 15,9-3-15,11-2 16,22-4-16</inkml:trace>
  <inkml:trace contextRef="#ctx0" brushRef="#br0" timeOffset="10349.23">10694 6929 0,'0'0'0,"0"0"16,8-2 0,4-1-16,12-2 15,3-1-15,-2 3 16,-5 4-16,-5 5 16,-4 7-16,-6 7 15,-4 6-15,-5 4 16,-1 0-16,0-3 15,0-5-15,0-3 16,1-3 0,1-5-16,5-2 15,8-1-15,9-2 16,13-3-16,11-10 16,3-10-16,-1-10 15</inkml:trace>
  <inkml:trace contextRef="#ctx0" brushRef="#br0" timeOffset="10499.16">11113 6797 0,'0'0'0,"0"0"16,0 3-16,0 7 15,2 13-15,5 8 16,8 3-16,8-5 15,-2-6-15</inkml:trace>
  <inkml:trace contextRef="#ctx0" brushRef="#br0" timeOffset="10681.97">11354 6844 0,'0'0'0,"0"0"16,0 0-16,-1 4 15,-5 11-15,-12 21 16,-11 18 0,-2 3-16,1-3 15,4-5-15</inkml:trace>
  <inkml:trace contextRef="#ctx0" brushRef="#br0" timeOffset="11149.34">14032 7517 0,'0'0'0,"4"0"15,-4 0-15,29-7 16,-1-2-16,1-1 16</inkml:trace>
  <inkml:trace contextRef="#ctx0" brushRef="#br0" timeOffset="11465.88">13833 7650 0,'0'0'0,"6"-2"0,-6 2 16,34-6-1,3 3-15,-1 1 16,1 0-16,-5 2 16,-5 0-16,-6-1 15</inkml:trace>
  <inkml:trace contextRef="#ctx0" brushRef="#br0" timeOffset="11832.03">14612 7424 0,'0'0'0,"0"0"0,0 0 16,0 0-16,-1 3 15,1-3-15,-3 8 16,-1 5-16,-5 7 16,-2 5-1,0-2-15,2-1 16,4 0-16</inkml:trace>
  <inkml:trace contextRef="#ctx0" brushRef="#br0" timeOffset="12315.91">14967 7520 0,'0'0'0,"0"0"16,2-4-16,-2 4 16,4-8-16,-4 8 15,-2-7-15,-10 3 16,-5 2-16,-1 3 15,3 4-15,7 5 16,6 6-16,8 9 16,14 9-16,5 3 15,5-1 1,-5-7-16,-6-7 16,-6-7-16,-5-6 15,-2-1-15,-3-3 16,-4 2-16,-5 2 15,-5-2-15,-5-3 16,1-4-16,2-2 16,2-6-16,4-9 15,5-9-15,9-12 16,11-4 0,3 0-16,0 3 15,0 4-15,-5 8 16,-5 9-16,-3 6 15,-8 12-15,4-9 16,-4 9-16,-15-3 16,-3 3-16,1 5 15,6 1 1,11-6-16,-7 9 16</inkml:trace>
  <inkml:trace contextRef="#ctx0" brushRef="#br0" timeOffset="12782.7">15276 7356 0,'0'0'0,"-3"-2"0,3 2 16,-34-20-16,-22-11 16,-22-3-16,-21 12 15,-1 3-15,-3 11 16,9 9-16,8 9 15,9 7-15,11 9 16,9 4-16,8 9 16,12 7-16,10 1 15,16 9 1,14 2-16,22 11 16,22 3-16,19-4 15,14-9-15,75 9 31,-14-25-31,12-17 16,-36-28-16,-45-19 16,6-18-16,-10 2 15,-12-15 1,-12-5-16,-10-6 16,-11-10-16,-15-7 15,-23-13-15,-28-4 16,-41-6-16,-31 14 15,-16 16-15,2 15 16,11 9-16,24 19 16,8-3-16</inkml:trace>
  <inkml:trace contextRef="#ctx0" brushRef="#br0" timeOffset="13383.26">14482 5052 0,'0'0'0,"-1"-4"0,1 4 16,-2-17-16,0 5 15,0 2-15,1 2 16,1 8 0,-11-9-16,-23 5 15,-31-3-15,-22 10 16,-3 13-16,5 5 15,-1 13-15,9 10 16,1 8-16,7 17 16,10 17-16,14-2 15,15 36-15,15-26 16,19 32 0,7-22-16,26-4 15,22 7-15,75-15 31,29-39-31,4-44 16,-23-35-16,-53-20 16,24-30-16,-24 0 15,-3-23-15,-14 6 16,-15-13-16,-18 4 16,-26-5-1,-33-4-15,-51-10 16,-71 2-16,-45 34 15,-39 31-15,-33 32 16,-18 35-16</inkml:trace>
  <inkml:trace contextRef="#ctx0" brushRef="#br0" timeOffset="31331.79">8264 1393 0,'0'0'0,"0"0"0,0 0 0,0 0 16,3-1-16,9-2 15,12-4-15,11 0 16,0-2-16,-3 2 16,0-1-16,-1 1 15,-4 1-15,-5 0 16,-6 2-1,-6 2-15,-10 2 16,0 0-16,10-1 16,-10 1-16,-14 23 15,-10 11-15,-8 4 16,3-4-16,3-6 16,7-6-16,4-6 15,5-3-15,4-1 16,6 1-1,4 3-15,7 3 16,7 1-16,8 0 16,6-1-16,1 1 15,-4-5-15,-6-4 16,-4-2-16,-5-3 16,-4-1-16,-10-5 15,12 6-15,-12-6 16,-9 15-1,-14 2-15,-15 4 16,-9-3-16,-3-4 16,-1-2-16,8-2 15,8-3-15,10-3 16,8-1-16,7-2 16,10-1-16,-12-2 15</inkml:trace>
  <inkml:trace contextRef="#ctx0" brushRef="#br0" timeOffset="31731.81">8741 1378 0,'0'0'0,"0"0"0,0 0 0,0 0 0,0 0 15,3 4-15,5 5 16,7 7-16,6 5 15,4 2 1,5-2-16,1 0 16,3-1-16,1 0 15,-1 0-15,-1-2 16,-3-1-16,-1 1 16,-2-2-16,-3-4 15,-9-3-15,-15-9 16</inkml:trace>
  <inkml:trace contextRef="#ctx0" brushRef="#br0" timeOffset="32031.67">9035 1405 0,'0'0'0,"0"0"0,0 0 16,0 0-16,-3 6 16,-5 8-16,-5 12 15,-3 4-15,1-1 16,-3 3-16,3-3 16,1-3-16,1-2 15,0 0-15,1-2 16,1-1-1,1-3-15,2-3 16,2-2-16,3-2 16,3 0-16,2-2 15</inkml:trace>
  <inkml:trace contextRef="#ctx0" brushRef="#br0" timeOffset="32799.01">9424 1384 0,'0'0'0,"0"0"16,0 0-16,0-2 16,0 2-16,0 0 15,0 0-15,0 0 16,0 0-16,0 0 15,15-10 1,9 0-16,10-3 16,2 3-16,-2 2 15,-1 2-15,-3 2 16,-3 1-16,-4 4 16,-2 4-16,-4 3 15,-5 3-15,-5 3 16,-5 5-16,-6 4 15,-4 2-15,-3-1 16,-3-1-16,2-6 16,2-2-1,3-5-15,2-3 16,5-7-16,-7 11 16,7-11-16,3 15 15,9-3-15,8 3 16,6-1-16,2-1 15,-3-4-15,-2 0 16,-2-1 0,-5-2-16,-1 0 15,-5-2-15,-10-4 16,12 5-16,-12-5 16,0 0-16,-6 10 15,-20 1-15,-17 1 16,-4-1-16,3-5 15,1-2-15,4-2 16,0-3 0,1-1-16</inkml:trace>
  <inkml:trace contextRef="#ctx0" brushRef="#br0" timeOffset="36931.62">10109 1605 0,'0'0'0,"0"0"0,0 0 0,4 0 0,-4 0 15,24 0-15,-4 0 16,6 0-16,5 0 15,5 0-15,2 0 16,3 0-16,1 0 16,4 0-16,0 0 15,-2 0-15,-3-3 16,-1 1-16,0-1 16,-1 0-1,-4 0-15,-4 0 16,-2 2-16,-4-1 15,-6-1-15,-4 1 16,-15 2-16,15-4 16,-15 4-16,0 0 15,0 0-15,7-6 16,-7 6-16,-9-11 16,-4 3-1,-3-1-15,-2-1 16,-1 2-16,2 1 15,3 0-15,3 4 16,11 3-16,-13-6 16,13 6-16,0 0 15,0 0-15,0 0 16,0 0-16,0 0 16,0 0-1,26 9-15,1 0 16,1-1-16,3 1 15,-1-1-15,-2 2 16,-3 6-16,-5 0 16,-5 0-16,-3-1 15,-5 1-15,-3 3 16,-5 1-16,-6 2 16,-3 2-1,-7 1-15,-3-1 16,-3-1-16,3-5 15,5-5-15,3-2 16,4-4-16,8-7 16,-11 8-16,11-8 15,0 0-15</inkml:trace>
  <inkml:trace contextRef="#ctx0" brushRef="#br0" timeOffset="38831.73">11598 1454 0,'0'0'0,"0"0"0,0 0 16,0 0-1,0 0-15,-3 0 16,3 0-16,0 0 16,0 0-16,28-3 15,11-2-15,6 1 16,2 0-16,-1 2 16,-1-1-16,-7 3 15,-5 0-15,-7 3 16,-7 0-1,-7 1-15,-12-4 16,11 11-16,-12 3 16,-12 10-16,-8 9 15,-7 2-15,0-7 16,5-3-16,4-7 16,6-4-16,6-6 15,1-1-15,5 3 16,8 2-1,7 6-15,12 3 16,12-2-16,2 0 16,-1-3-16,-4-3 15,-7-3-15,-6-2 16,-7-2-16,-4-2 16,-11-4-16,11 6 15,-11-6-15,-4 8 16,-10 2-1,-14 3-15,-8-3 16,-3-5-16,-1 0 16,3-3-16,4 0 15,5-1-15,1-2 16,7-1-16,5-1 16,3-5-16</inkml:trace>
  <inkml:trace contextRef="#ctx0" brushRef="#br0" timeOffset="39098.81">12219 1476 0,'0'0'0,"0"0"0,0 0 16,3 4-16,4 6 15,9 9 1,5 7-16,3-1 16,1 0-16,0-1 15,0-2-15,0-2 16,1-2-16,1-1 16,0-1-16,-2-2 15,-2-2-15,-2-1 16</inkml:trace>
  <inkml:trace contextRef="#ctx0" brushRef="#br0" timeOffset="39382.24">12420 1499 0,'0'0'0,"0"0"16,0 0-1,0 0-15,-3 5 16,-7 11-16,-16 15 16,-12 13-16,1-4 15,-2 4-15,-2 1 16,4-4-16,0-1 16,6-2-16,7-1 15,5-2-15,7-7 16,6-4-1</inkml:trace>
  <inkml:trace contextRef="#ctx0" brushRef="#br0" timeOffset="39631.78">12621 1496 0,'0'0'0,"0"0"16,0 0-16,0 0 15,3 4-15,6 6 16,5 10-16,-2 14 16,-5 5-16,-4 7 15,-4 1-15,-3 1 16,-5-1-16,-3 3 15,-1-1 1,2-6-16</inkml:trace>
  <inkml:trace contextRef="#ctx0" brushRef="#br0" timeOffset="40198.53">13277 1642 0,'0'0'0,"0"0"16,0 0-16,11 3 16,17 0-16,15 3 15,8-2-15,4-2 16,0-2-16,5-3 15,1-1 1,-5-2-16,-1-2 16,-7-1-16,-2-1 15,-5-1-15,-6 2 16,-6-4-16</inkml:trace>
  <inkml:trace contextRef="#ctx0" brushRef="#br0" timeOffset="40498.87">13692 1455 0,'0'0'0,"0"0"16,0 0-16,0 0 15,-3 4-15,-6 6 16,-6 9-16,0 9 15,1-1-15,3 1 16,3 3 0,1 0-16,2 3 15,4-5-15,1-3 16,0-2-16,2-1 16,-1 2-16,2 0 15,0 1-15,-1-7 16</inkml:trace>
  <inkml:trace contextRef="#ctx0" brushRef="#br0" timeOffset="41481.83">14465 1346 0,'0'0'0,"0"0"0,0 0 15,-1 3-15,0 4 16,-1 7-16,0 5 15,0 4-15,1 1 16,1-1-16,0 1 16,0 0-16,0 1 15,0 3 1,0 2-16,0 1 16,-1 0-16,-2 0 15,0-3-15,0-3 16</inkml:trace>
  <inkml:trace contextRef="#ctx0" brushRef="#br0" timeOffset="41781.69">14685 1478 0,'0'0'0,"0"0"16,0 0-16,0 0 16,7 5-1,8 6-15,9 7 16,2 6-16,3 2 16,1 3-16,-2-2 15,-2-2-15,-5-4 16,-1-4-16,-2-2 15,-1-5-15,-2-4 16,0-3-16,0-3 16</inkml:trace>
  <inkml:trace contextRef="#ctx0" brushRef="#br0" timeOffset="42065.16">14981 1507 0,'0'0'0,"0"0"0,0 0 16,0 0-16,-3 3 15,-4 4 1,-9 8-16,-8 7 16,-2 5-16,-2 0 15,1-2-15,0-1 16,1 1-16,2-4 15,3-3-15,2-2 16,2-2-16,5-3 16,2-3-16</inkml:trace>
  <inkml:trace contextRef="#ctx0" brushRef="#br0" timeOffset="42665.01">15241 1505 0,'0'0'0,"3"-1"0,-3 1 15,18-6-15,4 2 16,4 2-16,2 4 15,2 2-15,1 3 16,2 1-16,-2 1 16,-4-1-16,-4-1 15,-2 0 1,-1-2-16,-3-1 16,-1 2-16,-1 5 15,-2 4-15,-5 2 16,-4 3-16,-8 1 15,-8 2-15,-7 1 16,-3-3-16,-2-3 16,4-4-1,1-2-15,2-2 16,3-4-16,3 0 16,11-6-16,-13 5 15,13-5-15,0 0 16,0 0-16,0 0 15,-3 10-15,11 1 16,10 4-16,6 2 16,-1-2-1,2 0-15,-1-3 0,-4-2 16,-4-2 0,-4-2-16,-12-6 15,12 7-15,-12-7 16,0 0-16,-2 10 15,-23-5-15,-29 5 16,-13-4-16,-2-5 16,-2-1-16,-10-8 15</inkml:trace>
  <inkml:trace contextRef="#ctx0" brushRef="#br0" timeOffset="44349.17">11647 2026 0,'0'0'0,"0"0"0,0 0 16,0 0-16,0 0 16,3 3-1,-3-3-15,14 6 16,5-2-16,11 1 15,10-3-15,8-3 16,2-4-16,5-1 16,2-2-16,3 0 15,4 0-15,-1 0 16,5 0 0,3 3-16,-1 3 15,2 3-15,2 1 16,-7 2-16,0-1 15,-5-1-15,-3 1 16,-6 0-16,-4-1 16,-7 0-16,-4-1 15,-9 0-15,-8 0 16,-5-1-16,-7 2 16,-9-2-1,0 0-15</inkml:trace>
  <inkml:trace contextRef="#ctx0" brushRef="#br0" timeOffset="45698.93">8275 2009 0,'0'0'0,"0"0"0,3-1 16,9-7-16,24-10 15,19 0 1,7 2-16,8 1 15,5 2-15,10-2 16,4 0-16,7-2 16,-1 1-16,4 0 15,2-1-15,0 1 16,1 0-16,-6 1 16,-8 0-16,-3 4 15,-11 4-15,-8 3 16,-7 0-1,-10 1-15,-6 0 16,-9 2-16,-3 0 16,-6 1-16,-2-1 15,-4 0-15,-4 0 16,0 0-16,-2 0 16,-13 1-16</inkml:trace>
  <inkml:trace contextRef="#ctx0" brushRef="#br0" timeOffset="46514.99">10664 538 0,'0'0'0,"-1"-1"0,1 1 0,0 0 15,-11-9-15,-5-2 16,-13 0-16,-10 2 16,-8 3-16,0 6 15,3 2-15,2 3 16,3 2-16,1 5 16,4 3-16,2 5 15,4 5-15,5 2 16,6 7-1,9 1-15,9 2 16,8-3-16,12-4 16,9-5-16,8-10 15,4-9-15,12-15 16,3-7-16,6-9 16,0-6-16,-7-2 15,-4-1-15,-7 2 16,-9 5-1,-6 3-15,-7 5 16,-6 5-16,-6 4 16,-11 10-16,7-7 15,-7 7-15,0 0 16,1 20-16,-9 16 16,-11 16-16,-11 7 15,-9 10-15,-9 4 16,-4 5-1,-3 1-15,1 0 16,-4 5-16,3-5 16</inkml:trace>
  <inkml:trace contextRef="#ctx0" brushRef="#br0" timeOffset="52099.65">12576 2378 0,'0'0'0,"0"0"0,0 0 0,0 0 16,-2-1-16,2 1 16,-17-1-16,-7 3 15,-10 9-15,-5 4 16,1 6 0,1 3-16,3 4 15,6 0-15,5 0 16,5 1-16,5-2 15,4 1-15,5 0 16,10 3-16,8 0 16,12 0-16,9-4 15,6-5-15,0-6 16,-2-6-16,-3-9 16,-5-4-16,-6-4 15,-5-2 1,-6 0-16,-4-1 15,-5-2-15,-4 0 16,-7-4-16,-8-2 16,-11 0-16,-7 5 15,-2 6-15,0 4 16,4 7-16,5 1 16,5 4-1,4-1-15,8 0 16,8-8-16</inkml:trace>
  <inkml:trace contextRef="#ctx0" brushRef="#br0" timeOffset="53698.24">13101 2122 0,'0'0'0,"-2"-1"0,2 1 0,-20-12 0,-5-1 16,-9-2-16,-6-2 15,-7 0 1,-10-1-16,-4 5 16,-4 4-16,-6 5 15,6 3-15,-3 4 16,-1 4-16,5 6 16,-3 6-16,7 5 15,0 6-15,4 3 16,2 4-1,5 2-15,2 1 16,8 1-16,7-2 16,7 2-16,6-4 15,5 4-15,8-1 16,8 2-16,9-2 16,11 0-16,10 2 15,16-1-15,8 1 16,8-7-1,5-6-15,-1-5 16,6-6-16,3-4 16,10 0-16,-1-6 15,-1-3-15,4-4 16,-7-2-16,0-2 16,-2-7-16,-9-4 15,3-7-15,-7-5 16,-3-5-1,-6-3-15,-7-1 16,-8-3-16,-9 1 16,-8-3-16,-14-6 15,-10-3-15,-14-7 16,-15-3-16,-21-3 16,-20 2-1,-16 5-15,-10 8 16,-4 11-16,-2 9 15,4 6-15,3 11 16,5 5-16,9 5 16,6 6-16,5 0 15,9 2-15,14 0 16</inkml:trace>
  <inkml:trace contextRef="#ctx0" brushRef="#br0" timeOffset="55681.43">10900 1053 0,'0'0'0,"0"0"15,0 0-15,0 0 16,0 0-16,0 0 16,0 1-1,0-1-15,0 0 16,2 7-16,-2-7 16,0 0-16,0 0 15,6 8-15,-6-8 16,9 6-16,1 0 15,6 0-15,11-3 16,13-6 0,22-10-16,24-18 15,31-17-15,28-15 16,14-9-16</inkml:trace>
  <inkml:trace contextRef="#ctx0" brushRef="#br0" timeOffset="64098.56">6376 7820 0,'0'0'0,"0"0"0,0 0 0,0 0 0,0 0 15,0 0-15,0 0 16,2 0-16,-2 0 15,10-1-15,2 0 16,3-1 0,5-3-16,3-1 15,0-2-15,1 0 16,3 0-16,1-1 16,-1 1-16,1-1 15,1 1-15,4 3 16,4 0-16,0 2 15,1 1-15,-3 2 16,-2 2-16,2 1 16,-2 3-1,-1-1-15,-2 2 16,-1-1-16,-1 0 16,-1 1-16,-2 1 15,0-1-15,-3 1 16,1-2-16,0 1 15,5 1-15,0-3 16,-3 1 0,-2-2-16,-2 0 15,-1-1-15,3 0 16,0 1-16,2-2 16,-1 2-16,-3-1 15,-3-1-15,-1-1 16,-1 1-16,-1 0 15,1-1-15,2-1 16,3 0-16,1 0 16,1-1-1,-2-1-15,-4 0 16,1 1-16,-2-1 16,1 1-16,-1-1 15,1 0-15,5 0 16,0 1-16,-1 0 15,1-1-15,-4 0 16,-1 1-16,0-1 16,1 0-1,1 1-15,6-2 16,3 1-16,1 0 16,-3 1-16,-3 0 15,1 1-15,2-1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0:54:04.1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12095 3517 0,'0'0'0,"0"0"0,0 0 0,0 0 15,0 0-15,0 0 16,0 0-16,0 0 16,0 0-16,7 0 15</inkml:trace>
  <inkml:trace contextRef="#ctx0" brushRef="#br0" timeOffset="750.67">12135 3991 0,'0'0'0,"0"0"16,0 0-16,0 0 16,2 3-16,-2-3 15</inkml:trace>
  <inkml:trace contextRef="#ctx0" brushRef="#br0" timeOffset="2866.61">4040 5803 0,'0'-1'0,"4"-6"0,2-10 15</inkml:trace>
  <inkml:trace contextRef="#ctx0" brushRef="#br0" timeOffset="7000.64">12582 5694 0,'0'0'0,"0"0"0,0 0 16,0 0-16,0 2 16,0-2-16,0 0 15,0 0-15,0 0 16,1 6-16,-1-6 15,0 0-15,0 0 16,0 0-16,0 0 16,0 0-16,0 0 15,12 5 1,2-5-16,10-6 16,12-10-16,9-7 15,1-5-15,-2-3 16,-3 1-16,-4 1 15,-4 2-15,-1 2 16,-2 2-16,-4 2 16,-3 3-16,-3 4 15,-5 1-15,-2 4 16,-3 2 0,-10 7-16,12-8 15,-12 8-15,0 0 16,0 0-16,0 0 15,10-4-15,-10 4 16,0 0-16,0 0 16,3-7-16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0:55:05.6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13500 4115 0,'0'0'0,"0"0"0,1 1 16,-1-1-16,0 0 16,8 10-16,-2-3 15,0 1-15,3 3 16,1 2 0,3 1-16,-1 1 15,2 2-15,0 1 16,0-2-16,1 3 15,0 1-15,0 1 16,0-2-16,-1-1 16,-3-2-16,2 1 15,-2-2-15,0 0 16,-3-2-16,1-2 16,-3-2-16,-1-2 15,-5-7 1,7 11-16</inkml:trace>
  <inkml:trace contextRef="#ctx0" brushRef="#br0" timeOffset="301.16">13968 4155 0,'0'0'0,"0"0"0,0 0 15,0 0-15,-4 3 16,-5 4-16,-7 4 16,-4 6-16,-3 5 15,0 3 1,2 2-16,2 0 15,2 0-15,3-1 16,3-1-16,2-3 16,1-2-16,1-1 15</inkml:trace>
  <inkml:trace contextRef="#ctx0" brushRef="#br0" timeOffset="633.66">13722 4561 0,'0'0'0,"0"0"0,0 0 15,0 5-15,0 2 16,-1 3-1,-1 5-15,1 2 16,0 3-16,0 4 16,0 0-16,1 2 15,0-1-15,1-2 16,0-2-16,1-2 16,1 0-1,1-1-15,1 0 16,2 0-16,0-1 15</inkml:trace>
  <inkml:trace contextRef="#ctx0" brushRef="#br0" timeOffset="19617.56">5918 2262 0,'0'0'0,"7"0"0,4 0 15,16 0-15,9 1 16,5 4-16,4-1 16,2 0-16,4 0 15,3 0-15,7-3 16,1-2-1,2-3-15,-1-1 16,5-1-16,-2 0 16,-2 0-16,4 0 15,-5 1-15,0 1 16,-2-1-16,-3-1 16,-4 1-16,-4-2 15,-5 2-15,-2-2 16,-3 2-1,-4 0-15,-5 1 16,-4 0-16,-4 2 16,-4-1-16,-4 1 15,-4 1-15,-11 1 16,15-2-16,-15 2 16,0 0-16,0 0 15,10 1-15,-10-1 16,0 0-16,0 0 15,0 0 1,0 0-16,0 0 16,0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0-16,0 0 15,0 0 1,0 0-16,0 0 16,0 0-16,0 0 15,0 0-15,0 0 16,0 0-16,0 0 16,0 0-16,0 0 15,0 0-15,0 0 16,10-1-16,-10 1 15,0 0-15,0 0 16,0 0 0,0 0-16,0 0 15,0 0-15,0 0 16,0 0-16,0 0 16,0 0-16,0 0 15,0 0-15,0 0 16,0 0-16,0 0 15,0 0 1,0 0-16,9-3 16,-9 3-16,0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16,8-6-16,-8 6 16,0 0-16,1-7 15,-1 7-15,2-8 16,-2 8-16</inkml:trace>
  <inkml:trace contextRef="#ctx0" brushRef="#br0" timeOffset="23717.14">12895 2207 0,'0'0'0,"0"0"15,3 0-15,-3 0 16,24 2-16,0 0 16,4 2-1,5-1-15,-2 0 16,7 1-16,2-2 15,1-2-15,1-2 16,-2-4-16,2 0 16,0 0-16,-1-1 15,-1 1-15,0 1 16,-1 0 0,0 3-16,-3 2 15,-3 1-15,-2 1 16,-1 0-16,1 0 15,-2-1-15,-2 2 16,-4-1-16,-2 0 16,-2-1-16,1 1 15,1 0-15,3 0 16,0-1 0,2 1-16,-3-1 15,-1 1-15,-1-1 16,-2 1-16,0 0 15,0-1-15,0 0 16,-1-2-16,0 0 16,-2-1-16,-1 0 15,-1 1-15,1-1 16,0 1-16,3-1 16,0 1-1,3-1-15,1-1 16,2 1-16,-3 1 15,-1-1-15,-1 1 16,0 0-16,2 1 16,0 0-16,2 1 15,2-1-15,-1 1 16,1 1 0,-4-1-16,-1 1 15,-3 0-15,-1 0 16,-1-1-16,-1 1 15,-2-1-15,-12-1 16,17 1-16,-17-1 16,0 0-16,11 0 15,-11 0-15,0 0 16,0 0 0,0 0-16,0 0 0,10 0 15,-10 0 1,0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 0,0 0-16,0 0 0,0 0 15,0 0 1,0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0-1,0 0-15,0 0 16,0 0-16,0 0 15,0 0-15,0 0 16,0 0-16,0 0 16,0 0-16,0 0 15,0 0-15,2-6 16,-2 6-16,0 0 16,4-9-16,-4 9 15,6-14 1</inkml:trace>
  <inkml:trace contextRef="#ctx0" brushRef="#br0" timeOffset="26649.85">14654 1618 0,'0'0'0,"0"0"0,-2-3 0,2 3 15,-8-15-15,2 3 16,-1 0-16,1-3 15,-1-2-15,0-3 16,0-4 0,0 0-16,-1 0 15,-1-3-15,-7-3 16,-6-4-16,-7-6 16,-4 0-16,-9-5 15,-6 0-15,-5 2 16,-11-1-16,-7 1 15,-2 2-15,-3 0 16,0 2 0,-3 2-16,-8 4 15,-7 3-15,-4 2 16,-7 5-16,-1 4 16,-5 5-16,7 8 15,-1 7-15,4 5 16,6 5-16,-1 5 15,12 4-15,-1 4 16,10 0 0,4 5-16,7 0 15,8 2-15,7 1 16,9-4-16,6 1 16,5-2-16,6-2 15,2 0-15,5-1 16,3-3-16,2-1 15,2-4-15,1 0 16,1-3 0,2-2-16,0-3 15,5-8-15,-5 10 16,5-10-16,0 0 16,0 0-16,-11 2 15,11-2-15,-18-19 16,8 0-16,0-3 15,2 0-15,1 4 16,2 5-16,2 4 16,1 2-1,2 7-15,0 0 16,0 0-16,-22 9 16,-4 14-16,-3 13 15,3 2-15,7 1 16,6-1-16,9-4 15,11 0-15,13-1 16,17 0-16</inkml:trace>
  <inkml:trace contextRef="#ctx0" brushRef="#br0" timeOffset="55033.27">12947 5068 0,'0'0'0,"0"0"0,0 0 0,0 2 16,0-2-16,0 0 15,4 6-15,6 1 16,19 2-16,14 0 15,6-6 1,2-3-16,-4-3 16,-6 1-16,-6-3 15,-7 1-15,-10-1 16,-7 2-16,-11 3 16,0 0-16,-3-14 31,-21 3-31,-8 9 15,11 5 1,10 2-16,0 3 16,3-2-16,2 2 15,1 1-15,0 6 16,-1 4-16,1 4 16,1 3-16,0 1 15,3 0-15,1 4 16,0 2-16,0 0 15,0-4 1,-1-6-16,0-8 16,-2-3-16</inkml:trace>
  <inkml:trace contextRef="#ctx0" brushRef="#br0" timeOffset="55233.11">12939 5462 0,'0'2'0,"0"-2"0,0 0 16,0 7-16,0-7 15,7 8-15,11-6 16,20-2-16,14-6 16,-2 0-16,4-4 15,-4-2-15,-6 3 16</inkml:trace>
  <inkml:trace contextRef="#ctx0" brushRef="#br0" timeOffset="55783.07">13492 5386 0,'0'0'0,"0"0"0,0 0 16,0 0-16,0 0 16,10 1-16,15-1 15,16 0-15,5 0 16,0 0-16,-1-1 16,-5 0-16,-7-4 15,-6-1-15,-9 2 16,-6 1-16,-12 3 15,13-5 1,-13 5-16,0 0 16,0 0-16,6-6 15,-6 6-15,-5-10 16,-1-1-16,-1 1 16,3 3-16,4 7 15,-6-8-15,6 8 16,0 0-16,0 0 15,0 0 1,0 0-16,0 0 16,0 0-16,16-6 15,-4 8-15,-2 2 16,-3 3-16,0 3 16,-3 5-16,-3 4 15,-5 0-15,-9 0 16,-5 3-16,-6-1 15,0-4 1,1-5-16,8-4 16</inkml:trace>
  <inkml:trace contextRef="#ctx0" brushRef="#br0" timeOffset="56350.29">14259 5167 0,'0'0'0,"0"0"16,0 0-16,0 0 15,0 0-15,-4 0 16,-8 2-16,-9 1 15,-4 0-15,-4 0 16,1 1 0,5 3-16,4 4 15,6 2-15,2 1 16,0 3-16,3-1 16,5 0-16,6 5 15,9 2-15,6 3 16,10 0-16,3-4 15,3 0 1,-1-1-16,-4-3 16,-1-2-16,-5-2 15,-4 1-15,-8 2 16,-5-1-16,-7 1 16,-6 3-16,-12 0 15,-9-1-15,-10-4 16,0-2-16,1-2 15,2-4-15,8-1 16,1-6 0,8-1-16,2-3 15,3 0-15,13 4 16,-18-11-16,16 5 16,3-7-16</inkml:trace>
  <inkml:trace contextRef="#ctx0" brushRef="#br0" timeOffset="56999.62">14489 5368 0,'0'0'0,"0"0"0,0 1 16,0-1-16,0 0 15,9 8-15,9 0 16,16-1-16,9-3 15,4-2 1,-1-3-16,1-2 16,-4-1-16,0-1 15,-6 0-15,-5 0 16,-9 0-16,-9 3 16,-4-1-16,-10 3 15,0 0-15,12-3 16,-12 3-16,0 0 15,0 0-15,0 0 16,-5-9 0,5 9-16,-8-7 15,8 7-15,0 0 16,-4-6-16,4 6 16,0 0-16,0 0 15,0 0-15,0 0 16,0 0-16,13-6 15,-13 6-15,17 2 16,-17-2 0,15 11-16,-10 0 15,-3 6-15,-5 4 16,-5 1-16,-5 1 16,-4-3-16,-2-6 15,0-4-15,6-4 16,13-6-16</inkml:trace>
  <inkml:trace contextRef="#ctx0" brushRef="#br0" timeOffset="57466.65">15366 5253 0,'0'0'0,"0"2"0,0-2 16,0 0-1,-5 11-15,-1 1 16,-1 5-16,-3 7 16,-2-2-16,0 2 15,0-3-15,3-3 16,1-2-16,2-5 15,2-1-15,2-2 16,1-1-16,3 0 16,9 3-1,6 3-15,7-1 16,4-5-16,2-4 16,0-4-16,-1-4 15,-5-5-15,-4-3 16,-6-2-16,-3-2 15,-7-1-15,-11-13 16,-22-15 0,-37-15-16,-11 4 15,8 14-15,8 11 16,10 11-16,5 5 16,3 5-16,4 2 15,3 4-15</inkml:trace>
  <inkml:trace contextRef="#ctx0" brushRef="#br0" timeOffset="60116.4">13722 6319 0,'0'0'0,"0"0"16,0 0-16,0 1 16,0-1-16,-3 19 15,1 7-15,1 8 16,2 8 0,0-10-16,0-3 15,0-7 1,0-5-1,-1-4-15,0-13 16,0 7-16,0-7 16,0 0-16,-7-7 15,-4-6-15,-4-11 16,-1-4 0,4-3-16,0-3 15,5-2-15,2-8 16,6-2-16,5 2 15,5 4-15,6 4 16,4 3-16,3 8 16,3 5-16,4 9 15,1 6-15,-2 11 16,-4 8 0,-6 2-16,-5 4 15,-12 8-15</inkml:trace>
  <inkml:trace contextRef="#ctx0" brushRef="#br0" timeOffset="60583.03">13463 6482 0,'0'0'0,"0"0"0,6-1 15,7-1-15,15-2 16,10 1-16,7-1 16,-1 0-16,-1 1 15,6-3-15,-11-3 16,5-13-16,-4-5 16,-7-1-1,12-5-15,-12 11 16,6 0-16,-5 3 15,-13 8-15,-5 2 16,-5 2-16,-10 7 16,0 0-16,0 0 15,0 0-15,0 0 16,-6 20-16,-10 5 16,-3 3-1,0-2-15,-2 4 16,1-2-16,2 2 15,7 0-15,4 1 16,7-3-16,10-3 16,9-6-16,9-4 15,3-6-15,12-17 16</inkml:trace>
  <inkml:trace contextRef="#ctx0" brushRef="#br0" timeOffset="60933.13">14216 6308 0,'0'0'0,"1"2"15,-1-2-15,9 14 16,0 4-16,9 8 16,2 2-16,0-3 15,2-1 1,-4-6-16,-1-5 15,-2-3-15,4-4 16,-2-3-16,-2-6 16,-6-7-16,-6-6 15,-5-4-15,0-2 16,-3 5-16,1 4 16,-6 3-1,-6 6-15,-4 3 16,-7 6-16,-6 12 15,-2 4-15,1 7 16,2 4-16,6-4 16,6-4-16,7-7 15,6-6-15</inkml:trace>
  <inkml:trace contextRef="#ctx0" brushRef="#br0" timeOffset="61201.52">14520 6275 0,'0'0'0,"0"0"16,3 2-16,4 6 15,7 8 1,6 9-16,-3 5 15,0 3-15,-6 4 16,-2 0-16,-7 1 16,-6 0-16,-8-4 15,-12 6 1,-2-8 0,-10-5-16</inkml:trace>
  <inkml:trace contextRef="#ctx0" brushRef="#br0" timeOffset="61433.38">14743 6483 0,'0'0'0,"5"2"0,-5-2 0,24 9 16,4-1-1,5 2-15,0-7 16,-4-3-16,0-3 16,-4-2-16,1-5 15</inkml:trace>
  <inkml:trace contextRef="#ctx0" brushRef="#br0" timeOffset="61649.59">14866 6350 0,'0'0'0,"0"0"15,0 3-15,-1 6 16,-1 11-16,0 11 16,-1 6-16,1-1 15,2 1-15,0-4 16,3-4-1,4 7-15,0-5 16,-1-8-16,2-8 16</inkml:trace>
  <inkml:trace contextRef="#ctx0" brushRef="#br0" timeOffset="61917.21">15116 6282 0,'0'0'0,"0"0"0,0 0 15,0 0-15,0 0 16,1 1-16,6 7 16,10 10-16,11 13 15,7 7 1,4 1-16,1-3 15,1-2-15,-7-8 16,-4-7-16,4-12 31,-4-12-31</inkml:trace>
  <inkml:trace contextRef="#ctx0" brushRef="#br0" timeOffset="62133.55">15318 6275 0,'0'0'0,"-6"3"0,6-3 16,-24 23-16,-2 7 15,-1 9-15,-1 12 16,4 1-16,1-2 16,2-5-16,6-11 15,0-4 1,-3-2-16</inkml:trace>
  <inkml:trace contextRef="#ctx0" brushRef="#br0" timeOffset="67766.3">13699 6899 0,'0'0'0,"0"0"0,3 1 16,-3-1-16,18 6 15,1 1-15,10-1 16,9-1-16,7-1 15,6-1-15,4-1 16,5-2-16,7-2 16,1 0-16,7-2 15,1 2 1,0 0-16,0-1 16,-2 1-16,-5 1 15,-5-1-15,-8 1 16,-5 0-16,-5 1 15,-8 2-15,-7-1 16,-9 1-16,-8 0 16,-14-2-16,14 3 15,-14-3 1,0 0-16,-3 8 16,-10 2-16,-19 2 15,-12 0-15,-13-1 16,-8-5-16,-8-4 15,-10-1-15,-4-2 16,-6-2-16,-4 0 16,-2 0-1,3-1-15,8 2 16,11-1-16,15 2 16,15-1-16,15 2 15,12-1-15,8 1 16,12 0-16,-12 0 15,12 0-15,0 0 16,27-13 0,43-1-16,20 2 0,13 6 15,2 2 1,0 3-16,2 2 16,-5 1-16,-3 0 15,-2 4-15,-7-2 16,-2 4-16,-11 0 15,-8 2-15,-15-1 16,-13-2-16,-14-2 16,-11-3-1,-16-2-15,11 3 16,-11-3-16,-11 3 16,-37 4-16,-46-12 15,-7-3-15,-18-6 16,-6 1-16,-3-1 15,5 2-15,5 6 16,22 7-16,14 2 16,22 1-16,21 0 15,14-1 1,12-1-16,13-2 16,0 0-16,0 0 15,30-1-15,66-5 16,13-1-16,5 0 15,-7 0-15,-3 5 16,-2 3-16,-2 2 16,-4 4-16,-7 1 15,-8 1-15,-12 1 16,-15-3 0,-13-2-16,-15-2 15,-11-1-15,-15-2 16,9 3-16,-9-3 15,-14 5-15,-39 4 16,-38-8-16,-14-6 16,-12-4-16,-11 0 15,4 0-15,0 0 16,16 5 0,13 7-16,19 2 15,25 0-15,17-2 16,16-2-16,18-1 15,-12 2-15,12-2 16,27-4-16,62-12 16,25-3-16,0 1 15,4 10 1,-11 3-16,-2 2 16,-7 0-16,-2-1 15,-6 3-15,-9 2 16,-11 3-16,-12 2 15,-17-1-15,-14-1 16,-12-3-16,-15-1 16,0 0-16,1 10 15,-35 5-15,-42 1 16,-24-6 0,-16-10-16,-16-2 15,-9-5-15,-2 1 16,4 1-16,3 0 15,16 3-15,10 6 16,24 1-16,30-1 16,22-1-16,15-2 15,19-1-15,-12 1 16,12-1 0,36-19-16,60-20 15,36 23-15,-8-1 16,19 9-16,-23 3 15,5 3-15,-7 3 16,-5 3-16,-2 2 16,-14 1-16,-10 2 15,-16 0-15,-18-1 16,-17-1 0,-14-3-16,-10-2 15,-12-2-15,0 0 16,-5 10-16,-35 1 15,-42 1-15,-16-11 16,-12-4-16,-14-7 16,11 2-16,-5-1 15,17 2 1,7 1-16,16 3 16,15 6-16,18-1 15,16 0-15,12 0 16,17-2-16,-12 1 15,12-1-15,13-3 16,49-7-16,41-5 16,7 9-16,1 3 15,-1 1-15,-12 1 16,-7 0 0,-9 3-16,-9 0 15,-11 1-15,-14 0 16,-13 1-16,-14-2 15,-10-1-15,-11-1 16,0 0-16,-15 13 16,-44 4-16,-43-9 15,-12-6-15,-19-7 16,0-1 0,3 0-16,10 1 15,20 1-15,19 4 16,22 3-16,19 1 15,17-1-15,11-2 16,12-1-16,0 0 16,43-12-16,52-5 15,12 6-15,7 7 16,2 0 0,0 5-16,-7 2 15,-7-1-15,-13 0 16,-13 0-16,-7 1 15,-14 0-15,-11 0 16,-15 0-16,-13 0 16,-16-3-16,0 0 15,0 0-15,-11 16 16,-40 3-16,-33-13 16,-8 1-1,-7-9-15,0-3 16,8 0-16,8 0 15,15 2-15,18 1 16,15 0-16,14 1 16,11 1-16,10 0 15,0 0-15,31 0 16,49 0-16,16 5 16,3 5-1,2 3-15,-9-1 16,-11 0-16,-7 0 15,-15-3-15,-11 1 16,-13 0-16,-15-5 16,-8-1-16,-12-4 15,0 11-15,-26 4 16,-47-6-16,-21-15 16,-8-5-1,-1-7-15,12 1 16,10 1-16,19 3 15,17 4-15,17 3 16,13 3-16,15 3 16,0 0-16,0 0 15,29-15-15,39 10 16,7 5-16,-2 3 16,-8 1-16,-10 3 15,-6-4 1,-9 2-16,-10-3 15,-8 0-15,-9-3 16,-13 1-16</inkml:trace>
  <inkml:trace contextRef="#ctx0" brushRef="#br0" timeOffset="96666.07">10659 6198 0,'0'0'0,"0"0"0,-2 1 15,2-1-15,0 0 16,0 0-16,0 0 15,-14 4-15,14-4 16,-18-4-16,5 0 16,-2 0-1,0 0-15,0 0 16,2 1-16,0 0 16,2-1-16,-3 4 15,-3 5-15,-2 5 16,1 6-16,0 6 15,1 5-15,2 4 16,3 6-16,4 2 16,0-2-1,2 1-15,3 0 16,1 0-16,0 2 16,1 2-16,1-3 15,1 1-15,1-1 16,-1 2-16,0-1 15,-1-2-15,1-4 16,-1-2-16,1 0 16,-1 1-16,1 0 15,0-1 1,0-2-16,-1-1 16,2 0-16,-2 2 15,1 3-15,0 1 16,0-1-16,-1-3 15,1-4-15,-1-2 16,0-4-16,0-3 16,0-6-16,0-4 15,0-8 1,0 8-16,0-8 16,0 0-16,0 0 15,0 0-15,0 0 16,21-4-16,0-2 15,3-2-15,-4 2 16,-3 2-16,-3 0 16,-4 2-1,-10 2-15,15-3 16,-15 3-16,0 0 16,0 0-16,11-2 15,-11 2-15,0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0-16,0 0 15,0 0-15,0 0 16,0 0 0,0 0-16,0 0 15,0 0-15,0 0 16,0 0-16,0 0 15,0 0-15,0 0 16,0 0-16,0 0 16,0 0-16,0 0 15,0 0 1,0 0-16,0 0 16,0 0-16,0 0 15,0 0-15,0 0 16,0 0-16,0 0 15,0 0-15,0 0 16,0 0-16,0 0 16,0 0-16,0 0 15,0 0-15,0 0 16,0 0 0,0 0-16,0 0 15,0 0-15,0 0 16,0 0-16,0 0 15,9-8-15,-7-8 16,2-10-16</inkml:trace>
  <inkml:trace contextRef="#ctx0" brushRef="#br0" timeOffset="98167.08">7859 7436 0,'0'0'0,"0"0"15,0 0-15,4 0 16,-4 0 0,27-5-16,2 2 15,7-2-15,6 4 16,1 1-16,-4 7 15,-2 5-15,-1 4 16,-6 4-16,-8 3 16,-5 2-16,-7 3 15,-8 4-15,-9 2 16,-6 0 0,-7-1-16,-1-7 15,-1-4-15,0-4 16,-1-6-16,-4-2 15,-1-4-15,0-3 16,4-3-16,4 0 16,4-2-16,4-2 15,2 0-15,10 4 16,-13-17-16,13-2 16,9-15-1,15-10-15,9-3 16,5 1-16,-3 7 15,0 5-15,-1 6 16,-1 9-16,-12 9 16</inkml:trace>
  <inkml:trace contextRef="#ctx0" brushRef="#br0" timeOffset="98732.82">8444 7275 0,'0'0'0,"0"0"0,0 0 16,3-1-1,-3 1-15,24-15 16,1-1-16,8-4 15,1 0-15,-3 0 16,-5 4-16,-5-1 16,-5 0-16,-5 2 15,-6 1-15,-4 3 16,-5 2-16,-7 2 16,-4 4-16,-4 4 15,2 5 1,3 4-16,1 3 15,3 3-15,4 6 16,4 5-16,5 2 16,6 1-16,3 2 15,2-4-15,2-2 16,0-1-16,-1-4 16,-1-2-16,-2-3 15,-1-2 1,-2-1-16,-3-1 15,-1 0-15,-1-3 16,-1 0-16,-3-3 16,0 1-16,-10 3 15,-13 4-15,-17 9 16,-10-3-16,0-3 16,1-1-16,-5-6 15</inkml:trace>
  <inkml:trace contextRef="#ctx0" brushRef="#br0" timeOffset="99067.04">7979 8127 0,'0'0'0,"5"-4"0,3-5 16,13-14-16,13-9 16,6-5-16,12-2 15,5-2-15,5 1 16,0 5-16,2 0 16,1 0-16,-1 0 15,2 0-15,2-2 16,-7 1-1,-3 4-15,-7 2 16,-12 8-16,-8 3 16,-8 2-16,-17 10 15</inkml:trace>
  <inkml:trace contextRef="#ctx0" brushRef="#br0" timeOffset="99433.84">8403 7913 0,'0'0'0,"0"0"0,0 2 15,0-2-15,5 12 16,3 5-16,10 6 16,5 2-16,5 0 15,1-1 1,0 1-16,-3-1 15,-5 5-15,-8 3 16,-6 0-16,-6-1 16,-7 2-16,-5 0 15,-4-4-15,-5-4 16,-6-7-16,-1-5 16,-1-6-16,-1-4 15,4-4 1,0-5-16,3-3 15,3-2-15,3-1 16,5 2-16,3 1 16,2 0-16,4-4 15,5-4-15,7-5 16,4-5-16</inkml:trace>
  <inkml:trace contextRef="#ctx0" brushRef="#br0" timeOffset="99966.51">8603 7975 0,'0'0'0,"0"0"0,0 0 0,1 4 15,2 3 1,4 9-16,3 4 15,0 1-15,1-3 16,2-2-16,-1-2 16,-1-4-16,-11-10 15,17 7-15,-17-7 16,20-5-16,-9-2 16,-2-2-16,-1 1 15,-1 1 1,-7 7-16,10-11 15,-10 11-15,16-7 16,-2 8-16,3 3 16,1 0-16,0 2 15,1 0-15,-3-2 16,0 0-16,0-6 16,0-4-16,-4-2 15,-1-4 1,-3 0-16,-3-1 15,-4 3-15,-2 0 16,-3-2-16,-4 0 16,-5-3-16,-5 4 15,-3 0-15,-2 3 16,3 2-16,4 1 16</inkml:trace>
  <inkml:trace contextRef="#ctx0" brushRef="#br0" timeOffset="100749.24">9042 7272 0,'0'0'0,"0"0"0,0 0 16,4-3 0,7-2-16,9-6 15,9-4-15,5-2 16,-2 1-16,0 0 16,-3 1-16,-4 1 15,-3-1-15,-7 3 16</inkml:trace>
  <inkml:trace contextRef="#ctx0" brushRef="#br0" timeOffset="101082.92">9171 7416 0,'0'0'0,"3"-2"15,-3 2 1,20-11-16,1 0 16,4-3-16,2-1 15,0-5-15,-3 0 16,-1-2-16,-2-1 16</inkml:trace>
  <inkml:trace contextRef="#ctx0" brushRef="#br0" timeOffset="101499.17">9487 7022 0,'0'0'0,"0"0"16,0 0-16,4 4 15,5 5-15,8 5 16,7 0-16,5-3 16,3 1-16,-2-2 15,0-1-15,-1-3 16</inkml:trace>
  <inkml:trace contextRef="#ctx0" brushRef="#br0" timeOffset="101700.03">9622 7004 0,'0'0'0,"0"0"16,0 0 0,0 4-16,-2 4 15,-3 9-15,0 7 16,-3 4-16,1-2 16,3-4-16</inkml:trace>
  <inkml:trace contextRef="#ctx0" brushRef="#br0" timeOffset="102183.17">9839 6935 0,'0'0'0,"0"0"15,0 0-15,0 0 16,3 1-16,-3-1 16,27 5-1,-3-1-15,4 1 16,3-1-16,-1 2 16,-2-2-16,-3-2 15,-1-1-15,-1-3 16,3-9-1,-5-7 1,-6 0-16,-9 0 16,-9-2-1,-1 4-15,-2-1 16,-3 7-16,9 10 16,-18-5-16,4 8 15,-2 2-15,-3 5 16,-1 6-16,-5 6 15,0 6-15,0 3 16,2 2-16,1 0 16,4-2-1,5-2-15,6-11 16</inkml:trace>
  <inkml:trace contextRef="#ctx0" brushRef="#br0" timeOffset="102465.89">10100 6819 0,'0'0'0,"0"0"15,0 0-15,0 0 16,0 0-16,6 0 15,7 1-15,5 0 16,4 3 0,2 1-16,-2 1 15,1-1-15,-3 0 16,-1-7-16,7-15 31</inkml:trace>
  <inkml:trace contextRef="#ctx0" brushRef="#br0" timeOffset="102632.99">10335 6642 0,'0'0'0,"0"0"16,0 3-16,-3 6 16,-4 10-16,-11 16 15,-9 11-15,-4 2 16,-2 3-16,2-5 15,7-11-15</inkml:trace>
  <inkml:trace contextRef="#ctx0" brushRef="#br0" timeOffset="103249.99">9536 7401 0,'0'0'0,"0"0"0,0 0 16,0 0-16,0 0 15,0 0 1,0 0-16,0 0 16,5 1-16,-5-1 15,20-3-15,-5-1 16,7-2-16</inkml:trace>
  <inkml:trace contextRef="#ctx0" brushRef="#br0" timeOffset="104032.77">9911 7289 0,'0'0'0,"0"0"16,1-1-16,-1 1 16,0 0-16,13-9 15,-13 9-15,19-11 16,-6 3 0,1 1-16,3 0 15,1 0-15,2 0 16,0 0-16,-1 0 15,7-10-15,-4-4 16,9-6-16,-1 0 16,0 2-16,9 2 15,-8 7-15,3 3 16,2 1 0,0 2-16,-1 0 15,-4 1-15,0 0 16,-1-1-16,-1 0 15,-1-2-15,-5 3 16,-4 2-16,-3 1 16,-2 2-16,-4 1 15,-10 3 1,15-4-16,-15 4 16,0 0-16,11-2 15,-11 2-15,0 0 16,0 0-16,0 0 15,0 0-15,0 0 16,0 0-16,10-3 16,-10 3-16,0 0 15,0 0 1,0 0-16,0 0 16,4-7-16,-4 7 15,0 0-15,0 0 16,0 0-16,0 0 15,0 0-15,0 0 16,0 0-16,0 0 16,0 0-16,0 0 15,0 0 1,0 0-16,0 0 16,0 0-16,0 0 15,0 0-15,0 0 16,0 0-16,0 0 15,0 0-15,0 0 16</inkml:trace>
  <inkml:trace contextRef="#ctx0" brushRef="#br0" timeOffset="105499.31">9766 6895 0,'0'0'0,"0"0"16,-1-3-16,1 3 15,-7-11-15,4 4 16,3 7-16,-8-8 15,8 8-15,0 0 16,-11 0-16,2 8 16,0 8-16,-2 12 15,4 16 1,4 12-16,5 6 16,4 8-16,5 0 15,4 7-15,4 1 16,5-2-16,6-1 15,6-5-15,8-4 16,0-9-16,0-10 16,-1-6-16,0-11 15,-5-9-15,-2-8 16,-7-5 0,0-6-16,1-3 15,-1-7-15,1-5 16,-4-2-16,-5-3 15,-4-3-15,-2-3 16,-1-2-16,-2 0 16,-2 3-16,-1 0 15,0-2-15,2-2 16,0 0 0,0-4-16,3 0 15,1 0-15,1 3 16,0 3-16,-1 5 15,-2 2-15,-1 3 16,-1 2-16,-1 0 16,-1 1-16,-1 3 15,-4 0-15,0 1 16,-4-4-16,-3-1 16,-2-3-1,-5-5-15,-7-5 16,-5-6-16,-5-6 15,-4-5-15,0 0 16,1 2-16,3 0 16,2 2-16,-1-3 15,1-2-15,0 0 16,2 2 0,2 6-16,-2 3 15,-6 4-15,-4 6 16,-2 0-16,-3 5 15,-3 3-15,-3 4 16,-1 5-16,-3 6 16,1 7-16,-1 4 15,-1 9-15,0 10 16,-1 7-16,0 12 16,1 10-1,4 0-15,6-1 16,3 4-16</inkml:trace>
  <inkml:trace contextRef="#ctx0" brushRef="#br0" timeOffset="108200.2">13173 7648 0,'0'0'0,"0"0"0,0 0 16,0 0-16,0 0 15,0 0-15,0 0 16,-5 3-1,-4 3-15,-4 3 16,0 1-16,-3 4 16,2 7-16,2 6 15,3 0-15,5-5 16,4 5-16,6 6 16,4 5-16,4-8 15,2-7-15,2-6 16,2-11-1,0-3-15,3-5 16,0-4-16,-3-8 16,-2-8-16,0-12 15,-5-5-15,-4 8 16,-6-2 0,-6 3-16,-5-7 0,-3-1 15,-5 5-15,-4 9 16,-9 2-16,-3 3 15,1 6 1,5 7-16,5 5 16,5 3-16,4 3 15,6 5-15,4 5 16</inkml:trace>
  <inkml:trace contextRef="#ctx0" brushRef="#br0" timeOffset="108432.74">13586 7717 0,'0'0'0,"0"0"0,0 0 16,1 2-16,-1-2 15,0 0-15,0 0 16,0 0-16,0 0 15,0 0 1,18-2-16,0-1 16,3 0-16,5-1 15</inkml:trace>
  <inkml:trace contextRef="#ctx0" brushRef="#br0" timeOffset="108665.89">13951 7464 0,'0'0'0,"0"0"16,3 1-16,-3-1 15,0 0-15,0 0 16,6 8-16,-5 0 16,1 8-16,-2 7 15,0 10-15,-2 10 16,1-5-16,0 4 15,0-8-15,1 1 16,-1-15 0</inkml:trace>
  <inkml:trace contextRef="#ctx0" brushRef="#br0" timeOffset="109016.73">12948 8207 0,'0'0'0,"4"-3"16,4-4-16,21-8 16,21-5-16,13 0 15,10 1-15,6-1 16,5 2-16,-2 2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0:57:28.6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3951 7250 0,'0'0'0,"0"0"0,0 0 16,0 0-16,-2 2 15,2-2-15,0 0 16,0 0-16,0 0 15,0 0-15,-3 7 16,3-7-16,0 0 16,7 7-16,-7-7 15,15 10-15,-5-5 16,4-2 0,5-1-16,1-2 15,2 0-15,0-2 16,0 1-16,3-1 15,1-1-15,0 1 16,-1-1-16,-2-1 16,-3 2-16,-2 0 15,0-1-15,-1 1 16,-1 2-16,-2 0 16,0 0-1,1 1-15,-2 0 16,-1 0-16,-2 0 15,1 0-15,-11-1 16,19 1-16,-9 0 16</inkml:trace>
  <inkml:trace contextRef="#ctx0" brushRef="#br0" timeOffset="1516.11">4033 5892 0,'0'0'0,"0"0"0,0 0 16,1 2-16,-1-2 16,6 7-16,0-1 15,4 2-15,3 1 16,4-1-1,3-2-15,7-2 16,3-4-16,5-2 16,4-4-16,3-5 15,3-7-15</inkml:trace>
  <inkml:trace contextRef="#ctx0" brushRef="#br0" timeOffset="2250.05">3695 5101 0,'0'0'0,"0"0"15,0 0-15,0 0 16,0 0-16,5 0 16,5 3-16,11 0 15,11 1-15,6 2 16,2 0-1,3-1-15,7-3 16,9-6-16</inkml:trace>
  <inkml:trace contextRef="#ctx0" brushRef="#br0" timeOffset="14999.71">6429 4609 0,'0'0'0,"0"0"0,0 0 16,0 0-16,0 2 15,0-2-15,0 0 16,0 0-16,6 7 15,9-3-15,10 1 16,5-2-16,3-2 16,-4 0-1,-1 1-15,1 1 16,-2 4-16,1 10 16,-1 7-16,-2 7 15,-3 5-15,-3 5 16,-2 5-16,-3 5 15,-2 2-15,-3 4 16,-2 1-16,-4 1 16,-3 3-16,0 2 15,-3-1 1,1-1-16,-1 2 16,1-1-16,0 1 15,-1 3-15,1 2 16,0-1-16,0 6 15,-1 0-15,2 2 16,1 2-16,2 0 16,0 2-16,0-2 15,-1-2 1,1 5-16,0-5 0,0-2 16,-1-2-1,1-4-15,-2-3 16,0-2-16,0-5 15,0-6-15,0-2 16,0-5-16,0 2 16,1-3-16,2-3 15,2 0 1,-1-6-16,2 0 16,-3-4-16,2-3 15,-1-2-15,0-1 16,-1-4-16,-1-2 15,0-4-15,1 0 16,-1-2-16,-1-1 16,1-1-16,-1-1 15,-1-3-15,0-7 16,0 9 0,0-9-16,0 7 15,0-7-15,0 0 16,0 0-16,-2 6 15,2-6-15,0 0 16,0 0-16,0 0 16,0 0-16,0 0 15,0 0-15,0 0 16,0 0 0,-10 3-16,10-3 15,0 0-15,0 0 16,0 0-16,-12-4 15,12 4-15,0 0 16,0 0-16,0 0 16,0 0-16,0 0 15,-9-1-15,9 1 16,0 0 0,0 0-16,0 0 15,0 0-15,0 0 16,0 0-16,0 0 15,0 0-15,0 0 16,0 0-16,0 0 16,0 0-16,-10 0 15,10 0 1,0 0-16,0 0 16,0 0-16,0 0 15,0 0-15,-14-1 16,1 0-16,-11 1 15,-8 5-15,0 1 16,3 0-16,0 3 16,-1 0-16,-3 3 15,-5 1-15,0 1 16,-1 0 0,7-1-16,0-3 15,4 0-15,0-2 16,1-2-16,-2-1 15,3-2-15,1 0 16,1-2-16,4-1 16,0 0-16,4 0 15,2 0-15,14 0 16,-15 0 0,15 0-16,0 0 15,-11 0-15,11 0 16,0 0-16,0 0 15,0 0-15,-9-6 16,9 6-16</inkml:trace>
  <inkml:trace contextRef="#ctx0" brushRef="#br0" timeOffset="19632.96">6436 3361 0,'2'-2'0,"2"-6"0,2-3 15,7-13-15,4-2 16,2-5-16,2-3 16,1-1-16,-2-4 15,-3-1-15,-2 0 16,-2-2-16,-2-4 15,-2-2-15,-2 3 16,-2-4 0,1-1-16,-3 1 15,-1 1-15,1 0 16,-1 1-16,-2 3 16,0-1-16,0-1 15,0-1-15,0 1 16,0-1-16,-2 1 15,1 1 1,1 1-16,-2 6 16,2 3-16,-1 0 15,0 3-15,0 2 16,0 1-16,1 4 16,-2 0-16,2 4 15,-2 2-15,0 2 16,0 1-16,0 2 15,0 1-15,-1 1 16,1 2 0,1 1-16,0 2 15,1 7-15,-3-9 16,3 9-16,0 0 16,-2-7-16,2 7 15,0 0-15,0 0 16,0 0-16,0 0 15,0 0-15,0 0 16,0 0-16,0 0 16,0 0-1</inkml:trace>
  <inkml:trace contextRef="#ctx0" brushRef="#br0" timeOffset="20716.45">5453 1919 0,'0'0'0,"0"0"15,0 0-15,0 0 16,-2 2-16,2-2 15,0 0-15,0 0 16,4 7-16,-4-7 16,23 7-1,0-2-15,7-2 16,12-1-16,10-4 16,11-1-16,6-2 15,3 0-15,6-2 16,-2 2-16,10-1 15,-1 0-15</inkml:trace>
  <inkml:trace contextRef="#ctx0" brushRef="#br0" timeOffset="33482.66">8261 604 0,'0'0'0,"0"0"0,0 1 16,-1 7-16,-2 12 16,-3 18-16,-1 13 15,-1 6-15,-2 2 16,-1 2-16,-1-1 16,0-4-16,2-7 15,1-6-15,2-5 16,1-8-16,0-3 15</inkml:trace>
  <inkml:trace contextRef="#ctx0" brushRef="#br0" timeOffset="34116.15">8209 471 0,'0'-1'0,"0"1"0,4-12 16,7-7-16,17-5 15,14 1-15,10 1 16,4 5-16,1 0 15,-4 3 1,-3 2-16,-7 3 16,-4 5-16,-5 1 15,-1 5-15,-4 3 16,-5 6-16,-5 3 16,-7 3-16,-5 5 15,-7 6-15,-8 4 16,-9 3-1,-8 2-15,-9 1 16,-8-2-16,1-5 16,-2-3-16,4-7 15,4-4-15,4-3 16,7-5-16,3-1 16,7-3-16,14-5 15,-15 5-15,15-5 16,0 0-16,0 0 15,0 0 1,-11 2-16,11-2 16,0 0-16,0 0 15,20 13-15,0-2 16,6 6-16,5 2 16,3 4-16,0 4 15,-2 2-15,-3 4 16,-3-2-16,-2 1 15,-2-2-15,-3-2 16,-3-6 0</inkml:trace>
  <inkml:trace contextRef="#ctx0" brushRef="#br0" timeOffset="36166.22">9056 866 0,'0'0'0,"0"0"0,0 0 16,0 0-16,0 0 15,0 2-15,0-2 16,0 0-16,0 0 15,0 0-15,21 2 16,11-16 0,8-9-16,-3-2 15,-2-6-15,-3 0 16,-2 0-16,-6 2 16,-7 6-16,-7 4 15,-5 4-15,-8-1 16,-8-1-16,-13 3 15,-20 6-15,-12 8 16,-7 11 0,5 7-16,10 5 15,6 6-15,9 4 16,5 4-16,9 3 16,7-4-16,7 0 15,6-3-15,12-2 16,7-3-16,12-4 15,11-6-15,11-8 16,13-11 0,4-10-16,2-8 15,-6-2-15,-2-4 16,-5-1-16,1-5 16,-1-2-16,3-6 15,2-2-15,-2-2 16,-5 5-16,-11 1 15,-14 10-15,-11 5 16,-9 5 0,-9 8-16,-6 2 15,-12-1-15,-35 6 16,-23 8-16,8 6 16,17-2-16,15 2 15,10-2-15,8-1 16,5 1-16,3-1 15,3 2-15,4 2 16,5 1-16,9 4 16,13 3-1,10 3-15,4-2 16,-3-2-16,-5 0 16,-2-6-16,-7 1 15,-5-1-15,-6-1 16,-4 1-16,-6 2 15,-8 7-15,-13 7 16,-20 8-16,-13-1 16,-5-5-16,4-8 15,12-10 1,15-5-16,9-4 16,15-5-16,-13 4 15,13-4-15,0 0 16,8-15-16,22-24 15,23-14-15,7-1 16,4-1-16,2 0 16,1 1-1,-6 3-15,-8 8 16,-13 11-16,-13 12 16,-10 8-16,-7 5 15,-10 7-15,11-5 16,-11 5-16,11 17 15,-10 9-15,-8 17 16,-9 11-16,-10 3 16,-4 2-1,0-7-15,1-3 16,4-12-16,5-7 16,5-8-16,5-8 15,4-5-15,6-9 16,-7 7-16,7-7 15,0 0-15,0-13 16,6-13-16,19-14 16,15-12-1,16-2-15,10 4 16,-4 6-16,-11 16 16,-12 9-16,-11 9 15,-7 7-15,-2 5 16,0 6-16,-1 7 15,-1 4-15,-2 2 16,0 0-16,-3 1 16,-2-1-1,1 0-15,-2-3 16,-1-3-16,2-1 16,2-3-16,4-2 15,7-6-15,5-2 16,6-5-16,3-6 15,4-7-15,-1-5 16,1-6-16,-7 0 16,-8 0-1,-8 2-15,-9 5 16,-7 3-16,-12-4 16,-18-1-16,-33 2 15,-21 12-15,7 9 16,16 9-16,18 3 15,10 2-15,8 5 16,4 6-16,6-1 16,4 2-1,5 0-15,5-1 16,7 1-16,9 0 16,8 0-16,8-1 15,12-5-15,6-6 16,7-4-16,9-6 15,-2-8-15,1-7 16,-2-4-16,-6-7 16,2-5-1,1-6-15,1-7 16,-2-8-16,-2-1 16,-12 2-16,-8-1 15,-11 6-15,-9 8 16,-7 8-16,-6 10 15,-3 8-15,-2 8 16,0 0-16,0 0 16,0 0-1,-25 20-15,2 13 16,-3 9-16,0 4 16,3 1-16,3-2 15,4-2-15,4-5 16,8-4-16,6-4 15,5-3-15,6-5 16,2-5-16,8-3 16,8-5-16,9-4 15,0-7 1,4-7-16</inkml:trace>
  <inkml:trace contextRef="#ctx0" brushRef="#br0" timeOffset="36333.04">11066 812 0,'0'0'16,"0"0"-16,0 0 16,6 2-16,24 6 15,40 1-15,10-6 16,-10-5-16,1-9 15</inkml:trace>
  <inkml:trace contextRef="#ctx0" brushRef="#br0" timeOffset="36766.12">8224 1116 0,'0'0'0,"0"0"16,0 0-16,0 2 15,0-2 1,0 0-16,57 8 16,61-10-16,31-25 15,22 1-15,14-14 16,4-1-16,8-1 15,8-2-15,3 3 16,8 13-16,2 4 16,-3 3-16,-5 1 15</inkml:trace>
  <inkml:trace contextRef="#ctx0" brushRef="#br0" timeOffset="64483.71">7413 3994 0,'0'0'0,"2"4"0,1 6 0,4 15 15,5 15-15,-1 10 16,-3 7-16,-1 10 16,-4 9-16,-2 7 15,-2 2-15,-1 2 16,-3 5-16,1 2 16,-2 5-16,1 2 15,-2-3-15,1 0 16,0-2-16,0 0 15,2 0 1,4-5-16,3-4 16,2-4-16,1-6 15,2-5-15,0-5 16,2-6-16,-1-3 16,0-3-16,-2-5 15,-1-5-15,1-4 16,-2-3-16,0-2 15,1 1 1,-3-5-16,0-5 16,-3-4-16,0-4 15,0 0-15,-1-2 16,-1-2-16,1 1 16,-1 0-16,-2 0 15,1 1-15,0 2 16,-1 1-16,0 1 15,0-1 1,1 1-16,-1 2 16,0 2-16,2 3 15,-1 1-15,3 2 16,0 1-16,1-2 16,1-1-16,-1 2 15,0 1-15,0 0 16,1-3-16,-1-3 15,1-3 1,-1-5-16,1-4 16,-1-4-16,0-2 15,-1-8-15,2 9 16,-2-9-16,0 0 16,0 0-16,0 0 15,0 0-15,0 0 16,0 0-16,0 0 15,7 6-15,-7-6 16,-5 7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0:59:40.4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10072 1548 0,'0'0'0,"0"0"0,0 0 0,0 0 16,-4 0-16,-19 2 16,-30 8-16,-20 7 15,-5 8-15,-1 2 16,3 3-16,13-2 15,12-2 1,14 1-16,9 1 16,8-2-16,9-2 15,6 0-15,7 1 16,8 2-16,10 2 16,10 0-16,5 0 15,7-1 1,0-3-16,0-1 0,-3-4 15,-4 0 1,-6-2-16,-7 1 16,-8 2-16,-5-1 15,-7 2-15,-10 5 16,-14 3-16,-18 7 16,-15 0-16,-12-4 15,-1-3-15,3-10 16,-1-5-16,10-5 15,4-5-15,6-4 16,11-4 0,4-3-16,8-5 15,8-7-15,10-10 16</inkml:trace>
  <inkml:trace contextRef="#ctx0" brushRef="#br0" timeOffset="316.5">10318 1508 0,'0'0'0,"0"2"0,0-2 15,0 25-15,-6 19 16,-13 16-1,-12 8-15,-3 2 0,-1 0 16,0-6 0,5-5-16,2-8 15,11-4-15,8-5 16,7-4-16,9-6 16,8-4-16,8-7 15,12-6-15,15-8 16,10-10-16,10-15 15,0-9 1</inkml:trace>
  <inkml:trace contextRef="#ctx0" brushRef="#br0" timeOffset="1016.47">9936 1925 0,'0'0'0,"0"0"0,0 0 0,2-3 16,11-7-16,34-8 16,29-6-16,8 4 15,2 2-15,2 1 16,-5 1-16,-10 5 15,-3 2-15,-11 7 16,-2 4 0,-7 8-16,-6 6 15,-5 5-15,-2 8 16,-5 2-16,-4 6 16,-5 1-16,-8 2 15,-8 0-15,-8 0 16,-10 1-16,-13-1 15,-5-6-15,-4-6 16,3-9 0,7-8-16,6-5 15,4-4-15,2-6 16,1-7-16,2-8 16,7-14-16,13-17 15,24-17-15,16-6 16,11 4-16,10-1 15,-2 10-15,-3 10 16,-14 15 0,-11 15-16,-11 10 15,-6 10-15,-5 11 16,-2 11-16,-5 13 16,-3 11-16,-7 8 15,-6 5-15,-4-4 16,-3-2-16,1-6 15,0-6-15,0-6 16,2-5 0,1-7-16,1-11 15,4-12-15,-4 6 16</inkml:trace>
  <inkml:trace contextRef="#ctx0" brushRef="#br0" timeOffset="1182.98">11364 1428 0,'0'0'0,"0"0"0,0 0 0,0-1 0,0 1 16,0 0-16,7 7 15,5 7-15,4 9 16,1 3-16</inkml:trace>
  <inkml:trace contextRef="#ctx0" brushRef="#br0" timeOffset="1833.8">12005 1868 0,'0'0'0,"0"0"0,-1-2 16,1 2-16,-5-8 16,-4-1-1,-16-4-15,-23 0 16,-10 0-16,4 9 16,8 4-16,3 6 15,3 4-15,4 5 16,5 4-16,4 4 15,4 6-15,3 4 16,5 5-16,6-3 16,5-2-1,8-4-15,5-4 16,2-6-16,7-5 16,5-7-16,8-8 15,4-9-15,0-11 16,-4-12-16,1-6 15,-2-11-15,1-14 16,2-8-16,-1-9 16,-1 2-1,-2-1-15,-3 6 16,-3 8-16,-4 11 16,-4 14-16,-5 13 15,-4 11-15,-3 9 16,-3 8-16,0 0 15,-9 8-15,-20 24 16,-8 21-16,-1 13 16,3 7-1,1 6-15,5 3 16,8-2-16,8-2 16,8-8-16,10-10 15,12-8-15,7-7 16,9-7-16,12-8 15,6-8-15,10-11 16,6-15-16,-1-9 16</inkml:trace>
  <inkml:trace contextRef="#ctx0" brushRef="#br0" timeOffset="2299.41">12217 1948 0,'0'0'0,"0"0"0,0 1 15,0-1-15,0 0 16,2 6-16,-2-6 16,9 9-16,-9-9 15,23 9-15,4-10 16,6-6-16,1-6 15,1-6-15,-7 0 16,-5-2-16,-7 1 16,-8 1-1,-8-1-15,-12-1 16,-25-4-16,-33 6 16,-14 17-16,4 9 15,5 11-15,15 8 16,10 5-16,12 2 15,14 3-15,9 3 16,10 3-16,12 2 16,15-1-16,17 1 15,19-2 1,9-5-16,8-9 16,1-10-16,-1-10 15,-8-4-15,-3-10 16,-6-7-16</inkml:trace>
  <inkml:trace contextRef="#ctx0" brushRef="#br0" timeOffset="27032.63">6931 3761 0,'0'0'0,"0"0"0,-3 0 0,3 0 15,-11-2-15,11 2 16,-15-7-16,5-1 16,-1-6-1</inkml:trace>
  <inkml:trace contextRef="#ctx0" brushRef="#br0" timeOffset="27632.82">6826 3472 0,'0'0'0,"0"0"0,0 0 0,-3-1 0,3 1 16,0 0-16,-14-5 15,14 5-15,0 0 16,-10-5-16,10 5 16,0 0-16,0 0 15,0 0-15,0 0 16,0 0-16,-5 8 16,8 0-16,0 3 15,3 3 1,3 1-16,2 5 15,4-2-15,-1 0 16,1-2-16,0-2 16,1-3-16,0-2 15,3-2-15,8-4 16,13-7-16,15-15 16,19-15-1,10-17-15,10-10 16,3-6-16,1-4 15,4-5-15,-1-1 16,-1-2-16,-8 7 16,-10 8-16,-8 9 15,-13 11-15,-9 10 16,-11 8-16,-7 7 16,-10 7-1,-6 5-15,-4 2 16,-3 3-16,-11 2 15,16-1-15,-16 1 16,11 2-16,-11-2 16,0 0-16,13 4 15,-13-4-15,13 5 16,-2-7-16</inkml:trace>
  <inkml:trace contextRef="#ctx0" brushRef="#br0" timeOffset="34682.44">13007 1987 0,'0'0'0,"0"0"0,0 0 0,0 0 16,6 4-1,10 5-15,6 7 16,2 5-16,-4 4 15,-6 2-15,-4 6 16,-5 3-16,-8 1 16,-3 1-16,-6-3 15,-3-2-15,-1-3 16,2-8 0,4-4-16,3-6 15,3-5-15,4-7 16,-4 7-16,4-7 15,0 0-15,11-19 16,21-16-16,13-14 16,7-5-16,3-3 15,5-4-15,-2 1 16,-7 8 0,-11 9-16,-15 8 15,-8 11-15,-7 6 16,-6 9-16,-4 9 15,1-7-15,-1 7 16,-25 10-16,-5 12 16,1 14-16,4 4 15,8 2-15,12-1 16,12-2-16,14 2 16,23 2-1,28-8-15,25-15 16,8-15-16,6-10 15</inkml:trace>
  <inkml:trace contextRef="#ctx0" brushRef="#br0" timeOffset="37866.17">14997 1807 0,'0'0'0,"0"0"16,3-2-16,-3 2 16,28-8-16,-3 5 15,-2 1-15,-3-1 16,-6 2-16,-2-2 15,-12 3 1,11-14-16,-14 0 16,-11-7-16,-11-6 15,-13 1-15,-15 12 32,-1 15-32,-2 16 15,10 15-15,12 5 16,2 5-16,7 7 15,3 3 1,3 4-16,5-2 16,2-1-16,4 3 15,3 0-15,2 2 16,0-3-16,1-3 16,1-9-16,-2-4 15,-1-9-15,-2-5 16,-3-5-16,-2-3 15,-2-4 1,-1-4-16,-1-6 16,-1-4-16,-5-9 15,0-6-15</inkml:trace>
  <inkml:trace contextRef="#ctx0" brushRef="#br0" timeOffset="38049.12">14499 2086 0,'0'0'0,"10"0"0,6 0 16,25 0-16,11 0 15,-3 0-15,0 0 16,1-3-16</inkml:trace>
  <inkml:trace contextRef="#ctx0" brushRef="#br0" timeOffset="38332.33">15176 1888 0,'-1'2'0,"1"-2"0,-5 14 16,-6 14 0,-6 12-16,-3 7 15,-1 2-15,0 1 16,1-4-16,0 1 16,5-6-16,8-4 15,4 3-15,5-6 16,5 1-1,9-5-15,5-9 16,8-4-16,6-11 16</inkml:trace>
  <inkml:trace contextRef="#ctx0" brushRef="#br0" timeOffset="38799.98">15216 2153 0,'0'0'0,"0"0"0,0 0 16,0 1 0,0-1-16,10 16 15,5 6-15,2 5 16,-1-3-16,-5-2 16,-5 4-16,-6-2 15,-4-3-15,-6-1 16,-1-5-16,0-3 15,3-3-15,8-9 16,-7 8 0,7-8-16,0 0 15,0 0-15,12-26 16,7-3-16,6-3 16,0 3-16,-2 3 15,-5 5-15,-5 5 16,-3 6-16,-6 3 15,-4 7-15,0 0 16,0 0-16,4 12 16,-8 14-1,-3 5-15,-1 2 16,1-3-16,0-3 16,2-2-16,7-4 15,6-5-15,5-2 16,6-9-16,6-5 15</inkml:trace>
  <inkml:trace contextRef="#ctx0" brushRef="#br0" timeOffset="39066.98">15539 1873 0,'0'0'0,"0"0"0,2 0 16,14 7 0,27 19-16,14 26 15,-11 8-15,-11 3 16,-25-37-16,4 62 16,-9-26-16,-3 21 15,-2-23-15,-31 60 16,2-64-16,-35 10 15,-26-10-15,-16-19 16</inkml:trace>
  <inkml:trace contextRef="#ctx0" brushRef="#br0" timeOffset="44031.55">13419 2723 0,'0'0'0,"0"0"0,0 0 0,0 0 16,0 0-16,-4 2 15,1 6-15,-2 3 16,1-1-16,-3 7 16,-1 12-16,2-4 15,-1 3 1,3-5-16,-1-3 15,1 5-15,-1-1 16,1 2-16,-1 4 16,1-1-16,1-3 15,2-2-15,0-2 16,0-1-16,0-3 16,1 0-16,-1-2 15,0-1-15,1-2 16,-1-2-1,0-2-15,1-2 16,0-7-16,0 8 16,0-8-16,0 0 15,0 7-15,0-7 16,0 0-16,0 0 16,0 7-16,0-7 15,0 0-15,-2 7 16,2-7-1,0 0-15,0 0 16,0 0-16,0 7 16,0-7-16,0 0 15,0 0-15,0 0 16,0 0-16,0 0 16,0 0-16,0 6 15,0-6-15,0 0 16,0 0-1,0 0-15,0 0 16,0 0-16,0 0 16,0 0-16,0 0 15,0 0-15,0 0 16,0 0-16,0 0 16,0 0-16,0 0 15</inkml:trace>
  <inkml:trace contextRef="#ctx0" brushRef="#br0" timeOffset="44632.49">13072 3406 0,'0'0'0,"0"0"15,0 2-15,0-2 16,0 14-16,1 0 16,2 7-16,5 3 15,5 7-15,4 1 16,3 0-16,4 2 15,0-2 1,1-3-16,-2-5 16,4-17-16,6-4 15,3-10-15</inkml:trace>
  <inkml:trace contextRef="#ctx0" brushRef="#br0" timeOffset="44865.28">13294 3516 0,'0'0'0,"0"0"0,-4 0 16,4 0-16,-30 19 16,0 8-16,-1-3 15,-2 5-15,5 4 16,3-5-16,3-2 15,2-4 1,1 2-16,2 2 16,5-4-16,4-7 15,4-7-15</inkml:trace>
  <inkml:trace contextRef="#ctx0" brushRef="#br0" timeOffset="45166.2">13447 3483 0,'0'0'0,"0"0"15,0 0-15,0 5 16,0 10-16,0 15 15,1 8 1,1 8-16,0-16 16,0 1-16,1-3 15,-1-11-15,1 2 16,2-10-16,3-1 16,2-1-16</inkml:trace>
  <inkml:trace contextRef="#ctx0" brushRef="#br0" timeOffset="45682.54">13798 3515 0,'0'0'0,"0"0"16,0 0-16,0 2 15,0-2-15,0 0 16,0 0-16,2 8 16,0 1-16,3 6 15,3 5-15,-1-6 16,0-2-16,2 1 15,-4-5 1,-5-8-16,8 12 16,-8-12-16,0 0 15,7 8-15,-7-8 16,0 0-16,6 6 16,-6-6-16,0 0 15,0 0-15,0 0 16,0 0-16,0 0 15,0 0-15,0 0 16,0 0 0,0 0-16,0 0 15,0 0-15,0 0 16,0 0-16,0 0 16,0 0-16,0 0 15,5-8-15</inkml:trace>
  <inkml:trace contextRef="#ctx0" brushRef="#br0" timeOffset="46132.43">12700 3376 0,'0'0'0,"0"0"16,0 2-16,0-2 15,3 16-15,-2 2 16,2 14-16,-1 12 15,-2-4 1,-2 8-16,-5 5 0,0-6 16,-2-8-1,0-13-15,1 1 16,0 5-16</inkml:trace>
  <inkml:trace contextRef="#ctx0" brushRef="#br0" timeOffset="46916.09">12468 3776 0,'0'0'0,"0"-2"16,0 2-16,0 0 16,-7 11-16,-4 13 15,1 9-15,1-1 16,3-5-16,2-5 15,4-7-15,0-3 16,0-6-16,0-6 16,12 13-1,10 0-15,17-1 16,13-2-16,10-2 16,2-3-16,5-2 15,4-4-15,0 0 16,2 0-16,-7 1 15,-4-1-15,-2 0 16,-2-1-16,0-1 16,-2-7-1,-5 1-15,-1-3 16,-6 3-16,-5 1 16,-3-1-16,-5-1 15,-4-7-15,-3-1 16,-5 1-16,-5 2 15,-5 0-15,-4 2 16,-4-2-16,-1-5 16,-4-2-1,-7-8-15,-3-3 16,-3 1-16,-2-1 16,0 7-16,3 4 15,4 6-15,4 3 16,6-7-16</inkml:trace>
  <inkml:trace contextRef="#ctx0" brushRef="#br0" timeOffset="49299.14">13251 4126 0,'0'0'0,"0"0"16,0 3-16,-1 6 15,-1 13-15,-4 11 16,-2 5-16,0 1 15,-2 0-15,0-2 16,2-8-16,1-1 16,-1-1-16,2-6 15,1 0 1,0-4-16,1 3 16,-2 5-16,2 2 15,3-3-15,2-10 16,0-5-16,3-2 15,2 5-15,5 6 16,3 5-16,-1-2 16,-1-6-16,5-8 15,12 0 1,13 0-16,14-15 16,9 5-16,7-13 15,5 1-15,-1-2 16,2 0-16,-6 2 15,2 2-15,-2 8 16,-8-2-16,-6 3 16,-9-3-16,-9 0 15,-7 1-15,-5 1 16,-5 2 0,-4-1-16,-5 2 15,8-17 1</inkml:trace>
  <inkml:trace contextRef="#ctx0" brushRef="#br0" timeOffset="49982.59">15234 2871 0,'0'0'0,"0"0"0,0 2 15,0-2-15,0 17 16,0 11-16,2 22 15,0 10-15,0 4 16,0-1-16,0 2 16,1 1-16,-1-1 15,0-4-15,1 4 16,-1-2-16,0 1 16,0 3-1,1 1-15,4 6 16,3 1-16,4 1 15,2-2-15,1 0 16,0-5-16,0-5 16,-4-9-16,-1-6 15,-3-12-15,-2-7 16,-1-7-16,-3-2 16,0-4-1,-2-5-15,-1-4 16,-1-1-16,-1 2 15,-4-1-15,-8 3 16,-11 2-16,-15 0 16,-7 2-16,-6-3 15,1-1-15,-3-2 16,1 1-16,2-1 16,4-1-1,4 0-15,5-3 16,3-1-16,2-4 15,4-3-15,2-1 16,4-8-16,4 1 16,4 1-16</inkml:trace>
  <inkml:trace contextRef="#ctx0" brushRef="#br0" timeOffset="50464.76">14412 4494 0,'0'0'0,"0"1"0,0-1 16,0 0-16,3 8 15,-3-8-15,24 13 16,14-10-16,9-5 16,2-4-16,-5-5 15,-2-7-15,-7 0 16,-6-4 0,-7-1-16,-8 1 0,-6 0 15,-10 1 1,-7-1-16,-9 3 15,-6 3-15,3 3 16,-2 9-16,0 3 16,0 5-16,3 3 15,4 1-15,1 3 16,2 2-16,1 4 16,2 1-16,-2 20 31,-2 14-16,-2 13-15,2-5 16,4-14-16,-1 0 16,4 0-16</inkml:trace>
  <inkml:trace contextRef="#ctx0" brushRef="#br0" timeOffset="51049.05">14577 4086 0,'0'0'0,"0"0"16,-1 2-16,1-2 15,-8 10-15,-3 3 16,-10 7-16,-12 8 16,-5 2-16,-6 5 15,-3 2-15,2 3 16,3 3-16,6 1 16,2 5-16,7 0 15,5 4 1,9-1-16,13 3 15,13 6-15,15 4 16,14 0-16,68 13 31,8-31-31,13-16 16,-23-17-16,-44-25 16,12-15-16,-7-4 15,-8-25-15,-9-14 16,-13-14-1,-18-8-15,-11 15 16,-23-3-16,-20 0 16,-40-14-16,-47-6 15,-44 8-15,-17 20 16,-10 23-16,18 10 16,25 27-16,26 11 15,24 5 1,6 11-16,10 7 15</inkml:trace>
  <inkml:trace contextRef="#ctx0" brushRef="#br0" timeOffset="57614.66">4700 4187 0,'0'0'0,"0"0"0,0 0 15,0 2-15,0-2 16,0 0-16,0 8 16,-1-1-16,1 3 15,-2 5-15,1 2 16,-2 7-16,1 3 16,0 0-1,-1 3-15,2-2 16,-1-3-16,0-5 15,2-5-15,3-5 16,2-1-16,8-3 16,7-4-16,10-7 15,4-10-15,-2-4 16,-1-5-16,-6 2 16,-4-1-1,-1-1-15,-3 3 16,-3 5-16,-5 6 15,-9 10-15,9-8 16,-9 8-16,14 14 16,-6 8-16,-3 16 15,-7 13-15,-3 6 16,-7 3-16,-5 1 16,-1 3-16,-3 2 15,-1-1 1,1-3-16,-1-6 15,-3-4-15,0-9 16,3-10-16,3-9 16,5-8-16,1-6 15,2-4-15,-1-6 16,-1-4-16,1-6 16,-1-8-1,6-9-15,5-10 16,7-9-16,7-3 15,7 2-15,3 4 16,3 8-16,-1 4 16,0 6-16,0 4 15,1 4-15,0-1 16</inkml:trace>
  <inkml:trace contextRef="#ctx0" brushRef="#br0" timeOffset="57882.34">5263 4406 0,'0'0'0,"0"0"0,0 0 16,0 0-16,8 4 15,6 1-15,10 2 16,4-2-16,2-1 16,3-2-16,-2-3 15,0-2-15,-2-3 16,-6-2-16</inkml:trace>
  <inkml:trace contextRef="#ctx0" brushRef="#br0" timeOffset="58081.72">5232 4656 0,'0'0'0,"0"0"0,0 0 0,0 0 0,0 0 16,0 0-1,0 0-15,0 0 16,9 3-16,6 0 15,11-2-15,11-9 16,6-4-16,6-10 16</inkml:trace>
  <inkml:trace contextRef="#ctx0" brushRef="#br0" timeOffset="58464.44">6059 4150 0,'0'0'0,"0"0"15,0 0-15,-5 3 16,5-3-16,-5 6 16,5-6-16,-12 16 15,1-2-15,-2 6 16,-1 8-1,4 9-15,-1 4 16,2 6-16,-1 1 16,0 1-16,-1 7 15,2-7-15,-4 7 16,2-4-16,-3-9 16,0-2-16,-2-9 15,0-2 1,1-6-16,2-6 15,-1-6-15,-1-6 16,-3-8-16,-2-7 16,2-6-16</inkml:trace>
  <inkml:trace contextRef="#ctx0" brushRef="#br0" timeOffset="58714.62">5897 4180 0,'0'0'0,"0"0"15,0 0-15,0 0 16,6 2-16,10 4 16,7 2-16,4 2 15,1 0 1,-3-1-16,-3-2 15,-6-1-15,-2 0 16,-10 1-16</inkml:trace>
  <inkml:trace contextRef="#ctx0" brushRef="#br0" timeOffset="58898.71">5780 4511 0,'0'0'0,"0"2"0,0-2 16,0 0-16,0 0 16,0 0-16,6 8 15,3 0-15,6 1 16,10 0-16,7-3 16,3-9-16,13-18 15</inkml:trace>
  <inkml:trace contextRef="#ctx0" brushRef="#br0" timeOffset="59182.47">6222 4229 0,'0'2'0,"0"-2"0,-6 14 15,-3 14 1,-5 13-16,-1 8 15,3 2-15,3 4 16,2-3-16,5-1 16,5-1-16,6-8 15,4-2-15,3-7 16,7-5-16,6-9 16,5-6-16,4-12 15,3-11-15</inkml:trace>
  <inkml:trace contextRef="#ctx0" brushRef="#br0" timeOffset="59565.88">6512 4385 0,'0'0'0,"0"0"0,0 0 15,0 0-15,5 1 16,5 2-1,9 5-15,3 6 16,0 7-16,0 7 16,-3 3-16,-3 2 15,-3-1-15,-4-3 16,-6-2-16,-1 2 16,-4 1-16,-1-3 15,-3-4-15,0-4 16,2-5-1,-1-4-15,3-1 16,2-9-16,-4 10 16,4-10-16,0 0 15,-3 6-15,3-6 16,0 0-16,0 0 16,0 0-16,0 0 15,0 0-15,4-14 16</inkml:trace>
  <inkml:trace contextRef="#ctx0" brushRef="#br0" timeOffset="59832.47">6758 4412 0,'0'0'0,"0"0"15,0 0-15,0 2 16,0-2-16,-6 16 16,-7 12-16,-10 13 15,-4 4-15,-3-1 16,3-2-16,0-2 16,5-6-16,2-5 15,2-5-15,5-7 16,2-5-1,5-5-15</inkml:trace>
  <inkml:trace contextRef="#ctx0" brushRef="#br0" timeOffset="60098.94">6844 4276 0,'0'0'0,"0"0"0,0 0 16,2 0-16,-2 0 16,23 14-16,-2 11 15,-3 9-15,-6 6 16,-4 8-16,-8 3 16,-7 1-16,-4 2 15,-4-5-15,1-5 16,0-3-1,0-1-15,2-4 16,0-2-16,2-7 16</inkml:trace>
  <inkml:trace contextRef="#ctx0" brushRef="#br0" timeOffset="60332.41">7121 4502 0,'0'0'0,"0"0"15,0 0-15,4 2 16,7 1-16,6 4 16,8 3-16,2 1 15,0-1-15,-3-1 16,0-6-1,-1-4-15,3-5 16,-2-4-16,-2-1 16</inkml:trace>
  <inkml:trace contextRef="#ctx0" brushRef="#br0" timeOffset="60566.01">7266 4382 0,'0'0'0,"0"0"0,0 0 16,0 3-16,2 11 15,2 15-15,-4 15 16,-5 5-16,-5 3 16,0-3-16,1-7 15,1 2-15,1-7 16</inkml:trace>
  <inkml:trace contextRef="#ctx0" brushRef="#br0" timeOffset="60865.26">7587 4263 0,'0'0'0,"0"0"16,0 0-16,8 6 15,11 9-15,13 15 16,-1 11-16,-4 2 16,0 6-16,-3-6 15,-2-5-15,-4-6 16,-4-7-16,2-8 15,-1-7 1,1-7-16,4-10 16,-5-5-16</inkml:trace>
  <inkml:trace contextRef="#ctx0" brushRef="#br0" timeOffset="61016.61">7937 4229 0,'0'0'0,"0"0"0,-1 4 16,-11 21 0,-21 29-16,-17 19 15,-9 6-15,-7 2 16,-1-3-16,2-9 16,0-1-16,8-9 15</inkml:trace>
  <inkml:trace contextRef="#ctx0" brushRef="#br0" timeOffset="64232.42">6809 6177 0,'0'0'0,"0"0"0,0 0 0,0 0 16,9 0 0,11 2-16,9 0 15,3-3-15,-2-3 16,-2-2-16,-6 0 15,-6 2-15,-8-3 16,-5-1-16,-4 0 16,-5-2-16,-3 3 15,-9 4 1,-5 3-16,-4 5 16,1 6-16,2 6 15,1 8-15,0 11 16,3 6-16,4 7 15,3 0-15,3 9 16,5 3-16,2 6 16,6-3-16,1-8 15,-1-7-15,2-9 16,-2-3 15,-1-5-31,0-8 16,-4-8-16,-6-6 15,-5-5-15,-5-4 16,-5-6-16,-3-6 16,-1-3-16,0-6 15,3-5 1</inkml:trace>
  <inkml:trace contextRef="#ctx0" brushRef="#br0" timeOffset="64415.85">6549 6626 0,'0'0'0,"3"1"0,-3-1 16,12 6-16,4 3 15,7 3-15,1 0 16,4-2 0,7-8-16,3-5 15,-1-6-15,8-5 16</inkml:trace>
  <inkml:trace contextRef="#ctx0" brushRef="#br0" timeOffset="64682.29">7090 6227 0,'0'0'0,"0"0"0,0 0 16,-4 6-16,-5 5 15,-8 13-15,-8 16 16,1 8-16,3 7 16,4-1-16,7-2 15,4-6-15,6-4 16,4-4-16,6-7 16,4-3-1,0-9-15,3-4 16</inkml:trace>
  <inkml:trace contextRef="#ctx0" brushRef="#br0" timeOffset="64899.33">7134 6378 0,'0'0'0,"0"0"0,0 0 16,0 2-16,4 4 15,3 12-15,7 12 16,5 8-16,1-1 16,0-5-16,0-3 15,-1-9-15,0-2 16,0-5-16,0-6 16,2-5-1</inkml:trace>
  <inkml:trace contextRef="#ctx0" brushRef="#br0" timeOffset="65082.35">7264 6406 0,'0'0'0,"-1"5"16,-3 6-16,-5 18 15,-6 14-15,-1 0 16,2-2-16,1-5 15,2-8-15,5-9 16</inkml:trace>
  <inkml:trace contextRef="#ctx0" brushRef="#br0" timeOffset="65332.36">7398 6226 0,'0'0'0,"0"0"0,0 0 15,1 4-15,1 7 16,3 11-16,2 17 16,3 10-1,-1 6-15,-3 2 16,-3-3-16,-3 4 15,-3 3-15,-1-7 16</inkml:trace>
  <inkml:trace contextRef="#ctx0" brushRef="#br0" timeOffset="65598.66">7577 6462 0,'0'0'0,"3"1"16,-3-1-1,14 3-15,3 0 16,8-2-16,4-3 15,3-6-15,2-6 16,-4-2-16,-5-9 16</inkml:trace>
  <inkml:trace contextRef="#ctx0" brushRef="#br0" timeOffset="65849.28">7670 6216 0,'0'0'0,"0"2"16,0-2-16,-3 11 16,-5 5-16,-1 7 15,-3 7-15,0 2 16,-3 1-16,6-1 16,4-1-16,2-4 15,2 1-15,2-3 16,1-2-1,0-3-15,0-3 16,0 3-16</inkml:trace>
  <inkml:trace contextRef="#ctx0" brushRef="#br0" timeOffset="66582.06">7895 6026 0,'0'0'0,"0"0"16,0 2-16,0-2 15,3 14-15,2 7 16,3 14-16,2 12 16,2 3-16,-2 0 15,1-2-15,-1-5 16,-2-5-1,-2-8-15,0-8 16,-2-7-16,0-6 16,-1-2-16,-3-7 15,0 0-15,0 0 16,12 1-16,-4-9 16,-1-9-1,1 1-15,-4 0 16,-1 3-16,-1 5 15,-2 8-15,1-9 16,-1 9-16,0 0 16,0 0-16,5 11 15,2 8-15,2 4 16,2 3-16,1-3 16,3-3-16,1-5 15,1-6-15,0-5 16,0-4-1,0-4-15,0-11 16,3-7-16,-2-10 16,-3-5-16,-6-3 15,-2 0-15,-3 2 16,-3 2-16,-1 4 16,-1 5-16,-1 4 15,1 5 1,0 4-16,-1 3 15,2 3-15,0 8 16,0 0-16,0 0 16</inkml:trace>
  <inkml:trace contextRef="#ctx0" brushRef="#br0" timeOffset="67465.72">8503 6556 0,'0'0'0,"-2"-2"0,2 2 16,0 0-1,-10-2-15,10 2 16,-18 2-16,5-2 16,0 2-16,1 1 15,2-1-15,10-2 16,-11 5-16,11-5 16,0 0-16,0 0 15,-8 11-15,10 0 16,6 8-1,5 6-15,0 0 16,1 2-16,-1-4 16,-1 2-16,-2 2 15,-8 0-15,-3-2 16,-5-4-16,-2-6 16,-7-2-16,-2-2 15,0-4-15,1-4 16,3-3-1,1-2-15,1-1 16,-1-1-16</inkml:trace>
  <inkml:trace contextRef="#ctx0" brushRef="#br0" timeOffset="67732.47">8590 6314 0,'0'0'0,"0"0"16,0 0-16,2 4 16,4 5-16,8 11 15,6 13-15,-1 6 16,-1 2-1,-1-4-15,-2-4 16,-1-7-16,0-8 16</inkml:trace>
  <inkml:trace contextRef="#ctx0" brushRef="#br0" timeOffset="67914.5">8746 6274 0,'0'0'0,"-2"4"15,-1 5-15,-9 23 16,-9 24-16,-3 8 16,1-3-16,-3 0 15,1-6-15,-2-2 16</inkml:trace>
  <inkml:trace contextRef="#ctx0" brushRef="#br0" timeOffset="70266.05">8012 6994 0,'0'0'0,"0"0"16,6 0-16,10-3 16,15-1-16,10-2 15,2 1-15,5 0 16,3 1-16,0 0 16,-3 1-16,-9 1 15,-5 0-15,-3 0 16,-7 2-16,-8-1 15,-6 1 1,-10 0-16,11 0 16,-11 0-16,0 0 15,0 0-15,-25 5 16,-14 3-16,-7 4 16,2 0-16,-1 1 15,6-2-15,1 0 16,4-3-16,4 0 15,1 0-15,8-2 16,4-3 0,6-1-16,11-2 15,0 0-15,-10 5 16,10-5-16,18 13 16,12-3-16,11 0 15,6-2-15,-1-4 16,0 1-16,-2-4 15,-2-1-15,-2-1 16,-6-2 0,-7 1-16,-9 0 15,-5 0-15,-13 2 16,13-1-16,-13 1 16,0 0-16,0 0 15,-22-11-15,-20 7 16,-11 7-16,-1 1 15,4 3-15,1 0 16,6 1 0,5-1-16,3 0 15,6-1-15,7-2 16,6-1-16,6-2 16,10-1-16,-10 2 15,10-2-15,0 0 16,0 0-16,20-1 15,15-1-15,7-2 16,7-2 0,1-1-16,1-1 15,-3-2-15,-3-1 16,-3-1-16,-6-1 16,-6 3-16,-7 1 15,-7 2-15,-6 3 16,-10 4-16,0 0 15,9-7-15,-9 7 16,-33-10 0,-19 5-16,-3 4 15,0 4-15,2-1 16,2 1-16,4 1 16,5 0-16,7 0 15,9 0-15,4-1 16,6-1-16,5 0 15,11-2-15,-11 2 16,11-2-16,0 0 16,0 0-1,12-5-15,16 0 16,13 0-16,5 1 16,4 0-16,1 3 15,-5 1-15,-3 0 16,-9 0-16,-6 0 15,-6 0-15,-7 0 16,-5 0 0,-10 0-16,10-1 15,-10 1-15,0 0 16,0 0-16,-12 0 16,-20 0-16,-10 0 15,2 1-15,5 0 16,5 2-16,3-1 15,3 1-15,1-2 16,4 1-16,4-1 16,6 0-1,9-1-15,-10 0 16,10 0-16,0 0 16,0 0-16,0 0 15,0 0-15,0 0 16,0 0-16,0 0 15,0 0-15,0 0 16,0 0-16,0 0 16,0 0-1,0 0-15,0 0 16,0 0-16,0 0 16,0 0-16,0 0 15,0 0-15,0 0 16,0 0-16,0 0 15,-2 6-15,2-6 16,0 0-16,0 0 16,0 0-16,0 0 15,0 0 1,0 0-16,0 0 16,0 0-16,0 0 15,0 0-15,0 0 16,0 0-16,0 0 15,0 0-15,1 6 16,-1-6 0,0 0-16,0 0 0,0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</inkml:trace>
  <inkml:trace contextRef="#ctx0" brushRef="#br0" timeOffset="72865.24">7205 7045 0,'0'0'0,"0"0"0,-5 2 15,5-2-15,0 0 16,-9 6-16,9-6 15,0 0-15,-4 7 16,4-7-16,0 0 16,-2 12-16,2-2 15,2 5-15,0 4 16,2 4 0,2 3-16,0 3 15,1 0-15,-1 0 16,1-4-16,-2 0 15,0 0-15,1-1 16,0-1-16,1-4 16,-2-4-16,2-3 15,-1-1-15,0-2 16,1-2 0,-7-7-16,21 8 15,-3-7-15,6-5 16,8-2-16,6-5 15,1-4-15,5-3 16,1-4-16,3 0 16,2-2-16,2-1 15,2 0-15,-2 3 16,5 3 0,-6 6-16,-1 3 15,-2 1-15,-4 1 16,-1 2-16,-5 0 15,-4 1-15,-6 1 16,-4 1-16,-4 1 16,-6 0-16,-3 0 15,-11 2-15,15-2 16,-15 2 0,11-8-16,-7 0 15,-1-7-15,-3-2 16,-3-2-16,-2-1 15,-1 1-15,-3-4 16,-2-1-16,-3 0 16,0 1-16,1 4 15,2 3-15,1 2 16,2 2-16,0 1 16,2 3-1,6 8-15,-7-10 16,7 10-16,0 0 15,0 0-15,-6-6 16,6 6-16,0 0 16,0 0-16,0 0 15,0 0-15,0 0 16,0 0-16,0 0 16,0 0-16,0 0 15,0 0 1,0 0-16,0 0 15,0 0-15,0 0 16,0 0-16,0 0 16,0 0-16,-14-2 15</inkml:trace>
  <inkml:trace contextRef="#ctx0" brushRef="#br0" timeOffset="95182.16">13295 6688 0,'0'0'0,"0"0"0,0 0 16,0 1-16,0-1 15,2 23-15,0 9 16,3 14-16,0 9 16,1 3-16,-1 8 15,0 5-15,-5 0 16,-6 3-16,-6-2 16,0-9-1,-3-12-15,-3-12 16</inkml:trace>
  <inkml:trace contextRef="#ctx0" brushRef="#br0" timeOffset="95666.41">13340 7104 0,'0'0'0,"0"0"0,3 1 16,7 4-16,12 7 16,10 3-16,10-7 15,3-8-15,-1-7 16,2-4-16,-5-6 16,-4-2-1,-5-2-15,-9-1 16,-7-3-16,-7 0 15,-7-1-15,-4 1 16,-5 2-16,-6-1 16,-1 2-16,-1 5 15,3 5-15,3 6 16,9 6-16,-11-7 16,11 7-1,0 0-15,-4 8 16,5 15-16,8 20 15,8 12-15,7 7 16,2 1-16,0-2 16,0-3-16,-1-4 15,-4-7-15,-4-7 16,-3-7-16,-3-9 16,-4-12 15</inkml:trace>
  <inkml:trace contextRef="#ctx0" brushRef="#br0" timeOffset="95932.2">13862 6949 0,'-1'-2'0,"1"2"0,0 0 15,0 0 1,11 0-16,13 7 15,13 8-15,6 5 16,2 11-16,2 1 16,1 1-16,-4-3 15,7 1-15,-4-8 16,0-6-16,-7-4 16,-7-8-16,-4-3 15,-5-4 1</inkml:trace>
  <inkml:trace contextRef="#ctx0" brushRef="#br0" timeOffset="96148.78">14256 6916 0,'0'0'0,"-1"3"0,1-3 15,-16 24 1,-7 10-16,-3 11 15,6 8-15,5 11 16,4-4-16,5-2 16,9-6-16,2-10 15,3-9-15,3-7 16,-6-11-16</inkml:trace>
  <inkml:trace contextRef="#ctx0" brushRef="#br0" timeOffset="96714.82">14466 6874 0,'0'0'0,"0"0"15,0 0-15,3 1 16,2 6-1,11 19-15,6 24 16,-1 3-16,-3-1 16,-2-11-16,-3-6 15,-4-12-15,2-7 16,3-8-16,1-7 16,4-9-16,2-9 15,-1-8 1,-3-3-16,-6 0 15,-4 6-15,-3 8 16,-2 4-16,-2 10 16,0 0-16,0 0 15,-2 13-15,4 18 16,6 3-16,2-7 16,2-5-16,3-8 15,5-8-15,5-6 16,5-9-1,1-7-15,-4-9 16,-5-4-16,-5-5 16,-6-4-16,-5 6 15,-3-2-15,-4 4 16,-3 1-16,-1 4 16,-2 1-16,-1 2 15,-4-1-15,-6 1 16,-8 5-1,-9 4-15,-6 17 16,2 14-16</inkml:trace>
  <inkml:trace contextRef="#ctx0" brushRef="#br0" timeOffset="97248.54">13457 7777 0,'0'0'0,"4"-7"16,6-7-16,19-10 15,11-4-15,11 7 16,5-3-16,12-2 16,-1 0-16,12-1 15,1-2-15,3 0 16,4-6-16,-6 0 16,4-3-16,1-2 15,-4 1-15,9-3 16,-9 4-1,3-1-15,-13 7 16,-5 3-16,-3 5 16,-7 4-16,-2 3 15,-11 4-15,-6 2 16,-5 4-16,-7 1 16,-5 4-16,-6 1 15,-4 1-15,-11 0 16,11 0-1,-11 0-15,0 0 16,0 0-16,0 0 16,0 0-16,0 0 15,9-7-15</inkml:trace>
  <inkml:trace contextRef="#ctx0" brushRef="#br0" timeOffset="100215.74">13926 7919 0,'0'0'0,"0"2"0,0-2 15,0 6-15,0-6 16,0 15 0,0-7-16,0 0 15,2 2-15,1 3 16,6 9-16,2 7 16,2 3-16,1 3 15,1 1-15,-1 1 16,0 0-16,-2-2 15,-3-3-15,2 0 16,-3-6-16</inkml:trace>
  <inkml:trace contextRef="#ctx0" brushRef="#br0" timeOffset="100765.75">13706 8056 0,'0'0'0,"0"0"0,-2-2 16,2 2-16,0 0 15,0 0-15,0 0 16,0 0-16,10-5 16,5-3-16,6-1 15,5-2 1,9 0-16,5 1 16,8-3-16,-3 2 15,0 5-15,7 6 16,-3 7-16,-1 3 15,-8 2-15,0 2 16,0 3-16,-4 3 16,-6 2-1,-6 1-15,-7-1 16,-3 2-16,-7 2 16,-7 0-16,-11 6 15,-10 4-15,-6 2 16,-12-2-16,2-6 15,-5-6-15,1-2 16,6-7-16,0 0 16,5-5-1,7-4-15,5-4 16,4-3-16</inkml:trace>
  <inkml:trace contextRef="#ctx0" brushRef="#br0" timeOffset="101515.55">15006 7645 0,'0'0'0,"0"0"0,0 0 16,-2 0-16,2 0 15,0 0-15,-10-2 16,10 2-16,0 0 15,-10 3-15,10-3 16,-23 22-16,6 7 16,1 10-16,2 6 15,3 2 1,3 9-16,4-5 16,4-1-16,3-3 15,3-12-15,3-5 16,4-8-16,7-6 15,2-3-15,5-8 16,2-10-16,3-8 16,2-17 15,-6-4-31,-9 4 16,-10-2-16,-6 13 15</inkml:trace>
  <inkml:trace contextRef="#ctx0" brushRef="#br0" timeOffset="101848.29">14711 7567 0,'0'0'0,"0"0"0,0 0 15,-2 6-15,-4 11 16,-5 14-16,-3 11 16,4 12-1,12 12-15,3 5 16,11 5-16,4-2 16,4 1-16,0-6 15,0-5-15,2-7 16,2-9-16,2-8 15,-1-10-15,5-8 16,18-23 0</inkml:trace>
  <inkml:trace contextRef="#ctx0" brushRef="#br0" timeOffset="102164.81">15092 7536 0,'0'0'0,"0"0"0,0 2 15,0-2-15,0 0 16,13 13-16,11 6 15,17 13-15,7 6 16,5 3-16,-6 3 16,-4 10-16,-5-1 15,-4 1-15,-4-2 16,-9-4 0,-7 2-16,-10 1 15,-19 30 1</inkml:trace>
  <inkml:trace contextRef="#ctx0" brushRef="#br0" timeOffset="102499.41">14708 8624 0,'0'0'0,"5"-1"0,5-2 16,22-15 0,15-12-16,11-11 15,10-8-15,-2 1 16,9-7-16,-11 8 15,0 0-15,-8 6 16,-10 7-16,-4 1 16,-11 9-16,-7 4 15</inkml:trace>
  <inkml:trace contextRef="#ctx0" brushRef="#br0" timeOffset="103882.07">15290 6447 0,'0'0'0,"0"0"0,0 0 16,-4-3-16,-2-4 15,-8-4-15,-4-6 16,-4-4-16,-4-2 16,-5-6-16,-6-4 15,-9-2-15,-12 3 16,-7 2 0,-4 1-16,-5 5 15,-1 1-15,-6 4 16,-4 6-16,-10 8 15,-1 5-15,-13 11 16,5 7-16,-8 10 16,5 6-16,7 1 15,-2 8-15,12 1 16,1 5-16,5 7 16,5 8-1,11-7-15,4 5 16,8 12-16,8 1 15,6 15-15,12-15 16,6-9-16,6 3 16,8 5-16,5 0 15,6-6-15,7 3 16,4 1 0,5-1-16,7 2 15,5 0-15,6 7 16,3 1-16,2-2 15,4-3-15,1-4 16,6 2-16,0-2 16,2-3-16,2-4 15,1-2-15,0-9 16,0-6-16,0-10 16,-4-6-1,8-3-15,0-8 16,47-4-1,5-1 1,-6-7-16,-2-5 16,-43-3-16,17-4 15,-3 0-15,2-2 16,-2-5-16,-1-4 16,3-7-1,-1-4-15,3-4 16,-4-3-16,-4-4 15,-3-4-15,3-6 16,-7 5-16,-3 0 16,-7 1-16,-10 4 15,1-6-15,-9 4 16,-9 1-16,-8 2 16,-7 1-1,-7-4-15,-4-7 16,-5-7-16,-7-9 15,-2-8-15,-4-10 16,-3-11-16,-1-4 16,-2-13-16,6 0 15,7-3-15,2 6 16,3 6-16,-2 4 16,3 2-1,-2-1-15,-5 5 16,-5 7-16,-5 6 15,-2 5-15,-3 4 16,-3 1-16,-4 4 16,-7 2-16,-6 6 15,-6 1-15,-11 4 16,-4 6-16,-7 1 16,-2 11-16,5 7 15,1 4 1,9 7-16,4 6 15,5 5-15,5 3 16,1 3-16,5 3 16,2 2-16,5 2 15,3 3-15,4 1 16,3-3-16</inkml:trace>
  <inkml:trace contextRef="#ctx0" brushRef="#br0" timeOffset="107048.63">12217 5280 0,'0'0'0,"0"0"0,0 0 15,-4-1-15,4 1 16,-17-5-16,2 2 15,-5-1 1,-4-1-16,-3 0 16,1 1-16,-1-2 15,0 2-15,-5 0 16,-2 1-16,-4 0 16,4 2-16,-3 2 15,1 2-15,1 2 16,-2 1-1,4 2-15,0-1 16,1 1-16,1 1 16,2 0-16,2 2 15,2-2-15,-1 1 16,1 0-16,2-2 16,4 1-16,4-4 15,3 2-15,2-2 16,10-5-1,-17 12-15,17-12 16,-15 11-16,7-4 16,1 0-16,-1 1 15,1-1-15,1 3 16,-1 0-16,0 1 16,1 0-16,-1 6 15,-2 2-15,1 4 16,0 3-16,-1 0 15,2-1 1,0 0-16,-1 2 16,0 0-16,1 2 15,0-1-15,0-3 16,1-4-16,1-2 16,0-3-16,1 0 15,1-3-15,0 1 16,2-1-16,1 0 15,1 1 1,2-2-16,0 3 16,2 1-16,2 2 15,1 0-15,0-1 16,1-1-16,0 0 16,0 1-16,-1-2 15,0-1-15,1 1 16,-1-2-16,1-1 15,0 0 1,2-1-16,0 0 16,0 0-16,2 0 15,1 0-15,0 0 16,0-1-16,2-2 16,0 0-16,2-2 15,-1 0 1,3-2-16,3-1 0,-1-1 15,2 0 1,2-1-16,3-1 16,1 0-16,0 0 15,0 0-15,2 0 16,1-1-16,3-1 16,0 0-16,1-1 15,0-1-15,1 0 16,3-2-16,-1-1 15,-3 0-15,-2-1 16,2 1 0,-1 0-16,-3 0 15,-2 1-15,-3 2 16,0-1-16,1 0 16,-2 0-16,0 0 15,0 1-15,-3 1 16,1-1-16,2 1 15,-1 0 1,2 0-16,1 1 16,3-1-16,-4 0 15,-1 1-15,4 0 16,-1-1-16,3 1 16,-2-1-16,-1 1 15,-1-1-15,-3 1 16,0-1-16,-1 1 15,1-1 1,-3 1-16,1-1 16,-1-2-16,-1-2 15,0 0-15,-2-2 16,0 0-16,-1 0 16,1-3-16,-1-1 15,-2 3-15,-1-2 16,-4 0-16,0-2 15,-1 1 1,-2-3-16,-1 1 16,-2-2-16,1 0 15,-3-4-15,0-3 16,-2 0-16,-2-1 16,-1-1-16,-2 0 15,-3-1-15,-4-2 16,-6-3-16,-8-2 15,-11-3-15,-5 4 16,-6 2 0,-2 4-16,-2 5 15,-4 2-15,-2 3 16,-3 3-16,-1 3 16,2 5-16,5 2 15,2 2-15,4 1 16,1 1-16,1 0 15,2 0-15,4 0 16,3-2 0,-1-2-16,2-2 15,-2-3-15,-1-2 16,-1 0-16,-3 0 16,-2-1-16,-3 2 15,-3 3-15,-2 3 16,7 2-16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1:01:33.8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1557 1184 0,'0'0'0,"5"1"0,-5-1 16,30 3-16,5 4 15,5 1-15,4 2 16,3 0-16,2 1 15,2-1 1,1 0-16,2-1 16,0-1-16,3-3 15,1-2-15,1-1 16,-1-2-16,2 2 16,1-2-16,2 1 15,1 0-15,1 0 16,2-1-16,-2 1 15,1 0 1,1 0-16,4-2 16,0-1-16,1-3 15,1 0-15,-2-2 16,1 0-16,2-1 16,-1 1-16,2-1 15,-1 1-15,-2-2 16,-1 1-16,-1-1 15,-3 1 1,3-1-16,-5 2 16,2 0-16,0 0 15,-1-1-15,1 3 16,-1-2-16,-2 2 16,1 1-16,-2 0 15,-1 0-15,-2-1 16,0 2-16,-1-1 15,1 2 1,-1-1-16,1 1 16,0-1-16,4 1 15,-1 0-15,2-1 16,0 0-16,2 1 16,1 0-16,3-1 15,-1 2-15,5-1 16,1-2-16,7 0 15,8-2 1,4 0-16,-1 0 16</inkml:trace>
  <inkml:trace contextRef="#ctx0" brushRef="#br0" timeOffset="2817.57">8819 1505 0,'0'0'0,"0"2"0,0-2 15</inkml:trace>
  <inkml:trace contextRef="#ctx0" brushRef="#br0" timeOffset="3401.65">11413 1568 0,'0'0'0,"-2"2"0,2-2 15,-1 12-15,-2 0 16</inkml:trace>
  <inkml:trace contextRef="#ctx0" brushRef="#br0" timeOffset="28817.71">13774 1503 0,'0'0'0,"0"0"0,0 0 0,0 0 0,0 4 15,-3 4 1,-2 9-16,-3 13 15,0 5-15,2-2 16,-1-3-16,1-1 16,1 3-16,-1-2 15,3-2-15,3-5 16,4-7-16,8 1 16</inkml:trace>
  <inkml:trace contextRef="#ctx0" brushRef="#br0" timeOffset="29250.37">14365 1616 0,'0'0'0,"-2"-1"16,2 1-16,-27-3 15,-8 4-15,-3 6 16,7 2-16,3 0 16,7 0-16,5-1 15,4-1-15,12-7 16,-12 8-16,12-8 16,0 0-16,5 7 15,15 4-15,18 3 16,9 2-1,0-2-15,-4 0 16,-4 1-16,-8 3 16,-6 3-16,-8-1 15,-8-1-15,-9 1 16,-11 3-16,-13 0 16,-19 0-16,-7-1 15,-2-7-15,4-5 16,4-4-1,5-2-15,7-3 16,4-2-16,8-3 16,4-3-16</inkml:trace>
  <inkml:trace contextRef="#ctx0" brushRef="#br0" timeOffset="29633.74">14657 1657 0,'0'0'0,"0"0"16,9 0-16,9-1 15,15 3-15,9 8 16,2 4-1,-4 3-15,-6-1 16,-8 1-16,-9 0 16,-5 0-16,-7 2 15,-6 2-15,-7 1 16,-9 2-16,-6 1 16,-1-2-16,2-5 15,6-6-15,6-4 16,10-8-1,-3 10-15,34 4 16,68 3-16,36-5 16,3-7-16</inkml:trace>
  <inkml:trace contextRef="#ctx0" brushRef="#br0" timeOffset="46416.08">3906 8016 0,'0'0'0,"0"1"0,0-1 0,0 0 16,0 0-16,0 8 16,0-8-16,0 0 15,0 0-15,0 0 16,1 7-16,-1-7 15,0 0-15,0 0 16,16 8 0,-16-8-16,19 7 15,-6-2-15,5-3 16,1 1-16,0-1 16,-2-1-16,0 0 15,-1 0-15,0 0 16,1 0-16,-2 0 15,2 0-15,3 0 16,2-1 0,0 0-16,-2 0 15,-3-1-15,0 0 16,-1 0-16,0-1 16,2 0-16,2-1 15,3-2-15,1 2 16,-2-1-16,-2 1 15,-2 1-15,-1-1 16,-1 1-16,0-1 16,0 1-1,-1 0-15,2-1 16,2 0-16,-1 1 16,-1 2-16,-3 0 15,-2 1-15,-2 0 16,-10-1-16,15 2 15,-15-2-15,15 2 16,-15-2 0,13 2-16,-13-2 15,15 1-15,-15-1 16,21 3-16,-8-1 16</inkml:trace>
  <inkml:trace contextRef="#ctx0" brushRef="#br0" timeOffset="47334.43">10936 8265 0,'0'0'0,"0"0"0,0 0 16,2 3-16,-2-3 15,0 0-15,-11-2 16</inkml:trace>
  <inkml:trace contextRef="#ctx0" brushRef="#br0" timeOffset="49499.77">10756 8238 0,'0'0'0,"1"2"0,-1-2 16,7 9-16,-7-9 15,9 10-15,-9-10 16,8 8-16,-8-8 15,16 4-15,4-6 16,11-4-16,5-2 16,-1-4-16,-1 0 15,0-1-15,-2 1 16,-1 0 0,-4 1-16,-1 1 15,-2 2-15,-4 3 16,0 2-16,-3 1 15,-4 2-15,-13 0 16,16 0-16,-16 0 16,9-10-16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1:02:58.2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5275 2501 0,'0'0'0,"0"0"0,0 0 16,-1 3-16,1-3 16,-2 11-16,1-1 15,-1 1-15,1-3 16,0-1-16,1-7 15,-1 9-15,1-9 16,0 0 0,3 9-16,-3-9 15,10 7-15,3-3 16,7-1-16,11-3 16,14-5-16,16-11 15,12-11-15,16-10 16,11-12-16,3-2 15,6-6-15,-10 4 16,1 0 0,-10 3-16,-6 4 15,-3 0-15,-7 6 16,-2-1-16,-6 6 16,-5 6-16,2 4 15,-5 3-15,-4 5 16,-5 3-16,-6 2 15,-7 3-15,-7 2 16,-6 1 0</inkml:trace>
  <inkml:trace contextRef="#ctx0" brushRef="#br0" timeOffset="2382.62">7649 3360 0,'0'0'0,"0"0"16,0 0-16,0 0 15,4 0 1,-4 0-16,20 0 16,-1 0-16,3-1 15,0 0-15,1-1 16,0 1-16,1-2 15,0 0-15,2 0 16,0 0-16,2-1 16,3 0-16,2 0 15,4 1-15,1-1 16,0 2 0,0 0-16,-4-1 15,2 1-15,-1-1 16,-1 1-16,0 0 15,0 2-15,-1 0 16,-1 0-16,-1 0 16,-2 0-16,0 1 15,1 0-15,-1 0 16,0 0 0,1 0-16,-4 0 15,1 0-15,1 0 16,-1-1-1,-1 1-15,-2 0 0,-1 0 16,-1 0-16,0 0 16,-1 0-16,0-1 15,-2 1-15,-2 0 16,0 0 0,0 0-16,-2 0 15,-1 0-15,-3 0 16,1 1-16,0-1 15,0 1-15,0-1 16,2 0-16,2-4 16</inkml:trace>
  <inkml:trace contextRef="#ctx0" brushRef="#br0" timeOffset="6017.18">6809 4296 0,'0'0'0,"0"0"15,-3 0-15,3 0 16,0 0-16,0 0 16,0 0-16,0 0 15,0 0-15,0 0 16,-1 8-16,1-8 16,11 9-16,2-2 15,3 0-15,3-2 16,-2-1-16,1-1 15,1-1 1,1-2-16,2 1 16,5-1-16,2 0 15,0-1-15,-2 1 16,-4-1-16,1 0 16,-1 1-16,2-2 15,2 1-15,1 1 16,2-1-1,-5 0-15,0 1 16,-2-2-16,2 0 16,2-1-16,2 3 15,-3-3-15,-3 3 16,-2-2-16,-3 1 16,-1 0-16,0 0 15,1 1-15,3-1 16,1 0-1,-1 0-15,-1 0 16,-2 1-16,-2-1 16,-1 0-16,0 0 15,-2 1-15,0-2 16,0 1-16,-1 1 16,2-1-16,0 1 15,-1-1-15,-1 1 16,-12 0-1,13 1-15,-13-1 16,14 2 0</inkml:trace>
  <inkml:trace contextRef="#ctx0" brushRef="#br0" timeOffset="12850.5">13924 2562 0,'0'0'0,"0"0"0,0 0 0,0 0 16,0 0-16,-1 4 16,1-4-16,-4 16 15,0-1-15,-1 4 16,2 1-16,-1 0 16,1 0-16,0 1 15,0 0 1,0 3-16,-1 5 15,0 2-15,0 4 16,-1 2-16,0 1 16,0 2-16,0-3 15,0 1-15,1-5 16,0-3-16,1-6 16,1-4-16,1-5 15,0-5 1,0-4-16,1-6 15,0 8-15,0-8 16,0 0-16,11 10 16,9-2-16,11-1 15,6-2-15,-1-2 16,1-1-16,1-1 16,-2-1-16,1 0 15,-3 0 1,-1 0-16,-1 0 15,-2 0-15,-3 0 16,-4 0-16,-7 0 16,-5 0-16,-11 0 15,13 0-15,-13 0 16,0 0-16,10-6 16,-6-5-16,-1-11 15,-5-14-15,-6-10 16,-6-4-1,-2-1-15,-3 1 16,0 3-16,2 3 16,1 2-16,3 8 15,1 3-15,1 2 16,1 2-16,3 6 16,1 5-16,1 2 15,0 2-15,-4-1 16,-14 0-1,-5-1-15,-7 3 16,-3 4-16,-4 2 16,-2 3-16,4 2 15,3 2-15,9-1 16,7 1-16,7 0 16,14-2-16,-13 0 15,13 0-15,0 0 16,0 0-1</inkml:trace>
  <inkml:trace contextRef="#ctx0" brushRef="#br0" timeOffset="14067.38">13076 2814 0,'0'0'0,"0"0"16,0 0-16,0 0 16,-2 2-16,2-2 15,0 0-15,-4 7 16,4-7-16,1 9 15,4-1 1,19 4-16,22 1 16,22-1-16,6-9 15,-1 0-15,4-2 16,-10-2-16,-3 1 16,-8 0-16,-9 0 15,-8 0-15,-6 0 16,-12 1-16,-7-1 15,-14 0-15,15 4 16,-15-4 0,0 0-16,0 0 15,0 0-15,0 0 16,-26 6-16,-8-10 16,-1-3-16,3-2 15,-3-3-15,1 1 16,2 0-16,4 1 15,6 2 1,8 3-16,14 5 16,-14-6-16,14 6 15,0 0-15,0 0 16,0 0-16,0 0 16,10 3-16,20 5 15,5 1-15,-1 1 16,-7-1-16,-2 0 15,-7-1 1,-4 0-16,-4-2 16,-10-6-16,8 14 15,-15 1-15,-25 12 16,-32 11-16,-15 2 16,-6-5-16</inkml:trace>
  <inkml:trace contextRef="#ctx0" brushRef="#br0" timeOffset="16517.05">11310 3248 0,'0'0'0,"0"0"16,0 0-16,0 0 15,-1 1-15,0 6 16,-1 7-16,-1 9 15,-1 8-15,1 5 16,-1 0 0,2 0-16,-1 1 15,0-1-15,0-1 16,-1-1-16,3 1 16,3 1-16,5 3 15,8 1-15,8 0 16,13 2-16,9 0 15,14-3-15,9-3 16,10-5 0,15-5-16,12-7 15,11-6-15,3-7 16,3-4-16,-2-1 16,-1-3-16,0 2 15,-8-1-15,3 1 16,-7 4-16,-2 2 15,-7 2-15,-6 1 16,-1 0 0,-3 1-16,-1-2 15,-5 2-15,-7-3 16,0 1-16,-11-2 16,-1-1-16,-8 2 15,-4-3-15,-5 0 16,-3 0-16,-5-1 15,-4 0-15,-6 0 16,-7-2 0,-8 0-16,-13-1 15,15 0-15,-15 0 16,0 0-16,0 0 16,0 0-16,0 0 15,7-13-15,-7-6 16,-3-10-16,-1-3 15,-4-4-15,-1-1 16,0-2 0,0-2-16,1 4 15,1 5-15,1 2 16,2 3-16,1 2 16,1 1-16,0 4 15,2 3-15,-1 4 16,0 3-16,1 4 15,0 6-15,0-7 16,0 7 0,0 0-16,0 0 15,0 0-15,0 0 16,0 0-16,-6-6 16,6 6-16,-22-2 15,5 3-15,-6 4 16,-7 4-16,-1 3 15,0 2-15,2 0 16,2 0-16,2 1 16,4-2-1,5-4-15,4-1 16,12-8-16,-11 8 16,11-8-16,0 0 15,0 0-15,0 0 16,3-8-16,12-13 15,6-6-15,6-3 16,0 5-16,1 4 16,3 3-16,5 5 15,6 5 1,5 7-16,1 6 16,0 7-16,-4 6 15,-2 4-15,2 5 16,-5 1-16,-6-1 15,-2 2-15,-8-1 16,-6-1-16,-7-2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1:03:28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946 4058 0,'0'0'0,"0"0"0,0 0 15,0 0-15,0 2 16,0-2-16,0 0 15,0 0-15,0 0 16,0 0-16,1 7 16,-1-7-1,6 8-15,1 0 16,7 1-16,10-2 16,8-3-16,10-6 15,8-4-15,-3-5 16,-4-2-16,-7 1 15,-2-1-15,-5 0 16,4-3-16,3-6 16,8-6-1,9-10-15,1-4 16,1-4-16</inkml:trace>
  <inkml:trace contextRef="#ctx0" brushRef="#br0" timeOffset="1033">955 3523 0,'0'0'0,"0"0"0,0 3 16,0-3-16,0 0 16,0 7-16,0-7 15,0 0-15,2 10 16,-2-10-16,5 12 15,-2-4-15,2 0 16,4 1-16,4 0 16,10-2-1,10-7-15,12-13 16,10-10-16,6-15 16,0-6-16,-1-4 15,1-2-15,-3-1 16,4-2-16,-1 2 15</inkml:trace>
  <inkml:trace contextRef="#ctx0" brushRef="#br0" timeOffset="2749.84">861 4797 0,'0'0'0,"0"0"0,0 0 0,0 0 0,0 0 16,0 0 0,0 4-16,2 4 15,0 2-15,1 0 16,5-2-16,9-4 15,15-11-15,20-20 16,14-17 0,5-17-16,-4-1 0,-2-2 15,-6 3-15,-8 7 16,-2 1 0,-6 7-16,1 1 15</inkml:trace>
  <inkml:trace contextRef="#ctx0" brushRef="#br0" timeOffset="8232.9">5639 4832 0,'0'0'0,"0"0"0,0 0 16,0 0-16,0 0 16,0 0-16,1 2 15,-1-2-15,0 0 16,0 0-16,8 7 15,-8-7-15,0 0 16,13 5-16,-13-5 16,16 5-1,-7-4-15,2 1 16,3-1-16,2 0 16,3 0-16,2-1 15,1 0-15,1-1 16,0-1-16,0 0 15,0-1-15,0-1 16,1 0-16,0 0 16,1 0-1,0 0-15,-1 0 16,-1 1-16,-1-1 16,-1 0-16,0 0 15,0-1-15,0 1 16,-1-2-16,2 2 15,0-2-15,0 1 16,-2-1-16,-2 1 16,2 0-1,0 0-15,-2 1 16,2-1-16,0-1 16,1-1-16,0 2 15,-2 0-15,-2 0 16,0-1-16,2 0 15,0 0-15,-3 0 16,1 1-16,0-2 16,0 0-1,0 1-15,-2 0 16,0 0-16</inkml:trace>
  <inkml:trace contextRef="#ctx0" brushRef="#br0" timeOffset="13332.96">10024 5416 0,'0'0'0,"0"0"0,0 0 0,0 0 16,0 0-16,2 2 15,-2-2-15,0 0 16,0 0-16,0 0 16,4 8-16,-4-8 15,0 0-15,0 0 16,15 5-1,0-2-15,6-2 16,8-1-16,2-1 16,5-1-16,0 0 15,2 1-15,1-1 16,1 1-16,-1-1 16,0 1-16,-1 1 15,-1 1 1,-3 1-16,0 1 15,1-1-15,-5 0 16,2 0-16,-3 1 16,-3 0-16,-2-2 15,-3 1-15,-3 0 16,-4-1-16,-4 1 16,-10-2-16,14 2 15,-14-2-15,0 0 16,0 0-1,0 0-15,0 0 16,0 0-16,8 5 16,-8-5-16,0 0 15,0 0-15,0 0 16,-11 6-16,1-4 16,-5 1-16,-5-1 15,-4-2 1,-4-2-16,0-1 15,-2 0-15,-1 0 16,0 0-16,-2 0 16,3-1-16,1 1 15,2 2-15,4 1 16,3 1-16,1 0 16,1 1-16,2-1 15,2 1 1,4-1-16,10-1 15,-12 0-15,12 0 16,0 0-16,0 0 16,-11 1-16,11-1 15,0 0-15,0 0 16,0 0-16,0 0 16,0 0-16,13 0 15,10 0 1,15 0-16,7 0 15,3 0-15,-1 0 16,-4 0-16,1 0 16,-4 1-16,-2 1 15,-5 1-15,-3 0 16,-5 0-16,-6 0 16,-6-1-16,-13-2 15,14 1 1,-14-1-16,0 0 15,0 0-15,0 0 16,0 0-16,0 0 16,0 0-16,-27 10 15,-28-4-15,-14-1 16,3-1-16,0-2 16,1 0-16,0 1 15,1-1 1,1 0-16,4 1 15,2 0-15,6-1 16,7 0-16,9-1 16,12 0-16,8 0 15,15-1-15,-15 0 16,15 0-16,0 0 16,0 0-16,0 0 15,0 0-15,19-5 16,29-5-16,15-2 15,-1 2 1,1 0-16,-3 2 16,-1 2-16,1 0 15,-6 1-15,-6 0 16,-5 1-16,-7 1 16,-7 1-16,-7 0 15,-6 1-15,-5 0 16,-11 1-1,11 0-15,-11 0 16,0 0-16,0 0 16,-16-7-16,-39-9 15,-28 3-15,2 6 16,4 5-16,9 2 16,10 2-16,11 1 15,11 0-15,11-1 16,8 0-1,7 0-15,10-2 16,0 0-16,0 0 16,-1 8-16,25 1 15,30 1-15,11-6 16,1-4-16,2-3 16,-6-2-16,-4-3 15,-10 2-15,-7-1 16,-10 2-1,-9 0-15,-6 1 16,-16 4-16,13-5 16,-13 5-16,0 0 15,-21-7-15,-57-7 16,-46 15-16,18 4 16,-2 5-16,28 0 15,22-3-15,19-2 16,20-3-16,19-2 15,0 0 1,0 0-16,75-26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1:14:38.89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6829 1315 0,'0'0'0,"0"0"15,0 0-15,-2 7 16,-2 14-16,-6 27 16,-7 18-16,-12 12 15,-10 0-15,-3-2 16,-3-1-16,4-11 16,5-8-16,3-5 15,7-11-15,6-8 16,6-7-1,5-4-15,6-5 16,5 0-16,5-3 16,11 3-16,16-4 15,16-4-15,14-7 16,2-6-16,-4-3 16,-4-3-16,-11 1 15,-4-1-15,-9 2 16,-1 1-1,-3 0-15,-1 1 16,-3 1-16</inkml:trace>
  <inkml:trace contextRef="#ctx0" brushRef="#br0" timeOffset="1050.26">7202 1957 0,'0'0'0,"0"0"16,0 0-16,0 0 15,0 0-15,3-2 16,-3 2-16,13-16 16,5-3-16,1-7 15,-2-4-15,-6-2 16,-5 2-1,-5 1-15,-6 5 16,-3 5-16,-3 7 16,-8 5-16,-8 9 15,-3 11-15,-1 11 16,4 7-16,6 6 16,7 12-16,8-4 15,7 3 1,10 2-16,5-6 15,7-4-15,10-7 16,8-12-16,6-7 16,11-13-16,-2-11 15,2-14-15,-5-7 16,0-6-16,-5-7 16,0-6-16,-7-3 15,1-6-15,-5 0 16,-4 4-1,-6 6-15,-10 15 16,-6 9-16,-7 10 16,-1 6-16,-3 9 15,0 0-15,0 0 16,-12 14-16,5 19 16,10 9-16,6 4 15,4 3-15,4-3 16,1-1-16,1-6 15,-4-5 1,-2-4-16,0-3 16,-4-5-16,-3-1 15,-9 1-15,-5 1 16,-1-3-16,0-4 16,4-7-16,5-9 15,0 0-15,0 0 16,15-5-1,37-24-15,17-14 16,-3-1-16,-2-5 16,-5-1-16,-5-2 15,-8 6-15,-10 9 16,-11 7-16,-10 8 16,-7 8-16,-5 5 15,-3 9-15,-15-8 16,-21 14-1,-8 8-15,8 4 16,11 3-16,6 4 16,5 6-16,7 4 15,7 5-15,8 2 16,7 4-16,4-3 16,1 0-16,-2-8 15,-4-7-15,-3-6 16,-5-5-1,-6-2-15,-7 2 16,-5 1-16,-10 4 16,-5 1-16,0-3 15,3-4-15,10-7 16</inkml:trace>
  <inkml:trace contextRef="#ctx0" brushRef="#br0" timeOffset="1932.97">8816 2008 0,'0'0'0,"0"0"16,0 0-16,0 0 15,0 0 1,3 0-16,-3 0 16,0 0-16,13 0 15,-13 0-15,0 0 16,15-3-16,-4-1 16,3-1-16,-2-2 15,-2-1-15,-1 2 16,-3 0-16,-6 6 15,6-9-15,-6 9 16,0 0 0,0 0-16,4-8 15,-4 8-15,0 0 16,3-7-16,-3 7 16,3-15-16,2-1 15,3-7-15,4-4 16,0-1-16,0 4 15,-4 5 1,-2 5-16,-3 6 16,-3 8-16,4-9 15,-4 9-15,-20 1 16,-18 11-16,-12 17 16,13-1-16,8 2 15,6 4-15,6 6 16,6 3-16,8 2 15,13-1-15,9-6 16,15-3 0,17-8-16,15-15 15,10-16-15,-3-14 16,-3-11-16,-5-8 16,-8-10-16,-2-8 15,-6-6-15,-6-6 16,-8 2-16,-6 3 15,-9-1 1,-6 7-16,-8 6 16,-5 9-16,-4 12 15,0 9-15,-1 9 16,4 11-16,0 0 16,-26 11-16,-8 33 15,-6 22-15,3 12 16,3 9-16,0 10 15,1 4 1,5-5-16,2-3 16,1-8-16,3-10 15,1-10-15,0-11 16,4-13-16,3-13 16,7-13-16</inkml:trace>
  <inkml:trace contextRef="#ctx0" brushRef="#br0" timeOffset="2383.04">9882 1854 0,'4'-5'0,"6"-5"16,5-6-16,18-20 15,-2-5 1,-5-4-16,-6-5 16,-8-1-16,-6-2 15,-9 4-15,-6 6 16,-2 12-16,1 9 16,3 9-16,1 6 15,6 7-15,-27 9 16,-1 23-16,-11 19 15,6 14 1,2 12-16,0 13 16,3 0-16,-1 2 15,4-6-15,2-7 16,3-11-16,6-10 16,3-5-16,4-9 15,2-7-15,3-8 16,2-10-16,2-4 15,8-5-15</inkml:trace>
  <inkml:trace contextRef="#ctx0" brushRef="#br0" timeOffset="2982.71">10211 1918 0,'0'0'0,"0"0"16,0 0-16,0 0 15,0 0-15,-3 4 16,-1 5 0,-5 9-16,-3 7 15,-1 1-15,1-2 16,4-6-16,2-6 16,2-5-16,4-7 15,-2 7-15,2-7 16,0 0-16,10-3 15,20-13-15,16-21 16,-5 1 0,-7 0-16,-7 4 15,-4 3-15,1 1 16,-1 1-16,3 0 16,11 9-16,2 6 15,0 8-15,4 8 16,0 8-16,-4 5 15,-8 6-15,-7 4 16,-7 1 0,-6 2-16,-9-1 15,-13 2-15,-15 1 16,-12 0-16,-5-2 16,10-9-16,8-8 15,8-5-15,7-6 16,10-2-16,-12-11 15,13-13-15,17-24 16,21-19 0,12-3-16,6 2 15,-4 10-15,-7 13 16,-9 11-16,-11 13 16,-11 8-16,-4 6 15,-11 7-15,19-6 16,-7 5-16,-2 2 15,0 2 1</inkml:trace>
  <inkml:trace contextRef="#ctx0" brushRef="#br0" timeOffset="4499.92">12122 2263 0,'0'0'0,"0"0"0,0 0 16,0 0-16,0 0 15,0 0 1,2-4-16,2-4 16,8-11-16,5-13 15,4-11-15,-1-9 16,-3-3-16,-2-7 15,-1 1-15,-2-2 16,1-4-16,-2 0 16,2-4-16,0-2 15,-2 5 1,3-5-16,0 6 16,2-2-16,1 2 15,-3 8-15,-1 6 16,-2 8-16,-5 6 15,-3 7-15,-3 5 16,-2 7-16,0 8 16,1 5-16,1 7 15,-2-7 1,2 7-16,-13-2 16,-11 9-16,-16 11 15,-7 10-15,-2 8 16,-4 7-16,3 2 15,2 5-15,7-4 16,1 1-16,9-6 16,7-6-1,7-5-15,6-7 16,5-6-16,4-5 16,1-6-16,1-6 15,1 7-15,-1-7 16,0 0-16,25-6 15,19-16-15,12-14 16,-8-2-16,-3-1 16,-2-3-1,-1-4-15,-1 1 16,-6 3-16,-3 6 16,-4 3-16,-4 6 15,-3 4-15,-4 6 16,-2 5-16,2 4 15,5 5-15,4 4 16,4 6-16,1 5 16,3 7-16,-5 7 15,1 5 1,-2 6-16,-3 4 16,-1 2-16,-3-1 15,-1-2-15,-1 0 16,-2-2-16,-1-4 15,-3-2-15,0-3 16,0-4-16</inkml:trace>
  <inkml:trace contextRef="#ctx0" brushRef="#br0" timeOffset="7750.45">11022 1904 0,'0'0'0,"0"0"0,6 0 16,13-4-16,28-3 16,10-2-16,5 0 15,-1 3-15,-1 4 16,1 0-16,-5 1 16,-6 1-16,-6 0 15,-11 0 1,-8-1-16,-9-1 15,-4-1-15,-12 3 16,17-16-16</inkml:trace>
  <inkml:trace contextRef="#ctx0" brushRef="#br0" timeOffset="7999.43">11390 1602 0,'0'0'0,"0"0"0,0 0 16,0 5-16,-2 5 15,-1 18-15,-3 14 16,-1 7-16,-1-1 16,2-1-16,0 0 15,0 1-15,2-4 16,0 5-1,1 1-15,-1 1 16,0-1-16</inkml:trace>
  <inkml:trace contextRef="#ctx0" brushRef="#br0" timeOffset="13716.61">2790 1473 0,'-2'5'0,"-9"10"0,-4 9 15,-19 35-15,2 5 16,1 2 0,6-5-16,3-7 15,3-5-15,5-9 16,5-8-16,5-5 15,3-6-15,4-1 16,4-1-16,5 0 16,4-4-16,7-1 15,7-6-15,8-2 16,5-5-16,2-3 16,0-3-1,-1-3-15,0-4 16,-2 1-16,-1-1 15,-3 0-15,0-1 16,1-6-16,-1-7 16,-1-7-16,-3-3 15,-5 0-15,-6 2 16,-10 5-16,-5 4 16,-6 3-1,-5 3-15,-6 6 16,-7 5-16,-12 8 15,-15 15-15,-4 14 16,5 3-16,9 3 16,6 1-16,7 0 15,7 3-15,6 1 16,7-2-16,11-4 16,8-3-1,10-5-15,10-9 16,8-8-16,9-17 15,6-15-15,5-10 16,-3-18-16,-6-4 16,-8-3-16,-6-3 15,-7 2-15,-8 4 16,-7 9-16,-9 12 16,-6 13-1,-3 8-15,-3 6 16,-1 7-16,0 0 15,0 0-15,0 0 16,0 13-16,4 11 16,10 12-16,3 3 15,3 1-15,2-2 16,-1 0-16,1-1 16,-9 0-1,-13 10-15,-8 2 16,-5-2-16,-2-6 15,3-15-15,5-13 16,4-5-16,3-8 16,0 0-16,16-12 15,36-36-15,15-19 16,-7-2-16,-2-3 16,-6 2-1,-11 7-15,-11 8 16,-12 11-16,-8 13 15,-6 10-15,-6 9 16,-8 5-16,-13 9 16,-23 21-16,-10 21 15,7 2-15,17 2 16,11-2-16,11 0 16,15-2-1,8-3-15,14-3 16,8-3-16,6-2 15,4-2-15,-5-4 16,-7-4-16,-6-3 16,-8 1-16,-9 3 15,-9 5-15,-11 6 16,-10 9-16,-6 0 16,1-9-1,6-13-15,8-11 16,11-11-16</inkml:trace>
  <inkml:trace contextRef="#ctx0" brushRef="#br0" timeOffset="13932.4">4578 1657 0,'0'0'0,"0"0"0,0 5 15,0 8-15,-2 23 16,-4 18-16,-6 9 16,0 0-16,-1-6 15,-1-5-15,4-8 16,1-5-16,3-11 16,2-14-16</inkml:trace>
  <inkml:trace contextRef="#ctx0" brushRef="#br0" timeOffset="14249.89">4491 1608 0,'0'0'0,"0"-3"16,0 3-1,5-15-15,12-1 16,12-2-16,10 3 15,2 9-15,-1 3 16,0 10-16,-4 6 16,-3 6-16,-6 8 15,-7 6-15,-8 10 16,-13 13-16,-18 14 16,-21 14-1,-13 10-15,-7-7 16,6-12-16,8-16 15,11-14-15,9-13 16,7-10-16</inkml:trace>
  <inkml:trace contextRef="#ctx0" brushRef="#br0" timeOffset="14733.64">4988 1763 0,'0'0'0,"0"0"0,0 0 15,-1 8-15,-6 21 16,-13 29-16,-6 7 16,4-9-16,3-11 15,5-11 1,6-10-16,3-8 15,3-10-15,2-6 16,0 0-16,-3-6 16,1-21-16,9-23 15,6-16-15,7-7 16,4 0-16,2 8 16,-1 10-16,-5 15 15,-3 12 1,-5 9-16,-3 9 15,2 5-15,3 6 16,2 7-16,3 11 16,0 8-16,-2 13 15,-2 5-15,-5 5 16,-3 2-16,-2-3 16,-4-6-16,-3-3 15,-5-2-15,-2-3 16</inkml:trace>
  <inkml:trace contextRef="#ctx0" brushRef="#br0" timeOffset="15082.89">4938 2071 0,'2'-1'0,"5"-8"16,8-6-16,27-26 15,14-12 1,2-2-16,-6 0 15,-15 1-15,2-2 16,-7 10-16,-3 5 16,-7 9-16,-10 15 15,-4 7-15,-8 10 16,13-5-16,-2 14 16,1 13-16,0 18 15,-5 17-15,-10 10 16,-5-4-1,-7-1-15,-2-3 16,-3-7-16,5-4 16,2-10-16,5-14 15,4-8-15,2-8 16,2-8-16,0 0 16,8-19-16,7-31 15</inkml:trace>
  <inkml:trace contextRef="#ctx0" brushRef="#br0" timeOffset="15699.64">5262 1524 0,'0'0'0,"0"0"16,0 0-16,0-1 16,0 1-16,0 0 15,17-8-15,9-1 16,13-4-1,7-2-15,-1 2 16,0-1-16,-7-1 16,-5-1-16,-10 4 15,-6 3-15,-2 1 16,-2 2-16,-1 5 16,2 10-16,-2 10 15,-1 13-15,2 11 16,-3 12-1,-2 5-15,-4 3 16,-4 1-16,-2-3 16,-2-9-16,1-9 15,-1-12-15,0-9 16,2-8-16,1-6 16,1-8-16,-3 9 15,3-9-15,0 0 16,-3-8-1,-3-20-15,5-25 16,9-21-16,5-4 16,7-5-16,3 6 15,-3 16-15,-1 13 16,-6 16-16,-4 13 16,-2 12-16,-7 7 15,23 4-15,-6 20 16,1 22-16,-4 14 15,-4 10 1,-6 0-16,0-3 16,-2-7-16,1-7 15,-2-7-15,0-11 16,1-8-16,-1-9 16,-1-6-16,0-4 15</inkml:trace>
  <inkml:trace contextRef="#ctx0" brushRef="#br0" timeOffset="15849.79">5764 1864 0,'0'0'0,"0"0"16,3-1-16,8-3 16,18-5-16,13-3 15,1-1-15,1 0 16,-2 1-16,-3 0 15</inkml:trace>
  <inkml:trace contextRef="#ctx0" brushRef="#br0" timeOffset="16066.72">6085 1802 0,'0'0'0,"0"0"0,0 0 15,4 1 1,8 1-16,13-3 16,10-5-16,1-2 15,1-3-15,-3-1 16,-2 0-16,0-4 16,0-8-16</inkml:trace>
  <inkml:trace contextRef="#ctx0" brushRef="#br0" timeOffset="16283.56">6188 1521 0,'0'0'0,"0"0"16,0 2-16,0 4 15,0 12-15,0 16 16,0 10-16,2 5 15,-1 1 1,1-1-16,1 6 16,0 1-16,-1 10 15,-7 10-15</inkml:trace>
  <inkml:trace contextRef="#ctx0" brushRef="#br0" timeOffset="19067.84">13005 2169 0,'0'0'0,"0"-2"0,0 2 16,-3-10-16,0-5 15,-3-9-15,7-14 16,9-14-16,7-16 16,11-9-1,7-3-15,5 5 16,1 6-16,-1 10 16,-6 13-16,-9 17 15,-6 11-15,-5 9 16,0 8-16,3 10 15,1 11-15,-2 16 16,-3 18-16,-10 11 16,-5 4-16,-4 0 15,-2-7 1,1-13-16,1-12 16,2-8-16</inkml:trace>
  <inkml:trace contextRef="#ctx0" brushRef="#br0" timeOffset="19249.66">12999 1963 0,'0'0'0,"0"0"15,0 0-15,2 1 16,-2-1-16,33 1 15,4-4-15,11-7 16,-4-4-16</inkml:trace>
  <inkml:trace contextRef="#ctx0" brushRef="#br0" timeOffset="19516.25">13688 1706 0,'0'0'0,"0"0"0,-4 3 16,-7 6-16,-10 7 15,-5 2 1,-1 1-16,1-1 16,1-1-16,6 2 15,6 4-15,2 2 16,5 2-16,7 2 15,7-2-15,11-2 16,10-6-16,12-5 16</inkml:trace>
  <inkml:trace contextRef="#ctx0" brushRef="#br0" timeOffset="19766.49">13869 1751 0,'0'0'0,"-3"4"0,-3 3 15,-12 10 1,-9 9-16,-2 2 16,2-2-16,9 1 15,6 1-15,7-3 16,7 0-16,9-5 15,7-3-15,12-6 16,8-6-16,4-12 16,3-13-16</inkml:trace>
  <inkml:trace contextRef="#ctx0" brushRef="#br0" timeOffset="20382.9">13963 1740 0,'0'0'0,"0"0"0,0 2 16,0-2-16,0 18 16,0 2-16,-1 6 15,-2 1-15,2-3 16,0-4 0,0-3-16,2-6 15,1-3-15,-2-8 16,18 6-16,-1-7 15,7-8-15,0-1 16,-3-2-16,-2 1 16,-3 2-16,-3 3 15,-2 0 1,3 4-16,0 7 0,4 10 16,-2 3-1,-3 4-15,0-2 16,-6-3-16,0-5 15,-3-2-15,0-3 16,-4-7-16,6 10 16,-6-10-16,26 7 15,-5-4-15,0-3 16,-3 0 0,-3 0-16,-5 0 15,-10 0-15,11 0 16,-11 0-16,0 0 15,0 0-15,4-8 16,-5-1-16,-2-6 16,1-6-16,6-4 15,7-4-15,2 2 16,3 4 0,-1 5-16,3 1 15,-1 6-15,3 2 16,2 2-16,1 1 15,3-1-15,-5 2 16</inkml:trace>
  <inkml:trace contextRef="#ctx0" brushRef="#br0" timeOffset="21599.81">14839 1760 0,'0'0'0,"0"2"16,0-2-16,3 15 15,-1 4-15,1 4 16,1 4-16,-1-5 16,0 0-16,-2-2 15,0-5-15,-1-3 16,0-4-16,0-8 16,0 9-1,0-9-15,0 0 16,0 0-16,0 0 15,0 0-15,0 0 16,3-6-16,5-17 16,10-8-16,3-1 15,2 1-15,-2 4 16,0 4-16,-4 5 16,-6 6-1,-3 5-15,-8 7 16,10-4-16,-10 4 15,18 10 1,-4 1 0,2 5-16,-2 0 15,-4-7-15,-4-2 16,-6-7-16,7 7 16,-7-7-1,0 0-15,3 7 16,-6-1-16,-5 7 15,-6 4-15,0-1 16,2-3-16,4-4 16,8-9-16,-9 9 15,9-9-15,0 0 16,0 0-16,0 0 16,18-6-16,8-6 15,2-1 1,-4 3-16,-10 3 15,-3 4-15,-11 3 16,10-4-16,-10 4 16,0 0-16,0 0 15,12-3-15,-12 3 16,0 0-16,0 0 16,0 0-16,0 0 15,10-6 1,-10 6-16,0 0 15,0 0-15,0 0 16,0 0-16,0 0 16,0 0-16,0 0 15,0 0-15,0 0 16,18 7-16,-4 0 16,7-2-1,5-7-15,1-3 16,-2-3-16,-1-2 15,-5 1-15,-5 0 16,-14 9-16,12-9 16,-12 9-16,0 0 15,0 0-15,0 0 16,0 0-16,0 0 16,0 0-16,0 0 15,0 0 1,10-2-16,-10 2 15,0 0-15,0 0 16,0 0-16,0 0 16,17 5-16,-4 0 15,2 9-15,-5 9 16,-1 4-16,-3 7 16,-3 7-16,-4 0 15,-1-1 1,-2-4-16,-1-4 15,-2-1-15,-3-3 16,-5-2-16,-5-1 16,-11 0-16,-10-2 15,-4-6-15,4-11 16,9-7-16,6-9 16,6-7-16,4-15 15,11-18 1,19-15-16,27-16 15,14 3-15</inkml:trace>
  <inkml:trace contextRef="#ctx0" brushRef="#br0" timeOffset="70733.44">9080 6990 0,'0'0'0,"0"0"0,0 0 0,0 0 0,0 0 15,-2 1-15,2-1 16,0 0-16,0 0 16,-11 3-16,11-3 15,-11 0-15,11 0 16</inkml:trace>
  <inkml:trace contextRef="#ctx0" brushRef="#br0" timeOffset="73416.17">9106 7042 0,'0'0'0,"0"0"0,0 0 16,-2 1-16,2-1 16,0 0-16,0 0 15,0 0-15,0 0 16,-4 6-16,4-6 15,0 0-15,0 0 16,4 9-16,-4-9 16,8 10-16,-8-10 15,13 10-15,-3-4 16,6-1 0,0 1-16,4-1 15,3-2-15,0 0 16,0 0-16,-1-1 15,-1 0-15,1-2 16,1-1-16,0-1 16,2-2-16,-2 2 15,1-1-15,-2 2 16,-1-2 0,0 0-16,1 1 15,-2-1-15,1 1 16,0 0-16,1-1 15,0 0-15,-1 2 16,0 0-16,0 0 16,0 0-16,0 0 15,2 1-15,0-1 16,-2 0 0,3 0-16,0 0 15,0 1-15,1-1 16,0 0-16,-2 0 15,-1 0-15,-1-1 16,-1 0-16,-2-1 16,0 1-16,1 0 15,-2-1-15,0 0 16,-2 1-16,-2 0 16,-1 1-1,-1-1-15,-11 2 16,17-2-16,-17 2 15,14-2-15,-14 2 16,0 0-16,12-2 16,-12 2-16,0 0 15,0 0-15,0 0 16,0 0 0,0 0-16,10-2 15,-10 2-15,0 0 16,0 0-16,0 0 15,0 0-15,0 0 16,0 0-16,0 0 16,0 0-16,0 0 15,0 0-15,0 0 16,0 0 0,0 0-16,0 0 15,0 0-15,0 0 16,0 0-16,0 0 15,0 0-15,0 0 16,0 0-16,0 0 16,0 0-16,0 0 15,0 0-15,0 0 16,0 0 0,0 0-16,1-7 15,-1 7-15,-6-10 16,2 2-16,-2 0 15,1 1-15,-1-3 16,1 1-16,-2 0 16,1 1-16,1 2 15,5 6-15,-14-12 16,14 12 0,-15-10-16,15 10 15,-15-7-15,15 7 16,-12-4-16,12 4 15,0 0-15,-12-2 16,12 2-16,0 0 16,0 0-16,0 0 15,0 0-15,0 0 16,0 0 0,0 0-16,0 0 15,0 0-15,13 2 16,3-1-16,3 0 15,3-1-15,-1 1 16,-1 0-16,-1 0 16,-3 0-16,-3-1 15,-1 1-15,-12-1 16,15 4-16,-15-4 16,0 0-1,12 4-15,-12-4 16,0 0-16,0 0 15,0 0-15,0 0 16,0 0-16,8 6 16,-8-6-16,0 0 15,0 0-15,-2 7 16,-4 6 0,-9 9-16,-5 5 15,0-4-15,-2 0 16,-1 1-16,-1 1 15,0 0-15,0 1 16,3-4-16,1-1 16,1-1-16,3-3 15,2 0-15,3-2 16,-2 0 0</inkml:trace>
  <inkml:trace contextRef="#ctx0" brushRef="#br0" timeOffset="74215.64">9423 6655 0,'0'0'0,"0"0"15,0 0-15,-3 0 16,3 0-16,-10 2 16,10-2-1,-19 5-15,5-2 16,1 1-16,-4 2 15,-2 3-15,-4 4 16,-1 7-16,-1 3 16,-1 3-16,0 3 15,-1 2-15,2 1 16,0-1-16,2 1 16,1-2-1,3-3-15,3-5 16,3-4-16,3-5 15,3-3-15,2-2 16,5-8-16,-6 9 16,6-9-16,0 0 15,-2 8-15,2-8 16,0 0-16,0 0 16,0 0-1,4 8-15,3 2 16,5 4-16,9 9 15,7 3-15,7 6 16,6 3-16,3 3 16,6-2-16,0-6 15,5-5-15,-2-3 16,-4-7-16,2-7 16,-6-6-16,0-3 15</inkml:trace>
  <inkml:trace contextRef="#ctx0" brushRef="#br0" timeOffset="79049.64">9812 7507 0,'0'0'0,"0"0"0,0 0 0,0 0 0,0 0 16,0 0-16,0 0 16,0 0-16,-3 0 15,3 0-15,-21 1 16,1 2-16,-3 4 15,-3 3-15,-1 5 16,3 2-16,3-2 16,5 1-1,4-1-15,4 0 16,3 1-16,4 1 16,9 5-16,4 2 15,7 1-15,5-2 16,2-1-16,2-3 15,-2-1-15,-4-5 16,-6-3-16,-4-3 16,-12-7-16,13 9 15,-13-9 1,0 0-16,6 10 16,-13 0-16,-9 9 15,-7 3-15,-2-4 16,1-4-16,2-2 15,1-2-15,5-4 16,4-2-16,12-4 16,-15 2-16,15-2 15,0 0 1</inkml:trace>
  <inkml:trace contextRef="#ctx0" brushRef="#br0" timeOffset="79399.45">9980 7600 0,'0'0'0,"0"0"16,0 2-16,0-2 15,0 0-15,0 6 16,0 5-16,0 19 16,0 19-16,0 3 15,0-3-15,0 0 16,1 3 0,1 1-16,-1-3 15,-1-7-15,1-6 16,0-4-16,-1-6 15,1-5-15,0-9 16,-1-5-16,0-8 16,0 0-16,-1 7 15</inkml:trace>
  <inkml:trace contextRef="#ctx0" brushRef="#br1" timeOffset="84116.6">9652 6697 0,'0'0'0,"0"0"0,0 0 16,0 3-16,0-3 15,-1 14 1,0 5-16,0 11 15,-1 4-15,1 4 16,1 1-16,2 2 16,0 2-16,1 0 15,-1 1-15,1 0 16,-2 1-16,2-2 16,-1 1-16,-1-2 15,-1-2 1,-1-2-16,-1-5 15,1 0-15,-1-3 16,1-2-16,0-2 16,-1-4-16,-1-7 15,2-3-15,0-5 16,1-7-16,-2 9 16,2-9-16,0 0 15,-8 9-15,-8-4 16,-14 2-1,-9-2-15,0-1 16,-3-1-16,-2-2 16,-2 1-16,0-1 15,-1 2-15,-3-1 16,-1 2-16,0 2 16,-3 3-16,-1 1 15,-1 2-15,2-1 16,3 0-1,2-2-15,4-1 16,5-6-16,5-4 16,3-3-16,1-3 15,2-5-15,4-2 16,5-5-16,1-5 16,1-7-16,2-3 15,3-4 1,2-3-16,1-5 15,2 1-15,1 0 16,2 1-16,1 3 16,0-6-16,1 2 15,0 2-15,2 4 16,0 5-16,0 3 16,1 5-16,0 4 15,0 5 1,1 2-16,1 2 15,1 1-15,3 0 16,2 1-16,3 1 16,5 0-16,8 0 15,7 1-15,5 2 16,4 3-16,2 2 16,7-1-16,2 1 15,7 0-15,-1 1 16,2 0-1,0-1-15,1 1 16,-1-1-16,-1 1 16,0-2-16,0 0 15,-3 0-15,0-2 16,-4 1-16,-2-1 16,-7 1-16,-2 0 15,-6 0-15,-6 2 16,-5 1-16,-5 0 15,-4 2 1,-14 0-16,13-2 16,-13 2-16,0 0 15,0 0-15,10-1 16,-10 1-16,0 0 16,0 0-16,0 0 15,0 0-15,0 0 16,0 0-1,0 0-15,0 0 16,0 0-16</inkml:trace>
  <inkml:trace contextRef="#ctx0" brushRef="#br1" timeOffset="85099.3">8666 7407 0,'0'0'0,"0"0"0,0 0 16,-5-3-16,5 3 15,-22-11 1,3 3-16,-8-1 16,-10 2-16,-11 2 15,-9 6-15,-7 3 16,-10 7-16,0 3 16,-3 5-16,2 0 15,7 1-15,3 3 16,11-3-16,10-1 15,9-3 1,9-1-16,6-4 16,7-3-16,13-8 15,-13 9-15,13-9 16,0 0-16,0 0 16,-11 5-16,3-16 15,-6-13-15,3-11 16,3-3-16,4-2 15,2 5 1,1 4-16,2 8 16,1 8-16,-1 4 15,-1 11-15,0 0 16,0 0-16,3 9 16,-1 25-16,-11 18 15,-4 2-15,-4-4 16,2-4-16,1-6 15,3-3 1,2-8-16,5-2 16,4-3-16,3-4 15,6 3-15,3-2 16,5-1-16,3-5 16,3-5-16,2-2 15,4-2-15,6-2 31</inkml:trace>
  <inkml:trace contextRef="#ctx0" brushRef="#br1" timeOffset="85648.53">6140 7511 0,'0'0'0,"0"0"16,0 0-16,-1 9 15,0 15-15,-1 22 16,2 6-16,2-6 16,0-9-16,2-6 15,-1-8-15,-1-8 16,-1-5-16,-1-10 15,0 9-15,0-9 16,-27 0 0,-6-16-16,-7-20 15,-5-19-15,2-13 16,7-5-16,6-5 16,6 5-16,8 5 15,5 12-15,6 9 16,5 7-16,2 6 15,9 5-15,9 4 16,5 3-16,7 4 16,0 8-1,-5 8-15</inkml:trace>
  <inkml:trace contextRef="#ctx0" brushRef="#br1" timeOffset="86132.54">6009 7637 0,'0'0'0,"3"-3"16,3-3-16,13-15 15,14-13-15,1-3 16,0 3-16,10 7 15,-3 9-15,4 2 16,0 8-16,-1 7 16,3 5-1,-3 7-15,0 10 16,-7 4-16,-5 7 16,-6 3-16,-7 1 15,-4 2-15,-7 0 16,-4-6-16,-3-8 15,-3-7-15,-3-6 16,0-5-16,5-6 16,-20-4-1,5-10-15,3-14 16,2-17-16,7-16 16,7-8-16,9-2 15,4 10-15,4 5 16,5 7-16,0 6 15,0 6-15</inkml:trace>
  <inkml:trace contextRef="#ctx0" brushRef="#br1" timeOffset="87715.58">6906 7562 0,'0'0'0,"0"0"0,0 0 16,0 0-16,3-1 16,2-7-16,7-15 15,1-20 1,-2-12-16,-5-1 16,-4 0-16,-6 4 15,-3 9-15,-4 5 16,1 11-16,1 9 15,2 7-15,1 3 16,6 8-16,-27 10 16,-2 28-16,2 23 15,11-4 1,16 5-16,4-4 16,12-3-16,5-5 15,2-11-15,4-10 16,-2-11-16,0-10 15,2-11-15,1-10 16,4-13-16,-4-10 16,-5-13-16,-3-10 15,-6 0 1,-3 0-16,-2 10 16,-3 5-16,0 4 15,-2 8-15,1 8 16,-2 9-16,2 3 15,-2 5-15,-3 7 16,5-7-16,-5 7 16,0 0-1,0 0-15,0 0 16,10-2-16,-10 2 16,0 0-16,0 0 15,2 7-15,-2 8 16,-5 17-16,-2 11 15,3-9-15,1-5 16,5-1-16,4 0 16,3-1-1,3-2-15,4-2 16,1-4-16,0-1 16,1-5-16,-3-3 15,1-2-15,0-2 16,-1-3-16,2-1 15,3-3-15,3-3 16,0-3-16,-2-3 16,-3-1-1,0-3-15,0-5 16,-1-3-16,-2-1 16,-1 1-16,-3-2 15,-2-6-15,-1-5 16,-3-8-16,0-3 15,-5 0-15,1 1 16,0 6 0,0-1-16,-1 4 15,2 8-15,2 7 16,1 6-16,2 4 16,-7 11-16,20-7 15,-8 7-15,1 5 16,0 4-16,-1 3 15,2 3-15,0 0 16,1 1-16,-2 0 16,-1-2-16,-2-3 15,1 2 1,0-1-16,-1-2 16,-1 2-16,-4 1 15,0 0-15,-2-2 16,0-4-16,-3-7 15,3 10 1,-3-10-16,4 10 0,-4-10 16,23 3-16,-7-3 15,2 0 1,-2 0-16,-2 4 16,0 8-16,-3 7 15,-2 7-15,-5 3 16,-1 0-16,-4 0 15,-2 1-15,-3 1 16,-7 1-16,-2-3 16,-1-4-16,0-4 15,3-7 1,5-7-16,8-7 16,0 0-16,-13-20 15,20-30-15,10-21 16,10-6-16,8 3 15,-1-1-15,4 0 16,-2 8-16,-7 8 16,-5 8-16,-10 12 15,-6 10 1,-4 11-16,-2 7 16,-2 11-16,-5-7 15,-17 17-15,-24 26 16,-4 10-16,18 3 15,13-7-15,8 1 16,8 0-16,10 1 16,10-2-16,13-5 15,7-9-15,14-16 16,13-12 0,8-12-16,18-39 31,-16-15-31</inkml:trace>
  <inkml:trace contextRef="#ctx0" brushRef="#br1" timeOffset="88749.04">6626 7991 0,'0'0'0,"0"0"15,0 0-15,7-6 16,19-14-16,28-17 15,15-2-15,9 0 16,-2 5-16,4-2 16,-1-1-16,1 1 15,-3 3-15,4 0 16,-4 4 0,-1 0-16,-3 2 15,-11 5-15,-2 1 16,-3 1-16,-5 3 15,-7 3-15,-11 2 16,-8 4-16,-8 2 16,-5 2-16,-13 4 15,13-3-15,-13 3 16,0 0 0,0 0-16,0 0 15,0 0-15,10 0 16,-10 0-16,0 0 15,0 0-15,0 0 16,0 0-16,0 0 16,0 0-16,0 0 15,0 7 1,0-7-16,0 0 16,0 0-16,0 0 15,0 0-15,0 0 16,0 0-16,1 6 15,-1-6-15,0 0 16,0 0-16,0 0 16,0 0-16,0 0 15,0 0-15,0 0 16,0 0 0,0 0-16,0 0 15,0 0-15,0 0 16,0 0-16,0 0 15,0 0-15,0 0 16,0 0-16,0 0 16,0 0-16,0 0 15,0 0-15,0 0 16,0 0 0,0 0-16,0 0 15,0 0-15,2 7 16,-2-7-16,0 0 15,0 0-15,0 0 16,0 0-16,0 0 16,0 0-16,0 0 15,0 0-15,0 0 16,0 0 0,0 0-16,0 0 15,0 0-15,0 0 16,0 0-16,0 0 15,0 0-15,0 0 16,0 0-16,-9-7 16</inkml:trace>
  <inkml:trace contextRef="#ctx0" brushRef="#br1" timeOffset="90015.23">6715 8142 0,'0'0'0,"5"-1"0,-5 1 16,36-10-16,9-6 15,2-5-15,4-3 16,-3-1-16,-1 0 16,-3 0-16,3-1 31,-4 2-31,-5 5 16,1 0-16,-7 6 15,-5 0 1,-6 3-16,-9 4 15,-2 1-15,-10 5 16,17-8-16,-17 8 16,10-4-16,-10 4 15,0 0-15,0 0 16,0 0-16,10 0 16,-10 0-1,0 0-15,0 0 16,0 0-16,0 0 15,0 0-15,0 0 16,0 0-16,0 0 16,0 0-16,0 0 15,0 0-15,0 0 16,0 0-16,0 0 16,0 0-1,3 7-15,-3-7 16,0 0-16,0 0 15,0 0-15,0 0 16,0 8-16,0-8 16</inkml:trace>
  <inkml:trace contextRef="#ctx0" brushRef="#br2" timeOffset="99482.29">9548 6809 0,'0'0'0,"0"0"15,0 0-15,0 0 16,5 0-16,-5 0 16,25 0-16,11-6 15,14-7-15,6-4 16,0 2-1,-1-1-15,0 1 16,-3 1-16,1 1 16,-5 1-16,-7 3 15,-2 3-15,-4 3 16,-4 3-16,-3 3 16,-6 0-16,-3 1 15,-3 2-15,-3-1 16,-3 2-1,-1 0-15,0 2 16,-1 1-16,-1 5 16,-1 3-16,-2 1 15,-1 5-15,-2 1 16,1 5-16,0 1 16,-1 2-16,1 3 15,0 5-15,5 4 16,0-2-16,1-5 15,1-5 1,1 1-16,-1-4 16,0-3-16,-1-5 15,-1-4-15,-3-5 16,0-3-16,-2-4 16,-2-6-16,2 9 15,-2-9-15,0 0 16,-1 7-16,-10 1 15,-15 5 1,-7-1-16,-4 0 16,-3 0-16,-3-1 15,-3 2-15,-1 0 16,4-1-16,4-1 16,6-2-16,4-2 15,2 0-15,2 0 16,0 0-16,3-3 15,3 0 1,1-2-16,2-2 16,1-1-16,0-2 15,2-1-15,3 1 16,10 3-16,-18-10 16,18 10-16,-17-10 15,17 10-15,-15-10 16,15 10-16,-16-9 15,16 9 1,-17-13-16,10 1 16,0-6-16,2-5 15,3-3-15,3 1 16,0 3-16,4 5 16,-2 6-16,-3 11 15,0 0-15,0 0 16</inkml:trace>
  <inkml:trace contextRef="#ctx0" brushRef="#br2" timeOffset="101365.44">9932 7074 0,'0'0'0,"-3"2"15,3-2-15,-11 9 16,11-9-16,-13 10 15,13-10 1,-8 9-16,8 3 16,6 14-16,9 12 15,7 8-15,4 0 16,5 0-16,8 4 16,5-4-16,5-1 15,6-1-15,1-3 16,2-2-16,8-6 15,1-3-15,3-4 16,0-5 0,1-4-16,2-4 15,-5-4-15,5-4 16,-2-5-16,1-6 16,-4-3-16,-3 0 15,-6-1-15,-3 1 16,-6 1-16,-6 0 15,2 0 17,-6 1-32,-9 0 15,-11 2-15,-11 2 16,-9 3-16,6-17 16,-10 0-16,-7-7 15,-5-1-15,-6 0 16,-2 2-16,0 4 15,2 3-15,4 5 16,1 2-16,6 4 16,11 5-1,-15-7-15,15 7 16,0 0-16,0 0 16,0 0-16,0 0 15,0 0-15,19 17 16,13 1-16,8-2 15,7-1 1,-2-2-16,0 0 0,-7-3 16,-4-1-1,-5-2-15,-5 1 16,-5 0-16,-6-2 16,-13-6-16,15 12 15,-11-6-15,-4 5 16,-8 11-16,-14 13 15,-11 9-15,-3-3 16,2-6 0,5-6-16,3-5 15,2-2-15,3-4 16,5-6-16,4-2 16,12-10-16,-14 10 15,14-10-15,0 0 16,0 0-16,0 0 15,-10 5-15,10-5 16,0 0 0,0 0-16,0 0 15,0 0-15,0 0 16,0 0-16,0 0 16,0 0-16,0 0 15,0 0-15,0 0 16,0 0-16,0 0 15,0 0-15,0 0 16,0 0 0,0 0-16,0 0 15,0 0-15,0 0 16,0 0-16,0 0 16,0 0-16,0 0 15,0 0-15,0 0 16,0 0-16,0 0 15,0 0 1,0 0-16,0 0 16,0 0-16,0 0 15,0 0-15,0 0 16,0 0-16,0 0 16,0 0-16,0 0 15,0 0-15,0 0 16,0 0-16,-8-7 15</inkml:trace>
  <inkml:trace contextRef="#ctx0" brushRef="#br2" timeOffset="102133.26">11714 6972 0,'0'0'0,"0"0"0,0 0 15,0 2-15,0-2 16,0 0-16,0 0 16,0 0-16,4 6 15,-4-6 1,39 3-16,11-8 16,11-9-16,2-3 15,2-3-15,-4 2 16,-6 1-16,-6 2 15,-8 3-15,-8 2 16,-8 3-16,-7 0 16,-4-3-16</inkml:trace>
  <inkml:trace contextRef="#ctx0" brushRef="#br2" timeOffset="102382.04">11986 6662 0,'0'0'0,"0"0"0,0 2 16,0-2-1,0 12-15,2 11 16,2 20-16,6 13 16,3 2-16,3 1 15,1 0-15,1-2 16,-1-4-16,0-4 15,0-4-15,0-2 16,-2-7-16,1-4 16</inkml:trace>
  <inkml:trace contextRef="#ctx0" brushRef="#br2" timeOffset="102615.96">12531 6768 0,'0'0'0,"0"0"0,0 0 0,0 0 0,0 2 16,1 8 0,4 19-16,4 24 15,1 9-15,0-3 16,-1-8-16,-3-6 15</inkml:trace>
  <inkml:trace contextRef="#ctx0" brushRef="#br2" timeOffset="103015.15">12500 6715 0,'0'0'0,"0"0"0,0 0 16,0 0-16,0 0 15,0 0 1,17 0-16,24 0 16,20 3-16,1 8 15,1 4-15,-4 6 16,0 8-16,-8-1 15,-7 4-15,-7 2 16,-10-1-16,-10 0 16,-9 0-16,-14 3 15,-14 6-15,-19 4 16,-9-2 0,-8-10-16,-3-8 15,2-5-15,-1-3 16,8-7-16,7-2 15,12-6-15,7-1 16,7-4-16</inkml:trace>
  <inkml:trace contextRef="#ctx0" brushRef="#br2" timeOffset="104449.11">13189 6829 0,'0'0'0,"0"0"0,1 1 16,-1-1-16,0 0 15,0 16-15,-8 14 16,-18 27 0,-6 12-16,2-6 15,6-12-15,6-10 16,7-10-16,7-6 15,4-6-15,4-4 16,6-7-16,5-5 16,9-12-16,7-15 15,-1-14-15,-3-7 16,-9-5 0,-6 0-16,-10 2 15,-4 5-15,-7 4 16,-4 6-16,-2 5 15,-1 8-15,5 7 16,1 4-16,10 9 16,-10-9-16,10 9 15,0 0-15,0 0 16,0 0-16,29-7 16,0 9-1,0 6-15,1 6 16,-2 6-16,-2 3 15,-5 5-15,-4 0 16,-2-1-16,-5-4 16,-3-5-16,-2-7 15,-2-3-15,-3-8 16,2 8 0,-2-8-16,0 0 15,-1-9-15,-3-17 16,2-9-16,7-1 15,2 6-15,1 5 16,3 7-16,1 4 16,2 5-16,2 6 15,5 8-15,4 7 16,2 6 0,-4 3-16,-4-2 15,-2-2-15,-5-4 16,-2-3-16,-10-10 15,21 4-15,-6-14 16,2-2-16,-3-3 16,-1 0-16,-4 4 15,-3 4 1,-6 7-16,12 0 16,0 13-16,5 7 15,2 5-15,0 2 16,-1-3-16,-1-2 15,2-8-15,6-8 16,0-4-16,5-8 16,-2-9-16,0-10 15,0-7 1,-5-5-16,-5 3 16,-7 8-16,-5 5 15,-1 6-15,-3 5 16,-2 10-16,-1-9 15,1 9-15,-25 5 16,1 10-16,-3 8 16,5 4-16,5-2 15,7-3-15,4-4 16,5-2 0,4-2-16,5-1 15,3-3-15,5-4 16,5-7-16,6-5 15,3-5-15,-2-5 16,0-2-16,-2-2 16,-5 1-16,-6 3 15,-3 4-15,-4 3 16,-8 9-16,9-10 16,-9 10-1,12 5-15,0 10 16,0 8-16,-1 8 15,-5-5-15,-1-3 16,-2-6-16,-1-4 16,0-6-16,-2-7 15,0 8-15,0-8 16,0 0-16,17-19 16,-1-3-1,-3-1-15,-4 2 16,-1 7-16,-3 4 15,-5 10-15,4-7 16,-4 7-16,5 7 16,3 10-16,0 9 15,-3 3-15,-2-3 16,-3-6-16,-3-6 16,1-8-1</inkml:trace>
  <inkml:trace contextRef="#ctx0" brushRef="#br2" timeOffset="104632.21">14360 6563 0,'0'0'0,"0"0"0,0 0 16,1 3-16,2 4 15,2 8-15,4 7 16,-1 0-16,1 0 16,-4-7-16</inkml:trace>
  <inkml:trace contextRef="#ctx0" brushRef="#br2" timeOffset="104982.05">14530 6752 0,'0'0'15,"1"2"-15,-1-2 16,9 14-16,1 8 15,-1 13-15,-1 5 16,-2-3-16,-2-10 16,-1-9-16,-2-5 15,-1-6-15,0-7 16,0 0-16,0 0 16,12-13-1,6-20-15,-1-2 16,-1 6-16,-5 8 15,3 6-15,2 8 16,3 4-16,0 5 16,5 8-16,1 6 15,0 2-15,-2 3 16,-3 0-16,-2 0 16,-2 2-16,-5-2 15,-6 2 1,-5-4-16,-10 6 15</inkml:trace>
  <inkml:trace contextRef="#ctx0" brushRef="#br2" timeOffset="105498.37">13542 7513 0,'0'0'0,"0"0"15,0 0-15,0 0 16,2 1-16,8 4 16,11 6-1,3 7-15,-3 4 16,-4-2-16,-5-3 15,-4-5-15,-8-12 16,4 8-16,-4-8 16,0 0-16,-20-14 15,1-7-15,0-3 16,4-2-16,5 5 16,5 3-16,4 3 15,8 2 1,8-2-16,11 0 15,14 1-15,7 8 16,-1 4-16,-5 7 16,-4 2-16,-6 4 15,-8-2-15,-5 1 16,-7-3-16,-5 1 16,-3 6-1,-10 8-15,-13 9 16,-14 7-16,-7-4 15,-4-5-15,1-3 16,9-6-16</inkml:trace>
  <inkml:trace contextRef="#ctx0" brushRef="#br2" timeOffset="107181.95">10048 7352 0,'0'0'0,"0"0"0,0 0 15,0 4-15,1 4 16,0 9-16,5 11 16,6 11-16,5 9 15,2 4-15,3 5 16,-1 4-1,2 0-15,0 0 16,-1 0-16,0 2 16,-2-5-16,0-2 15,-1-5-15,2-2 16,5-3-16,6-9 16,0-5-16,4-4 15,2-2-15,0-6 16,3-1-16,1-6 15,1-5 1,-3-1-16,1-5 16,-1-1-16,-5-2 15,-2-1-15,-9-1 16,-5 1-16,-5 0 16,-14 2-16,13-3 15,-13 3-15,0 0 16,-4-17-16,-8 2 15,-6 1 1,-6 0-16,1 2 16,6 4-16,2 1 15,15 7-15,-15-6 16,15 6-16,0 0 16,0 0-16,0 0 15,27 0-15,-2 3 16,-1 4-16,-3 1 15,-4 3 1,-4 0-16,-3 2 16,-4-1-16,-3 1 15,-2 0-15,-3 2 16,-4 2-16</inkml:trace>
  <inkml:trace contextRef="#ctx0" brushRef="#br2" timeOffset="107649.3">11028 8052 0,'0'0'0,"1"1"15,-1-1-15,9 23 16,3 10-16,1 7 15,-4-5 1,-4-7-16,-1-8 16,-2-8-16,0-4 15,-2-8-15,1 7 16,-1-7-16,0 0 16,0 0-16,0 0 15,24 1-15,-1 2 16,4 6-16,-5 1 15,-3-1-15,-5-1 16,-1-2 0,-3-1-16,0-2 15,1-3-15,2-8 16,2-13-16,3-10 16,-6-15-16,-2 2 15,-5 7-15,-4 7 16,-1 9-16,0 8 15,0 6 1,0 7-16,0 0 16,0 0-16,17 5 15</inkml:trace>
  <inkml:trace contextRef="#ctx0" brushRef="#br2" timeOffset="107931.95">11543 8064 0,'0'0'0,"0"0"16,0 0-16,1 2 16,-1-2-16,4 16 15,1 10-15,1 17 16,-2 2-16,-1-2 16,-1-6-16,-1-5 15,0-5-15,0-7 16,-1-5-16,1-4 15,1-2 1,-1-3-16,-1-6 16,3 8-16,-3-8 15,0 0 1,0 0 0</inkml:trace>
  <inkml:trace contextRef="#ctx0" brushRef="#br2" timeOffset="109065.91">11795 8296 0,'0'0'0,"0"0"0,-2 1 16,2-1-16,0 0 15,0 0-15,0 0 16,0 0-16,0 0 15,17-17-15,17-5 16,10-4-16,-5 4 16,3-1-1,-2 4-15,4 1 16,7 2-16,-3 5 16,2 4-16,-7 5 15,-4 1-15,-4 3 16,-4 5-16,-5 5 15,-6 1-15,-6-3 16,-7-2-16,-7-8 16,7 9-1,-7-9-15,0 0 16,-11 9-16,-1-8 16,-6-6-16,-4-2 15,-6-7-15,6 1 16,4 2-16,1 0 15,4 1-15,1 2 16,12 8-16,-13-9 16,13 9-1,0 0-15,0 0 16,15-7-16,12 7 16,6 4-16,3 4 15,-1 2-15,0 2 16,-7-2-16,-4 0 15,-5 0-15,-6-1 16,-4 1-16,-5-1 16,-2 3-1,-4 2-15,-6 6 16,-7 6-16,-7 2 16</inkml:trace>
  <inkml:trace contextRef="#ctx0" brushRef="#br2" timeOffset="109631.64">12724 7822 0,'1'5'0,"0"3"0,0-1 16,2 7-16,-1 0 16,0 16-1,-1 15-15,-2 6 16,-1 5-16,1-15 16,0 1-16,1-6 15,0-8-15,0-4 16,0-5-16,0-7 15,0-6-15,0-6 16,0 0-16,0 0 16,0 0-1,0 0-15,5-10 16,2-10-16,2-8 16,1-7-16,1 1 15,-1-1-15,2 2 16,-4 11-16,2 0 15,-1 8-15,-2 3 16,0 1-16,-7 10 16,6-10-1,-6 10-15,0 0 16,0 0-16,14 24 16,-4 23-16,-5 9 15,0-2-15,-4-1 16,1-7-16,-1-7 15,0-6-15</inkml:trace>
  <inkml:trace contextRef="#ctx0" brushRef="#br2" timeOffset="109865.1">13155 8087 0,'0'2'0,"-2"5"0,2-7 0,-2 13 0,-3 16 16,0 9-16,-2 6 16,-1 4-16,-1-4 15,1-6-15,-1-4 16,0-2-16,0-2 15,0 0-15,1-3 16</inkml:trace>
  <inkml:trace contextRef="#ctx0" brushRef="#br2" timeOffset="115665.17">12874 7527 0,'0'0'0,"0"0"0,-5-3 0,-4-8 16,-6-4-16,0 3 16,3 6-16,-1 2 15,-1-1-15,-3 2 16,-6 2 15,-8 4-31,0 2 16,7 0-16,9-1 15,5-1-15,10-3 16,-12 4-16,12-4 16,0 0-16,0 0 15,0 0-15,0 0 16,25 6-16,11-9 15,10-6-15,5-5 16,1-3 0,3-1-16,4-1 15,4-2-15,1-1 16,1 0-16,0-1 16,2 0-16,-1 0 15,-1 3-15,1 4 16,-2 4-16,3 2 15,-3 3-15,-3 1 16,5 3 0,-2-1-16,3 2 15,7 0-15,-1 0 16,6 0-16,3-4 16,-1-4-16,-1-2 15,-2-2-15,-4-1 16,-4 0-16,-8 1 15,-8 3 1,-9 1-16,-7 2 16,-9 2-16,-8 2 15,-10 2-15,-11 2 16,0 0-16</inkml:trace>
  <inkml:trace contextRef="#ctx0" brushRef="#br2" timeOffset="116715.31">13426 8026 0,'0'0'0,"12"-3"16,5-2-16,28-10 15,16-5-15,4-2 16,6-4-16,4-2 16,2 0-16,3-2 15,-1 1-15,-1-1 16,0 1-16,-3 2 15,-4 0-15,-2 3 16,-4 4 0,-5 4-16,3 1 15,-8 5-15,-5 1 16,-7 3-16,-10 3 16,-6-1-16,-5 2 15,-5 0-15,-5 0 16,-12 2-16,12-2 15,-12 2-15,0 0 16,0 0 0,0 0-16,0 0 15,0 0-15,0 0 16,0 0-16,0 0 16,0 0-16,0 0 15,0 0-15,0 0 16,0 0-16,0 0 15,0 0 1,0 0-16,0 0 16,0 0-16,0 0 15,0 0-15,0 0 16,0 0-16,0 0 16,0 0-16,0 0 15,0 0-15,0 0 16,0 0-16,0 0 15,0 0-15,0 0 16,7 8-16,-7-8 16,0 0-1,0 0-15,0 0 16,0 0-16,0 0 16,0 0-16,0 0 15,0 0-15,0 0 16,0 0-16,0 0 15,0 0-15,2 6 16,-2-6 0,0 0-16,0 0 15,0 0-15,0 0 16,0 0-16,0 0 16,0 0-16,0 0 15,0 0-15,0 0 16,0 0-16,0 0 15,0 0-15,0 0 16,0 0-16,0 0 16,0 0-1,0 0-15,0 0 16,0 0-16,0 0 16,0 0-16,0 0 15,0 0-15,0 0 16,-2-6-16</inkml:trace>
  <inkml:trace contextRef="#ctx0" brushRef="#br2" timeOffset="120048.49">8183 8537 0,'0'0'0,"0"0"0,0 0 16,0 0-16,0 0 15,0-1-15,0 1 16,0 0-16,1-12 16,0 3-16,2-5 15,1-11 1,1-10-16,4-12 15,3-2-15,1-3 16,9-22 0,4-7-1,1 2-15,-2 8 16,-8 27-16,0 0 16,-2 6-16,-2 5 15,-1 6 1,-4 6-16,-2 6 15,-2 4-15,-4 11 16,5-10-16,-5 10 16,0 0-16,0 0 15,0 0-15,0 0 16,0 0-16,0 0 16</inkml:trace>
  <inkml:trace contextRef="#ctx0" brushRef="#br2" timeOffset="123265.65">9032 8055 0,'0'0'0,"0"0"0,0 0 15,2 2-15,-2-2 16,15 10 0,3-1-16,6-2 15,6-4-15,4-5 16,2-5-16,1-3 16,-5-1-16,-6-2 15,-4-2-15,-5 0 16,-6 0-16,-2 0 15,-6-2 1,-3-1-16,-4-1 16,-8-2-16,-6 2 15,-9 0-15,-3 4 16,-3 3-16,-1 5 16,-1 4-16,5 4 15,2 3-15,3 4 16,4 1-16,2 3 15,4 5-15,3 2 16,4 3 0,4 0-16,5 1 15,4-2-15,4-2 16,3-5-16,3-3 16,6-6-16,2-1 15,-1-5-15,-1-5 16,-3-1-16,-2-3 15,-3 0-15,-5 2 16,-1 1 0,-7 7-16,6-6 15,-6 6-15,0 0 16,0 0-16,-14 1 16,-8 10-16,-5 5 15,-1 5-15,-1 3 16,5 5-16,2 3 15,6-2-15,4 1 16,5 1 0,4 3-16,6 3 15,6 5-15,1-3 16,3-4-16,1-6 16,-2-5-16,0-6 15,-3-4-15,-2-5 16,-2-4-16,-5-6 15,7 6-15,-7-6 16</inkml:trace>
  <inkml:trace contextRef="#ctx0" brushRef="#br2" timeOffset="123585.74">9409 7889 0,'0'0'0,"0"0"0,0 0 16,3 5-16,4 5 15,3 12-15,0 11 16,0 8-16,-5 5 16,-1 3-1,-4 1-15,-2 0 16,-4 1-16,-2 0 16,-8 12-1,-2-9 1,-2-5-16</inkml:trace>
  <inkml:trace contextRef="#ctx0" brushRef="#br2" timeOffset="123949.1">9029 8439 0,'0'0'0,"0"0"15,-1 2-15,1-2 16,0 0 0,1 10-16,2 2 15,9 2-15,6 4 16,4-2-16,3-1 16,3-1-16,2 0 15,6-5-15,3-6 16,-3-6-16,4-1 15,-6 0-15,2-2 16,-4 1 0,-4-5-16,-8 0 15,-6 1-15,-3 1 16,-4-1-16,-2 2 16,-3-1-16</inkml:trace>
  <inkml:trace contextRef="#ctx0" brushRef="#br2" timeOffset="126231.96">8665 7225 0,'0'0'0,"0"0"16,0 0-16,0 0 15,1 3-15,-1-3 16,5 14 0,-1 1-16,3 4 15,2 2-15,-1-4 16,1-2-16,-1-3 15,1-3-15,1-1 16,2-3-16,8-9 16,11-15-16,15-32 15,11-20-15,1-13 16,-3-2 0,-4 5-16,-3 4 15,-4 6-15,-5 9 16,-6 10-16,-5 8 15,-4 8-15,-6 7 16,-4 8-16,-6 8 16,-3 5-16,-5 8 15,5-9-15,-5 9 16,0 0 0,0 0-16,0 0 15,0 0-15,0 0 16,0 0-16,0 0 15,0 0-15,0 0 16,0 0-16,0 0 16,0 0-16,0 0 15,0 0-15,0 0 16,10-4 0,-10 4-16,0 0 15,0 0-15,0 0 16,0 0-16,0 0 15,0 0-15,0 0 16,0 0-16,0 0 16,1 7-16,-1-7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</inkml:trace>
  <inkml:trace contextRef="#ctx0" brushRef="#br2" timeOffset="128414.92">8615 7477 0,'0'0'0,"0"0"16,0 0-16,0 0 15,1 2-15,-1-2 16,11-3-16,8-7 16,10-17-16,13-17 15,4-11-15,4-13 16,2-8-16,-2-2 16,2-5-1,-6 4-15,-1 4 16,-5 7-16,-5 8 15,-3 8-15,-8 12 16,-7 10-16,-5 11 16,-6 7-16,-1 3 15,-5 9-15,5-8 16,-5 8-16,0 0 16,0 0-1,-24 14-15,-29 33 16,-10 15-16,-10 26 31,14-10-31,6-1 16,14-11-16,16-27 15,3-2-15,3-7 16,7-11-16,4-4 16,2-6-16,2-2 15,2-7 1,-2 6-16,2-6 15,0 0-15,0 0 16,0 0-16,17 0 16,10-18-16,13-15 15,8-12-15,4-10 16,-1-6-16,3-7 16,-7 3-16,-3 4 15,-3 5 1,-6 7-16,-2 4 15,-10 12-15,-6 8 16,-6 11-16,-5 5 16,-6 9-16,4-7 15,-4 7-15,0 0 16,0 0-16,-50 48 16,-31 46-16,5 7 15,3 4 1,11-10-16,5-7 15,7-9-15,8-13 16,2-4-16,7-9 16,10-14-16,6-12 15,8-10-15,5-9 16,4-8-16,-3 7 16,3-7-16,9-11 15,24-30 1,20-34-16,-1-1 15,2-6-15,3-3 16,3-6-16,1-1 16,-3 9-16,-2 6 15,-5 11-15,-5 9 16,-7 10-16,-11 15 16,-6 9-16,-10 9 15,-5 7 1,-7 7-16,0 0 15,0 0-15,0 0 16,-7 19-16,-47 59 16,-35 31-16,5-3 15,0-3-15,7-6 16,10-8-16,9-11 16,10-10-16,6-7 15,8-10 1,9-12-16,8-11 15,7-10-15,5-10 16,5-8-16,0 0 16,0 0-16,24-15 15,25-40-15,9-21 16,2-4-16,1-4 16,4-5-16,-2 3 15,-3 5 1,-6 6-16,-5 8 15,-9 12-15,-8 11 16,-7 10-16,-7 13 16,-8 8-16,-5 6 15,-5 7-15,0 0 16,0 0-16,0 0 16,-2 7-1,-34 50-15,-33 39 16,0-6-16,5-6 15,0-2-15,6-11 16,5-4-16,9-11 16,7-10-16,7-9 15,8-8-15,7-9 16,6-9-16,5-5 16,4-6-16,0 0 15,0 0 1,6-7-16,30-40 15,22-27-15,2-7 16,2-7-16,0-2 16,-4 4-16,-4 5 15,-3 5-15,-6 12 16,-5 11-16,-8 12 16,-8 13-16,-7 10 15,-8 8 1,-9 10-16,10-8 15,-10 8-15,0 0 16,0 0-16,0 0 16,0 0-16,0 0 15,9 7-15,-9-7 16,0 0-16,0 0 16,0 0-16,4 6 15,-4-6-15,0 0 16,0 0-1,0 0-15,0 0 16,0 0-16,0 0 16,0 0-16,0 0 15,0 0-15,0 0 16,2-7-16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1:15:18.6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12168 2860 0,'-2'-2'0,"2"2"0,0 0 0,0 0 15,-10-5-15,10 5 16,0 0-16,0 0 16,0 0-16,11 6 15,11-3-15,13-3 16,4-1-16,12 0 15,1 0-15,2-3 16,4-5 0,-3-4-16,0 1 15,-1 0-15,0 1 16,0 8-16,-4 8 16,-1 2-16,-5-2 15,-3-3-15,-1-2 16,-5 2-16,-3-2 15,0 0-15,-4 0 16,-3-3 0,-6 2-16,-5 0 15,-1 2-15,-13-1 16,11 1-16,-11-1 16,0 0-16,0 0 15,0 0-15,0 0 16,0 0-16,0 0 15</inkml:trace>
  <inkml:trace contextRef="#ctx0" brushRef="#br0" timeOffset="1217.31">10202 4043 0,'0'0'0,"0"0"0,0 0 15,0 0-15,0 0 16,3-1-16,9-4 15,8-4-15,7-2 16,5-4-16,7-1 16,4-1-1,4 0-15,-1 2 16,0 1-16,-1 2 16,4 0-16,0 1 15,-1 2-15,-2 1 16,-3 3-16,-3 1 15,-2 1-15,-6 1 16,-3 2-16,-4-1 16,-4 0-16,-6 0 15,-4 1 1,-11 0-16,11 0 16,-11 0-16,0 0 15,0 0-15,0 0 16,9 0-16,-9 0 15,0 0-15,0 0 16,0 0-16,0 0 16,0 0-1,0 0-15,0 0 16,0 0-16,0 0 16,0 0-16,0 0 15,0 0-15,0 0 16</inkml:trace>
  <inkml:trace contextRef="#ctx0" brushRef="#br0" timeOffset="4084.1">11866 3911 0,'0'0'0,"0"0"0,0 0 16,0 0-16,0 2 16,0-2-16,0 0 15,0 0 1,0 0-16,0 0 16,0 0-16,0 0 15,0 0-15,10 5 16,12-6-16,22-4 15,7-4-15,5-2 16,7-2-16,2 1 16,2 1-16,2 0 15,-2 3 1,5 8-16,-1 6 16,1-2-16,-2-1 15,-1-3-15,1-4 16,0 3-16,-1 1 15,-7 1-15,3 4 16,-6 1-16,-4-2 16,-1 0-1,-2-2-15,3-2 0,3 1 16,-3 2 0,-3 5-16,-5 0 15,-4-2-15,-4 0 16,2 0-16,-2 0 15,1-2-15,-4-1 16,-5 0-16,1 0 16,-3 0-16,0-1 15,-2-2-15,-7 0 16,-9 0 0,-11 0-16,0 0 15,11 0-15,-11 0 16,0 0-16,0 0 15,0 0-15,0 0 16,0 0-16,0 0 16,0 0-16,0 0 15,0 0-15,0 0 16,0 0 0,0 0-16,0 0 15,0 0-15,0 0 16,0 0-16,0 0 15,9 6-15,-9-6 16,0 0-16,0 0 16,0 0-16,0 0 15,0 0-15,0 0 16,0 0 0,0 0-16,0 0 15,0 0-15,0 0 16,0 0-16,0 0 15,0 0-15,0 0 16,0 0-16,0 0 16,0 0-16,0 0 15,0 0-15,0 0 16,0 0 0,0 0-16,0 0 15,0 0-15,0 0 16,0 0-16,0 0 15,0 0-15,0 0 16,0 0-16,10-3 16,-10 3-16,0 0 15,0 0-15,0 0 16,0 0 0,0 0-16,0 0 15,0 0-15,0 0 16,0 0-16,0 0 15,0 0-15,0 0 16,0 0-16,0 0 16,0 0-16,0 0 15,0 0-15,0 0 16,0 0-16,0 0 16,0 0-1,0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 0,-2 6-16,2-6 15,0 0-15,0 0 16,0 0-16,0 0 15,0 0-15,0 0 16,0 0-16,0 0 16,0 0-16,0 0 15,0 0-15,0 0 16,0 0 0,0 0-16,0 0 15,0 0-15,0 0 16,0 0-16,11 2 15,-11-2-15,0 0 16,0 0-16,0 0 16,0 0-16,3 7 15,-3-7-15,0 0 16,0 0-16,0 0 16,5 7-1,-5-7-15,0 0 16,0 0-16,3 7 15,-3-7-15,0 0 16,1 11-16,-2-5 16,1-6-16,0 9 15,0-9-15,0 0 16,0 0-16,0 7 16,0-7-1,0 0-15,0 0 16,2 6-16,-2-6 15,0 0-15,0 0 16,0 0-16,10-7 16,-5 0-16,3-2 15,1-2-15,1-2 16,4-9 0,4-6-16</inkml:trace>
  <inkml:trace contextRef="#ctx0" brushRef="#br0" timeOffset="7167.28">13569 1867 0,'0'0'0,"0"-2"0,0 2 16,0 0-16,38-7 15,29 10-15,7-2 16,-6 2-16,-8 1 16,-7 0-16,-4 1 15,-2-1-15,-9-1 16,-1 2-1,-7 2-15,-3 4 16,-4 4-16,-4 7 16,-3 7-16,-6 6 15,-4 5-15,-4 9 16,-7 3-16,0 4 16,-5 0-16,-2 7 15,1-5-15,0 2 16,5 0-16,5-3 15,2 14 1,0 0-16,1-2 16,0-11-16,0-5 15,0 0-15,1 0 16,-1 0-16,-1-6 16,1-5-16,0-2 15,-1 0-15,1-4 16,-1-10-1,-1-3-15,1-7 16,-1-3-16,1-3 16,0-2-16,-1-8 15,0 8-15,0-8 16,0 0-16,0 6 16,0-6-16,0 0 15,0 0-15,3 13 16,1-2-16,0 1 15,0 4 1,0 1-16,1 2 16,0 3-16,1 5 15,0 1-15,-1-4 16,0-5-16,-2-7 16,-1-1-16,-1-5 15,-1-6-15,2 8 16,-2-8-16,2 7 15,-2-7 1,0 6-16,0-6 16,-13 0-16,-37-8 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1:16:55.54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6206 1663 0,'0'0'0,"0"0"0,2 1 15,-2-1-15,0 0 16,4 11-16,-2-4 16,1 1-16,1 0 15,-2 0-15,1 0 16,0 0-16,-3-8 16,2 11-16,-2-11 15,1 10-15,-1-10 16,2 12-1,-2-12-15,2 9 16,14-5-16,21-7 16,24-15-16,15-23 15,5-8-15,-1-7 16,-7 1-16,-3 3 16,-5 3-16,-6 5 15,-7 4-15,-3 5 16,-6 4-16,-1 5 15,-5 4 1,-3 2-16,-6 5 16,-5 2-16,-5 4 15,-18 9-15</inkml:trace>
  <inkml:trace contextRef="#ctx0" brushRef="#br0" timeOffset="1300.32">2521 2586 0,'0'0'0,"0"0"0,5 0 16,6 0-16,12 0 15,9 0-15,7-2 16,0-1-1,2 0-15,-2 1 16,-2-1-16,0 1 16,-4 2-16,1 2 15,-4 1-15,0 0 16,0 0-16,3 0 16,-2 1-16,0-1 15,-2 0-15,0 0 16,1 1-1,1-1-15,0-1 16,-2 1-16,-1-2 16,-4 0-16,1-2 15,1 0-15,3-1 16,-1 1-16,1-1 16,-4 1-16,1 1 15,3-2-15,2-2 16,1 0-1,0-1-15,3 1 16,-3 0-16,1 0 16,1 0-16,1 0 15,-2 0-15,2 1 16,2-2-16,1 1 16,1-1-16,2-1 15,-3 0-15,2-1 16,-2 0-16,2 1 15,-1 0 1,-1-1-16,1 0 16,1 1-16,1-1 15,-3 2-15,-4 0 16,-2 1-16,-2 0 16,2 0-16,-1-1 15,-2 3-15,-5-2 16,-3 2-16,-2 0 15,0 0 1,-1 2-16,3 0 16,-2 1-16,1 0 15,-2 1-15,-1-1 16,1 1-16,-1 0 16,1-1-16,4 1 15,3-1-15</inkml:trace>
  <inkml:trace contextRef="#ctx0" brushRef="#br0" timeOffset="8800.45">5339 3198 0,'0'0'0,"0"0"0,0 0 0,0 0 16,4 0-1,7 0-15,8-2 16,6-1-16,2 0 16,-2-3-16,0 2 15,1-1-15,0 0 16,1 0-16,1 1 16,1-2-16,2 1 15,1 1-15,2 1 16,3 2-1,0 1-15,1 1 16,-3 0-16,2 0 16,0 0-16,-1 1 15,1-1-15,-1 0 16,-2 2-16,-3-1 16,0 2-16,-1-1 15,2 0-15,1 1 16,1-1-16,2 0 15,0 1 1,0-1-16,0 0 16,0 0-16,0-1 15,-2-1-15,1 0 16,-3-1-16,0 0 16,0-1-16,-1 1 15,-2 0-15,-1 0 16,-2 0-16,-1 0 15,-2 0 1,-3-1-16,-2 1 16,-3 0-16,-4 0 15,-11 0-15,13 0 16,-13 0-16,0 0 16,0 0-16,0 0 15</inkml:trace>
  <inkml:trace contextRef="#ctx0" brushRef="#br0" timeOffset="11482.85">7166 2739 0,'0'0'0,"0"0"0,0 0 15,2 3-15,1 7 16,2 3-16,2 6 16,-1 4-16,1-1 15,0 0 1,-1-4-16,2 0 16,2-3-16,4-2 15,8-4-15,11-6 16,15-11-16,12-9 15,11-16-15,7-15 16,-1-1-16,8-9 16,-11 7-1,-1 1-15,-1 0 0,-14 11 16,-4 1 0,-8 6-16,-8 6 15,-3 2-15,-5 7 16,-5 4-16,-3 3 15,1 2-15,-1-1 16,0 0-16</inkml:trace>
  <inkml:trace contextRef="#ctx0" brushRef="#br0" timeOffset="14199.47">12284 2096 0,'0'0'0,"0"0"0,2 3 15,-2-3-15,4 20 16,-2 8-16,-2 14 16,-6 15-16,0-2 15,-5 2-15,-6 7 16,1-10-16,-2 4 16,2-3-16,2-14 15,3-1 1,0-2-16,8-5 15,4 2-15</inkml:trace>
  <inkml:trace contextRef="#ctx0" brushRef="#br0" timeOffset="15366.47">12291 2134 0,'0'0'0,"0"0"16,0 0-16,0 0 15,3 1-15,11 2 16,19 4-16,16 2 16,-4-2-1,3-1-15,-3-2 16,-1 0-16,-4-1 15,-8-1-15,-5 1 16,-4 3-16,1 4 16,-1 10-16,-4 4 15,-5 12-15,-3 4 16,-6 14-16,-5 1 16,-9 12-16,-3 9 15,-1-19 1,0 5-16,1-12 15,0-1-15,0 0 16,3-10-16,4-16 16,1-8-16,2-8 15,2-7-15,-4 11 16,4-11-16,-3 8 16,3-8-16,-8 8 15,-18-5 1,-37-3-16,-8-5 15,13-1-15,20 0 16,3-2-16,-1-2 16,-5-1-16,-9-5 15,8 3-15,13 3 16,11 3-16,18 7 16,-16-7-16,16 7 15,-9-4 1,9 4-16,0 0 15,0 0-15,0 0 16,-6-7-16,6 7 16,0 0-16,0 0 15,0 0-15,0 0 16,0 0-16,0 0 16,0 0-16,0 0 15,0 0-15,0 0 16,0 0-1,0 0 1,0 0-16,0 0 0,0 0 16,0 0-16,0 0 15,0 0-15,0 0 16,0 0-16,0 0 16,0 0-16,0 0 15,0 0-15,0 0 16,0 0-1,0 0-15,0 0 16,0 0-16,0 0 16,0 0-16,0 0 15,0 0-15,0 0 16,0 0-16,0 0 16,0 0-16,0 0 15,0 0-15,0 0 16,0 0-16,0 0 15,0 0 1,0 0-16,0 0 16,0 0-16,0 0 15,0 0-15,0 0 16,0 0-16,0 0 16,0 0-16,0 0 15,0 0-15,0 0 16,0 0-16,0 0 15,0 0-15,0 0 16,0 0 0,0 0-16,10-11 15</inkml:trace>
  <inkml:trace contextRef="#ctx0" brushRef="#br0" timeOffset="16399.98">12509 2524 0,'0'-3'0,"0"3"0,0 0 16,0 0-16,0 0 15,0 0 1,0 0-16,0 0 16,0 0-16,0 0 15,0 0-15,4 9 16,-1-1-16,-3-8 16,3 8-16,-3-8 15,2 7-15,-1-1 16,2 6-16,1-4 15,9 1-15,12-6 16,21-6 0,19 0-16,20-11 15,11-20-15,-2-10 16,-10-9-16,-12 5 16,-14 5-16,-12 11 15,-1 0-15,-8 5 16,0 2-16,-2 2 15,-4 6-15,-7 5 16,-7 5 0,-6 3-16,-11 4 15,12-3-15,-12 3 16,0 0-16,0 0 16,0 0-16,0 0 15,0 0-15,0 0 16,0 0-16,0 0 15,0 0-15,0 0 16,0 0 0,0 0-16,0 0 15,0 0-15,0 0 16,0 0-16</inkml:trace>
  <inkml:trace contextRef="#ctx0" brushRef="#br0" timeOffset="19984.06">12400 2568 0,'0'-5'0,"0"-1"15,0 6-15,0-10 16,0 10-16,-5-9 15,-1 2-15,-2 0 16,-5 3-16,-4-5 16,-6 1-16,-8-3 15,-9-2-15,-5 4 16,3-1 0,0 1-16,2 0 15,0 0-15,-2 0 16,3 0-16,-6-1 15,-2-1-15,-4 5 16,-3 4-16,1 3 16,-5 0-16,5 3 15,-2-2 1,3 3-16,2-1 16,5 0-16,1-2 15,-2 2-15,4-2 16,3 1-16,6-2 15,4 1-15,-1 0 16,0-1-16,3-1 16,6-1-16,6 1 15,15 0-15,-13-2 16,13 2 0,0 0-16,0 0 15,0 0-15,-10-4 16,10 4-16,0 0 15,3-12-15,1 1 16,5-2-16,6-5 16,3-1-16,3 0 15,-1 2-15,-2 2 16,-3 3 0,-2 3-16,-3 1 15,-10 8-15,13-8 16,-13 8-16,0 0 15,0 0-15,10-2 16,-10 2-16,0 0 16,0 7-16,-8 5 15,-10 7-15,-3 1 16,4-7-16,1-1 16,2-3-1,3 0-15,-1-1 16,1 0-16,1 0 15,3 0-15,1-1 16,3 0-16,1 4 16,4 4-16,4 1 15,1 2-15,2-1 16,2 1-16,3 1 16,2-2-1,0-1-15,-1-2 16,-1-2-16,0-1 15,1 2-15,-3-3 16,-2-1-16</inkml:trace>
  <inkml:trace contextRef="#ctx0" brushRef="#br0" timeOffset="22732.93">10961 1795 0,'0'0'0,"0"0"16,0 0-16,0 0 15,5 1 1,13 1-16,21 4 15,13 2-15,9-3 16,4-4-16,0-2 16,10-1-16,-3 1 15,9-1-15,5 0 16,7 1-16,-6 0 16,8 3-16,-8 3 15,4 6 1,5 0-16,-16-2 15,13 2-15,-17-7 16,-2-1-16,-4 0 16,-9-1-16,-2 1 15,-4-1-15,0 0 16,-5 0-16,-3-7 16,-5-2-1,-4-3-15,-5-3 16,-6 2-16,-7-1 15,-5 2-15,-3 0 16,-5 3-16,-2-3 16,-4-11-16,-7-3 15,-15-6-15,-19-7 16,-24 4-16,-17-13 16,-12 5-16,-5 13 15,-2-1-15,-7 13 16,-14 9-1,12 2-15,-8 4 16,3 2-16,8 0 16,-5 1-16,12 1 15,8 2-15,2 2 16,8 0-16,11 0 16,0 1-16,6 0 15,0 5 1,6 8-16,5 5 15,9 0-15,8 0 16,9-3-16,7-2 16,6-1-16,6 2 15,8 5-15,7 3 16,14 3-16,15-1 16,22-2-16,25-9 15,16-2-15,12-10 16,6-4-1,10-8-15,4-4 16,5-4-16,-5-3 16,-12-5-16</inkml:trace>
  <inkml:trace contextRef="#ctx0" brushRef="#br0" timeOffset="25082.52">11883 1616 0,'0'0'0,"0"0"0,0 0 15,0 0-15,0 1 16,0-1-16,0 0 16,-3 9-1,3-9-15,0 7 16,0-7-16,2 7 16,-2-7-16,4 9 15,1-1-15,6 1 16,18 2-16,15-3 15,15-7-15,26-13 16,11-6-16,10-19 16,-3-8-1,-15 3-15,-5-2 16,-13 7-16,-5 3 16,-10 5-16,-9 5 15,-8 2-15,-8 5 16,-7 4-16,-8 4 15,-15 9-15</inkml:trace>
  <inkml:trace contextRef="#ctx0" brushRef="#br0" timeOffset="25465.97">11868 1680 0,'0'0'0,"0"0"0,0 0 0,3 0 15,-3 0-15,9 7 16,2 0-16,7 8 15,12-1-15,34-9 16,17-5-16,16-29 16,0-5-1,-7-3-15,-6-5 16,-10 2-16,-7 1 16,-8 6-16,-4 2 15,-9 6-15,0 0 16,-3 4-16,-2 7 15,-4 2-15,3 0 16</inkml:trace>
  <inkml:trace contextRef="#ctx0" brushRef="#br0" timeOffset="29699.19">4231 4594 0,'0'0'0,"0"0"16,0 0-16,0 0 15,0 0-15,0 0 16,0 3-1,0-3-15,0 0 16,0 0-16,9 7 16,1-5-16,8 1 15,9-3-15,11-5 16,5-5-16,6-6 16,4-4-16,-1 0 15,-2 1-15,-2 0 16,-4 2-1,0 1-15,-3 0 16,-3 3-16,-5 0 16,-5 3-16,-3 1 15,-5 4-15,-6 2 16,-3 1-16,-11 2 16,11 0-16,-11 0 15,0 0 1,0 0-16,13 6 15,-8 1-15</inkml:trace>
  <inkml:trace contextRef="#ctx0" brushRef="#br0" timeOffset="40449.72">10693 4708 0,'0'0'0,"0"0"0,0 0 15,0 0-15,3 0 16,6 0-16,14 0 16,13-2-16,10-3 15,6-2-15,5-2 16,0 0-16,0 2 15,-4-2-15,-3 2 16,-4-1-16,-2 5 16,-6 1-1,-5 3-15,-4 1 16,-4 1-16,-3 1 16,-3 2-16,-1 1 15,-4 2-15,-2 2 16,-4 3-16,0 1 15,-4 1-15,-3 3 16,-1 3 0,-3 4-16,-3 4 15,0 5-15,-3 5 16,1 2-16,0 0 16,1 0-16,-2 2 15,2-5-15,1 0 16,3-4-16,1-3 15,2-3-15,1-6 16,0-4-16,0-4 16,-1-6-1,0-1-15,0-8 16,0 8-16,0-8 16,0 0-16,0 0 15,-1 7-15,1-7 16,-18 8-16,-30-2 15,-20 0-15,5-3 16,8-2 0,-4 0-16,-8-1 15,-9 3-15,4 6 16,8 6-16,20-3 16,12-1-16,8-3 15,4-1-15,2-1 16,3-1-16,4-1 15,11-4-15,-13 3 16,13-3 0,0 0-16,-11-4 15,4-7-15,-1-9 16,0-11-16,0-5 16,3-6-16,1-5 15,1 0-15,-1 2 16,1 2-16,1 4 15,-1 4-15,1 1 16,0 3 0,-3-1-16,0 2 15,-1 1-15,2 2 16,-1 4-16,2 4 16,0 5-16,0 3 15,1 4-15,2 7 16,-2-8-16,2 8 15,0 0-15,0 0 16,0 0 0,-4-7-16,4 7 15,0 0-15,0 0 16,0 0-16,0 0 16,0 0-16,0 0 15,0 0-15,0 0 16,0 0-16,4-6 15,-4 6-15,0 0 16,12-12 0,-3 3-16,1-1 15,1 1-15,4-1 16,2 0-16,3 1 16,4-1-16,2 4 15,1 1-15,-1 4 16,-2 1-16,3 4 15</inkml:trace>
  <inkml:trace contextRef="#ctx0" brushRef="#br0" timeOffset="47882.36">10726 5043 0,'0'0'0,"0"0"0,0 0 16,0 0-16,1 2 15,-1-2-15,0 0 16,5 11-16,-5-11 16,7 12-16,-7-12 15,4 9-15,-4-9 16,5 8-16,-5-8 15,4 9-15,-4-9 16,7 12 0,-3-5-16,1 1 15,-1-1-15,3 0 16,3 0-16,7-3 16,14-9-16,20-15 15,19-25-15,7-15 16,4-12-16,-3 0 15,-5 1 1,-3 5-16,-6 3 16,-6 10-16,-6 2 15,-5 7-15,-6 8 16,-4 6-16,-9 9 16,-5 6-16,-6 3 15,-6 5-15,-11 7 16,11-7-16,-11 7 15,0 0-15,0 0 16,0 0 0,10-1-16,-10 1 15,0 0-15,0 0 16,0 0-16,0 0 16,0 0-16,0 0 15,2 7-15,-2-7 16,0 0-16,0 0 15,0 0-15,0 0 16,0 0 0,0 0-16,0 0 15,0 0-15,0 0 16,0 0-16,0 0 16,0 0-16,0 6 15,0-6-15,0 0 16,0 0-16,0 0 15,0 0-15,0 0 16,0 0 0,0 0-16,0 0 15,0 0-15,0 0 16,0 0-16,0 0 16,0 0-16,0 0 15,0 0-15,0 0 16,0 0-16,0 7 15,0-7-15,0 0 16,0 0-16,0 0 16,0 0-1,0 0-15,0 0 16,0 0-16,0 0 16,0 0-16,0 0 15,0 0-15,0 0 16,0 0-16,0 0 15,0 0-15,0 0 16,0 0 0,0 0-16,0 0 15,0 0-15,0 0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65217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0" timeString="2026-04-12T11:19:17.306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5122 8299 0,'50'0'172,"50"17"-140,-33-9-17,16 1 1,-16-9-1,0 0 1,-17 0-16,8 0 16,0-9-1,1-7 1,-26 7 0,9 9-1,33-16 1,0-1-1,0-17 1,-25 34-16,9-16 16,-18 7-1,-16 9 1,9 0-16,32 0 31,-7 0-15,-34 0-16,42-8 15,-26 8 1,26-17 0,-42 9-1,8 0 1,-8-9 0,-16 17-1,-1-8 1,0 8-16,1 0 15,-9-9 17,8-74-1,-33-159 0,-25 42-15,-8 16-1,16 109-15,-33-50 16,25 42 0,-59 8-1,51 58 1,16 9 0,-33 8-1,-25 16 1,-33-7-1,91 7-15,-50-7 16,25-1 0,42 0-1,-25 9-15,-41 0 32,-26 8-17,-50 25 1,75-17-1,-50 34 1,9-25 0,41-17-1,59-17-15,-17 9 16,16-9 0,18-8-1,7 0 1,9 8-1,0 1 1,-16 24 0,-1 42-1,9 84 17,-1-59-17,9-25 1,0-42-16,0 59 15,9-25 1,-1 16 0,-8-50-1,8 1 1,1-1 0,-1-24-1,9-1 1,-17 0-16,33 26 15,-25-26 1,9 0 0,8-8-1,-17 9 17,1-9-17,-1 0 1,26 0-1,7 0 1,-7-9 0,-18 9-16,1-8 15,8 8 1,-8 0 0,-9 0-16,17 0 15,-8 0 1,8 0-1,-9 0 1,-7 0 0,-1 0-1,0 0 1,1 0 31,-1 0-32,17 0 1,-16 0 15,-1 0-15,9 0 46,8 0-46,-17 0 0,0 0 46,1 0-31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9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4" name="Google Shape;2034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p9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9" name="Google Shape;2199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p9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8" name="Google Shape;2228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p10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0" name="Google Shape;2240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p10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3" name="Google Shape;2273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10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6" name="Google Shape;2316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10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9" name="Google Shape;2359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p10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8" name="Google Shape;2398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p10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8" name="Google Shape;2418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6" name="Google Shape;2436;p10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7" name="Google Shape;2437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p10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4" name="Google Shape;2454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p10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9" name="Google Shape;2469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10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9" name="Google Shape;2489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1" name="Google Shape;2511;p11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2" name="Google Shape;2512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11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4" name="Google Shape;2524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Google Shape;2535;p11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6" name="Google Shape;2536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9" name="Google Shape;2569;p11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0" name="Google Shape;2570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11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2" name="Google Shape;2582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Google Shape;2615;p11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6" name="Google Shape;2616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Google Shape;2627;p11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8" name="Google Shape;2628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p11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9" name="Google Shape;2659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" name="Google Shape;2666;p11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7" name="Google Shape;2667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8" name="Google Shape;2678;p11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9" name="Google Shape;2679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12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1" name="Google Shape;2691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p12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0" name="Google Shape;2730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0" name="Google Shape;2760;p12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1" name="Google Shape;2761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9" name="Google Shape;2799;p12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0" name="Google Shape;2800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1" name="Google Shape;2841;p12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2" name="Google Shape;2842;p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Google Shape;2857;p12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8" name="Google Shape;2858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p12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2" name="Google Shape;2872;p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3" name="Google Shape;2893;p12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4" name="Google Shape;2894;p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p12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1" name="Google Shape;2911;p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0" name="Google Shape;2960;p12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1" name="Google Shape;2961;p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p13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3" name="Google Shape;3023;p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1" name="Google Shape;3091;p13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2" name="Google Shape;3092;p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3" name="Google Shape;3173;p13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4" name="Google Shape;3174;p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2" name="Google Shape;3222;p13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3" name="Google Shape;3223;p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4" name="Google Shape;3234;p13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5" name="Google Shape;3235;p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" name="Google Shape;3246;p13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7" name="Google Shape;3247;p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3" name="Google Shape;3273;p13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4" name="Google Shape;3274;p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6" name="Google Shape;3296;p13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7" name="Google Shape;3297;p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7" name="Google Shape;3327;p13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8" name="Google Shape;3328;p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9" name="Google Shape;3339;p13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0" name="Google Shape;3340;p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1" name="Google Shape;3351;p14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2" name="Google Shape;3352;p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3" name="Google Shape;3373;p14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4" name="Google Shape;3374;p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2" name="Google Shape;3392;p14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3" name="Google Shape;3393;p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5" name="Google Shape;3415;p14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6" name="Google Shape;3416;p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7" name="Google Shape;3427;p14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8" name="Google Shape;3428;p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p14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5" name="Google Shape;3455;p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" name="Google Shape;3481;p14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2" name="Google Shape;3482;p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" name="Google Shape;3502;p14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3" name="Google Shape;3503;p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5" name="Google Shape;3525;p14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6" name="Google Shape;3526;p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0" name="Google Shape;3540;p14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1" name="Google Shape;3541;p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7" name="Google Shape;3557;p15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8" name="Google Shape;3558;p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0" name="Google Shape;3580;p15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1" name="Google Shape;3581;p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9" name="Google Shape;3599;p15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0" name="Google Shape;3600;p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9" name="Google Shape;3619;p15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0" name="Google Shape;3620;p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5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5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6"/>
          <p:cNvSpPr txBox="1">
            <a:spLocks noGrp="1"/>
          </p:cNvSpPr>
          <p:nvPr>
            <p:ph type="body" idx="1"/>
          </p:nvPr>
        </p:nvSpPr>
        <p:spPr>
          <a:xfrm>
            <a:off x="347294" y="649667"/>
            <a:ext cx="5024120" cy="205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6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6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8"/>
          <p:cNvSpPr txBox="1">
            <a:spLocks noGrp="1"/>
          </p:cNvSpPr>
          <p:nvPr>
            <p:ph type="body" idx="1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8"/>
          <p:cNvSpPr txBox="1">
            <a:spLocks noGrp="1"/>
          </p:cNvSpPr>
          <p:nvPr>
            <p:ph type="body" idx="2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8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8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9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9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6" y="80250"/>
            <a:ext cx="5759866" cy="31597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5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54"/>
          <p:cNvSpPr txBox="1">
            <a:spLocks noGrp="1"/>
          </p:cNvSpPr>
          <p:nvPr>
            <p:ph type="body" idx="1"/>
          </p:nvPr>
        </p:nvSpPr>
        <p:spPr>
          <a:xfrm>
            <a:off x="347294" y="649667"/>
            <a:ext cx="5024120" cy="205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4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54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3.xml"/><Relationship Id="rId18" Type="http://schemas.openxmlformats.org/officeDocument/2006/relationships/slide" Target="slide16.xml"/><Relationship Id="rId3" Type="http://schemas.openxmlformats.org/officeDocument/2006/relationships/image" Target="../media/image3.png"/><Relationship Id="rId21" Type="http://schemas.openxmlformats.org/officeDocument/2006/relationships/slide" Target="slide54.xm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slide" Target="slide4.xml"/><Relationship Id="rId2" Type="http://schemas.openxmlformats.org/officeDocument/2006/relationships/notesSlide" Target="../notesSlides/notesSlide3.xml"/><Relationship Id="rId16" Type="http://schemas.openxmlformats.org/officeDocument/2006/relationships/slide" Target="slide36.xml"/><Relationship Id="rId20" Type="http://schemas.openxmlformats.org/officeDocument/2006/relationships/slide" Target="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17.xml"/><Relationship Id="rId23" Type="http://schemas.openxmlformats.org/officeDocument/2006/relationships/slide" Target="slide1.xml"/><Relationship Id="rId10" Type="http://schemas.openxmlformats.org/officeDocument/2006/relationships/image" Target="../media/image10.png"/><Relationship Id="rId19" Type="http://schemas.openxmlformats.org/officeDocument/2006/relationships/slide" Target="slide43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8.xml"/><Relationship Id="rId22" Type="http://schemas.openxmlformats.org/officeDocument/2006/relationships/slide" Target="slide5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3.xml"/><Relationship Id="rId18" Type="http://schemas.openxmlformats.org/officeDocument/2006/relationships/slide" Target="slide16.xml"/><Relationship Id="rId3" Type="http://schemas.openxmlformats.org/officeDocument/2006/relationships/image" Target="../media/image13.png"/><Relationship Id="rId21" Type="http://schemas.openxmlformats.org/officeDocument/2006/relationships/slide" Target="slide54.xml"/><Relationship Id="rId7" Type="http://schemas.openxmlformats.org/officeDocument/2006/relationships/image" Target="../media/image14.png"/><Relationship Id="rId12" Type="http://schemas.openxmlformats.org/officeDocument/2006/relationships/image" Target="../media/image12.png"/><Relationship Id="rId17" Type="http://schemas.openxmlformats.org/officeDocument/2006/relationships/slide" Target="slide4.xml"/><Relationship Id="rId2" Type="http://schemas.openxmlformats.org/officeDocument/2006/relationships/notesSlide" Target="../notesSlides/notesSlide4.xml"/><Relationship Id="rId16" Type="http://schemas.openxmlformats.org/officeDocument/2006/relationships/slide" Target="slide36.xml"/><Relationship Id="rId20" Type="http://schemas.openxmlformats.org/officeDocument/2006/relationships/slide" Target="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17.xml"/><Relationship Id="rId23" Type="http://schemas.openxmlformats.org/officeDocument/2006/relationships/slide" Target="slide1.xml"/><Relationship Id="rId10" Type="http://schemas.openxmlformats.org/officeDocument/2006/relationships/image" Target="../media/image10.png"/><Relationship Id="rId19" Type="http://schemas.openxmlformats.org/officeDocument/2006/relationships/slide" Target="slide43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8.xml"/><Relationship Id="rId22" Type="http://schemas.openxmlformats.org/officeDocument/2006/relationships/slide" Target="slide5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1.xml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customXml" Target="../ink/ink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8.png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42.png"/><Relationship Id="rId7" Type="http://schemas.openxmlformats.org/officeDocument/2006/relationships/slide" Target="slide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9.png"/><Relationship Id="rId7" Type="http://schemas.openxmlformats.org/officeDocument/2006/relationships/customXml" Target="../ink/ink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slide" Target="slide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slide" Target="slide3.xml"/><Relationship Id="rId18" Type="http://schemas.openxmlformats.org/officeDocument/2006/relationships/slide" Target="slide16.xml"/><Relationship Id="rId3" Type="http://schemas.openxmlformats.org/officeDocument/2006/relationships/image" Target="../media/image13.png"/><Relationship Id="rId21" Type="http://schemas.openxmlformats.org/officeDocument/2006/relationships/slide" Target="slide54.xm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slide" Target="slide4.xml"/><Relationship Id="rId2" Type="http://schemas.openxmlformats.org/officeDocument/2006/relationships/notesSlide" Target="../notesSlides/notesSlide16.xml"/><Relationship Id="rId16" Type="http://schemas.openxmlformats.org/officeDocument/2006/relationships/slide" Target="slide36.xml"/><Relationship Id="rId20" Type="http://schemas.openxmlformats.org/officeDocument/2006/relationships/slide" Target="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17.xml"/><Relationship Id="rId23" Type="http://schemas.openxmlformats.org/officeDocument/2006/relationships/slide" Target="slide1.xml"/><Relationship Id="rId10" Type="http://schemas.openxmlformats.org/officeDocument/2006/relationships/image" Target="../media/image10.png"/><Relationship Id="rId19" Type="http://schemas.openxmlformats.org/officeDocument/2006/relationships/slide" Target="slide43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8.xml"/><Relationship Id="rId22" Type="http://schemas.openxmlformats.org/officeDocument/2006/relationships/slide" Target="slide5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slide" Target="slide1.xml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60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slide" Target="slide1.xml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image" Target="../media/image60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slide" Target="slide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0.png"/><Relationship Id="rId3" Type="http://schemas.openxmlformats.org/officeDocument/2006/relationships/image" Target="../media/image60.png"/><Relationship Id="rId7" Type="http://schemas.openxmlformats.org/officeDocument/2006/relationships/image" Target="../media/image105.png"/><Relationship Id="rId12" Type="http://schemas.openxmlformats.org/officeDocument/2006/relationships/image" Target="../media/image109.png"/><Relationship Id="rId17" Type="http://schemas.openxmlformats.org/officeDocument/2006/relationships/image" Target="../media/image112.png"/><Relationship Id="rId2" Type="http://schemas.openxmlformats.org/officeDocument/2006/relationships/notesSlide" Target="../notesSlides/notesSlide27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image" Target="../media/image86.png"/><Relationship Id="rId5" Type="http://schemas.openxmlformats.org/officeDocument/2006/relationships/image" Target="../media/image103.png"/><Relationship Id="rId15" Type="http://schemas.openxmlformats.org/officeDocument/2006/relationships/slide" Target="slide1.xml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51.png"/><Relationship Id="rId3" Type="http://schemas.openxmlformats.org/officeDocument/2006/relationships/image" Target="../media/image60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5" Type="http://schemas.openxmlformats.org/officeDocument/2006/relationships/customXml" Target="../ink/ink9.xml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4" Type="http://schemas.openxmlformats.org/officeDocument/2006/relationships/slide" Target="slide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123.png"/><Relationship Id="rId7" Type="http://schemas.openxmlformats.org/officeDocument/2006/relationships/slide" Target="slide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Relationship Id="rId9" Type="http://schemas.openxmlformats.org/officeDocument/2006/relationships/image" Target="../media/image1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slide" Target="slide1.xml"/><Relationship Id="rId4" Type="http://schemas.openxmlformats.org/officeDocument/2006/relationships/image" Target="../media/image1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4.png"/><Relationship Id="rId4" Type="http://schemas.openxmlformats.org/officeDocument/2006/relationships/customXml" Target="../ink/ink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7" Type="http://schemas.openxmlformats.org/officeDocument/2006/relationships/slide" Target="slide1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7" Type="http://schemas.openxmlformats.org/officeDocument/2006/relationships/image" Target="../media/image1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5" Type="http://schemas.openxmlformats.org/officeDocument/2006/relationships/slide" Target="slide1.xml"/><Relationship Id="rId4" Type="http://schemas.openxmlformats.org/officeDocument/2006/relationships/image" Target="../media/image14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60.png"/><Relationship Id="rId7" Type="http://schemas.openxmlformats.org/officeDocument/2006/relationships/slide" Target="slide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Relationship Id="rId9" Type="http://schemas.openxmlformats.org/officeDocument/2006/relationships/image" Target="../media/image14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146.png"/><Relationship Id="rId7" Type="http://schemas.openxmlformats.org/officeDocument/2006/relationships/customXml" Target="../ink/ink15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slide" Target="slide1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50.png"/><Relationship Id="rId7" Type="http://schemas.openxmlformats.org/officeDocument/2006/relationships/image" Target="../media/image15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10" Type="http://schemas.openxmlformats.org/officeDocument/2006/relationships/image" Target="../media/image157.png"/><Relationship Id="rId4" Type="http://schemas.openxmlformats.org/officeDocument/2006/relationships/image" Target="../media/image151.png"/><Relationship Id="rId9" Type="http://schemas.openxmlformats.org/officeDocument/2006/relationships/customXml" Target="../ink/ink16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10" Type="http://schemas.openxmlformats.org/officeDocument/2006/relationships/image" Target="../media/image163.png"/><Relationship Id="rId4" Type="http://schemas.openxmlformats.org/officeDocument/2006/relationships/image" Target="../media/image159.png"/><Relationship Id="rId9" Type="http://schemas.openxmlformats.org/officeDocument/2006/relationships/customXml" Target="../ink/ink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5" Type="http://schemas.openxmlformats.org/officeDocument/2006/relationships/customXml" Target="../ink/ink18.xml"/><Relationship Id="rId4" Type="http://schemas.openxmlformats.org/officeDocument/2006/relationships/image" Target="../media/image16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5" Type="http://schemas.openxmlformats.org/officeDocument/2006/relationships/customXml" Target="../ink/ink19.xml"/><Relationship Id="rId4" Type="http://schemas.openxmlformats.org/officeDocument/2006/relationships/image" Target="../media/image166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75.png"/><Relationship Id="rId3" Type="http://schemas.openxmlformats.org/officeDocument/2006/relationships/image" Target="../media/image168.png"/><Relationship Id="rId7" Type="http://schemas.openxmlformats.org/officeDocument/2006/relationships/image" Target="../media/image172.png"/><Relationship Id="rId12" Type="http://schemas.openxmlformats.org/officeDocument/2006/relationships/customXml" Target="../ink/ink20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11" Type="http://schemas.openxmlformats.org/officeDocument/2006/relationships/slide" Target="slide1.xml"/><Relationship Id="rId5" Type="http://schemas.openxmlformats.org/officeDocument/2006/relationships/image" Target="../media/image170.png"/><Relationship Id="rId10" Type="http://schemas.openxmlformats.org/officeDocument/2006/relationships/image" Target="../media/image174.png"/><Relationship Id="rId4" Type="http://schemas.openxmlformats.org/officeDocument/2006/relationships/image" Target="../media/image169.png"/><Relationship Id="rId9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3.xml"/><Relationship Id="rId18" Type="http://schemas.openxmlformats.org/officeDocument/2006/relationships/slide" Target="slide16.xml"/><Relationship Id="rId3" Type="http://schemas.openxmlformats.org/officeDocument/2006/relationships/image" Target="../media/image13.png"/><Relationship Id="rId21" Type="http://schemas.openxmlformats.org/officeDocument/2006/relationships/slide" Target="slide54.xm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slide" Target="slide4.xml"/><Relationship Id="rId2" Type="http://schemas.openxmlformats.org/officeDocument/2006/relationships/notesSlide" Target="../notesSlides/notesSlide43.xml"/><Relationship Id="rId16" Type="http://schemas.openxmlformats.org/officeDocument/2006/relationships/slide" Target="slide36.xml"/><Relationship Id="rId20" Type="http://schemas.openxmlformats.org/officeDocument/2006/relationships/slide" Target="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17.xml"/><Relationship Id="rId23" Type="http://schemas.openxmlformats.org/officeDocument/2006/relationships/slide" Target="slide1.xml"/><Relationship Id="rId10" Type="http://schemas.openxmlformats.org/officeDocument/2006/relationships/image" Target="../media/image10.png"/><Relationship Id="rId19" Type="http://schemas.openxmlformats.org/officeDocument/2006/relationships/slide" Target="slide43.xml"/><Relationship Id="rId4" Type="http://schemas.openxmlformats.org/officeDocument/2006/relationships/image" Target="../media/image4.png"/><Relationship Id="rId9" Type="http://schemas.openxmlformats.org/officeDocument/2006/relationships/image" Target="../media/image176.png"/><Relationship Id="rId14" Type="http://schemas.openxmlformats.org/officeDocument/2006/relationships/slide" Target="slide8.xml"/><Relationship Id="rId22" Type="http://schemas.openxmlformats.org/officeDocument/2006/relationships/slide" Target="slide5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6.png"/><Relationship Id="rId3" Type="http://schemas.openxmlformats.org/officeDocument/2006/relationships/image" Target="../media/image60.png"/><Relationship Id="rId7" Type="http://schemas.openxmlformats.org/officeDocument/2006/relationships/image" Target="../media/image180.png"/><Relationship Id="rId12" Type="http://schemas.openxmlformats.org/officeDocument/2006/relationships/image" Target="../media/image18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5" Type="http://schemas.openxmlformats.org/officeDocument/2006/relationships/image" Target="../media/image178.png"/><Relationship Id="rId10" Type="http://schemas.openxmlformats.org/officeDocument/2006/relationships/image" Target="../media/image183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Relationship Id="rId14" Type="http://schemas.openxmlformats.org/officeDocument/2006/relationships/slide" Target="slide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8.png"/><Relationship Id="rId5" Type="http://schemas.openxmlformats.org/officeDocument/2006/relationships/customXml" Target="../ink/ink21.xml"/><Relationship Id="rId4" Type="http://schemas.openxmlformats.org/officeDocument/2006/relationships/slide" Target="slide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5" Type="http://schemas.openxmlformats.org/officeDocument/2006/relationships/customXml" Target="../ink/ink22.xml"/><Relationship Id="rId4" Type="http://schemas.openxmlformats.org/officeDocument/2006/relationships/slide" Target="slide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customXml" Target="../ink/ink23.xml"/><Relationship Id="rId3" Type="http://schemas.openxmlformats.org/officeDocument/2006/relationships/image" Target="../media/image191.png"/><Relationship Id="rId7" Type="http://schemas.openxmlformats.org/officeDocument/2006/relationships/image" Target="../media/image195.png"/><Relationship Id="rId12" Type="http://schemas.openxmlformats.org/officeDocument/2006/relationships/slide" Target="slide1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11" Type="http://schemas.openxmlformats.org/officeDocument/2006/relationships/image" Target="../media/image199.png"/><Relationship Id="rId5" Type="http://schemas.openxmlformats.org/officeDocument/2006/relationships/image" Target="../media/image193.png"/><Relationship Id="rId10" Type="http://schemas.openxmlformats.org/officeDocument/2006/relationships/image" Target="../media/image198.png"/><Relationship Id="rId4" Type="http://schemas.openxmlformats.org/officeDocument/2006/relationships/image" Target="../media/image192.png"/><Relationship Id="rId9" Type="http://schemas.openxmlformats.org/officeDocument/2006/relationships/image" Target="../media/image197.png"/><Relationship Id="rId14" Type="http://schemas.openxmlformats.org/officeDocument/2006/relationships/image" Target="../media/image20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1.png"/><Relationship Id="rId4" Type="http://schemas.openxmlformats.org/officeDocument/2006/relationships/customXml" Target="../ink/ink24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3.xml"/><Relationship Id="rId18" Type="http://schemas.openxmlformats.org/officeDocument/2006/relationships/slide" Target="slide16.xml"/><Relationship Id="rId3" Type="http://schemas.openxmlformats.org/officeDocument/2006/relationships/image" Target="../media/image13.png"/><Relationship Id="rId21" Type="http://schemas.openxmlformats.org/officeDocument/2006/relationships/slide" Target="slide54.xm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slide" Target="slide4.xml"/><Relationship Id="rId2" Type="http://schemas.openxmlformats.org/officeDocument/2006/relationships/notesSlide" Target="../notesSlides/notesSlide49.xml"/><Relationship Id="rId16" Type="http://schemas.openxmlformats.org/officeDocument/2006/relationships/slide" Target="slide36.xml"/><Relationship Id="rId20" Type="http://schemas.openxmlformats.org/officeDocument/2006/relationships/slide" Target="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17.xml"/><Relationship Id="rId23" Type="http://schemas.openxmlformats.org/officeDocument/2006/relationships/slide" Target="slide1.xml"/><Relationship Id="rId10" Type="http://schemas.openxmlformats.org/officeDocument/2006/relationships/image" Target="../media/image202.png"/><Relationship Id="rId19" Type="http://schemas.openxmlformats.org/officeDocument/2006/relationships/slide" Target="slide43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8.xml"/><Relationship Id="rId22" Type="http://schemas.openxmlformats.org/officeDocument/2006/relationships/slide" Target="slide5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3" Type="http://schemas.openxmlformats.org/officeDocument/2006/relationships/image" Target="../media/image60.png"/><Relationship Id="rId7" Type="http://schemas.openxmlformats.org/officeDocument/2006/relationships/image" Target="../media/image20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.png"/><Relationship Id="rId5" Type="http://schemas.openxmlformats.org/officeDocument/2006/relationships/image" Target="../media/image205.png"/><Relationship Id="rId10" Type="http://schemas.openxmlformats.org/officeDocument/2006/relationships/slide" Target="slide1.xml"/><Relationship Id="rId4" Type="http://schemas.openxmlformats.org/officeDocument/2006/relationships/image" Target="../media/image204.png"/><Relationship Id="rId9" Type="http://schemas.openxmlformats.org/officeDocument/2006/relationships/image" Target="../media/image209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60.png"/><Relationship Id="rId7" Type="http://schemas.openxmlformats.org/officeDocument/2006/relationships/image" Target="../media/image21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5" Type="http://schemas.openxmlformats.org/officeDocument/2006/relationships/image" Target="../media/image211.png"/><Relationship Id="rId10" Type="http://schemas.openxmlformats.org/officeDocument/2006/relationships/slide" Target="slide1.xml"/><Relationship Id="rId4" Type="http://schemas.openxmlformats.org/officeDocument/2006/relationships/image" Target="../media/image210.png"/><Relationship Id="rId9" Type="http://schemas.openxmlformats.org/officeDocument/2006/relationships/image" Target="../media/image21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215.png"/><Relationship Id="rId7" Type="http://schemas.openxmlformats.org/officeDocument/2006/relationships/image" Target="../media/image21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8.png"/><Relationship Id="rId11" Type="http://schemas.openxmlformats.org/officeDocument/2006/relationships/slide" Target="slide1.xml"/><Relationship Id="rId5" Type="http://schemas.openxmlformats.org/officeDocument/2006/relationships/image" Target="../media/image217.png"/><Relationship Id="rId10" Type="http://schemas.openxmlformats.org/officeDocument/2006/relationships/image" Target="../media/image222.png"/><Relationship Id="rId4" Type="http://schemas.openxmlformats.org/officeDocument/2006/relationships/image" Target="../media/image216.png"/><Relationship Id="rId9" Type="http://schemas.openxmlformats.org/officeDocument/2006/relationships/image" Target="../media/image221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3.xml"/><Relationship Id="rId18" Type="http://schemas.openxmlformats.org/officeDocument/2006/relationships/slide" Target="slide16.xml"/><Relationship Id="rId3" Type="http://schemas.openxmlformats.org/officeDocument/2006/relationships/image" Target="../media/image13.png"/><Relationship Id="rId21" Type="http://schemas.openxmlformats.org/officeDocument/2006/relationships/slide" Target="slide54.xm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slide" Target="slide4.xml"/><Relationship Id="rId2" Type="http://schemas.openxmlformats.org/officeDocument/2006/relationships/notesSlide" Target="../notesSlides/notesSlide54.xml"/><Relationship Id="rId16" Type="http://schemas.openxmlformats.org/officeDocument/2006/relationships/slide" Target="slide36.xml"/><Relationship Id="rId20" Type="http://schemas.openxmlformats.org/officeDocument/2006/relationships/slide" Target="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223.png"/><Relationship Id="rId5" Type="http://schemas.openxmlformats.org/officeDocument/2006/relationships/image" Target="../media/image5.png"/><Relationship Id="rId15" Type="http://schemas.openxmlformats.org/officeDocument/2006/relationships/slide" Target="slide17.xml"/><Relationship Id="rId23" Type="http://schemas.openxmlformats.org/officeDocument/2006/relationships/slide" Target="slide1.xml"/><Relationship Id="rId10" Type="http://schemas.openxmlformats.org/officeDocument/2006/relationships/image" Target="../media/image10.png"/><Relationship Id="rId19" Type="http://schemas.openxmlformats.org/officeDocument/2006/relationships/slide" Target="slide43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8.xml"/><Relationship Id="rId22" Type="http://schemas.openxmlformats.org/officeDocument/2006/relationships/slide" Target="slide5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26.png"/><Relationship Id="rId4" Type="http://schemas.openxmlformats.org/officeDocument/2006/relationships/image" Target="../media/image22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7" Type="http://schemas.openxmlformats.org/officeDocument/2006/relationships/slide" Target="slide1.xm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229.png"/><Relationship Id="rId4" Type="http://schemas.openxmlformats.org/officeDocument/2006/relationships/image" Target="../media/image22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3.xml"/><Relationship Id="rId18" Type="http://schemas.openxmlformats.org/officeDocument/2006/relationships/slide" Target="slide16.xml"/><Relationship Id="rId3" Type="http://schemas.openxmlformats.org/officeDocument/2006/relationships/image" Target="../media/image13.png"/><Relationship Id="rId21" Type="http://schemas.openxmlformats.org/officeDocument/2006/relationships/slide" Target="slide54.xml"/><Relationship Id="rId7" Type="http://schemas.openxmlformats.org/officeDocument/2006/relationships/image" Target="../media/image7.png"/><Relationship Id="rId12" Type="http://schemas.openxmlformats.org/officeDocument/2006/relationships/image" Target="../media/image231.png"/><Relationship Id="rId17" Type="http://schemas.openxmlformats.org/officeDocument/2006/relationships/slide" Target="slide4.xml"/><Relationship Id="rId2" Type="http://schemas.openxmlformats.org/officeDocument/2006/relationships/notesSlide" Target="../notesSlides/notesSlide57.xml"/><Relationship Id="rId16" Type="http://schemas.openxmlformats.org/officeDocument/2006/relationships/slide" Target="slide36.xml"/><Relationship Id="rId20" Type="http://schemas.openxmlformats.org/officeDocument/2006/relationships/slide" Target="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17.xml"/><Relationship Id="rId23" Type="http://schemas.openxmlformats.org/officeDocument/2006/relationships/slide" Target="slide1.xml"/><Relationship Id="rId10" Type="http://schemas.openxmlformats.org/officeDocument/2006/relationships/image" Target="../media/image10.png"/><Relationship Id="rId19" Type="http://schemas.openxmlformats.org/officeDocument/2006/relationships/slide" Target="slide43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8.xml"/><Relationship Id="rId22" Type="http://schemas.openxmlformats.org/officeDocument/2006/relationships/slide" Target="slide5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3" Type="http://schemas.openxmlformats.org/officeDocument/2006/relationships/image" Target="../media/image232.png"/><Relationship Id="rId7" Type="http://schemas.openxmlformats.org/officeDocument/2006/relationships/image" Target="../media/image23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4.png"/><Relationship Id="rId5" Type="http://schemas.openxmlformats.org/officeDocument/2006/relationships/image" Target="../media/image233.png"/><Relationship Id="rId4" Type="http://schemas.openxmlformats.org/officeDocument/2006/relationships/image" Target="../media/image70.png"/><Relationship Id="rId9" Type="http://schemas.openxmlformats.org/officeDocument/2006/relationships/slide" Target="slide1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3" Type="http://schemas.openxmlformats.org/officeDocument/2006/relationships/image" Target="../media/image237.png"/><Relationship Id="rId7" Type="http://schemas.openxmlformats.org/officeDocument/2006/relationships/image" Target="../media/image23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11" Type="http://schemas.openxmlformats.org/officeDocument/2006/relationships/slide" Target="slide1.xml"/><Relationship Id="rId5" Type="http://schemas.openxmlformats.org/officeDocument/2006/relationships/image" Target="../media/image117.png"/><Relationship Id="rId10" Type="http://schemas.openxmlformats.org/officeDocument/2006/relationships/image" Target="../media/image241.png"/><Relationship Id="rId4" Type="http://schemas.openxmlformats.org/officeDocument/2006/relationships/image" Target="../media/image47.png"/><Relationship Id="rId9" Type="http://schemas.openxmlformats.org/officeDocument/2006/relationships/image" Target="../media/image24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png"/><Relationship Id="rId3" Type="http://schemas.openxmlformats.org/officeDocument/2006/relationships/image" Target="../media/image242.jpg"/><Relationship Id="rId7" Type="http://schemas.openxmlformats.org/officeDocument/2006/relationships/image" Target="../media/image24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.png"/><Relationship Id="rId11" Type="http://schemas.openxmlformats.org/officeDocument/2006/relationships/slide" Target="slide1.xml"/><Relationship Id="rId5" Type="http://schemas.openxmlformats.org/officeDocument/2006/relationships/image" Target="../media/image244.png"/><Relationship Id="rId10" Type="http://schemas.openxmlformats.org/officeDocument/2006/relationships/image" Target="../media/image248.png"/><Relationship Id="rId4" Type="http://schemas.openxmlformats.org/officeDocument/2006/relationships/image" Target="../media/image243.png"/><Relationship Id="rId9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"/>
          <p:cNvGrpSpPr/>
          <p:nvPr/>
        </p:nvGrpSpPr>
        <p:grpSpPr>
          <a:xfrm>
            <a:off x="0" y="7"/>
            <a:ext cx="5759866" cy="3239902"/>
            <a:chOff x="0" y="7"/>
            <a:chExt cx="5759866" cy="3239902"/>
          </a:xfrm>
        </p:grpSpPr>
        <p:pic>
          <p:nvPicPr>
            <p:cNvPr id="45" name="Google Shape;45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7"/>
              <a:ext cx="5759866" cy="3239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1"/>
            <p:cNvSpPr/>
            <p:nvPr/>
          </p:nvSpPr>
          <p:spPr>
            <a:xfrm>
              <a:off x="1982523" y="1376079"/>
              <a:ext cx="3325495" cy="515620"/>
            </a:xfrm>
            <a:custGeom>
              <a:avLst/>
              <a:gdLst/>
              <a:ahLst/>
              <a:cxnLst/>
              <a:rect l="l" t="t" r="r" b="b"/>
              <a:pathLst>
                <a:path w="3325495" h="515619" extrusionOk="0">
                  <a:moveTo>
                    <a:pt x="0" y="515429"/>
                  </a:moveTo>
                  <a:lnTo>
                    <a:pt x="0" y="0"/>
                  </a:lnTo>
                  <a:lnTo>
                    <a:pt x="3324982" y="0"/>
                  </a:lnTo>
                  <a:lnTo>
                    <a:pt x="3324982" y="515429"/>
                  </a:lnTo>
                  <a:lnTo>
                    <a:pt x="0" y="51542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1"/>
          <p:cNvSpPr txBox="1"/>
          <p:nvPr/>
        </p:nvSpPr>
        <p:spPr>
          <a:xfrm>
            <a:off x="1982523" y="1376079"/>
            <a:ext cx="3325495" cy="515620"/>
          </a:xfrm>
          <a:prstGeom prst="rect">
            <a:avLst/>
          </a:prstGeom>
          <a:solidFill>
            <a:srgbClr val="FFFFFF">
              <a:alpha val="79607"/>
            </a:srgbClr>
          </a:solidFill>
          <a:ln w="126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5400" rIns="0" bIns="0" anchor="t" anchorCtr="0">
            <a:spAutoFit/>
          </a:bodyPr>
          <a:lstStyle/>
          <a:p>
            <a:pPr marL="882014" marR="691515" lvl="0" indent="-183514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cap="small">
                <a:latin typeface="Cambria"/>
                <a:ea typeface="Cambria"/>
                <a:cs typeface="Cambria"/>
                <a:sym typeface="Cambria"/>
              </a:rPr>
              <a:t>Deep Neural Network Module # 6: CNN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4339181" y="2263515"/>
            <a:ext cx="128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</a:rPr>
              <a:t>DNN Team</a:t>
            </a:r>
            <a:endParaRPr sz="950">
              <a:solidFill>
                <a:srgbClr val="1B1472"/>
              </a:solidFill>
            </a:endParaRPr>
          </a:p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BITS Pilani WILP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/>
        </p:nvSpPr>
        <p:spPr>
          <a:xfrm>
            <a:off x="1400073" y="967954"/>
            <a:ext cx="2960370" cy="75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8284" marR="202565" lvl="0" indent="0" algn="ctr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The instructor is gratefully acknowledging the authors who made their course materials freely available online.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This deck is prepared by Seetha Parameswaran.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5" name="Google Shape;55;p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65" name="Google Shape;6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" name="Google Shape;75;p3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6" name="Google Shape;76;p3"/>
          <p:cNvSpPr txBox="1"/>
          <p:nvPr/>
        </p:nvSpPr>
        <p:spPr>
          <a:xfrm>
            <a:off x="563029" y="457050"/>
            <a:ext cx="4751100" cy="24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omputer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ision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lassification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hallenges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opular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ransfer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onsiderations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8" name="Google Shape;78;p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p9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2037" name="Google Shape;2037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8" name="Google Shape;2038;p9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9" name="Google Shape;2039;p9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0" name="Google Shape;2040;p9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1" name="Google Shape;2041;p9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2" name="Google Shape;2042;p9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3" name="Google Shape;2043;p9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4" name="Google Shape;2044;p9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5" name="Google Shape;2045;p9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6" name="Google Shape;2046;p9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47" name="Google Shape;2047;p92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048" name="Google Shape;2048;p92"/>
          <p:cNvSpPr txBox="1"/>
          <p:nvPr/>
        </p:nvSpPr>
        <p:spPr>
          <a:xfrm>
            <a:off x="563029" y="457050"/>
            <a:ext cx="4751100" cy="24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omputer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lassification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hallenges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opular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ransfer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onsiderations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9" name="Google Shape;2049;p9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050" name="Google Shape;2050;p9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9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9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3" name="Google Shape;2053;p9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9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9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esign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atterns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eep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etworks</a:t>
            </a:r>
            <a:endParaRPr/>
          </a:p>
        </p:txBody>
      </p:sp>
      <p:sp>
        <p:nvSpPr>
          <p:cNvPr id="2202" name="Google Shape;2202;p98"/>
          <p:cNvSpPr txBox="1"/>
          <p:nvPr/>
        </p:nvSpPr>
        <p:spPr>
          <a:xfrm>
            <a:off x="347294" y="415047"/>
            <a:ext cx="3630295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1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How do we design effective deep CNN architectures?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Design Patterns (Common to successful architectures):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3" name="Google Shape;2203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951610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204" name="Google Shape;2204;p98"/>
          <p:cNvSpPr txBox="1"/>
          <p:nvPr/>
        </p:nvSpPr>
        <p:spPr>
          <a:xfrm>
            <a:off x="483946" y="94176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5" name="Google Shape;2205;p9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96" y="1165796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206" name="Google Shape;2206;p98"/>
          <p:cNvSpPr txBox="1"/>
          <p:nvPr/>
        </p:nvSpPr>
        <p:spPr>
          <a:xfrm>
            <a:off x="483946" y="115594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7" name="Google Shape;2207;p9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6996" y="1379981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208" name="Google Shape;2208;p98"/>
          <p:cNvSpPr txBox="1"/>
          <p:nvPr/>
        </p:nvSpPr>
        <p:spPr>
          <a:xfrm>
            <a:off x="483946" y="137013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9" name="Google Shape;2209;p9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996" y="1594167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210" name="Google Shape;2210;p98"/>
          <p:cNvSpPr txBox="1"/>
          <p:nvPr/>
        </p:nvSpPr>
        <p:spPr>
          <a:xfrm>
            <a:off x="483946" y="1584317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1" name="Google Shape;2211;p9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6996" y="1808352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212" name="Google Shape;2212;p98"/>
          <p:cNvSpPr txBox="1"/>
          <p:nvPr/>
        </p:nvSpPr>
        <p:spPr>
          <a:xfrm>
            <a:off x="483946" y="1798502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98"/>
          <p:cNvSpPr txBox="1"/>
          <p:nvPr/>
        </p:nvSpPr>
        <p:spPr>
          <a:xfrm>
            <a:off x="644626" y="855153"/>
            <a:ext cx="2364740" cy="1096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Spatial reduction + Channel expansion Repetitive building blocks Skip/residual connections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Bottleneck designs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Multi-scale feature extraction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4" name="Google Shape;2214;p98"/>
          <p:cNvGrpSpPr/>
          <p:nvPr/>
        </p:nvGrpSpPr>
        <p:grpSpPr>
          <a:xfrm>
            <a:off x="513702" y="2306447"/>
            <a:ext cx="69291" cy="711847"/>
            <a:chOff x="513702" y="2306447"/>
            <a:chExt cx="69291" cy="711847"/>
          </a:xfrm>
        </p:grpSpPr>
        <p:pic>
          <p:nvPicPr>
            <p:cNvPr id="2215" name="Google Shape;2215;p9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30644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6" name="Google Shape;2216;p9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52063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7" name="Google Shape;2217;p98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73481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8" name="Google Shape;2218;p98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94900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19" name="Google Shape;2219;p98"/>
          <p:cNvSpPr txBox="1"/>
          <p:nvPr/>
        </p:nvSpPr>
        <p:spPr>
          <a:xfrm>
            <a:off x="347294" y="1962110"/>
            <a:ext cx="2297430" cy="109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3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Balance between: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38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Model capacity (expressiveness) Computational efficiency Memory requirements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Training stability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0" name="Google Shape;2220;p9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221" name="Google Shape;2221;p9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9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9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4" name="Google Shape;2224;p9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5" name="Google Shape;2225;p9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EEA47E-DB33-B5FA-E471-CF9881430C75}"/>
                  </a:ext>
                </a:extLst>
              </p14:cNvPr>
              <p14:cNvContentPartPr/>
              <p14:nvPr/>
            </p14:nvContentPartPr>
            <p14:xfrm>
              <a:off x="2207160" y="1059840"/>
              <a:ext cx="2502000" cy="1802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EEA47E-DB33-B5FA-E471-CF9881430C7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97800" y="1050480"/>
                <a:ext cx="2520720" cy="1820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9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</a:rPr>
              <a:t>P</a:t>
            </a:r>
            <a:r>
              <a:rPr lang="en-US" sz="1400" cap="small">
                <a:solidFill>
                  <a:srgbClr val="FFFFFF"/>
                </a:solidFill>
              </a:rPr>
              <a:t>attern</a:t>
            </a:r>
            <a:r>
              <a:rPr lang="en-US" sz="1400">
                <a:solidFill>
                  <a:srgbClr val="FFFFFF"/>
                </a:solidFill>
              </a:rPr>
              <a:t> 1: S</a:t>
            </a:r>
            <a:r>
              <a:rPr lang="en-US" sz="1400" cap="small">
                <a:solidFill>
                  <a:srgbClr val="FFFFFF"/>
                </a:solidFill>
              </a:rPr>
              <a:t>patial</a:t>
            </a:r>
            <a:r>
              <a:rPr lang="en-US" sz="1400">
                <a:solidFill>
                  <a:srgbClr val="FFFFFF"/>
                </a:solidFill>
              </a:rPr>
              <a:t> R</a:t>
            </a:r>
            <a:r>
              <a:rPr lang="en-US" sz="1400" cap="small">
                <a:solidFill>
                  <a:srgbClr val="FFFFFF"/>
                </a:solidFill>
              </a:rPr>
              <a:t>eduction</a:t>
            </a:r>
            <a:r>
              <a:rPr lang="en-US" sz="1400">
                <a:solidFill>
                  <a:srgbClr val="FFFFFF"/>
                </a:solidFill>
              </a:rPr>
              <a:t> + C</a:t>
            </a:r>
            <a:r>
              <a:rPr lang="en-US" sz="1400" cap="small">
                <a:solidFill>
                  <a:srgbClr val="FFFFFF"/>
                </a:solidFill>
              </a:rPr>
              <a:t>hannel</a:t>
            </a:r>
            <a:r>
              <a:rPr lang="en-US" sz="1400">
                <a:solidFill>
                  <a:srgbClr val="FFFFFF"/>
                </a:solidFill>
              </a:rPr>
              <a:t> E</a:t>
            </a:r>
            <a:r>
              <a:rPr lang="en-US" sz="1400" cap="small">
                <a:solidFill>
                  <a:srgbClr val="FFFFFF"/>
                </a:solidFill>
              </a:rPr>
              <a:t>xpansion</a:t>
            </a:r>
            <a:endParaRPr sz="1400"/>
          </a:p>
        </p:txBody>
      </p:sp>
      <p:grpSp>
        <p:nvGrpSpPr>
          <p:cNvPr id="2231" name="Google Shape;2231;p9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232" name="Google Shape;2232;p9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9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9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5" name="Google Shape;2235;p9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6" name="Google Shape;2236;p99"/>
          <p:cNvSpPr txBox="1"/>
          <p:nvPr/>
        </p:nvSpPr>
        <p:spPr>
          <a:xfrm>
            <a:off x="4653436" y="3137672"/>
            <a:ext cx="33464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99 / 153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7" name="Google Shape;2237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015208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p10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attern</a:t>
            </a:r>
            <a:r>
              <a:rPr lang="en-US">
                <a:solidFill>
                  <a:srgbClr val="FFFFFF"/>
                </a:solidFill>
              </a:rPr>
              <a:t> 2: R</a:t>
            </a:r>
            <a:r>
              <a:rPr lang="en-US" cap="small">
                <a:solidFill>
                  <a:srgbClr val="FFFFFF"/>
                </a:solidFill>
              </a:rPr>
              <a:t>epetitive</a:t>
            </a:r>
            <a:r>
              <a:rPr lang="en-US">
                <a:solidFill>
                  <a:srgbClr val="FFFFFF"/>
                </a:solidFill>
              </a:rPr>
              <a:t> B</a:t>
            </a:r>
            <a:r>
              <a:rPr lang="en-US" cap="small">
                <a:solidFill>
                  <a:srgbClr val="FFFFFF"/>
                </a:solidFill>
              </a:rPr>
              <a:t>uilding</a:t>
            </a:r>
            <a:r>
              <a:rPr lang="en-US">
                <a:solidFill>
                  <a:srgbClr val="FFFFFF"/>
                </a:solidFill>
              </a:rPr>
              <a:t> B</a:t>
            </a:r>
            <a:r>
              <a:rPr lang="en-US" cap="small">
                <a:solidFill>
                  <a:srgbClr val="FFFFFF"/>
                </a:solidFill>
              </a:rPr>
              <a:t>locks</a:t>
            </a:r>
            <a:endParaRPr/>
          </a:p>
        </p:txBody>
      </p:sp>
      <p:sp>
        <p:nvSpPr>
          <p:cNvPr id="2243" name="Google Shape;2243;p100"/>
          <p:cNvSpPr txBox="1"/>
          <p:nvPr/>
        </p:nvSpPr>
        <p:spPr>
          <a:xfrm>
            <a:off x="347294" y="654004"/>
            <a:ext cx="338582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Instead of arbitrary layers, use repeated modular blocks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4" name="Google Shape;2244;p100"/>
          <p:cNvSpPr txBox="1"/>
          <p:nvPr/>
        </p:nvSpPr>
        <p:spPr>
          <a:xfrm>
            <a:off x="1188486" y="1712215"/>
            <a:ext cx="657225" cy="194310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49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 3×3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5" name="Google Shape;2245;p100"/>
          <p:cNvSpPr txBox="1"/>
          <p:nvPr/>
        </p:nvSpPr>
        <p:spPr>
          <a:xfrm>
            <a:off x="1188486" y="1983333"/>
            <a:ext cx="657225" cy="194310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49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 3×3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6" name="Google Shape;2246;p100"/>
          <p:cNvSpPr txBox="1"/>
          <p:nvPr/>
        </p:nvSpPr>
        <p:spPr>
          <a:xfrm>
            <a:off x="1188486" y="2254465"/>
            <a:ext cx="657225" cy="192405"/>
          </a:xfrm>
          <a:prstGeom prst="rect">
            <a:avLst/>
          </a:prstGeom>
          <a:solidFill>
            <a:srgbClr val="FFCC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6540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MaxPool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7" name="Google Shape;2247;p100"/>
          <p:cNvSpPr txBox="1"/>
          <p:nvPr/>
        </p:nvSpPr>
        <p:spPr>
          <a:xfrm>
            <a:off x="294513" y="955242"/>
            <a:ext cx="1754505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5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VGG Block: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Multiple 3×3 convs + pooling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88836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VGG Block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8" name="Google Shape;2248;p100"/>
          <p:cNvGrpSpPr/>
          <p:nvPr/>
        </p:nvGrpSpPr>
        <p:grpSpPr>
          <a:xfrm>
            <a:off x="1477290" y="1908803"/>
            <a:ext cx="79375" cy="338087"/>
            <a:chOff x="1477290" y="1908803"/>
            <a:chExt cx="79375" cy="338087"/>
          </a:xfrm>
        </p:grpSpPr>
        <p:sp>
          <p:nvSpPr>
            <p:cNvPr id="2249" name="Google Shape;2249;p100"/>
            <p:cNvSpPr/>
            <p:nvPr/>
          </p:nvSpPr>
          <p:spPr>
            <a:xfrm>
              <a:off x="1516799" y="1908803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886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100"/>
            <p:cNvSpPr/>
            <p:nvPr/>
          </p:nvSpPr>
          <p:spPr>
            <a:xfrm>
              <a:off x="1477290" y="1943359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100"/>
            <p:cNvSpPr/>
            <p:nvPr/>
          </p:nvSpPr>
          <p:spPr>
            <a:xfrm>
              <a:off x="1516799" y="2179935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90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100"/>
            <p:cNvSpPr/>
            <p:nvPr/>
          </p:nvSpPr>
          <p:spPr>
            <a:xfrm>
              <a:off x="1477290" y="2214506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253" name="Google Shape;2253;p100"/>
          <p:cNvGraphicFramePr/>
          <p:nvPr/>
        </p:nvGraphicFramePr>
        <p:xfrm>
          <a:off x="3902150" y="1703805"/>
          <a:ext cx="704850" cy="500375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36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4508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Conv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7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52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3×3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700" marB="0">
                    <a:lnL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25">
                <a:tc>
                  <a:txBody>
                    <a:bodyPr/>
                    <a:lstStyle/>
                    <a:p>
                      <a:pPr marL="0" marR="2159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4508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Conv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7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52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3×3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700" marB="0">
                    <a:lnL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254" name="Google Shape;2254;p100"/>
          <p:cNvGrpSpPr/>
          <p:nvPr/>
        </p:nvGrpSpPr>
        <p:grpSpPr>
          <a:xfrm>
            <a:off x="4126224" y="2320592"/>
            <a:ext cx="234315" cy="234315"/>
            <a:chOff x="4126224" y="2320592"/>
            <a:chExt cx="234315" cy="234315"/>
          </a:xfrm>
        </p:grpSpPr>
        <p:sp>
          <p:nvSpPr>
            <p:cNvPr id="2255" name="Google Shape;2255;p100"/>
            <p:cNvSpPr/>
            <p:nvPr/>
          </p:nvSpPr>
          <p:spPr>
            <a:xfrm>
              <a:off x="4126224" y="2320592"/>
              <a:ext cx="234315" cy="234315"/>
            </a:xfrm>
            <a:custGeom>
              <a:avLst/>
              <a:gdLst/>
              <a:ahLst/>
              <a:cxnLst/>
              <a:rect l="l" t="t" r="r" b="b"/>
              <a:pathLst>
                <a:path w="234314" h="234314" extrusionOk="0">
                  <a:moveTo>
                    <a:pt x="116972" y="0"/>
                  </a:moveTo>
                  <a:lnTo>
                    <a:pt x="71441" y="9192"/>
                  </a:lnTo>
                  <a:lnTo>
                    <a:pt x="34260" y="34260"/>
                  </a:lnTo>
                  <a:lnTo>
                    <a:pt x="9192" y="71441"/>
                  </a:lnTo>
                  <a:lnTo>
                    <a:pt x="0" y="116972"/>
                  </a:lnTo>
                  <a:lnTo>
                    <a:pt x="9192" y="162504"/>
                  </a:lnTo>
                  <a:lnTo>
                    <a:pt x="34260" y="199685"/>
                  </a:lnTo>
                  <a:lnTo>
                    <a:pt x="71441" y="224753"/>
                  </a:lnTo>
                  <a:lnTo>
                    <a:pt x="116972" y="233945"/>
                  </a:lnTo>
                  <a:lnTo>
                    <a:pt x="162504" y="224753"/>
                  </a:lnTo>
                  <a:lnTo>
                    <a:pt x="199685" y="199685"/>
                  </a:lnTo>
                  <a:lnTo>
                    <a:pt x="224753" y="162504"/>
                  </a:lnTo>
                  <a:lnTo>
                    <a:pt x="233945" y="116972"/>
                  </a:lnTo>
                  <a:lnTo>
                    <a:pt x="224753" y="71441"/>
                  </a:lnTo>
                  <a:lnTo>
                    <a:pt x="199685" y="34260"/>
                  </a:lnTo>
                  <a:lnTo>
                    <a:pt x="162504" y="9192"/>
                  </a:lnTo>
                  <a:lnTo>
                    <a:pt x="116972" y="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100"/>
            <p:cNvSpPr/>
            <p:nvPr/>
          </p:nvSpPr>
          <p:spPr>
            <a:xfrm>
              <a:off x="4126224" y="2320592"/>
              <a:ext cx="234315" cy="234315"/>
            </a:xfrm>
            <a:custGeom>
              <a:avLst/>
              <a:gdLst/>
              <a:ahLst/>
              <a:cxnLst/>
              <a:rect l="l" t="t" r="r" b="b"/>
              <a:pathLst>
                <a:path w="234314" h="234314" extrusionOk="0">
                  <a:moveTo>
                    <a:pt x="233945" y="116972"/>
                  </a:moveTo>
                  <a:lnTo>
                    <a:pt x="224753" y="71441"/>
                  </a:lnTo>
                  <a:lnTo>
                    <a:pt x="199685" y="34260"/>
                  </a:lnTo>
                  <a:lnTo>
                    <a:pt x="162504" y="9192"/>
                  </a:lnTo>
                  <a:lnTo>
                    <a:pt x="116972" y="0"/>
                  </a:lnTo>
                  <a:lnTo>
                    <a:pt x="71441" y="9192"/>
                  </a:lnTo>
                  <a:lnTo>
                    <a:pt x="34260" y="34260"/>
                  </a:lnTo>
                  <a:lnTo>
                    <a:pt x="9192" y="71441"/>
                  </a:lnTo>
                  <a:lnTo>
                    <a:pt x="0" y="116972"/>
                  </a:lnTo>
                  <a:lnTo>
                    <a:pt x="9192" y="162504"/>
                  </a:lnTo>
                  <a:lnTo>
                    <a:pt x="34260" y="199685"/>
                  </a:lnTo>
                  <a:lnTo>
                    <a:pt x="71441" y="224753"/>
                  </a:lnTo>
                  <a:lnTo>
                    <a:pt x="116972" y="233945"/>
                  </a:lnTo>
                  <a:lnTo>
                    <a:pt x="162504" y="224753"/>
                  </a:lnTo>
                  <a:lnTo>
                    <a:pt x="199685" y="199685"/>
                  </a:lnTo>
                  <a:lnTo>
                    <a:pt x="224753" y="162504"/>
                  </a:lnTo>
                  <a:lnTo>
                    <a:pt x="233945" y="11697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7" name="Google Shape;2257;p100"/>
          <p:cNvSpPr txBox="1"/>
          <p:nvPr/>
        </p:nvSpPr>
        <p:spPr>
          <a:xfrm>
            <a:off x="4190593" y="2322542"/>
            <a:ext cx="10541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+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8" name="Google Shape;2258;p100"/>
          <p:cNvGrpSpPr/>
          <p:nvPr/>
        </p:nvGrpSpPr>
        <p:grpSpPr>
          <a:xfrm>
            <a:off x="4219970" y="1659359"/>
            <a:ext cx="79375" cy="653662"/>
            <a:chOff x="4203688" y="1659359"/>
            <a:chExt cx="79375" cy="653662"/>
          </a:xfrm>
        </p:grpSpPr>
        <p:sp>
          <p:nvSpPr>
            <p:cNvPr id="2259" name="Google Shape;2259;p100"/>
            <p:cNvSpPr/>
            <p:nvPr/>
          </p:nvSpPr>
          <p:spPr>
            <a:xfrm>
              <a:off x="4243197" y="2210060"/>
              <a:ext cx="0" cy="98425"/>
            </a:xfrm>
            <a:custGeom>
              <a:avLst/>
              <a:gdLst/>
              <a:ahLst/>
              <a:cxnLst/>
              <a:rect l="l" t="t" r="r" b="b"/>
              <a:pathLst>
                <a:path w="120000" h="98425" extrusionOk="0">
                  <a:moveTo>
                    <a:pt x="0" y="0"/>
                  </a:moveTo>
                  <a:lnTo>
                    <a:pt x="0" y="97907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100"/>
            <p:cNvSpPr/>
            <p:nvPr/>
          </p:nvSpPr>
          <p:spPr>
            <a:xfrm>
              <a:off x="4203688" y="2280637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100"/>
            <p:cNvSpPr/>
            <p:nvPr/>
          </p:nvSpPr>
          <p:spPr>
            <a:xfrm>
              <a:off x="4243197" y="1659359"/>
              <a:ext cx="0" cy="648970"/>
            </a:xfrm>
            <a:custGeom>
              <a:avLst/>
              <a:gdLst/>
              <a:ahLst/>
              <a:cxnLst/>
              <a:rect l="l" t="t" r="r" b="b"/>
              <a:pathLst>
                <a:path w="120000" h="648969" extrusionOk="0">
                  <a:moveTo>
                    <a:pt x="0" y="0"/>
                  </a:moveTo>
                  <a:lnTo>
                    <a:pt x="0" y="576009"/>
                  </a:lnTo>
                  <a:lnTo>
                    <a:pt x="0" y="648607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100"/>
            <p:cNvSpPr/>
            <p:nvPr/>
          </p:nvSpPr>
          <p:spPr>
            <a:xfrm>
              <a:off x="4203688" y="2280637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3" name="Google Shape;2263;p100"/>
          <p:cNvSpPr txBox="1"/>
          <p:nvPr/>
        </p:nvSpPr>
        <p:spPr>
          <a:xfrm>
            <a:off x="3020910" y="953235"/>
            <a:ext cx="1647825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5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ResNet Block: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Convs + skip connection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809625" lvl="0" indent="0" algn="l" rtl="0">
              <a:lnSpc>
                <a:spcPct val="100000"/>
              </a:lnSpc>
              <a:spcBef>
                <a:spcPts val="119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ResNet Block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100"/>
          <p:cNvSpPr txBox="1"/>
          <p:nvPr/>
        </p:nvSpPr>
        <p:spPr>
          <a:xfrm>
            <a:off x="347294" y="2628193"/>
            <a:ext cx="31750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Benefits: Modularity, easier to scale, proven designs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5" name="Google Shape;2265;p10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266" name="Google Shape;2266;p10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10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10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9" name="Google Shape;2269;p10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p100"/>
          <p:cNvSpPr txBox="1"/>
          <p:nvPr/>
        </p:nvSpPr>
        <p:spPr>
          <a:xfrm>
            <a:off x="4632483" y="3137672"/>
            <a:ext cx="37655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100 / 153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4A556C7-A0C0-A342-4BEE-5ADB004B4697}"/>
                  </a:ext>
                </a:extLst>
              </p14:cNvPr>
              <p14:cNvContentPartPr/>
              <p14:nvPr/>
            </p14:nvContentPartPr>
            <p14:xfrm>
              <a:off x="1267200" y="378360"/>
              <a:ext cx="3180600" cy="1923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4A556C7-A0C0-A342-4BEE-5ADB004B46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57840" y="369000"/>
                <a:ext cx="3199320" cy="194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p10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attern</a:t>
            </a:r>
            <a:r>
              <a:rPr lang="en-US">
                <a:solidFill>
                  <a:srgbClr val="FFFFFF"/>
                </a:solidFill>
              </a:rPr>
              <a:t> 3: S</a:t>
            </a:r>
            <a:r>
              <a:rPr lang="en-US" cap="small">
                <a:solidFill>
                  <a:srgbClr val="FFFFFF"/>
                </a:solidFill>
              </a:rPr>
              <a:t>kip</a:t>
            </a:r>
            <a:r>
              <a:rPr lang="en-US">
                <a:solidFill>
                  <a:srgbClr val="FFFFFF"/>
                </a:solidFill>
              </a:rPr>
              <a:t>/R</a:t>
            </a:r>
            <a:r>
              <a:rPr lang="en-US" cap="small">
                <a:solidFill>
                  <a:srgbClr val="FFFFFF"/>
                </a:solidFill>
              </a:rPr>
              <a:t>esidual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onnections</a:t>
            </a:r>
            <a:endParaRPr/>
          </a:p>
        </p:txBody>
      </p:sp>
      <p:grpSp>
        <p:nvGrpSpPr>
          <p:cNvPr id="2276" name="Google Shape;2276;p101"/>
          <p:cNvGrpSpPr/>
          <p:nvPr/>
        </p:nvGrpSpPr>
        <p:grpSpPr>
          <a:xfrm>
            <a:off x="1274264" y="1243079"/>
            <a:ext cx="2592365" cy="239006"/>
            <a:chOff x="1274264" y="1243079"/>
            <a:chExt cx="2592365" cy="239006"/>
          </a:xfrm>
        </p:grpSpPr>
        <p:pic>
          <p:nvPicPr>
            <p:cNvPr id="2277" name="Google Shape;2277;p10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74264" y="1243200"/>
              <a:ext cx="238765" cy="2387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8" name="Google Shape;2278;p101"/>
            <p:cNvSpPr/>
            <p:nvPr/>
          </p:nvSpPr>
          <p:spPr>
            <a:xfrm>
              <a:off x="1875564" y="1252473"/>
              <a:ext cx="512445" cy="220345"/>
            </a:xfrm>
            <a:custGeom>
              <a:avLst/>
              <a:gdLst/>
              <a:ahLst/>
              <a:cxnLst/>
              <a:rect l="l" t="t" r="r" b="b"/>
              <a:pathLst>
                <a:path w="512444" h="220344" extrusionOk="0">
                  <a:moveTo>
                    <a:pt x="512234" y="0"/>
                  </a:moveTo>
                  <a:lnTo>
                    <a:pt x="0" y="0"/>
                  </a:lnTo>
                  <a:lnTo>
                    <a:pt x="0" y="220219"/>
                  </a:lnTo>
                  <a:lnTo>
                    <a:pt x="512234" y="220219"/>
                  </a:lnTo>
                  <a:lnTo>
                    <a:pt x="512234" y="0"/>
                  </a:lnTo>
                  <a:close/>
                </a:path>
              </a:pathLst>
            </a:custGeom>
            <a:solidFill>
              <a:srgbClr val="FFE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101"/>
            <p:cNvSpPr/>
            <p:nvPr/>
          </p:nvSpPr>
          <p:spPr>
            <a:xfrm>
              <a:off x="1875564" y="1252473"/>
              <a:ext cx="512445" cy="220345"/>
            </a:xfrm>
            <a:custGeom>
              <a:avLst/>
              <a:gdLst/>
              <a:ahLst/>
              <a:cxnLst/>
              <a:rect l="l" t="t" r="r" b="b"/>
              <a:pathLst>
                <a:path w="512444" h="220344" extrusionOk="0">
                  <a:moveTo>
                    <a:pt x="0" y="220219"/>
                  </a:moveTo>
                  <a:lnTo>
                    <a:pt x="512234" y="220219"/>
                  </a:lnTo>
                  <a:lnTo>
                    <a:pt x="512234" y="0"/>
                  </a:lnTo>
                  <a:lnTo>
                    <a:pt x="0" y="0"/>
                  </a:lnTo>
                  <a:lnTo>
                    <a:pt x="0" y="22021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101"/>
            <p:cNvSpPr/>
            <p:nvPr/>
          </p:nvSpPr>
          <p:spPr>
            <a:xfrm>
              <a:off x="2752860" y="1252473"/>
              <a:ext cx="512445" cy="220345"/>
            </a:xfrm>
            <a:custGeom>
              <a:avLst/>
              <a:gdLst/>
              <a:ahLst/>
              <a:cxnLst/>
              <a:rect l="l" t="t" r="r" b="b"/>
              <a:pathLst>
                <a:path w="512445" h="220344" extrusionOk="0">
                  <a:moveTo>
                    <a:pt x="512234" y="0"/>
                  </a:moveTo>
                  <a:lnTo>
                    <a:pt x="0" y="0"/>
                  </a:lnTo>
                  <a:lnTo>
                    <a:pt x="0" y="220219"/>
                  </a:lnTo>
                  <a:lnTo>
                    <a:pt x="512234" y="220219"/>
                  </a:lnTo>
                  <a:lnTo>
                    <a:pt x="512234" y="0"/>
                  </a:lnTo>
                  <a:close/>
                </a:path>
              </a:pathLst>
            </a:custGeom>
            <a:solidFill>
              <a:srgbClr val="FFE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101"/>
            <p:cNvSpPr/>
            <p:nvPr/>
          </p:nvSpPr>
          <p:spPr>
            <a:xfrm>
              <a:off x="2752860" y="1252473"/>
              <a:ext cx="512445" cy="220345"/>
            </a:xfrm>
            <a:custGeom>
              <a:avLst/>
              <a:gdLst/>
              <a:ahLst/>
              <a:cxnLst/>
              <a:rect l="l" t="t" r="r" b="b"/>
              <a:pathLst>
                <a:path w="512445" h="220344" extrusionOk="0">
                  <a:moveTo>
                    <a:pt x="0" y="220219"/>
                  </a:moveTo>
                  <a:lnTo>
                    <a:pt x="512234" y="220219"/>
                  </a:lnTo>
                  <a:lnTo>
                    <a:pt x="512234" y="0"/>
                  </a:lnTo>
                  <a:lnTo>
                    <a:pt x="0" y="0"/>
                  </a:lnTo>
                  <a:lnTo>
                    <a:pt x="0" y="22021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82" name="Google Shape;2282;p10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627623" y="1243079"/>
              <a:ext cx="239006" cy="23900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83" name="Google Shape;2283;p101"/>
          <p:cNvSpPr txBox="1"/>
          <p:nvPr/>
        </p:nvSpPr>
        <p:spPr>
          <a:xfrm>
            <a:off x="1342961" y="1249583"/>
            <a:ext cx="24567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	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Weight	  Weight	 +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4" name="Google Shape;2284;p101"/>
          <p:cNvGrpSpPr/>
          <p:nvPr/>
        </p:nvGrpSpPr>
        <p:grpSpPr>
          <a:xfrm>
            <a:off x="4229155" y="1235543"/>
            <a:ext cx="254635" cy="254635"/>
            <a:chOff x="4229155" y="1235543"/>
            <a:chExt cx="254635" cy="254635"/>
          </a:xfrm>
        </p:grpSpPr>
        <p:sp>
          <p:nvSpPr>
            <p:cNvPr id="2285" name="Google Shape;2285;p101"/>
            <p:cNvSpPr/>
            <p:nvPr/>
          </p:nvSpPr>
          <p:spPr>
            <a:xfrm>
              <a:off x="4229155" y="1235543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5" h="254634" extrusionOk="0">
                  <a:moveTo>
                    <a:pt x="127040" y="0"/>
                  </a:moveTo>
                  <a:lnTo>
                    <a:pt x="77590" y="9983"/>
                  </a:lnTo>
                  <a:lnTo>
                    <a:pt x="37208" y="37208"/>
                  </a:lnTo>
                  <a:lnTo>
                    <a:pt x="9983" y="77589"/>
                  </a:lnTo>
                  <a:lnTo>
                    <a:pt x="0" y="127039"/>
                  </a:lnTo>
                  <a:lnTo>
                    <a:pt x="9983" y="176489"/>
                  </a:lnTo>
                  <a:lnTo>
                    <a:pt x="37208" y="216870"/>
                  </a:lnTo>
                  <a:lnTo>
                    <a:pt x="77590" y="244096"/>
                  </a:lnTo>
                  <a:lnTo>
                    <a:pt x="127040" y="254079"/>
                  </a:lnTo>
                  <a:lnTo>
                    <a:pt x="176490" y="244096"/>
                  </a:lnTo>
                  <a:lnTo>
                    <a:pt x="216871" y="216870"/>
                  </a:lnTo>
                  <a:lnTo>
                    <a:pt x="244096" y="176489"/>
                  </a:lnTo>
                  <a:lnTo>
                    <a:pt x="254080" y="127039"/>
                  </a:lnTo>
                  <a:lnTo>
                    <a:pt x="244096" y="77589"/>
                  </a:lnTo>
                  <a:lnTo>
                    <a:pt x="216871" y="37208"/>
                  </a:lnTo>
                  <a:lnTo>
                    <a:pt x="176490" y="9983"/>
                  </a:lnTo>
                  <a:lnTo>
                    <a:pt x="12704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101"/>
            <p:cNvSpPr/>
            <p:nvPr/>
          </p:nvSpPr>
          <p:spPr>
            <a:xfrm>
              <a:off x="4229155" y="1235543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5" h="254634" extrusionOk="0">
                  <a:moveTo>
                    <a:pt x="254080" y="127039"/>
                  </a:moveTo>
                  <a:lnTo>
                    <a:pt x="244096" y="77589"/>
                  </a:lnTo>
                  <a:lnTo>
                    <a:pt x="216871" y="37208"/>
                  </a:lnTo>
                  <a:lnTo>
                    <a:pt x="176490" y="9983"/>
                  </a:lnTo>
                  <a:lnTo>
                    <a:pt x="127040" y="0"/>
                  </a:lnTo>
                  <a:lnTo>
                    <a:pt x="77590" y="9983"/>
                  </a:lnTo>
                  <a:lnTo>
                    <a:pt x="37208" y="37208"/>
                  </a:lnTo>
                  <a:lnTo>
                    <a:pt x="9983" y="77589"/>
                  </a:lnTo>
                  <a:lnTo>
                    <a:pt x="0" y="127039"/>
                  </a:lnTo>
                  <a:lnTo>
                    <a:pt x="9983" y="176489"/>
                  </a:lnTo>
                  <a:lnTo>
                    <a:pt x="37208" y="216870"/>
                  </a:lnTo>
                  <a:lnTo>
                    <a:pt x="77590" y="244096"/>
                  </a:lnTo>
                  <a:lnTo>
                    <a:pt x="127040" y="254079"/>
                  </a:lnTo>
                  <a:lnTo>
                    <a:pt x="176490" y="244096"/>
                  </a:lnTo>
                  <a:lnTo>
                    <a:pt x="216871" y="216870"/>
                  </a:lnTo>
                  <a:lnTo>
                    <a:pt x="244096" y="176489"/>
                  </a:lnTo>
                  <a:lnTo>
                    <a:pt x="254080" y="12703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7" name="Google Shape;2287;p101"/>
          <p:cNvSpPr txBox="1"/>
          <p:nvPr/>
        </p:nvSpPr>
        <p:spPr>
          <a:xfrm>
            <a:off x="4305477" y="1235194"/>
            <a:ext cx="1016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y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8" name="Google Shape;2288;p101"/>
          <p:cNvGrpSpPr/>
          <p:nvPr/>
        </p:nvGrpSpPr>
        <p:grpSpPr>
          <a:xfrm>
            <a:off x="1497033" y="1323073"/>
            <a:ext cx="2724513" cy="414158"/>
            <a:chOff x="1497033" y="1323073"/>
            <a:chExt cx="2724513" cy="414158"/>
          </a:xfrm>
        </p:grpSpPr>
        <p:sp>
          <p:nvSpPr>
            <p:cNvPr id="2289" name="Google Shape;2289;p101"/>
            <p:cNvSpPr/>
            <p:nvPr/>
          </p:nvSpPr>
          <p:spPr>
            <a:xfrm>
              <a:off x="1513029" y="1362582"/>
              <a:ext cx="349885" cy="0"/>
            </a:xfrm>
            <a:custGeom>
              <a:avLst/>
              <a:gdLst/>
              <a:ahLst/>
              <a:cxnLst/>
              <a:rect l="l" t="t" r="r" b="b"/>
              <a:pathLst>
                <a:path w="349885" h="120000" extrusionOk="0">
                  <a:moveTo>
                    <a:pt x="0" y="0"/>
                  </a:moveTo>
                  <a:lnTo>
                    <a:pt x="34988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101"/>
            <p:cNvSpPr/>
            <p:nvPr/>
          </p:nvSpPr>
          <p:spPr>
            <a:xfrm>
              <a:off x="1835579" y="132307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101"/>
            <p:cNvSpPr/>
            <p:nvPr/>
          </p:nvSpPr>
          <p:spPr>
            <a:xfrm>
              <a:off x="2390325" y="1362582"/>
              <a:ext cx="349885" cy="0"/>
            </a:xfrm>
            <a:custGeom>
              <a:avLst/>
              <a:gdLst/>
              <a:ahLst/>
              <a:cxnLst/>
              <a:rect l="l" t="t" r="r" b="b"/>
              <a:pathLst>
                <a:path w="349885" h="120000" extrusionOk="0">
                  <a:moveTo>
                    <a:pt x="0" y="0"/>
                  </a:moveTo>
                  <a:lnTo>
                    <a:pt x="349877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101"/>
            <p:cNvSpPr/>
            <p:nvPr/>
          </p:nvSpPr>
          <p:spPr>
            <a:xfrm>
              <a:off x="2712872" y="132307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101"/>
            <p:cNvSpPr/>
            <p:nvPr/>
          </p:nvSpPr>
          <p:spPr>
            <a:xfrm>
              <a:off x="3267618" y="1362582"/>
              <a:ext cx="349885" cy="0"/>
            </a:xfrm>
            <a:custGeom>
              <a:avLst/>
              <a:gdLst/>
              <a:ahLst/>
              <a:cxnLst/>
              <a:rect l="l" t="t" r="r" b="b"/>
              <a:pathLst>
                <a:path w="349885" h="120000" extrusionOk="0">
                  <a:moveTo>
                    <a:pt x="0" y="0"/>
                  </a:moveTo>
                  <a:lnTo>
                    <a:pt x="34987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101"/>
            <p:cNvSpPr/>
            <p:nvPr/>
          </p:nvSpPr>
          <p:spPr>
            <a:xfrm>
              <a:off x="3590162" y="132307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101"/>
            <p:cNvSpPr/>
            <p:nvPr/>
          </p:nvSpPr>
          <p:spPr>
            <a:xfrm>
              <a:off x="3866620" y="1362582"/>
              <a:ext cx="349885" cy="0"/>
            </a:xfrm>
            <a:custGeom>
              <a:avLst/>
              <a:gdLst/>
              <a:ahLst/>
              <a:cxnLst/>
              <a:rect l="l" t="t" r="r" b="b"/>
              <a:pathLst>
                <a:path w="349885" h="120000" extrusionOk="0">
                  <a:moveTo>
                    <a:pt x="0" y="0"/>
                  </a:moveTo>
                  <a:lnTo>
                    <a:pt x="349871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101"/>
            <p:cNvSpPr/>
            <p:nvPr/>
          </p:nvSpPr>
          <p:spPr>
            <a:xfrm>
              <a:off x="4189162" y="132307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101"/>
            <p:cNvSpPr/>
            <p:nvPr/>
          </p:nvSpPr>
          <p:spPr>
            <a:xfrm>
              <a:off x="1497033" y="1422271"/>
              <a:ext cx="2138045" cy="314960"/>
            </a:xfrm>
            <a:custGeom>
              <a:avLst/>
              <a:gdLst/>
              <a:ahLst/>
              <a:cxnLst/>
              <a:rect l="l" t="t" r="r" b="b"/>
              <a:pathLst>
                <a:path w="2138045" h="314960" extrusionOk="0">
                  <a:moveTo>
                    <a:pt x="0" y="0"/>
                  </a:moveTo>
                  <a:lnTo>
                    <a:pt x="47239" y="26704"/>
                  </a:lnTo>
                  <a:lnTo>
                    <a:pt x="94401" y="52221"/>
                  </a:lnTo>
                  <a:lnTo>
                    <a:pt x="141489" y="76553"/>
                  </a:lnTo>
                  <a:lnTo>
                    <a:pt x="188506" y="99698"/>
                  </a:lnTo>
                  <a:lnTo>
                    <a:pt x="235454" y="121659"/>
                  </a:lnTo>
                  <a:lnTo>
                    <a:pt x="282337" y="142434"/>
                  </a:lnTo>
                  <a:lnTo>
                    <a:pt x="329157" y="162024"/>
                  </a:lnTo>
                  <a:lnTo>
                    <a:pt x="375918" y="180429"/>
                  </a:lnTo>
                  <a:lnTo>
                    <a:pt x="422623" y="197650"/>
                  </a:lnTo>
                  <a:lnTo>
                    <a:pt x="469274" y="213688"/>
                  </a:lnTo>
                  <a:lnTo>
                    <a:pt x="515874" y="228542"/>
                  </a:lnTo>
                  <a:lnTo>
                    <a:pt x="562427" y="242212"/>
                  </a:lnTo>
                  <a:lnTo>
                    <a:pt x="608934" y="254699"/>
                  </a:lnTo>
                  <a:lnTo>
                    <a:pt x="655400" y="266004"/>
                  </a:lnTo>
                  <a:lnTo>
                    <a:pt x="701827" y="276126"/>
                  </a:lnTo>
                  <a:lnTo>
                    <a:pt x="748218" y="285066"/>
                  </a:lnTo>
                  <a:lnTo>
                    <a:pt x="794576" y="292824"/>
                  </a:lnTo>
                  <a:lnTo>
                    <a:pt x="840904" y="299401"/>
                  </a:lnTo>
                  <a:lnTo>
                    <a:pt x="887205" y="304797"/>
                  </a:lnTo>
                  <a:lnTo>
                    <a:pt x="933481" y="309011"/>
                  </a:lnTo>
                  <a:lnTo>
                    <a:pt x="979737" y="312046"/>
                  </a:lnTo>
                  <a:lnTo>
                    <a:pt x="1025974" y="313900"/>
                  </a:lnTo>
                  <a:lnTo>
                    <a:pt x="1072196" y="314573"/>
                  </a:lnTo>
                  <a:lnTo>
                    <a:pt x="1118405" y="314068"/>
                  </a:lnTo>
                  <a:lnTo>
                    <a:pt x="1164605" y="312383"/>
                  </a:lnTo>
                  <a:lnTo>
                    <a:pt x="1210798" y="309519"/>
                  </a:lnTo>
                  <a:lnTo>
                    <a:pt x="1256988" y="305476"/>
                  </a:lnTo>
                  <a:lnTo>
                    <a:pt x="1303177" y="300255"/>
                  </a:lnTo>
                  <a:lnTo>
                    <a:pt x="1349368" y="293856"/>
                  </a:lnTo>
                  <a:lnTo>
                    <a:pt x="1395565" y="286279"/>
                  </a:lnTo>
                  <a:lnTo>
                    <a:pt x="1441770" y="277524"/>
                  </a:lnTo>
                  <a:lnTo>
                    <a:pt x="1487986" y="267593"/>
                  </a:lnTo>
                  <a:lnTo>
                    <a:pt x="1534216" y="256484"/>
                  </a:lnTo>
                  <a:lnTo>
                    <a:pt x="1580463" y="244199"/>
                  </a:lnTo>
                  <a:lnTo>
                    <a:pt x="1626730" y="230738"/>
                  </a:lnTo>
                  <a:lnTo>
                    <a:pt x="1673020" y="216101"/>
                  </a:lnTo>
                  <a:lnTo>
                    <a:pt x="1719336" y="200288"/>
                  </a:lnTo>
                  <a:lnTo>
                    <a:pt x="1765680" y="183300"/>
                  </a:lnTo>
                  <a:lnTo>
                    <a:pt x="1812057" y="165137"/>
                  </a:lnTo>
                  <a:lnTo>
                    <a:pt x="1858468" y="145799"/>
                  </a:lnTo>
                  <a:lnTo>
                    <a:pt x="1904916" y="125287"/>
                  </a:lnTo>
                  <a:lnTo>
                    <a:pt x="1951405" y="103600"/>
                  </a:lnTo>
                  <a:lnTo>
                    <a:pt x="1997938" y="80740"/>
                  </a:lnTo>
                  <a:lnTo>
                    <a:pt x="2044517" y="56707"/>
                  </a:lnTo>
                  <a:lnTo>
                    <a:pt x="2091146" y="31500"/>
                  </a:lnTo>
                  <a:lnTo>
                    <a:pt x="2137827" y="5121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101"/>
            <p:cNvSpPr/>
            <p:nvPr/>
          </p:nvSpPr>
          <p:spPr>
            <a:xfrm>
              <a:off x="3591439" y="1406841"/>
              <a:ext cx="48260" cy="68580"/>
            </a:xfrm>
            <a:custGeom>
              <a:avLst/>
              <a:gdLst/>
              <a:ahLst/>
              <a:cxnLst/>
              <a:rect l="l" t="t" r="r" b="b"/>
              <a:pathLst>
                <a:path w="48260" h="68580" extrusionOk="0">
                  <a:moveTo>
                    <a:pt x="0" y="0"/>
                  </a:moveTo>
                  <a:lnTo>
                    <a:pt x="12689" y="10601"/>
                  </a:lnTo>
                  <a:lnTo>
                    <a:pt x="25089" y="16593"/>
                  </a:lnTo>
                  <a:lnTo>
                    <a:pt x="36896" y="18794"/>
                  </a:lnTo>
                  <a:lnTo>
                    <a:pt x="47804" y="18020"/>
                  </a:lnTo>
                  <a:lnTo>
                    <a:pt x="41680" y="27080"/>
                  </a:lnTo>
                  <a:lnTo>
                    <a:pt x="37682" y="38405"/>
                  </a:lnTo>
                  <a:lnTo>
                    <a:pt x="36671" y="52140"/>
                  </a:lnTo>
                  <a:lnTo>
                    <a:pt x="39507" y="68430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9" name="Google Shape;2299;p101"/>
          <p:cNvSpPr txBox="1"/>
          <p:nvPr/>
        </p:nvSpPr>
        <p:spPr>
          <a:xfrm>
            <a:off x="2341168" y="1736183"/>
            <a:ext cx="45847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identity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0" name="Google Shape;2300;p101"/>
          <p:cNvSpPr txBox="1"/>
          <p:nvPr/>
        </p:nvSpPr>
        <p:spPr>
          <a:xfrm>
            <a:off x="347294" y="451039"/>
            <a:ext cx="3424554" cy="68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Problem: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Deep networks suffer from vanishing gradients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Add identity shortcuts (skip connections)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marR="608965" lvl="0" indent="0" algn="r" rtl="0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01" name="Google Shape;2301;p101"/>
          <p:cNvSpPr txBox="1"/>
          <p:nvPr/>
        </p:nvSpPr>
        <p:spPr>
          <a:xfrm>
            <a:off x="3320773" y="1695500"/>
            <a:ext cx="10863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+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2" name="Google Shape;2302;p101"/>
          <p:cNvGrpSpPr/>
          <p:nvPr/>
        </p:nvGrpSpPr>
        <p:grpSpPr>
          <a:xfrm>
            <a:off x="513702" y="2364282"/>
            <a:ext cx="69291" cy="271082"/>
            <a:chOff x="513702" y="2364282"/>
            <a:chExt cx="69291" cy="271082"/>
          </a:xfrm>
        </p:grpSpPr>
        <p:pic>
          <p:nvPicPr>
            <p:cNvPr id="2303" name="Google Shape;2303;p10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36428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4" name="Google Shape;2304;p10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56607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05" name="Google Shape;2305;p101"/>
          <p:cNvSpPr txBox="1"/>
          <p:nvPr/>
        </p:nvSpPr>
        <p:spPr>
          <a:xfrm>
            <a:off x="347294" y="2040622"/>
            <a:ext cx="3061335" cy="63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Benefits: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26099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Easier gradient flow during backpropagation Network can learn identity mapping if needed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6" name="Google Shape;2306;p101"/>
          <p:cNvGrpSpPr/>
          <p:nvPr/>
        </p:nvGrpSpPr>
        <p:grpSpPr>
          <a:xfrm>
            <a:off x="0" y="2767863"/>
            <a:ext cx="5760261" cy="466148"/>
            <a:chOff x="0" y="2767863"/>
            <a:chExt cx="5760261" cy="466148"/>
          </a:xfrm>
        </p:grpSpPr>
        <p:pic>
          <p:nvPicPr>
            <p:cNvPr id="2307" name="Google Shape;2307;p10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76786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8" name="Google Shape;2308;p10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96965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9" name="Google Shape;2309;p10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10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10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2" name="Google Shape;2312;p101"/>
          <p:cNvSpPr txBox="1"/>
          <p:nvPr/>
        </p:nvSpPr>
        <p:spPr>
          <a:xfrm>
            <a:off x="644626" y="2696757"/>
            <a:ext cx="3209925" cy="542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Enables training of very deep networks (100+ layers)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Used in ResNet, DenseNet, U-Net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816735" lvl="0" indent="0" algn="l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101"/>
          <p:cNvSpPr txBox="1"/>
          <p:nvPr/>
        </p:nvSpPr>
        <p:spPr>
          <a:xfrm>
            <a:off x="4632483" y="3137672"/>
            <a:ext cx="37655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101 / 153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p10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attern</a:t>
            </a:r>
            <a:r>
              <a:rPr lang="en-US">
                <a:solidFill>
                  <a:srgbClr val="FFFFFF"/>
                </a:solidFill>
              </a:rPr>
              <a:t> 4: B</a:t>
            </a:r>
            <a:r>
              <a:rPr lang="en-US" cap="small">
                <a:solidFill>
                  <a:srgbClr val="FFFFFF"/>
                </a:solidFill>
              </a:rPr>
              <a:t>ottleneck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esigns</a:t>
            </a:r>
            <a:endParaRPr/>
          </a:p>
        </p:txBody>
      </p:sp>
      <p:sp>
        <p:nvSpPr>
          <p:cNvPr id="2319" name="Google Shape;2319;p102"/>
          <p:cNvSpPr txBox="1"/>
          <p:nvPr/>
        </p:nvSpPr>
        <p:spPr>
          <a:xfrm>
            <a:off x="1829228" y="1349528"/>
            <a:ext cx="501650" cy="192405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256 ch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0" name="Google Shape;2320;p102"/>
          <p:cNvSpPr txBox="1"/>
          <p:nvPr/>
        </p:nvSpPr>
        <p:spPr>
          <a:xfrm>
            <a:off x="1741363" y="1654651"/>
            <a:ext cx="677545" cy="194310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 3×3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1" name="Google Shape;2321;p102"/>
          <p:cNvSpPr txBox="1"/>
          <p:nvPr/>
        </p:nvSpPr>
        <p:spPr>
          <a:xfrm>
            <a:off x="1829228" y="1961767"/>
            <a:ext cx="501650" cy="192405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256 ch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2" name="Google Shape;2322;p102"/>
          <p:cNvGrpSpPr/>
          <p:nvPr/>
        </p:nvGrpSpPr>
        <p:grpSpPr>
          <a:xfrm>
            <a:off x="2040369" y="1544119"/>
            <a:ext cx="79375" cy="410052"/>
            <a:chOff x="2040369" y="1544119"/>
            <a:chExt cx="79375" cy="410052"/>
          </a:xfrm>
        </p:grpSpPr>
        <p:sp>
          <p:nvSpPr>
            <p:cNvPr id="2323" name="Google Shape;2323;p102"/>
            <p:cNvSpPr/>
            <p:nvPr/>
          </p:nvSpPr>
          <p:spPr>
            <a:xfrm>
              <a:off x="2079878" y="1544119"/>
              <a:ext cx="0" cy="98425"/>
            </a:xfrm>
            <a:custGeom>
              <a:avLst/>
              <a:gdLst/>
              <a:ahLst/>
              <a:cxnLst/>
              <a:rect l="l" t="t" r="r" b="b"/>
              <a:pathLst>
                <a:path w="120000" h="98425" extrusionOk="0">
                  <a:moveTo>
                    <a:pt x="0" y="0"/>
                  </a:moveTo>
                  <a:lnTo>
                    <a:pt x="0" y="97874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102"/>
            <p:cNvSpPr/>
            <p:nvPr/>
          </p:nvSpPr>
          <p:spPr>
            <a:xfrm>
              <a:off x="2040369" y="1614663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102"/>
            <p:cNvSpPr/>
            <p:nvPr/>
          </p:nvSpPr>
          <p:spPr>
            <a:xfrm>
              <a:off x="2079878" y="1851234"/>
              <a:ext cx="0" cy="98425"/>
            </a:xfrm>
            <a:custGeom>
              <a:avLst/>
              <a:gdLst/>
              <a:ahLst/>
              <a:cxnLst/>
              <a:rect l="l" t="t" r="r" b="b"/>
              <a:pathLst>
                <a:path w="120000" h="98425" extrusionOk="0">
                  <a:moveTo>
                    <a:pt x="0" y="0"/>
                  </a:moveTo>
                  <a:lnTo>
                    <a:pt x="0" y="97883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102"/>
            <p:cNvSpPr/>
            <p:nvPr/>
          </p:nvSpPr>
          <p:spPr>
            <a:xfrm>
              <a:off x="2040369" y="1921787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7" name="Google Shape;2327;p102"/>
          <p:cNvSpPr txBox="1"/>
          <p:nvPr/>
        </p:nvSpPr>
        <p:spPr>
          <a:xfrm>
            <a:off x="2528303" y="1671293"/>
            <a:ext cx="566420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590K params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8" name="Google Shape;2328;p102"/>
          <p:cNvSpPr txBox="1"/>
          <p:nvPr/>
        </p:nvSpPr>
        <p:spPr>
          <a:xfrm>
            <a:off x="347294" y="451039"/>
            <a:ext cx="5000625" cy="814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5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Reduce computational cost without sacrificing performance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Strategy: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Use 1×1 convolutions to reduce dimensions before expensive operations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8× parameter reduction!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Used in ResNet-50/101/152, Inception, MobileNet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031239" lvl="0" indent="0" algn="l" rtl="0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Standard:	Bottleneck: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9" name="Google Shape;2329;p102"/>
          <p:cNvSpPr txBox="1"/>
          <p:nvPr/>
        </p:nvSpPr>
        <p:spPr>
          <a:xfrm>
            <a:off x="3198361" y="1268526"/>
            <a:ext cx="463550" cy="192405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2603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256 ch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0" name="Google Shape;2330;p102"/>
          <p:cNvSpPr txBox="1"/>
          <p:nvPr/>
        </p:nvSpPr>
        <p:spPr>
          <a:xfrm>
            <a:off x="3091503" y="1537645"/>
            <a:ext cx="677545" cy="194310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1×1 Conv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1" name="Google Shape;2331;p102"/>
          <p:cNvSpPr txBox="1"/>
          <p:nvPr/>
        </p:nvSpPr>
        <p:spPr>
          <a:xfrm>
            <a:off x="3198361" y="1808753"/>
            <a:ext cx="463550" cy="192405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641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64 ch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2" name="Google Shape;2332;p102"/>
          <p:cNvSpPr txBox="1"/>
          <p:nvPr/>
        </p:nvSpPr>
        <p:spPr>
          <a:xfrm>
            <a:off x="3091503" y="2077888"/>
            <a:ext cx="677545" cy="194310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 3×3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3" name="Google Shape;2333;p102"/>
          <p:cNvSpPr txBox="1"/>
          <p:nvPr/>
        </p:nvSpPr>
        <p:spPr>
          <a:xfrm>
            <a:off x="3198361" y="2349013"/>
            <a:ext cx="463550" cy="192405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641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64 ch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4" name="Google Shape;2334;p102"/>
          <p:cNvGrpSpPr/>
          <p:nvPr/>
        </p:nvGrpSpPr>
        <p:grpSpPr>
          <a:xfrm>
            <a:off x="0" y="1463114"/>
            <a:ext cx="5760261" cy="1770897"/>
            <a:chOff x="0" y="1463114"/>
            <a:chExt cx="5760261" cy="1770897"/>
          </a:xfrm>
        </p:grpSpPr>
        <p:sp>
          <p:nvSpPr>
            <p:cNvPr id="2335" name="Google Shape;2335;p102"/>
            <p:cNvSpPr/>
            <p:nvPr/>
          </p:nvSpPr>
          <p:spPr>
            <a:xfrm>
              <a:off x="3091585" y="2618165"/>
              <a:ext cx="677545" cy="194310"/>
            </a:xfrm>
            <a:custGeom>
              <a:avLst/>
              <a:gdLst/>
              <a:ahLst/>
              <a:cxnLst/>
              <a:rect l="l" t="t" r="r" b="b"/>
              <a:pathLst>
                <a:path w="677545" h="194310" extrusionOk="0">
                  <a:moveTo>
                    <a:pt x="677031" y="0"/>
                  </a:moveTo>
                  <a:lnTo>
                    <a:pt x="0" y="0"/>
                  </a:lnTo>
                  <a:lnTo>
                    <a:pt x="0" y="194051"/>
                  </a:lnTo>
                  <a:lnTo>
                    <a:pt x="677031" y="194051"/>
                  </a:lnTo>
                  <a:lnTo>
                    <a:pt x="677031" y="0"/>
                  </a:lnTo>
                  <a:close/>
                </a:path>
              </a:pathLst>
            </a:custGeom>
            <a:solidFill>
              <a:srgbClr val="FFE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102"/>
            <p:cNvSpPr/>
            <p:nvPr/>
          </p:nvSpPr>
          <p:spPr>
            <a:xfrm>
              <a:off x="3091585" y="2618165"/>
              <a:ext cx="677545" cy="194310"/>
            </a:xfrm>
            <a:custGeom>
              <a:avLst/>
              <a:gdLst/>
              <a:ahLst/>
              <a:cxnLst/>
              <a:rect l="l" t="t" r="r" b="b"/>
              <a:pathLst>
                <a:path w="677545" h="194310" extrusionOk="0">
                  <a:moveTo>
                    <a:pt x="0" y="194051"/>
                  </a:moveTo>
                  <a:lnTo>
                    <a:pt x="677031" y="194051"/>
                  </a:lnTo>
                  <a:lnTo>
                    <a:pt x="677031" y="0"/>
                  </a:lnTo>
                  <a:lnTo>
                    <a:pt x="0" y="0"/>
                  </a:lnTo>
                  <a:lnTo>
                    <a:pt x="0" y="19405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102"/>
            <p:cNvSpPr/>
            <p:nvPr/>
          </p:nvSpPr>
          <p:spPr>
            <a:xfrm>
              <a:off x="3179491" y="2889307"/>
              <a:ext cx="501650" cy="192405"/>
            </a:xfrm>
            <a:custGeom>
              <a:avLst/>
              <a:gdLst/>
              <a:ahLst/>
              <a:cxnLst/>
              <a:rect l="l" t="t" r="r" b="b"/>
              <a:pathLst>
                <a:path w="501650" h="192405" extrusionOk="0">
                  <a:moveTo>
                    <a:pt x="501302" y="0"/>
                  </a:moveTo>
                  <a:lnTo>
                    <a:pt x="0" y="0"/>
                  </a:lnTo>
                  <a:lnTo>
                    <a:pt x="0" y="192069"/>
                  </a:lnTo>
                  <a:lnTo>
                    <a:pt x="501302" y="192069"/>
                  </a:lnTo>
                  <a:lnTo>
                    <a:pt x="501302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102"/>
            <p:cNvSpPr/>
            <p:nvPr/>
          </p:nvSpPr>
          <p:spPr>
            <a:xfrm>
              <a:off x="3179491" y="2889307"/>
              <a:ext cx="501650" cy="192405"/>
            </a:xfrm>
            <a:custGeom>
              <a:avLst/>
              <a:gdLst/>
              <a:ahLst/>
              <a:cxnLst/>
              <a:rect l="l" t="t" r="r" b="b"/>
              <a:pathLst>
                <a:path w="501650" h="192405" extrusionOk="0">
                  <a:moveTo>
                    <a:pt x="0" y="192069"/>
                  </a:moveTo>
                  <a:lnTo>
                    <a:pt x="501302" y="192069"/>
                  </a:lnTo>
                  <a:lnTo>
                    <a:pt x="501302" y="0"/>
                  </a:lnTo>
                  <a:lnTo>
                    <a:pt x="0" y="0"/>
                  </a:lnTo>
                  <a:lnTo>
                    <a:pt x="0" y="19206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102"/>
            <p:cNvSpPr/>
            <p:nvPr/>
          </p:nvSpPr>
          <p:spPr>
            <a:xfrm>
              <a:off x="3429978" y="1463114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86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102"/>
            <p:cNvSpPr/>
            <p:nvPr/>
          </p:nvSpPr>
          <p:spPr>
            <a:xfrm>
              <a:off x="3390472" y="1497650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102"/>
            <p:cNvSpPr/>
            <p:nvPr/>
          </p:nvSpPr>
          <p:spPr>
            <a:xfrm>
              <a:off x="3430019" y="1734223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876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102"/>
            <p:cNvSpPr/>
            <p:nvPr/>
          </p:nvSpPr>
          <p:spPr>
            <a:xfrm>
              <a:off x="3390513" y="1768768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102"/>
            <p:cNvSpPr/>
            <p:nvPr/>
          </p:nvSpPr>
          <p:spPr>
            <a:xfrm>
              <a:off x="3430060" y="2003358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884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102"/>
            <p:cNvSpPr/>
            <p:nvPr/>
          </p:nvSpPr>
          <p:spPr>
            <a:xfrm>
              <a:off x="3390554" y="2037910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102"/>
            <p:cNvSpPr/>
            <p:nvPr/>
          </p:nvSpPr>
          <p:spPr>
            <a:xfrm>
              <a:off x="3430101" y="2274483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892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102"/>
            <p:cNvSpPr/>
            <p:nvPr/>
          </p:nvSpPr>
          <p:spPr>
            <a:xfrm>
              <a:off x="3390595" y="2309044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102"/>
            <p:cNvSpPr/>
            <p:nvPr/>
          </p:nvSpPr>
          <p:spPr>
            <a:xfrm>
              <a:off x="3430142" y="2543634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901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102"/>
            <p:cNvSpPr/>
            <p:nvPr/>
          </p:nvSpPr>
          <p:spPr>
            <a:xfrm>
              <a:off x="3390637" y="2578203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102"/>
            <p:cNvSpPr/>
            <p:nvPr/>
          </p:nvSpPr>
          <p:spPr>
            <a:xfrm>
              <a:off x="3430184" y="2814777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909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102"/>
            <p:cNvSpPr/>
            <p:nvPr/>
          </p:nvSpPr>
          <p:spPr>
            <a:xfrm>
              <a:off x="3390678" y="2849354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10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10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10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54" name="Google Shape;2354;p102"/>
          <p:cNvSpPr txBox="1"/>
          <p:nvPr/>
        </p:nvSpPr>
        <p:spPr>
          <a:xfrm>
            <a:off x="3878465" y="2094533"/>
            <a:ext cx="515620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70K params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5" name="Google Shape;2355;p102"/>
          <p:cNvSpPr txBox="1"/>
          <p:nvPr/>
        </p:nvSpPr>
        <p:spPr>
          <a:xfrm>
            <a:off x="2448864" y="2621484"/>
            <a:ext cx="1287145" cy="617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67500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1×1 Conv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675640" lvl="0" indent="0" algn="ctr" rtl="0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256 ch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6" name="Google Shape;2356;p102"/>
          <p:cNvSpPr txBox="1"/>
          <p:nvPr/>
        </p:nvSpPr>
        <p:spPr>
          <a:xfrm>
            <a:off x="4632483" y="3137672"/>
            <a:ext cx="37655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102 / 153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A0B3F8-F3B0-5CF9-DB82-569D0478B4A5}"/>
                  </a:ext>
                </a:extLst>
              </p14:cNvPr>
              <p14:cNvContentPartPr/>
              <p14:nvPr/>
            </p14:nvContentPartPr>
            <p14:xfrm>
              <a:off x="1282320" y="625320"/>
              <a:ext cx="3330720" cy="423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A0B3F8-F3B0-5CF9-DB82-569D0478B4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2960" y="615960"/>
                <a:ext cx="3349440" cy="441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10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attern</a:t>
            </a:r>
            <a:r>
              <a:rPr lang="en-US">
                <a:solidFill>
                  <a:srgbClr val="FFFFFF"/>
                </a:solidFill>
              </a:rPr>
              <a:t> 5: 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-S</a:t>
            </a:r>
            <a:r>
              <a:rPr lang="en-US" cap="small">
                <a:solidFill>
                  <a:srgbClr val="FFFFFF"/>
                </a:solidFill>
              </a:rPr>
              <a:t>cale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eature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xtraction</a:t>
            </a:r>
            <a:endParaRPr/>
          </a:p>
        </p:txBody>
      </p:sp>
      <p:sp>
        <p:nvSpPr>
          <p:cNvPr id="2362" name="Google Shape;2362;p103"/>
          <p:cNvSpPr txBox="1"/>
          <p:nvPr/>
        </p:nvSpPr>
        <p:spPr>
          <a:xfrm>
            <a:off x="347294" y="451039"/>
            <a:ext cx="3228975" cy="39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Idea: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Process input at multiple scales simultaneously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Inception Module Example: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3" name="Google Shape;2363;p103"/>
          <p:cNvSpPr txBox="1"/>
          <p:nvPr/>
        </p:nvSpPr>
        <p:spPr>
          <a:xfrm>
            <a:off x="2511287" y="1930847"/>
            <a:ext cx="720090" cy="218440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2076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4" name="Google Shape;2364;p103"/>
          <p:cNvSpPr txBox="1"/>
          <p:nvPr/>
        </p:nvSpPr>
        <p:spPr>
          <a:xfrm>
            <a:off x="1953865" y="1442319"/>
            <a:ext cx="323215" cy="187960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1×1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5" name="Google Shape;2365;p103"/>
          <p:cNvSpPr txBox="1"/>
          <p:nvPr/>
        </p:nvSpPr>
        <p:spPr>
          <a:xfrm>
            <a:off x="2457869" y="1441192"/>
            <a:ext cx="323215" cy="189865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3×3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6" name="Google Shape;2366;p103"/>
          <p:cNvSpPr txBox="1"/>
          <p:nvPr/>
        </p:nvSpPr>
        <p:spPr>
          <a:xfrm>
            <a:off x="2961873" y="1442455"/>
            <a:ext cx="323215" cy="187325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700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5×5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7" name="Google Shape;2367;p103"/>
          <p:cNvSpPr txBox="1"/>
          <p:nvPr/>
        </p:nvSpPr>
        <p:spPr>
          <a:xfrm>
            <a:off x="3448455" y="1439962"/>
            <a:ext cx="358140" cy="192405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Pool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8" name="Google Shape;2368;p103"/>
          <p:cNvSpPr txBox="1"/>
          <p:nvPr/>
        </p:nvSpPr>
        <p:spPr>
          <a:xfrm>
            <a:off x="1971281" y="934966"/>
            <a:ext cx="1800225" cy="194310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1244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Concatenate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9" name="Google Shape;2369;p103"/>
          <p:cNvGrpSpPr/>
          <p:nvPr/>
        </p:nvGrpSpPr>
        <p:grpSpPr>
          <a:xfrm>
            <a:off x="513702" y="1119432"/>
            <a:ext cx="2966196" cy="1910813"/>
            <a:chOff x="513702" y="1119432"/>
            <a:chExt cx="2966196" cy="1910813"/>
          </a:xfrm>
        </p:grpSpPr>
        <p:sp>
          <p:nvSpPr>
            <p:cNvPr id="2370" name="Google Shape;2370;p103"/>
            <p:cNvSpPr/>
            <p:nvPr/>
          </p:nvSpPr>
          <p:spPr>
            <a:xfrm>
              <a:off x="2268004" y="1637811"/>
              <a:ext cx="436245" cy="290830"/>
            </a:xfrm>
            <a:custGeom>
              <a:avLst/>
              <a:gdLst/>
              <a:ahLst/>
              <a:cxnLst/>
              <a:rect l="l" t="t" r="r" b="b"/>
              <a:pathLst>
                <a:path w="436244" h="290830" extrusionOk="0">
                  <a:moveTo>
                    <a:pt x="435802" y="290503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103"/>
            <p:cNvSpPr/>
            <p:nvPr/>
          </p:nvSpPr>
          <p:spPr>
            <a:xfrm>
              <a:off x="2263793" y="1620097"/>
              <a:ext cx="48895" cy="66040"/>
            </a:xfrm>
            <a:custGeom>
              <a:avLst/>
              <a:gdLst/>
              <a:ahLst/>
              <a:cxnLst/>
              <a:rect l="l" t="t" r="r" b="b"/>
              <a:pathLst>
                <a:path w="48894" h="66039" extrusionOk="0">
                  <a:moveTo>
                    <a:pt x="5037" y="65745"/>
                  </a:moveTo>
                  <a:lnTo>
                    <a:pt x="8914" y="49671"/>
                  </a:lnTo>
                  <a:lnTo>
                    <a:pt x="8789" y="35900"/>
                  </a:lnTo>
                  <a:lnTo>
                    <a:pt x="5528" y="24342"/>
                  </a:lnTo>
                  <a:lnTo>
                    <a:pt x="0" y="14907"/>
                  </a:lnTo>
                  <a:lnTo>
                    <a:pt x="10835" y="16381"/>
                  </a:lnTo>
                  <a:lnTo>
                    <a:pt x="22758" y="14944"/>
                  </a:lnTo>
                  <a:lnTo>
                    <a:pt x="35518" y="9762"/>
                  </a:lnTo>
                  <a:lnTo>
                    <a:pt x="4886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103"/>
            <p:cNvSpPr/>
            <p:nvPr/>
          </p:nvSpPr>
          <p:spPr>
            <a:xfrm>
              <a:off x="2672489" y="1642377"/>
              <a:ext cx="143510" cy="286385"/>
            </a:xfrm>
            <a:custGeom>
              <a:avLst/>
              <a:gdLst/>
              <a:ahLst/>
              <a:cxnLst/>
              <a:rect l="l" t="t" r="r" b="b"/>
              <a:pathLst>
                <a:path w="143510" h="286385" extrusionOk="0">
                  <a:moveTo>
                    <a:pt x="143004" y="285937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103"/>
            <p:cNvSpPr/>
            <p:nvPr/>
          </p:nvSpPr>
          <p:spPr>
            <a:xfrm>
              <a:off x="2649379" y="1637851"/>
              <a:ext cx="71120" cy="46990"/>
            </a:xfrm>
            <a:custGeom>
              <a:avLst/>
              <a:gdLst/>
              <a:ahLst/>
              <a:cxnLst/>
              <a:rect l="l" t="t" r="r" b="b"/>
              <a:pathLst>
                <a:path w="71119" h="46989" extrusionOk="0">
                  <a:moveTo>
                    <a:pt x="0" y="46639"/>
                  </a:moveTo>
                  <a:lnTo>
                    <a:pt x="11340" y="34606"/>
                  </a:lnTo>
                  <a:lnTo>
                    <a:pt x="18063" y="22587"/>
                  </a:lnTo>
                  <a:lnTo>
                    <a:pt x="20966" y="10934"/>
                  </a:lnTo>
                  <a:lnTo>
                    <a:pt x="20846" y="0"/>
                  </a:lnTo>
                  <a:lnTo>
                    <a:pt x="29523" y="6654"/>
                  </a:lnTo>
                  <a:lnTo>
                    <a:pt x="40588" y="11322"/>
                  </a:lnTo>
                  <a:lnTo>
                    <a:pt x="54238" y="13153"/>
                  </a:lnTo>
                  <a:lnTo>
                    <a:pt x="70668" y="11296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103"/>
            <p:cNvSpPr/>
            <p:nvPr/>
          </p:nvSpPr>
          <p:spPr>
            <a:xfrm>
              <a:off x="2927136" y="1641113"/>
              <a:ext cx="144145" cy="287655"/>
            </a:xfrm>
            <a:custGeom>
              <a:avLst/>
              <a:gdLst/>
              <a:ahLst/>
              <a:cxnLst/>
              <a:rect l="l" t="t" r="r" b="b"/>
              <a:pathLst>
                <a:path w="144144" h="287655" extrusionOk="0">
                  <a:moveTo>
                    <a:pt x="0" y="287201"/>
                  </a:moveTo>
                  <a:lnTo>
                    <a:pt x="14362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103"/>
            <p:cNvSpPr/>
            <p:nvPr/>
          </p:nvSpPr>
          <p:spPr>
            <a:xfrm>
              <a:off x="3023201" y="1636587"/>
              <a:ext cx="71120" cy="46990"/>
            </a:xfrm>
            <a:custGeom>
              <a:avLst/>
              <a:gdLst/>
              <a:ahLst/>
              <a:cxnLst/>
              <a:rect l="l" t="t" r="r" b="b"/>
              <a:pathLst>
                <a:path w="71119" h="46989" extrusionOk="0">
                  <a:moveTo>
                    <a:pt x="0" y="11298"/>
                  </a:moveTo>
                  <a:lnTo>
                    <a:pt x="16430" y="13154"/>
                  </a:lnTo>
                  <a:lnTo>
                    <a:pt x="30079" y="11323"/>
                  </a:lnTo>
                  <a:lnTo>
                    <a:pt x="41144" y="6655"/>
                  </a:lnTo>
                  <a:lnTo>
                    <a:pt x="49821" y="0"/>
                  </a:lnTo>
                  <a:lnTo>
                    <a:pt x="49702" y="10934"/>
                  </a:lnTo>
                  <a:lnTo>
                    <a:pt x="52605" y="22587"/>
                  </a:lnTo>
                  <a:lnTo>
                    <a:pt x="59328" y="34606"/>
                  </a:lnTo>
                  <a:lnTo>
                    <a:pt x="70669" y="4663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103"/>
            <p:cNvSpPr/>
            <p:nvPr/>
          </p:nvSpPr>
          <p:spPr>
            <a:xfrm>
              <a:off x="3038831" y="1640168"/>
              <a:ext cx="432434" cy="288290"/>
            </a:xfrm>
            <a:custGeom>
              <a:avLst/>
              <a:gdLst/>
              <a:ahLst/>
              <a:cxnLst/>
              <a:rect l="l" t="t" r="r" b="b"/>
              <a:pathLst>
                <a:path w="432435" h="288289" extrusionOk="0">
                  <a:moveTo>
                    <a:pt x="0" y="288146"/>
                  </a:moveTo>
                  <a:lnTo>
                    <a:pt x="432248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103"/>
            <p:cNvSpPr/>
            <p:nvPr/>
          </p:nvSpPr>
          <p:spPr>
            <a:xfrm>
              <a:off x="3426426" y="1622455"/>
              <a:ext cx="48895" cy="66040"/>
            </a:xfrm>
            <a:custGeom>
              <a:avLst/>
              <a:gdLst/>
              <a:ahLst/>
              <a:cxnLst/>
              <a:rect l="l" t="t" r="r" b="b"/>
              <a:pathLst>
                <a:path w="48895" h="66039" extrusionOk="0">
                  <a:moveTo>
                    <a:pt x="0" y="0"/>
                  </a:moveTo>
                  <a:lnTo>
                    <a:pt x="13345" y="9762"/>
                  </a:lnTo>
                  <a:lnTo>
                    <a:pt x="26104" y="14944"/>
                  </a:lnTo>
                  <a:lnTo>
                    <a:pt x="38028" y="16380"/>
                  </a:lnTo>
                  <a:lnTo>
                    <a:pt x="48863" y="14906"/>
                  </a:lnTo>
                  <a:lnTo>
                    <a:pt x="43335" y="24341"/>
                  </a:lnTo>
                  <a:lnTo>
                    <a:pt x="40075" y="35899"/>
                  </a:lnTo>
                  <a:lnTo>
                    <a:pt x="39950" y="49671"/>
                  </a:lnTo>
                  <a:lnTo>
                    <a:pt x="43828" y="65744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103"/>
            <p:cNvSpPr/>
            <p:nvPr/>
          </p:nvSpPr>
          <p:spPr>
            <a:xfrm>
              <a:off x="2259593" y="1137146"/>
              <a:ext cx="454025" cy="302895"/>
            </a:xfrm>
            <a:custGeom>
              <a:avLst/>
              <a:gdLst/>
              <a:ahLst/>
              <a:cxnLst/>
              <a:rect l="l" t="t" r="r" b="b"/>
              <a:pathLst>
                <a:path w="454025" h="302894" extrusionOk="0">
                  <a:moveTo>
                    <a:pt x="0" y="302630"/>
                  </a:moveTo>
                  <a:lnTo>
                    <a:pt x="453976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103"/>
            <p:cNvSpPr/>
            <p:nvPr/>
          </p:nvSpPr>
          <p:spPr>
            <a:xfrm>
              <a:off x="2668916" y="1119433"/>
              <a:ext cx="48895" cy="66040"/>
            </a:xfrm>
            <a:custGeom>
              <a:avLst/>
              <a:gdLst/>
              <a:ahLst/>
              <a:cxnLst/>
              <a:rect l="l" t="t" r="r" b="b"/>
              <a:pathLst>
                <a:path w="48894" h="66040" extrusionOk="0">
                  <a:moveTo>
                    <a:pt x="0" y="0"/>
                  </a:moveTo>
                  <a:lnTo>
                    <a:pt x="13345" y="9762"/>
                  </a:lnTo>
                  <a:lnTo>
                    <a:pt x="26104" y="14944"/>
                  </a:lnTo>
                  <a:lnTo>
                    <a:pt x="38028" y="16380"/>
                  </a:lnTo>
                  <a:lnTo>
                    <a:pt x="48863" y="14906"/>
                  </a:lnTo>
                  <a:lnTo>
                    <a:pt x="43335" y="24341"/>
                  </a:lnTo>
                  <a:lnTo>
                    <a:pt x="40075" y="35899"/>
                  </a:lnTo>
                  <a:lnTo>
                    <a:pt x="39950" y="49671"/>
                  </a:lnTo>
                  <a:lnTo>
                    <a:pt x="43828" y="65744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103"/>
            <p:cNvSpPr/>
            <p:nvPr/>
          </p:nvSpPr>
          <p:spPr>
            <a:xfrm>
              <a:off x="2667968" y="1140585"/>
              <a:ext cx="149225" cy="298450"/>
            </a:xfrm>
            <a:custGeom>
              <a:avLst/>
              <a:gdLst/>
              <a:ahLst/>
              <a:cxnLst/>
              <a:rect l="l" t="t" r="r" b="b"/>
              <a:pathLst>
                <a:path w="149225" h="298450" extrusionOk="0">
                  <a:moveTo>
                    <a:pt x="0" y="298064"/>
                  </a:moveTo>
                  <a:lnTo>
                    <a:pt x="14904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103"/>
            <p:cNvSpPr/>
            <p:nvPr/>
          </p:nvSpPr>
          <p:spPr>
            <a:xfrm>
              <a:off x="2769453" y="1136059"/>
              <a:ext cx="71120" cy="46990"/>
            </a:xfrm>
            <a:custGeom>
              <a:avLst/>
              <a:gdLst/>
              <a:ahLst/>
              <a:cxnLst/>
              <a:rect l="l" t="t" r="r" b="b"/>
              <a:pathLst>
                <a:path w="71119" h="46990" extrusionOk="0">
                  <a:moveTo>
                    <a:pt x="0" y="11301"/>
                  </a:moveTo>
                  <a:lnTo>
                    <a:pt x="16430" y="13156"/>
                  </a:lnTo>
                  <a:lnTo>
                    <a:pt x="30079" y="11324"/>
                  </a:lnTo>
                  <a:lnTo>
                    <a:pt x="41144" y="6655"/>
                  </a:lnTo>
                  <a:lnTo>
                    <a:pt x="49821" y="0"/>
                  </a:lnTo>
                  <a:lnTo>
                    <a:pt x="49702" y="10934"/>
                  </a:lnTo>
                  <a:lnTo>
                    <a:pt x="52606" y="22587"/>
                  </a:lnTo>
                  <a:lnTo>
                    <a:pt x="59330" y="34606"/>
                  </a:lnTo>
                  <a:lnTo>
                    <a:pt x="70672" y="4663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103"/>
            <p:cNvSpPr/>
            <p:nvPr/>
          </p:nvSpPr>
          <p:spPr>
            <a:xfrm>
              <a:off x="2925607" y="1140585"/>
              <a:ext cx="149860" cy="299720"/>
            </a:xfrm>
            <a:custGeom>
              <a:avLst/>
              <a:gdLst/>
              <a:ahLst/>
              <a:cxnLst/>
              <a:rect l="l" t="t" r="r" b="b"/>
              <a:pathLst>
                <a:path w="149860" h="299719" extrusionOk="0">
                  <a:moveTo>
                    <a:pt x="149678" y="299328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103"/>
            <p:cNvSpPr/>
            <p:nvPr/>
          </p:nvSpPr>
          <p:spPr>
            <a:xfrm>
              <a:off x="2902493" y="1136059"/>
              <a:ext cx="71120" cy="46990"/>
            </a:xfrm>
            <a:custGeom>
              <a:avLst/>
              <a:gdLst/>
              <a:ahLst/>
              <a:cxnLst/>
              <a:rect l="l" t="t" r="r" b="b"/>
              <a:pathLst>
                <a:path w="71119" h="46990" extrusionOk="0">
                  <a:moveTo>
                    <a:pt x="0" y="46637"/>
                  </a:moveTo>
                  <a:lnTo>
                    <a:pt x="11341" y="34606"/>
                  </a:lnTo>
                  <a:lnTo>
                    <a:pt x="18065" y="22587"/>
                  </a:lnTo>
                  <a:lnTo>
                    <a:pt x="20969" y="10934"/>
                  </a:lnTo>
                  <a:lnTo>
                    <a:pt x="20850" y="0"/>
                  </a:lnTo>
                  <a:lnTo>
                    <a:pt x="29526" y="6655"/>
                  </a:lnTo>
                  <a:lnTo>
                    <a:pt x="40591" y="11323"/>
                  </a:lnTo>
                  <a:lnTo>
                    <a:pt x="54240" y="13155"/>
                  </a:lnTo>
                  <a:lnTo>
                    <a:pt x="70670" y="1130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103"/>
            <p:cNvSpPr/>
            <p:nvPr/>
          </p:nvSpPr>
          <p:spPr>
            <a:xfrm>
              <a:off x="3029048" y="1137146"/>
              <a:ext cx="450850" cy="300355"/>
            </a:xfrm>
            <a:custGeom>
              <a:avLst/>
              <a:gdLst/>
              <a:ahLst/>
              <a:cxnLst/>
              <a:rect l="l" t="t" r="r" b="b"/>
              <a:pathLst>
                <a:path w="450850" h="300355" extrusionOk="0">
                  <a:moveTo>
                    <a:pt x="450443" y="300274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103"/>
            <p:cNvSpPr/>
            <p:nvPr/>
          </p:nvSpPr>
          <p:spPr>
            <a:xfrm>
              <a:off x="3024837" y="1119432"/>
              <a:ext cx="48895" cy="66040"/>
            </a:xfrm>
            <a:custGeom>
              <a:avLst/>
              <a:gdLst/>
              <a:ahLst/>
              <a:cxnLst/>
              <a:rect l="l" t="t" r="r" b="b"/>
              <a:pathLst>
                <a:path w="48894" h="66040" extrusionOk="0">
                  <a:moveTo>
                    <a:pt x="5037" y="65745"/>
                  </a:moveTo>
                  <a:lnTo>
                    <a:pt x="8914" y="49671"/>
                  </a:lnTo>
                  <a:lnTo>
                    <a:pt x="8789" y="35900"/>
                  </a:lnTo>
                  <a:lnTo>
                    <a:pt x="5528" y="24342"/>
                  </a:lnTo>
                  <a:lnTo>
                    <a:pt x="0" y="14907"/>
                  </a:lnTo>
                  <a:lnTo>
                    <a:pt x="10835" y="16381"/>
                  </a:lnTo>
                  <a:lnTo>
                    <a:pt x="22758" y="14944"/>
                  </a:lnTo>
                  <a:lnTo>
                    <a:pt x="35518" y="9762"/>
                  </a:lnTo>
                  <a:lnTo>
                    <a:pt x="4886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86" name="Google Shape;2386;p10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55666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7" name="Google Shape;2387;p10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7588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8" name="Google Shape;2388;p10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96095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9" name="Google Shape;2389;p103"/>
          <p:cNvSpPr txBox="1"/>
          <p:nvPr/>
        </p:nvSpPr>
        <p:spPr>
          <a:xfrm>
            <a:off x="347294" y="2232392"/>
            <a:ext cx="2827655" cy="840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Benefits: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328295" lvl="0" indent="0" algn="l" rtl="0">
              <a:lnSpc>
                <a:spcPct val="126299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Capture features at different scales More robust to object size variations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Network decides which scale is important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90" name="Google Shape;2390;p10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391" name="Google Shape;2391;p10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10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10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4" name="Google Shape;2394;p10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5" name="Google Shape;2395;p103"/>
          <p:cNvSpPr txBox="1"/>
          <p:nvPr/>
        </p:nvSpPr>
        <p:spPr>
          <a:xfrm>
            <a:off x="4632483" y="3137672"/>
            <a:ext cx="37655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103 / 153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E4074D-17DB-803F-7F61-6E2B2B9AAA3B}"/>
                  </a:ext>
                </a:extLst>
              </p14:cNvPr>
              <p14:cNvContentPartPr/>
              <p14:nvPr/>
            </p14:nvContentPartPr>
            <p14:xfrm>
              <a:off x="2798640" y="759600"/>
              <a:ext cx="634320" cy="1474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E4074D-17DB-803F-7F61-6E2B2B9AAA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89280" y="750240"/>
                <a:ext cx="653040" cy="149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10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H</a:t>
            </a:r>
            <a:r>
              <a:rPr lang="en-US" cap="small">
                <a:solidFill>
                  <a:srgbClr val="FFFFFF"/>
                </a:solidFill>
              </a:rPr>
              <a:t>ow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to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hoose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rchitecture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epth</a:t>
            </a:r>
            <a:endParaRPr/>
          </a:p>
        </p:txBody>
      </p:sp>
      <p:sp>
        <p:nvSpPr>
          <p:cNvPr id="2401" name="Google Shape;2401;p104"/>
          <p:cNvSpPr txBox="1"/>
          <p:nvPr/>
        </p:nvSpPr>
        <p:spPr>
          <a:xfrm>
            <a:off x="347294" y="470527"/>
            <a:ext cx="123888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Considerations: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2" name="Google Shape;2402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709840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403" name="Google Shape;2403;p104"/>
          <p:cNvSpPr txBox="1"/>
          <p:nvPr/>
        </p:nvSpPr>
        <p:spPr>
          <a:xfrm>
            <a:off x="483946" y="69999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4" name="Google Shape;2404;p1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96" y="1427518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405" name="Google Shape;2405;p104"/>
          <p:cNvSpPr txBox="1"/>
          <p:nvPr/>
        </p:nvSpPr>
        <p:spPr>
          <a:xfrm>
            <a:off x="483946" y="1417667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6" name="Google Shape;2406;p10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6996" y="2145195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407" name="Google Shape;2407;p104"/>
          <p:cNvSpPr txBox="1"/>
          <p:nvPr/>
        </p:nvSpPr>
        <p:spPr>
          <a:xfrm>
            <a:off x="483946" y="2135332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8" name="Google Shape;2408;p104"/>
          <p:cNvSpPr txBox="1"/>
          <p:nvPr/>
        </p:nvSpPr>
        <p:spPr>
          <a:xfrm>
            <a:off x="619226" y="628768"/>
            <a:ext cx="3567429" cy="218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Task complexity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Simple: MNIST</a:t>
            </a: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5-10 layers sufficient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Complex: ImageNet</a:t>
            </a: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50-152 layers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Very complex: Medical imaging</a:t>
            </a: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100+ layers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Dataset size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Small dataset (</a:t>
            </a:r>
            <a:r>
              <a:rPr lang="en-US" sz="1100" i="1">
                <a:latin typeface="Verdana"/>
                <a:ea typeface="Verdana"/>
                <a:cs typeface="Verdana"/>
                <a:sym typeface="Verdana"/>
              </a:rPr>
              <a:t>&lt;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10K): Shallow network (avoid overfitting)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Medium (10K-100K): Moderate depth (20-50 layers)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Large (</a:t>
            </a:r>
            <a:r>
              <a:rPr lang="en-US" sz="1100" i="1">
                <a:latin typeface="Verdana"/>
                <a:ea typeface="Verdana"/>
                <a:cs typeface="Verdana"/>
                <a:sym typeface="Verdana"/>
              </a:rPr>
              <a:t>&gt;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1M): Very deep (50-200 layers)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Computational budget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Mobile/edge: MobileNet, EfficientNet (10-20 layers)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Desktop/server: ResNet-50, VGG-16 (16-50 layers)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Data center: ResNet-152, EfficientNet-B7 (100+ layers)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9" name="Google Shape;2409;p104"/>
          <p:cNvSpPr txBox="1"/>
          <p:nvPr/>
        </p:nvSpPr>
        <p:spPr>
          <a:xfrm>
            <a:off x="347294" y="2903415"/>
            <a:ext cx="395414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Start shallow, add depth if underfitting and you have enough data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10" name="Google Shape;2410;p10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411" name="Google Shape;2411;p10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10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10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4" name="Google Shape;2414;p10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5" name="Google Shape;2415;p10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652D469-322F-B750-D2E7-3748F69CE3D8}"/>
                  </a:ext>
                </a:extLst>
              </p14:cNvPr>
              <p14:cNvContentPartPr/>
              <p14:nvPr/>
            </p14:nvContentPartPr>
            <p14:xfrm>
              <a:off x="702720" y="441360"/>
              <a:ext cx="3186720" cy="1597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652D469-322F-B750-D2E7-3748F69CE3D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3360" y="432000"/>
                <a:ext cx="3205440" cy="1616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Google Shape;2420;p10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</a:rPr>
              <a:t>A</a:t>
            </a:r>
            <a:r>
              <a:rPr lang="en-US" sz="1400" cap="small">
                <a:solidFill>
                  <a:srgbClr val="FFFFFF"/>
                </a:solidFill>
              </a:rPr>
              <a:t>rchitecture</a:t>
            </a:r>
            <a:r>
              <a:rPr lang="en-US" sz="1400">
                <a:solidFill>
                  <a:srgbClr val="FFFFFF"/>
                </a:solidFill>
              </a:rPr>
              <a:t> D</a:t>
            </a:r>
            <a:r>
              <a:rPr lang="en-US" sz="1400" cap="small">
                <a:solidFill>
                  <a:srgbClr val="FFFFFF"/>
                </a:solidFill>
              </a:rPr>
              <a:t>epth</a:t>
            </a:r>
            <a:r>
              <a:rPr lang="en-US" sz="1400">
                <a:solidFill>
                  <a:srgbClr val="FFFFFF"/>
                </a:solidFill>
              </a:rPr>
              <a:t>: P</a:t>
            </a:r>
            <a:r>
              <a:rPr lang="en-US" sz="1400" cap="small">
                <a:solidFill>
                  <a:srgbClr val="FFFFFF"/>
                </a:solidFill>
              </a:rPr>
              <a:t>ractical</a:t>
            </a:r>
            <a:r>
              <a:rPr lang="en-US" sz="1400">
                <a:solidFill>
                  <a:srgbClr val="FFFFFF"/>
                </a:solidFill>
              </a:rPr>
              <a:t> G</a:t>
            </a:r>
            <a:r>
              <a:rPr lang="en-US" sz="1400" cap="small">
                <a:solidFill>
                  <a:srgbClr val="FFFFFF"/>
                </a:solidFill>
              </a:rPr>
              <a:t>uidelines</a:t>
            </a:r>
            <a:endParaRPr sz="1400"/>
          </a:p>
        </p:txBody>
      </p:sp>
      <p:sp>
        <p:nvSpPr>
          <p:cNvPr id="2421" name="Google Shape;2421;p105"/>
          <p:cNvSpPr txBox="1"/>
          <p:nvPr/>
        </p:nvSpPr>
        <p:spPr>
          <a:xfrm>
            <a:off x="347294" y="470527"/>
            <a:ext cx="144081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Empirical observations: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22" name="Google Shape;2422;p105"/>
          <p:cNvGraphicFramePr/>
          <p:nvPr/>
        </p:nvGraphicFramePr>
        <p:xfrm>
          <a:off x="966368" y="711631"/>
          <a:ext cx="3822700" cy="1290275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06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3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Layers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Params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Case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LeNet-5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60K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MNIST, simple tasks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AlexNet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60M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ImageNet (2012)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VGG-16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138M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 accuracy, features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ResNet-50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25M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purpose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ResNet-152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152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60M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State-of-art accuracy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30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EfficientNet-B0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5M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Mobile, efficient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423" name="Google Shape;2423;p105"/>
          <p:cNvGrpSpPr/>
          <p:nvPr/>
        </p:nvGrpSpPr>
        <p:grpSpPr>
          <a:xfrm>
            <a:off x="513702" y="2290990"/>
            <a:ext cx="69291" cy="851802"/>
            <a:chOff x="513702" y="2290990"/>
            <a:chExt cx="69291" cy="851802"/>
          </a:xfrm>
        </p:grpSpPr>
        <p:pic>
          <p:nvPicPr>
            <p:cNvPr id="2424" name="Google Shape;2424;p10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29099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5" name="Google Shape;2425;p10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47445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6" name="Google Shape;2426;p10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6579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7" name="Google Shape;2427;p10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307350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28" name="Google Shape;2428;p105"/>
          <p:cNvSpPr txBox="1"/>
          <p:nvPr/>
        </p:nvSpPr>
        <p:spPr>
          <a:xfrm>
            <a:off x="347294" y="1997873"/>
            <a:ext cx="3946525" cy="118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Trends: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14599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Modern architectures: 50-200 layers with skip connections Efficient architectures: 10-30 layers with smart design Depth alone is not enough: Need proper training techniques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630679" lvl="0" indent="-297815" algn="l" rtl="0">
              <a:lnSpc>
                <a:spcPct val="1186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Warning: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Very deep networks require: Batch normalization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9" name="Google Shape;2429;p10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430" name="Google Shape;2430;p10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10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10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33" name="Google Shape;2433;p10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4" name="Google Shape;2434;p10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AA7308D-F0AD-52D2-F7D5-9A3D6BD842C8}"/>
                  </a:ext>
                </a:extLst>
              </p14:cNvPr>
              <p14:cNvContentPartPr/>
              <p14:nvPr/>
            </p14:nvContentPartPr>
            <p14:xfrm>
              <a:off x="1144080" y="2984760"/>
              <a:ext cx="949320" cy="189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AA7308D-F0AD-52D2-F7D5-9A3D6BD842C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4720" y="2975400"/>
                <a:ext cx="968040" cy="20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p10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rade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offs</a:t>
            </a:r>
            <a:r>
              <a:rPr lang="en-US">
                <a:solidFill>
                  <a:srgbClr val="FFFFFF"/>
                </a:solidFill>
              </a:rPr>
              <a:t>: D</a:t>
            </a:r>
            <a:r>
              <a:rPr lang="en-US" cap="small">
                <a:solidFill>
                  <a:srgbClr val="FFFFFF"/>
                </a:solidFill>
              </a:rPr>
              <a:t>epth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vs</a:t>
            </a:r>
            <a:r>
              <a:rPr lang="en-US">
                <a:solidFill>
                  <a:srgbClr val="FFFFFF"/>
                </a:solidFill>
              </a:rPr>
              <a:t>. W</a:t>
            </a:r>
            <a:r>
              <a:rPr lang="en-US" cap="small">
                <a:solidFill>
                  <a:srgbClr val="FFFFFF"/>
                </a:solidFill>
              </a:rPr>
              <a:t>idth</a:t>
            </a:r>
            <a:endParaRPr/>
          </a:p>
        </p:txBody>
      </p:sp>
      <p:sp>
        <p:nvSpPr>
          <p:cNvPr id="2440" name="Google Shape;2440;p106"/>
          <p:cNvSpPr txBox="1"/>
          <p:nvPr/>
        </p:nvSpPr>
        <p:spPr>
          <a:xfrm>
            <a:off x="347294" y="451039"/>
            <a:ext cx="3623310" cy="39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5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Depth: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Number of layers (vertical stacking)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Width: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Number of channels per layer (horizontal expansion)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41" name="Google Shape;2441;p106"/>
          <p:cNvGraphicFramePr/>
          <p:nvPr/>
        </p:nvGraphicFramePr>
        <p:xfrm>
          <a:off x="648487" y="914552"/>
          <a:ext cx="4458975" cy="1290275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30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Aspect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Deeper (More Layers)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Wider (More Channels)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Feature complexity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Higher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Moderate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Receptive field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Larger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Same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Parameters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Sub-linear growth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Quadratic growth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difficulty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Harder (vanishing grad)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Easier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Overfitting risk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Lower (if regularized)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Higher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30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Inference speed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Slower (sequential)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Faster (parallel)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442" name="Google Shape;2442;p106"/>
          <p:cNvGrpSpPr/>
          <p:nvPr/>
        </p:nvGrpSpPr>
        <p:grpSpPr>
          <a:xfrm>
            <a:off x="513702" y="2520441"/>
            <a:ext cx="69291" cy="262116"/>
            <a:chOff x="513702" y="2520441"/>
            <a:chExt cx="69291" cy="262116"/>
          </a:xfrm>
        </p:grpSpPr>
        <p:pic>
          <p:nvPicPr>
            <p:cNvPr id="2443" name="Google Shape;2443;p10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52044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4" name="Google Shape;2444;p10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71326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5" name="Google Shape;2445;p106"/>
          <p:cNvSpPr txBox="1"/>
          <p:nvPr/>
        </p:nvSpPr>
        <p:spPr>
          <a:xfrm>
            <a:off x="347294" y="2211716"/>
            <a:ext cx="4719955" cy="883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325120" lvl="0" indent="0" algn="l" rtl="0">
              <a:lnSpc>
                <a:spcPct val="1205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ResNet-50: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Deep (50 layers), moderate width (256-2048 channels)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Wide ResNet: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Fewer layers (16-28), very wide (up to 10× channels)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Current consensus: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Depth + Width both matter; optimal ratio depends on task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6" name="Google Shape;2446;p10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447" name="Google Shape;2447;p10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10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10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50" name="Google Shape;2450;p10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1" name="Google Shape;2451;p10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p10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epth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vs</a:t>
            </a:r>
            <a:r>
              <a:rPr lang="en-US">
                <a:solidFill>
                  <a:srgbClr val="FFFFFF"/>
                </a:solidFill>
              </a:rPr>
              <a:t>. W</a:t>
            </a:r>
            <a:r>
              <a:rPr lang="en-US" cap="small">
                <a:solidFill>
                  <a:srgbClr val="FFFFFF"/>
                </a:solidFill>
              </a:rPr>
              <a:t>idth</a:t>
            </a:r>
            <a:r>
              <a:rPr lang="en-US">
                <a:solidFill>
                  <a:srgbClr val="FFFFFF"/>
                </a:solidFill>
              </a:rPr>
              <a:t>: P</a:t>
            </a:r>
            <a:r>
              <a:rPr lang="en-US" cap="small">
                <a:solidFill>
                  <a:srgbClr val="FFFFFF"/>
                </a:solidFill>
              </a:rPr>
              <a:t>ractical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ecommendations</a:t>
            </a:r>
            <a:endParaRPr/>
          </a:p>
        </p:txBody>
      </p:sp>
      <p:grpSp>
        <p:nvGrpSpPr>
          <p:cNvPr id="2457" name="Google Shape;2457;p107"/>
          <p:cNvGrpSpPr/>
          <p:nvPr/>
        </p:nvGrpSpPr>
        <p:grpSpPr>
          <a:xfrm>
            <a:off x="0" y="572160"/>
            <a:ext cx="5760261" cy="2661851"/>
            <a:chOff x="0" y="572160"/>
            <a:chExt cx="5760261" cy="2661851"/>
          </a:xfrm>
        </p:grpSpPr>
        <p:pic>
          <p:nvPicPr>
            <p:cNvPr id="2458" name="Google Shape;2458;p10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57216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9" name="Google Shape;2459;p10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49087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0" name="Google Shape;2460;p10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40959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1" name="Google Shape;2461;p10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10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10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64" name="Google Shape;2464;p107"/>
          <p:cNvSpPr txBox="1"/>
          <p:nvPr/>
        </p:nvSpPr>
        <p:spPr>
          <a:xfrm>
            <a:off x="631926" y="447075"/>
            <a:ext cx="3818254" cy="2611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When to go deeper: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Large, diverse datasets (ImageNet, COCO)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Complex tasks requiring hierarchical features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When you can use skip connections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Sufficient computational resources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2540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When to go wider: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Smaller, more homogeneous datasets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Need faster training/inference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Limited to shallow networks (no residual connections)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Ensemble-like behavior (different filters learn different patterns)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25400" lvl="0" indent="0" algn="l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Hybrid approach (EfficientNet):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Scale depth, width, AND resolution together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Use compound scaling: depth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width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resolution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Achieves better accuracy-efficiency trade-off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5" name="Google Shape;2465;p10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6" name="Google Shape;2466;p10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1B8759B-4E40-98BE-2A15-36D9AC565337}"/>
                  </a:ext>
                </a:extLst>
              </p14:cNvPr>
              <p14:cNvContentPartPr/>
              <p14:nvPr/>
            </p14:nvContentPartPr>
            <p14:xfrm>
              <a:off x="991080" y="657720"/>
              <a:ext cx="4051440" cy="1675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1B8759B-4E40-98BE-2A15-36D9AC56533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1720" y="648360"/>
                <a:ext cx="4070160" cy="1694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Google Shape;2471;p10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esign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ecision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ramework</a:t>
            </a:r>
            <a:endParaRPr/>
          </a:p>
        </p:txBody>
      </p:sp>
      <p:pic>
        <p:nvPicPr>
          <p:cNvPr id="2472" name="Google Shape;2472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514553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473" name="Google Shape;2473;p108"/>
          <p:cNvSpPr txBox="1"/>
          <p:nvPr/>
        </p:nvSpPr>
        <p:spPr>
          <a:xfrm>
            <a:off x="483946" y="50470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4" name="Google Shape;2474;p1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96" y="1036522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475" name="Google Shape;2475;p108"/>
          <p:cNvSpPr txBox="1"/>
          <p:nvPr/>
        </p:nvSpPr>
        <p:spPr>
          <a:xfrm>
            <a:off x="483946" y="102666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6" name="Google Shape;2476;p10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6996" y="1730552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477" name="Google Shape;2477;p108"/>
          <p:cNvSpPr txBox="1"/>
          <p:nvPr/>
        </p:nvSpPr>
        <p:spPr>
          <a:xfrm>
            <a:off x="483946" y="1720702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8" name="Google Shape;2478;p10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996" y="2424582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479" name="Google Shape;2479;p108"/>
          <p:cNvSpPr txBox="1"/>
          <p:nvPr/>
        </p:nvSpPr>
        <p:spPr>
          <a:xfrm>
            <a:off x="483946" y="2414732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0" name="Google Shape;2480;p108"/>
          <p:cNvSpPr txBox="1"/>
          <p:nvPr/>
        </p:nvSpPr>
        <p:spPr>
          <a:xfrm>
            <a:off x="619226" y="443835"/>
            <a:ext cx="4304030" cy="2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0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Start with baseline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Use proven architecture (ResNet, EfficientNet)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Transfer learning if possible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Estimate requirements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Dataset size</a:t>
            </a: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depth constraint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Computational budget</a:t>
            </a: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width/depth trade-off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 resolution</a:t>
            </a: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receptive field needs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Iterate systematically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Underfitting?</a:t>
            </a: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Add depth or width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Overfitting?</a:t>
            </a: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Regularize (dropout, data aug) before reducing capacity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Too slow?</a:t>
            </a: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Reduce width or use efficient blocks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Apply design patterns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Always: Spatial reduction + channel expansion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Deep networks: Skip connections mandatory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Tight budget: Bottleneck designs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1" name="Google Shape;2481;p10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482" name="Google Shape;2482;p10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0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10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85" name="Google Shape;2485;p10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6" name="Google Shape;2486;p10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1" name="Google Shape;2491;p10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2492" name="Google Shape;2492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3" name="Google Shape;2493;p10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4" name="Google Shape;2494;p10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5" name="Google Shape;2495;p10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6" name="Google Shape;2496;p10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7" name="Google Shape;2497;p10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8" name="Google Shape;2498;p10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9" name="Google Shape;2499;p10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0" name="Google Shape;2500;p10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1" name="Google Shape;2501;p10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02" name="Google Shape;2502;p109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03" name="Google Shape;2503;p109"/>
          <p:cNvSpPr txBox="1"/>
          <p:nvPr/>
        </p:nvSpPr>
        <p:spPr>
          <a:xfrm>
            <a:off x="563029" y="457050"/>
            <a:ext cx="4751100" cy="24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omputer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lassification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hallenges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opular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CNN A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rchitectures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ransfer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onsiderations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4" name="Google Shape;2504;p10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505" name="Google Shape;2505;p10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10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10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8" name="Google Shape;2508;p10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9" name="Google Shape;2509;p10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p11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e</a:t>
            </a: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et</a:t>
            </a:r>
            <a:r>
              <a:rPr lang="en-US">
                <a:solidFill>
                  <a:srgbClr val="FFFFFF"/>
                </a:solidFill>
              </a:rPr>
              <a:t>-5 (1998)</a:t>
            </a:r>
            <a:endParaRPr/>
          </a:p>
        </p:txBody>
      </p:sp>
      <p:grpSp>
        <p:nvGrpSpPr>
          <p:cNvPr id="2515" name="Google Shape;2515;p11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516" name="Google Shape;2516;p11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11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11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19" name="Google Shape;2519;p11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0" name="Google Shape;2520;p110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r>
              <a:rPr lang="en-US"/>
              <a:t> / 153</a:t>
            </a:r>
            <a:endParaRPr/>
          </a:p>
        </p:txBody>
      </p:sp>
      <p:pic>
        <p:nvPicPr>
          <p:cNvPr id="2521" name="Google Shape;2521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461000" cy="2179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p111"/>
          <p:cNvSpPr txBox="1"/>
          <p:nvPr/>
        </p:nvSpPr>
        <p:spPr>
          <a:xfrm>
            <a:off x="95300" y="109545"/>
            <a:ext cx="254508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-5 A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rchitecture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7" name="Google Shape;2527;p111"/>
          <p:cNvGrpSpPr/>
          <p:nvPr/>
        </p:nvGrpSpPr>
        <p:grpSpPr>
          <a:xfrm>
            <a:off x="0" y="894511"/>
            <a:ext cx="5760261" cy="2339500"/>
            <a:chOff x="0" y="894511"/>
            <a:chExt cx="5760261" cy="2339500"/>
          </a:xfrm>
        </p:grpSpPr>
        <p:pic>
          <p:nvPicPr>
            <p:cNvPr id="2528" name="Google Shape;2528;p1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9994" y="894511"/>
              <a:ext cx="5385625" cy="18588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9" name="Google Shape;2529;p11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11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11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2" name="Google Shape;2532;p11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3" name="Google Shape;2533;p111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8" name="Google Shape;2538;p11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A</a:t>
            </a:r>
            <a:r>
              <a:rPr lang="en-US" cap="small">
                <a:solidFill>
                  <a:srgbClr val="FFFFFF"/>
                </a:solidFill>
              </a:rPr>
              <a:t>lex</a:t>
            </a: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et</a:t>
            </a:r>
            <a:r>
              <a:rPr lang="en-US">
                <a:solidFill>
                  <a:srgbClr val="FFFFFF"/>
                </a:solidFill>
              </a:rPr>
              <a:t> (2012)</a:t>
            </a:r>
            <a:endParaRPr/>
          </a:p>
        </p:txBody>
      </p:sp>
      <p:grpSp>
        <p:nvGrpSpPr>
          <p:cNvPr id="2539" name="Google Shape;2539;p112"/>
          <p:cNvGrpSpPr/>
          <p:nvPr/>
        </p:nvGrpSpPr>
        <p:grpSpPr>
          <a:xfrm>
            <a:off x="309193" y="537298"/>
            <a:ext cx="5192466" cy="2475433"/>
            <a:chOff x="309193" y="537298"/>
            <a:chExt cx="5192466" cy="2475433"/>
          </a:xfrm>
        </p:grpSpPr>
        <p:sp>
          <p:nvSpPr>
            <p:cNvPr id="2540" name="Google Shape;2540;p112"/>
            <p:cNvSpPr/>
            <p:nvPr/>
          </p:nvSpPr>
          <p:spPr>
            <a:xfrm>
              <a:off x="309193" y="537298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41" name="Google Shape;2541;p11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31532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2" name="Google Shape;2542;p11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80962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3" name="Google Shape;2543;p11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796922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4" name="Google Shape;2544;p11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81532"/>
              <a:ext cx="50800" cy="12280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5" name="Google Shape;2545;p112"/>
            <p:cNvSpPr/>
            <p:nvPr/>
          </p:nvSpPr>
          <p:spPr>
            <a:xfrm>
              <a:off x="309193" y="775800"/>
              <a:ext cx="5142230" cy="1085215"/>
            </a:xfrm>
            <a:custGeom>
              <a:avLst/>
              <a:gdLst/>
              <a:ahLst/>
              <a:cxnLst/>
              <a:rect l="l" t="t" r="r" b="b"/>
              <a:pathLst>
                <a:path w="5142230" h="1085214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033822"/>
                  </a:lnTo>
                  <a:lnTo>
                    <a:pt x="4008" y="1053547"/>
                  </a:lnTo>
                  <a:lnTo>
                    <a:pt x="14922" y="1069700"/>
                  </a:lnTo>
                  <a:lnTo>
                    <a:pt x="31075" y="1080614"/>
                  </a:lnTo>
                  <a:lnTo>
                    <a:pt x="50800" y="1084622"/>
                  </a:lnTo>
                  <a:lnTo>
                    <a:pt x="5090865" y="1084622"/>
                  </a:lnTo>
                  <a:lnTo>
                    <a:pt x="5110590" y="1080614"/>
                  </a:lnTo>
                  <a:lnTo>
                    <a:pt x="5126743" y="1069700"/>
                  </a:lnTo>
                  <a:lnTo>
                    <a:pt x="5137657" y="1053547"/>
                  </a:lnTo>
                  <a:lnTo>
                    <a:pt x="5141666" y="1033822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12"/>
            <p:cNvSpPr/>
            <p:nvPr/>
          </p:nvSpPr>
          <p:spPr>
            <a:xfrm>
              <a:off x="5450859" y="619618"/>
              <a:ext cx="0" cy="1209675"/>
            </a:xfrm>
            <a:custGeom>
              <a:avLst/>
              <a:gdLst/>
              <a:ahLst/>
              <a:cxnLst/>
              <a:rect l="l" t="t" r="r" b="b"/>
              <a:pathLst>
                <a:path w="120000" h="1209675" extrusionOk="0">
                  <a:moveTo>
                    <a:pt x="0" y="1209053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112"/>
            <p:cNvSpPr/>
            <p:nvPr/>
          </p:nvSpPr>
          <p:spPr>
            <a:xfrm>
              <a:off x="5450859" y="6069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112"/>
            <p:cNvSpPr/>
            <p:nvPr/>
          </p:nvSpPr>
          <p:spPr>
            <a:xfrm>
              <a:off x="5450859" y="5942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12"/>
            <p:cNvSpPr/>
            <p:nvPr/>
          </p:nvSpPr>
          <p:spPr>
            <a:xfrm>
              <a:off x="5450859" y="5815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112"/>
            <p:cNvSpPr/>
            <p:nvPr/>
          </p:nvSpPr>
          <p:spPr>
            <a:xfrm>
              <a:off x="5450859" y="562468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51" name="Google Shape;2551;p11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8300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2" name="Google Shape;2552;p11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05143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3" name="Google Shape;2553;p11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127284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4" name="Google Shape;2554;p112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149426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5" name="Google Shape;2555;p112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171568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6" name="Google Shape;2556;p112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13702" y="206002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7" name="Google Shape;2557;p112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13702" y="228088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8" name="Google Shape;2558;p112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13702" y="250173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9" name="Google Shape;2559;p112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513702" y="27225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0" name="Google Shape;2560;p112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513702" y="294344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61" name="Google Shape;2561;p112"/>
          <p:cNvSpPr txBox="1"/>
          <p:nvPr/>
        </p:nvSpPr>
        <p:spPr>
          <a:xfrm>
            <a:off x="347294" y="466541"/>
            <a:ext cx="3545204" cy="2588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ey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nnovations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Used ReLU activations (instead of sigmoid/tanh)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687195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Dropout for regularization Data augmentation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GPU acceleration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Local Response Normalization (LRN)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851535" lvl="0" indent="0" algn="l" rtl="0">
              <a:lnSpc>
                <a:spcPct val="138000"/>
              </a:lnSpc>
              <a:spcBef>
                <a:spcPts val="969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Architecture: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8 layers (5 CONV + 3 FC)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Parameters: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60M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Input: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224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224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3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65619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Achievement: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Won ImageNet 2012 (Top-5 error: 15.3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Impact: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Sparked the deep learning revolution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62" name="Google Shape;2562;p11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563" name="Google Shape;2563;p11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1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11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66" name="Google Shape;2566;p11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7" name="Google Shape;2567;p11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p113"/>
          <p:cNvSpPr txBox="1"/>
          <p:nvPr/>
        </p:nvSpPr>
        <p:spPr>
          <a:xfrm>
            <a:off x="95300" y="109545"/>
            <a:ext cx="26155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lex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rchitecture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73" name="Google Shape;2573;p113"/>
          <p:cNvGrpSpPr/>
          <p:nvPr/>
        </p:nvGrpSpPr>
        <p:grpSpPr>
          <a:xfrm>
            <a:off x="0" y="793978"/>
            <a:ext cx="5760261" cy="2440033"/>
            <a:chOff x="0" y="793978"/>
            <a:chExt cx="5760261" cy="2440033"/>
          </a:xfrm>
        </p:grpSpPr>
        <p:pic>
          <p:nvPicPr>
            <p:cNvPr id="2574" name="Google Shape;2574;p1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7761" y="793978"/>
              <a:ext cx="4904422" cy="18350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5" name="Google Shape;2575;p11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11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11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8" name="Google Shape;2578;p11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9" name="Google Shape;2579;p11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4" name="Google Shape;2584;p11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VGGN</a:t>
            </a:r>
            <a:r>
              <a:rPr lang="en-US" cap="small">
                <a:solidFill>
                  <a:srgbClr val="FFFFFF"/>
                </a:solidFill>
              </a:rPr>
              <a:t>et</a:t>
            </a:r>
            <a:r>
              <a:rPr lang="en-US">
                <a:solidFill>
                  <a:srgbClr val="FFFFFF"/>
                </a:solidFill>
              </a:rPr>
              <a:t> (2014)</a:t>
            </a:r>
            <a:endParaRPr/>
          </a:p>
        </p:txBody>
      </p:sp>
      <p:grpSp>
        <p:nvGrpSpPr>
          <p:cNvPr id="2585" name="Google Shape;2585;p114"/>
          <p:cNvGrpSpPr/>
          <p:nvPr/>
        </p:nvGrpSpPr>
        <p:grpSpPr>
          <a:xfrm>
            <a:off x="309193" y="512368"/>
            <a:ext cx="5192466" cy="2624887"/>
            <a:chOff x="309193" y="512368"/>
            <a:chExt cx="5192466" cy="2624887"/>
          </a:xfrm>
        </p:grpSpPr>
        <p:sp>
          <p:nvSpPr>
            <p:cNvPr id="2586" name="Google Shape;2586;p114"/>
            <p:cNvSpPr/>
            <p:nvPr/>
          </p:nvSpPr>
          <p:spPr>
            <a:xfrm>
              <a:off x="309193" y="512368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87" name="Google Shape;2587;p1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06602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8" name="Google Shape;2588;p1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56429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9" name="Google Shape;2589;p11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551596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0" name="Google Shape;2590;p11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56602"/>
              <a:ext cx="50800" cy="10076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1" name="Google Shape;2591;p114"/>
            <p:cNvSpPr/>
            <p:nvPr/>
          </p:nvSpPr>
          <p:spPr>
            <a:xfrm>
              <a:off x="309193" y="750873"/>
              <a:ext cx="5142230" cy="864235"/>
            </a:xfrm>
            <a:custGeom>
              <a:avLst/>
              <a:gdLst/>
              <a:ahLst/>
              <a:cxnLst/>
              <a:rect l="l" t="t" r="r" b="b"/>
              <a:pathLst>
                <a:path w="5142230" h="86423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813423"/>
                  </a:lnTo>
                  <a:lnTo>
                    <a:pt x="4008" y="833148"/>
                  </a:lnTo>
                  <a:lnTo>
                    <a:pt x="14922" y="849301"/>
                  </a:lnTo>
                  <a:lnTo>
                    <a:pt x="31075" y="860215"/>
                  </a:lnTo>
                  <a:lnTo>
                    <a:pt x="50800" y="864223"/>
                  </a:lnTo>
                  <a:lnTo>
                    <a:pt x="5090865" y="864223"/>
                  </a:lnTo>
                  <a:lnTo>
                    <a:pt x="5110590" y="860215"/>
                  </a:lnTo>
                  <a:lnTo>
                    <a:pt x="5126743" y="849301"/>
                  </a:lnTo>
                  <a:lnTo>
                    <a:pt x="5137657" y="833148"/>
                  </a:lnTo>
                  <a:lnTo>
                    <a:pt x="5141666" y="81342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114"/>
            <p:cNvSpPr/>
            <p:nvPr/>
          </p:nvSpPr>
          <p:spPr>
            <a:xfrm>
              <a:off x="5450859" y="594691"/>
              <a:ext cx="0" cy="988694"/>
            </a:xfrm>
            <a:custGeom>
              <a:avLst/>
              <a:gdLst/>
              <a:ahLst/>
              <a:cxnLst/>
              <a:rect l="l" t="t" r="r" b="b"/>
              <a:pathLst>
                <a:path w="120000" h="988694" extrusionOk="0">
                  <a:moveTo>
                    <a:pt x="0" y="98865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114"/>
            <p:cNvSpPr/>
            <p:nvPr/>
          </p:nvSpPr>
          <p:spPr>
            <a:xfrm>
              <a:off x="5450859" y="5819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14"/>
            <p:cNvSpPr/>
            <p:nvPr/>
          </p:nvSpPr>
          <p:spPr>
            <a:xfrm>
              <a:off x="5450859" y="5692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14"/>
            <p:cNvSpPr/>
            <p:nvPr/>
          </p:nvSpPr>
          <p:spPr>
            <a:xfrm>
              <a:off x="5450859" y="5565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14"/>
            <p:cNvSpPr/>
            <p:nvPr/>
          </p:nvSpPr>
          <p:spPr>
            <a:xfrm>
              <a:off x="5450859" y="537541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97" name="Google Shape;2597;p11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80418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8" name="Google Shape;2598;p11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02561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9" name="Google Shape;2599;p11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124702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0" name="Google Shape;2600;p114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146845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1" name="Google Shape;2601;p114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195452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2" name="Google Shape;2602;p114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13702" y="213799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3" name="Google Shape;2603;p114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13702" y="232145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4" name="Google Shape;2604;p114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13702" y="270103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5" name="Google Shape;2605;p114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513702" y="288450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6" name="Google Shape;2606;p114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513702" y="306796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07" name="Google Shape;2607;p114"/>
          <p:cNvSpPr txBox="1"/>
          <p:nvPr/>
        </p:nvSpPr>
        <p:spPr>
          <a:xfrm>
            <a:off x="347294" y="393951"/>
            <a:ext cx="3355200" cy="27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ey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rinciples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Very small (3×3) convolution filters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10871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Deep networks (16-19 layers) Simple and uniform architecture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Only 3×3 conv and 2×2 pooling throughout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VGG-16 Configuration: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13 CONV layers + 3 FC layers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43370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All CONV layers: 3×3 filters, stride 1, pad 1 All pooling: 2×2 max pool, stride 2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Simple, homogeneous architecture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2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Two 3×3 conv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one 5×5 conv (fewer parameters) More non-linearities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8" name="Google Shape;2608;p11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609" name="Google Shape;2609;p11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1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1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12" name="Google Shape;2612;p11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3" name="Google Shape;2613;p11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p115"/>
          <p:cNvSpPr txBox="1"/>
          <p:nvPr/>
        </p:nvSpPr>
        <p:spPr>
          <a:xfrm>
            <a:off x="95300" y="109545"/>
            <a:ext cx="261302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VGGN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rchitecture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19" name="Google Shape;2619;p115"/>
          <p:cNvGrpSpPr/>
          <p:nvPr/>
        </p:nvGrpSpPr>
        <p:grpSpPr>
          <a:xfrm>
            <a:off x="0" y="731920"/>
            <a:ext cx="5760261" cy="2502091"/>
            <a:chOff x="0" y="731920"/>
            <a:chExt cx="5760261" cy="2502091"/>
          </a:xfrm>
        </p:grpSpPr>
        <p:pic>
          <p:nvPicPr>
            <p:cNvPr id="2620" name="Google Shape;2620;p1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8020" y="731920"/>
              <a:ext cx="4523898" cy="19902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1" name="Google Shape;2621;p11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11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11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4" name="Google Shape;2624;p11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5" name="Google Shape;2625;p11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0" name="Google Shape;2630;p11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etwork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in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etwork</a:t>
            </a:r>
            <a:r>
              <a:rPr lang="en-US">
                <a:solidFill>
                  <a:srgbClr val="FFFFFF"/>
                </a:solidFill>
              </a:rPr>
              <a:t> (N</a:t>
            </a:r>
            <a:r>
              <a:rPr lang="en-US" cap="small">
                <a:solidFill>
                  <a:srgbClr val="FFFFFF"/>
                </a:solidFill>
              </a:rPr>
              <a:t>i</a:t>
            </a:r>
            <a:r>
              <a:rPr lang="en-US">
                <a:solidFill>
                  <a:srgbClr val="FFFFFF"/>
                </a:solidFill>
              </a:rPr>
              <a:t>N) - 2013</a:t>
            </a:r>
            <a:endParaRPr/>
          </a:p>
        </p:txBody>
      </p:sp>
      <p:grpSp>
        <p:nvGrpSpPr>
          <p:cNvPr id="2631" name="Google Shape;2631;p116"/>
          <p:cNvGrpSpPr/>
          <p:nvPr/>
        </p:nvGrpSpPr>
        <p:grpSpPr>
          <a:xfrm>
            <a:off x="309193" y="516737"/>
            <a:ext cx="5192466" cy="2521699"/>
            <a:chOff x="309193" y="516737"/>
            <a:chExt cx="5192466" cy="2521699"/>
          </a:xfrm>
        </p:grpSpPr>
        <p:sp>
          <p:nvSpPr>
            <p:cNvPr id="2632" name="Google Shape;2632;p116"/>
            <p:cNvSpPr/>
            <p:nvPr/>
          </p:nvSpPr>
          <p:spPr>
            <a:xfrm>
              <a:off x="309193" y="516737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633" name="Google Shape;2633;p1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10971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4" name="Google Shape;2634;p1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086713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5" name="Google Shape;2635;p11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074013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6" name="Google Shape;2636;p11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60971"/>
              <a:ext cx="50800" cy="525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7" name="Google Shape;2637;p116"/>
            <p:cNvSpPr/>
            <p:nvPr/>
          </p:nvSpPr>
          <p:spPr>
            <a:xfrm>
              <a:off x="309193" y="755255"/>
              <a:ext cx="5142230" cy="382270"/>
            </a:xfrm>
            <a:custGeom>
              <a:avLst/>
              <a:gdLst/>
              <a:ahLst/>
              <a:cxnLst/>
              <a:rect l="l" t="t" r="r" b="b"/>
              <a:pathLst>
                <a:path w="5142230" h="382269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31457"/>
                  </a:lnTo>
                  <a:lnTo>
                    <a:pt x="4008" y="351182"/>
                  </a:lnTo>
                  <a:lnTo>
                    <a:pt x="14922" y="367335"/>
                  </a:lnTo>
                  <a:lnTo>
                    <a:pt x="31075" y="378249"/>
                  </a:lnTo>
                  <a:lnTo>
                    <a:pt x="50800" y="382258"/>
                  </a:lnTo>
                  <a:lnTo>
                    <a:pt x="5090865" y="382258"/>
                  </a:lnTo>
                  <a:lnTo>
                    <a:pt x="5110590" y="378249"/>
                  </a:lnTo>
                  <a:lnTo>
                    <a:pt x="5126743" y="367335"/>
                  </a:lnTo>
                  <a:lnTo>
                    <a:pt x="5137657" y="351182"/>
                  </a:lnTo>
                  <a:lnTo>
                    <a:pt x="5141666" y="331457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16"/>
            <p:cNvSpPr/>
            <p:nvPr/>
          </p:nvSpPr>
          <p:spPr>
            <a:xfrm>
              <a:off x="5450859" y="599074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w="120000" h="506730" extrusionOk="0">
                  <a:moveTo>
                    <a:pt x="0" y="50668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116"/>
            <p:cNvSpPr/>
            <p:nvPr/>
          </p:nvSpPr>
          <p:spPr>
            <a:xfrm>
              <a:off x="5450859" y="5863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16"/>
            <p:cNvSpPr/>
            <p:nvPr/>
          </p:nvSpPr>
          <p:spPr>
            <a:xfrm>
              <a:off x="5450859" y="5736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116"/>
            <p:cNvSpPr/>
            <p:nvPr/>
          </p:nvSpPr>
          <p:spPr>
            <a:xfrm>
              <a:off x="5450859" y="5609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16"/>
            <p:cNvSpPr/>
            <p:nvPr/>
          </p:nvSpPr>
          <p:spPr>
            <a:xfrm>
              <a:off x="5450859" y="54192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643" name="Google Shape;2643;p11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5565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4" name="Google Shape;2644;p11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74660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5" name="Google Shape;2645;p11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193661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6" name="Google Shape;2646;p11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12662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7" name="Google Shape;2647;p11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58912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8" name="Google Shape;2648;p11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13702" y="277914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9" name="Google Shape;2649;p116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13702" y="296914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0" name="Google Shape;2650;p116"/>
          <p:cNvSpPr txBox="1"/>
          <p:nvPr/>
        </p:nvSpPr>
        <p:spPr>
          <a:xfrm>
            <a:off x="347294" y="447165"/>
            <a:ext cx="4975200" cy="26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ore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nnovation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Replace linear convolution filters with ”micro neural networks” (MLPconv layers) to increase model discriminability with fewer parameters.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Ideas: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858518" lvl="0" indent="0" algn="l" rtl="0">
              <a:lnSpc>
                <a:spcPct val="1187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MLPconv: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Mini multi-layer perceptron instead of linear filter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858519" lvl="0" indent="0" algn="l" rtl="0">
              <a:lnSpc>
                <a:spcPct val="1187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1×1 Convolutions: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Add non-linearity and cross-channel pooling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Global Average Pooling: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Replace fully connected layers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Reduces overfitting: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Fewer parameters than traditional CNNs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638300" lvl="0" indent="0" algn="l" rtl="0">
              <a:lnSpc>
                <a:spcPct val="1187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Introduced 1×1 convolutions to deep learning Inspired Inception and other modern architectures Global average pooling became standard practice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1" name="Google Shape;2651;p11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652" name="Google Shape;2652;p11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11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1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55" name="Google Shape;2655;p11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6" name="Google Shape;2656;p11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Google Shape;2661;p11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i</a:t>
            </a:r>
            <a:r>
              <a:rPr lang="en-US">
                <a:solidFill>
                  <a:srgbClr val="FFFFFF"/>
                </a:solidFill>
              </a:rPr>
              <a:t>N: MLP</a:t>
            </a:r>
            <a:r>
              <a:rPr lang="en-US" cap="small">
                <a:solidFill>
                  <a:srgbClr val="FFFFFF"/>
                </a:solidFill>
              </a:rPr>
              <a:t>conv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ayer</a:t>
            </a:r>
            <a:endParaRPr/>
          </a:p>
        </p:txBody>
      </p:sp>
      <p:sp>
        <p:nvSpPr>
          <p:cNvPr id="2662" name="Google Shape;2662;p11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3" name="Google Shape;2663;p11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r>
              <a:rPr lang="en-US"/>
              <a:t> / 153</a:t>
            </a:r>
            <a:endParaRPr/>
          </a:p>
        </p:txBody>
      </p:sp>
      <p:pic>
        <p:nvPicPr>
          <p:cNvPr id="2664" name="Google Shape;2664;p1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45268" cy="243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9" name="Google Shape;2669;p11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i</a:t>
            </a:r>
            <a:r>
              <a:rPr lang="en-US">
                <a:solidFill>
                  <a:srgbClr val="FFFFFF"/>
                </a:solidFill>
              </a:rPr>
              <a:t>N: A</a:t>
            </a:r>
            <a:r>
              <a:rPr lang="en-US" cap="small">
                <a:solidFill>
                  <a:srgbClr val="FFFFFF"/>
                </a:solidFill>
              </a:rPr>
              <a:t>rchitecture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tructure</a:t>
            </a:r>
            <a:endParaRPr/>
          </a:p>
        </p:txBody>
      </p:sp>
      <p:grpSp>
        <p:nvGrpSpPr>
          <p:cNvPr id="2670" name="Google Shape;2670;p11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671" name="Google Shape;2671;p11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11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11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4" name="Google Shape;2674;p11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5" name="Google Shape;2675;p11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r>
              <a:rPr lang="en-US"/>
              <a:t> / 153</a:t>
            </a:r>
            <a:endParaRPr/>
          </a:p>
        </p:txBody>
      </p:sp>
      <p:pic>
        <p:nvPicPr>
          <p:cNvPr id="2676" name="Google Shape;2676;p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461001" cy="2313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1" name="Google Shape;2681;p11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i</a:t>
            </a:r>
            <a:r>
              <a:rPr lang="en-US">
                <a:solidFill>
                  <a:srgbClr val="FFFFFF"/>
                </a:solidFill>
              </a:rPr>
              <a:t>N: G</a:t>
            </a:r>
            <a:r>
              <a:rPr lang="en-US" cap="small">
                <a:solidFill>
                  <a:srgbClr val="FFFFFF"/>
                </a:solidFill>
              </a:rPr>
              <a:t>lobal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verage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ooling</a:t>
            </a:r>
            <a:endParaRPr/>
          </a:p>
        </p:txBody>
      </p:sp>
      <p:grpSp>
        <p:nvGrpSpPr>
          <p:cNvPr id="2682" name="Google Shape;2682;p11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683" name="Google Shape;2683;p11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11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11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86" name="Google Shape;2686;p11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7" name="Google Shape;2687;p11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r>
              <a:rPr lang="en-US"/>
              <a:t> / 153</a:t>
            </a:r>
            <a:endParaRPr/>
          </a:p>
        </p:txBody>
      </p:sp>
      <p:pic>
        <p:nvPicPr>
          <p:cNvPr id="2688" name="Google Shape;2688;p1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01983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12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i</a:t>
            </a:r>
            <a:r>
              <a:rPr lang="en-US">
                <a:solidFill>
                  <a:srgbClr val="FFFFFF"/>
                </a:solidFill>
              </a:rPr>
              <a:t>N: K</a:t>
            </a:r>
            <a:r>
              <a:rPr lang="en-US" cap="small">
                <a:solidFill>
                  <a:srgbClr val="FFFFFF"/>
                </a:solidFill>
              </a:rPr>
              <a:t>ey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akeaways</a:t>
            </a:r>
            <a:endParaRPr/>
          </a:p>
        </p:txBody>
      </p:sp>
      <p:sp>
        <p:nvSpPr>
          <p:cNvPr id="2694" name="Google Shape;2694;p120"/>
          <p:cNvSpPr/>
          <p:nvPr/>
        </p:nvSpPr>
        <p:spPr>
          <a:xfrm>
            <a:off x="309193" y="608723"/>
            <a:ext cx="5142230" cy="207010"/>
          </a:xfrm>
          <a:custGeom>
            <a:avLst/>
            <a:gdLst/>
            <a:ahLst/>
            <a:cxnLst/>
            <a:rect l="l" t="t" r="r" b="b"/>
            <a:pathLst>
              <a:path w="5142230" h="207009" extrusionOk="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6887"/>
                </a:lnTo>
                <a:lnTo>
                  <a:pt x="5141666" y="206887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5" name="Google Shape;2695;p120"/>
          <p:cNvSpPr txBox="1"/>
          <p:nvPr/>
        </p:nvSpPr>
        <p:spPr>
          <a:xfrm>
            <a:off x="347294" y="576437"/>
            <a:ext cx="136144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ontributions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96" name="Google Shape;2696;p120"/>
          <p:cNvGrpSpPr/>
          <p:nvPr/>
        </p:nvGrpSpPr>
        <p:grpSpPr>
          <a:xfrm>
            <a:off x="309193" y="633900"/>
            <a:ext cx="5192466" cy="1134486"/>
            <a:chOff x="309193" y="633900"/>
            <a:chExt cx="5192466" cy="1134486"/>
          </a:xfrm>
        </p:grpSpPr>
        <p:pic>
          <p:nvPicPr>
            <p:cNvPr id="2697" name="Google Shape;2697;p1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802957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8" name="Google Shape;2698;p1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66678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9" name="Google Shape;2699;p1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654085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0" name="Google Shape;2700;p12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652957"/>
              <a:ext cx="50800" cy="10138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1" name="Google Shape;2701;p120"/>
            <p:cNvSpPr/>
            <p:nvPr/>
          </p:nvSpPr>
          <p:spPr>
            <a:xfrm>
              <a:off x="309193" y="847232"/>
              <a:ext cx="5142230" cy="870585"/>
            </a:xfrm>
            <a:custGeom>
              <a:avLst/>
              <a:gdLst/>
              <a:ahLst/>
              <a:cxnLst/>
              <a:rect l="l" t="t" r="r" b="b"/>
              <a:pathLst>
                <a:path w="5142230" h="87058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819553"/>
                  </a:lnTo>
                  <a:lnTo>
                    <a:pt x="4008" y="839278"/>
                  </a:lnTo>
                  <a:lnTo>
                    <a:pt x="14922" y="855431"/>
                  </a:lnTo>
                  <a:lnTo>
                    <a:pt x="31075" y="866345"/>
                  </a:lnTo>
                  <a:lnTo>
                    <a:pt x="50800" y="870353"/>
                  </a:lnTo>
                  <a:lnTo>
                    <a:pt x="5090865" y="870353"/>
                  </a:lnTo>
                  <a:lnTo>
                    <a:pt x="5110590" y="866345"/>
                  </a:lnTo>
                  <a:lnTo>
                    <a:pt x="5126743" y="855431"/>
                  </a:lnTo>
                  <a:lnTo>
                    <a:pt x="5137657" y="839278"/>
                  </a:lnTo>
                  <a:lnTo>
                    <a:pt x="5141666" y="81955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120"/>
            <p:cNvSpPr/>
            <p:nvPr/>
          </p:nvSpPr>
          <p:spPr>
            <a:xfrm>
              <a:off x="5450859" y="691050"/>
              <a:ext cx="0" cy="995044"/>
            </a:xfrm>
            <a:custGeom>
              <a:avLst/>
              <a:gdLst/>
              <a:ahLst/>
              <a:cxnLst/>
              <a:rect l="l" t="t" r="r" b="b"/>
              <a:pathLst>
                <a:path w="120000" h="995044" extrusionOk="0">
                  <a:moveTo>
                    <a:pt x="0" y="99478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120"/>
            <p:cNvSpPr/>
            <p:nvPr/>
          </p:nvSpPr>
          <p:spPr>
            <a:xfrm>
              <a:off x="5450859" y="6783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120"/>
            <p:cNvSpPr/>
            <p:nvPr/>
          </p:nvSpPr>
          <p:spPr>
            <a:xfrm>
              <a:off x="5450859" y="6656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120"/>
            <p:cNvSpPr/>
            <p:nvPr/>
          </p:nvSpPr>
          <p:spPr>
            <a:xfrm>
              <a:off x="5450859" y="6529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120"/>
            <p:cNvSpPr/>
            <p:nvPr/>
          </p:nvSpPr>
          <p:spPr>
            <a:xfrm>
              <a:off x="5450859" y="633900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07" name="Google Shape;2707;p12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996" y="877290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08" name="Google Shape;2708;p120"/>
          <p:cNvSpPr txBox="1"/>
          <p:nvPr/>
        </p:nvSpPr>
        <p:spPr>
          <a:xfrm>
            <a:off x="483946" y="86744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9" name="Google Shape;2709;p12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6996" y="1098715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710" name="Google Shape;2710;p120"/>
          <p:cNvSpPr txBox="1"/>
          <p:nvPr/>
        </p:nvSpPr>
        <p:spPr>
          <a:xfrm>
            <a:off x="483946" y="1088864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1" name="Google Shape;2711;p1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6996" y="1320126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712" name="Google Shape;2712;p120"/>
          <p:cNvSpPr txBox="1"/>
          <p:nvPr/>
        </p:nvSpPr>
        <p:spPr>
          <a:xfrm>
            <a:off x="483946" y="131027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3" name="Google Shape;2713;p12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6996" y="1541551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714" name="Google Shape;2714;p120"/>
          <p:cNvSpPr txBox="1"/>
          <p:nvPr/>
        </p:nvSpPr>
        <p:spPr>
          <a:xfrm>
            <a:off x="483946" y="153170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5" name="Google Shape;2715;p120"/>
          <p:cNvSpPr txBox="1"/>
          <p:nvPr/>
        </p:nvSpPr>
        <p:spPr>
          <a:xfrm>
            <a:off x="644626" y="773632"/>
            <a:ext cx="3971925" cy="9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1×1 Convolutions: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First to extensively use for adding non-linearity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MLPconv: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More expressive local models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17145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Global Average Pooling: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Eliminates FC layers, reduces overfitting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Fewer Parameters: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Despite deeper, fewer params than AlexNet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16" name="Google Shape;2716;p120"/>
          <p:cNvGrpSpPr/>
          <p:nvPr/>
        </p:nvGrpSpPr>
        <p:grpSpPr>
          <a:xfrm>
            <a:off x="513702" y="2173300"/>
            <a:ext cx="69291" cy="733551"/>
            <a:chOff x="513702" y="2173300"/>
            <a:chExt cx="69291" cy="733551"/>
          </a:xfrm>
        </p:grpSpPr>
        <p:pic>
          <p:nvPicPr>
            <p:cNvPr id="2717" name="Google Shape;2717;p120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17330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8" name="Google Shape;2718;p120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13702" y="239472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9" name="Google Shape;2719;p120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13702" y="261614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0" name="Google Shape;2720;p120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13702" y="283756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21" name="Google Shape;2721;p120"/>
          <p:cNvSpPr txBox="1"/>
          <p:nvPr/>
        </p:nvSpPr>
        <p:spPr>
          <a:xfrm>
            <a:off x="347294" y="1816911"/>
            <a:ext cx="3804920" cy="113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Impact on Later Architectures: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240665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GoogLeNet: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Adopted 1×1 convs in Inception modules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ResNet: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Uses 1×1 convs in bottleneck blocks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MobileNet: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Core building block is 1×1 convolutions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Modern CNNs: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GAP is now standard instead of FC layers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22" name="Google Shape;2722;p12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723" name="Google Shape;2723;p12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12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12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6" name="Google Shape;2726;p12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7" name="Google Shape;2727;p120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EC1AE8-4661-DC3F-3FDE-D5770FE92477}"/>
                  </a:ext>
                </a:extLst>
              </p14:cNvPr>
              <p14:cNvContentPartPr/>
              <p14:nvPr/>
            </p14:nvContentPartPr>
            <p14:xfrm>
              <a:off x="2961360" y="226800"/>
              <a:ext cx="2744640" cy="2777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EC1AE8-4661-DC3F-3FDE-D5770FE9247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52000" y="217440"/>
                <a:ext cx="2763360" cy="2795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Google Shape;2732;p12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G</a:t>
            </a:r>
            <a:r>
              <a:rPr lang="en-US" cap="small">
                <a:solidFill>
                  <a:srgbClr val="FFFFFF"/>
                </a:solidFill>
              </a:rPr>
              <a:t>oog</a:t>
            </a: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e</a:t>
            </a: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et</a:t>
            </a:r>
            <a:r>
              <a:rPr lang="en-US">
                <a:solidFill>
                  <a:srgbClr val="FFFFFF"/>
                </a:solidFill>
              </a:rPr>
              <a:t>/I</a:t>
            </a:r>
            <a:r>
              <a:rPr lang="en-US" cap="small">
                <a:solidFill>
                  <a:srgbClr val="FFFFFF"/>
                </a:solidFill>
              </a:rPr>
              <a:t>nception</a:t>
            </a:r>
            <a:r>
              <a:rPr lang="en-US">
                <a:solidFill>
                  <a:srgbClr val="FFFFFF"/>
                </a:solidFill>
              </a:rPr>
              <a:t> (2014) - O</a:t>
            </a:r>
            <a:r>
              <a:rPr lang="en-US" cap="small">
                <a:solidFill>
                  <a:srgbClr val="FFFFFF"/>
                </a:solidFill>
              </a:rPr>
              <a:t>verview</a:t>
            </a:r>
            <a:endParaRPr/>
          </a:p>
        </p:txBody>
      </p:sp>
      <p:grpSp>
        <p:nvGrpSpPr>
          <p:cNvPr id="2733" name="Google Shape;2733;p121"/>
          <p:cNvGrpSpPr/>
          <p:nvPr/>
        </p:nvGrpSpPr>
        <p:grpSpPr>
          <a:xfrm>
            <a:off x="309193" y="523950"/>
            <a:ext cx="5192466" cy="2507387"/>
            <a:chOff x="309193" y="523950"/>
            <a:chExt cx="5192466" cy="2507387"/>
          </a:xfrm>
        </p:grpSpPr>
        <p:sp>
          <p:nvSpPr>
            <p:cNvPr id="2734" name="Google Shape;2734;p121"/>
            <p:cNvSpPr/>
            <p:nvPr/>
          </p:nvSpPr>
          <p:spPr>
            <a:xfrm>
              <a:off x="309193" y="523950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35" name="Google Shape;2735;p1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18184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6" name="Google Shape;2736;p1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06692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7" name="Google Shape;2737;p12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054226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8" name="Google Shape;2738;p12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68185"/>
              <a:ext cx="50800" cy="498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9" name="Google Shape;2739;p121"/>
            <p:cNvSpPr/>
            <p:nvPr/>
          </p:nvSpPr>
          <p:spPr>
            <a:xfrm>
              <a:off x="309193" y="762457"/>
              <a:ext cx="5142230" cy="355600"/>
            </a:xfrm>
            <a:custGeom>
              <a:avLst/>
              <a:gdLst/>
              <a:ahLst/>
              <a:cxnLst/>
              <a:rect l="l" t="t" r="r" b="b"/>
              <a:pathLst>
                <a:path w="5142230" h="35560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04469"/>
                  </a:lnTo>
                  <a:lnTo>
                    <a:pt x="4008" y="324194"/>
                  </a:lnTo>
                  <a:lnTo>
                    <a:pt x="14922" y="340347"/>
                  </a:lnTo>
                  <a:lnTo>
                    <a:pt x="31075" y="351261"/>
                  </a:lnTo>
                  <a:lnTo>
                    <a:pt x="50800" y="355270"/>
                  </a:lnTo>
                  <a:lnTo>
                    <a:pt x="5090865" y="355270"/>
                  </a:lnTo>
                  <a:lnTo>
                    <a:pt x="5110590" y="351261"/>
                  </a:lnTo>
                  <a:lnTo>
                    <a:pt x="5126743" y="340347"/>
                  </a:lnTo>
                  <a:lnTo>
                    <a:pt x="5137657" y="324194"/>
                  </a:lnTo>
                  <a:lnTo>
                    <a:pt x="5141666" y="304469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121"/>
            <p:cNvSpPr/>
            <p:nvPr/>
          </p:nvSpPr>
          <p:spPr>
            <a:xfrm>
              <a:off x="5450859" y="606275"/>
              <a:ext cx="0" cy="480059"/>
            </a:xfrm>
            <a:custGeom>
              <a:avLst/>
              <a:gdLst/>
              <a:ahLst/>
              <a:cxnLst/>
              <a:rect l="l" t="t" r="r" b="b"/>
              <a:pathLst>
                <a:path w="120000" h="480059" extrusionOk="0">
                  <a:moveTo>
                    <a:pt x="0" y="47970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121"/>
            <p:cNvSpPr/>
            <p:nvPr/>
          </p:nvSpPr>
          <p:spPr>
            <a:xfrm>
              <a:off x="5450859" y="5935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121"/>
            <p:cNvSpPr/>
            <p:nvPr/>
          </p:nvSpPr>
          <p:spPr>
            <a:xfrm>
              <a:off x="5450859" y="5808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121"/>
            <p:cNvSpPr/>
            <p:nvPr/>
          </p:nvSpPr>
          <p:spPr>
            <a:xfrm>
              <a:off x="5450859" y="5681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121"/>
            <p:cNvSpPr/>
            <p:nvPr/>
          </p:nvSpPr>
          <p:spPr>
            <a:xfrm>
              <a:off x="5450859" y="549125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45" name="Google Shape;2745;p12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47741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6" name="Google Shape;2746;p12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67824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7" name="Google Shape;2747;p121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187906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8" name="Google Shape;2748;p12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35958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9" name="Google Shape;2749;p121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5604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0" name="Google Shape;2750;p121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13702" y="276123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1" name="Google Shape;2751;p121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13702" y="296204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52" name="Google Shape;2752;p121"/>
          <p:cNvSpPr txBox="1"/>
          <p:nvPr/>
        </p:nvSpPr>
        <p:spPr>
          <a:xfrm>
            <a:off x="347294" y="454379"/>
            <a:ext cx="4658360" cy="262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ey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nnovation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I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nception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M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odule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Use multiple filter sizes in parallel to capture features at different scales, then concatenate results.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9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Motivation: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Objects appear at different scales in images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214120" lvl="0" indent="0" algn="l" rtl="0">
              <a:lnSpc>
                <a:spcPct val="125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Hard to choose optimal filter size (1×1? 3×3? 5×5?) Solution: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Use all of them!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Achievements: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160145" lvl="0" indent="0" algn="l" rtl="0">
              <a:lnSpc>
                <a:spcPct val="125499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Winner: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ImageNet ILSVRC 2014 (6.67% top-5 error)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Depth: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22 layers (very deep for 2014)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749425" lvl="0" indent="0" algn="l" rtl="0">
              <a:lnSpc>
                <a:spcPct val="125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Parameters: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5M (12× fewer than AlexNet!)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Architecture: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Stack of inception modules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3" name="Google Shape;2753;p12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754" name="Google Shape;2754;p12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12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12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7" name="Google Shape;2757;p12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8" name="Google Shape;2758;p121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932EF9-C0DA-E32A-9D8D-25E41B85B919}"/>
                  </a:ext>
                </a:extLst>
              </p14:cNvPr>
              <p14:cNvContentPartPr/>
              <p14:nvPr/>
            </p14:nvContentPartPr>
            <p14:xfrm>
              <a:off x="556920" y="391680"/>
              <a:ext cx="1339200" cy="2536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932EF9-C0DA-E32A-9D8D-25E41B85B91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47560" y="382320"/>
                <a:ext cx="1357920" cy="2555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3" name="Google Shape;2763;p12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aive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nception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odule</a:t>
            </a:r>
            <a:endParaRPr/>
          </a:p>
        </p:txBody>
      </p:sp>
      <p:sp>
        <p:nvSpPr>
          <p:cNvPr id="2764" name="Google Shape;2764;p122"/>
          <p:cNvSpPr txBox="1"/>
          <p:nvPr/>
        </p:nvSpPr>
        <p:spPr>
          <a:xfrm>
            <a:off x="347294" y="470527"/>
            <a:ext cx="330898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Initial Idea: Parallel paths with different receptive fields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5" name="Google Shape;2765;p122"/>
          <p:cNvSpPr txBox="1"/>
          <p:nvPr/>
        </p:nvSpPr>
        <p:spPr>
          <a:xfrm>
            <a:off x="2287868" y="2274128"/>
            <a:ext cx="1080135" cy="288290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075" rIns="0" bIns="0" anchor="t" anchorCtr="0">
            <a:spAutoFit/>
          </a:bodyPr>
          <a:lstStyle/>
          <a:p>
            <a:pPr marL="895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Previous Layer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6" name="Google Shape;2766;p122"/>
          <p:cNvSpPr txBox="1"/>
          <p:nvPr/>
        </p:nvSpPr>
        <p:spPr>
          <a:xfrm>
            <a:off x="869339" y="1781098"/>
            <a:ext cx="677545" cy="194310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1×1 Conv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7" name="Google Shape;2767;p122"/>
          <p:cNvSpPr txBox="1"/>
          <p:nvPr/>
        </p:nvSpPr>
        <p:spPr>
          <a:xfrm>
            <a:off x="1949352" y="1781098"/>
            <a:ext cx="677545" cy="194310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3×3 Conv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8" name="Google Shape;2768;p122"/>
          <p:cNvSpPr txBox="1"/>
          <p:nvPr/>
        </p:nvSpPr>
        <p:spPr>
          <a:xfrm>
            <a:off x="3029365" y="1781098"/>
            <a:ext cx="677545" cy="194310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5×5 Conv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9" name="Google Shape;2769;p122"/>
          <p:cNvSpPr txBox="1"/>
          <p:nvPr/>
        </p:nvSpPr>
        <p:spPr>
          <a:xfrm>
            <a:off x="4005118" y="1782089"/>
            <a:ext cx="885825" cy="192405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3×3 MaxPool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0" name="Google Shape;2770;p122"/>
          <p:cNvSpPr txBox="1"/>
          <p:nvPr/>
        </p:nvSpPr>
        <p:spPr>
          <a:xfrm>
            <a:off x="1747860" y="1194115"/>
            <a:ext cx="2160270" cy="288290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9675" rIns="0" bIns="0" anchor="t" anchorCtr="0">
            <a:spAutoFit/>
          </a:bodyPr>
          <a:lstStyle/>
          <a:p>
            <a:pPr marL="46863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Filter Concatenation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71" name="Google Shape;2771;p122"/>
          <p:cNvGrpSpPr/>
          <p:nvPr/>
        </p:nvGrpSpPr>
        <p:grpSpPr>
          <a:xfrm>
            <a:off x="1506492" y="1458981"/>
            <a:ext cx="2646147" cy="812995"/>
            <a:chOff x="1506492" y="1458981"/>
            <a:chExt cx="2646147" cy="812995"/>
          </a:xfrm>
        </p:grpSpPr>
        <p:sp>
          <p:nvSpPr>
            <p:cNvPr id="2772" name="Google Shape;2772;p122"/>
            <p:cNvSpPr/>
            <p:nvPr/>
          </p:nvSpPr>
          <p:spPr>
            <a:xfrm>
              <a:off x="1516008" y="1980867"/>
              <a:ext cx="872490" cy="290830"/>
            </a:xfrm>
            <a:custGeom>
              <a:avLst/>
              <a:gdLst/>
              <a:ahLst/>
              <a:cxnLst/>
              <a:rect l="l" t="t" r="r" b="b"/>
              <a:pathLst>
                <a:path w="872489" h="290830" extrusionOk="0">
                  <a:moveTo>
                    <a:pt x="872391" y="290726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122"/>
            <p:cNvSpPr/>
            <p:nvPr/>
          </p:nvSpPr>
          <p:spPr>
            <a:xfrm>
              <a:off x="1511207" y="1952026"/>
              <a:ext cx="43815" cy="75565"/>
            </a:xfrm>
            <a:custGeom>
              <a:avLst/>
              <a:gdLst/>
              <a:ahLst/>
              <a:cxnLst/>
              <a:rect l="l" t="t" r="r" b="b"/>
              <a:pathLst>
                <a:path w="43815" h="75564" extrusionOk="0">
                  <a:moveTo>
                    <a:pt x="18238" y="74962"/>
                  </a:moveTo>
                  <a:lnTo>
                    <a:pt x="17749" y="58434"/>
                  </a:lnTo>
                  <a:lnTo>
                    <a:pt x="14004" y="45181"/>
                  </a:lnTo>
                  <a:lnTo>
                    <a:pt x="7816" y="34888"/>
                  </a:lnTo>
                  <a:lnTo>
                    <a:pt x="0" y="27241"/>
                  </a:lnTo>
                  <a:lnTo>
                    <a:pt x="10841" y="25811"/>
                  </a:lnTo>
                  <a:lnTo>
                    <a:pt x="21966" y="21287"/>
                  </a:lnTo>
                  <a:lnTo>
                    <a:pt x="32912" y="12930"/>
                  </a:lnTo>
                  <a:lnTo>
                    <a:pt x="43218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122"/>
            <p:cNvSpPr/>
            <p:nvPr/>
          </p:nvSpPr>
          <p:spPr>
            <a:xfrm>
              <a:off x="2394561" y="1984823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19" h="287019" extrusionOk="0">
                  <a:moveTo>
                    <a:pt x="286845" y="286770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75" name="Google Shape;2775;p1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80894" y="1971145"/>
              <a:ext cx="65987" cy="66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6" name="Google Shape;2776;p122"/>
            <p:cNvSpPr/>
            <p:nvPr/>
          </p:nvSpPr>
          <p:spPr>
            <a:xfrm>
              <a:off x="2974411" y="1984823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 extrusionOk="0">
                  <a:moveTo>
                    <a:pt x="0" y="286770"/>
                  </a:moveTo>
                  <a:lnTo>
                    <a:pt x="286834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77" name="Google Shape;2777;p1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208925" y="1971145"/>
              <a:ext cx="65987" cy="6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8" name="Google Shape;2778;p122"/>
            <p:cNvSpPr/>
            <p:nvPr/>
          </p:nvSpPr>
          <p:spPr>
            <a:xfrm>
              <a:off x="3267473" y="1979876"/>
              <a:ext cx="875665" cy="292100"/>
            </a:xfrm>
            <a:custGeom>
              <a:avLst/>
              <a:gdLst/>
              <a:ahLst/>
              <a:cxnLst/>
              <a:rect l="l" t="t" r="r" b="b"/>
              <a:pathLst>
                <a:path w="875664" h="292100" extrusionOk="0">
                  <a:moveTo>
                    <a:pt x="0" y="291717"/>
                  </a:moveTo>
                  <a:lnTo>
                    <a:pt x="87530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122"/>
            <p:cNvSpPr/>
            <p:nvPr/>
          </p:nvSpPr>
          <p:spPr>
            <a:xfrm>
              <a:off x="4104354" y="1951035"/>
              <a:ext cx="43815" cy="75565"/>
            </a:xfrm>
            <a:custGeom>
              <a:avLst/>
              <a:gdLst/>
              <a:ahLst/>
              <a:cxnLst/>
              <a:rect l="l" t="t" r="r" b="b"/>
              <a:pathLst>
                <a:path w="43814" h="75564" extrusionOk="0">
                  <a:moveTo>
                    <a:pt x="0" y="0"/>
                  </a:moveTo>
                  <a:lnTo>
                    <a:pt x="10305" y="12930"/>
                  </a:lnTo>
                  <a:lnTo>
                    <a:pt x="21252" y="21287"/>
                  </a:lnTo>
                  <a:lnTo>
                    <a:pt x="32377" y="25810"/>
                  </a:lnTo>
                  <a:lnTo>
                    <a:pt x="43219" y="27240"/>
                  </a:lnTo>
                  <a:lnTo>
                    <a:pt x="35402" y="34888"/>
                  </a:lnTo>
                  <a:lnTo>
                    <a:pt x="29215" y="45181"/>
                  </a:lnTo>
                  <a:lnTo>
                    <a:pt x="25470" y="58434"/>
                  </a:lnTo>
                  <a:lnTo>
                    <a:pt x="24982" y="74962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122"/>
            <p:cNvSpPr/>
            <p:nvPr/>
          </p:nvSpPr>
          <p:spPr>
            <a:xfrm>
              <a:off x="1506492" y="1487821"/>
              <a:ext cx="872490" cy="290830"/>
            </a:xfrm>
            <a:custGeom>
              <a:avLst/>
              <a:gdLst/>
              <a:ahLst/>
              <a:cxnLst/>
              <a:rect l="l" t="t" r="r" b="b"/>
              <a:pathLst>
                <a:path w="872489" h="290830" extrusionOk="0">
                  <a:moveTo>
                    <a:pt x="0" y="290726"/>
                  </a:moveTo>
                  <a:lnTo>
                    <a:pt x="872344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122"/>
            <p:cNvSpPr/>
            <p:nvPr/>
          </p:nvSpPr>
          <p:spPr>
            <a:xfrm>
              <a:off x="2340420" y="1458981"/>
              <a:ext cx="43815" cy="75565"/>
            </a:xfrm>
            <a:custGeom>
              <a:avLst/>
              <a:gdLst/>
              <a:ahLst/>
              <a:cxnLst/>
              <a:rect l="l" t="t" r="r" b="b"/>
              <a:pathLst>
                <a:path w="43814" h="75565" extrusionOk="0">
                  <a:moveTo>
                    <a:pt x="0" y="0"/>
                  </a:moveTo>
                  <a:lnTo>
                    <a:pt x="10305" y="12930"/>
                  </a:lnTo>
                  <a:lnTo>
                    <a:pt x="21251" y="21286"/>
                  </a:lnTo>
                  <a:lnTo>
                    <a:pt x="32376" y="25810"/>
                  </a:lnTo>
                  <a:lnTo>
                    <a:pt x="43218" y="27239"/>
                  </a:lnTo>
                  <a:lnTo>
                    <a:pt x="35401" y="34887"/>
                  </a:lnTo>
                  <a:lnTo>
                    <a:pt x="29214" y="45180"/>
                  </a:lnTo>
                  <a:lnTo>
                    <a:pt x="25470" y="58433"/>
                  </a:lnTo>
                  <a:lnTo>
                    <a:pt x="24981" y="7496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122"/>
            <p:cNvSpPr/>
            <p:nvPr/>
          </p:nvSpPr>
          <p:spPr>
            <a:xfrm>
              <a:off x="2387435" y="1491778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19" h="287019" extrusionOk="0">
                  <a:moveTo>
                    <a:pt x="0" y="286769"/>
                  </a:moveTo>
                  <a:lnTo>
                    <a:pt x="286824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83" name="Google Shape;2783;p1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621938" y="1478101"/>
              <a:ext cx="65989" cy="65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4" name="Google Shape;2784;p122"/>
            <p:cNvSpPr/>
            <p:nvPr/>
          </p:nvSpPr>
          <p:spPr>
            <a:xfrm>
              <a:off x="2981551" y="1491778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 extrusionOk="0">
                  <a:moveTo>
                    <a:pt x="286828" y="286769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85" name="Google Shape;2785;p12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967883" y="1478100"/>
              <a:ext cx="65990" cy="66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6" name="Google Shape;2786;p122"/>
            <p:cNvSpPr/>
            <p:nvPr/>
          </p:nvSpPr>
          <p:spPr>
            <a:xfrm>
              <a:off x="3276974" y="1487821"/>
              <a:ext cx="875665" cy="292100"/>
            </a:xfrm>
            <a:custGeom>
              <a:avLst/>
              <a:gdLst/>
              <a:ahLst/>
              <a:cxnLst/>
              <a:rect l="l" t="t" r="r" b="b"/>
              <a:pathLst>
                <a:path w="875664" h="292100" extrusionOk="0">
                  <a:moveTo>
                    <a:pt x="875321" y="291718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122"/>
            <p:cNvSpPr/>
            <p:nvPr/>
          </p:nvSpPr>
          <p:spPr>
            <a:xfrm>
              <a:off x="3272173" y="1458981"/>
              <a:ext cx="43815" cy="75565"/>
            </a:xfrm>
            <a:custGeom>
              <a:avLst/>
              <a:gdLst/>
              <a:ahLst/>
              <a:cxnLst/>
              <a:rect l="l" t="t" r="r" b="b"/>
              <a:pathLst>
                <a:path w="43814" h="75565" extrusionOk="0">
                  <a:moveTo>
                    <a:pt x="18236" y="74960"/>
                  </a:moveTo>
                  <a:lnTo>
                    <a:pt x="17748" y="58433"/>
                  </a:lnTo>
                  <a:lnTo>
                    <a:pt x="14003" y="45180"/>
                  </a:lnTo>
                  <a:lnTo>
                    <a:pt x="7816" y="34887"/>
                  </a:lnTo>
                  <a:lnTo>
                    <a:pt x="0" y="27239"/>
                  </a:lnTo>
                  <a:lnTo>
                    <a:pt x="10841" y="25810"/>
                  </a:lnTo>
                  <a:lnTo>
                    <a:pt x="21966" y="21286"/>
                  </a:lnTo>
                  <a:lnTo>
                    <a:pt x="32912" y="12930"/>
                  </a:lnTo>
                  <a:lnTo>
                    <a:pt x="43218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8" name="Google Shape;2788;p122"/>
          <p:cNvSpPr txBox="1"/>
          <p:nvPr/>
        </p:nvSpPr>
        <p:spPr>
          <a:xfrm>
            <a:off x="2287868" y="789110"/>
            <a:ext cx="1080135" cy="288290"/>
          </a:xfrm>
          <a:prstGeom prst="rect">
            <a:avLst/>
          </a:prstGeom>
          <a:solidFill>
            <a:srgbClr val="FFCC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075" rIns="0" bIns="0" anchor="t" anchorCtr="0">
            <a:spAutoFit/>
          </a:bodyPr>
          <a:lstStyle/>
          <a:p>
            <a:pPr marL="21462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Next Layer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89" name="Google Shape;2789;p122"/>
          <p:cNvGrpSpPr/>
          <p:nvPr/>
        </p:nvGrpSpPr>
        <p:grpSpPr>
          <a:xfrm>
            <a:off x="0" y="1084665"/>
            <a:ext cx="5760261" cy="2149346"/>
            <a:chOff x="0" y="1084665"/>
            <a:chExt cx="5760261" cy="2149346"/>
          </a:xfrm>
        </p:grpSpPr>
        <p:sp>
          <p:nvSpPr>
            <p:cNvPr id="2790" name="Google Shape;2790;p122"/>
            <p:cNvSpPr/>
            <p:nvPr/>
          </p:nvSpPr>
          <p:spPr>
            <a:xfrm>
              <a:off x="2827906" y="1089726"/>
              <a:ext cx="635" cy="102235"/>
            </a:xfrm>
            <a:custGeom>
              <a:avLst/>
              <a:gdLst/>
              <a:ahLst/>
              <a:cxnLst/>
              <a:rect l="l" t="t" r="r" b="b"/>
              <a:pathLst>
                <a:path w="635" h="102234" extrusionOk="0">
                  <a:moveTo>
                    <a:pt x="8" y="101820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122"/>
            <p:cNvSpPr/>
            <p:nvPr/>
          </p:nvSpPr>
          <p:spPr>
            <a:xfrm>
              <a:off x="2788400" y="1084665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0" y="32393"/>
                  </a:moveTo>
                  <a:lnTo>
                    <a:pt x="15525" y="26702"/>
                  </a:lnTo>
                  <a:lnTo>
                    <a:pt x="26914" y="18959"/>
                  </a:lnTo>
                  <a:lnTo>
                    <a:pt x="34722" y="9834"/>
                  </a:lnTo>
                  <a:lnTo>
                    <a:pt x="39505" y="0"/>
                  </a:lnTo>
                  <a:lnTo>
                    <a:pt x="44290" y="9833"/>
                  </a:lnTo>
                  <a:lnTo>
                    <a:pt x="52100" y="18957"/>
                  </a:lnTo>
                  <a:lnTo>
                    <a:pt x="63490" y="26699"/>
                  </a:lnTo>
                  <a:lnTo>
                    <a:pt x="79016" y="32387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12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12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12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95" name="Google Shape;2795;p122"/>
          <p:cNvSpPr txBox="1"/>
          <p:nvPr/>
        </p:nvSpPr>
        <p:spPr>
          <a:xfrm>
            <a:off x="347294" y="2689911"/>
            <a:ext cx="4791710" cy="40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Problem: Computational cost explodes!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Example: Input 256 channels, output 256 channels each path</a:t>
            </a: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Millions of operations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6" name="Google Shape;2796;p12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7" name="Google Shape;2797;p12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09C59E8-FB76-4703-08DF-30D4C2992F2B}"/>
                  </a:ext>
                </a:extLst>
              </p14:cNvPr>
              <p14:cNvContentPartPr/>
              <p14:nvPr/>
            </p14:nvContentPartPr>
            <p14:xfrm>
              <a:off x="250920" y="395640"/>
              <a:ext cx="5080680" cy="2440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09C59E8-FB76-4703-08DF-30D4C2992F2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1560" y="386280"/>
                <a:ext cx="5099400" cy="2459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Google Shape;2802;p12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</a:t>
            </a:r>
            <a:r>
              <a:rPr lang="en-US" cap="small">
                <a:solidFill>
                  <a:srgbClr val="FFFFFF"/>
                </a:solidFill>
              </a:rPr>
              <a:t>nception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odule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with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imensionality</a:t>
            </a:r>
            <a:endParaRPr/>
          </a:p>
        </p:txBody>
      </p:sp>
      <p:sp>
        <p:nvSpPr>
          <p:cNvPr id="2803" name="Google Shape;2803;p123"/>
          <p:cNvSpPr txBox="1"/>
          <p:nvPr/>
        </p:nvSpPr>
        <p:spPr>
          <a:xfrm>
            <a:off x="347294" y="665370"/>
            <a:ext cx="3649979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Solution: Add 1×1 convolutions before expensive operations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4" name="Google Shape;2804;p123"/>
          <p:cNvSpPr txBox="1"/>
          <p:nvPr/>
        </p:nvSpPr>
        <p:spPr>
          <a:xfrm>
            <a:off x="2295364" y="2519574"/>
            <a:ext cx="1383030" cy="252095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Input: 28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28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256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5" name="Google Shape;2805;p123"/>
          <p:cNvSpPr txBox="1"/>
          <p:nvPr/>
        </p:nvSpPr>
        <p:spPr>
          <a:xfrm>
            <a:off x="1325447" y="1785847"/>
            <a:ext cx="551180" cy="207645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1×1, 64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6" name="Google Shape;2806;p123"/>
          <p:cNvSpPr txBox="1"/>
          <p:nvPr/>
        </p:nvSpPr>
        <p:spPr>
          <a:xfrm>
            <a:off x="1595208" y="2019539"/>
            <a:ext cx="2635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Direct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07" name="Google Shape;2807;p123"/>
          <p:cNvGrpSpPr/>
          <p:nvPr/>
        </p:nvGrpSpPr>
        <p:grpSpPr>
          <a:xfrm>
            <a:off x="2169466" y="1533845"/>
            <a:ext cx="626745" cy="711649"/>
            <a:chOff x="2169466" y="1533845"/>
            <a:chExt cx="626745" cy="711649"/>
          </a:xfrm>
        </p:grpSpPr>
        <p:sp>
          <p:nvSpPr>
            <p:cNvPr id="2808" name="Google Shape;2808;p123"/>
            <p:cNvSpPr/>
            <p:nvPr/>
          </p:nvSpPr>
          <p:spPr>
            <a:xfrm>
              <a:off x="2207454" y="2037849"/>
              <a:ext cx="551180" cy="207645"/>
            </a:xfrm>
            <a:custGeom>
              <a:avLst/>
              <a:gdLst/>
              <a:ahLst/>
              <a:cxnLst/>
              <a:rect l="l" t="t" r="r" b="b"/>
              <a:pathLst>
                <a:path w="551180" h="207644" extrusionOk="0">
                  <a:moveTo>
                    <a:pt x="550766" y="0"/>
                  </a:moveTo>
                  <a:lnTo>
                    <a:pt x="0" y="0"/>
                  </a:lnTo>
                  <a:lnTo>
                    <a:pt x="0" y="207442"/>
                  </a:lnTo>
                  <a:lnTo>
                    <a:pt x="550766" y="207442"/>
                  </a:lnTo>
                  <a:lnTo>
                    <a:pt x="550766" y="0"/>
                  </a:lnTo>
                  <a:close/>
                </a:path>
              </a:pathLst>
            </a:custGeom>
            <a:solidFill>
              <a:srgbClr val="CCE5E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123"/>
            <p:cNvSpPr/>
            <p:nvPr/>
          </p:nvSpPr>
          <p:spPr>
            <a:xfrm>
              <a:off x="2207454" y="2037849"/>
              <a:ext cx="551180" cy="207645"/>
            </a:xfrm>
            <a:custGeom>
              <a:avLst/>
              <a:gdLst/>
              <a:ahLst/>
              <a:cxnLst/>
              <a:rect l="l" t="t" r="r" b="b"/>
              <a:pathLst>
                <a:path w="551180" h="207644" extrusionOk="0">
                  <a:moveTo>
                    <a:pt x="0" y="207442"/>
                  </a:moveTo>
                  <a:lnTo>
                    <a:pt x="550766" y="207442"/>
                  </a:lnTo>
                  <a:lnTo>
                    <a:pt x="550766" y="0"/>
                  </a:lnTo>
                  <a:lnTo>
                    <a:pt x="0" y="0"/>
                  </a:lnTo>
                  <a:lnTo>
                    <a:pt x="0" y="20744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123"/>
            <p:cNvSpPr/>
            <p:nvPr/>
          </p:nvSpPr>
          <p:spPr>
            <a:xfrm>
              <a:off x="2169466" y="1533845"/>
              <a:ext cx="626745" cy="207645"/>
            </a:xfrm>
            <a:custGeom>
              <a:avLst/>
              <a:gdLst/>
              <a:ahLst/>
              <a:cxnLst/>
              <a:rect l="l" t="t" r="r" b="b"/>
              <a:pathLst>
                <a:path w="626744" h="207644" extrusionOk="0">
                  <a:moveTo>
                    <a:pt x="626742" y="0"/>
                  </a:moveTo>
                  <a:lnTo>
                    <a:pt x="0" y="0"/>
                  </a:lnTo>
                  <a:lnTo>
                    <a:pt x="0" y="207442"/>
                  </a:lnTo>
                  <a:lnTo>
                    <a:pt x="626742" y="207442"/>
                  </a:lnTo>
                  <a:lnTo>
                    <a:pt x="626742" y="0"/>
                  </a:lnTo>
                  <a:close/>
                </a:path>
              </a:pathLst>
            </a:custGeom>
            <a:solidFill>
              <a:srgbClr val="FFE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123"/>
            <p:cNvSpPr/>
            <p:nvPr/>
          </p:nvSpPr>
          <p:spPr>
            <a:xfrm>
              <a:off x="2169466" y="1533845"/>
              <a:ext cx="626745" cy="207645"/>
            </a:xfrm>
            <a:custGeom>
              <a:avLst/>
              <a:gdLst/>
              <a:ahLst/>
              <a:cxnLst/>
              <a:rect l="l" t="t" r="r" b="b"/>
              <a:pathLst>
                <a:path w="626744" h="207644" extrusionOk="0">
                  <a:moveTo>
                    <a:pt x="0" y="207442"/>
                  </a:moveTo>
                  <a:lnTo>
                    <a:pt x="626742" y="207442"/>
                  </a:lnTo>
                  <a:lnTo>
                    <a:pt x="626742" y="0"/>
                  </a:lnTo>
                  <a:lnTo>
                    <a:pt x="0" y="0"/>
                  </a:lnTo>
                  <a:lnTo>
                    <a:pt x="0" y="20744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12" name="Google Shape;2812;p123"/>
          <p:cNvSpPr txBox="1"/>
          <p:nvPr/>
        </p:nvSpPr>
        <p:spPr>
          <a:xfrm>
            <a:off x="2190990" y="1526316"/>
            <a:ext cx="5842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2349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3×3, 128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13" name="Google Shape;2813;p123"/>
          <p:cNvGraphicFramePr/>
          <p:nvPr/>
        </p:nvGraphicFramePr>
        <p:xfrm>
          <a:off x="2960929" y="1531315"/>
          <a:ext cx="551200" cy="7105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7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000">
                <a:tc gridSpan="2"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5×5, 32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2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000">
                <a:tc gridSpan="2"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1×1, 16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2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5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14" name="Google Shape;2814;p123"/>
          <p:cNvSpPr txBox="1"/>
          <p:nvPr/>
        </p:nvSpPr>
        <p:spPr>
          <a:xfrm>
            <a:off x="2190990" y="2030315"/>
            <a:ext cx="1343660" cy="37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6159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1×1, 96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260350" lvl="0" indent="0" algn="l" rtl="0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Reduce	Reduce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15" name="Google Shape;2815;p123"/>
          <p:cNvGraphicFramePr/>
          <p:nvPr/>
        </p:nvGraphicFramePr>
        <p:xfrm>
          <a:off x="3804606" y="1531315"/>
          <a:ext cx="589300" cy="7029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9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000">
                <a:tc gridSpan="2">
                  <a:txBody>
                    <a:bodyPr/>
                    <a:lstStyle/>
                    <a:p>
                      <a:pPr marL="641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1×1, 32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2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5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5">
                <a:tc gridSpan="2"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3×3 Pool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CC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16" name="Google Shape;2816;p123"/>
          <p:cNvSpPr txBox="1"/>
          <p:nvPr/>
        </p:nvSpPr>
        <p:spPr>
          <a:xfrm>
            <a:off x="4145267" y="2271533"/>
            <a:ext cx="203200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Pool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7" name="Google Shape;2817;p123"/>
          <p:cNvSpPr txBox="1"/>
          <p:nvPr/>
        </p:nvSpPr>
        <p:spPr>
          <a:xfrm>
            <a:off x="1780825" y="855224"/>
            <a:ext cx="2160300" cy="403500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1750" rIns="0" bIns="0" anchor="t" anchorCtr="0">
            <a:spAutoFit/>
          </a:bodyPr>
          <a:lstStyle/>
          <a:p>
            <a:pPr marL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Concatenate: 28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28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256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8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64 </a:t>
            </a:r>
            <a:r>
              <a:rPr lang="en-US" sz="800">
                <a:latin typeface="Verdana"/>
                <a:ea typeface="Verdana"/>
                <a:cs typeface="Verdana"/>
                <a:sym typeface="Verdana"/>
              </a:rPr>
              <a:t>+ 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128 </a:t>
            </a:r>
            <a:r>
              <a:rPr lang="en-US" sz="800">
                <a:latin typeface="Verdana"/>
                <a:ea typeface="Verdana"/>
                <a:cs typeface="Verdana"/>
                <a:sym typeface="Verdana"/>
              </a:rPr>
              <a:t>+ 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32 </a:t>
            </a:r>
            <a:r>
              <a:rPr lang="en-US" sz="800">
                <a:latin typeface="Verdana"/>
                <a:ea typeface="Verdana"/>
                <a:cs typeface="Verdana"/>
                <a:sym typeface="Verdana"/>
              </a:rPr>
              <a:t>+ 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32 </a:t>
            </a:r>
            <a:r>
              <a:rPr lang="en-US" sz="800">
                <a:latin typeface="Verdana"/>
                <a:ea typeface="Verdana"/>
                <a:cs typeface="Verdana"/>
                <a:sym typeface="Verdana"/>
              </a:rPr>
              <a:t>= 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256 channels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18" name="Google Shape;2818;p123"/>
          <p:cNvGrpSpPr/>
          <p:nvPr/>
        </p:nvGrpSpPr>
        <p:grpSpPr>
          <a:xfrm>
            <a:off x="0" y="1289666"/>
            <a:ext cx="5760261" cy="1944345"/>
            <a:chOff x="0" y="1289666"/>
            <a:chExt cx="5760261" cy="1944345"/>
          </a:xfrm>
        </p:grpSpPr>
        <p:sp>
          <p:nvSpPr>
            <p:cNvPr id="2819" name="Google Shape;2819;p123"/>
            <p:cNvSpPr/>
            <p:nvPr/>
          </p:nvSpPr>
          <p:spPr>
            <a:xfrm>
              <a:off x="1609986" y="2000105"/>
              <a:ext cx="1102995" cy="517525"/>
            </a:xfrm>
            <a:custGeom>
              <a:avLst/>
              <a:gdLst/>
              <a:ahLst/>
              <a:cxnLst/>
              <a:rect l="l" t="t" r="r" b="b"/>
              <a:pathLst>
                <a:path w="1102995" h="517525" extrusionOk="0">
                  <a:moveTo>
                    <a:pt x="1102730" y="516936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123"/>
            <p:cNvSpPr/>
            <p:nvPr/>
          </p:nvSpPr>
          <p:spPr>
            <a:xfrm>
              <a:off x="1605403" y="1975932"/>
              <a:ext cx="46355" cy="71755"/>
            </a:xfrm>
            <a:custGeom>
              <a:avLst/>
              <a:gdLst/>
              <a:ahLst/>
              <a:cxnLst/>
              <a:rect l="l" t="t" r="r" b="b"/>
              <a:pathLst>
                <a:path w="46355" h="71755" extrusionOk="0">
                  <a:moveTo>
                    <a:pt x="12558" y="71545"/>
                  </a:moveTo>
                  <a:lnTo>
                    <a:pt x="13997" y="55072"/>
                  </a:lnTo>
                  <a:lnTo>
                    <a:pt x="11820" y="41473"/>
                  </a:lnTo>
                  <a:lnTo>
                    <a:pt x="6873" y="30530"/>
                  </a:lnTo>
                  <a:lnTo>
                    <a:pt x="0" y="22024"/>
                  </a:lnTo>
                  <a:lnTo>
                    <a:pt x="10934" y="21866"/>
                  </a:lnTo>
                  <a:lnTo>
                    <a:pt x="22510" y="18669"/>
                  </a:lnTo>
                  <a:lnTo>
                    <a:pt x="34355" y="11642"/>
                  </a:lnTo>
                  <a:lnTo>
                    <a:pt x="46096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123"/>
            <p:cNvSpPr/>
            <p:nvPr/>
          </p:nvSpPr>
          <p:spPr>
            <a:xfrm>
              <a:off x="2490790" y="2254085"/>
              <a:ext cx="333375" cy="263525"/>
            </a:xfrm>
            <a:custGeom>
              <a:avLst/>
              <a:gdLst/>
              <a:ahLst/>
              <a:cxnLst/>
              <a:rect l="l" t="t" r="r" b="b"/>
              <a:pathLst>
                <a:path w="333375" h="263525" extrusionOk="0">
                  <a:moveTo>
                    <a:pt x="333258" y="262956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123"/>
            <p:cNvSpPr/>
            <p:nvPr/>
          </p:nvSpPr>
          <p:spPr>
            <a:xfrm>
              <a:off x="2486817" y="2239999"/>
              <a:ext cx="50165" cy="62230"/>
            </a:xfrm>
            <a:custGeom>
              <a:avLst/>
              <a:gdLst/>
              <a:ahLst/>
              <a:cxnLst/>
              <a:rect l="l" t="t" r="r" b="b"/>
              <a:pathLst>
                <a:path w="50164" h="62230" extrusionOk="0">
                  <a:moveTo>
                    <a:pt x="954" y="62029"/>
                  </a:moveTo>
                  <a:lnTo>
                    <a:pt x="6105" y="46317"/>
                  </a:lnTo>
                  <a:lnTo>
                    <a:pt x="7082" y="32580"/>
                  </a:lnTo>
                  <a:lnTo>
                    <a:pt x="4756" y="20798"/>
                  </a:lnTo>
                  <a:lnTo>
                    <a:pt x="0" y="10951"/>
                  </a:lnTo>
                  <a:lnTo>
                    <a:pt x="10683" y="13287"/>
                  </a:lnTo>
                  <a:lnTo>
                    <a:pt x="22682" y="12808"/>
                  </a:lnTo>
                  <a:lnTo>
                    <a:pt x="35815" y="8663"/>
                  </a:lnTo>
                  <a:lnTo>
                    <a:pt x="49898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123"/>
            <p:cNvSpPr/>
            <p:nvPr/>
          </p:nvSpPr>
          <p:spPr>
            <a:xfrm>
              <a:off x="3068269" y="2256365"/>
              <a:ext cx="165735" cy="260985"/>
            </a:xfrm>
            <a:custGeom>
              <a:avLst/>
              <a:gdLst/>
              <a:ahLst/>
              <a:cxnLst/>
              <a:rect l="l" t="t" r="r" b="b"/>
              <a:pathLst>
                <a:path w="165735" h="260985" extrusionOk="0">
                  <a:moveTo>
                    <a:pt x="0" y="260675"/>
                  </a:moveTo>
                  <a:lnTo>
                    <a:pt x="165176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123"/>
            <p:cNvSpPr/>
            <p:nvPr/>
          </p:nvSpPr>
          <p:spPr>
            <a:xfrm>
              <a:off x="3185448" y="2252090"/>
              <a:ext cx="67310" cy="48895"/>
            </a:xfrm>
            <a:custGeom>
              <a:avLst/>
              <a:gdLst/>
              <a:ahLst/>
              <a:cxnLst/>
              <a:rect l="l" t="t" r="r" b="b"/>
              <a:pathLst>
                <a:path w="67310" h="48894" extrusionOk="0">
                  <a:moveTo>
                    <a:pt x="0" y="6212"/>
                  </a:moveTo>
                  <a:lnTo>
                    <a:pt x="16159" y="9717"/>
                  </a:lnTo>
                  <a:lnTo>
                    <a:pt x="29923" y="9273"/>
                  </a:lnTo>
                  <a:lnTo>
                    <a:pt x="41403" y="5745"/>
                  </a:lnTo>
                  <a:lnTo>
                    <a:pt x="50707" y="0"/>
                  </a:lnTo>
                  <a:lnTo>
                    <a:pt x="49485" y="10866"/>
                  </a:lnTo>
                  <a:lnTo>
                    <a:pt x="51197" y="22753"/>
                  </a:lnTo>
                  <a:lnTo>
                    <a:pt x="56673" y="35389"/>
                  </a:lnTo>
                  <a:lnTo>
                    <a:pt x="66742" y="48504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123"/>
            <p:cNvSpPr/>
            <p:nvPr/>
          </p:nvSpPr>
          <p:spPr>
            <a:xfrm>
              <a:off x="3346339" y="2243536"/>
              <a:ext cx="765175" cy="273685"/>
            </a:xfrm>
            <a:custGeom>
              <a:avLst/>
              <a:gdLst/>
              <a:ahLst/>
              <a:cxnLst/>
              <a:rect l="l" t="t" r="r" b="b"/>
              <a:pathLst>
                <a:path w="765175" h="273685" extrusionOk="0">
                  <a:moveTo>
                    <a:pt x="0" y="273505"/>
                  </a:moveTo>
                  <a:lnTo>
                    <a:pt x="765018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123"/>
            <p:cNvSpPr/>
            <p:nvPr/>
          </p:nvSpPr>
          <p:spPr>
            <a:xfrm>
              <a:off x="4072324" y="2215534"/>
              <a:ext cx="43815" cy="74930"/>
            </a:xfrm>
            <a:custGeom>
              <a:avLst/>
              <a:gdLst/>
              <a:ahLst/>
              <a:cxnLst/>
              <a:rect l="l" t="t" r="r" b="b"/>
              <a:pathLst>
                <a:path w="43814" h="74930" extrusionOk="0">
                  <a:moveTo>
                    <a:pt x="0" y="0"/>
                  </a:moveTo>
                  <a:lnTo>
                    <a:pt x="10583" y="12703"/>
                  </a:lnTo>
                  <a:lnTo>
                    <a:pt x="21708" y="20821"/>
                  </a:lnTo>
                  <a:lnTo>
                    <a:pt x="32928" y="25103"/>
                  </a:lnTo>
                  <a:lnTo>
                    <a:pt x="43798" y="26297"/>
                  </a:lnTo>
                  <a:lnTo>
                    <a:pt x="36149" y="34113"/>
                  </a:lnTo>
                  <a:lnTo>
                    <a:pt x="30186" y="44537"/>
                  </a:lnTo>
                  <a:lnTo>
                    <a:pt x="26729" y="57868"/>
                  </a:lnTo>
                  <a:lnTo>
                    <a:pt x="26599" y="74402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123"/>
            <p:cNvSpPr/>
            <p:nvPr/>
          </p:nvSpPr>
          <p:spPr>
            <a:xfrm>
              <a:off x="2482844" y="1753924"/>
              <a:ext cx="0" cy="281940"/>
            </a:xfrm>
            <a:custGeom>
              <a:avLst/>
              <a:gdLst/>
              <a:ahLst/>
              <a:cxnLst/>
              <a:rect l="l" t="t" r="r" b="b"/>
              <a:pathLst>
                <a:path w="120000" h="281939" extrusionOk="0">
                  <a:moveTo>
                    <a:pt x="0" y="281383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123"/>
            <p:cNvSpPr/>
            <p:nvPr/>
          </p:nvSpPr>
          <p:spPr>
            <a:xfrm>
              <a:off x="2443335" y="1748863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123"/>
            <p:cNvSpPr/>
            <p:nvPr/>
          </p:nvSpPr>
          <p:spPr>
            <a:xfrm>
              <a:off x="1600821" y="1320709"/>
              <a:ext cx="897255" cy="462915"/>
            </a:xfrm>
            <a:custGeom>
              <a:avLst/>
              <a:gdLst/>
              <a:ahLst/>
              <a:cxnLst/>
              <a:rect l="l" t="t" r="r" b="b"/>
              <a:pathLst>
                <a:path w="897255" h="462914" extrusionOk="0">
                  <a:moveTo>
                    <a:pt x="0" y="462591"/>
                  </a:moveTo>
                  <a:lnTo>
                    <a:pt x="897111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830" name="Google Shape;2830;p1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450477" y="1293059"/>
              <a:ext cx="244862" cy="2432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1" name="Google Shape;2831;p1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26380" y="1310934"/>
              <a:ext cx="217544" cy="2254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2" name="Google Shape;2832;p123"/>
            <p:cNvSpPr/>
            <p:nvPr/>
          </p:nvSpPr>
          <p:spPr>
            <a:xfrm>
              <a:off x="3448560" y="1319117"/>
              <a:ext cx="672465" cy="212725"/>
            </a:xfrm>
            <a:custGeom>
              <a:avLst/>
              <a:gdLst/>
              <a:ahLst/>
              <a:cxnLst/>
              <a:rect l="l" t="t" r="r" b="b"/>
              <a:pathLst>
                <a:path w="672464" h="212725" extrusionOk="0">
                  <a:moveTo>
                    <a:pt x="672327" y="212177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123"/>
            <p:cNvSpPr/>
            <p:nvPr/>
          </p:nvSpPr>
          <p:spPr>
            <a:xfrm>
              <a:off x="3443733" y="1289666"/>
              <a:ext cx="43180" cy="75565"/>
            </a:xfrm>
            <a:custGeom>
              <a:avLst/>
              <a:gdLst/>
              <a:ahLst/>
              <a:cxnLst/>
              <a:rect l="l" t="t" r="r" b="b"/>
              <a:pathLst>
                <a:path w="43179" h="75565" extrusionOk="0">
                  <a:moveTo>
                    <a:pt x="18997" y="75350"/>
                  </a:moveTo>
                  <a:lnTo>
                    <a:pt x="18244" y="58832"/>
                  </a:lnTo>
                  <a:lnTo>
                    <a:pt x="14288" y="45641"/>
                  </a:lnTo>
                  <a:lnTo>
                    <a:pt x="7937" y="35449"/>
                  </a:lnTo>
                  <a:lnTo>
                    <a:pt x="0" y="27927"/>
                  </a:lnTo>
                  <a:lnTo>
                    <a:pt x="10817" y="26324"/>
                  </a:lnTo>
                  <a:lnTo>
                    <a:pt x="21868" y="21624"/>
                  </a:lnTo>
                  <a:lnTo>
                    <a:pt x="32679" y="13093"/>
                  </a:lnTo>
                  <a:lnTo>
                    <a:pt x="42776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12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12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12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37" name="Google Shape;2837;p123"/>
          <p:cNvSpPr txBox="1"/>
          <p:nvPr/>
        </p:nvSpPr>
        <p:spPr>
          <a:xfrm>
            <a:off x="347294" y="2903415"/>
            <a:ext cx="498983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Insight: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1×1 convs reduce channels before expensive 3×3 and 5×5 operations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8" name="Google Shape;2838;p12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9" name="Google Shape;2839;p12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CB3C44A-9BAF-92B5-5754-B1FAEAA29245}"/>
                  </a:ext>
                </a:extLst>
              </p14:cNvPr>
              <p14:cNvContentPartPr/>
              <p14:nvPr/>
            </p14:nvContentPartPr>
            <p14:xfrm>
              <a:off x="1099080" y="1697040"/>
              <a:ext cx="3583800" cy="1514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CB3C44A-9BAF-92B5-5754-B1FAEAA2924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9720" y="1687680"/>
                <a:ext cx="3602520" cy="1533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4" name="Google Shape;2844;p12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</a:t>
            </a:r>
            <a:r>
              <a:rPr lang="en-US" cap="small">
                <a:solidFill>
                  <a:srgbClr val="FFFFFF"/>
                </a:solidFill>
              </a:rPr>
              <a:t>nception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odule</a:t>
            </a:r>
            <a:r>
              <a:rPr lang="en-US">
                <a:solidFill>
                  <a:srgbClr val="FFFFFF"/>
                </a:solidFill>
              </a:rPr>
              <a:t>: C</a:t>
            </a:r>
            <a:r>
              <a:rPr lang="en-US" cap="small">
                <a:solidFill>
                  <a:srgbClr val="FFFFFF"/>
                </a:solidFill>
              </a:rPr>
              <a:t>omputational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avings</a:t>
            </a:r>
            <a:endParaRPr/>
          </a:p>
        </p:txBody>
      </p:sp>
      <p:grpSp>
        <p:nvGrpSpPr>
          <p:cNvPr id="2845" name="Google Shape;2845;p124"/>
          <p:cNvGrpSpPr/>
          <p:nvPr/>
        </p:nvGrpSpPr>
        <p:grpSpPr>
          <a:xfrm>
            <a:off x="513702" y="705878"/>
            <a:ext cx="69291" cy="1927949"/>
            <a:chOff x="513702" y="705878"/>
            <a:chExt cx="69291" cy="1927949"/>
          </a:xfrm>
        </p:grpSpPr>
        <p:pic>
          <p:nvPicPr>
            <p:cNvPr id="2846" name="Google Shape;2846;p12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0587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7" name="Google Shape;2847;p12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45743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8" name="Google Shape;2848;p12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56453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49" name="Google Shape;2849;p124"/>
          <p:cNvSpPr txBox="1"/>
          <p:nvPr/>
        </p:nvSpPr>
        <p:spPr>
          <a:xfrm>
            <a:off x="619226" y="597273"/>
            <a:ext cx="4525645" cy="2263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Without 1×1 reduction (naive):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3×3 conv: 28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28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256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128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230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ops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5×5 conv: 28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28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256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32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5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5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160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ops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Total: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∼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390M operations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With 1×1 reduction: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1×1 reduce: 28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28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256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96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19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ops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3×3 conv: 28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28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96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128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86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ops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1×1 reduce: 28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28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256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16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ops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5×5 conv: 28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28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16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32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5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5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ops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Total: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∼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118M operations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marR="30480" lvl="0" indent="0" algn="l" rtl="0">
              <a:lnSpc>
                <a:spcPct val="1147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18B21"/>
                </a:solidFill>
                <a:latin typeface="Arial"/>
                <a:ea typeface="Arial"/>
                <a:cs typeface="Arial"/>
                <a:sym typeface="Arial"/>
              </a:rPr>
              <a:t>Result: 3.3× reduction in computation!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This is the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bottleneck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principle that became standard in deep networks.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50" name="Google Shape;2850;p12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851" name="Google Shape;2851;p12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12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12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54" name="Google Shape;2854;p12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5" name="Google Shape;2855;p12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0" name="Google Shape;2860;p12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G</a:t>
            </a:r>
            <a:r>
              <a:rPr lang="en-US" cap="small">
                <a:solidFill>
                  <a:srgbClr val="FFFFFF"/>
                </a:solidFill>
              </a:rPr>
              <a:t>oog</a:t>
            </a: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e</a:t>
            </a: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et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rchitecture</a:t>
            </a:r>
            <a:endParaRPr/>
          </a:p>
        </p:txBody>
      </p:sp>
      <p:sp>
        <p:nvSpPr>
          <p:cNvPr id="2861" name="Google Shape;2861;p125"/>
          <p:cNvSpPr txBox="1"/>
          <p:nvPr/>
        </p:nvSpPr>
        <p:spPr>
          <a:xfrm>
            <a:off x="347294" y="564621"/>
            <a:ext cx="202247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Overall Structure: 22 layers deep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62" name="Google Shape;2862;p125"/>
          <p:cNvGraphicFramePr/>
          <p:nvPr/>
        </p:nvGraphicFramePr>
        <p:xfrm>
          <a:off x="1459750" y="882395"/>
          <a:ext cx="2834000" cy="171070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03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510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 Type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Output Size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Details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20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Conv 7×7, stride 2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87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112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112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9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MaxPool 3×3, stride 2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56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56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9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Conv 3×3, stride 1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56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56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192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90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MaxPool 3×3, stride 2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28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28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192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620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Inception (3a)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87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28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28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256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1st block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0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9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Inception (3b)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28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28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480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90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MaxPool 3×3, stride 2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14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14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480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620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Inception (4a-4e)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87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14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14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512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−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832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 blocks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890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MaxPool 3×3, stride 2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832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510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Inception (5a-5b)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832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−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1024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 blocks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620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Global AvgPool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87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1024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NiN style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00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9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Dropout (40%)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en-US" sz="800" i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× </a:t>
                      </a: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1024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Regularization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890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FC + Softmax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1000 classes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Output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863" name="Google Shape;2863;p125"/>
          <p:cNvSpPr txBox="1"/>
          <p:nvPr/>
        </p:nvSpPr>
        <p:spPr>
          <a:xfrm>
            <a:off x="347294" y="2762255"/>
            <a:ext cx="453961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Total: 9 Inception modules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stacked with strategic pooling for downsampling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64" name="Google Shape;2864;p12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865" name="Google Shape;2865;p12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12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12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68" name="Google Shape;2868;p12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9" name="Google Shape;2869;p12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B367AB-86DB-B0DC-E30C-118BD147B272}"/>
                  </a:ext>
                </a:extLst>
              </p14:cNvPr>
              <p14:cNvContentPartPr/>
              <p14:nvPr/>
            </p14:nvContentPartPr>
            <p14:xfrm>
              <a:off x="1195200" y="1574280"/>
              <a:ext cx="368640" cy="577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B367AB-86DB-B0DC-E30C-118BD147B2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85840" y="1564920"/>
                <a:ext cx="387360" cy="596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12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</a:t>
            </a:r>
            <a:r>
              <a:rPr lang="en-US" cap="small">
                <a:solidFill>
                  <a:srgbClr val="FFFFFF"/>
                </a:solidFill>
              </a:rPr>
              <a:t>nception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odule</a:t>
            </a:r>
            <a:r>
              <a:rPr lang="en-US">
                <a:solidFill>
                  <a:srgbClr val="FFFFFF"/>
                </a:solidFill>
              </a:rPr>
              <a:t>: D</a:t>
            </a:r>
            <a:r>
              <a:rPr lang="en-US" cap="small">
                <a:solidFill>
                  <a:srgbClr val="FFFFFF"/>
                </a:solidFill>
              </a:rPr>
              <a:t>esign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hilosophy</a:t>
            </a:r>
            <a:endParaRPr/>
          </a:p>
        </p:txBody>
      </p:sp>
      <p:sp>
        <p:nvSpPr>
          <p:cNvPr id="2875" name="Google Shape;2875;p126"/>
          <p:cNvSpPr txBox="1"/>
          <p:nvPr/>
        </p:nvSpPr>
        <p:spPr>
          <a:xfrm>
            <a:off x="347294" y="470527"/>
            <a:ext cx="2078989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Why does Inception work so well?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6" name="Google Shape;2876;p1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695147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877" name="Google Shape;2877;p126"/>
          <p:cNvSpPr txBox="1"/>
          <p:nvPr/>
        </p:nvSpPr>
        <p:spPr>
          <a:xfrm>
            <a:off x="483946" y="685297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8" name="Google Shape;2878;p1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96" y="1211376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879" name="Google Shape;2879;p126"/>
          <p:cNvSpPr txBox="1"/>
          <p:nvPr/>
        </p:nvSpPr>
        <p:spPr>
          <a:xfrm>
            <a:off x="483946" y="120152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0" name="Google Shape;2880;p1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6996" y="1727606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881" name="Google Shape;2881;p126"/>
          <p:cNvSpPr txBox="1"/>
          <p:nvPr/>
        </p:nvSpPr>
        <p:spPr>
          <a:xfrm>
            <a:off x="483946" y="171774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2" name="Google Shape;2882;p1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996" y="2243823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883" name="Google Shape;2883;p126"/>
          <p:cNvSpPr txBox="1"/>
          <p:nvPr/>
        </p:nvSpPr>
        <p:spPr>
          <a:xfrm>
            <a:off x="483946" y="223397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4" name="Google Shape;2884;p126"/>
          <p:cNvSpPr txBox="1"/>
          <p:nvPr/>
        </p:nvSpPr>
        <p:spPr>
          <a:xfrm>
            <a:off x="619226" y="626948"/>
            <a:ext cx="3085465" cy="210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Multi-scale feature extraction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Different filters capture different scales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Network learns which scale is important per layer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Sparse connections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Not all inputs connected to all outputs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Mimics biological neural networks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Efficient computation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1×1 bottlenecks reduce dimensions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Much fewer parameters than VGG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Increased network depth and width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Can go deeper without computational explosion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Multiple paths increase model capacity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5" name="Google Shape;2885;p12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886" name="Google Shape;2886;p12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12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12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89" name="Google Shape;2889;p126"/>
          <p:cNvSpPr txBox="1"/>
          <p:nvPr/>
        </p:nvSpPr>
        <p:spPr>
          <a:xfrm>
            <a:off x="347294" y="2773960"/>
            <a:ext cx="5065395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Auxiliary Classifiers: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GoogLeNet added intermediate classifiers during training to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combat vanishing gradients (removed at test time)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0" name="Google Shape;2890;p12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12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6" name="Google Shape;2896;p12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</a:t>
            </a:r>
            <a:r>
              <a:rPr lang="en-US" cap="small">
                <a:solidFill>
                  <a:srgbClr val="FFFFFF"/>
                </a:solidFill>
              </a:rPr>
              <a:t>nception</a:t>
            </a:r>
            <a:r>
              <a:rPr lang="en-US">
                <a:solidFill>
                  <a:srgbClr val="FFFFFF"/>
                </a:solidFill>
              </a:rPr>
              <a:t> V</a:t>
            </a:r>
            <a:r>
              <a:rPr lang="en-US" cap="small">
                <a:solidFill>
                  <a:srgbClr val="FFFFFF"/>
                </a:solidFill>
              </a:rPr>
              <a:t>ariants</a:t>
            </a:r>
            <a:endParaRPr/>
          </a:p>
        </p:txBody>
      </p:sp>
      <p:sp>
        <p:nvSpPr>
          <p:cNvPr id="2897" name="Google Shape;2897;p127"/>
          <p:cNvSpPr txBox="1"/>
          <p:nvPr/>
        </p:nvSpPr>
        <p:spPr>
          <a:xfrm>
            <a:off x="347294" y="470527"/>
            <a:ext cx="21336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Evolution of Inception Architecture: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98" name="Google Shape;2898;p127"/>
          <p:cNvGraphicFramePr/>
          <p:nvPr/>
        </p:nvGraphicFramePr>
        <p:xfrm>
          <a:off x="590080" y="711631"/>
          <a:ext cx="4573275" cy="1039475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2349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Year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Innovation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00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Inception v1 (GoogLeNet)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2014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Original inception module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Inception v2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9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2015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9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Batch normalization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9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Inception v3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9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2015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9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Factorized convolutions (3×3</a:t>
                      </a:r>
                      <a:r>
                        <a:rPr lang="en-US" sz="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3×1 + 1×3)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9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Inception v4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9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2016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9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Combined with residual connections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9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160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Inception-ResNet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9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2016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9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Hybrid: Inception + skip connections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9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899" name="Google Shape;2899;p127"/>
          <p:cNvGrpSpPr/>
          <p:nvPr/>
        </p:nvGrpSpPr>
        <p:grpSpPr>
          <a:xfrm>
            <a:off x="513702" y="2028913"/>
            <a:ext cx="69291" cy="757593"/>
            <a:chOff x="513702" y="2028913"/>
            <a:chExt cx="69291" cy="757593"/>
          </a:xfrm>
        </p:grpSpPr>
        <p:pic>
          <p:nvPicPr>
            <p:cNvPr id="2900" name="Google Shape;2900;p1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02891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1" name="Google Shape;2901;p12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71721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02" name="Google Shape;2902;p127"/>
          <p:cNvSpPr txBox="1"/>
          <p:nvPr/>
        </p:nvSpPr>
        <p:spPr>
          <a:xfrm>
            <a:off x="309194" y="1734145"/>
            <a:ext cx="35853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Factorization Example (v3):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Replace expensive 5×5 with two 3×3: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502919" lvl="0" indent="0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5×5 conv: 25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30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operations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502919" lvl="0" indent="0" algn="l" rtl="0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Two 3×3 convs: 9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30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9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30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18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30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operations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502919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Savings: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28% fewer operations, same receptive field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Further: Replace 3×3 with 3×1 + 1×3: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502919" lvl="0" indent="0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3×3 conv: 9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30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operations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502919" lvl="0" indent="0" algn="l" rtl="0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3×1 + 1×3: 3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30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30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30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operations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3" name="Google Shape;2903;p12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904" name="Google Shape;2904;p12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12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12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07" name="Google Shape;2907;p12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8" name="Google Shape;2908;p127"/>
          <p:cNvSpPr txBox="1"/>
          <p:nvPr/>
        </p:nvSpPr>
        <p:spPr>
          <a:xfrm>
            <a:off x="4632483" y="3137672"/>
            <a:ext cx="37655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127 / 153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E6028D5-C0AB-6CA4-815D-28E3FA464FB0}"/>
                  </a:ext>
                </a:extLst>
              </p14:cNvPr>
              <p14:cNvContentPartPr/>
              <p14:nvPr/>
            </p14:nvContentPartPr>
            <p14:xfrm>
              <a:off x="2295360" y="176760"/>
              <a:ext cx="3332160" cy="2687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E6028D5-C0AB-6CA4-815D-28E3FA464F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86000" y="167400"/>
                <a:ext cx="3350880" cy="2706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12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R</a:t>
            </a:r>
            <a:r>
              <a:rPr lang="en-US" cap="small">
                <a:solidFill>
                  <a:srgbClr val="FFFFFF"/>
                </a:solidFill>
              </a:rPr>
              <a:t>es</a:t>
            </a: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et</a:t>
            </a:r>
            <a:r>
              <a:rPr lang="en-US">
                <a:solidFill>
                  <a:srgbClr val="FFFFFF"/>
                </a:solidFill>
              </a:rPr>
              <a:t> (2015) - T</a:t>
            </a:r>
            <a:r>
              <a:rPr lang="en-US" cap="small">
                <a:solidFill>
                  <a:srgbClr val="FFFFFF"/>
                </a:solidFill>
              </a:rPr>
              <a:t>he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epth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roblem</a:t>
            </a:r>
            <a:endParaRPr/>
          </a:p>
        </p:txBody>
      </p:sp>
      <p:grpSp>
        <p:nvGrpSpPr>
          <p:cNvPr id="2914" name="Google Shape;2914;p128"/>
          <p:cNvGrpSpPr/>
          <p:nvPr/>
        </p:nvGrpSpPr>
        <p:grpSpPr>
          <a:xfrm>
            <a:off x="309193" y="518692"/>
            <a:ext cx="5192466" cy="489269"/>
            <a:chOff x="309193" y="518692"/>
            <a:chExt cx="5192466" cy="489269"/>
          </a:xfrm>
        </p:grpSpPr>
        <p:sp>
          <p:nvSpPr>
            <p:cNvPr id="2915" name="Google Shape;2915;p128"/>
            <p:cNvSpPr/>
            <p:nvPr/>
          </p:nvSpPr>
          <p:spPr>
            <a:xfrm>
              <a:off x="309193" y="518692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16" name="Google Shape;2916;p12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12927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7" name="Google Shape;2917;p12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90636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8" name="Google Shape;2918;p12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893660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9" name="Google Shape;2919;p12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62927"/>
              <a:ext cx="50800" cy="3434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0" name="Google Shape;2920;p128"/>
            <p:cNvSpPr/>
            <p:nvPr/>
          </p:nvSpPr>
          <p:spPr>
            <a:xfrm>
              <a:off x="309193" y="757204"/>
              <a:ext cx="5142230" cy="200025"/>
            </a:xfrm>
            <a:custGeom>
              <a:avLst/>
              <a:gdLst/>
              <a:ahLst/>
              <a:cxnLst/>
              <a:rect l="l" t="t" r="r" b="b"/>
              <a:pathLst>
                <a:path w="5142230" h="20002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49156"/>
                  </a:lnTo>
                  <a:lnTo>
                    <a:pt x="4008" y="168880"/>
                  </a:lnTo>
                  <a:lnTo>
                    <a:pt x="14922" y="185033"/>
                  </a:lnTo>
                  <a:lnTo>
                    <a:pt x="31075" y="195947"/>
                  </a:lnTo>
                  <a:lnTo>
                    <a:pt x="50800" y="199956"/>
                  </a:lnTo>
                  <a:lnTo>
                    <a:pt x="5090865" y="199956"/>
                  </a:lnTo>
                  <a:lnTo>
                    <a:pt x="5110590" y="195947"/>
                  </a:lnTo>
                  <a:lnTo>
                    <a:pt x="5126743" y="185033"/>
                  </a:lnTo>
                  <a:lnTo>
                    <a:pt x="5137657" y="168880"/>
                  </a:lnTo>
                  <a:lnTo>
                    <a:pt x="5141666" y="149156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128"/>
            <p:cNvSpPr/>
            <p:nvPr/>
          </p:nvSpPr>
          <p:spPr>
            <a:xfrm>
              <a:off x="5450859" y="601023"/>
              <a:ext cx="0" cy="324485"/>
            </a:xfrm>
            <a:custGeom>
              <a:avLst/>
              <a:gdLst/>
              <a:ahLst/>
              <a:cxnLst/>
              <a:rect l="l" t="t" r="r" b="b"/>
              <a:pathLst>
                <a:path w="120000" h="324484" extrusionOk="0">
                  <a:moveTo>
                    <a:pt x="0" y="324387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128"/>
            <p:cNvSpPr/>
            <p:nvPr/>
          </p:nvSpPr>
          <p:spPr>
            <a:xfrm>
              <a:off x="5450859" y="5883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128"/>
            <p:cNvSpPr/>
            <p:nvPr/>
          </p:nvSpPr>
          <p:spPr>
            <a:xfrm>
              <a:off x="5450859" y="5756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128"/>
            <p:cNvSpPr/>
            <p:nvPr/>
          </p:nvSpPr>
          <p:spPr>
            <a:xfrm>
              <a:off x="5450859" y="5629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128"/>
            <p:cNvSpPr/>
            <p:nvPr/>
          </p:nvSpPr>
          <p:spPr>
            <a:xfrm>
              <a:off x="5450859" y="54387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26" name="Google Shape;2926;p128"/>
          <p:cNvSpPr txBox="1"/>
          <p:nvPr/>
        </p:nvSpPr>
        <p:spPr>
          <a:xfrm>
            <a:off x="347294" y="449121"/>
            <a:ext cx="4434205" cy="473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urprising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D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iscovery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Deeper networks performed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worse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than shallow networks on training set!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27" name="Google Shape;2927;p128"/>
          <p:cNvGrpSpPr/>
          <p:nvPr/>
        </p:nvGrpSpPr>
        <p:grpSpPr>
          <a:xfrm>
            <a:off x="1693279" y="1137398"/>
            <a:ext cx="2727960" cy="1108075"/>
            <a:chOff x="1693279" y="1137398"/>
            <a:chExt cx="2727960" cy="1108075"/>
          </a:xfrm>
        </p:grpSpPr>
        <p:sp>
          <p:nvSpPr>
            <p:cNvPr id="2928" name="Google Shape;2928;p128"/>
            <p:cNvSpPr/>
            <p:nvPr/>
          </p:nvSpPr>
          <p:spPr>
            <a:xfrm>
              <a:off x="1693279" y="1137398"/>
              <a:ext cx="1637030" cy="1108075"/>
            </a:xfrm>
            <a:custGeom>
              <a:avLst/>
              <a:gdLst/>
              <a:ahLst/>
              <a:cxnLst/>
              <a:rect l="l" t="t" r="r" b="b"/>
              <a:pathLst>
                <a:path w="1637029" h="1108075" extrusionOk="0">
                  <a:moveTo>
                    <a:pt x="0" y="1107571"/>
                  </a:moveTo>
                  <a:lnTo>
                    <a:pt x="0" y="0"/>
                  </a:lnTo>
                </a:path>
                <a:path w="1637029" h="1108075" extrusionOk="0">
                  <a:moveTo>
                    <a:pt x="545518" y="1107571"/>
                  </a:moveTo>
                  <a:lnTo>
                    <a:pt x="545518" y="0"/>
                  </a:lnTo>
                </a:path>
                <a:path w="1637029" h="1108075" extrusionOk="0">
                  <a:moveTo>
                    <a:pt x="1091037" y="1107571"/>
                  </a:moveTo>
                  <a:lnTo>
                    <a:pt x="1091037" y="0"/>
                  </a:lnTo>
                </a:path>
                <a:path w="1637029" h="1108075" extrusionOk="0">
                  <a:moveTo>
                    <a:pt x="1636555" y="1107571"/>
                  </a:moveTo>
                  <a:lnTo>
                    <a:pt x="1636555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128"/>
            <p:cNvSpPr/>
            <p:nvPr/>
          </p:nvSpPr>
          <p:spPr>
            <a:xfrm>
              <a:off x="3875353" y="1137398"/>
              <a:ext cx="0" cy="1108075"/>
            </a:xfrm>
            <a:custGeom>
              <a:avLst/>
              <a:gdLst/>
              <a:ahLst/>
              <a:cxnLst/>
              <a:rect l="l" t="t" r="r" b="b"/>
              <a:pathLst>
                <a:path w="120000" h="1108075" extrusionOk="0">
                  <a:moveTo>
                    <a:pt x="0" y="386755"/>
                  </a:moveTo>
                  <a:lnTo>
                    <a:pt x="0" y="1107571"/>
                  </a:lnTo>
                </a:path>
                <a:path w="120000" h="1108075" extrusionOk="0">
                  <a:moveTo>
                    <a:pt x="0" y="0"/>
                  </a:moveTo>
                  <a:lnTo>
                    <a:pt x="0" y="3550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128"/>
            <p:cNvSpPr/>
            <p:nvPr/>
          </p:nvSpPr>
          <p:spPr>
            <a:xfrm>
              <a:off x="1693279" y="1137398"/>
              <a:ext cx="2727960" cy="1108075"/>
            </a:xfrm>
            <a:custGeom>
              <a:avLst/>
              <a:gdLst/>
              <a:ahLst/>
              <a:cxnLst/>
              <a:rect l="l" t="t" r="r" b="b"/>
              <a:pathLst>
                <a:path w="2727960" h="1108075" extrusionOk="0">
                  <a:moveTo>
                    <a:pt x="2727593" y="1107571"/>
                  </a:moveTo>
                  <a:lnTo>
                    <a:pt x="2727593" y="0"/>
                  </a:lnTo>
                </a:path>
                <a:path w="2727960" h="1108075" extrusionOk="0">
                  <a:moveTo>
                    <a:pt x="0" y="1107571"/>
                  </a:moveTo>
                  <a:lnTo>
                    <a:pt x="2727593" y="1107571"/>
                  </a:lnTo>
                </a:path>
                <a:path w="2727960" h="1108075" extrusionOk="0">
                  <a:moveTo>
                    <a:pt x="0" y="830679"/>
                  </a:moveTo>
                  <a:lnTo>
                    <a:pt x="2727593" y="830679"/>
                  </a:lnTo>
                </a:path>
                <a:path w="2727960" h="1108075" extrusionOk="0">
                  <a:moveTo>
                    <a:pt x="0" y="553786"/>
                  </a:moveTo>
                  <a:lnTo>
                    <a:pt x="2727593" y="553786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128"/>
            <p:cNvSpPr/>
            <p:nvPr/>
          </p:nvSpPr>
          <p:spPr>
            <a:xfrm>
              <a:off x="1693279" y="1414291"/>
              <a:ext cx="2727960" cy="0"/>
            </a:xfrm>
            <a:custGeom>
              <a:avLst/>
              <a:gdLst/>
              <a:ahLst/>
              <a:cxnLst/>
              <a:rect l="l" t="t" r="r" b="b"/>
              <a:pathLst>
                <a:path w="2727960" h="120000" extrusionOk="0">
                  <a:moveTo>
                    <a:pt x="0" y="0"/>
                  </a:moveTo>
                  <a:lnTo>
                    <a:pt x="1888038" y="0"/>
                  </a:lnTo>
                </a:path>
                <a:path w="2727960" h="120000" extrusionOk="0">
                  <a:moveTo>
                    <a:pt x="2643490" y="0"/>
                  </a:moveTo>
                  <a:lnTo>
                    <a:pt x="272759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128"/>
            <p:cNvSpPr/>
            <p:nvPr/>
          </p:nvSpPr>
          <p:spPr>
            <a:xfrm>
              <a:off x="1693279" y="1137398"/>
              <a:ext cx="2727960" cy="0"/>
            </a:xfrm>
            <a:custGeom>
              <a:avLst/>
              <a:gdLst/>
              <a:ahLst/>
              <a:cxnLst/>
              <a:rect l="l" t="t" r="r" b="b"/>
              <a:pathLst>
                <a:path w="2727960" h="120000" extrusionOk="0">
                  <a:moveTo>
                    <a:pt x="0" y="0"/>
                  </a:moveTo>
                  <a:lnTo>
                    <a:pt x="272759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128"/>
            <p:cNvSpPr/>
            <p:nvPr/>
          </p:nvSpPr>
          <p:spPr>
            <a:xfrm>
              <a:off x="1693279" y="1137398"/>
              <a:ext cx="2727960" cy="1108075"/>
            </a:xfrm>
            <a:custGeom>
              <a:avLst/>
              <a:gdLst/>
              <a:ahLst/>
              <a:cxnLst/>
              <a:rect l="l" t="t" r="r" b="b"/>
              <a:pathLst>
                <a:path w="2727960" h="1108075" extrusionOk="0">
                  <a:moveTo>
                    <a:pt x="0" y="1107571"/>
                  </a:moveTo>
                  <a:lnTo>
                    <a:pt x="0" y="1058973"/>
                  </a:lnTo>
                </a:path>
                <a:path w="2727960" h="1108075" extrusionOk="0">
                  <a:moveTo>
                    <a:pt x="545518" y="1107571"/>
                  </a:moveTo>
                  <a:lnTo>
                    <a:pt x="545518" y="1058973"/>
                  </a:lnTo>
                </a:path>
                <a:path w="2727960" h="1108075" extrusionOk="0">
                  <a:moveTo>
                    <a:pt x="1091037" y="1107571"/>
                  </a:moveTo>
                  <a:lnTo>
                    <a:pt x="1091037" y="1058973"/>
                  </a:lnTo>
                </a:path>
                <a:path w="2727960" h="1108075" extrusionOk="0">
                  <a:moveTo>
                    <a:pt x="1636555" y="1107571"/>
                  </a:moveTo>
                  <a:lnTo>
                    <a:pt x="1636555" y="1058973"/>
                  </a:lnTo>
                </a:path>
                <a:path w="2727960" h="1108075" extrusionOk="0">
                  <a:moveTo>
                    <a:pt x="2182074" y="1107571"/>
                  </a:moveTo>
                  <a:lnTo>
                    <a:pt x="2182074" y="1058973"/>
                  </a:lnTo>
                </a:path>
                <a:path w="2727960" h="1108075" extrusionOk="0">
                  <a:moveTo>
                    <a:pt x="2727593" y="1107571"/>
                  </a:moveTo>
                  <a:lnTo>
                    <a:pt x="2727593" y="1058973"/>
                  </a:lnTo>
                </a:path>
                <a:path w="2727960" h="1108075" extrusionOk="0">
                  <a:moveTo>
                    <a:pt x="0" y="0"/>
                  </a:moveTo>
                  <a:lnTo>
                    <a:pt x="0" y="48598"/>
                  </a:lnTo>
                </a:path>
                <a:path w="2727960" h="1108075" extrusionOk="0">
                  <a:moveTo>
                    <a:pt x="545518" y="0"/>
                  </a:moveTo>
                  <a:lnTo>
                    <a:pt x="545518" y="48598"/>
                  </a:lnTo>
                </a:path>
                <a:path w="2727960" h="1108075" extrusionOk="0">
                  <a:moveTo>
                    <a:pt x="1091037" y="0"/>
                  </a:moveTo>
                  <a:lnTo>
                    <a:pt x="1091037" y="48598"/>
                  </a:lnTo>
                </a:path>
                <a:path w="2727960" h="1108075" extrusionOk="0">
                  <a:moveTo>
                    <a:pt x="1636555" y="0"/>
                  </a:moveTo>
                  <a:lnTo>
                    <a:pt x="1636555" y="48598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128"/>
            <p:cNvSpPr/>
            <p:nvPr/>
          </p:nvSpPr>
          <p:spPr>
            <a:xfrm>
              <a:off x="3875353" y="1137398"/>
              <a:ext cx="0" cy="35560"/>
            </a:xfrm>
            <a:custGeom>
              <a:avLst/>
              <a:gdLst/>
              <a:ahLst/>
              <a:cxnLst/>
              <a:rect l="l" t="t" r="r" b="b"/>
              <a:pathLst>
                <a:path w="120000" h="35559" extrusionOk="0">
                  <a:moveTo>
                    <a:pt x="0" y="0"/>
                  </a:moveTo>
                  <a:lnTo>
                    <a:pt x="0" y="35503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128"/>
            <p:cNvSpPr/>
            <p:nvPr/>
          </p:nvSpPr>
          <p:spPr>
            <a:xfrm>
              <a:off x="1693279" y="1137398"/>
              <a:ext cx="2727960" cy="1108075"/>
            </a:xfrm>
            <a:custGeom>
              <a:avLst/>
              <a:gdLst/>
              <a:ahLst/>
              <a:cxnLst/>
              <a:rect l="l" t="t" r="r" b="b"/>
              <a:pathLst>
                <a:path w="2727960" h="1108075" extrusionOk="0">
                  <a:moveTo>
                    <a:pt x="2727593" y="0"/>
                  </a:moveTo>
                  <a:lnTo>
                    <a:pt x="2727593" y="48598"/>
                  </a:lnTo>
                </a:path>
                <a:path w="2727960" h="1108075" extrusionOk="0">
                  <a:moveTo>
                    <a:pt x="0" y="1107571"/>
                  </a:moveTo>
                  <a:lnTo>
                    <a:pt x="48598" y="1107571"/>
                  </a:lnTo>
                </a:path>
                <a:path w="2727960" h="1108075" extrusionOk="0">
                  <a:moveTo>
                    <a:pt x="0" y="830679"/>
                  </a:moveTo>
                  <a:lnTo>
                    <a:pt x="48598" y="830679"/>
                  </a:lnTo>
                </a:path>
                <a:path w="2727960" h="1108075" extrusionOk="0">
                  <a:moveTo>
                    <a:pt x="0" y="553786"/>
                  </a:moveTo>
                  <a:lnTo>
                    <a:pt x="48598" y="553786"/>
                  </a:lnTo>
                </a:path>
                <a:path w="2727960" h="1108075" extrusionOk="0">
                  <a:moveTo>
                    <a:pt x="0" y="276893"/>
                  </a:moveTo>
                  <a:lnTo>
                    <a:pt x="48598" y="276893"/>
                  </a:lnTo>
                </a:path>
                <a:path w="2727960" h="1108075" extrusionOk="0">
                  <a:moveTo>
                    <a:pt x="0" y="0"/>
                  </a:moveTo>
                  <a:lnTo>
                    <a:pt x="48598" y="0"/>
                  </a:lnTo>
                </a:path>
                <a:path w="2727960" h="1108075" extrusionOk="0">
                  <a:moveTo>
                    <a:pt x="2727593" y="1107571"/>
                  </a:moveTo>
                  <a:lnTo>
                    <a:pt x="2678993" y="1107571"/>
                  </a:lnTo>
                </a:path>
                <a:path w="2727960" h="1108075" extrusionOk="0">
                  <a:moveTo>
                    <a:pt x="2727593" y="830679"/>
                  </a:moveTo>
                  <a:lnTo>
                    <a:pt x="2678993" y="830679"/>
                  </a:lnTo>
                </a:path>
                <a:path w="2727960" h="1108075" extrusionOk="0">
                  <a:moveTo>
                    <a:pt x="2727593" y="553786"/>
                  </a:moveTo>
                  <a:lnTo>
                    <a:pt x="2678993" y="553786"/>
                  </a:lnTo>
                </a:path>
                <a:path w="2727960" h="1108075" extrusionOk="0">
                  <a:moveTo>
                    <a:pt x="2727593" y="276893"/>
                  </a:moveTo>
                  <a:lnTo>
                    <a:pt x="2678993" y="276893"/>
                  </a:lnTo>
                </a:path>
                <a:path w="2727960" h="1108075" extrusionOk="0">
                  <a:moveTo>
                    <a:pt x="2727593" y="0"/>
                  </a:moveTo>
                  <a:lnTo>
                    <a:pt x="2678993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128"/>
            <p:cNvSpPr/>
            <p:nvPr/>
          </p:nvSpPr>
          <p:spPr>
            <a:xfrm>
              <a:off x="1693279" y="1137398"/>
              <a:ext cx="2727960" cy="1108075"/>
            </a:xfrm>
            <a:custGeom>
              <a:avLst/>
              <a:gdLst/>
              <a:ahLst/>
              <a:cxnLst/>
              <a:rect l="l" t="t" r="r" b="b"/>
              <a:pathLst>
                <a:path w="2727960" h="1108075" extrusionOk="0">
                  <a:moveTo>
                    <a:pt x="0" y="1107571"/>
                  </a:moveTo>
                  <a:lnTo>
                    <a:pt x="0" y="0"/>
                  </a:lnTo>
                  <a:lnTo>
                    <a:pt x="2727593" y="0"/>
                  </a:lnTo>
                  <a:lnTo>
                    <a:pt x="2727593" y="1107571"/>
                  </a:lnTo>
                  <a:lnTo>
                    <a:pt x="0" y="110757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37" name="Google Shape;2937;p128"/>
          <p:cNvSpPr txBox="1"/>
          <p:nvPr/>
        </p:nvSpPr>
        <p:spPr>
          <a:xfrm>
            <a:off x="2157713" y="2239189"/>
            <a:ext cx="162560" cy="173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20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8" name="Google Shape;2938;p128"/>
          <p:cNvSpPr txBox="1"/>
          <p:nvPr/>
        </p:nvSpPr>
        <p:spPr>
          <a:xfrm>
            <a:off x="3794249" y="2239189"/>
            <a:ext cx="162560" cy="173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80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9" name="Google Shape;2939;p128"/>
          <p:cNvSpPr txBox="1"/>
          <p:nvPr/>
        </p:nvSpPr>
        <p:spPr>
          <a:xfrm>
            <a:off x="4305570" y="2239189"/>
            <a:ext cx="231140" cy="173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100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0" name="Google Shape;2940;p128"/>
          <p:cNvSpPr txBox="1"/>
          <p:nvPr/>
        </p:nvSpPr>
        <p:spPr>
          <a:xfrm>
            <a:off x="1475157" y="2151590"/>
            <a:ext cx="290830" cy="173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15</a:t>
            </a:r>
            <a:r>
              <a:rPr lang="en-US" sz="1425" baseline="-25000">
                <a:latin typeface="Arial"/>
                <a:ea typeface="Arial"/>
                <a:cs typeface="Arial"/>
                <a:sym typeface="Arial"/>
              </a:rPr>
              <a:t>0</a:t>
            </a:r>
            <a:endParaRPr sz="1425" baseline="-2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1" name="Google Shape;2941;p128"/>
          <p:cNvSpPr txBox="1"/>
          <p:nvPr/>
        </p:nvSpPr>
        <p:spPr>
          <a:xfrm>
            <a:off x="1500557" y="1044034"/>
            <a:ext cx="162560" cy="1003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35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30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25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4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20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42" name="Google Shape;2942;p128"/>
          <p:cNvGrpSpPr/>
          <p:nvPr/>
        </p:nvGrpSpPr>
        <p:grpSpPr>
          <a:xfrm>
            <a:off x="1693279" y="1172901"/>
            <a:ext cx="2727960" cy="905967"/>
            <a:chOff x="1693279" y="1172901"/>
            <a:chExt cx="2727960" cy="905967"/>
          </a:xfrm>
        </p:grpSpPr>
        <p:sp>
          <p:nvSpPr>
            <p:cNvPr id="2943" name="Google Shape;2943;p128"/>
            <p:cNvSpPr/>
            <p:nvPr/>
          </p:nvSpPr>
          <p:spPr>
            <a:xfrm>
              <a:off x="1693279" y="1303533"/>
              <a:ext cx="2727960" cy="775335"/>
            </a:xfrm>
            <a:custGeom>
              <a:avLst/>
              <a:gdLst/>
              <a:ahLst/>
              <a:cxnLst/>
              <a:rect l="l" t="t" r="r" b="b"/>
              <a:pathLst>
                <a:path w="2727960" h="775335" extrusionOk="0">
                  <a:moveTo>
                    <a:pt x="0" y="0"/>
                  </a:moveTo>
                  <a:lnTo>
                    <a:pt x="545518" y="221514"/>
                  </a:lnTo>
                  <a:lnTo>
                    <a:pt x="1091037" y="443028"/>
                  </a:lnTo>
                  <a:lnTo>
                    <a:pt x="1636555" y="609164"/>
                  </a:lnTo>
                  <a:lnTo>
                    <a:pt x="2182074" y="719921"/>
                  </a:lnTo>
                  <a:lnTo>
                    <a:pt x="2727593" y="775300"/>
                  </a:ln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128"/>
            <p:cNvSpPr/>
            <p:nvPr/>
          </p:nvSpPr>
          <p:spPr>
            <a:xfrm>
              <a:off x="1693279" y="1303533"/>
              <a:ext cx="2727960" cy="498475"/>
            </a:xfrm>
            <a:custGeom>
              <a:avLst/>
              <a:gdLst/>
              <a:ahLst/>
              <a:cxnLst/>
              <a:rect l="l" t="t" r="r" b="b"/>
              <a:pathLst>
                <a:path w="2727960" h="498475" extrusionOk="0">
                  <a:moveTo>
                    <a:pt x="0" y="0"/>
                  </a:moveTo>
                  <a:lnTo>
                    <a:pt x="545518" y="110757"/>
                  </a:lnTo>
                  <a:lnTo>
                    <a:pt x="1091037" y="221514"/>
                  </a:lnTo>
                  <a:lnTo>
                    <a:pt x="1636555" y="332271"/>
                  </a:lnTo>
                  <a:lnTo>
                    <a:pt x="2182074" y="443028"/>
                  </a:lnTo>
                  <a:lnTo>
                    <a:pt x="2727593" y="498407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128"/>
            <p:cNvSpPr/>
            <p:nvPr/>
          </p:nvSpPr>
          <p:spPr>
            <a:xfrm>
              <a:off x="3581318" y="1172901"/>
              <a:ext cx="755650" cy="351790"/>
            </a:xfrm>
            <a:custGeom>
              <a:avLst/>
              <a:gdLst/>
              <a:ahLst/>
              <a:cxnLst/>
              <a:rect l="l" t="t" r="r" b="b"/>
              <a:pathLst>
                <a:path w="755650" h="351790" extrusionOk="0">
                  <a:moveTo>
                    <a:pt x="755452" y="0"/>
                  </a:moveTo>
                  <a:lnTo>
                    <a:pt x="0" y="0"/>
                  </a:lnTo>
                  <a:lnTo>
                    <a:pt x="0" y="351251"/>
                  </a:lnTo>
                  <a:lnTo>
                    <a:pt x="755452" y="351251"/>
                  </a:lnTo>
                  <a:lnTo>
                    <a:pt x="7554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128"/>
            <p:cNvSpPr/>
            <p:nvPr/>
          </p:nvSpPr>
          <p:spPr>
            <a:xfrm>
              <a:off x="3581318" y="1172901"/>
              <a:ext cx="755650" cy="351790"/>
            </a:xfrm>
            <a:custGeom>
              <a:avLst/>
              <a:gdLst/>
              <a:ahLst/>
              <a:cxnLst/>
              <a:rect l="l" t="t" r="r" b="b"/>
              <a:pathLst>
                <a:path w="755650" h="351790" extrusionOk="0">
                  <a:moveTo>
                    <a:pt x="0" y="351251"/>
                  </a:moveTo>
                  <a:lnTo>
                    <a:pt x="755452" y="351251"/>
                  </a:lnTo>
                  <a:lnTo>
                    <a:pt x="755452" y="0"/>
                  </a:lnTo>
                  <a:lnTo>
                    <a:pt x="0" y="0"/>
                  </a:lnTo>
                  <a:lnTo>
                    <a:pt x="0" y="35125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128"/>
            <p:cNvSpPr/>
            <p:nvPr/>
          </p:nvSpPr>
          <p:spPr>
            <a:xfrm>
              <a:off x="3620011" y="1272117"/>
              <a:ext cx="194945" cy="0"/>
            </a:xfrm>
            <a:custGeom>
              <a:avLst/>
              <a:gdLst/>
              <a:ahLst/>
              <a:cxnLst/>
              <a:rect l="l" t="t" r="r" b="b"/>
              <a:pathLst>
                <a:path w="194945" h="120000" extrusionOk="0">
                  <a:moveTo>
                    <a:pt x="0" y="0"/>
                  </a:moveTo>
                  <a:lnTo>
                    <a:pt x="97202" y="0"/>
                  </a:lnTo>
                  <a:lnTo>
                    <a:pt x="194404" y="0"/>
                  </a:ln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128"/>
            <p:cNvSpPr/>
            <p:nvPr/>
          </p:nvSpPr>
          <p:spPr>
            <a:xfrm>
              <a:off x="3620011" y="1424959"/>
              <a:ext cx="194945" cy="0"/>
            </a:xfrm>
            <a:custGeom>
              <a:avLst/>
              <a:gdLst/>
              <a:ahLst/>
              <a:cxnLst/>
              <a:rect l="l" t="t" r="r" b="b"/>
              <a:pathLst>
                <a:path w="194945" h="120000" extrusionOk="0">
                  <a:moveTo>
                    <a:pt x="0" y="0"/>
                  </a:moveTo>
                  <a:lnTo>
                    <a:pt x="97202" y="0"/>
                  </a:lnTo>
                  <a:lnTo>
                    <a:pt x="194404" y="0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49" name="Google Shape;2949;p128"/>
          <p:cNvSpPr txBox="1"/>
          <p:nvPr/>
        </p:nvSpPr>
        <p:spPr>
          <a:xfrm>
            <a:off x="2560860" y="2213741"/>
            <a:ext cx="99250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000" rIns="0" bIns="0" anchor="t" anchorCtr="0">
            <a:spAutoFit/>
          </a:bodyPr>
          <a:lstStyle/>
          <a:p>
            <a:pPr marL="1549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40	60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Training Iterations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0" name="Google Shape;2950;p128"/>
          <p:cNvSpPr txBox="1"/>
          <p:nvPr/>
        </p:nvSpPr>
        <p:spPr>
          <a:xfrm rot="-5400000">
            <a:off x="903788" y="1602429"/>
            <a:ext cx="7613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Training Error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1" name="Google Shape;2951;p128"/>
          <p:cNvSpPr txBox="1"/>
          <p:nvPr/>
        </p:nvSpPr>
        <p:spPr>
          <a:xfrm>
            <a:off x="3829042" y="1171639"/>
            <a:ext cx="463550" cy="326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05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18-layer 56-layer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2" name="Google Shape;2952;p128"/>
          <p:cNvSpPr txBox="1"/>
          <p:nvPr/>
        </p:nvSpPr>
        <p:spPr>
          <a:xfrm>
            <a:off x="347294" y="2700463"/>
            <a:ext cx="4662170" cy="39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5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Problem: Not overfitting (training error is higher!), but </a:t>
            </a:r>
            <a:r>
              <a:rPr lang="en-US" sz="1050" b="1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optimization difficulty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Hypothesis: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Deeper networks struggle to learn even identity mappings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53" name="Google Shape;2953;p12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954" name="Google Shape;2954;p12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12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12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57" name="Google Shape;2957;p12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8" name="Google Shape;2958;p12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894FA17-B46C-1E22-0282-9D676631E54D}"/>
                  </a:ext>
                </a:extLst>
              </p14:cNvPr>
              <p14:cNvContentPartPr/>
              <p14:nvPr/>
            </p14:nvContentPartPr>
            <p14:xfrm>
              <a:off x="1454400" y="1266120"/>
              <a:ext cx="3265200" cy="823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894FA17-B46C-1E22-0282-9D676631E54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45040" y="1256760"/>
                <a:ext cx="3283920" cy="842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Google Shape;2963;p12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R</a:t>
            </a:r>
            <a:r>
              <a:rPr lang="en-US" cap="small">
                <a:solidFill>
                  <a:srgbClr val="FFFFFF"/>
                </a:solidFill>
              </a:rPr>
              <a:t>es</a:t>
            </a: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et</a:t>
            </a:r>
            <a:r>
              <a:rPr lang="en-US">
                <a:solidFill>
                  <a:srgbClr val="FFFFFF"/>
                </a:solidFill>
              </a:rPr>
              <a:t>: T</a:t>
            </a:r>
            <a:r>
              <a:rPr lang="en-US" cap="small">
                <a:solidFill>
                  <a:srgbClr val="FFFFFF"/>
                </a:solidFill>
              </a:rPr>
              <a:t>he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esidual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earning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dea</a:t>
            </a:r>
            <a:endParaRPr/>
          </a:p>
        </p:txBody>
      </p:sp>
      <p:sp>
        <p:nvSpPr>
          <p:cNvPr id="2964" name="Google Shape;2964;p129"/>
          <p:cNvSpPr txBox="1"/>
          <p:nvPr/>
        </p:nvSpPr>
        <p:spPr>
          <a:xfrm>
            <a:off x="227304" y="852245"/>
            <a:ext cx="1836420" cy="57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5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Traditional Block: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Learn target mapping directly: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layers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965" name="Google Shape;2965;p1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9470" y="2642655"/>
            <a:ext cx="221052" cy="221052"/>
          </a:xfrm>
          <a:prstGeom prst="rect">
            <a:avLst/>
          </a:prstGeom>
          <a:noFill/>
          <a:ln>
            <a:noFill/>
          </a:ln>
        </p:spPr>
      </p:pic>
      <p:sp>
        <p:nvSpPr>
          <p:cNvPr id="2966" name="Google Shape;2966;p129"/>
          <p:cNvSpPr txBox="1"/>
          <p:nvPr/>
        </p:nvSpPr>
        <p:spPr>
          <a:xfrm>
            <a:off x="1455648" y="2656899"/>
            <a:ext cx="8890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Arial"/>
                <a:ea typeface="Arial"/>
                <a:cs typeface="Arial"/>
                <a:sym typeface="Arial"/>
              </a:rPr>
              <a:t>x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7" name="Google Shape;2967;p129"/>
          <p:cNvSpPr txBox="1"/>
          <p:nvPr/>
        </p:nvSpPr>
        <p:spPr>
          <a:xfrm>
            <a:off x="1322701" y="2362334"/>
            <a:ext cx="354965" cy="177165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Conv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8" name="Google Shape;2968;p129"/>
          <p:cNvSpPr txBox="1"/>
          <p:nvPr/>
        </p:nvSpPr>
        <p:spPr>
          <a:xfrm>
            <a:off x="1322701" y="2034731"/>
            <a:ext cx="354965" cy="177165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Conv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69" name="Google Shape;2969;p129"/>
          <p:cNvGrpSpPr/>
          <p:nvPr/>
        </p:nvGrpSpPr>
        <p:grpSpPr>
          <a:xfrm>
            <a:off x="1322479" y="1567656"/>
            <a:ext cx="355600" cy="355600"/>
            <a:chOff x="1322479" y="1567656"/>
            <a:chExt cx="355600" cy="355600"/>
          </a:xfrm>
        </p:grpSpPr>
        <p:sp>
          <p:nvSpPr>
            <p:cNvPr id="2970" name="Google Shape;2970;p129"/>
            <p:cNvSpPr/>
            <p:nvPr/>
          </p:nvSpPr>
          <p:spPr>
            <a:xfrm>
              <a:off x="1322479" y="1567656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 extrusionOk="0">
                  <a:moveTo>
                    <a:pt x="177517" y="0"/>
                  </a:moveTo>
                  <a:lnTo>
                    <a:pt x="130326" y="6341"/>
                  </a:lnTo>
                  <a:lnTo>
                    <a:pt x="87920" y="24236"/>
                  </a:lnTo>
                  <a:lnTo>
                    <a:pt x="51993" y="51993"/>
                  </a:lnTo>
                  <a:lnTo>
                    <a:pt x="24236" y="87920"/>
                  </a:lnTo>
                  <a:lnTo>
                    <a:pt x="6341" y="130326"/>
                  </a:lnTo>
                  <a:lnTo>
                    <a:pt x="0" y="177517"/>
                  </a:lnTo>
                  <a:lnTo>
                    <a:pt x="6341" y="224709"/>
                  </a:lnTo>
                  <a:lnTo>
                    <a:pt x="24236" y="267115"/>
                  </a:lnTo>
                  <a:lnTo>
                    <a:pt x="51993" y="303042"/>
                  </a:lnTo>
                  <a:lnTo>
                    <a:pt x="87920" y="330799"/>
                  </a:lnTo>
                  <a:lnTo>
                    <a:pt x="130326" y="348694"/>
                  </a:lnTo>
                  <a:lnTo>
                    <a:pt x="177517" y="355035"/>
                  </a:lnTo>
                  <a:lnTo>
                    <a:pt x="224709" y="348694"/>
                  </a:lnTo>
                  <a:lnTo>
                    <a:pt x="267114" y="330799"/>
                  </a:lnTo>
                  <a:lnTo>
                    <a:pt x="303042" y="303042"/>
                  </a:lnTo>
                  <a:lnTo>
                    <a:pt x="330799" y="267115"/>
                  </a:lnTo>
                  <a:lnTo>
                    <a:pt x="348694" y="224709"/>
                  </a:lnTo>
                  <a:lnTo>
                    <a:pt x="355035" y="177517"/>
                  </a:lnTo>
                  <a:lnTo>
                    <a:pt x="348694" y="130326"/>
                  </a:lnTo>
                  <a:lnTo>
                    <a:pt x="330799" y="87920"/>
                  </a:lnTo>
                  <a:lnTo>
                    <a:pt x="303042" y="51993"/>
                  </a:lnTo>
                  <a:lnTo>
                    <a:pt x="267114" y="24236"/>
                  </a:lnTo>
                  <a:lnTo>
                    <a:pt x="224709" y="6341"/>
                  </a:lnTo>
                  <a:lnTo>
                    <a:pt x="177517" y="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129"/>
            <p:cNvSpPr/>
            <p:nvPr/>
          </p:nvSpPr>
          <p:spPr>
            <a:xfrm>
              <a:off x="1322479" y="1567656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 extrusionOk="0">
                  <a:moveTo>
                    <a:pt x="355035" y="177517"/>
                  </a:moveTo>
                  <a:lnTo>
                    <a:pt x="348694" y="130326"/>
                  </a:lnTo>
                  <a:lnTo>
                    <a:pt x="330799" y="87920"/>
                  </a:lnTo>
                  <a:lnTo>
                    <a:pt x="303042" y="51993"/>
                  </a:lnTo>
                  <a:lnTo>
                    <a:pt x="267114" y="24236"/>
                  </a:lnTo>
                  <a:lnTo>
                    <a:pt x="224709" y="6341"/>
                  </a:lnTo>
                  <a:lnTo>
                    <a:pt x="177517" y="0"/>
                  </a:lnTo>
                  <a:lnTo>
                    <a:pt x="130326" y="6341"/>
                  </a:lnTo>
                  <a:lnTo>
                    <a:pt x="87920" y="24236"/>
                  </a:lnTo>
                  <a:lnTo>
                    <a:pt x="51993" y="51993"/>
                  </a:lnTo>
                  <a:lnTo>
                    <a:pt x="24236" y="87920"/>
                  </a:lnTo>
                  <a:lnTo>
                    <a:pt x="6341" y="130326"/>
                  </a:lnTo>
                  <a:lnTo>
                    <a:pt x="0" y="177517"/>
                  </a:lnTo>
                  <a:lnTo>
                    <a:pt x="6341" y="224709"/>
                  </a:lnTo>
                  <a:lnTo>
                    <a:pt x="24236" y="267115"/>
                  </a:lnTo>
                  <a:lnTo>
                    <a:pt x="51993" y="303042"/>
                  </a:lnTo>
                  <a:lnTo>
                    <a:pt x="87920" y="330799"/>
                  </a:lnTo>
                  <a:lnTo>
                    <a:pt x="130326" y="348694"/>
                  </a:lnTo>
                  <a:lnTo>
                    <a:pt x="177517" y="355035"/>
                  </a:lnTo>
                  <a:lnTo>
                    <a:pt x="224709" y="348694"/>
                  </a:lnTo>
                  <a:lnTo>
                    <a:pt x="267114" y="330799"/>
                  </a:lnTo>
                  <a:lnTo>
                    <a:pt x="303042" y="303042"/>
                  </a:lnTo>
                  <a:lnTo>
                    <a:pt x="330799" y="267115"/>
                  </a:lnTo>
                  <a:lnTo>
                    <a:pt x="348694" y="224709"/>
                  </a:lnTo>
                  <a:lnTo>
                    <a:pt x="355035" y="177517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72" name="Google Shape;2972;p129"/>
          <p:cNvSpPr txBox="1"/>
          <p:nvPr/>
        </p:nvSpPr>
        <p:spPr>
          <a:xfrm>
            <a:off x="1383753" y="1656574"/>
            <a:ext cx="233045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800"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70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800">
                <a:latin typeface="Verdana"/>
                <a:ea typeface="Verdana"/>
                <a:cs typeface="Verdana"/>
                <a:sym typeface="Verdana"/>
              </a:rPr>
              <a:t>)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973" name="Google Shape;2973;p129"/>
          <p:cNvGrpSpPr/>
          <p:nvPr/>
        </p:nvGrpSpPr>
        <p:grpSpPr>
          <a:xfrm>
            <a:off x="1460487" y="1930268"/>
            <a:ext cx="2682479" cy="1059436"/>
            <a:chOff x="1460487" y="1930268"/>
            <a:chExt cx="2682479" cy="1059436"/>
          </a:xfrm>
        </p:grpSpPr>
        <p:sp>
          <p:nvSpPr>
            <p:cNvPr id="2974" name="Google Shape;2974;p129"/>
            <p:cNvSpPr/>
            <p:nvPr/>
          </p:nvSpPr>
          <p:spPr>
            <a:xfrm>
              <a:off x="1499997" y="2551875"/>
              <a:ext cx="0" cy="90805"/>
            </a:xfrm>
            <a:custGeom>
              <a:avLst/>
              <a:gdLst/>
              <a:ahLst/>
              <a:cxnLst/>
              <a:rect l="l" t="t" r="r" b="b"/>
              <a:pathLst>
                <a:path w="120000" h="90805" extrusionOk="0">
                  <a:moveTo>
                    <a:pt x="0" y="90778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129"/>
            <p:cNvSpPr/>
            <p:nvPr/>
          </p:nvSpPr>
          <p:spPr>
            <a:xfrm>
              <a:off x="1460487" y="2546814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129"/>
            <p:cNvSpPr/>
            <p:nvPr/>
          </p:nvSpPr>
          <p:spPr>
            <a:xfrm>
              <a:off x="1499997" y="2224265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w="120000" h="135889" extrusionOk="0">
                  <a:moveTo>
                    <a:pt x="0" y="135531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129"/>
            <p:cNvSpPr/>
            <p:nvPr/>
          </p:nvSpPr>
          <p:spPr>
            <a:xfrm>
              <a:off x="1460487" y="2219204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129"/>
            <p:cNvSpPr/>
            <p:nvPr/>
          </p:nvSpPr>
          <p:spPr>
            <a:xfrm>
              <a:off x="1499997" y="1935329"/>
              <a:ext cx="0" cy="97155"/>
            </a:xfrm>
            <a:custGeom>
              <a:avLst/>
              <a:gdLst/>
              <a:ahLst/>
              <a:cxnLst/>
              <a:rect l="l" t="t" r="r" b="b"/>
              <a:pathLst>
                <a:path w="120000" h="97155" extrusionOk="0">
                  <a:moveTo>
                    <a:pt x="0" y="96858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129"/>
            <p:cNvSpPr/>
            <p:nvPr/>
          </p:nvSpPr>
          <p:spPr>
            <a:xfrm>
              <a:off x="1460487" y="1930268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80" name="Google Shape;2980;p12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21914" y="2768652"/>
              <a:ext cx="221052" cy="22105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81" name="Google Shape;2981;p129"/>
          <p:cNvSpPr txBox="1"/>
          <p:nvPr/>
        </p:nvSpPr>
        <p:spPr>
          <a:xfrm>
            <a:off x="347294" y="448857"/>
            <a:ext cx="4921885" cy="486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3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Insight: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Instead of learning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directly, learn the residual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—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2652395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Residual Block: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2" name="Google Shape;2982;p129"/>
          <p:cNvSpPr txBox="1"/>
          <p:nvPr/>
        </p:nvSpPr>
        <p:spPr>
          <a:xfrm>
            <a:off x="2987294" y="929187"/>
            <a:ext cx="1885950" cy="37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Learn the difference (residual):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+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3" name="Google Shape;2983;p129"/>
          <p:cNvSpPr txBox="1"/>
          <p:nvPr/>
        </p:nvSpPr>
        <p:spPr>
          <a:xfrm>
            <a:off x="3988092" y="2782896"/>
            <a:ext cx="8890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Arial"/>
                <a:ea typeface="Arial"/>
                <a:cs typeface="Arial"/>
                <a:sym typeface="Arial"/>
              </a:rPr>
              <a:t>x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84" name="Google Shape;2984;p129"/>
          <p:cNvGrpSpPr/>
          <p:nvPr/>
        </p:nvGrpSpPr>
        <p:grpSpPr>
          <a:xfrm>
            <a:off x="3855145" y="2488331"/>
            <a:ext cx="354965" cy="177165"/>
            <a:chOff x="3855145" y="2488331"/>
            <a:chExt cx="354965" cy="177165"/>
          </a:xfrm>
        </p:grpSpPr>
        <p:sp>
          <p:nvSpPr>
            <p:cNvPr id="2985" name="Google Shape;2985;p129"/>
            <p:cNvSpPr/>
            <p:nvPr/>
          </p:nvSpPr>
          <p:spPr>
            <a:xfrm>
              <a:off x="3855145" y="2488331"/>
              <a:ext cx="354965" cy="177165"/>
            </a:xfrm>
            <a:custGeom>
              <a:avLst/>
              <a:gdLst/>
              <a:ahLst/>
              <a:cxnLst/>
              <a:rect l="l" t="t" r="r" b="b"/>
              <a:pathLst>
                <a:path w="354964" h="177164" extrusionOk="0">
                  <a:moveTo>
                    <a:pt x="354590" y="0"/>
                  </a:moveTo>
                  <a:lnTo>
                    <a:pt x="0" y="0"/>
                  </a:lnTo>
                  <a:lnTo>
                    <a:pt x="0" y="176891"/>
                  </a:lnTo>
                  <a:lnTo>
                    <a:pt x="354590" y="176891"/>
                  </a:lnTo>
                  <a:lnTo>
                    <a:pt x="354590" y="0"/>
                  </a:lnTo>
                  <a:close/>
                </a:path>
              </a:pathLst>
            </a:custGeom>
            <a:solidFill>
              <a:srgbClr val="FFE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129"/>
            <p:cNvSpPr/>
            <p:nvPr/>
          </p:nvSpPr>
          <p:spPr>
            <a:xfrm>
              <a:off x="3855145" y="2488331"/>
              <a:ext cx="354965" cy="177165"/>
            </a:xfrm>
            <a:custGeom>
              <a:avLst/>
              <a:gdLst/>
              <a:ahLst/>
              <a:cxnLst/>
              <a:rect l="l" t="t" r="r" b="b"/>
              <a:pathLst>
                <a:path w="354964" h="177164" extrusionOk="0">
                  <a:moveTo>
                    <a:pt x="0" y="176891"/>
                  </a:moveTo>
                  <a:lnTo>
                    <a:pt x="354590" y="176891"/>
                  </a:lnTo>
                  <a:lnTo>
                    <a:pt x="354590" y="0"/>
                  </a:lnTo>
                  <a:lnTo>
                    <a:pt x="0" y="0"/>
                  </a:lnTo>
                  <a:lnTo>
                    <a:pt x="0" y="17689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7" name="Google Shape;2987;p129"/>
          <p:cNvSpPr txBox="1"/>
          <p:nvPr/>
        </p:nvSpPr>
        <p:spPr>
          <a:xfrm>
            <a:off x="3857675" y="2491228"/>
            <a:ext cx="349885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42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Conv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88" name="Google Shape;2988;p129"/>
          <p:cNvGrpSpPr/>
          <p:nvPr/>
        </p:nvGrpSpPr>
        <p:grpSpPr>
          <a:xfrm>
            <a:off x="3855145" y="2236329"/>
            <a:ext cx="354965" cy="177165"/>
            <a:chOff x="3855145" y="2236329"/>
            <a:chExt cx="354965" cy="177165"/>
          </a:xfrm>
        </p:grpSpPr>
        <p:sp>
          <p:nvSpPr>
            <p:cNvPr id="2989" name="Google Shape;2989;p129"/>
            <p:cNvSpPr/>
            <p:nvPr/>
          </p:nvSpPr>
          <p:spPr>
            <a:xfrm>
              <a:off x="3855145" y="2236329"/>
              <a:ext cx="354965" cy="177165"/>
            </a:xfrm>
            <a:custGeom>
              <a:avLst/>
              <a:gdLst/>
              <a:ahLst/>
              <a:cxnLst/>
              <a:rect l="l" t="t" r="r" b="b"/>
              <a:pathLst>
                <a:path w="354964" h="177164" extrusionOk="0">
                  <a:moveTo>
                    <a:pt x="354590" y="0"/>
                  </a:moveTo>
                  <a:lnTo>
                    <a:pt x="0" y="0"/>
                  </a:lnTo>
                  <a:lnTo>
                    <a:pt x="0" y="176891"/>
                  </a:lnTo>
                  <a:lnTo>
                    <a:pt x="354590" y="176891"/>
                  </a:lnTo>
                  <a:lnTo>
                    <a:pt x="354590" y="0"/>
                  </a:lnTo>
                  <a:close/>
                </a:path>
              </a:pathLst>
            </a:custGeom>
            <a:solidFill>
              <a:srgbClr val="FFE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129"/>
            <p:cNvSpPr/>
            <p:nvPr/>
          </p:nvSpPr>
          <p:spPr>
            <a:xfrm>
              <a:off x="3855145" y="2236329"/>
              <a:ext cx="354965" cy="177165"/>
            </a:xfrm>
            <a:custGeom>
              <a:avLst/>
              <a:gdLst/>
              <a:ahLst/>
              <a:cxnLst/>
              <a:rect l="l" t="t" r="r" b="b"/>
              <a:pathLst>
                <a:path w="354964" h="177164" extrusionOk="0">
                  <a:moveTo>
                    <a:pt x="0" y="176891"/>
                  </a:moveTo>
                  <a:lnTo>
                    <a:pt x="354590" y="176891"/>
                  </a:lnTo>
                  <a:lnTo>
                    <a:pt x="354590" y="0"/>
                  </a:lnTo>
                  <a:lnTo>
                    <a:pt x="0" y="0"/>
                  </a:lnTo>
                  <a:lnTo>
                    <a:pt x="0" y="17689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91" name="Google Shape;2991;p129"/>
          <p:cNvSpPr txBox="1"/>
          <p:nvPr/>
        </p:nvSpPr>
        <p:spPr>
          <a:xfrm>
            <a:off x="3857675" y="2239234"/>
            <a:ext cx="349885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42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Conv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2" name="Google Shape;2992;p1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22040" y="1886772"/>
            <a:ext cx="220799" cy="220799"/>
          </a:xfrm>
          <a:prstGeom prst="rect">
            <a:avLst/>
          </a:prstGeom>
          <a:noFill/>
          <a:ln>
            <a:noFill/>
          </a:ln>
        </p:spPr>
      </p:pic>
      <p:sp>
        <p:nvSpPr>
          <p:cNvPr id="2993" name="Google Shape;2993;p129"/>
          <p:cNvSpPr txBox="1"/>
          <p:nvPr/>
        </p:nvSpPr>
        <p:spPr>
          <a:xfrm>
            <a:off x="3986491" y="1899242"/>
            <a:ext cx="92075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Arial"/>
                <a:ea typeface="Arial"/>
                <a:cs typeface="Arial"/>
                <a:sym typeface="Arial"/>
              </a:rPr>
              <a:t>+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94" name="Google Shape;2994;p129"/>
          <p:cNvGrpSpPr/>
          <p:nvPr/>
        </p:nvGrpSpPr>
        <p:grpSpPr>
          <a:xfrm>
            <a:off x="3854922" y="1441650"/>
            <a:ext cx="355600" cy="355600"/>
            <a:chOff x="3854922" y="1441650"/>
            <a:chExt cx="355600" cy="355600"/>
          </a:xfrm>
        </p:grpSpPr>
        <p:sp>
          <p:nvSpPr>
            <p:cNvPr id="2995" name="Google Shape;2995;p129"/>
            <p:cNvSpPr/>
            <p:nvPr/>
          </p:nvSpPr>
          <p:spPr>
            <a:xfrm>
              <a:off x="3854922" y="144165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 extrusionOk="0">
                  <a:moveTo>
                    <a:pt x="177517" y="0"/>
                  </a:moveTo>
                  <a:lnTo>
                    <a:pt x="130326" y="6341"/>
                  </a:lnTo>
                  <a:lnTo>
                    <a:pt x="87920" y="24236"/>
                  </a:lnTo>
                  <a:lnTo>
                    <a:pt x="51993" y="51993"/>
                  </a:lnTo>
                  <a:lnTo>
                    <a:pt x="24236" y="87920"/>
                  </a:lnTo>
                  <a:lnTo>
                    <a:pt x="6341" y="130326"/>
                  </a:lnTo>
                  <a:lnTo>
                    <a:pt x="0" y="177518"/>
                  </a:lnTo>
                  <a:lnTo>
                    <a:pt x="6341" y="224709"/>
                  </a:lnTo>
                  <a:lnTo>
                    <a:pt x="24236" y="267115"/>
                  </a:lnTo>
                  <a:lnTo>
                    <a:pt x="51993" y="303042"/>
                  </a:lnTo>
                  <a:lnTo>
                    <a:pt x="87920" y="330799"/>
                  </a:lnTo>
                  <a:lnTo>
                    <a:pt x="130326" y="348695"/>
                  </a:lnTo>
                  <a:lnTo>
                    <a:pt x="177517" y="355036"/>
                  </a:lnTo>
                  <a:lnTo>
                    <a:pt x="224709" y="348695"/>
                  </a:lnTo>
                  <a:lnTo>
                    <a:pt x="267114" y="330799"/>
                  </a:lnTo>
                  <a:lnTo>
                    <a:pt x="303042" y="303042"/>
                  </a:lnTo>
                  <a:lnTo>
                    <a:pt x="330799" y="267115"/>
                  </a:lnTo>
                  <a:lnTo>
                    <a:pt x="348694" y="224709"/>
                  </a:lnTo>
                  <a:lnTo>
                    <a:pt x="355035" y="177518"/>
                  </a:lnTo>
                  <a:lnTo>
                    <a:pt x="348694" y="130326"/>
                  </a:lnTo>
                  <a:lnTo>
                    <a:pt x="330799" y="87920"/>
                  </a:lnTo>
                  <a:lnTo>
                    <a:pt x="303042" y="51993"/>
                  </a:lnTo>
                  <a:lnTo>
                    <a:pt x="267114" y="24236"/>
                  </a:lnTo>
                  <a:lnTo>
                    <a:pt x="224709" y="6341"/>
                  </a:lnTo>
                  <a:lnTo>
                    <a:pt x="177517" y="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129"/>
            <p:cNvSpPr/>
            <p:nvPr/>
          </p:nvSpPr>
          <p:spPr>
            <a:xfrm>
              <a:off x="3854922" y="144165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 extrusionOk="0">
                  <a:moveTo>
                    <a:pt x="355035" y="177518"/>
                  </a:moveTo>
                  <a:lnTo>
                    <a:pt x="348694" y="130326"/>
                  </a:lnTo>
                  <a:lnTo>
                    <a:pt x="330799" y="87920"/>
                  </a:lnTo>
                  <a:lnTo>
                    <a:pt x="303042" y="51993"/>
                  </a:lnTo>
                  <a:lnTo>
                    <a:pt x="267114" y="24236"/>
                  </a:lnTo>
                  <a:lnTo>
                    <a:pt x="224709" y="6341"/>
                  </a:lnTo>
                  <a:lnTo>
                    <a:pt x="177517" y="0"/>
                  </a:lnTo>
                  <a:lnTo>
                    <a:pt x="130326" y="6341"/>
                  </a:lnTo>
                  <a:lnTo>
                    <a:pt x="87920" y="24236"/>
                  </a:lnTo>
                  <a:lnTo>
                    <a:pt x="51993" y="51993"/>
                  </a:lnTo>
                  <a:lnTo>
                    <a:pt x="24236" y="87920"/>
                  </a:lnTo>
                  <a:lnTo>
                    <a:pt x="6341" y="130326"/>
                  </a:lnTo>
                  <a:lnTo>
                    <a:pt x="0" y="177518"/>
                  </a:lnTo>
                  <a:lnTo>
                    <a:pt x="6341" y="224709"/>
                  </a:lnTo>
                  <a:lnTo>
                    <a:pt x="24236" y="267115"/>
                  </a:lnTo>
                  <a:lnTo>
                    <a:pt x="51993" y="303042"/>
                  </a:lnTo>
                  <a:lnTo>
                    <a:pt x="87920" y="330799"/>
                  </a:lnTo>
                  <a:lnTo>
                    <a:pt x="130326" y="348695"/>
                  </a:lnTo>
                  <a:lnTo>
                    <a:pt x="177517" y="355036"/>
                  </a:lnTo>
                  <a:lnTo>
                    <a:pt x="224709" y="348695"/>
                  </a:lnTo>
                  <a:lnTo>
                    <a:pt x="267114" y="330799"/>
                  </a:lnTo>
                  <a:lnTo>
                    <a:pt x="303042" y="303042"/>
                  </a:lnTo>
                  <a:lnTo>
                    <a:pt x="330799" y="267115"/>
                  </a:lnTo>
                  <a:lnTo>
                    <a:pt x="348694" y="224709"/>
                  </a:lnTo>
                  <a:lnTo>
                    <a:pt x="355035" y="17751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97" name="Google Shape;2997;p129"/>
          <p:cNvSpPr txBox="1"/>
          <p:nvPr/>
        </p:nvSpPr>
        <p:spPr>
          <a:xfrm>
            <a:off x="3916197" y="1530564"/>
            <a:ext cx="233045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800"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70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800">
                <a:latin typeface="Verdana"/>
                <a:ea typeface="Verdana"/>
                <a:cs typeface="Verdana"/>
                <a:sym typeface="Verdana"/>
              </a:rPr>
              <a:t>)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998" name="Google Shape;2998;p129"/>
          <p:cNvGrpSpPr/>
          <p:nvPr/>
        </p:nvGrpSpPr>
        <p:grpSpPr>
          <a:xfrm>
            <a:off x="3992931" y="2672810"/>
            <a:ext cx="79375" cy="95867"/>
            <a:chOff x="3992931" y="2672810"/>
            <a:chExt cx="79375" cy="95867"/>
          </a:xfrm>
        </p:grpSpPr>
        <p:sp>
          <p:nvSpPr>
            <p:cNvPr id="2999" name="Google Shape;2999;p129"/>
            <p:cNvSpPr/>
            <p:nvPr/>
          </p:nvSpPr>
          <p:spPr>
            <a:xfrm>
              <a:off x="4032440" y="2677872"/>
              <a:ext cx="0" cy="90805"/>
            </a:xfrm>
            <a:custGeom>
              <a:avLst/>
              <a:gdLst/>
              <a:ahLst/>
              <a:cxnLst/>
              <a:rect l="l" t="t" r="r" b="b"/>
              <a:pathLst>
                <a:path w="120000" h="90805" extrusionOk="0">
                  <a:moveTo>
                    <a:pt x="0" y="90778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129"/>
            <p:cNvSpPr/>
            <p:nvPr/>
          </p:nvSpPr>
          <p:spPr>
            <a:xfrm>
              <a:off x="3992931" y="2672810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01" name="Google Shape;3001;p129"/>
          <p:cNvSpPr txBox="1"/>
          <p:nvPr/>
        </p:nvSpPr>
        <p:spPr>
          <a:xfrm>
            <a:off x="4070350" y="2638639"/>
            <a:ext cx="76200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latin typeface="Arial"/>
                <a:ea typeface="Arial"/>
                <a:cs typeface="Arial"/>
                <a:sym typeface="Arial"/>
              </a:rPr>
              <a:t>x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2" name="Google Shape;3002;p129"/>
          <p:cNvGrpSpPr/>
          <p:nvPr/>
        </p:nvGrpSpPr>
        <p:grpSpPr>
          <a:xfrm>
            <a:off x="3992931" y="2112618"/>
            <a:ext cx="79375" cy="373571"/>
            <a:chOff x="3992931" y="2112618"/>
            <a:chExt cx="79375" cy="373571"/>
          </a:xfrm>
        </p:grpSpPr>
        <p:sp>
          <p:nvSpPr>
            <p:cNvPr id="3003" name="Google Shape;3003;p129"/>
            <p:cNvSpPr/>
            <p:nvPr/>
          </p:nvSpPr>
          <p:spPr>
            <a:xfrm>
              <a:off x="4032440" y="2425864"/>
              <a:ext cx="0" cy="60325"/>
            </a:xfrm>
            <a:custGeom>
              <a:avLst/>
              <a:gdLst/>
              <a:ahLst/>
              <a:cxnLst/>
              <a:rect l="l" t="t" r="r" b="b"/>
              <a:pathLst>
                <a:path w="120000" h="60325" extrusionOk="0">
                  <a:moveTo>
                    <a:pt x="0" y="59928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129"/>
            <p:cNvSpPr/>
            <p:nvPr/>
          </p:nvSpPr>
          <p:spPr>
            <a:xfrm>
              <a:off x="3992931" y="2420804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129"/>
            <p:cNvSpPr/>
            <p:nvPr/>
          </p:nvSpPr>
          <p:spPr>
            <a:xfrm>
              <a:off x="4032440" y="2117679"/>
              <a:ext cx="0" cy="116205"/>
            </a:xfrm>
            <a:custGeom>
              <a:avLst/>
              <a:gdLst/>
              <a:ahLst/>
              <a:cxnLst/>
              <a:rect l="l" t="t" r="r" b="b"/>
              <a:pathLst>
                <a:path w="120000" h="116205" extrusionOk="0">
                  <a:moveTo>
                    <a:pt x="0" y="116107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129"/>
            <p:cNvSpPr/>
            <p:nvPr/>
          </p:nvSpPr>
          <p:spPr>
            <a:xfrm>
              <a:off x="3992931" y="2112618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07" name="Google Shape;3007;p129"/>
          <p:cNvSpPr txBox="1"/>
          <p:nvPr/>
        </p:nvSpPr>
        <p:spPr>
          <a:xfrm>
            <a:off x="4070350" y="2082062"/>
            <a:ext cx="227329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800"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70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800">
                <a:latin typeface="Verdana"/>
                <a:ea typeface="Verdana"/>
                <a:cs typeface="Verdana"/>
                <a:sym typeface="Verdana"/>
              </a:rPr>
              <a:t>)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008" name="Google Shape;3008;p129"/>
          <p:cNvGrpSpPr/>
          <p:nvPr/>
        </p:nvGrpSpPr>
        <p:grpSpPr>
          <a:xfrm>
            <a:off x="3992931" y="1804258"/>
            <a:ext cx="291181" cy="1004428"/>
            <a:chOff x="3992931" y="1804258"/>
            <a:chExt cx="291181" cy="1004428"/>
          </a:xfrm>
        </p:grpSpPr>
        <p:sp>
          <p:nvSpPr>
            <p:cNvPr id="3009" name="Google Shape;3009;p129"/>
            <p:cNvSpPr/>
            <p:nvPr/>
          </p:nvSpPr>
          <p:spPr>
            <a:xfrm>
              <a:off x="4032440" y="1809319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w="120000" h="77469" extrusionOk="0">
                  <a:moveTo>
                    <a:pt x="0" y="77434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129"/>
            <p:cNvSpPr/>
            <p:nvPr/>
          </p:nvSpPr>
          <p:spPr>
            <a:xfrm>
              <a:off x="3992931" y="1804258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129"/>
            <p:cNvSpPr/>
            <p:nvPr/>
          </p:nvSpPr>
          <p:spPr>
            <a:xfrm>
              <a:off x="4117107" y="2074626"/>
              <a:ext cx="167005" cy="734060"/>
            </a:xfrm>
            <a:custGeom>
              <a:avLst/>
              <a:gdLst/>
              <a:ahLst/>
              <a:cxnLst/>
              <a:rect l="l" t="t" r="r" b="b"/>
              <a:pathLst>
                <a:path w="167004" h="734060" extrusionOk="0">
                  <a:moveTo>
                    <a:pt x="0" y="733507"/>
                  </a:moveTo>
                  <a:lnTo>
                    <a:pt x="34794" y="700952"/>
                  </a:lnTo>
                  <a:lnTo>
                    <a:pt x="65502" y="665384"/>
                  </a:lnTo>
                  <a:lnTo>
                    <a:pt x="92132" y="627185"/>
                  </a:lnTo>
                  <a:lnTo>
                    <a:pt x="114692" y="586742"/>
                  </a:lnTo>
                  <a:lnTo>
                    <a:pt x="133189" y="544437"/>
                  </a:lnTo>
                  <a:lnTo>
                    <a:pt x="147632" y="500656"/>
                  </a:lnTo>
                  <a:lnTo>
                    <a:pt x="158030" y="455783"/>
                  </a:lnTo>
                  <a:lnTo>
                    <a:pt x="164389" y="410201"/>
                  </a:lnTo>
                  <a:lnTo>
                    <a:pt x="166718" y="364296"/>
                  </a:lnTo>
                  <a:lnTo>
                    <a:pt x="165025" y="318452"/>
                  </a:lnTo>
                  <a:lnTo>
                    <a:pt x="159318" y="273053"/>
                  </a:lnTo>
                  <a:lnTo>
                    <a:pt x="149606" y="228483"/>
                  </a:lnTo>
                  <a:lnTo>
                    <a:pt x="135895" y="185126"/>
                  </a:lnTo>
                  <a:lnTo>
                    <a:pt x="118195" y="143368"/>
                  </a:lnTo>
                  <a:lnTo>
                    <a:pt x="96513" y="103592"/>
                  </a:lnTo>
                  <a:lnTo>
                    <a:pt x="70858" y="66182"/>
                  </a:lnTo>
                  <a:lnTo>
                    <a:pt x="41237" y="31523"/>
                  </a:lnTo>
                  <a:lnTo>
                    <a:pt x="7658" y="0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129"/>
            <p:cNvSpPr/>
            <p:nvPr/>
          </p:nvSpPr>
          <p:spPr>
            <a:xfrm>
              <a:off x="4120311" y="2061923"/>
              <a:ext cx="50800" cy="60960"/>
            </a:xfrm>
            <a:custGeom>
              <a:avLst/>
              <a:gdLst/>
              <a:ahLst/>
              <a:cxnLst/>
              <a:rect l="l" t="t" r="r" b="b"/>
              <a:pathLst>
                <a:path w="50800" h="60960" extrusionOk="0">
                  <a:moveTo>
                    <a:pt x="0" y="60534"/>
                  </a:moveTo>
                  <a:lnTo>
                    <a:pt x="5619" y="44983"/>
                  </a:lnTo>
                  <a:lnTo>
                    <a:pt x="7007" y="31281"/>
                  </a:lnTo>
                  <a:lnTo>
                    <a:pt x="5036" y="19435"/>
                  </a:lnTo>
                  <a:lnTo>
                    <a:pt x="577" y="9450"/>
                  </a:lnTo>
                  <a:lnTo>
                    <a:pt x="11186" y="12105"/>
                  </a:lnTo>
                  <a:lnTo>
                    <a:pt x="23194" y="11986"/>
                  </a:lnTo>
                  <a:lnTo>
                    <a:pt x="36446" y="8237"/>
                  </a:lnTo>
                  <a:lnTo>
                    <a:pt x="50783" y="0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13" name="Google Shape;3013;p129"/>
          <p:cNvSpPr txBox="1"/>
          <p:nvPr/>
        </p:nvSpPr>
        <p:spPr>
          <a:xfrm>
            <a:off x="4320768" y="2357474"/>
            <a:ext cx="3143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identity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4" name="Google Shape;3014;p129"/>
          <p:cNvSpPr txBox="1"/>
          <p:nvPr/>
        </p:nvSpPr>
        <p:spPr>
          <a:xfrm>
            <a:off x="2057298" y="1544518"/>
            <a:ext cx="1574165" cy="1057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5080" lvl="0" indent="0" algn="l" rtl="0">
              <a:lnSpc>
                <a:spcPct val="115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Why easier? </a:t>
            </a:r>
            <a:r>
              <a:rPr lang="en-US" sz="950">
                <a:solidFill>
                  <a:srgbClr val="218B21"/>
                </a:solidFill>
                <a:latin typeface="Arial"/>
                <a:ea typeface="Arial"/>
                <a:cs typeface="Arial"/>
                <a:sym typeface="Arial"/>
              </a:rPr>
              <a:t>If identity is optimal, network just needs to learn </a:t>
            </a:r>
            <a:r>
              <a:rPr lang="en-US" sz="950" i="1">
                <a:solidFill>
                  <a:srgbClr val="218B21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100">
                <a:solidFill>
                  <a:srgbClr val="218B2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950" b="1">
                <a:solidFill>
                  <a:srgbClr val="218B2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100">
                <a:solidFill>
                  <a:srgbClr val="218B21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950">
                <a:solidFill>
                  <a:srgbClr val="218B21"/>
                </a:solidFill>
                <a:latin typeface="Arial"/>
                <a:ea typeface="Arial"/>
                <a:cs typeface="Arial"/>
                <a:sym typeface="Arial"/>
              </a:rPr>
              <a:t>0 (push weights to zero), which is easier than learning identity explicitly!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5" name="Google Shape;3015;p12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016" name="Google Shape;3016;p12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12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12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19" name="Google Shape;3019;p12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0" name="Google Shape;3020;p12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14E6F2F-A632-0B47-F5E8-8EC04F8A8F18}"/>
                  </a:ext>
                </a:extLst>
              </p14:cNvPr>
              <p14:cNvContentPartPr/>
              <p14:nvPr/>
            </p14:nvContentPartPr>
            <p14:xfrm>
              <a:off x="2130480" y="270000"/>
              <a:ext cx="3455640" cy="2745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14E6F2F-A632-0B47-F5E8-8EC04F8A8F1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21120" y="260640"/>
                <a:ext cx="3474360" cy="276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5" name="Google Shape;3025;p13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asic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esidual</a:t>
            </a:r>
            <a:r>
              <a:rPr lang="en-US">
                <a:solidFill>
                  <a:srgbClr val="FFFFFF"/>
                </a:solidFill>
              </a:rPr>
              <a:t> B</a:t>
            </a:r>
            <a:r>
              <a:rPr lang="en-US" cap="small">
                <a:solidFill>
                  <a:srgbClr val="FFFFFF"/>
                </a:solidFill>
              </a:rPr>
              <a:t>lock</a:t>
            </a:r>
            <a:endParaRPr/>
          </a:p>
        </p:txBody>
      </p:sp>
      <p:pic>
        <p:nvPicPr>
          <p:cNvPr id="3026" name="Google Shape;3026;p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2409" y="2829298"/>
            <a:ext cx="221052" cy="221053"/>
          </a:xfrm>
          <a:prstGeom prst="rect">
            <a:avLst/>
          </a:prstGeom>
          <a:noFill/>
          <a:ln>
            <a:noFill/>
          </a:ln>
        </p:spPr>
      </p:pic>
      <p:sp>
        <p:nvSpPr>
          <p:cNvPr id="3027" name="Google Shape;3027;p130"/>
          <p:cNvSpPr txBox="1"/>
          <p:nvPr/>
        </p:nvSpPr>
        <p:spPr>
          <a:xfrm>
            <a:off x="1348574" y="2843538"/>
            <a:ext cx="8890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Arial"/>
                <a:ea typeface="Arial"/>
                <a:cs typeface="Arial"/>
                <a:sym typeface="Arial"/>
              </a:rPr>
              <a:t>x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8" name="Google Shape;3028;p130"/>
          <p:cNvGrpSpPr/>
          <p:nvPr/>
        </p:nvGrpSpPr>
        <p:grpSpPr>
          <a:xfrm>
            <a:off x="942930" y="2551019"/>
            <a:ext cx="900430" cy="201930"/>
            <a:chOff x="942930" y="2551019"/>
            <a:chExt cx="900430" cy="201930"/>
          </a:xfrm>
        </p:grpSpPr>
        <p:sp>
          <p:nvSpPr>
            <p:cNvPr id="3029" name="Google Shape;3029;p130"/>
            <p:cNvSpPr/>
            <p:nvPr/>
          </p:nvSpPr>
          <p:spPr>
            <a:xfrm>
              <a:off x="942930" y="2551019"/>
              <a:ext cx="900430" cy="201930"/>
            </a:xfrm>
            <a:custGeom>
              <a:avLst/>
              <a:gdLst/>
              <a:ahLst/>
              <a:cxnLst/>
              <a:rect l="l" t="t" r="r" b="b"/>
              <a:pathLst>
                <a:path w="900430" h="201930" extrusionOk="0">
                  <a:moveTo>
                    <a:pt x="900011" y="0"/>
                  </a:moveTo>
                  <a:lnTo>
                    <a:pt x="0" y="0"/>
                  </a:lnTo>
                  <a:lnTo>
                    <a:pt x="0" y="201601"/>
                  </a:lnTo>
                  <a:lnTo>
                    <a:pt x="900011" y="201601"/>
                  </a:lnTo>
                  <a:lnTo>
                    <a:pt x="900011" y="0"/>
                  </a:lnTo>
                  <a:close/>
                </a:path>
              </a:pathLst>
            </a:custGeom>
            <a:solidFill>
              <a:srgbClr val="FFE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130"/>
            <p:cNvSpPr/>
            <p:nvPr/>
          </p:nvSpPr>
          <p:spPr>
            <a:xfrm>
              <a:off x="942930" y="2551019"/>
              <a:ext cx="900430" cy="201930"/>
            </a:xfrm>
            <a:custGeom>
              <a:avLst/>
              <a:gdLst/>
              <a:ahLst/>
              <a:cxnLst/>
              <a:rect l="l" t="t" r="r" b="b"/>
              <a:pathLst>
                <a:path w="900430" h="201930" extrusionOk="0">
                  <a:moveTo>
                    <a:pt x="0" y="201601"/>
                  </a:moveTo>
                  <a:lnTo>
                    <a:pt x="900011" y="201601"/>
                  </a:lnTo>
                  <a:lnTo>
                    <a:pt x="900011" y="0"/>
                  </a:lnTo>
                  <a:lnTo>
                    <a:pt x="0" y="0"/>
                  </a:lnTo>
                  <a:lnTo>
                    <a:pt x="0" y="2016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31" name="Google Shape;3031;p130"/>
          <p:cNvSpPr txBox="1"/>
          <p:nvPr/>
        </p:nvSpPr>
        <p:spPr>
          <a:xfrm>
            <a:off x="945460" y="2558843"/>
            <a:ext cx="89535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1239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3×3 Conv, 64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32" name="Google Shape;3032;p130"/>
          <p:cNvGrpSpPr/>
          <p:nvPr/>
        </p:nvGrpSpPr>
        <p:grpSpPr>
          <a:xfrm>
            <a:off x="942930" y="2273814"/>
            <a:ext cx="900430" cy="180340"/>
            <a:chOff x="942930" y="2273814"/>
            <a:chExt cx="900430" cy="180340"/>
          </a:xfrm>
        </p:grpSpPr>
        <p:sp>
          <p:nvSpPr>
            <p:cNvPr id="3033" name="Google Shape;3033;p130"/>
            <p:cNvSpPr/>
            <p:nvPr/>
          </p:nvSpPr>
          <p:spPr>
            <a:xfrm>
              <a:off x="942930" y="2273814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39" extrusionOk="0">
                  <a:moveTo>
                    <a:pt x="900011" y="0"/>
                  </a:moveTo>
                  <a:lnTo>
                    <a:pt x="0" y="0"/>
                  </a:lnTo>
                  <a:lnTo>
                    <a:pt x="0" y="180001"/>
                  </a:lnTo>
                  <a:lnTo>
                    <a:pt x="900011" y="180001"/>
                  </a:lnTo>
                  <a:lnTo>
                    <a:pt x="900011" y="0"/>
                  </a:lnTo>
                  <a:close/>
                </a:path>
              </a:pathLst>
            </a:custGeom>
            <a:solidFill>
              <a:srgbClr val="CCE5E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130"/>
            <p:cNvSpPr/>
            <p:nvPr/>
          </p:nvSpPr>
          <p:spPr>
            <a:xfrm>
              <a:off x="942930" y="2273814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39" extrusionOk="0">
                  <a:moveTo>
                    <a:pt x="0" y="180001"/>
                  </a:moveTo>
                  <a:lnTo>
                    <a:pt x="900011" y="180001"/>
                  </a:lnTo>
                  <a:lnTo>
                    <a:pt x="900011" y="0"/>
                  </a:lnTo>
                  <a:lnTo>
                    <a:pt x="0" y="0"/>
                  </a:lnTo>
                  <a:lnTo>
                    <a:pt x="0" y="180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35" name="Google Shape;3035;p130"/>
          <p:cNvSpPr txBox="1"/>
          <p:nvPr/>
        </p:nvSpPr>
        <p:spPr>
          <a:xfrm>
            <a:off x="945460" y="2277449"/>
            <a:ext cx="89535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454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Batch Norm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36" name="Google Shape;3036;p130"/>
          <p:cNvGrpSpPr/>
          <p:nvPr/>
        </p:nvGrpSpPr>
        <p:grpSpPr>
          <a:xfrm>
            <a:off x="942930" y="1985809"/>
            <a:ext cx="900430" cy="180340"/>
            <a:chOff x="942930" y="1985809"/>
            <a:chExt cx="900430" cy="180340"/>
          </a:xfrm>
        </p:grpSpPr>
        <p:sp>
          <p:nvSpPr>
            <p:cNvPr id="3037" name="Google Shape;3037;p130"/>
            <p:cNvSpPr/>
            <p:nvPr/>
          </p:nvSpPr>
          <p:spPr>
            <a:xfrm>
              <a:off x="942930" y="1985809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39" extrusionOk="0">
                  <a:moveTo>
                    <a:pt x="900011" y="0"/>
                  </a:moveTo>
                  <a:lnTo>
                    <a:pt x="0" y="0"/>
                  </a:lnTo>
                  <a:lnTo>
                    <a:pt x="0" y="180001"/>
                  </a:lnTo>
                  <a:lnTo>
                    <a:pt x="900011" y="180001"/>
                  </a:lnTo>
                  <a:lnTo>
                    <a:pt x="900011" y="0"/>
                  </a:lnTo>
                  <a:close/>
                </a:path>
              </a:pathLst>
            </a:custGeom>
            <a:solidFill>
              <a:srgbClr val="FFFC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130"/>
            <p:cNvSpPr/>
            <p:nvPr/>
          </p:nvSpPr>
          <p:spPr>
            <a:xfrm>
              <a:off x="942930" y="1985809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39" extrusionOk="0">
                  <a:moveTo>
                    <a:pt x="0" y="180001"/>
                  </a:moveTo>
                  <a:lnTo>
                    <a:pt x="900011" y="180001"/>
                  </a:lnTo>
                  <a:lnTo>
                    <a:pt x="900011" y="0"/>
                  </a:lnTo>
                  <a:lnTo>
                    <a:pt x="0" y="0"/>
                  </a:lnTo>
                  <a:lnTo>
                    <a:pt x="0" y="180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39" name="Google Shape;3039;p130"/>
          <p:cNvSpPr txBox="1"/>
          <p:nvPr/>
        </p:nvSpPr>
        <p:spPr>
          <a:xfrm>
            <a:off x="945460" y="1989451"/>
            <a:ext cx="89535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ReLU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40" name="Google Shape;3040;p130"/>
          <p:cNvGrpSpPr/>
          <p:nvPr/>
        </p:nvGrpSpPr>
        <p:grpSpPr>
          <a:xfrm>
            <a:off x="942930" y="1691929"/>
            <a:ext cx="900430" cy="191770"/>
            <a:chOff x="942930" y="1691929"/>
            <a:chExt cx="900430" cy="191770"/>
          </a:xfrm>
        </p:grpSpPr>
        <p:sp>
          <p:nvSpPr>
            <p:cNvPr id="3041" name="Google Shape;3041;p130"/>
            <p:cNvSpPr/>
            <p:nvPr/>
          </p:nvSpPr>
          <p:spPr>
            <a:xfrm>
              <a:off x="942930" y="1691929"/>
              <a:ext cx="900430" cy="191770"/>
            </a:xfrm>
            <a:custGeom>
              <a:avLst/>
              <a:gdLst/>
              <a:ahLst/>
              <a:cxnLst/>
              <a:rect l="l" t="t" r="r" b="b"/>
              <a:pathLst>
                <a:path w="900430" h="191769" extrusionOk="0">
                  <a:moveTo>
                    <a:pt x="900011" y="0"/>
                  </a:moveTo>
                  <a:lnTo>
                    <a:pt x="0" y="0"/>
                  </a:lnTo>
                  <a:lnTo>
                    <a:pt x="0" y="191752"/>
                  </a:lnTo>
                  <a:lnTo>
                    <a:pt x="900011" y="191752"/>
                  </a:lnTo>
                  <a:lnTo>
                    <a:pt x="900011" y="0"/>
                  </a:lnTo>
                  <a:close/>
                </a:path>
              </a:pathLst>
            </a:custGeom>
            <a:solidFill>
              <a:srgbClr val="FFE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130"/>
            <p:cNvSpPr/>
            <p:nvPr/>
          </p:nvSpPr>
          <p:spPr>
            <a:xfrm>
              <a:off x="942930" y="1691929"/>
              <a:ext cx="900430" cy="191770"/>
            </a:xfrm>
            <a:custGeom>
              <a:avLst/>
              <a:gdLst/>
              <a:ahLst/>
              <a:cxnLst/>
              <a:rect l="l" t="t" r="r" b="b"/>
              <a:pathLst>
                <a:path w="900430" h="191769" extrusionOk="0">
                  <a:moveTo>
                    <a:pt x="0" y="191752"/>
                  </a:moveTo>
                  <a:lnTo>
                    <a:pt x="900011" y="191752"/>
                  </a:lnTo>
                  <a:lnTo>
                    <a:pt x="900011" y="0"/>
                  </a:lnTo>
                  <a:lnTo>
                    <a:pt x="0" y="0"/>
                  </a:lnTo>
                  <a:lnTo>
                    <a:pt x="0" y="19175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43" name="Google Shape;3043;p130"/>
          <p:cNvSpPr txBox="1"/>
          <p:nvPr/>
        </p:nvSpPr>
        <p:spPr>
          <a:xfrm>
            <a:off x="945460" y="1694836"/>
            <a:ext cx="89535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1239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3×3 Conv, 64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44" name="Google Shape;3044;p130"/>
          <p:cNvGrpSpPr/>
          <p:nvPr/>
        </p:nvGrpSpPr>
        <p:grpSpPr>
          <a:xfrm>
            <a:off x="942930" y="1409800"/>
            <a:ext cx="900430" cy="180340"/>
            <a:chOff x="942930" y="1409800"/>
            <a:chExt cx="900430" cy="180340"/>
          </a:xfrm>
        </p:grpSpPr>
        <p:sp>
          <p:nvSpPr>
            <p:cNvPr id="3045" name="Google Shape;3045;p130"/>
            <p:cNvSpPr/>
            <p:nvPr/>
          </p:nvSpPr>
          <p:spPr>
            <a:xfrm>
              <a:off x="942930" y="1409800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40" extrusionOk="0">
                  <a:moveTo>
                    <a:pt x="900011" y="0"/>
                  </a:moveTo>
                  <a:lnTo>
                    <a:pt x="0" y="0"/>
                  </a:lnTo>
                  <a:lnTo>
                    <a:pt x="0" y="180001"/>
                  </a:lnTo>
                  <a:lnTo>
                    <a:pt x="900011" y="180001"/>
                  </a:lnTo>
                  <a:lnTo>
                    <a:pt x="900011" y="0"/>
                  </a:lnTo>
                  <a:close/>
                </a:path>
              </a:pathLst>
            </a:custGeom>
            <a:solidFill>
              <a:srgbClr val="CCE5E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130"/>
            <p:cNvSpPr/>
            <p:nvPr/>
          </p:nvSpPr>
          <p:spPr>
            <a:xfrm>
              <a:off x="942930" y="1409800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40" extrusionOk="0">
                  <a:moveTo>
                    <a:pt x="0" y="180001"/>
                  </a:moveTo>
                  <a:lnTo>
                    <a:pt x="900011" y="180001"/>
                  </a:lnTo>
                  <a:lnTo>
                    <a:pt x="900011" y="0"/>
                  </a:lnTo>
                  <a:lnTo>
                    <a:pt x="0" y="0"/>
                  </a:lnTo>
                  <a:lnTo>
                    <a:pt x="0" y="180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47" name="Google Shape;3047;p130"/>
          <p:cNvSpPr txBox="1"/>
          <p:nvPr/>
        </p:nvSpPr>
        <p:spPr>
          <a:xfrm>
            <a:off x="945460" y="1413442"/>
            <a:ext cx="89535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454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Batch Norm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8" name="Google Shape;3048;p1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2536" y="1101396"/>
            <a:ext cx="220799" cy="220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49" name="Google Shape;3049;p130"/>
          <p:cNvSpPr txBox="1"/>
          <p:nvPr/>
        </p:nvSpPr>
        <p:spPr>
          <a:xfrm>
            <a:off x="1346987" y="1113862"/>
            <a:ext cx="92075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+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50" name="Google Shape;3050;p130"/>
          <p:cNvGrpSpPr/>
          <p:nvPr/>
        </p:nvGrpSpPr>
        <p:grpSpPr>
          <a:xfrm>
            <a:off x="942930" y="833790"/>
            <a:ext cx="900430" cy="180340"/>
            <a:chOff x="942930" y="833790"/>
            <a:chExt cx="900430" cy="180340"/>
          </a:xfrm>
        </p:grpSpPr>
        <p:sp>
          <p:nvSpPr>
            <p:cNvPr id="3051" name="Google Shape;3051;p130"/>
            <p:cNvSpPr/>
            <p:nvPr/>
          </p:nvSpPr>
          <p:spPr>
            <a:xfrm>
              <a:off x="942930" y="833790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40" extrusionOk="0">
                  <a:moveTo>
                    <a:pt x="900011" y="0"/>
                  </a:moveTo>
                  <a:lnTo>
                    <a:pt x="0" y="0"/>
                  </a:lnTo>
                  <a:lnTo>
                    <a:pt x="0" y="180001"/>
                  </a:lnTo>
                  <a:lnTo>
                    <a:pt x="900011" y="180001"/>
                  </a:lnTo>
                  <a:lnTo>
                    <a:pt x="900011" y="0"/>
                  </a:lnTo>
                  <a:close/>
                </a:path>
              </a:pathLst>
            </a:custGeom>
            <a:solidFill>
              <a:srgbClr val="FFFC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130"/>
            <p:cNvSpPr/>
            <p:nvPr/>
          </p:nvSpPr>
          <p:spPr>
            <a:xfrm>
              <a:off x="942930" y="833790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40" extrusionOk="0">
                  <a:moveTo>
                    <a:pt x="0" y="180001"/>
                  </a:moveTo>
                  <a:lnTo>
                    <a:pt x="900011" y="180001"/>
                  </a:lnTo>
                  <a:lnTo>
                    <a:pt x="900011" y="0"/>
                  </a:lnTo>
                  <a:lnTo>
                    <a:pt x="0" y="0"/>
                  </a:lnTo>
                  <a:lnTo>
                    <a:pt x="0" y="180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53" name="Google Shape;3053;p130"/>
          <p:cNvSpPr txBox="1"/>
          <p:nvPr/>
        </p:nvSpPr>
        <p:spPr>
          <a:xfrm>
            <a:off x="1234706" y="837446"/>
            <a:ext cx="316865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ReLU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54" name="Google Shape;3054;p130"/>
          <p:cNvGrpSpPr/>
          <p:nvPr/>
        </p:nvGrpSpPr>
        <p:grpSpPr>
          <a:xfrm>
            <a:off x="1276451" y="519302"/>
            <a:ext cx="233045" cy="233045"/>
            <a:chOff x="1276451" y="519302"/>
            <a:chExt cx="233045" cy="233045"/>
          </a:xfrm>
        </p:grpSpPr>
        <p:sp>
          <p:nvSpPr>
            <p:cNvPr id="3055" name="Google Shape;3055;p130"/>
            <p:cNvSpPr/>
            <p:nvPr/>
          </p:nvSpPr>
          <p:spPr>
            <a:xfrm>
              <a:off x="1276451" y="519302"/>
              <a:ext cx="233045" cy="233045"/>
            </a:xfrm>
            <a:custGeom>
              <a:avLst/>
              <a:gdLst/>
              <a:ahLst/>
              <a:cxnLst/>
              <a:rect l="l" t="t" r="r" b="b"/>
              <a:pathLst>
                <a:path w="233044" h="233045" extrusionOk="0">
                  <a:moveTo>
                    <a:pt x="116484" y="0"/>
                  </a:moveTo>
                  <a:lnTo>
                    <a:pt x="71143" y="9153"/>
                  </a:lnTo>
                  <a:lnTo>
                    <a:pt x="34117" y="34117"/>
                  </a:lnTo>
                  <a:lnTo>
                    <a:pt x="9153" y="71143"/>
                  </a:lnTo>
                  <a:lnTo>
                    <a:pt x="0" y="116484"/>
                  </a:lnTo>
                  <a:lnTo>
                    <a:pt x="9153" y="161826"/>
                  </a:lnTo>
                  <a:lnTo>
                    <a:pt x="34117" y="198852"/>
                  </a:lnTo>
                  <a:lnTo>
                    <a:pt x="71143" y="223815"/>
                  </a:lnTo>
                  <a:lnTo>
                    <a:pt x="116484" y="232969"/>
                  </a:lnTo>
                  <a:lnTo>
                    <a:pt x="161825" y="223815"/>
                  </a:lnTo>
                  <a:lnTo>
                    <a:pt x="198851" y="198852"/>
                  </a:lnTo>
                  <a:lnTo>
                    <a:pt x="223815" y="161826"/>
                  </a:lnTo>
                  <a:lnTo>
                    <a:pt x="232969" y="116484"/>
                  </a:lnTo>
                  <a:lnTo>
                    <a:pt x="223815" y="71143"/>
                  </a:lnTo>
                  <a:lnTo>
                    <a:pt x="198851" y="34117"/>
                  </a:lnTo>
                  <a:lnTo>
                    <a:pt x="161825" y="9153"/>
                  </a:lnTo>
                  <a:lnTo>
                    <a:pt x="116484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130"/>
            <p:cNvSpPr/>
            <p:nvPr/>
          </p:nvSpPr>
          <p:spPr>
            <a:xfrm>
              <a:off x="1276451" y="519302"/>
              <a:ext cx="233045" cy="233045"/>
            </a:xfrm>
            <a:custGeom>
              <a:avLst/>
              <a:gdLst/>
              <a:ahLst/>
              <a:cxnLst/>
              <a:rect l="l" t="t" r="r" b="b"/>
              <a:pathLst>
                <a:path w="233044" h="233045" extrusionOk="0">
                  <a:moveTo>
                    <a:pt x="232969" y="116484"/>
                  </a:moveTo>
                  <a:lnTo>
                    <a:pt x="223815" y="71143"/>
                  </a:lnTo>
                  <a:lnTo>
                    <a:pt x="198851" y="34117"/>
                  </a:lnTo>
                  <a:lnTo>
                    <a:pt x="161825" y="9153"/>
                  </a:lnTo>
                  <a:lnTo>
                    <a:pt x="116484" y="0"/>
                  </a:lnTo>
                  <a:lnTo>
                    <a:pt x="71143" y="9153"/>
                  </a:lnTo>
                  <a:lnTo>
                    <a:pt x="34117" y="34117"/>
                  </a:lnTo>
                  <a:lnTo>
                    <a:pt x="9153" y="71143"/>
                  </a:lnTo>
                  <a:lnTo>
                    <a:pt x="0" y="116484"/>
                  </a:lnTo>
                  <a:lnTo>
                    <a:pt x="9153" y="161826"/>
                  </a:lnTo>
                  <a:lnTo>
                    <a:pt x="34117" y="198852"/>
                  </a:lnTo>
                  <a:lnTo>
                    <a:pt x="71143" y="223815"/>
                  </a:lnTo>
                  <a:lnTo>
                    <a:pt x="116484" y="232969"/>
                  </a:lnTo>
                  <a:lnTo>
                    <a:pt x="161825" y="223815"/>
                  </a:lnTo>
                  <a:lnTo>
                    <a:pt x="198851" y="198852"/>
                  </a:lnTo>
                  <a:lnTo>
                    <a:pt x="223815" y="161826"/>
                  </a:lnTo>
                  <a:lnTo>
                    <a:pt x="232969" y="11648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57" name="Google Shape;3057;p130"/>
          <p:cNvSpPr txBox="1"/>
          <p:nvPr/>
        </p:nvSpPr>
        <p:spPr>
          <a:xfrm>
            <a:off x="1348574" y="527554"/>
            <a:ext cx="8890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Arial"/>
                <a:ea typeface="Arial"/>
                <a:cs typeface="Arial"/>
                <a:sym typeface="Arial"/>
              </a:rPr>
              <a:t>y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58" name="Google Shape;3058;p130"/>
          <p:cNvGrpSpPr/>
          <p:nvPr/>
        </p:nvGrpSpPr>
        <p:grpSpPr>
          <a:xfrm>
            <a:off x="1353426" y="759740"/>
            <a:ext cx="657407" cy="2180428"/>
            <a:chOff x="1353426" y="759740"/>
            <a:chExt cx="657407" cy="2180428"/>
          </a:xfrm>
        </p:grpSpPr>
        <p:sp>
          <p:nvSpPr>
            <p:cNvPr id="3059" name="Google Shape;3059;p130"/>
            <p:cNvSpPr/>
            <p:nvPr/>
          </p:nvSpPr>
          <p:spPr>
            <a:xfrm>
              <a:off x="1392936" y="2765256"/>
              <a:ext cx="0" cy="64135"/>
            </a:xfrm>
            <a:custGeom>
              <a:avLst/>
              <a:gdLst/>
              <a:ahLst/>
              <a:cxnLst/>
              <a:rect l="l" t="t" r="r" b="b"/>
              <a:pathLst>
                <a:path w="120000" h="64135" extrusionOk="0">
                  <a:moveTo>
                    <a:pt x="0" y="64028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130"/>
            <p:cNvSpPr/>
            <p:nvPr/>
          </p:nvSpPr>
          <p:spPr>
            <a:xfrm>
              <a:off x="1353426" y="2760195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130"/>
            <p:cNvSpPr/>
            <p:nvPr/>
          </p:nvSpPr>
          <p:spPr>
            <a:xfrm>
              <a:off x="1392936" y="2466436"/>
              <a:ext cx="0" cy="82550"/>
            </a:xfrm>
            <a:custGeom>
              <a:avLst/>
              <a:gdLst/>
              <a:ahLst/>
              <a:cxnLst/>
              <a:rect l="l" t="t" r="r" b="b"/>
              <a:pathLst>
                <a:path w="120000" h="82550" extrusionOk="0">
                  <a:moveTo>
                    <a:pt x="0" y="82024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130"/>
            <p:cNvSpPr/>
            <p:nvPr/>
          </p:nvSpPr>
          <p:spPr>
            <a:xfrm>
              <a:off x="1353426" y="2461374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130"/>
            <p:cNvSpPr/>
            <p:nvPr/>
          </p:nvSpPr>
          <p:spPr>
            <a:xfrm>
              <a:off x="1392936" y="2178416"/>
              <a:ext cx="0" cy="93345"/>
            </a:xfrm>
            <a:custGeom>
              <a:avLst/>
              <a:gdLst/>
              <a:ahLst/>
              <a:cxnLst/>
              <a:rect l="l" t="t" r="r" b="b"/>
              <a:pathLst>
                <a:path w="120000" h="93344" extrusionOk="0">
                  <a:moveTo>
                    <a:pt x="0" y="92825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130"/>
            <p:cNvSpPr/>
            <p:nvPr/>
          </p:nvSpPr>
          <p:spPr>
            <a:xfrm>
              <a:off x="1353426" y="2173354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130"/>
            <p:cNvSpPr/>
            <p:nvPr/>
          </p:nvSpPr>
          <p:spPr>
            <a:xfrm>
              <a:off x="1392936" y="1896271"/>
              <a:ext cx="0" cy="86995"/>
            </a:xfrm>
            <a:custGeom>
              <a:avLst/>
              <a:gdLst/>
              <a:ahLst/>
              <a:cxnLst/>
              <a:rect l="l" t="t" r="r" b="b"/>
              <a:pathLst>
                <a:path w="120000" h="86994" extrusionOk="0">
                  <a:moveTo>
                    <a:pt x="0" y="86949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130"/>
            <p:cNvSpPr/>
            <p:nvPr/>
          </p:nvSpPr>
          <p:spPr>
            <a:xfrm>
              <a:off x="1353426" y="1891210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130"/>
            <p:cNvSpPr/>
            <p:nvPr/>
          </p:nvSpPr>
          <p:spPr>
            <a:xfrm>
              <a:off x="1392936" y="1602376"/>
              <a:ext cx="0" cy="86995"/>
            </a:xfrm>
            <a:custGeom>
              <a:avLst/>
              <a:gdLst/>
              <a:ahLst/>
              <a:cxnLst/>
              <a:rect l="l" t="t" r="r" b="b"/>
              <a:pathLst>
                <a:path w="120000" h="86994" extrusionOk="0">
                  <a:moveTo>
                    <a:pt x="0" y="86949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130"/>
            <p:cNvSpPr/>
            <p:nvPr/>
          </p:nvSpPr>
          <p:spPr>
            <a:xfrm>
              <a:off x="1353426" y="1597315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130"/>
            <p:cNvSpPr/>
            <p:nvPr/>
          </p:nvSpPr>
          <p:spPr>
            <a:xfrm>
              <a:off x="1392936" y="1332225"/>
              <a:ext cx="0" cy="75565"/>
            </a:xfrm>
            <a:custGeom>
              <a:avLst/>
              <a:gdLst/>
              <a:ahLst/>
              <a:cxnLst/>
              <a:rect l="l" t="t" r="r" b="b"/>
              <a:pathLst>
                <a:path w="120000" h="75565" extrusionOk="0">
                  <a:moveTo>
                    <a:pt x="0" y="74955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130"/>
            <p:cNvSpPr/>
            <p:nvPr/>
          </p:nvSpPr>
          <p:spPr>
            <a:xfrm>
              <a:off x="1353426" y="1327164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130"/>
            <p:cNvSpPr/>
            <p:nvPr/>
          </p:nvSpPr>
          <p:spPr>
            <a:xfrm>
              <a:off x="1392936" y="1026336"/>
              <a:ext cx="0" cy="75565"/>
            </a:xfrm>
            <a:custGeom>
              <a:avLst/>
              <a:gdLst/>
              <a:ahLst/>
              <a:cxnLst/>
              <a:rect l="l" t="t" r="r" b="b"/>
              <a:pathLst>
                <a:path w="120000" h="75565" extrusionOk="0">
                  <a:moveTo>
                    <a:pt x="0" y="74955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130"/>
            <p:cNvSpPr/>
            <p:nvPr/>
          </p:nvSpPr>
          <p:spPr>
            <a:xfrm>
              <a:off x="1353426" y="1021275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130"/>
            <p:cNvSpPr/>
            <p:nvPr/>
          </p:nvSpPr>
          <p:spPr>
            <a:xfrm>
              <a:off x="1392936" y="764801"/>
              <a:ext cx="0" cy="66675"/>
            </a:xfrm>
            <a:custGeom>
              <a:avLst/>
              <a:gdLst/>
              <a:ahLst/>
              <a:cxnLst/>
              <a:rect l="l" t="t" r="r" b="b"/>
              <a:pathLst>
                <a:path w="120000" h="66675" extrusionOk="0">
                  <a:moveTo>
                    <a:pt x="0" y="66339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130"/>
            <p:cNvSpPr/>
            <p:nvPr/>
          </p:nvSpPr>
          <p:spPr>
            <a:xfrm>
              <a:off x="1353426" y="759740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130"/>
            <p:cNvSpPr/>
            <p:nvPr/>
          </p:nvSpPr>
          <p:spPr>
            <a:xfrm>
              <a:off x="1503468" y="1211698"/>
              <a:ext cx="507365" cy="1728470"/>
            </a:xfrm>
            <a:custGeom>
              <a:avLst/>
              <a:gdLst/>
              <a:ahLst/>
              <a:cxnLst/>
              <a:rect l="l" t="t" r="r" b="b"/>
              <a:pathLst>
                <a:path w="507364" h="1728470" extrusionOk="0">
                  <a:moveTo>
                    <a:pt x="0" y="1728118"/>
                  </a:moveTo>
                  <a:lnTo>
                    <a:pt x="65145" y="1722486"/>
                  </a:lnTo>
                  <a:lnTo>
                    <a:pt x="125800" y="1706101"/>
                  </a:lnTo>
                  <a:lnTo>
                    <a:pt x="181969" y="1679731"/>
                  </a:lnTo>
                  <a:lnTo>
                    <a:pt x="233654" y="1644145"/>
                  </a:lnTo>
                  <a:lnTo>
                    <a:pt x="280859" y="1600110"/>
                  </a:lnTo>
                  <a:lnTo>
                    <a:pt x="323588" y="1548394"/>
                  </a:lnTo>
                  <a:lnTo>
                    <a:pt x="361843" y="1489766"/>
                  </a:lnTo>
                  <a:lnTo>
                    <a:pt x="395630" y="1424994"/>
                  </a:lnTo>
                  <a:lnTo>
                    <a:pt x="424949" y="1354845"/>
                  </a:lnTo>
                  <a:lnTo>
                    <a:pt x="437936" y="1317994"/>
                  </a:lnTo>
                  <a:lnTo>
                    <a:pt x="449807" y="1280088"/>
                  </a:lnTo>
                  <a:lnTo>
                    <a:pt x="460563" y="1241221"/>
                  </a:lnTo>
                  <a:lnTo>
                    <a:pt x="470204" y="1201490"/>
                  </a:lnTo>
                  <a:lnTo>
                    <a:pt x="478732" y="1160991"/>
                  </a:lnTo>
                  <a:lnTo>
                    <a:pt x="486146" y="1119821"/>
                  </a:lnTo>
                  <a:lnTo>
                    <a:pt x="492448" y="1078074"/>
                  </a:lnTo>
                  <a:lnTo>
                    <a:pt x="497636" y="1035847"/>
                  </a:lnTo>
                  <a:lnTo>
                    <a:pt x="501712" y="993236"/>
                  </a:lnTo>
                  <a:lnTo>
                    <a:pt x="504676" y="950337"/>
                  </a:lnTo>
                  <a:lnTo>
                    <a:pt x="506529" y="907246"/>
                  </a:lnTo>
                  <a:lnTo>
                    <a:pt x="507271" y="864059"/>
                  </a:lnTo>
                  <a:lnTo>
                    <a:pt x="506903" y="820872"/>
                  </a:lnTo>
                  <a:lnTo>
                    <a:pt x="505424" y="777781"/>
                  </a:lnTo>
                  <a:lnTo>
                    <a:pt x="502836" y="734882"/>
                  </a:lnTo>
                  <a:lnTo>
                    <a:pt x="499138" y="692271"/>
                  </a:lnTo>
                  <a:lnTo>
                    <a:pt x="494332" y="650044"/>
                  </a:lnTo>
                  <a:lnTo>
                    <a:pt x="488417" y="608297"/>
                  </a:lnTo>
                  <a:lnTo>
                    <a:pt x="481394" y="567127"/>
                  </a:lnTo>
                  <a:lnTo>
                    <a:pt x="473264" y="526628"/>
                  </a:lnTo>
                  <a:lnTo>
                    <a:pt x="464026" y="486897"/>
                  </a:lnTo>
                  <a:lnTo>
                    <a:pt x="453682" y="448030"/>
                  </a:lnTo>
                  <a:lnTo>
                    <a:pt x="442231" y="410124"/>
                  </a:lnTo>
                  <a:lnTo>
                    <a:pt x="429675" y="373273"/>
                  </a:lnTo>
                  <a:lnTo>
                    <a:pt x="416014" y="337575"/>
                  </a:lnTo>
                  <a:lnTo>
                    <a:pt x="385376" y="270018"/>
                  </a:lnTo>
                  <a:lnTo>
                    <a:pt x="350322" y="208222"/>
                  </a:lnTo>
                  <a:lnTo>
                    <a:pt x="310855" y="152954"/>
                  </a:lnTo>
                  <a:lnTo>
                    <a:pt x="266978" y="104983"/>
                  </a:lnTo>
                  <a:lnTo>
                    <a:pt x="218695" y="65076"/>
                  </a:lnTo>
                  <a:lnTo>
                    <a:pt x="166009" y="34002"/>
                  </a:lnTo>
                  <a:lnTo>
                    <a:pt x="108924" y="12528"/>
                  </a:lnTo>
                  <a:lnTo>
                    <a:pt x="47444" y="1424"/>
                  </a:lnTo>
                  <a:lnTo>
                    <a:pt x="15056" y="0"/>
                  </a:lnTo>
                </a:path>
              </a:pathLst>
            </a:custGeom>
            <a:noFill/>
            <a:ln w="1517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130"/>
            <p:cNvSpPr/>
            <p:nvPr/>
          </p:nvSpPr>
          <p:spPr>
            <a:xfrm>
              <a:off x="1510932" y="1163046"/>
              <a:ext cx="38735" cy="97790"/>
            </a:xfrm>
            <a:custGeom>
              <a:avLst/>
              <a:gdLst/>
              <a:ahLst/>
              <a:cxnLst/>
              <a:rect l="l" t="t" r="r" b="b"/>
              <a:pathLst>
                <a:path w="38734" h="97790" extrusionOk="0">
                  <a:moveTo>
                    <a:pt x="38464" y="97302"/>
                  </a:moveTo>
                  <a:lnTo>
                    <a:pt x="31708" y="78183"/>
                  </a:lnTo>
                  <a:lnTo>
                    <a:pt x="22513" y="64158"/>
                  </a:lnTo>
                  <a:lnTo>
                    <a:pt x="11677" y="54542"/>
                  </a:lnTo>
                  <a:lnTo>
                    <a:pt x="0" y="48651"/>
                  </a:lnTo>
                  <a:lnTo>
                    <a:pt x="11677" y="42760"/>
                  </a:lnTo>
                  <a:lnTo>
                    <a:pt x="22513" y="33143"/>
                  </a:lnTo>
                  <a:lnTo>
                    <a:pt x="31708" y="19118"/>
                  </a:lnTo>
                  <a:lnTo>
                    <a:pt x="38464" y="0"/>
                  </a:lnTo>
                </a:path>
              </a:pathLst>
            </a:custGeom>
            <a:noFill/>
            <a:ln w="151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77" name="Google Shape;3077;p130"/>
          <p:cNvSpPr txBox="1"/>
          <p:nvPr/>
        </p:nvSpPr>
        <p:spPr>
          <a:xfrm>
            <a:off x="2049272" y="1961164"/>
            <a:ext cx="45847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identity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8" name="Google Shape;3078;p130"/>
          <p:cNvSpPr txBox="1"/>
          <p:nvPr/>
        </p:nvSpPr>
        <p:spPr>
          <a:xfrm>
            <a:off x="606259" y="2563188"/>
            <a:ext cx="227329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800"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70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800">
                <a:latin typeface="Verdana"/>
                <a:ea typeface="Verdana"/>
                <a:cs typeface="Verdana"/>
                <a:sym typeface="Verdana"/>
              </a:rPr>
              <a:t>)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79" name="Google Shape;3079;p130"/>
          <p:cNvSpPr txBox="1"/>
          <p:nvPr/>
        </p:nvSpPr>
        <p:spPr>
          <a:xfrm>
            <a:off x="2078697" y="1085150"/>
            <a:ext cx="10626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+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0" name="Google Shape;3080;p130"/>
          <p:cNvGrpSpPr/>
          <p:nvPr/>
        </p:nvGrpSpPr>
        <p:grpSpPr>
          <a:xfrm>
            <a:off x="3691292" y="636231"/>
            <a:ext cx="69291" cy="646252"/>
            <a:chOff x="3691292" y="636231"/>
            <a:chExt cx="69291" cy="646252"/>
          </a:xfrm>
        </p:grpSpPr>
        <p:pic>
          <p:nvPicPr>
            <p:cNvPr id="3081" name="Google Shape;3081;p13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691292" y="63623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2" name="Google Shape;3082;p13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691292" y="121319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83" name="Google Shape;3083;p130"/>
          <p:cNvSpPr txBox="1"/>
          <p:nvPr/>
        </p:nvSpPr>
        <p:spPr>
          <a:xfrm>
            <a:off x="3796817" y="539215"/>
            <a:ext cx="1670050" cy="2013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marR="57467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Building Block for ResNet-18 and ResNet-34: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Components: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Two 3×3 convolutions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35280" marR="227965" lvl="0" indent="-142240" algn="l" rtl="0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Batch normalization after each conv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35280" marR="33655" lvl="0" indent="-142240" algn="l" rtl="0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ReLU activation (one in middle, one at end)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35280" marR="30480" lvl="0" indent="-142240" algn="l" rtl="0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Identity skip connection (red dashed)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4" name="Google Shape;3084;p13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085" name="Google Shape;3085;p13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13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13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88" name="Google Shape;3088;p13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9" name="Google Shape;3089;p130"/>
          <p:cNvSpPr txBox="1"/>
          <p:nvPr/>
        </p:nvSpPr>
        <p:spPr>
          <a:xfrm>
            <a:off x="4632483" y="3137672"/>
            <a:ext cx="37655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130 / 153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4" name="Google Shape;3094;p13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ottleneck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esidual</a:t>
            </a:r>
            <a:r>
              <a:rPr lang="en-US">
                <a:solidFill>
                  <a:srgbClr val="FFFFFF"/>
                </a:solidFill>
              </a:rPr>
              <a:t> B</a:t>
            </a:r>
            <a:r>
              <a:rPr lang="en-US" cap="small">
                <a:solidFill>
                  <a:srgbClr val="FFFFFF"/>
                </a:solidFill>
              </a:rPr>
              <a:t>lock</a:t>
            </a:r>
            <a:endParaRPr/>
          </a:p>
        </p:txBody>
      </p:sp>
      <p:pic>
        <p:nvPicPr>
          <p:cNvPr id="3095" name="Google Shape;3095;p1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6290" y="2933422"/>
            <a:ext cx="221052" cy="221052"/>
          </a:xfrm>
          <a:prstGeom prst="rect">
            <a:avLst/>
          </a:prstGeom>
          <a:noFill/>
          <a:ln>
            <a:noFill/>
          </a:ln>
        </p:spPr>
      </p:pic>
      <p:sp>
        <p:nvSpPr>
          <p:cNvPr id="3096" name="Google Shape;3096;p131"/>
          <p:cNvSpPr txBox="1"/>
          <p:nvPr/>
        </p:nvSpPr>
        <p:spPr>
          <a:xfrm>
            <a:off x="1662455" y="2947666"/>
            <a:ext cx="8890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Arial"/>
                <a:ea typeface="Arial"/>
                <a:cs typeface="Arial"/>
                <a:sym typeface="Arial"/>
              </a:rPr>
              <a:t>x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7" name="Google Shape;3097;p131"/>
          <p:cNvSpPr txBox="1"/>
          <p:nvPr/>
        </p:nvSpPr>
        <p:spPr>
          <a:xfrm>
            <a:off x="1924710" y="2972306"/>
            <a:ext cx="29908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256 ch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98" name="Google Shape;3098;p131"/>
          <p:cNvGrpSpPr/>
          <p:nvPr/>
        </p:nvGrpSpPr>
        <p:grpSpPr>
          <a:xfrm>
            <a:off x="1256811" y="2678069"/>
            <a:ext cx="900430" cy="191770"/>
            <a:chOff x="1256811" y="2678069"/>
            <a:chExt cx="900430" cy="191770"/>
          </a:xfrm>
        </p:grpSpPr>
        <p:sp>
          <p:nvSpPr>
            <p:cNvPr id="3099" name="Google Shape;3099;p131"/>
            <p:cNvSpPr/>
            <p:nvPr/>
          </p:nvSpPr>
          <p:spPr>
            <a:xfrm>
              <a:off x="1256811" y="2678069"/>
              <a:ext cx="900430" cy="191770"/>
            </a:xfrm>
            <a:custGeom>
              <a:avLst/>
              <a:gdLst/>
              <a:ahLst/>
              <a:cxnLst/>
              <a:rect l="l" t="t" r="r" b="b"/>
              <a:pathLst>
                <a:path w="900430" h="191769" extrusionOk="0">
                  <a:moveTo>
                    <a:pt x="900011" y="0"/>
                  </a:moveTo>
                  <a:lnTo>
                    <a:pt x="0" y="0"/>
                  </a:lnTo>
                  <a:lnTo>
                    <a:pt x="0" y="191752"/>
                  </a:lnTo>
                  <a:lnTo>
                    <a:pt x="900011" y="191752"/>
                  </a:lnTo>
                  <a:lnTo>
                    <a:pt x="900011" y="0"/>
                  </a:lnTo>
                  <a:close/>
                </a:path>
              </a:pathLst>
            </a:custGeom>
            <a:solidFill>
              <a:srgbClr val="CCE5E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131"/>
            <p:cNvSpPr/>
            <p:nvPr/>
          </p:nvSpPr>
          <p:spPr>
            <a:xfrm>
              <a:off x="1256811" y="2678069"/>
              <a:ext cx="900430" cy="191770"/>
            </a:xfrm>
            <a:custGeom>
              <a:avLst/>
              <a:gdLst/>
              <a:ahLst/>
              <a:cxnLst/>
              <a:rect l="l" t="t" r="r" b="b"/>
              <a:pathLst>
                <a:path w="900430" h="191769" extrusionOk="0">
                  <a:moveTo>
                    <a:pt x="0" y="191752"/>
                  </a:moveTo>
                  <a:lnTo>
                    <a:pt x="900011" y="191752"/>
                  </a:lnTo>
                  <a:lnTo>
                    <a:pt x="900011" y="0"/>
                  </a:lnTo>
                  <a:lnTo>
                    <a:pt x="0" y="0"/>
                  </a:lnTo>
                  <a:lnTo>
                    <a:pt x="0" y="19175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01" name="Google Shape;3101;p131"/>
          <p:cNvSpPr txBox="1"/>
          <p:nvPr/>
        </p:nvSpPr>
        <p:spPr>
          <a:xfrm>
            <a:off x="1259341" y="2680966"/>
            <a:ext cx="89535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1239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1×1 Conv, 64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02" name="Google Shape;3102;p131"/>
          <p:cNvGrpSpPr/>
          <p:nvPr/>
        </p:nvGrpSpPr>
        <p:grpSpPr>
          <a:xfrm>
            <a:off x="1256811" y="2413941"/>
            <a:ext cx="900430" cy="180340"/>
            <a:chOff x="1256811" y="2413941"/>
            <a:chExt cx="900430" cy="180340"/>
          </a:xfrm>
        </p:grpSpPr>
        <p:sp>
          <p:nvSpPr>
            <p:cNvPr id="3103" name="Google Shape;3103;p131"/>
            <p:cNvSpPr/>
            <p:nvPr/>
          </p:nvSpPr>
          <p:spPr>
            <a:xfrm>
              <a:off x="1256811" y="2413941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39" extrusionOk="0">
                  <a:moveTo>
                    <a:pt x="900011" y="0"/>
                  </a:moveTo>
                  <a:lnTo>
                    <a:pt x="0" y="0"/>
                  </a:lnTo>
                  <a:lnTo>
                    <a:pt x="0" y="180001"/>
                  </a:lnTo>
                  <a:lnTo>
                    <a:pt x="900011" y="180001"/>
                  </a:lnTo>
                  <a:lnTo>
                    <a:pt x="900011" y="0"/>
                  </a:lnTo>
                  <a:close/>
                </a:path>
              </a:pathLst>
            </a:custGeom>
            <a:solidFill>
              <a:srgbClr val="FFFC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131"/>
            <p:cNvSpPr/>
            <p:nvPr/>
          </p:nvSpPr>
          <p:spPr>
            <a:xfrm>
              <a:off x="1256811" y="2413941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39" extrusionOk="0">
                  <a:moveTo>
                    <a:pt x="0" y="180001"/>
                  </a:moveTo>
                  <a:lnTo>
                    <a:pt x="900011" y="180001"/>
                  </a:lnTo>
                  <a:lnTo>
                    <a:pt x="900011" y="0"/>
                  </a:lnTo>
                  <a:lnTo>
                    <a:pt x="0" y="0"/>
                  </a:lnTo>
                  <a:lnTo>
                    <a:pt x="0" y="180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05" name="Google Shape;3105;p131"/>
          <p:cNvSpPr txBox="1"/>
          <p:nvPr/>
        </p:nvSpPr>
        <p:spPr>
          <a:xfrm>
            <a:off x="1259341" y="2417568"/>
            <a:ext cx="89535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574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BN + ReLU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06" name="Google Shape;3106;p131"/>
          <p:cNvGrpSpPr/>
          <p:nvPr/>
        </p:nvGrpSpPr>
        <p:grpSpPr>
          <a:xfrm>
            <a:off x="1256811" y="2138062"/>
            <a:ext cx="900430" cy="191770"/>
            <a:chOff x="1256811" y="2138062"/>
            <a:chExt cx="900430" cy="191770"/>
          </a:xfrm>
        </p:grpSpPr>
        <p:sp>
          <p:nvSpPr>
            <p:cNvPr id="3107" name="Google Shape;3107;p131"/>
            <p:cNvSpPr/>
            <p:nvPr/>
          </p:nvSpPr>
          <p:spPr>
            <a:xfrm>
              <a:off x="1256811" y="2138062"/>
              <a:ext cx="900430" cy="191770"/>
            </a:xfrm>
            <a:custGeom>
              <a:avLst/>
              <a:gdLst/>
              <a:ahLst/>
              <a:cxnLst/>
              <a:rect l="l" t="t" r="r" b="b"/>
              <a:pathLst>
                <a:path w="900430" h="191769" extrusionOk="0">
                  <a:moveTo>
                    <a:pt x="900011" y="0"/>
                  </a:moveTo>
                  <a:lnTo>
                    <a:pt x="0" y="0"/>
                  </a:lnTo>
                  <a:lnTo>
                    <a:pt x="0" y="191752"/>
                  </a:lnTo>
                  <a:lnTo>
                    <a:pt x="900011" y="191752"/>
                  </a:lnTo>
                  <a:lnTo>
                    <a:pt x="900011" y="0"/>
                  </a:lnTo>
                  <a:close/>
                </a:path>
              </a:pathLst>
            </a:custGeom>
            <a:solidFill>
              <a:srgbClr val="FFE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131"/>
            <p:cNvSpPr/>
            <p:nvPr/>
          </p:nvSpPr>
          <p:spPr>
            <a:xfrm>
              <a:off x="1256811" y="2138062"/>
              <a:ext cx="900430" cy="191770"/>
            </a:xfrm>
            <a:custGeom>
              <a:avLst/>
              <a:gdLst/>
              <a:ahLst/>
              <a:cxnLst/>
              <a:rect l="l" t="t" r="r" b="b"/>
              <a:pathLst>
                <a:path w="900430" h="191769" extrusionOk="0">
                  <a:moveTo>
                    <a:pt x="0" y="191752"/>
                  </a:moveTo>
                  <a:lnTo>
                    <a:pt x="900011" y="191752"/>
                  </a:lnTo>
                  <a:lnTo>
                    <a:pt x="900011" y="0"/>
                  </a:lnTo>
                  <a:lnTo>
                    <a:pt x="0" y="0"/>
                  </a:lnTo>
                  <a:lnTo>
                    <a:pt x="0" y="19175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09" name="Google Shape;3109;p131"/>
          <p:cNvSpPr txBox="1"/>
          <p:nvPr/>
        </p:nvSpPr>
        <p:spPr>
          <a:xfrm>
            <a:off x="1259341" y="2140962"/>
            <a:ext cx="89535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1239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3×3 Conv, 64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0" name="Google Shape;3110;p131"/>
          <p:cNvGrpSpPr/>
          <p:nvPr/>
        </p:nvGrpSpPr>
        <p:grpSpPr>
          <a:xfrm>
            <a:off x="1256811" y="1873934"/>
            <a:ext cx="900430" cy="180340"/>
            <a:chOff x="1256811" y="1873934"/>
            <a:chExt cx="900430" cy="180340"/>
          </a:xfrm>
        </p:grpSpPr>
        <p:sp>
          <p:nvSpPr>
            <p:cNvPr id="3111" name="Google Shape;3111;p131"/>
            <p:cNvSpPr/>
            <p:nvPr/>
          </p:nvSpPr>
          <p:spPr>
            <a:xfrm>
              <a:off x="1256811" y="1873934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39" extrusionOk="0">
                  <a:moveTo>
                    <a:pt x="900011" y="0"/>
                  </a:moveTo>
                  <a:lnTo>
                    <a:pt x="0" y="0"/>
                  </a:lnTo>
                  <a:lnTo>
                    <a:pt x="0" y="180001"/>
                  </a:lnTo>
                  <a:lnTo>
                    <a:pt x="900011" y="180001"/>
                  </a:lnTo>
                  <a:lnTo>
                    <a:pt x="900011" y="0"/>
                  </a:lnTo>
                  <a:close/>
                </a:path>
              </a:pathLst>
            </a:custGeom>
            <a:solidFill>
              <a:srgbClr val="FFFC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131"/>
            <p:cNvSpPr/>
            <p:nvPr/>
          </p:nvSpPr>
          <p:spPr>
            <a:xfrm>
              <a:off x="1256811" y="1873934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39" extrusionOk="0">
                  <a:moveTo>
                    <a:pt x="0" y="180001"/>
                  </a:moveTo>
                  <a:lnTo>
                    <a:pt x="900011" y="180001"/>
                  </a:lnTo>
                  <a:lnTo>
                    <a:pt x="900011" y="0"/>
                  </a:lnTo>
                  <a:lnTo>
                    <a:pt x="0" y="0"/>
                  </a:lnTo>
                  <a:lnTo>
                    <a:pt x="0" y="180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13" name="Google Shape;3113;p131"/>
          <p:cNvSpPr txBox="1"/>
          <p:nvPr/>
        </p:nvSpPr>
        <p:spPr>
          <a:xfrm>
            <a:off x="1259341" y="1877564"/>
            <a:ext cx="89535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574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BN + ReLU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4" name="Google Shape;3114;p131"/>
          <p:cNvGrpSpPr/>
          <p:nvPr/>
        </p:nvGrpSpPr>
        <p:grpSpPr>
          <a:xfrm>
            <a:off x="1256811" y="1598055"/>
            <a:ext cx="900430" cy="191770"/>
            <a:chOff x="1256811" y="1598055"/>
            <a:chExt cx="900430" cy="191770"/>
          </a:xfrm>
        </p:grpSpPr>
        <p:sp>
          <p:nvSpPr>
            <p:cNvPr id="3115" name="Google Shape;3115;p131"/>
            <p:cNvSpPr/>
            <p:nvPr/>
          </p:nvSpPr>
          <p:spPr>
            <a:xfrm>
              <a:off x="1256811" y="1598055"/>
              <a:ext cx="900430" cy="191770"/>
            </a:xfrm>
            <a:custGeom>
              <a:avLst/>
              <a:gdLst/>
              <a:ahLst/>
              <a:cxnLst/>
              <a:rect l="l" t="t" r="r" b="b"/>
              <a:pathLst>
                <a:path w="900430" h="191769" extrusionOk="0">
                  <a:moveTo>
                    <a:pt x="900011" y="0"/>
                  </a:moveTo>
                  <a:lnTo>
                    <a:pt x="0" y="0"/>
                  </a:lnTo>
                  <a:lnTo>
                    <a:pt x="0" y="191752"/>
                  </a:lnTo>
                  <a:lnTo>
                    <a:pt x="900011" y="191752"/>
                  </a:lnTo>
                  <a:lnTo>
                    <a:pt x="900011" y="0"/>
                  </a:lnTo>
                  <a:close/>
                </a:path>
              </a:pathLst>
            </a:custGeom>
            <a:solidFill>
              <a:srgbClr val="CCE5E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131"/>
            <p:cNvSpPr/>
            <p:nvPr/>
          </p:nvSpPr>
          <p:spPr>
            <a:xfrm>
              <a:off x="1256811" y="1598055"/>
              <a:ext cx="900430" cy="191770"/>
            </a:xfrm>
            <a:custGeom>
              <a:avLst/>
              <a:gdLst/>
              <a:ahLst/>
              <a:cxnLst/>
              <a:rect l="l" t="t" r="r" b="b"/>
              <a:pathLst>
                <a:path w="900430" h="191769" extrusionOk="0">
                  <a:moveTo>
                    <a:pt x="0" y="191752"/>
                  </a:moveTo>
                  <a:lnTo>
                    <a:pt x="900011" y="191752"/>
                  </a:lnTo>
                  <a:lnTo>
                    <a:pt x="900011" y="0"/>
                  </a:lnTo>
                  <a:lnTo>
                    <a:pt x="0" y="0"/>
                  </a:lnTo>
                  <a:lnTo>
                    <a:pt x="0" y="19175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17" name="Google Shape;3117;p131"/>
          <p:cNvSpPr txBox="1"/>
          <p:nvPr/>
        </p:nvSpPr>
        <p:spPr>
          <a:xfrm>
            <a:off x="1259341" y="1600970"/>
            <a:ext cx="89535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806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1×1 Conv, 256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8" name="Google Shape;3118;p131"/>
          <p:cNvGrpSpPr/>
          <p:nvPr/>
        </p:nvGrpSpPr>
        <p:grpSpPr>
          <a:xfrm>
            <a:off x="1256811" y="1333927"/>
            <a:ext cx="900430" cy="180340"/>
            <a:chOff x="1256811" y="1333927"/>
            <a:chExt cx="900430" cy="180340"/>
          </a:xfrm>
        </p:grpSpPr>
        <p:sp>
          <p:nvSpPr>
            <p:cNvPr id="3119" name="Google Shape;3119;p131"/>
            <p:cNvSpPr/>
            <p:nvPr/>
          </p:nvSpPr>
          <p:spPr>
            <a:xfrm>
              <a:off x="1256811" y="1333927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40" extrusionOk="0">
                  <a:moveTo>
                    <a:pt x="900011" y="0"/>
                  </a:moveTo>
                  <a:lnTo>
                    <a:pt x="0" y="0"/>
                  </a:lnTo>
                  <a:lnTo>
                    <a:pt x="0" y="180001"/>
                  </a:lnTo>
                  <a:lnTo>
                    <a:pt x="900011" y="180001"/>
                  </a:lnTo>
                  <a:lnTo>
                    <a:pt x="900011" y="0"/>
                  </a:lnTo>
                  <a:close/>
                </a:path>
              </a:pathLst>
            </a:custGeom>
            <a:solidFill>
              <a:srgbClr val="FFFC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131"/>
            <p:cNvSpPr/>
            <p:nvPr/>
          </p:nvSpPr>
          <p:spPr>
            <a:xfrm>
              <a:off x="1256811" y="1333927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40" extrusionOk="0">
                  <a:moveTo>
                    <a:pt x="0" y="180001"/>
                  </a:moveTo>
                  <a:lnTo>
                    <a:pt x="900011" y="180001"/>
                  </a:lnTo>
                  <a:lnTo>
                    <a:pt x="900011" y="0"/>
                  </a:lnTo>
                  <a:lnTo>
                    <a:pt x="0" y="0"/>
                  </a:lnTo>
                  <a:lnTo>
                    <a:pt x="0" y="180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21" name="Google Shape;3121;p131"/>
          <p:cNvSpPr txBox="1"/>
          <p:nvPr/>
        </p:nvSpPr>
        <p:spPr>
          <a:xfrm>
            <a:off x="1259341" y="1338512"/>
            <a:ext cx="89535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BN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2" name="Google Shape;3122;p1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6416" y="1043525"/>
            <a:ext cx="220799" cy="220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3" name="Google Shape;3123;p131"/>
          <p:cNvSpPr txBox="1"/>
          <p:nvPr/>
        </p:nvSpPr>
        <p:spPr>
          <a:xfrm>
            <a:off x="1660867" y="1055988"/>
            <a:ext cx="92075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+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4" name="Google Shape;3124;p131"/>
          <p:cNvSpPr txBox="1"/>
          <p:nvPr/>
        </p:nvSpPr>
        <p:spPr>
          <a:xfrm>
            <a:off x="1256811" y="793921"/>
            <a:ext cx="900430" cy="180340"/>
          </a:xfrm>
          <a:prstGeom prst="rect">
            <a:avLst/>
          </a:prstGeom>
          <a:solidFill>
            <a:srgbClr val="FFFCD5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ReLU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25" name="Google Shape;3125;p131"/>
          <p:cNvGrpSpPr/>
          <p:nvPr/>
        </p:nvGrpSpPr>
        <p:grpSpPr>
          <a:xfrm>
            <a:off x="1590331" y="497433"/>
            <a:ext cx="233045" cy="233045"/>
            <a:chOff x="1590331" y="497433"/>
            <a:chExt cx="233045" cy="233045"/>
          </a:xfrm>
        </p:grpSpPr>
        <p:sp>
          <p:nvSpPr>
            <p:cNvPr id="3126" name="Google Shape;3126;p131"/>
            <p:cNvSpPr/>
            <p:nvPr/>
          </p:nvSpPr>
          <p:spPr>
            <a:xfrm>
              <a:off x="1590331" y="497433"/>
              <a:ext cx="233045" cy="233045"/>
            </a:xfrm>
            <a:custGeom>
              <a:avLst/>
              <a:gdLst/>
              <a:ahLst/>
              <a:cxnLst/>
              <a:rect l="l" t="t" r="r" b="b"/>
              <a:pathLst>
                <a:path w="233044" h="233045" extrusionOk="0">
                  <a:moveTo>
                    <a:pt x="116484" y="0"/>
                  </a:moveTo>
                  <a:lnTo>
                    <a:pt x="71143" y="9153"/>
                  </a:lnTo>
                  <a:lnTo>
                    <a:pt x="34117" y="34117"/>
                  </a:lnTo>
                  <a:lnTo>
                    <a:pt x="9153" y="71143"/>
                  </a:lnTo>
                  <a:lnTo>
                    <a:pt x="0" y="116484"/>
                  </a:lnTo>
                  <a:lnTo>
                    <a:pt x="9153" y="161825"/>
                  </a:lnTo>
                  <a:lnTo>
                    <a:pt x="34117" y="198851"/>
                  </a:lnTo>
                  <a:lnTo>
                    <a:pt x="71143" y="223815"/>
                  </a:lnTo>
                  <a:lnTo>
                    <a:pt x="116484" y="232969"/>
                  </a:lnTo>
                  <a:lnTo>
                    <a:pt x="161825" y="223815"/>
                  </a:lnTo>
                  <a:lnTo>
                    <a:pt x="198851" y="198851"/>
                  </a:lnTo>
                  <a:lnTo>
                    <a:pt x="223815" y="161825"/>
                  </a:lnTo>
                  <a:lnTo>
                    <a:pt x="232969" y="116484"/>
                  </a:lnTo>
                  <a:lnTo>
                    <a:pt x="223815" y="71143"/>
                  </a:lnTo>
                  <a:lnTo>
                    <a:pt x="198851" y="34117"/>
                  </a:lnTo>
                  <a:lnTo>
                    <a:pt x="161825" y="9153"/>
                  </a:lnTo>
                  <a:lnTo>
                    <a:pt x="116484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131"/>
            <p:cNvSpPr/>
            <p:nvPr/>
          </p:nvSpPr>
          <p:spPr>
            <a:xfrm>
              <a:off x="1590331" y="497433"/>
              <a:ext cx="233045" cy="233045"/>
            </a:xfrm>
            <a:custGeom>
              <a:avLst/>
              <a:gdLst/>
              <a:ahLst/>
              <a:cxnLst/>
              <a:rect l="l" t="t" r="r" b="b"/>
              <a:pathLst>
                <a:path w="233044" h="233045" extrusionOk="0">
                  <a:moveTo>
                    <a:pt x="232969" y="116484"/>
                  </a:moveTo>
                  <a:lnTo>
                    <a:pt x="223815" y="71143"/>
                  </a:lnTo>
                  <a:lnTo>
                    <a:pt x="198851" y="34117"/>
                  </a:lnTo>
                  <a:lnTo>
                    <a:pt x="161825" y="9153"/>
                  </a:lnTo>
                  <a:lnTo>
                    <a:pt x="116484" y="0"/>
                  </a:lnTo>
                  <a:lnTo>
                    <a:pt x="71143" y="9153"/>
                  </a:lnTo>
                  <a:lnTo>
                    <a:pt x="34117" y="34117"/>
                  </a:lnTo>
                  <a:lnTo>
                    <a:pt x="9153" y="71143"/>
                  </a:lnTo>
                  <a:lnTo>
                    <a:pt x="0" y="116484"/>
                  </a:lnTo>
                  <a:lnTo>
                    <a:pt x="9153" y="161825"/>
                  </a:lnTo>
                  <a:lnTo>
                    <a:pt x="34117" y="198851"/>
                  </a:lnTo>
                  <a:lnTo>
                    <a:pt x="71143" y="223815"/>
                  </a:lnTo>
                  <a:lnTo>
                    <a:pt x="116484" y="232969"/>
                  </a:lnTo>
                  <a:lnTo>
                    <a:pt x="161825" y="223815"/>
                  </a:lnTo>
                  <a:lnTo>
                    <a:pt x="198851" y="198851"/>
                  </a:lnTo>
                  <a:lnTo>
                    <a:pt x="223815" y="161825"/>
                  </a:lnTo>
                  <a:lnTo>
                    <a:pt x="232969" y="11648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28" name="Google Shape;3128;p131"/>
          <p:cNvSpPr txBox="1"/>
          <p:nvPr/>
        </p:nvSpPr>
        <p:spPr>
          <a:xfrm>
            <a:off x="1662455" y="505671"/>
            <a:ext cx="8890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Arial"/>
                <a:ea typeface="Arial"/>
                <a:cs typeface="Arial"/>
                <a:sym typeface="Arial"/>
              </a:rPr>
              <a:t>y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9" name="Google Shape;3129;p131"/>
          <p:cNvSpPr txBox="1"/>
          <p:nvPr/>
        </p:nvSpPr>
        <p:spPr>
          <a:xfrm>
            <a:off x="1933206" y="542225"/>
            <a:ext cx="29908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256 ch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30" name="Google Shape;3130;p131"/>
          <p:cNvGrpSpPr/>
          <p:nvPr/>
        </p:nvGrpSpPr>
        <p:grpSpPr>
          <a:xfrm>
            <a:off x="0" y="613270"/>
            <a:ext cx="5760261" cy="2620741"/>
            <a:chOff x="0" y="613270"/>
            <a:chExt cx="5760261" cy="2620741"/>
          </a:xfrm>
        </p:grpSpPr>
        <p:sp>
          <p:nvSpPr>
            <p:cNvPr id="3131" name="Google Shape;3131;p131"/>
            <p:cNvSpPr/>
            <p:nvPr/>
          </p:nvSpPr>
          <p:spPr>
            <a:xfrm>
              <a:off x="1706816" y="2882469"/>
              <a:ext cx="0" cy="51435"/>
            </a:xfrm>
            <a:custGeom>
              <a:avLst/>
              <a:gdLst/>
              <a:ahLst/>
              <a:cxnLst/>
              <a:rect l="l" t="t" r="r" b="b"/>
              <a:pathLst>
                <a:path w="120000" h="51435" extrusionOk="0">
                  <a:moveTo>
                    <a:pt x="0" y="50949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131"/>
            <p:cNvSpPr/>
            <p:nvPr/>
          </p:nvSpPr>
          <p:spPr>
            <a:xfrm>
              <a:off x="1667307" y="2877408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131"/>
            <p:cNvSpPr/>
            <p:nvPr/>
          </p:nvSpPr>
          <p:spPr>
            <a:xfrm>
              <a:off x="1706816" y="2606582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w="120000" h="69214" extrusionOk="0">
                  <a:moveTo>
                    <a:pt x="0" y="68945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131"/>
            <p:cNvSpPr/>
            <p:nvPr/>
          </p:nvSpPr>
          <p:spPr>
            <a:xfrm>
              <a:off x="1667307" y="2601521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131"/>
            <p:cNvSpPr/>
            <p:nvPr/>
          </p:nvSpPr>
          <p:spPr>
            <a:xfrm>
              <a:off x="1706816" y="2342446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w="120000" h="69214" extrusionOk="0">
                  <a:moveTo>
                    <a:pt x="0" y="68945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131"/>
            <p:cNvSpPr/>
            <p:nvPr/>
          </p:nvSpPr>
          <p:spPr>
            <a:xfrm>
              <a:off x="1667307" y="2337384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131"/>
            <p:cNvSpPr/>
            <p:nvPr/>
          </p:nvSpPr>
          <p:spPr>
            <a:xfrm>
              <a:off x="1706816" y="2066558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w="120000" h="69214" extrusionOk="0">
                  <a:moveTo>
                    <a:pt x="0" y="68945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131"/>
            <p:cNvSpPr/>
            <p:nvPr/>
          </p:nvSpPr>
          <p:spPr>
            <a:xfrm>
              <a:off x="1667307" y="2061497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131"/>
            <p:cNvSpPr/>
            <p:nvPr/>
          </p:nvSpPr>
          <p:spPr>
            <a:xfrm>
              <a:off x="1706816" y="1802422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w="120000" h="69214" extrusionOk="0">
                  <a:moveTo>
                    <a:pt x="0" y="68945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131"/>
            <p:cNvSpPr/>
            <p:nvPr/>
          </p:nvSpPr>
          <p:spPr>
            <a:xfrm>
              <a:off x="1667307" y="1797361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131"/>
            <p:cNvSpPr/>
            <p:nvPr/>
          </p:nvSpPr>
          <p:spPr>
            <a:xfrm>
              <a:off x="1706816" y="1526535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w="120000" h="69215" extrusionOk="0">
                  <a:moveTo>
                    <a:pt x="0" y="68945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131"/>
            <p:cNvSpPr/>
            <p:nvPr/>
          </p:nvSpPr>
          <p:spPr>
            <a:xfrm>
              <a:off x="1667307" y="1521474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131"/>
            <p:cNvSpPr/>
            <p:nvPr/>
          </p:nvSpPr>
          <p:spPr>
            <a:xfrm>
              <a:off x="1706816" y="1274392"/>
              <a:ext cx="0" cy="57150"/>
            </a:xfrm>
            <a:custGeom>
              <a:avLst/>
              <a:gdLst/>
              <a:ahLst/>
              <a:cxnLst/>
              <a:rect l="l" t="t" r="r" b="b"/>
              <a:pathLst>
                <a:path w="120000" h="57150" extrusionOk="0">
                  <a:moveTo>
                    <a:pt x="0" y="56952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131"/>
            <p:cNvSpPr/>
            <p:nvPr/>
          </p:nvSpPr>
          <p:spPr>
            <a:xfrm>
              <a:off x="1667307" y="1269331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131"/>
            <p:cNvSpPr/>
            <p:nvPr/>
          </p:nvSpPr>
          <p:spPr>
            <a:xfrm>
              <a:off x="1706816" y="986512"/>
              <a:ext cx="0" cy="57150"/>
            </a:xfrm>
            <a:custGeom>
              <a:avLst/>
              <a:gdLst/>
              <a:ahLst/>
              <a:cxnLst/>
              <a:rect l="l" t="t" r="r" b="b"/>
              <a:pathLst>
                <a:path w="120000" h="57150" extrusionOk="0">
                  <a:moveTo>
                    <a:pt x="0" y="56952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131"/>
            <p:cNvSpPr/>
            <p:nvPr/>
          </p:nvSpPr>
          <p:spPr>
            <a:xfrm>
              <a:off x="1667307" y="981451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131"/>
            <p:cNvSpPr/>
            <p:nvPr/>
          </p:nvSpPr>
          <p:spPr>
            <a:xfrm>
              <a:off x="1706816" y="742985"/>
              <a:ext cx="0" cy="48895"/>
            </a:xfrm>
            <a:custGeom>
              <a:avLst/>
              <a:gdLst/>
              <a:ahLst/>
              <a:cxnLst/>
              <a:rect l="l" t="t" r="r" b="b"/>
              <a:pathLst>
                <a:path w="120000" h="48895" extrusionOk="0">
                  <a:moveTo>
                    <a:pt x="0" y="48336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131"/>
            <p:cNvSpPr/>
            <p:nvPr/>
          </p:nvSpPr>
          <p:spPr>
            <a:xfrm>
              <a:off x="1667307" y="737924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131"/>
            <p:cNvSpPr/>
            <p:nvPr/>
          </p:nvSpPr>
          <p:spPr>
            <a:xfrm>
              <a:off x="1817346" y="1153867"/>
              <a:ext cx="554990" cy="1890395"/>
            </a:xfrm>
            <a:custGeom>
              <a:avLst/>
              <a:gdLst/>
              <a:ahLst/>
              <a:cxnLst/>
              <a:rect l="l" t="t" r="r" b="b"/>
              <a:pathLst>
                <a:path w="554989" h="1890395" extrusionOk="0">
                  <a:moveTo>
                    <a:pt x="0" y="1890080"/>
                  </a:moveTo>
                  <a:lnTo>
                    <a:pt x="64976" y="1884979"/>
                  </a:lnTo>
                  <a:lnTo>
                    <a:pt x="125894" y="1870094"/>
                  </a:lnTo>
                  <a:lnTo>
                    <a:pt x="182754" y="1846059"/>
                  </a:lnTo>
                  <a:lnTo>
                    <a:pt x="235561" y="1813503"/>
                  </a:lnTo>
                  <a:lnTo>
                    <a:pt x="284317" y="1773058"/>
                  </a:lnTo>
                  <a:lnTo>
                    <a:pt x="329023" y="1725355"/>
                  </a:lnTo>
                  <a:lnTo>
                    <a:pt x="369684" y="1671025"/>
                  </a:lnTo>
                  <a:lnTo>
                    <a:pt x="406300" y="1610699"/>
                  </a:lnTo>
                  <a:lnTo>
                    <a:pt x="438876" y="1545009"/>
                  </a:lnTo>
                  <a:lnTo>
                    <a:pt x="467413" y="1474585"/>
                  </a:lnTo>
                  <a:lnTo>
                    <a:pt x="480168" y="1437796"/>
                  </a:lnTo>
                  <a:lnTo>
                    <a:pt x="491914" y="1400059"/>
                  </a:lnTo>
                  <a:lnTo>
                    <a:pt x="502652" y="1361455"/>
                  </a:lnTo>
                  <a:lnTo>
                    <a:pt x="512381" y="1322062"/>
                  </a:lnTo>
                  <a:lnTo>
                    <a:pt x="521104" y="1281959"/>
                  </a:lnTo>
                  <a:lnTo>
                    <a:pt x="528818" y="1241225"/>
                  </a:lnTo>
                  <a:lnTo>
                    <a:pt x="535526" y="1199938"/>
                  </a:lnTo>
                  <a:lnTo>
                    <a:pt x="541227" y="1158178"/>
                  </a:lnTo>
                  <a:lnTo>
                    <a:pt x="545921" y="1116024"/>
                  </a:lnTo>
                  <a:lnTo>
                    <a:pt x="549610" y="1073554"/>
                  </a:lnTo>
                  <a:lnTo>
                    <a:pt x="552293" y="1030847"/>
                  </a:lnTo>
                  <a:lnTo>
                    <a:pt x="553970" y="987983"/>
                  </a:lnTo>
                  <a:lnTo>
                    <a:pt x="554642" y="945040"/>
                  </a:lnTo>
                  <a:lnTo>
                    <a:pt x="554309" y="902097"/>
                  </a:lnTo>
                  <a:lnTo>
                    <a:pt x="552972" y="859232"/>
                  </a:lnTo>
                  <a:lnTo>
                    <a:pt x="550631" y="816526"/>
                  </a:lnTo>
                  <a:lnTo>
                    <a:pt x="547286" y="774056"/>
                  </a:lnTo>
                  <a:lnTo>
                    <a:pt x="542937" y="731902"/>
                  </a:lnTo>
                  <a:lnTo>
                    <a:pt x="537585" y="690142"/>
                  </a:lnTo>
                  <a:lnTo>
                    <a:pt x="531230" y="648855"/>
                  </a:lnTo>
                  <a:lnTo>
                    <a:pt x="523873" y="608121"/>
                  </a:lnTo>
                  <a:lnTo>
                    <a:pt x="515514" y="568018"/>
                  </a:lnTo>
                  <a:lnTo>
                    <a:pt x="506152" y="528625"/>
                  </a:lnTo>
                  <a:lnTo>
                    <a:pt x="495789" y="490020"/>
                  </a:lnTo>
                  <a:lnTo>
                    <a:pt x="484425" y="452284"/>
                  </a:lnTo>
                  <a:lnTo>
                    <a:pt x="472060" y="415494"/>
                  </a:lnTo>
                  <a:lnTo>
                    <a:pt x="458694" y="379730"/>
                  </a:lnTo>
                  <a:lnTo>
                    <a:pt x="428962" y="311594"/>
                  </a:lnTo>
                  <a:lnTo>
                    <a:pt x="395231" y="248507"/>
                  </a:lnTo>
                  <a:lnTo>
                    <a:pt x="357504" y="191101"/>
                  </a:lnTo>
                  <a:lnTo>
                    <a:pt x="315784" y="140005"/>
                  </a:lnTo>
                  <a:lnTo>
                    <a:pt x="270073" y="95853"/>
                  </a:lnTo>
                  <a:lnTo>
                    <a:pt x="220374" y="59273"/>
                  </a:lnTo>
                  <a:lnTo>
                    <a:pt x="166689" y="30899"/>
                  </a:lnTo>
                  <a:lnTo>
                    <a:pt x="109021" y="11360"/>
                  </a:lnTo>
                  <a:lnTo>
                    <a:pt x="47372" y="1288"/>
                  </a:lnTo>
                  <a:lnTo>
                    <a:pt x="15056" y="0"/>
                  </a:lnTo>
                </a:path>
              </a:pathLst>
            </a:custGeom>
            <a:noFill/>
            <a:ln w="1517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131"/>
            <p:cNvSpPr/>
            <p:nvPr/>
          </p:nvSpPr>
          <p:spPr>
            <a:xfrm>
              <a:off x="1824811" y="1105216"/>
              <a:ext cx="38735" cy="97790"/>
            </a:xfrm>
            <a:custGeom>
              <a:avLst/>
              <a:gdLst/>
              <a:ahLst/>
              <a:cxnLst/>
              <a:rect l="l" t="t" r="r" b="b"/>
              <a:pathLst>
                <a:path w="38735" h="97790" extrusionOk="0">
                  <a:moveTo>
                    <a:pt x="38464" y="97302"/>
                  </a:moveTo>
                  <a:lnTo>
                    <a:pt x="31708" y="78183"/>
                  </a:lnTo>
                  <a:lnTo>
                    <a:pt x="22513" y="64158"/>
                  </a:lnTo>
                  <a:lnTo>
                    <a:pt x="11677" y="54542"/>
                  </a:lnTo>
                  <a:lnTo>
                    <a:pt x="0" y="48651"/>
                  </a:lnTo>
                  <a:lnTo>
                    <a:pt x="11677" y="42760"/>
                  </a:lnTo>
                  <a:lnTo>
                    <a:pt x="22513" y="33143"/>
                  </a:lnTo>
                  <a:lnTo>
                    <a:pt x="31708" y="19118"/>
                  </a:lnTo>
                  <a:lnTo>
                    <a:pt x="38464" y="0"/>
                  </a:lnTo>
                </a:path>
              </a:pathLst>
            </a:custGeom>
            <a:noFill/>
            <a:ln w="151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131"/>
            <p:cNvSpPr/>
            <p:nvPr/>
          </p:nvSpPr>
          <p:spPr>
            <a:xfrm>
              <a:off x="1112810" y="2509003"/>
              <a:ext cx="0" cy="260350"/>
            </a:xfrm>
            <a:custGeom>
              <a:avLst/>
              <a:gdLst/>
              <a:ahLst/>
              <a:cxnLst/>
              <a:rect l="l" t="t" r="r" b="b"/>
              <a:pathLst>
                <a:path w="120000" h="260350" extrusionOk="0">
                  <a:moveTo>
                    <a:pt x="0" y="25988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131"/>
            <p:cNvSpPr/>
            <p:nvPr/>
          </p:nvSpPr>
          <p:spPr>
            <a:xfrm>
              <a:off x="1082443" y="2745097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59" h="26669" extrusionOk="0">
                  <a:moveTo>
                    <a:pt x="60732" y="0"/>
                  </a:moveTo>
                  <a:lnTo>
                    <a:pt x="48799" y="4622"/>
                  </a:lnTo>
                  <a:lnTo>
                    <a:pt x="40045" y="10913"/>
                  </a:lnTo>
                  <a:lnTo>
                    <a:pt x="34043" y="18327"/>
                  </a:lnTo>
                  <a:lnTo>
                    <a:pt x="30366" y="26317"/>
                  </a:lnTo>
                  <a:lnTo>
                    <a:pt x="26689" y="18327"/>
                  </a:lnTo>
                  <a:lnTo>
                    <a:pt x="20687" y="10913"/>
                  </a:lnTo>
                  <a:lnTo>
                    <a:pt x="11933" y="4622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131"/>
            <p:cNvSpPr/>
            <p:nvPr/>
          </p:nvSpPr>
          <p:spPr>
            <a:xfrm>
              <a:off x="1082443" y="2506472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59" h="26669" extrusionOk="0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131"/>
            <p:cNvSpPr/>
            <p:nvPr/>
          </p:nvSpPr>
          <p:spPr>
            <a:xfrm>
              <a:off x="1112810" y="1968996"/>
              <a:ext cx="0" cy="260350"/>
            </a:xfrm>
            <a:custGeom>
              <a:avLst/>
              <a:gdLst/>
              <a:ahLst/>
              <a:cxnLst/>
              <a:rect l="l" t="t" r="r" b="b"/>
              <a:pathLst>
                <a:path w="120000" h="260350" extrusionOk="0">
                  <a:moveTo>
                    <a:pt x="0" y="25988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131"/>
            <p:cNvSpPr/>
            <p:nvPr/>
          </p:nvSpPr>
          <p:spPr>
            <a:xfrm>
              <a:off x="1082443" y="2205090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59" h="26669" extrusionOk="0">
                  <a:moveTo>
                    <a:pt x="60732" y="0"/>
                  </a:moveTo>
                  <a:lnTo>
                    <a:pt x="48799" y="4622"/>
                  </a:lnTo>
                  <a:lnTo>
                    <a:pt x="40045" y="10913"/>
                  </a:lnTo>
                  <a:lnTo>
                    <a:pt x="34043" y="18327"/>
                  </a:lnTo>
                  <a:lnTo>
                    <a:pt x="30366" y="26317"/>
                  </a:lnTo>
                  <a:lnTo>
                    <a:pt x="26689" y="18327"/>
                  </a:lnTo>
                  <a:lnTo>
                    <a:pt x="20687" y="10913"/>
                  </a:lnTo>
                  <a:lnTo>
                    <a:pt x="11933" y="4622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131"/>
            <p:cNvSpPr/>
            <p:nvPr/>
          </p:nvSpPr>
          <p:spPr>
            <a:xfrm>
              <a:off x="1082443" y="1966465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59" h="26669" extrusionOk="0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131"/>
            <p:cNvSpPr/>
            <p:nvPr/>
          </p:nvSpPr>
          <p:spPr>
            <a:xfrm>
              <a:off x="1112810" y="1428989"/>
              <a:ext cx="0" cy="260350"/>
            </a:xfrm>
            <a:custGeom>
              <a:avLst/>
              <a:gdLst/>
              <a:ahLst/>
              <a:cxnLst/>
              <a:rect l="l" t="t" r="r" b="b"/>
              <a:pathLst>
                <a:path w="120000" h="260350" extrusionOk="0">
                  <a:moveTo>
                    <a:pt x="0" y="25988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131"/>
            <p:cNvSpPr/>
            <p:nvPr/>
          </p:nvSpPr>
          <p:spPr>
            <a:xfrm>
              <a:off x="1082443" y="1665084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59" h="26669" extrusionOk="0">
                  <a:moveTo>
                    <a:pt x="60732" y="0"/>
                  </a:moveTo>
                  <a:lnTo>
                    <a:pt x="48799" y="4622"/>
                  </a:lnTo>
                  <a:lnTo>
                    <a:pt x="40045" y="10913"/>
                  </a:lnTo>
                  <a:lnTo>
                    <a:pt x="34043" y="18327"/>
                  </a:lnTo>
                  <a:lnTo>
                    <a:pt x="30366" y="26317"/>
                  </a:lnTo>
                  <a:lnTo>
                    <a:pt x="26689" y="18327"/>
                  </a:lnTo>
                  <a:lnTo>
                    <a:pt x="20687" y="10913"/>
                  </a:lnTo>
                  <a:lnTo>
                    <a:pt x="11933" y="4622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131"/>
            <p:cNvSpPr/>
            <p:nvPr/>
          </p:nvSpPr>
          <p:spPr>
            <a:xfrm>
              <a:off x="1082443" y="1426459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59" h="26669" extrusionOk="0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60" name="Google Shape;3160;p13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187319" y="61327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1" name="Google Shape;3161;p13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187319" y="101814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2" name="Google Shape;3162;p13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187319" y="160648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3" name="Google Shape;3163;p13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13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13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66" name="Google Shape;3166;p131"/>
          <p:cNvSpPr txBox="1"/>
          <p:nvPr/>
        </p:nvSpPr>
        <p:spPr>
          <a:xfrm>
            <a:off x="519569" y="2702292"/>
            <a:ext cx="3397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Reduce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7" name="Google Shape;3167;p13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8" name="Google Shape;3168;p131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r>
              <a:rPr lang="en-US"/>
              <a:t> / 153</a:t>
            </a:r>
            <a:endParaRPr/>
          </a:p>
        </p:txBody>
      </p:sp>
      <p:sp>
        <p:nvSpPr>
          <p:cNvPr id="3169" name="Google Shape;3169;p131"/>
          <p:cNvSpPr txBox="1"/>
          <p:nvPr/>
        </p:nvSpPr>
        <p:spPr>
          <a:xfrm>
            <a:off x="504456" y="2162275"/>
            <a:ext cx="35496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Process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0" name="Google Shape;3170;p131"/>
          <p:cNvSpPr txBox="1"/>
          <p:nvPr/>
        </p:nvSpPr>
        <p:spPr>
          <a:xfrm>
            <a:off x="524586" y="1613520"/>
            <a:ext cx="33464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Expand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1" name="Google Shape;3171;p131"/>
          <p:cNvSpPr txBox="1"/>
          <p:nvPr/>
        </p:nvSpPr>
        <p:spPr>
          <a:xfrm>
            <a:off x="3318243" y="516254"/>
            <a:ext cx="214757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129539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Used in ResNet-50, ResNet-101, ResNet-152 for efficiency: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Bottleneck Strategy: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1016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1×1 reduce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3×3 process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1×1 expand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Parameter savings: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256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64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64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64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9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64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256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70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vs. 256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256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9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590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(8.4× reduction!)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E4E78BE-928E-B152-302B-9AE0E11C6D95}"/>
                  </a:ext>
                </a:extLst>
              </p14:cNvPr>
              <p14:cNvContentPartPr/>
              <p14:nvPr/>
            </p14:nvContentPartPr>
            <p14:xfrm>
              <a:off x="1330200" y="105840"/>
              <a:ext cx="2804400" cy="2674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E4E78BE-928E-B152-302B-9AE0E11C6D9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20840" y="96480"/>
                <a:ext cx="2823120" cy="269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" name="Google Shape;3176;p13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R</a:t>
            </a:r>
            <a:r>
              <a:rPr lang="en-US" cap="small">
                <a:solidFill>
                  <a:srgbClr val="FFFFFF"/>
                </a:solidFill>
              </a:rPr>
              <a:t>es</a:t>
            </a: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et</a:t>
            </a:r>
            <a:r>
              <a:rPr lang="en-US">
                <a:solidFill>
                  <a:srgbClr val="FFFFFF"/>
                </a:solidFill>
              </a:rPr>
              <a:t>: H</a:t>
            </a:r>
            <a:r>
              <a:rPr lang="en-US" cap="small">
                <a:solidFill>
                  <a:srgbClr val="FFFFFF"/>
                </a:solidFill>
              </a:rPr>
              <a:t>andling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imension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ismatch</a:t>
            </a:r>
            <a:endParaRPr/>
          </a:p>
        </p:txBody>
      </p:sp>
      <p:grpSp>
        <p:nvGrpSpPr>
          <p:cNvPr id="3177" name="Google Shape;3177;p132"/>
          <p:cNvGrpSpPr/>
          <p:nvPr/>
        </p:nvGrpSpPr>
        <p:grpSpPr>
          <a:xfrm>
            <a:off x="460921" y="815047"/>
            <a:ext cx="69291" cy="1051128"/>
            <a:chOff x="460921" y="815047"/>
            <a:chExt cx="69291" cy="1051128"/>
          </a:xfrm>
        </p:grpSpPr>
        <p:pic>
          <p:nvPicPr>
            <p:cNvPr id="3178" name="Google Shape;3178;p13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60921" y="81504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9" name="Google Shape;3179;p13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0921" y="121992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0" name="Google Shape;3180;p13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60921" y="179688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81" name="Google Shape;3181;p132"/>
          <p:cNvSpPr txBox="1"/>
          <p:nvPr/>
        </p:nvSpPr>
        <p:spPr>
          <a:xfrm>
            <a:off x="566445" y="718031"/>
            <a:ext cx="2127250" cy="207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marR="4635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Problem: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What if input and output dimensions don’t match?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8100" marR="30480" lvl="0" indent="0" algn="l" rtl="0">
              <a:lnSpc>
                <a:spcPct val="114599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Solution: Projection Shortcut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When dimensions change (spatial or channel):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Projection: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35280" marR="172085" lvl="0" indent="-142240" algn="l" rtl="0">
              <a:lnSpc>
                <a:spcPct val="1189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1×1 convolution with stride=2 (downsample spatially)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Adjusts number of channels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35280" marR="142875" lvl="0" indent="-142240" algn="l" rtl="0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Enables skip connection even when dimensions change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2" name="Google Shape;3182;p1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07381" y="2541279"/>
            <a:ext cx="238765" cy="238765"/>
          </a:xfrm>
          <a:prstGeom prst="rect">
            <a:avLst/>
          </a:prstGeom>
          <a:noFill/>
          <a:ln>
            <a:noFill/>
          </a:ln>
        </p:spPr>
      </p:pic>
      <p:sp>
        <p:nvSpPr>
          <p:cNvPr id="3183" name="Google Shape;3183;p132"/>
          <p:cNvSpPr txBox="1"/>
          <p:nvPr/>
        </p:nvSpPr>
        <p:spPr>
          <a:xfrm>
            <a:off x="3476078" y="2547663"/>
            <a:ext cx="1016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4" name="Google Shape;3184;p132"/>
          <p:cNvSpPr txBox="1"/>
          <p:nvPr/>
        </p:nvSpPr>
        <p:spPr>
          <a:xfrm>
            <a:off x="3717527" y="2540986"/>
            <a:ext cx="7875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56 </a:t>
            </a:r>
            <a:r>
              <a:rPr lang="en-US" sz="800" i="1">
                <a:latin typeface="Verdana"/>
                <a:ea typeface="Verdana"/>
                <a:cs typeface="Verdana"/>
                <a:sym typeface="Verdana"/>
              </a:rPr>
              <a:t>× 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56 </a:t>
            </a:r>
            <a:r>
              <a:rPr lang="en-US" sz="800" i="1">
                <a:latin typeface="Verdana"/>
                <a:ea typeface="Verdana"/>
                <a:cs typeface="Verdana"/>
                <a:sym typeface="Verdana"/>
              </a:rPr>
              <a:t>× 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64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5" name="Google Shape;3185;p132"/>
          <p:cNvGrpSpPr/>
          <p:nvPr/>
        </p:nvGrpSpPr>
        <p:grpSpPr>
          <a:xfrm>
            <a:off x="3130760" y="2140210"/>
            <a:ext cx="792480" cy="177165"/>
            <a:chOff x="3130760" y="2140210"/>
            <a:chExt cx="792480" cy="177165"/>
          </a:xfrm>
        </p:grpSpPr>
        <p:sp>
          <p:nvSpPr>
            <p:cNvPr id="3186" name="Google Shape;3186;p132"/>
            <p:cNvSpPr/>
            <p:nvPr/>
          </p:nvSpPr>
          <p:spPr>
            <a:xfrm>
              <a:off x="3130760" y="2140210"/>
              <a:ext cx="792480" cy="177165"/>
            </a:xfrm>
            <a:custGeom>
              <a:avLst/>
              <a:gdLst/>
              <a:ahLst/>
              <a:cxnLst/>
              <a:rect l="l" t="t" r="r" b="b"/>
              <a:pathLst>
                <a:path w="792479" h="177164" extrusionOk="0">
                  <a:moveTo>
                    <a:pt x="792008" y="0"/>
                  </a:moveTo>
                  <a:lnTo>
                    <a:pt x="0" y="0"/>
                  </a:lnTo>
                  <a:lnTo>
                    <a:pt x="0" y="176891"/>
                  </a:lnTo>
                  <a:lnTo>
                    <a:pt x="792008" y="176891"/>
                  </a:lnTo>
                  <a:lnTo>
                    <a:pt x="792008" y="0"/>
                  </a:lnTo>
                  <a:close/>
                </a:path>
              </a:pathLst>
            </a:custGeom>
            <a:solidFill>
              <a:srgbClr val="FFE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132"/>
            <p:cNvSpPr/>
            <p:nvPr/>
          </p:nvSpPr>
          <p:spPr>
            <a:xfrm>
              <a:off x="3130760" y="2140210"/>
              <a:ext cx="792480" cy="177165"/>
            </a:xfrm>
            <a:custGeom>
              <a:avLst/>
              <a:gdLst/>
              <a:ahLst/>
              <a:cxnLst/>
              <a:rect l="l" t="t" r="r" b="b"/>
              <a:pathLst>
                <a:path w="792479" h="177164" extrusionOk="0">
                  <a:moveTo>
                    <a:pt x="0" y="176891"/>
                  </a:moveTo>
                  <a:lnTo>
                    <a:pt x="792008" y="176891"/>
                  </a:lnTo>
                  <a:lnTo>
                    <a:pt x="792008" y="0"/>
                  </a:lnTo>
                  <a:lnTo>
                    <a:pt x="0" y="0"/>
                  </a:lnTo>
                  <a:lnTo>
                    <a:pt x="0" y="17689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88" name="Google Shape;3188;p132"/>
          <p:cNvSpPr txBox="1"/>
          <p:nvPr/>
        </p:nvSpPr>
        <p:spPr>
          <a:xfrm>
            <a:off x="3133290" y="2143108"/>
            <a:ext cx="78740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174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Conv + BN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9" name="Google Shape;3189;p132"/>
          <p:cNvGrpSpPr/>
          <p:nvPr/>
        </p:nvGrpSpPr>
        <p:grpSpPr>
          <a:xfrm>
            <a:off x="3130760" y="1852205"/>
            <a:ext cx="792480" cy="177165"/>
            <a:chOff x="3130760" y="1852205"/>
            <a:chExt cx="792480" cy="177165"/>
          </a:xfrm>
        </p:grpSpPr>
        <p:sp>
          <p:nvSpPr>
            <p:cNvPr id="3190" name="Google Shape;3190;p132"/>
            <p:cNvSpPr/>
            <p:nvPr/>
          </p:nvSpPr>
          <p:spPr>
            <a:xfrm>
              <a:off x="3130760" y="1852205"/>
              <a:ext cx="792480" cy="177165"/>
            </a:xfrm>
            <a:custGeom>
              <a:avLst/>
              <a:gdLst/>
              <a:ahLst/>
              <a:cxnLst/>
              <a:rect l="l" t="t" r="r" b="b"/>
              <a:pathLst>
                <a:path w="792479" h="177164" extrusionOk="0">
                  <a:moveTo>
                    <a:pt x="792008" y="0"/>
                  </a:moveTo>
                  <a:lnTo>
                    <a:pt x="0" y="0"/>
                  </a:lnTo>
                  <a:lnTo>
                    <a:pt x="0" y="176891"/>
                  </a:lnTo>
                  <a:lnTo>
                    <a:pt x="792008" y="176891"/>
                  </a:lnTo>
                  <a:lnTo>
                    <a:pt x="792008" y="0"/>
                  </a:lnTo>
                  <a:close/>
                </a:path>
              </a:pathLst>
            </a:custGeom>
            <a:solidFill>
              <a:srgbClr val="FFE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132"/>
            <p:cNvSpPr/>
            <p:nvPr/>
          </p:nvSpPr>
          <p:spPr>
            <a:xfrm>
              <a:off x="3130760" y="1852205"/>
              <a:ext cx="792480" cy="177165"/>
            </a:xfrm>
            <a:custGeom>
              <a:avLst/>
              <a:gdLst/>
              <a:ahLst/>
              <a:cxnLst/>
              <a:rect l="l" t="t" r="r" b="b"/>
              <a:pathLst>
                <a:path w="792479" h="177164" extrusionOk="0">
                  <a:moveTo>
                    <a:pt x="0" y="176891"/>
                  </a:moveTo>
                  <a:lnTo>
                    <a:pt x="792008" y="176891"/>
                  </a:lnTo>
                  <a:lnTo>
                    <a:pt x="792008" y="0"/>
                  </a:lnTo>
                  <a:lnTo>
                    <a:pt x="0" y="0"/>
                  </a:lnTo>
                  <a:lnTo>
                    <a:pt x="0" y="17689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92" name="Google Shape;3192;p132"/>
          <p:cNvSpPr txBox="1"/>
          <p:nvPr/>
        </p:nvSpPr>
        <p:spPr>
          <a:xfrm>
            <a:off x="3133290" y="1855110"/>
            <a:ext cx="78740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174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Conv + BN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3" name="Google Shape;3193;p1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07261" y="1389140"/>
            <a:ext cx="239006" cy="239006"/>
          </a:xfrm>
          <a:prstGeom prst="rect">
            <a:avLst/>
          </a:prstGeom>
          <a:noFill/>
          <a:ln>
            <a:noFill/>
          </a:ln>
        </p:spPr>
      </p:pic>
      <p:sp>
        <p:nvSpPr>
          <p:cNvPr id="3194" name="Google Shape;3194;p132"/>
          <p:cNvSpPr txBox="1"/>
          <p:nvPr/>
        </p:nvSpPr>
        <p:spPr>
          <a:xfrm>
            <a:off x="3474161" y="1393677"/>
            <a:ext cx="10541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+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5" name="Google Shape;3195;p132"/>
          <p:cNvGrpSpPr/>
          <p:nvPr/>
        </p:nvGrpSpPr>
        <p:grpSpPr>
          <a:xfrm>
            <a:off x="3399724" y="949597"/>
            <a:ext cx="254635" cy="254635"/>
            <a:chOff x="3399724" y="949597"/>
            <a:chExt cx="254635" cy="254635"/>
          </a:xfrm>
        </p:grpSpPr>
        <p:sp>
          <p:nvSpPr>
            <p:cNvPr id="3196" name="Google Shape;3196;p132"/>
            <p:cNvSpPr/>
            <p:nvPr/>
          </p:nvSpPr>
          <p:spPr>
            <a:xfrm>
              <a:off x="3399724" y="949597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5" h="254634" extrusionOk="0">
                  <a:moveTo>
                    <a:pt x="127039" y="0"/>
                  </a:moveTo>
                  <a:lnTo>
                    <a:pt x="77589" y="9983"/>
                  </a:lnTo>
                  <a:lnTo>
                    <a:pt x="37208" y="37208"/>
                  </a:lnTo>
                  <a:lnTo>
                    <a:pt x="9983" y="77590"/>
                  </a:lnTo>
                  <a:lnTo>
                    <a:pt x="0" y="127039"/>
                  </a:lnTo>
                  <a:lnTo>
                    <a:pt x="9983" y="176489"/>
                  </a:lnTo>
                  <a:lnTo>
                    <a:pt x="37208" y="216871"/>
                  </a:lnTo>
                  <a:lnTo>
                    <a:pt x="77589" y="244096"/>
                  </a:lnTo>
                  <a:lnTo>
                    <a:pt x="127039" y="254080"/>
                  </a:lnTo>
                  <a:lnTo>
                    <a:pt x="176489" y="244096"/>
                  </a:lnTo>
                  <a:lnTo>
                    <a:pt x="216870" y="216871"/>
                  </a:lnTo>
                  <a:lnTo>
                    <a:pt x="244096" y="176489"/>
                  </a:lnTo>
                  <a:lnTo>
                    <a:pt x="254079" y="127039"/>
                  </a:lnTo>
                  <a:lnTo>
                    <a:pt x="244096" y="77590"/>
                  </a:lnTo>
                  <a:lnTo>
                    <a:pt x="216870" y="37208"/>
                  </a:lnTo>
                  <a:lnTo>
                    <a:pt x="176489" y="9983"/>
                  </a:lnTo>
                  <a:lnTo>
                    <a:pt x="127039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132"/>
            <p:cNvSpPr/>
            <p:nvPr/>
          </p:nvSpPr>
          <p:spPr>
            <a:xfrm>
              <a:off x="3399724" y="949597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5" h="254634" extrusionOk="0">
                  <a:moveTo>
                    <a:pt x="254079" y="127039"/>
                  </a:moveTo>
                  <a:lnTo>
                    <a:pt x="244096" y="77590"/>
                  </a:lnTo>
                  <a:lnTo>
                    <a:pt x="216870" y="37208"/>
                  </a:lnTo>
                  <a:lnTo>
                    <a:pt x="176489" y="9983"/>
                  </a:lnTo>
                  <a:lnTo>
                    <a:pt x="127039" y="0"/>
                  </a:lnTo>
                  <a:lnTo>
                    <a:pt x="77589" y="9983"/>
                  </a:lnTo>
                  <a:lnTo>
                    <a:pt x="37208" y="37208"/>
                  </a:lnTo>
                  <a:lnTo>
                    <a:pt x="9983" y="77590"/>
                  </a:lnTo>
                  <a:lnTo>
                    <a:pt x="0" y="127039"/>
                  </a:lnTo>
                  <a:lnTo>
                    <a:pt x="9983" y="176489"/>
                  </a:lnTo>
                  <a:lnTo>
                    <a:pt x="37208" y="216871"/>
                  </a:lnTo>
                  <a:lnTo>
                    <a:pt x="77589" y="244096"/>
                  </a:lnTo>
                  <a:lnTo>
                    <a:pt x="127039" y="254080"/>
                  </a:lnTo>
                  <a:lnTo>
                    <a:pt x="176489" y="244096"/>
                  </a:lnTo>
                  <a:lnTo>
                    <a:pt x="216870" y="216871"/>
                  </a:lnTo>
                  <a:lnTo>
                    <a:pt x="244096" y="176489"/>
                  </a:lnTo>
                  <a:lnTo>
                    <a:pt x="254079" y="12703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98" name="Google Shape;3198;p132"/>
          <p:cNvSpPr txBox="1"/>
          <p:nvPr/>
        </p:nvSpPr>
        <p:spPr>
          <a:xfrm>
            <a:off x="3459792" y="954050"/>
            <a:ext cx="11310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baseline="3000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575" b="1" baseline="30000"/>
              <a:t>     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28 </a:t>
            </a:r>
            <a:r>
              <a:rPr lang="en-US" sz="800" i="1">
                <a:latin typeface="Verdana"/>
                <a:ea typeface="Verdana"/>
                <a:cs typeface="Verdana"/>
                <a:sym typeface="Verdana"/>
              </a:rPr>
              <a:t>× 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28 </a:t>
            </a:r>
            <a:r>
              <a:rPr lang="en-US" sz="800" i="1">
                <a:latin typeface="Verdana"/>
                <a:ea typeface="Verdana"/>
                <a:cs typeface="Verdana"/>
                <a:sym typeface="Verdana"/>
              </a:rPr>
              <a:t>× 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128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9" name="Google Shape;3199;p132"/>
          <p:cNvGrpSpPr/>
          <p:nvPr/>
        </p:nvGrpSpPr>
        <p:grpSpPr>
          <a:xfrm>
            <a:off x="3487255" y="1211192"/>
            <a:ext cx="79375" cy="1330634"/>
            <a:chOff x="3487255" y="1211192"/>
            <a:chExt cx="79375" cy="1330634"/>
          </a:xfrm>
        </p:grpSpPr>
        <p:sp>
          <p:nvSpPr>
            <p:cNvPr id="3200" name="Google Shape;3200;p132"/>
            <p:cNvSpPr/>
            <p:nvPr/>
          </p:nvSpPr>
          <p:spPr>
            <a:xfrm>
              <a:off x="3526764" y="2329736"/>
              <a:ext cx="0" cy="212090"/>
            </a:xfrm>
            <a:custGeom>
              <a:avLst/>
              <a:gdLst/>
              <a:ahLst/>
              <a:cxnLst/>
              <a:rect l="l" t="t" r="r" b="b"/>
              <a:pathLst>
                <a:path w="120000" h="212089" extrusionOk="0">
                  <a:moveTo>
                    <a:pt x="0" y="211537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132"/>
            <p:cNvSpPr/>
            <p:nvPr/>
          </p:nvSpPr>
          <p:spPr>
            <a:xfrm>
              <a:off x="3487255" y="2324675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132"/>
            <p:cNvSpPr/>
            <p:nvPr/>
          </p:nvSpPr>
          <p:spPr>
            <a:xfrm>
              <a:off x="3526764" y="2041716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w="120000" h="96519" extrusionOk="0">
                  <a:moveTo>
                    <a:pt x="0" y="95935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132"/>
            <p:cNvSpPr/>
            <p:nvPr/>
          </p:nvSpPr>
          <p:spPr>
            <a:xfrm>
              <a:off x="3487255" y="2036655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132"/>
            <p:cNvSpPr/>
            <p:nvPr/>
          </p:nvSpPr>
          <p:spPr>
            <a:xfrm>
              <a:off x="3526764" y="1638215"/>
              <a:ext cx="0" cy="211454"/>
            </a:xfrm>
            <a:custGeom>
              <a:avLst/>
              <a:gdLst/>
              <a:ahLst/>
              <a:cxnLst/>
              <a:rect l="l" t="t" r="r" b="b"/>
              <a:pathLst>
                <a:path w="120000" h="211455" extrusionOk="0">
                  <a:moveTo>
                    <a:pt x="0" y="211417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132"/>
            <p:cNvSpPr/>
            <p:nvPr/>
          </p:nvSpPr>
          <p:spPr>
            <a:xfrm>
              <a:off x="3487255" y="1633154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132"/>
            <p:cNvSpPr/>
            <p:nvPr/>
          </p:nvSpPr>
          <p:spPr>
            <a:xfrm>
              <a:off x="3526764" y="1216253"/>
              <a:ext cx="0" cy="173355"/>
            </a:xfrm>
            <a:custGeom>
              <a:avLst/>
              <a:gdLst/>
              <a:ahLst/>
              <a:cxnLst/>
              <a:rect l="l" t="t" r="r" b="b"/>
              <a:pathLst>
                <a:path w="120000" h="173355" extrusionOk="0">
                  <a:moveTo>
                    <a:pt x="0" y="172820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132"/>
            <p:cNvSpPr/>
            <p:nvPr/>
          </p:nvSpPr>
          <p:spPr>
            <a:xfrm>
              <a:off x="3487255" y="1211192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08" name="Google Shape;3208;p132"/>
          <p:cNvSpPr txBox="1"/>
          <p:nvPr/>
        </p:nvSpPr>
        <p:spPr>
          <a:xfrm>
            <a:off x="4052262" y="1987627"/>
            <a:ext cx="677545" cy="194310"/>
          </a:xfrm>
          <a:prstGeom prst="rect">
            <a:avLst/>
          </a:prstGeom>
          <a:solidFill>
            <a:srgbClr val="F2CCD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1×1 Conv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9" name="Google Shape;3209;p132"/>
          <p:cNvSpPr txBox="1"/>
          <p:nvPr/>
        </p:nvSpPr>
        <p:spPr>
          <a:xfrm>
            <a:off x="4214139" y="2230283"/>
            <a:ext cx="35369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stride=2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10" name="Google Shape;3210;p132"/>
          <p:cNvGrpSpPr/>
          <p:nvPr/>
        </p:nvGrpSpPr>
        <p:grpSpPr>
          <a:xfrm>
            <a:off x="0" y="1459937"/>
            <a:ext cx="5760261" cy="1774074"/>
            <a:chOff x="0" y="1459937"/>
            <a:chExt cx="5760261" cy="1774074"/>
          </a:xfrm>
        </p:grpSpPr>
        <p:sp>
          <p:nvSpPr>
            <p:cNvPr id="3211" name="Google Shape;3211;p132"/>
            <p:cNvSpPr/>
            <p:nvPr/>
          </p:nvSpPr>
          <p:spPr>
            <a:xfrm>
              <a:off x="3646153" y="2199367"/>
              <a:ext cx="744855" cy="461645"/>
            </a:xfrm>
            <a:custGeom>
              <a:avLst/>
              <a:gdLst/>
              <a:ahLst/>
              <a:cxnLst/>
              <a:rect l="l" t="t" r="r" b="b"/>
              <a:pathLst>
                <a:path w="744854" h="461644" extrusionOk="0">
                  <a:moveTo>
                    <a:pt x="0" y="461294"/>
                  </a:moveTo>
                  <a:lnTo>
                    <a:pt x="744625" y="461294"/>
                  </a:lnTo>
                  <a:lnTo>
                    <a:pt x="744669" y="0"/>
                  </a:lnTo>
                </a:path>
              </a:pathLst>
            </a:custGeom>
            <a:noFill/>
            <a:ln w="151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132"/>
            <p:cNvSpPr/>
            <p:nvPr/>
          </p:nvSpPr>
          <p:spPr>
            <a:xfrm>
              <a:off x="4342169" y="2191776"/>
              <a:ext cx="97790" cy="38735"/>
            </a:xfrm>
            <a:custGeom>
              <a:avLst/>
              <a:gdLst/>
              <a:ahLst/>
              <a:cxnLst/>
              <a:rect l="l" t="t" r="r" b="b"/>
              <a:pathLst>
                <a:path w="97789" h="38735" extrusionOk="0">
                  <a:moveTo>
                    <a:pt x="0" y="38459"/>
                  </a:moveTo>
                  <a:lnTo>
                    <a:pt x="19118" y="31705"/>
                  </a:lnTo>
                  <a:lnTo>
                    <a:pt x="33144" y="22511"/>
                  </a:lnTo>
                  <a:lnTo>
                    <a:pt x="42761" y="11677"/>
                  </a:lnTo>
                  <a:lnTo>
                    <a:pt x="48653" y="0"/>
                  </a:lnTo>
                  <a:lnTo>
                    <a:pt x="54543" y="11678"/>
                  </a:lnTo>
                  <a:lnTo>
                    <a:pt x="64158" y="22514"/>
                  </a:lnTo>
                  <a:lnTo>
                    <a:pt x="78182" y="31709"/>
                  </a:lnTo>
                  <a:lnTo>
                    <a:pt x="97300" y="38467"/>
                  </a:lnTo>
                </a:path>
              </a:pathLst>
            </a:custGeom>
            <a:noFill/>
            <a:ln w="151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132"/>
            <p:cNvSpPr/>
            <p:nvPr/>
          </p:nvSpPr>
          <p:spPr>
            <a:xfrm>
              <a:off x="3661456" y="1508584"/>
              <a:ext cx="729615" cy="476884"/>
            </a:xfrm>
            <a:custGeom>
              <a:avLst/>
              <a:gdLst/>
              <a:ahLst/>
              <a:cxnLst/>
              <a:rect l="l" t="t" r="r" b="b"/>
              <a:pathLst>
                <a:path w="729614" h="476885" extrusionOk="0">
                  <a:moveTo>
                    <a:pt x="729367" y="476476"/>
                  </a:moveTo>
                  <a:lnTo>
                    <a:pt x="729322" y="59"/>
                  </a:lnTo>
                  <a:lnTo>
                    <a:pt x="0" y="0"/>
                  </a:lnTo>
                </a:path>
              </a:pathLst>
            </a:custGeom>
            <a:noFill/>
            <a:ln w="151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132"/>
            <p:cNvSpPr/>
            <p:nvPr/>
          </p:nvSpPr>
          <p:spPr>
            <a:xfrm>
              <a:off x="3653865" y="1459937"/>
              <a:ext cx="38735" cy="97790"/>
            </a:xfrm>
            <a:custGeom>
              <a:avLst/>
              <a:gdLst/>
              <a:ahLst/>
              <a:cxnLst/>
              <a:rect l="l" t="t" r="r" b="b"/>
              <a:pathLst>
                <a:path w="38735" h="97790" extrusionOk="0">
                  <a:moveTo>
                    <a:pt x="38459" y="97300"/>
                  </a:moveTo>
                  <a:lnTo>
                    <a:pt x="31705" y="78181"/>
                  </a:lnTo>
                  <a:lnTo>
                    <a:pt x="22511" y="64156"/>
                  </a:lnTo>
                  <a:lnTo>
                    <a:pt x="11677" y="54539"/>
                  </a:lnTo>
                  <a:lnTo>
                    <a:pt x="0" y="48647"/>
                  </a:lnTo>
                  <a:lnTo>
                    <a:pt x="11678" y="42757"/>
                  </a:lnTo>
                  <a:lnTo>
                    <a:pt x="22514" y="33141"/>
                  </a:lnTo>
                  <a:lnTo>
                    <a:pt x="31709" y="19117"/>
                  </a:lnTo>
                  <a:lnTo>
                    <a:pt x="38467" y="0"/>
                  </a:lnTo>
                </a:path>
              </a:pathLst>
            </a:custGeom>
            <a:noFill/>
            <a:ln w="151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13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13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13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8" name="Google Shape;3218;p132"/>
          <p:cNvSpPr txBox="1"/>
          <p:nvPr/>
        </p:nvSpPr>
        <p:spPr>
          <a:xfrm>
            <a:off x="4839246" y="1885056"/>
            <a:ext cx="486409" cy="34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48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Match dimensions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9" name="Google Shape;3219;p13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0" name="Google Shape;3220;p13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C698BC-6E94-F714-5C6E-EF5A358FF477}"/>
                  </a:ext>
                </a:extLst>
              </p14:cNvPr>
              <p14:cNvContentPartPr/>
              <p14:nvPr/>
            </p14:nvContentPartPr>
            <p14:xfrm>
              <a:off x="1678680" y="475920"/>
              <a:ext cx="3998520" cy="2629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C698BC-6E94-F714-5C6E-EF5A358FF47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69320" y="466560"/>
                <a:ext cx="4017240" cy="2647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" name="Google Shape;3225;p133"/>
          <p:cNvSpPr txBox="1"/>
          <p:nvPr/>
        </p:nvSpPr>
        <p:spPr>
          <a:xfrm>
            <a:off x="95300" y="109545"/>
            <a:ext cx="32740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rchitecture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amily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6" name="Google Shape;3226;p13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227" name="Google Shape;3227;p13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13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13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30" name="Google Shape;3230;p13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1" name="Google Shape;3231;p13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r>
              <a:rPr lang="en-US"/>
              <a:t> / 153</a:t>
            </a:r>
            <a:endParaRPr/>
          </a:p>
        </p:txBody>
      </p:sp>
      <p:pic>
        <p:nvPicPr>
          <p:cNvPr id="3232" name="Google Shape;3232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4820209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860E34-159F-89B3-BB9A-19184AD0F004}"/>
                  </a:ext>
                </a:extLst>
              </p14:cNvPr>
              <p14:cNvContentPartPr/>
              <p14:nvPr/>
            </p14:nvContentPartPr>
            <p14:xfrm>
              <a:off x="560520" y="382680"/>
              <a:ext cx="4917600" cy="2595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860E34-159F-89B3-BB9A-19184AD0F0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1160" y="373320"/>
                <a:ext cx="4936320" cy="261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7" name="Google Shape;3237;p13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o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esidual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onnections</a:t>
            </a:r>
            <a:r>
              <a:rPr lang="en-US">
                <a:solidFill>
                  <a:srgbClr val="FFFFFF"/>
                </a:solidFill>
              </a:rPr>
              <a:t> W</a:t>
            </a:r>
            <a:r>
              <a:rPr lang="en-US" cap="small">
                <a:solidFill>
                  <a:srgbClr val="FFFFFF"/>
                </a:solidFill>
              </a:rPr>
              <a:t>ork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3238" name="Google Shape;3238;p13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239" name="Google Shape;3239;p13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13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13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42" name="Google Shape;3242;p13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3" name="Google Shape;3243;p13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r>
              <a:rPr lang="en-US"/>
              <a:t> / 153</a:t>
            </a:r>
            <a:endParaRPr/>
          </a:p>
        </p:txBody>
      </p:sp>
      <p:pic>
        <p:nvPicPr>
          <p:cNvPr id="3244" name="Google Shape;3244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70550"/>
            <a:ext cx="4227475" cy="26671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3908EF-1C3C-01E5-8BB7-8F317FC87D0C}"/>
                  </a:ext>
                </a:extLst>
              </p14:cNvPr>
              <p14:cNvContentPartPr/>
              <p14:nvPr/>
            </p14:nvContentPartPr>
            <p14:xfrm>
              <a:off x="1895760" y="660960"/>
              <a:ext cx="3290040" cy="902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3908EF-1C3C-01E5-8BB7-8F317FC87D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86400" y="651600"/>
                <a:ext cx="3308760" cy="921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9" name="Google Shape;3249;p13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R</a:t>
            </a:r>
            <a:r>
              <a:rPr lang="en-US" cap="small">
                <a:solidFill>
                  <a:srgbClr val="FFFFFF"/>
                </a:solidFill>
              </a:rPr>
              <a:t>es</a:t>
            </a: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et</a:t>
            </a:r>
            <a:r>
              <a:rPr lang="en-US">
                <a:solidFill>
                  <a:srgbClr val="FFFFFF"/>
                </a:solidFill>
              </a:rPr>
              <a:t>: K</a:t>
            </a:r>
            <a:r>
              <a:rPr lang="en-US" cap="small">
                <a:solidFill>
                  <a:srgbClr val="FFFFFF"/>
                </a:solidFill>
              </a:rPr>
              <a:t>ey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akeaways</a:t>
            </a:r>
            <a:endParaRPr/>
          </a:p>
        </p:txBody>
      </p:sp>
      <p:sp>
        <p:nvSpPr>
          <p:cNvPr id="3250" name="Google Shape;3250;p135"/>
          <p:cNvSpPr txBox="1"/>
          <p:nvPr/>
        </p:nvSpPr>
        <p:spPr>
          <a:xfrm>
            <a:off x="347294" y="451039"/>
            <a:ext cx="5065395" cy="64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Revolutionary Impact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ResNet enabled training of networks with 100+ layers, winning ImageNet 2015 with 3.6% error (superhuman performance on ImageNet!)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Core Contributions: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1" name="Google Shape;3251;p1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1167485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3252" name="Google Shape;3252;p135"/>
          <p:cNvSpPr txBox="1"/>
          <p:nvPr/>
        </p:nvSpPr>
        <p:spPr>
          <a:xfrm>
            <a:off x="483946" y="1157635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3" name="Google Shape;3253;p1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96" y="1377378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3254" name="Google Shape;3254;p135"/>
          <p:cNvSpPr txBox="1"/>
          <p:nvPr/>
        </p:nvSpPr>
        <p:spPr>
          <a:xfrm>
            <a:off x="483946" y="1367528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5" name="Google Shape;3255;p1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6996" y="1587271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3256" name="Google Shape;3256;p135"/>
          <p:cNvSpPr txBox="1"/>
          <p:nvPr/>
        </p:nvSpPr>
        <p:spPr>
          <a:xfrm>
            <a:off x="483946" y="157742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57" name="Google Shape;3257;p135"/>
          <p:cNvGrpSpPr/>
          <p:nvPr/>
        </p:nvGrpSpPr>
        <p:grpSpPr>
          <a:xfrm>
            <a:off x="456996" y="1797164"/>
            <a:ext cx="125997" cy="1225880"/>
            <a:chOff x="456996" y="1797164"/>
            <a:chExt cx="125997" cy="1225880"/>
          </a:xfrm>
        </p:grpSpPr>
        <p:pic>
          <p:nvPicPr>
            <p:cNvPr id="3258" name="Google Shape;3258;p13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56996" y="1797164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9" name="Google Shape;3259;p13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32407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0" name="Google Shape;3260;p13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53396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1" name="Google Shape;3261;p135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74386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2" name="Google Shape;3262;p135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95375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63" name="Google Shape;3263;p135"/>
          <p:cNvSpPr txBox="1"/>
          <p:nvPr/>
        </p:nvSpPr>
        <p:spPr>
          <a:xfrm>
            <a:off x="483946" y="178730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4" name="Google Shape;3264;p135"/>
          <p:cNvSpPr txBox="1"/>
          <p:nvPr/>
        </p:nvSpPr>
        <p:spPr>
          <a:xfrm>
            <a:off x="644626" y="1058433"/>
            <a:ext cx="4448175" cy="882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6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Residual Learning: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Learn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—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instead of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Skip Connections: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Identity shortcuts for gradient flow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3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Very Deep Networks: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50-152 layers trainable (even 1000+ demonstrated)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Bottleneck Design: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Efficient deep networks using 1×1 convolutions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5" name="Google Shape;3265;p135"/>
          <p:cNvSpPr txBox="1"/>
          <p:nvPr/>
        </p:nvSpPr>
        <p:spPr>
          <a:xfrm>
            <a:off x="347294" y="1986901"/>
            <a:ext cx="4643120" cy="1078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Impact on Field: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466725" lvl="0" indent="0" algn="l" rtl="0">
              <a:lnSpc>
                <a:spcPct val="1312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Skip connections now standard in almost all architectures DenseNet, U-Net, EfficientNet all use residual-style connections Transfer learning: ResNet features widely used as backbones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Enabled modern very deep networks (Transformers also use residuals!)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6" name="Google Shape;3266;p13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267" name="Google Shape;3267;p13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13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13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70" name="Google Shape;3270;p13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1" name="Google Shape;3271;p13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DD043E-8F7D-ADBD-BD7B-635D0D9206EA}"/>
                  </a:ext>
                </a:extLst>
              </p14:cNvPr>
              <p14:cNvContentPartPr/>
              <p14:nvPr/>
            </p14:nvContentPartPr>
            <p14:xfrm>
              <a:off x="309960" y="1161000"/>
              <a:ext cx="3591000" cy="826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DD043E-8F7D-ADBD-BD7B-635D0D9206E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0600" y="1151640"/>
                <a:ext cx="3609720" cy="84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" name="Google Shape;3276;p13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3277" name="Google Shape;3277;p1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8" name="Google Shape;3278;p1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9" name="Google Shape;3279;p1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0" name="Google Shape;3280;p1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1" name="Google Shape;3281;p13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2" name="Google Shape;3282;p13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3" name="Google Shape;3283;p13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4" name="Google Shape;3284;p13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5" name="Google Shape;3285;p13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6" name="Google Shape;3286;p13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87" name="Google Shape;3287;p136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288" name="Google Shape;3288;p136"/>
          <p:cNvSpPr txBox="1"/>
          <p:nvPr/>
        </p:nvSpPr>
        <p:spPr>
          <a:xfrm>
            <a:off x="563029" y="457050"/>
            <a:ext cx="4751100" cy="24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omputer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lassification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hallenges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opular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ransfer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onsiderations</a:t>
            </a:r>
            <a:endParaRPr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89" name="Google Shape;3289;p13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290" name="Google Shape;3290;p13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13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13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93" name="Google Shape;3293;p13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4" name="Google Shape;3294;p13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9" name="Google Shape;3299;p13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ransfer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earning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oncept</a:t>
            </a:r>
            <a:endParaRPr/>
          </a:p>
        </p:txBody>
      </p:sp>
      <p:grpSp>
        <p:nvGrpSpPr>
          <p:cNvPr id="3300" name="Google Shape;3300;p137"/>
          <p:cNvGrpSpPr/>
          <p:nvPr/>
        </p:nvGrpSpPr>
        <p:grpSpPr>
          <a:xfrm>
            <a:off x="309193" y="551712"/>
            <a:ext cx="5192466" cy="2441411"/>
            <a:chOff x="309193" y="551712"/>
            <a:chExt cx="5192466" cy="2441411"/>
          </a:xfrm>
        </p:grpSpPr>
        <p:sp>
          <p:nvSpPr>
            <p:cNvPr id="3301" name="Google Shape;3301;p137"/>
            <p:cNvSpPr/>
            <p:nvPr/>
          </p:nvSpPr>
          <p:spPr>
            <a:xfrm>
              <a:off x="309193" y="551712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02" name="Google Shape;3302;p13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45947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3" name="Google Shape;3303;p13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93938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4" name="Google Shape;3304;p13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926680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5" name="Google Shape;3305;p13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95947"/>
              <a:ext cx="50800" cy="3434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6" name="Google Shape;3306;p137"/>
            <p:cNvSpPr/>
            <p:nvPr/>
          </p:nvSpPr>
          <p:spPr>
            <a:xfrm>
              <a:off x="309193" y="790224"/>
              <a:ext cx="5142230" cy="200025"/>
            </a:xfrm>
            <a:custGeom>
              <a:avLst/>
              <a:gdLst/>
              <a:ahLst/>
              <a:cxnLst/>
              <a:rect l="l" t="t" r="r" b="b"/>
              <a:pathLst>
                <a:path w="5142230" h="20002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49156"/>
                  </a:lnTo>
                  <a:lnTo>
                    <a:pt x="4008" y="168880"/>
                  </a:lnTo>
                  <a:lnTo>
                    <a:pt x="14922" y="185033"/>
                  </a:lnTo>
                  <a:lnTo>
                    <a:pt x="31075" y="195947"/>
                  </a:lnTo>
                  <a:lnTo>
                    <a:pt x="50800" y="199956"/>
                  </a:lnTo>
                  <a:lnTo>
                    <a:pt x="5090865" y="199956"/>
                  </a:lnTo>
                  <a:lnTo>
                    <a:pt x="5110590" y="195947"/>
                  </a:lnTo>
                  <a:lnTo>
                    <a:pt x="5126743" y="185033"/>
                  </a:lnTo>
                  <a:lnTo>
                    <a:pt x="5137657" y="168880"/>
                  </a:lnTo>
                  <a:lnTo>
                    <a:pt x="5141666" y="149156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137"/>
            <p:cNvSpPr/>
            <p:nvPr/>
          </p:nvSpPr>
          <p:spPr>
            <a:xfrm>
              <a:off x="5450859" y="634043"/>
              <a:ext cx="0" cy="324485"/>
            </a:xfrm>
            <a:custGeom>
              <a:avLst/>
              <a:gdLst/>
              <a:ahLst/>
              <a:cxnLst/>
              <a:rect l="l" t="t" r="r" b="b"/>
              <a:pathLst>
                <a:path w="120000" h="324484" extrusionOk="0">
                  <a:moveTo>
                    <a:pt x="0" y="324387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137"/>
            <p:cNvSpPr/>
            <p:nvPr/>
          </p:nvSpPr>
          <p:spPr>
            <a:xfrm>
              <a:off x="5450859" y="6213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137"/>
            <p:cNvSpPr/>
            <p:nvPr/>
          </p:nvSpPr>
          <p:spPr>
            <a:xfrm>
              <a:off x="5450859" y="6086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137"/>
            <p:cNvSpPr/>
            <p:nvPr/>
          </p:nvSpPr>
          <p:spPr>
            <a:xfrm>
              <a:off x="5450859" y="5959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137"/>
            <p:cNvSpPr/>
            <p:nvPr/>
          </p:nvSpPr>
          <p:spPr>
            <a:xfrm>
              <a:off x="5450859" y="57689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2" name="Google Shape;3312;p13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37389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3" name="Google Shape;3313;p13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59532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4" name="Google Shape;3314;p13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181673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5" name="Google Shape;3315;p137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03815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6" name="Google Shape;3316;p137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48099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7" name="Google Shape;3317;p137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13702" y="270242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8" name="Google Shape;3318;p137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13702" y="292383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19" name="Google Shape;3319;p137"/>
          <p:cNvSpPr txBox="1"/>
          <p:nvPr/>
        </p:nvSpPr>
        <p:spPr>
          <a:xfrm>
            <a:off x="347294" y="482141"/>
            <a:ext cx="4628515" cy="2553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Using a pre-trained model on one task as the starting point for a related task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17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Why Transfer Learning?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7785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Limited Data: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Small datasets benefit from pre-trained features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Computational Efficiency: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Avoid training from scratch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97155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Better Performance: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Often achieves better results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Feature Reusability: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Low-level features are transferable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Common Scenario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28702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Source Task: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ImageNet classification (1.2M images, 1000 classes)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Target Task: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Your specific classification problem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Assumption: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Similar low-level visual features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0" name="Google Shape;3320;p13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321" name="Google Shape;3321;p13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13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13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4" name="Google Shape;3324;p13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5" name="Google Shape;3325;p13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0" name="Google Shape;3330;p138"/>
          <p:cNvSpPr txBox="1"/>
          <p:nvPr/>
        </p:nvSpPr>
        <p:spPr>
          <a:xfrm>
            <a:off x="95300" y="109545"/>
            <a:ext cx="1723389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ata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31" name="Google Shape;3331;p138"/>
          <p:cNvGrpSpPr/>
          <p:nvPr/>
        </p:nvGrpSpPr>
        <p:grpSpPr>
          <a:xfrm>
            <a:off x="0" y="871766"/>
            <a:ext cx="5760261" cy="2362245"/>
            <a:chOff x="0" y="871766"/>
            <a:chExt cx="5760261" cy="2362245"/>
          </a:xfrm>
        </p:grpSpPr>
        <p:pic>
          <p:nvPicPr>
            <p:cNvPr id="3332" name="Google Shape;3332;p13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2069" y="871766"/>
              <a:ext cx="4655819" cy="15773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3" name="Google Shape;3333;p13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13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13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36" name="Google Shape;3336;p13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7" name="Google Shape;3337;p13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9A3031-AA77-A0D5-81D6-64B5AC09B481}"/>
                  </a:ext>
                </a:extLst>
              </p14:cNvPr>
              <p14:cNvContentPartPr/>
              <p14:nvPr/>
            </p14:nvContentPartPr>
            <p14:xfrm>
              <a:off x="925560" y="338040"/>
              <a:ext cx="4646160" cy="2746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9A3031-AA77-A0D5-81D6-64B5AC09B4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6200" y="328680"/>
                <a:ext cx="4664880" cy="2764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2" name="Google Shape;3342;p139"/>
          <p:cNvSpPr txBox="1"/>
          <p:nvPr/>
        </p:nvSpPr>
        <p:spPr>
          <a:xfrm>
            <a:off x="95300" y="109545"/>
            <a:ext cx="1723389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ata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43" name="Google Shape;3343;p139"/>
          <p:cNvGrpSpPr/>
          <p:nvPr/>
        </p:nvGrpSpPr>
        <p:grpSpPr>
          <a:xfrm>
            <a:off x="0" y="614222"/>
            <a:ext cx="5760261" cy="2619789"/>
            <a:chOff x="0" y="614222"/>
            <a:chExt cx="5760261" cy="2619789"/>
          </a:xfrm>
        </p:grpSpPr>
        <p:pic>
          <p:nvPicPr>
            <p:cNvPr id="3344" name="Google Shape;3344;p13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28294" y="614222"/>
              <a:ext cx="4103369" cy="22212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5" name="Google Shape;3345;p13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13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13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48" name="Google Shape;3348;p13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9" name="Google Shape;3349;p13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AF0EE6-3129-9A8A-A109-E17A5F2EB44A}"/>
                  </a:ext>
                </a:extLst>
              </p14:cNvPr>
              <p14:cNvContentPartPr/>
              <p14:nvPr/>
            </p14:nvContentPartPr>
            <p14:xfrm>
              <a:off x="3672720" y="668880"/>
              <a:ext cx="1461240" cy="786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AF0EE6-3129-9A8A-A109-E17A5F2EB4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3360" y="659520"/>
                <a:ext cx="1479960" cy="805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4" name="Google Shape;3354;p14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ransfer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earning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trategies</a:t>
            </a:r>
            <a:endParaRPr/>
          </a:p>
        </p:txBody>
      </p:sp>
      <p:grpSp>
        <p:nvGrpSpPr>
          <p:cNvPr id="3355" name="Google Shape;3355;p140"/>
          <p:cNvGrpSpPr/>
          <p:nvPr/>
        </p:nvGrpSpPr>
        <p:grpSpPr>
          <a:xfrm>
            <a:off x="513702" y="767168"/>
            <a:ext cx="69291" cy="2257717"/>
            <a:chOff x="513702" y="767168"/>
            <a:chExt cx="69291" cy="2257717"/>
          </a:xfrm>
        </p:grpSpPr>
        <p:pic>
          <p:nvPicPr>
            <p:cNvPr id="3356" name="Google Shape;3356;p14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6716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7" name="Google Shape;3357;p14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98582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8" name="Google Shape;3358;p14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20448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9" name="Google Shape;3359;p14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6427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0" name="Google Shape;3360;p14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86137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1" name="Google Shape;3361;p14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08004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2" name="Google Shape;3362;p14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51828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3" name="Google Shape;3363;p140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73693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4" name="Google Shape;3364;p140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95559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65" name="Google Shape;3365;p140"/>
          <p:cNvSpPr txBox="1"/>
          <p:nvPr/>
        </p:nvSpPr>
        <p:spPr>
          <a:xfrm>
            <a:off x="347294" y="415390"/>
            <a:ext cx="3538220" cy="2652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09880" marR="1699895" lvl="0" indent="-297815" algn="l" rtl="0">
              <a:lnSpc>
                <a:spcPct val="136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Strategy 1: Feature Extraction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Freeze pre-trained layers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Train only classifier (final layer)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75565" lvl="0" indent="297180" algn="l" rtl="0">
              <a:lnSpc>
                <a:spcPct val="164761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Use when: Small dataset, similar to pre-trained data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Strategy 2: Fine-tuning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Initialize with pre-trained weights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Train entire network with low learning rate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122554" lvl="0" indent="297180" algn="l" rtl="0">
              <a:lnSpc>
                <a:spcPct val="164761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Use when: Medium dataset, somewhat similar data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Strategy 3: Selective Fine-tuning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Freeze early layers, fine-tune later layers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66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Balance between feature extraction and fine-tuning Use when: Medium dataset, different but related data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66" name="Google Shape;3366;p14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367" name="Google Shape;3367;p14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14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14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70" name="Google Shape;3370;p14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1" name="Google Shape;3371;p140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6F27DE4-4212-D692-2F5B-9723CF6DFC60}"/>
                  </a:ext>
                </a:extLst>
              </p14:cNvPr>
              <p14:cNvContentPartPr/>
              <p14:nvPr/>
            </p14:nvContentPartPr>
            <p14:xfrm>
              <a:off x="907560" y="428400"/>
              <a:ext cx="3939120" cy="1530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6F27DE4-4212-D692-2F5B-9723CF6DFC6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98200" y="419040"/>
                <a:ext cx="3957840" cy="1549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6" name="Google Shape;3376;p141"/>
          <p:cNvSpPr/>
          <p:nvPr/>
        </p:nvSpPr>
        <p:spPr>
          <a:xfrm>
            <a:off x="4026917" y="2683471"/>
            <a:ext cx="26670" cy="60960"/>
          </a:xfrm>
          <a:custGeom>
            <a:avLst/>
            <a:gdLst/>
            <a:ahLst/>
            <a:cxnLst/>
            <a:rect l="l" t="t" r="r" b="b"/>
            <a:pathLst>
              <a:path w="26670" h="60960" extrusionOk="0">
                <a:moveTo>
                  <a:pt x="0" y="0"/>
                </a:moveTo>
                <a:lnTo>
                  <a:pt x="4622" y="11933"/>
                </a:lnTo>
                <a:lnTo>
                  <a:pt x="10913" y="20687"/>
                </a:lnTo>
                <a:lnTo>
                  <a:pt x="18327" y="26689"/>
                </a:lnTo>
                <a:lnTo>
                  <a:pt x="26317" y="30366"/>
                </a:lnTo>
                <a:lnTo>
                  <a:pt x="18327" y="34043"/>
                </a:lnTo>
                <a:lnTo>
                  <a:pt x="10913" y="40045"/>
                </a:lnTo>
                <a:lnTo>
                  <a:pt x="4622" y="48799"/>
                </a:lnTo>
                <a:lnTo>
                  <a:pt x="0" y="60732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7" name="Google Shape;3377;p141"/>
          <p:cNvSpPr txBox="1"/>
          <p:nvPr/>
        </p:nvSpPr>
        <p:spPr>
          <a:xfrm>
            <a:off x="4091101" y="2613715"/>
            <a:ext cx="79819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Dataset Size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8" name="Google Shape;3378;p141"/>
          <p:cNvSpPr/>
          <p:nvPr/>
        </p:nvSpPr>
        <p:spPr>
          <a:xfrm>
            <a:off x="1433384" y="772357"/>
            <a:ext cx="60960" cy="26670"/>
          </a:xfrm>
          <a:custGeom>
            <a:avLst/>
            <a:gdLst/>
            <a:ahLst/>
            <a:cxnLst/>
            <a:rect l="l" t="t" r="r" b="b"/>
            <a:pathLst>
              <a:path w="60959" h="26670" extrusionOk="0">
                <a:moveTo>
                  <a:pt x="0" y="26317"/>
                </a:moveTo>
                <a:lnTo>
                  <a:pt x="11933" y="21694"/>
                </a:lnTo>
                <a:lnTo>
                  <a:pt x="20687" y="15403"/>
                </a:lnTo>
                <a:lnTo>
                  <a:pt x="26689" y="7990"/>
                </a:lnTo>
                <a:lnTo>
                  <a:pt x="30366" y="0"/>
                </a:lnTo>
                <a:lnTo>
                  <a:pt x="34043" y="7990"/>
                </a:lnTo>
                <a:lnTo>
                  <a:pt x="40045" y="15403"/>
                </a:lnTo>
                <a:lnTo>
                  <a:pt x="48799" y="21694"/>
                </a:lnTo>
                <a:lnTo>
                  <a:pt x="60732" y="26317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9" name="Google Shape;3379;p141"/>
          <p:cNvSpPr txBox="1"/>
          <p:nvPr/>
        </p:nvSpPr>
        <p:spPr>
          <a:xfrm>
            <a:off x="95300" y="109545"/>
            <a:ext cx="3424554" cy="62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ransfer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earning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G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uidelines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926464" lvl="0" indent="0" algn="l" rtl="0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Data Similarity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0" name="Google Shape;3380;p141"/>
          <p:cNvSpPr txBox="1"/>
          <p:nvPr/>
        </p:nvSpPr>
        <p:spPr>
          <a:xfrm>
            <a:off x="1928241" y="2775717"/>
            <a:ext cx="36703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Small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1" name="Google Shape;3381;p141"/>
          <p:cNvSpPr txBox="1"/>
          <p:nvPr/>
        </p:nvSpPr>
        <p:spPr>
          <a:xfrm>
            <a:off x="3220326" y="2760642"/>
            <a:ext cx="37528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Large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2" name="Google Shape;3382;p141"/>
          <p:cNvSpPr txBox="1"/>
          <p:nvPr/>
        </p:nvSpPr>
        <p:spPr>
          <a:xfrm>
            <a:off x="870902" y="2127267"/>
            <a:ext cx="53784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Different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3" name="Google Shape;3383;p141"/>
          <p:cNvSpPr txBox="1"/>
          <p:nvPr/>
        </p:nvSpPr>
        <p:spPr>
          <a:xfrm>
            <a:off x="918324" y="1155730"/>
            <a:ext cx="44323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Similar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84" name="Google Shape;3384;p141"/>
          <p:cNvGraphicFramePr/>
          <p:nvPr/>
        </p:nvGraphicFramePr>
        <p:xfrm>
          <a:off x="1461220" y="767296"/>
          <a:ext cx="2592050" cy="194310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29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71755" marR="40005" lvl="0" indent="-24130" algn="just" rtl="0">
                        <a:lnSpc>
                          <a:spcPct val="114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Feature Extraction </a:t>
                      </a: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Freeze conv layers Train classifier only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3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Fine-tuning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6835" marR="69215" lvl="0" indent="0" algn="ctr" rtl="0">
                        <a:lnSpc>
                          <a:spcPct val="114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Small learning rate All layers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8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04165" marR="47625" lvl="0" indent="-248920" algn="l" rtl="0">
                        <a:lnSpc>
                          <a:spcPct val="114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Train from scratch </a:t>
                      </a: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or selective Fine-tuning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66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5244" marR="47625" lvl="0" indent="0" algn="ctr" rtl="0">
                        <a:lnSpc>
                          <a:spcPct val="114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Train from scratch </a:t>
                      </a: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Large dataset Different domain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385" name="Google Shape;3385;p14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386" name="Google Shape;3386;p14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14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14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89" name="Google Shape;3389;p14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0" name="Google Shape;3390;p141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D912C5C-7717-0959-899A-128FF8F759D6}"/>
                  </a:ext>
                </a:extLst>
              </p14:cNvPr>
              <p14:cNvContentPartPr/>
              <p14:nvPr/>
            </p14:nvContentPartPr>
            <p14:xfrm>
              <a:off x="1663560" y="2534400"/>
              <a:ext cx="763200" cy="465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D912C5C-7717-0959-899A-128FF8F759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54200" y="2525040"/>
                <a:ext cx="781920" cy="484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5" name="Google Shape;3395;p14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3396" name="Google Shape;3396;p1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7" name="Google Shape;3397;p1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8" name="Google Shape;3398;p1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9" name="Google Shape;3399;p14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0" name="Google Shape;3400;p14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1" name="Google Shape;3401;p14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2" name="Google Shape;3402;p14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3" name="Google Shape;3403;p14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4" name="Google Shape;3404;p14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5" name="Google Shape;3405;p14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06" name="Google Shape;3406;p142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407" name="Google Shape;3407;p142"/>
          <p:cNvSpPr txBox="1"/>
          <p:nvPr/>
        </p:nvSpPr>
        <p:spPr>
          <a:xfrm>
            <a:off x="563029" y="457050"/>
            <a:ext cx="4751100" cy="24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omputer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lassification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hallenges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opular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ransfer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onsiderations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08" name="Google Shape;3408;p14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409" name="Google Shape;3409;p14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14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14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12" name="Google Shape;3412;p14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3" name="Google Shape;3413;p14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8" name="Google Shape;3418;p14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</a:t>
            </a:r>
            <a:r>
              <a:rPr lang="en-US" cap="small">
                <a:solidFill>
                  <a:srgbClr val="FFFFFF"/>
                </a:solidFill>
              </a:rPr>
              <a:t>mage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endParaRPr/>
          </a:p>
        </p:txBody>
      </p:sp>
      <p:grpSp>
        <p:nvGrpSpPr>
          <p:cNvPr id="3419" name="Google Shape;3419;p14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420" name="Google Shape;3420;p14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14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14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23" name="Google Shape;3423;p14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4" name="Google Shape;3424;p14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r>
              <a:rPr lang="en-US"/>
              <a:t> / 153</a:t>
            </a:r>
            <a:endParaRPr/>
          </a:p>
        </p:txBody>
      </p:sp>
      <p:pic>
        <p:nvPicPr>
          <p:cNvPr id="3425" name="Google Shape;3425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234502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" name="Google Shape;3430;p14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O</a:t>
            </a:r>
            <a:r>
              <a:rPr lang="en-US" cap="small">
                <a:solidFill>
                  <a:srgbClr val="FFFFFF"/>
                </a:solidFill>
              </a:rPr>
              <a:t>bject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etection</a:t>
            </a:r>
            <a:endParaRPr/>
          </a:p>
        </p:txBody>
      </p:sp>
      <p:grpSp>
        <p:nvGrpSpPr>
          <p:cNvPr id="3431" name="Google Shape;3431;p144"/>
          <p:cNvGrpSpPr/>
          <p:nvPr/>
        </p:nvGrpSpPr>
        <p:grpSpPr>
          <a:xfrm>
            <a:off x="309193" y="923937"/>
            <a:ext cx="5192466" cy="1508925"/>
            <a:chOff x="309193" y="923937"/>
            <a:chExt cx="5192466" cy="1508925"/>
          </a:xfrm>
        </p:grpSpPr>
        <p:sp>
          <p:nvSpPr>
            <p:cNvPr id="3432" name="Google Shape;3432;p144"/>
            <p:cNvSpPr/>
            <p:nvPr/>
          </p:nvSpPr>
          <p:spPr>
            <a:xfrm>
              <a:off x="309193" y="923937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433" name="Google Shape;3433;p1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1118171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4" name="Google Shape;3434;p14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31161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5" name="Google Shape;3435;p14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298917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6" name="Google Shape;3436;p14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968184"/>
              <a:ext cx="50800" cy="3434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7" name="Google Shape;3437;p144"/>
            <p:cNvSpPr/>
            <p:nvPr/>
          </p:nvSpPr>
          <p:spPr>
            <a:xfrm>
              <a:off x="309193" y="1162461"/>
              <a:ext cx="5142230" cy="200025"/>
            </a:xfrm>
            <a:custGeom>
              <a:avLst/>
              <a:gdLst/>
              <a:ahLst/>
              <a:cxnLst/>
              <a:rect l="l" t="t" r="r" b="b"/>
              <a:pathLst>
                <a:path w="5142230" h="20002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49156"/>
                  </a:lnTo>
                  <a:lnTo>
                    <a:pt x="4008" y="168880"/>
                  </a:lnTo>
                  <a:lnTo>
                    <a:pt x="14922" y="185033"/>
                  </a:lnTo>
                  <a:lnTo>
                    <a:pt x="31075" y="195947"/>
                  </a:lnTo>
                  <a:lnTo>
                    <a:pt x="50800" y="199956"/>
                  </a:lnTo>
                  <a:lnTo>
                    <a:pt x="5090865" y="199956"/>
                  </a:lnTo>
                  <a:lnTo>
                    <a:pt x="5110590" y="195947"/>
                  </a:lnTo>
                  <a:lnTo>
                    <a:pt x="5126743" y="185033"/>
                  </a:lnTo>
                  <a:lnTo>
                    <a:pt x="5137657" y="168880"/>
                  </a:lnTo>
                  <a:lnTo>
                    <a:pt x="5141666" y="149156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144"/>
            <p:cNvSpPr/>
            <p:nvPr/>
          </p:nvSpPr>
          <p:spPr>
            <a:xfrm>
              <a:off x="5450859" y="1006280"/>
              <a:ext cx="0" cy="324485"/>
            </a:xfrm>
            <a:custGeom>
              <a:avLst/>
              <a:gdLst/>
              <a:ahLst/>
              <a:cxnLst/>
              <a:rect l="l" t="t" r="r" b="b"/>
              <a:pathLst>
                <a:path w="120000" h="324484" extrusionOk="0">
                  <a:moveTo>
                    <a:pt x="0" y="324387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144"/>
            <p:cNvSpPr/>
            <p:nvPr/>
          </p:nvSpPr>
          <p:spPr>
            <a:xfrm>
              <a:off x="5450859" y="9935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144"/>
            <p:cNvSpPr/>
            <p:nvPr/>
          </p:nvSpPr>
          <p:spPr>
            <a:xfrm>
              <a:off x="5450859" y="9808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144"/>
            <p:cNvSpPr/>
            <p:nvPr/>
          </p:nvSpPr>
          <p:spPr>
            <a:xfrm>
              <a:off x="5450859" y="9681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144"/>
            <p:cNvSpPr/>
            <p:nvPr/>
          </p:nvSpPr>
          <p:spPr>
            <a:xfrm>
              <a:off x="5450859" y="949130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443" name="Google Shape;3443;p14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56267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4" name="Google Shape;3444;p14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77270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5" name="Google Shape;3445;p14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36357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46" name="Google Shape;3446;p144"/>
          <p:cNvSpPr txBox="1">
            <a:spLocks noGrp="1"/>
          </p:cNvSpPr>
          <p:nvPr>
            <p:ph type="body" idx="1"/>
          </p:nvPr>
        </p:nvSpPr>
        <p:spPr>
          <a:xfrm>
            <a:off x="347294" y="649667"/>
            <a:ext cx="5024120" cy="205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86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ask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Locate and classify multiple objects in an image</a:t>
            </a:r>
            <a:endParaRPr/>
          </a:p>
          <a:p>
            <a:pPr marL="309880" marR="2084070" lvl="0" indent="0" algn="l" rtl="0">
              <a:lnSpc>
                <a:spcPct val="131300"/>
              </a:lnSpc>
              <a:spcBef>
                <a:spcPts val="1075"/>
              </a:spcBef>
              <a:spcAft>
                <a:spcPts val="0"/>
              </a:spcAft>
              <a:buNone/>
            </a:pPr>
            <a:r>
              <a:rPr lang="en-US"/>
              <a:t>Output: </a:t>
            </a:r>
            <a:r>
              <a:rPr lang="en-US">
                <a:solidFill>
                  <a:srgbClr val="000000"/>
                </a:solidFill>
              </a:rPr>
              <a:t>Bounding boxes + class labels </a:t>
            </a:r>
            <a:r>
              <a:rPr lang="en-US"/>
              <a:t>Approaches:</a:t>
            </a:r>
            <a:endParaRPr/>
          </a:p>
          <a:p>
            <a:pPr marL="464819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)  </a:t>
            </a:r>
            <a:r>
              <a:rPr lang="en-US" sz="950"/>
              <a:t>Two-stage: </a:t>
            </a:r>
            <a:r>
              <a:rPr lang="en-US" sz="950">
                <a:solidFill>
                  <a:srgbClr val="000000"/>
                </a:solidFill>
              </a:rPr>
              <a:t>R-CNN, Fast R-CNN, Faster R-CNN</a:t>
            </a:r>
            <a:endParaRPr sz="950"/>
          </a:p>
          <a:p>
            <a:pPr marL="464819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) </a:t>
            </a:r>
            <a:r>
              <a:rPr lang="en-US" sz="950"/>
              <a:t>One-stage: </a:t>
            </a:r>
            <a:r>
              <a:rPr lang="en-US" sz="950">
                <a:solidFill>
                  <a:srgbClr val="000000"/>
                </a:solidFill>
              </a:rPr>
              <a:t>YOLO, SSD</a:t>
            </a:r>
            <a:endParaRPr sz="950"/>
          </a:p>
          <a:p>
            <a:pPr marL="309880" lvl="0" indent="0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lang="en-US"/>
              <a:t>Challenges: </a:t>
            </a:r>
            <a:r>
              <a:rPr lang="en-US">
                <a:solidFill>
                  <a:srgbClr val="000000"/>
                </a:solidFill>
              </a:rPr>
              <a:t>Multiple scales, varying object sizes, real-time requirements</a:t>
            </a:r>
            <a:endParaRPr/>
          </a:p>
        </p:txBody>
      </p:sp>
      <p:grpSp>
        <p:nvGrpSpPr>
          <p:cNvPr id="3447" name="Google Shape;3447;p14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448" name="Google Shape;3448;p14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14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14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51" name="Google Shape;3451;p14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2" name="Google Shape;3452;p14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7" name="Google Shape;3457;p14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S</a:t>
            </a:r>
            <a:r>
              <a:rPr lang="en-US" cap="small">
                <a:solidFill>
                  <a:srgbClr val="FFFFFF"/>
                </a:solidFill>
              </a:rPr>
              <a:t>emantic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egmentation</a:t>
            </a:r>
            <a:endParaRPr/>
          </a:p>
        </p:txBody>
      </p:sp>
      <p:grpSp>
        <p:nvGrpSpPr>
          <p:cNvPr id="3458" name="Google Shape;3458;p145"/>
          <p:cNvGrpSpPr/>
          <p:nvPr/>
        </p:nvGrpSpPr>
        <p:grpSpPr>
          <a:xfrm>
            <a:off x="309193" y="854760"/>
            <a:ext cx="5192466" cy="1681886"/>
            <a:chOff x="309193" y="854760"/>
            <a:chExt cx="5192466" cy="1681886"/>
          </a:xfrm>
        </p:grpSpPr>
        <p:sp>
          <p:nvSpPr>
            <p:cNvPr id="3459" name="Google Shape;3459;p145"/>
            <p:cNvSpPr/>
            <p:nvPr/>
          </p:nvSpPr>
          <p:spPr>
            <a:xfrm>
              <a:off x="309193" y="854760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460" name="Google Shape;3460;p14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1048994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1" name="Google Shape;3461;p14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24331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2" name="Google Shape;3462;p14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230617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3" name="Google Shape;3463;p14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898994"/>
              <a:ext cx="50800" cy="3443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4" name="Google Shape;3464;p145"/>
            <p:cNvSpPr/>
            <p:nvPr/>
          </p:nvSpPr>
          <p:spPr>
            <a:xfrm>
              <a:off x="309193" y="1093271"/>
              <a:ext cx="5142230" cy="201295"/>
            </a:xfrm>
            <a:custGeom>
              <a:avLst/>
              <a:gdLst/>
              <a:ahLst/>
              <a:cxnLst/>
              <a:rect l="l" t="t" r="r" b="b"/>
              <a:pathLst>
                <a:path w="5142230" h="201294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50045"/>
                  </a:lnTo>
                  <a:lnTo>
                    <a:pt x="4008" y="169770"/>
                  </a:lnTo>
                  <a:lnTo>
                    <a:pt x="14922" y="185923"/>
                  </a:lnTo>
                  <a:lnTo>
                    <a:pt x="31075" y="196837"/>
                  </a:lnTo>
                  <a:lnTo>
                    <a:pt x="50800" y="200845"/>
                  </a:lnTo>
                  <a:lnTo>
                    <a:pt x="5090865" y="200845"/>
                  </a:lnTo>
                  <a:lnTo>
                    <a:pt x="5110590" y="196837"/>
                  </a:lnTo>
                  <a:lnTo>
                    <a:pt x="5126743" y="185923"/>
                  </a:lnTo>
                  <a:lnTo>
                    <a:pt x="5137657" y="169770"/>
                  </a:lnTo>
                  <a:lnTo>
                    <a:pt x="5141666" y="15004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145"/>
            <p:cNvSpPr/>
            <p:nvPr/>
          </p:nvSpPr>
          <p:spPr>
            <a:xfrm>
              <a:off x="5450859" y="937090"/>
              <a:ext cx="0" cy="325755"/>
            </a:xfrm>
            <a:custGeom>
              <a:avLst/>
              <a:gdLst/>
              <a:ahLst/>
              <a:cxnLst/>
              <a:rect l="l" t="t" r="r" b="b"/>
              <a:pathLst>
                <a:path w="120000" h="325755" extrusionOk="0">
                  <a:moveTo>
                    <a:pt x="0" y="325276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145"/>
            <p:cNvSpPr/>
            <p:nvPr/>
          </p:nvSpPr>
          <p:spPr>
            <a:xfrm>
              <a:off x="5450859" y="9243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145"/>
            <p:cNvSpPr/>
            <p:nvPr/>
          </p:nvSpPr>
          <p:spPr>
            <a:xfrm>
              <a:off x="5450859" y="9116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145"/>
            <p:cNvSpPr/>
            <p:nvPr/>
          </p:nvSpPr>
          <p:spPr>
            <a:xfrm>
              <a:off x="5450859" y="8989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145"/>
            <p:cNvSpPr/>
            <p:nvPr/>
          </p:nvSpPr>
          <p:spPr>
            <a:xfrm>
              <a:off x="5450859" y="87993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470" name="Google Shape;3470;p14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49437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1" name="Google Shape;3471;p14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70440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2" name="Google Shape;3472;p145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46735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73" name="Google Shape;3473;p145"/>
          <p:cNvSpPr txBox="1">
            <a:spLocks noGrp="1"/>
          </p:cNvSpPr>
          <p:nvPr>
            <p:ph type="body" idx="1"/>
          </p:nvPr>
        </p:nvSpPr>
        <p:spPr>
          <a:xfrm>
            <a:off x="347294" y="649667"/>
            <a:ext cx="5024120" cy="205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9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ask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Classify every pixel in the image</a:t>
            </a:r>
            <a:endParaRPr/>
          </a:p>
          <a:p>
            <a:pPr marL="309880" marR="1966595" lvl="0" indent="0" algn="l" rtl="0">
              <a:lnSpc>
                <a:spcPct val="1313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/>
              <a:t>Output: </a:t>
            </a:r>
            <a:r>
              <a:rPr lang="en-US">
                <a:solidFill>
                  <a:srgbClr val="000000"/>
                </a:solidFill>
              </a:rPr>
              <a:t>Dense pixel-wise predictions </a:t>
            </a:r>
            <a:r>
              <a:rPr lang="en-US"/>
              <a:t>Architectures:</a:t>
            </a:r>
            <a:endParaRPr/>
          </a:p>
          <a:p>
            <a:pPr marL="464819" lvl="0" indent="0" algn="l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)  </a:t>
            </a:r>
            <a:r>
              <a:rPr lang="en-US" sz="950"/>
              <a:t>FCN: </a:t>
            </a:r>
            <a:r>
              <a:rPr lang="en-US" sz="950">
                <a:solidFill>
                  <a:srgbClr val="000000"/>
                </a:solidFill>
              </a:rPr>
              <a:t>Fully Convolutional Networks</a:t>
            </a:r>
            <a:endParaRPr sz="950"/>
          </a:p>
          <a:p>
            <a:pPr marL="464819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)  </a:t>
            </a:r>
            <a:r>
              <a:rPr lang="en-US" sz="950"/>
              <a:t>U-Net: </a:t>
            </a:r>
            <a:r>
              <a:rPr lang="en-US" sz="950">
                <a:solidFill>
                  <a:srgbClr val="000000"/>
                </a:solidFill>
              </a:rPr>
              <a:t>Encoder-decoder with skip connections</a:t>
            </a:r>
            <a:endParaRPr sz="950"/>
          </a:p>
          <a:p>
            <a:pPr marL="464819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)  </a:t>
            </a:r>
            <a:r>
              <a:rPr lang="en-US" sz="950"/>
              <a:t>DeepLab: </a:t>
            </a:r>
            <a:r>
              <a:rPr lang="en-US" sz="950">
                <a:solidFill>
                  <a:srgbClr val="000000"/>
                </a:solidFill>
              </a:rPr>
              <a:t>Atrous convolutions, multi-scale features</a:t>
            </a:r>
            <a:endParaRPr sz="950"/>
          </a:p>
          <a:p>
            <a:pPr marL="309880" lvl="0" indent="0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lang="en-US"/>
              <a:t>Applications: </a:t>
            </a:r>
            <a:r>
              <a:rPr lang="en-US">
                <a:solidFill>
                  <a:srgbClr val="000000"/>
                </a:solidFill>
              </a:rPr>
              <a:t>Medical imaging, autonomous driving, satellite imagery</a:t>
            </a:r>
            <a:endParaRPr/>
          </a:p>
        </p:txBody>
      </p:sp>
      <p:grpSp>
        <p:nvGrpSpPr>
          <p:cNvPr id="3474" name="Google Shape;3474;p14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475" name="Google Shape;3475;p14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14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14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78" name="Google Shape;3478;p14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9" name="Google Shape;3479;p14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4" name="Google Shape;3484;p14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O</a:t>
            </a:r>
            <a:r>
              <a:rPr lang="en-US" cap="small">
                <a:solidFill>
                  <a:srgbClr val="FFFFFF"/>
                </a:solidFill>
              </a:rPr>
              <a:t>ther</a:t>
            </a:r>
            <a:r>
              <a:rPr lang="en-US">
                <a:solidFill>
                  <a:srgbClr val="FFFFFF"/>
                </a:solidFill>
              </a:rPr>
              <a:t> CNN A</a:t>
            </a:r>
            <a:r>
              <a:rPr lang="en-US" cap="small">
                <a:solidFill>
                  <a:srgbClr val="FFFFFF"/>
                </a:solidFill>
              </a:rPr>
              <a:t>pplications</a:t>
            </a:r>
            <a:endParaRPr/>
          </a:p>
        </p:txBody>
      </p:sp>
      <p:grpSp>
        <p:nvGrpSpPr>
          <p:cNvPr id="3485" name="Google Shape;3485;p146"/>
          <p:cNvGrpSpPr/>
          <p:nvPr/>
        </p:nvGrpSpPr>
        <p:grpSpPr>
          <a:xfrm>
            <a:off x="513702" y="902296"/>
            <a:ext cx="69291" cy="1912646"/>
            <a:chOff x="513702" y="902296"/>
            <a:chExt cx="69291" cy="1912646"/>
          </a:xfrm>
        </p:grpSpPr>
        <p:pic>
          <p:nvPicPr>
            <p:cNvPr id="3486" name="Google Shape;3486;p14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90229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7" name="Google Shape;3487;p14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1237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8" name="Google Shape;3488;p14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34513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9" name="Google Shape;3489;p14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56655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0" name="Google Shape;3490;p14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08139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1" name="Google Shape;3491;p14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30281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2" name="Google Shape;3492;p14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52422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3" name="Google Shape;3493;p14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74565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94" name="Google Shape;3494;p146"/>
          <p:cNvSpPr txBox="1"/>
          <p:nvPr/>
        </p:nvSpPr>
        <p:spPr>
          <a:xfrm>
            <a:off x="347294" y="545895"/>
            <a:ext cx="4464685" cy="2312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Computer Vision Tasks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951864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Face Recognition: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Identity verification, face detection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Style Transfer: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Artistic style application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Image Generation: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GANs, VAEs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Super-Resolution: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Enhance image quality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Beyond Computer Vision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Natural Language Processing: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Text classification, sentiment analysis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Audio Processing: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Speech recognition, music analysis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205865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Time Series: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1D convolutions for sequential data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Graph Neural Networks: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Graph convolutions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95" name="Google Shape;3495;p14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496" name="Google Shape;3496;p14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14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14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9" name="Google Shape;3499;p14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0" name="Google Shape;3500;p14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5" name="Google Shape;3505;p14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3506" name="Google Shape;3506;p1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7" name="Google Shape;3507;p1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8" name="Google Shape;3508;p1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9" name="Google Shape;3509;p14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0" name="Google Shape;3510;p14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1" name="Google Shape;3511;p14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2" name="Google Shape;3512;p14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3" name="Google Shape;3513;p14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4" name="Google Shape;3514;p14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5" name="Google Shape;3515;p14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16" name="Google Shape;3516;p147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517" name="Google Shape;3517;p147"/>
          <p:cNvSpPr txBox="1"/>
          <p:nvPr/>
        </p:nvSpPr>
        <p:spPr>
          <a:xfrm>
            <a:off x="563029" y="457050"/>
            <a:ext cx="4751100" cy="24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omputer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lassification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hallenges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opular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ransfer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onsiderations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18" name="Google Shape;3518;p14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519" name="Google Shape;3519;p14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14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14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22" name="Google Shape;3522;p14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3" name="Google Shape;3523;p14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8" name="Google Shape;3528;p14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ractical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mplementation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ips</a:t>
            </a:r>
            <a:endParaRPr/>
          </a:p>
        </p:txBody>
      </p:sp>
      <p:grpSp>
        <p:nvGrpSpPr>
          <p:cNvPr id="3529" name="Google Shape;3529;p148"/>
          <p:cNvGrpSpPr/>
          <p:nvPr/>
        </p:nvGrpSpPr>
        <p:grpSpPr>
          <a:xfrm>
            <a:off x="0" y="572262"/>
            <a:ext cx="5760261" cy="2661749"/>
            <a:chOff x="0" y="572262"/>
            <a:chExt cx="5760261" cy="2661749"/>
          </a:xfrm>
        </p:grpSpPr>
        <p:pic>
          <p:nvPicPr>
            <p:cNvPr id="3530" name="Google Shape;3530;p14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57226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1" name="Google Shape;3531;p14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31911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2" name="Google Shape;3532;p14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2380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3" name="Google Shape;3533;p14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14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14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36" name="Google Shape;3536;p148"/>
          <p:cNvSpPr txBox="1"/>
          <p:nvPr/>
        </p:nvSpPr>
        <p:spPr>
          <a:xfrm>
            <a:off x="631926" y="447092"/>
            <a:ext cx="3684904" cy="261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Data Preprocessing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Normalize pixel values (0-1 or standardize)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Data augmentation: rotation, flipping, cropping, color jittering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Proper train/validation/test splits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25400" lvl="0" indent="0" algn="l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Architecture Design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Start simple, add complexity gradually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Use batch normalization for faster training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Apply dropout for regularization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Monitor validation performance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25400" lvl="0" indent="0" algn="l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Training Strategy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Use appropriate learning rate scheduling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Early stopping to prevent overfitting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Gradient clipping for stability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03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Use pre-trained models when possible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7" name="Google Shape;3537;p14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8" name="Google Shape;3538;p14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" name="Google Shape;3543;p14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ommon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itfalls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and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olutions</a:t>
            </a:r>
            <a:endParaRPr/>
          </a:p>
        </p:txBody>
      </p:sp>
      <p:grpSp>
        <p:nvGrpSpPr>
          <p:cNvPr id="3544" name="Google Shape;3544;p149"/>
          <p:cNvGrpSpPr/>
          <p:nvPr/>
        </p:nvGrpSpPr>
        <p:grpSpPr>
          <a:xfrm>
            <a:off x="513702" y="680554"/>
            <a:ext cx="69291" cy="1635684"/>
            <a:chOff x="513702" y="680554"/>
            <a:chExt cx="69291" cy="1635684"/>
          </a:xfrm>
        </p:grpSpPr>
        <p:pic>
          <p:nvPicPr>
            <p:cNvPr id="3545" name="Google Shape;3545;p14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68055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6" name="Google Shape;3546;p14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2600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7" name="Google Shape;3547;p14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83953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8" name="Google Shape;3548;p14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24694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49" name="Google Shape;3549;p149"/>
          <p:cNvSpPr txBox="1"/>
          <p:nvPr/>
        </p:nvSpPr>
        <p:spPr>
          <a:xfrm>
            <a:off x="619226" y="553338"/>
            <a:ext cx="4497070" cy="2345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Overfitting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Symptoms: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High training accuracy, poor validation accuracy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Solutions: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More data, data augmentation, dropout, L2 regularization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Underfitting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Symptoms: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Poor performance on both training and validation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Solutions: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textcolorBitsRedr model, more training time, lower regularization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Vanishing/Exploding Gradients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Solutions: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Proper initialization, batch normalization, residual connections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Computational Efficiency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Use appropriate batch sizes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Mixed precision training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Model compression techniques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50" name="Google Shape;3550;p14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551" name="Google Shape;3551;p14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14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14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54" name="Google Shape;3554;p14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5" name="Google Shape;3555;p14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0" name="Google Shape;3560;p15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3561" name="Google Shape;3561;p1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2" name="Google Shape;3562;p1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3" name="Google Shape;3563;p1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4" name="Google Shape;3564;p15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5" name="Google Shape;3565;p15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6" name="Google Shape;3566;p15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7" name="Google Shape;3567;p15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8" name="Google Shape;3568;p15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9" name="Google Shape;3569;p15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0" name="Google Shape;3570;p15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71" name="Google Shape;3571;p150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572" name="Google Shape;3572;p150"/>
          <p:cNvSpPr txBox="1"/>
          <p:nvPr/>
        </p:nvSpPr>
        <p:spPr>
          <a:xfrm>
            <a:off x="563029" y="457050"/>
            <a:ext cx="4751100" cy="24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omputer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lassification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hallenges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opular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ransfer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onsiderations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2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2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73" name="Google Shape;3573;p15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574" name="Google Shape;3574;p15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15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15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77" name="Google Shape;3577;p15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8" name="Google Shape;3578;p150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3" name="Google Shape;3583;p15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K</a:t>
            </a:r>
            <a:r>
              <a:rPr lang="en-US" cap="small">
                <a:solidFill>
                  <a:srgbClr val="FFFFFF"/>
                </a:solidFill>
              </a:rPr>
              <a:t>ey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akeaways</a:t>
            </a:r>
            <a:endParaRPr/>
          </a:p>
        </p:txBody>
      </p:sp>
      <p:grpSp>
        <p:nvGrpSpPr>
          <p:cNvPr id="3584" name="Google Shape;3584;p151"/>
          <p:cNvGrpSpPr/>
          <p:nvPr/>
        </p:nvGrpSpPr>
        <p:grpSpPr>
          <a:xfrm>
            <a:off x="513702" y="1006043"/>
            <a:ext cx="69291" cy="1653273"/>
            <a:chOff x="513702" y="1006043"/>
            <a:chExt cx="69291" cy="1653273"/>
          </a:xfrm>
        </p:grpSpPr>
        <p:pic>
          <p:nvPicPr>
            <p:cNvPr id="3585" name="Google Shape;3585;p15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0060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6" name="Google Shape;3586;p15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41093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7" name="Google Shape;3587;p15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6323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8" name="Google Shape;3588;p15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1471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9" name="Google Shape;3589;p15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36860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0" name="Google Shape;3590;p15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59002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91" name="Google Shape;3591;p151"/>
          <p:cNvSpPr txBox="1">
            <a:spLocks noGrp="1"/>
          </p:cNvSpPr>
          <p:nvPr>
            <p:ph type="body" idx="1"/>
          </p:nvPr>
        </p:nvSpPr>
        <p:spPr>
          <a:xfrm>
            <a:off x="347294" y="649667"/>
            <a:ext cx="5024100" cy="19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Concepts</a:t>
            </a:r>
            <a:endParaRPr/>
          </a:p>
          <a:p>
            <a:pPr marL="309880" marR="411480" lvl="0" indent="0" algn="l" rtl="0">
              <a:lnSpc>
                <a:spcPct val="1147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CNNs exploit spatial structure through local connectivity and parameter sharing</a:t>
            </a:r>
            <a:endParaRPr/>
          </a:p>
          <a:p>
            <a:pPr marL="309880" marR="68326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Convolution, pooling, and non-linear activations are building blocks Hierarchical feature learning: edges</a:t>
            </a:r>
            <a:r>
              <a:rPr lang="en-US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>
                <a:solidFill>
                  <a:srgbClr val="000000"/>
                </a:solidFill>
              </a:rPr>
              <a:t>shapes</a:t>
            </a:r>
            <a:r>
              <a:rPr lang="en-US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>
                <a:solidFill>
                  <a:srgbClr val="000000"/>
                </a:solidFill>
              </a:rPr>
              <a:t>objects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lang="en-US"/>
              <a:t>Architecture Evolution</a:t>
            </a:r>
            <a:endParaRPr/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LeNet</a:t>
            </a:r>
            <a:r>
              <a:rPr lang="en-US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>
                <a:solidFill>
                  <a:srgbClr val="000000"/>
                </a:solidFill>
              </a:rPr>
              <a:t>AlexNet</a:t>
            </a:r>
            <a:r>
              <a:rPr lang="en-US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lang="en-US">
                <a:solidFill>
                  <a:srgbClr val="000000"/>
                </a:solidFill>
              </a:rPr>
              <a:t>VGG</a:t>
            </a:r>
            <a:r>
              <a:rPr lang="en-US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-US">
                <a:solidFill>
                  <a:srgbClr val="000000"/>
                </a:solidFill>
              </a:rPr>
              <a:t>GoogLeNet</a:t>
            </a:r>
            <a:r>
              <a:rPr lang="en-US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-US">
                <a:solidFill>
                  <a:srgbClr val="000000"/>
                </a:solidFill>
              </a:rPr>
              <a:t>ResNet</a:t>
            </a:r>
            <a:r>
              <a:rPr lang="en-US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-US">
                <a:solidFill>
                  <a:srgbClr val="000000"/>
                </a:solidFill>
              </a:rPr>
              <a:t>Modern architectures </a:t>
            </a:r>
            <a:endParaRPr>
              <a:solidFill>
                <a:srgbClr val="000000"/>
              </a:solidFill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Key innovations: ReLU, dropout, batch normalization, residual connections Trend: Deeper networks with better optimization techniques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592" name="Google Shape;3592;p15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593" name="Google Shape;3593;p15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15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15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96" name="Google Shape;3596;p15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7" name="Google Shape;3597;p151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2" name="Google Shape;3602;p15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ractical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uidelines</a:t>
            </a:r>
            <a:endParaRPr/>
          </a:p>
        </p:txBody>
      </p:sp>
      <p:grpSp>
        <p:nvGrpSpPr>
          <p:cNvPr id="3603" name="Google Shape;3603;p152"/>
          <p:cNvGrpSpPr/>
          <p:nvPr/>
        </p:nvGrpSpPr>
        <p:grpSpPr>
          <a:xfrm>
            <a:off x="0" y="851217"/>
            <a:ext cx="5760261" cy="2382794"/>
            <a:chOff x="0" y="851217"/>
            <a:chExt cx="5760261" cy="2382794"/>
          </a:xfrm>
        </p:grpSpPr>
        <p:pic>
          <p:nvPicPr>
            <p:cNvPr id="3604" name="Google Shape;3604;p15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85121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5" name="Google Shape;3605;p15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07264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6" name="Google Shape;3606;p15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29406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7" name="Google Shape;3607;p15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51547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8" name="Google Shape;3608;p15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88089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9" name="Google Shape;3609;p15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1023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0" name="Google Shape;3610;p15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32373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1" name="Google Shape;3611;p152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54515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2" name="Google Shape;3612;p15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15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15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15" name="Google Shape;3615;p152"/>
          <p:cNvSpPr txBox="1"/>
          <p:nvPr/>
        </p:nvSpPr>
        <p:spPr>
          <a:xfrm>
            <a:off x="644626" y="716266"/>
            <a:ext cx="3171900" cy="18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34417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Start with transfer learning when possible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34417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Data augmentation is crucial for generalization Monitor both training and validation metrics</a:t>
            </a:r>
            <a:endParaRPr sz="1050"/>
          </a:p>
          <a:p>
            <a:pPr marL="12700" marR="34417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Use appropriate regularization techniques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Implement a simple CNN from scratch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Experiment with different architectures on CIFAR-10 Try transfer learning with pre-trained models Explore data augmentation techniques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6" name="Google Shape;3616;p15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7" name="Google Shape;3617;p15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2" name="Google Shape;3622;p1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"/>
            <a:ext cx="5759866" cy="3239902"/>
          </a:xfrm>
          <a:prstGeom prst="rect">
            <a:avLst/>
          </a:prstGeom>
          <a:noFill/>
          <a:ln>
            <a:noFill/>
          </a:ln>
        </p:spPr>
      </p:pic>
      <p:sp>
        <p:nvSpPr>
          <p:cNvPr id="3623" name="Google Shape;3623;p15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</a:t>
            </a:r>
            <a:r>
              <a:rPr lang="en-US" cap="small"/>
              <a:t>eferences</a:t>
            </a:r>
            <a:endParaRPr/>
          </a:p>
        </p:txBody>
      </p:sp>
      <p:grpSp>
        <p:nvGrpSpPr>
          <p:cNvPr id="3624" name="Google Shape;3624;p153"/>
          <p:cNvGrpSpPr/>
          <p:nvPr/>
        </p:nvGrpSpPr>
        <p:grpSpPr>
          <a:xfrm>
            <a:off x="0" y="662012"/>
            <a:ext cx="5760261" cy="2571999"/>
            <a:chOff x="0" y="662012"/>
            <a:chExt cx="5760261" cy="2571999"/>
          </a:xfrm>
        </p:grpSpPr>
        <p:pic>
          <p:nvPicPr>
            <p:cNvPr id="3625" name="Google Shape;3625;p15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66201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6" name="Google Shape;3626;p15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0270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7" name="Google Shape;3627;p15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22010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8" name="Google Shape;3628;p15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5851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9" name="Google Shape;3629;p15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95027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0" name="Google Shape;3630;p15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31534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1" name="Google Shape;3631;p15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68043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32" name="Google Shape;3632;p15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15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15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5" name="Google Shape;3635;p153"/>
          <p:cNvSpPr txBox="1"/>
          <p:nvPr/>
        </p:nvSpPr>
        <p:spPr>
          <a:xfrm>
            <a:off x="644626" y="573997"/>
            <a:ext cx="4768215" cy="2388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449580" lvl="0" indent="0" algn="l" rtl="0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Zhang, A., Lipton, Z. C., Li, M., &amp; Smola, A. J. (2023).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Dive into deep learning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 Cambridge University Press. Chapters 6 and 7.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414019" lvl="0" indent="0" algn="l" rtl="0">
              <a:lnSpc>
                <a:spcPct val="126099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Goodfellow, I., Bengio, Y., Courville, A. (2016).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Deep Learning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 MIT Press. LeCun, Y., Bottou, L., Bengio, Y., &amp; Haffner, P. (1998). Gradient-based learning applied to document recognition.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Proceedings of the IEEE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, 86(11), 2278-2324.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8900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Krizhevsky, A., Sutskever, I., &amp; Hinton, G. E. (2012). ImageNet classification with deep convolutional neural networks.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Advances in NIPS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48640" lvl="0" indent="0" algn="l" rtl="0">
              <a:lnSpc>
                <a:spcPct val="118900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Simonyan, K., &amp; Zisserman, A. (2014). Very deep convolutional networks for large-scale image recognition.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arXiv preprint arXiv:1409.1556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97790" lvl="0" indent="0" algn="l" rtl="0">
              <a:lnSpc>
                <a:spcPct val="1189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Szegedy, C., et al. (2015). Going deeper with convolutions.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Proceedings of the IEEE CVPR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464819" lvl="0" indent="0" algn="l" rtl="0">
              <a:lnSpc>
                <a:spcPct val="118900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He, K., Zhang, X., Ren, S., &amp; Sun, J. (2016). Deep residual learning for image recognition.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Proceedings of the IEEE CVPR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6" name="Google Shape;3636;p15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7" name="Google Shape;3637;p15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4007</Words>
  <Application>Microsoft Office PowerPoint</Application>
  <PresentationFormat>Custom</PresentationFormat>
  <Paragraphs>855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8" baseType="lpstr">
      <vt:lpstr>Times New Roman</vt:lpstr>
      <vt:lpstr>Tahoma</vt:lpstr>
      <vt:lpstr>Calibri</vt:lpstr>
      <vt:lpstr>Cambria</vt:lpstr>
      <vt:lpstr>Lucida Sans</vt:lpstr>
      <vt:lpstr>Verdana</vt:lpstr>
      <vt:lpstr>Arial</vt:lpstr>
      <vt:lpstr>Office Theme</vt:lpstr>
      <vt:lpstr>PowerPoint Presentation</vt:lpstr>
      <vt:lpstr>PowerPoint Presentation</vt:lpstr>
      <vt:lpstr>Table of Contents</vt:lpstr>
      <vt:lpstr>Table of Contents</vt:lpstr>
      <vt:lpstr>Design Patterns for Deep Networks</vt:lpstr>
      <vt:lpstr>Pattern 1: Spatial Reduction + Channel Expansion</vt:lpstr>
      <vt:lpstr>Pattern 2: Repetitive Building Blocks</vt:lpstr>
      <vt:lpstr>Pattern 3: Skip/Residual Connections</vt:lpstr>
      <vt:lpstr>Pattern 4: Bottleneck Designs</vt:lpstr>
      <vt:lpstr>Pattern 5: Multi-Scale Feature Extraction</vt:lpstr>
      <vt:lpstr>How to Choose Architecture Depth</vt:lpstr>
      <vt:lpstr>Architecture Depth: Practical Guidelines</vt:lpstr>
      <vt:lpstr>Trade-offs: Depth vs. Width</vt:lpstr>
      <vt:lpstr>Depth vs. Width: Practical Recommendations</vt:lpstr>
      <vt:lpstr>Design Decision Framework</vt:lpstr>
      <vt:lpstr>Table of Contents</vt:lpstr>
      <vt:lpstr>LeNet-5 (1998)</vt:lpstr>
      <vt:lpstr>PowerPoint Presentation</vt:lpstr>
      <vt:lpstr>AlexNet (2012)</vt:lpstr>
      <vt:lpstr>PowerPoint Presentation</vt:lpstr>
      <vt:lpstr>VGGNet (2014)</vt:lpstr>
      <vt:lpstr>PowerPoint Presentation</vt:lpstr>
      <vt:lpstr>Network in Network (NiN) - 2013</vt:lpstr>
      <vt:lpstr>NiN: MLPconv Layer</vt:lpstr>
      <vt:lpstr>NiN: Architecture Structure</vt:lpstr>
      <vt:lpstr>NiN: Global Average Pooling</vt:lpstr>
      <vt:lpstr>NiN: Key Takeaways</vt:lpstr>
      <vt:lpstr>GoogLeNet/Inception (2014) - Overview</vt:lpstr>
      <vt:lpstr>Naive Inception Module</vt:lpstr>
      <vt:lpstr>Inception Module with Dimensionality</vt:lpstr>
      <vt:lpstr>Inception Module: Computational Savings</vt:lpstr>
      <vt:lpstr>GoogLeNet Architecture</vt:lpstr>
      <vt:lpstr>Inception Module: Design Philosophy</vt:lpstr>
      <vt:lpstr>Inception Variants</vt:lpstr>
      <vt:lpstr>ResNet (2015) - The Depth Problem</vt:lpstr>
      <vt:lpstr>ResNet: The Residual Learning Idea</vt:lpstr>
      <vt:lpstr>Basic Residual Block</vt:lpstr>
      <vt:lpstr>Bottleneck Residual Block</vt:lpstr>
      <vt:lpstr>ResNet: Handling Dimension Mismatch</vt:lpstr>
      <vt:lpstr>PowerPoint Presentation</vt:lpstr>
      <vt:lpstr>Why Do Residual Connections Work?</vt:lpstr>
      <vt:lpstr>ResNet: Key Takeaways</vt:lpstr>
      <vt:lpstr>Table of Contents</vt:lpstr>
      <vt:lpstr>Transfer Learning Concept</vt:lpstr>
      <vt:lpstr>PowerPoint Presentation</vt:lpstr>
      <vt:lpstr>PowerPoint Presentation</vt:lpstr>
      <vt:lpstr>Transfer Learning Strategies</vt:lpstr>
      <vt:lpstr>PowerPoint Presentation</vt:lpstr>
      <vt:lpstr>Table of Contents</vt:lpstr>
      <vt:lpstr>Image Classification</vt:lpstr>
      <vt:lpstr>Object Detection</vt:lpstr>
      <vt:lpstr>Semantic Segmentation</vt:lpstr>
      <vt:lpstr>Other CNN Applications</vt:lpstr>
      <vt:lpstr>Table of Contents</vt:lpstr>
      <vt:lpstr>Practical Implementation Tips</vt:lpstr>
      <vt:lpstr>Common Pitfalls and Solutions</vt:lpstr>
      <vt:lpstr>Table of Contents</vt:lpstr>
      <vt:lpstr>Key Takeaways</vt:lpstr>
      <vt:lpstr>Practical Guidelines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Aakash Goel (DSAI)</cp:lastModifiedBy>
  <cp:revision>2</cp:revision>
  <dcterms:created xsi:type="dcterms:W3CDTF">2025-12-09T13:51:45Z</dcterms:created>
  <dcterms:modified xsi:type="dcterms:W3CDTF">2026-04-12T11:27:14Z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2025-12-09T00:00:00Z</vt:filetime>
  </property>
  <property fmtid="{D5CDD505-2E9C-101B-9397-08002B2CF9AE}" pid="5" name="PTEX.Fullbanner">
    <vt:lpwstr>This is pdfTeX, Version 3.14159265-2.6-1.40.20 (TeX Live 2019/Debian) kpathsea version 6.3.1</vt:lpwstr>
  </property>
  <property fmtid="{D5CDD505-2E9C-101B-9397-08002B2CF9AE}" pid="6" name="Producer">
    <vt:lpwstr>pdfTeX-1.40.20</vt:lpwstr>
  </property>
</Properties>
</file>