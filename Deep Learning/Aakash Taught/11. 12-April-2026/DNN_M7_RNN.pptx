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ink/ink10.xml" ContentType="application/inkml+xml"/>
  <Override PartName="/ppt/ink/ink11.xml" ContentType="application/inkml+xml"/>
  <Override PartName="/ppt/ink/ink12.xml" ContentType="application/inkml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50" r:id="rId19"/>
  </p:sldIdLst>
  <p:sldSz cx="5765800" cy="3244850"/>
  <p:notesSz cx="5765800" cy="324485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Lucida Sans" panose="020B0602030504020204" pitchFamily="34" charset="0"/>
      <p:regular r:id="rId25"/>
      <p:bold r:id="rId26"/>
      <p:italic r:id="rId27"/>
      <p:boldItalic r:id="rId28"/>
    </p:embeddedFont>
    <p:embeddedFont>
      <p:font typeface="Tahoma" panose="020B0604030504040204" pitchFamily="34" charset="0"/>
      <p:regular r:id="rId29"/>
      <p:bold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4" roundtripDataSignature="AMtx7mhoS8yV/+2TbF+5vfcPhA+1Rq+k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6EB010-B201-4971-A2E3-822838E164C6}">
  <a:tblStyle styleId="{806EB010-B201-4971-A2E3-822838E164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5" d="100"/>
          <a:sy n="185" d="100"/>
        </p:scale>
        <p:origin x="466" y="10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109" Type="http://schemas.openxmlformats.org/officeDocument/2006/relationships/customXml" Target="../customXml/item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104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07" Type="http://schemas.openxmlformats.org/officeDocument/2006/relationships/theme" Target="theme/theme1.xml"/><Relationship Id="rId11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11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10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48:36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11209 3576 0,'0'0'0,"0"0"0,0 0 16,0 0-16,1 2 15,-1-2-15,18 16 16,5 4-16,9 2 16,7-1-1,2-2-15,1 1 16,-2-1-16,-2-1 16,-3 0-16,-2 5 15,-5-2-15</inkml:trace>
  <inkml:trace contextRef="#ctx0" brushRef="#br0" timeOffset="633.08">11497 3610 0,'0'0'0,"0"0"16,0 0-16,0 0 16,-3 2-16,-4 5 15,-12 11 1,-7 8-16,-3 6 16,-2 4-16,0 1 15,1 1-15,2 1 16</inkml:trace>
  <inkml:trace contextRef="#ctx0" brushRef="#br0" timeOffset="1132.58">11815 3804 0,'0'0'0,"0"0"16,0 0-16,0 0 15,0 2 1,0 6-16,1 9 16,1 12-16,-1 10 15,1 10-15,-2 5 16,0-2-16,0-1 15</inkml:trace>
  <inkml:trace contextRef="#ctx0" brushRef="#br0" timeOffset="2416.88">12526 3461 0,'0'0'0,"0"2"16,0-2-16,-2 10 15,-1 5 1,-2 14-16,1 12 0,3 10 16,1 5-16,1 9 15,3 10 1,2 1-16,-1 1 15,0-5-15,-1 3 16</inkml:trace>
  <inkml:trace contextRef="#ctx0" brushRef="#br0" timeOffset="2984.05">12760 3609 0,'0'0'0,"0"0"15,4 0 1,-4 0-16,27 2 15,-3 1-15,3 2 16,3 0-16,2 2 16,0 0-16,-2-1 15,-2 1-15,-4-3 16,-2 2-16,-2-1 16,-2-1-16</inkml:trace>
  <inkml:trace contextRef="#ctx0" brushRef="#br0" timeOffset="3282.88">12969 3527 0,'0'0'0,"-1"3"15,1-3-15,-5 13 16,0 2-16,-2 6 16,-2 1-16,-3 0 15,-1 2 1,0-1-16,-2 2 15,-2 3-15,-2 1 16,0 2-16</inkml:trace>
  <inkml:trace contextRef="#ctx0" brushRef="#br0" timeOffset="4667.04">13273 3741 0,'0'0'0,"0"0"0,2-2 15,-2 2 1,0 0-16,18-5 16,-4 1-16,2 1 15,1 1-15,0 2 16,-2-1-16,-3 1 16,-1 0-16,-11 0 15,12 2-15,-12-2 16,5 11-16,-6 1 15,-4 7 1,-4 3-16,-1-2 16,1-3-16,3-4 15,1-3-15,2-4 16,3-6-16,-2 7 16,2-7-16,0 0 15,23 9-15,6-7 16,6-4-16,1-3 15,4-5 1,4-8-16,1-6 16</inkml:trace>
  <inkml:trace contextRef="#ctx0" brushRef="#br0" timeOffset="5450.02">13950 3381 0,'0'0'0,"0"0"0,0 0 0,0 0 16,3 3-16,1 6 16,4 6-16,1 3 15,2 2-15,0 1 16,3 4-1,-1 2-15,-1 3 16,-3 2-16,-7 7 16,-2 10-16,-5 6 15</inkml:trace>
  <inkml:trace contextRef="#ctx0" brushRef="#br0" timeOffset="6166.75">13979 3615 0,'0'0'0,"0"0"0,0 0 16,0 0 0,2 3-16,-2-3 15,7 14-15,0 1 16,3 6-16,1 4 16,1 5-16,-2 2 15,0 2-15,-5-1 16,-3 0-16,1-1 15,-2-1-15,0-2 16,0-3 0,-1-6-16</inkml:trace>
  <inkml:trace contextRef="#ctx0" brushRef="#br0" timeOffset="7950.16">11689 3429 0,'0'0'0,"0"0"16,-1-1-16,1 1 16,-6-10-16,-1 1 15,-2-5-15,-2-1 16,-4-4 0,-2 0-16,-7-2 15,-4 1-15,-9 5 16,-10 4-16,-10 10 15,-7 7-15,-5 9 16,-7 6-16,5 7 16,1 5-16,9 6 15,5 1 1,10 2-16,4 4 16,10 1-16,8 1 15,10 4-15,9 4 16,13 5-16,8 5 15,16 4-15,13-3 16,12 0-16,14-2 16,5-12-16,6-6 15,2-15 1,2-9-16,4-9 16,58-26-1,-21 2 1,-1-29-16,-34 3 15,-39 0-15,6-18 16,-1 0-16,-8-8 16,-18-11-16,-12 13 15,-10-19 1,-15-1-16,-13 5 16,-16-11-16,-9 17 15,-18-1-15,-18 6 16,-15 18-16,-7 14 15,5 13-15,4 16 16,8 8-16,11 11 16,10 6-16,14 9 15,10 2 1,13-1-16</inkml:trace>
  <inkml:trace contextRef="#ctx0" brushRef="#br0" timeOffset="8733.15">13310 3339 0,'0'0'0,"-9"-3"0,-4-2 15,-27-9-15,-18-4 16,-12 8-16,-3 11 16,-2 6-16,2 7 15,7 4 1,4 8-16,10 2 16,3 3-16,6 6 15,10 3-15,4 7 16,7 1-16,11-14 15,7-1-15,14 10 16,15 3-16,10 9 16,15-10-16,10-2 15,9 1-15,10-6 16,-2-4 0,3-9-16,4-7 15,1-6-15,3-8 16,-10-1-16,-1-4 15,-7-2-15,-2-5 16,-7-4-16,-6-4 16,-9-4-16,-8 0 15,-6-5 1,-7-5-16,-10-11 16,-6-4-16,-14-8 15,-12-17-15,-10 6 16,-17-10-16,-4 10 15,-15 5-15,-6-3 16,-10 17-16,-5 7 16,-8 9-16,-1 12 15,-1 12-15,4 7 16,12 9 0,2 9-16,8 2 15,3 16-15</inkml:trace>
  <inkml:trace contextRef="#ctx0" brushRef="#br0" timeOffset="13216.98">12177 3776 0,'0'0'0,"0"0"0,0 0 15,0 0-15,0 0 16,4 0-16,9 0 16,11 0-16,11-1 15,9 0-15,6-2 16,-1-2-16,1 1 15,-2 0-15,-4 3 16,-1 3 0,-4-1-16,-3 0 15,-4-1-15,-5 1 16,-6-1-16,-5 0 16,-16 0-16,15 1 15,-15-1-15,0 0 16,0 0-16,0 0 15,-13 11 1,-27-6-16,-13 4 16,-5-6-16,0-1 15,-1-9-15,1 2 16,10 2-16,5 3 16,3 5-16,6-2 15,5 1-15,7-1 16,8-3-16,14 0 15,-14 3 1,14-3-16,0 0 16,0 0-16,0 0 15,29 1-15,18-2 16,6 0-16,6-1 16,-2-4-16,-2 2 15,-3-1-15,-2 1 16,-7 5-16,-7 2 15,-8 0 1,-10-1-16,-6-1 16,-12-1-16,12-2 15,-12 2-15,0 0 16,-7-7-16,-26-4 16,-28 4-16,-8 1 15,-1 2-15,1 2 16,4 2-16,4 5 15,10-1 1,8 0-16,6 0 16,10 0-16,8 1 15,6 0-15,13-5 16,-11 5-16,11-5 16,0 0-16,0 0 15,40 9-15,10-2 16,5-8-16,4 0 15,-3-4 1,-3 1-16,-1-1 16,-4 2-16,-8 0 15,-3 1-15,-8-6 16,-9 2-16,-7 2 16,-13 4-16,12-4 15,-12 4-15,0 0 16,0 0-16,-16 0 15,-33-4 1,-18-4-16,2 2 16,6 0-16,1 4 15,10 10-15,3 1 16,9 0-16,11-3 16,8-2-16,6-2 15,11-2-15,0 0 16,0 0-16,0 0 15,0 0 1,15 7-16,32 1 16,16-5-16,8 1 15,-4-3-15,3-3 16,-6-6-16,-5 2 16,-8 0-16,-7 2 15,-10 0-15,-11 1 16,-7 1-16,-16 2 15,16 3-15,-16-3 16,0 0 0,0 0-16,-26 1 15,-38-3-15,-9 0 16,1 9-16,1 1 16,6 0-16,3-1 15,2-2-15,10-1 16,3-1-16,11-3 15,10 0 1,8-2-16,18 2 16,-12 0-16,12 0 15,0 0-15,0 0 16,14 0-16,24 0 16,15 0-16,4-2 15,1-3-15,-5-4 16,-4 2-16,-8 2 15,-8 1-15,-8 2 16,-7 1 0,-7 0-16,-11 1 15,10-2-15,-10 2 16,0 0-16,0 0 16,-48-3-16,-23 2 15,7 7-15,4-1 16,7 1-16,13 2 15,6-1-15,11-2 16,10-1-16,13-4 16,0 0-1,0 0-15,0 0 16,0 0-16,44-16 16,8-17-16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49:20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10502 1696 0,'0'0'0,"0"0"0,0 0 16,5 5-16,8 7 16,9 10-16,14 6 15,5 1-15,6 0 16,2 0-16,-4-3 15,-1 1-15,-1-2 16,0-1 0,-1-4-16,-3-2 15</inkml:trace>
  <inkml:trace contextRef="#ctx0" brushRef="#br0" timeOffset="282.17">11010 1583 0,'0'0'0,"-2"3"0,-9 6 0,-27 21 15,-26 24-15,-1 14 16,6 4-16,6 3 15,8-6-15,5-2 16,6-6-16,7-9 16,5-6-16,5-12 15,7-10 1,6-8-16,5-4 16</inkml:trace>
  <inkml:trace contextRef="#ctx0" brushRef="#br0" timeOffset="849.86">11133 1911 0,'0'0'0,"0"0"0,0 0 0,0 0 0,7 0 16,13 3-16,17 3 15,7 2-15,0 1 16,1 0-16,-2-1 16,-2 0-16,-3-1 15,-1-4-15,-1-3 16,-3-2 0,1-4-16,-5 1 15,-4-2-15,-1 1 16,-6-2-16,-4 0 15,-5 1-15,-9 7 16,2-5-16,-2 5 16,-32-14-16,1 7 15,4 5-15,7 1 16,6 2 0,4 0-16,10-1 15,-9 1-15,9-1 16,0 0-16,0 0 15,0 0-15,-3 7 16,3-7-16,32 16 16,-2-5-16,-1-1 15,-4 1 1,-2-3-16,-6 1 16,-5 2-16,-5 3 15,-6 4-15,-10 5 16,-7 3-16,-9 1 15,-8-9-15</inkml:trace>
  <inkml:trace contextRef="#ctx0" brushRef="#br0" timeOffset="1099.3">11955 1568 0,'0'0'0,"0"0"0,0 0 0,7 5 15,11 9 1,15 11-16,5 4 16,-2 2-16,-2 0 15,-2-1-15,-4-5 16,-7-4-16,-4-7 15,-7-5-15,-10-9 16</inkml:trace>
  <inkml:trace contextRef="#ctx0" brushRef="#br0" timeOffset="1332.45">12325 1578 0,'0'0'0,"0"2"0,0-2 0,0 0 15,-4 18-15,-4 10 16,-10 10-16,-5 5 16,-4 0-16,-2-6 15,2-8-15,3-8 16,4-5-16</inkml:trace>
  <inkml:trace contextRef="#ctx0" brushRef="#br0" timeOffset="1551.69">12026 1874 0,'0'0'0,"0"4"0,0 4 16,0 19-16,-3 18 15,0 8-15,-3-1 16,0 0-16,-2-3 16,0-3-16,0-5 15,0-5 1,-1-4-16,0-5 16,-2-8-16</inkml:trace>
  <inkml:trace contextRef="#ctx0" brushRef="#br0" timeOffset="3650.32">10265 2551 0,'0'0'0,"0"0"15,9-2-15,25-4 16,33-7-16,10-4 16,-1-4-16,2-3 15,-2 0-15,-1-2 16,-5 1-16,-6 3 16,-5 2-1,-8 3-15,-5 1 16,-6 2-16,-3 3 15,-4 2-15,0 2 16,-3 2-16,-2 1 16,-5 0-16,-4 2 15,-5 0-15,-4 1 16</inkml:trace>
  <inkml:trace contextRef="#ctx0" brushRef="#br0" timeOffset="8515.93">11666 3154 0,'0'0'0,"0"0"0,0 0 0,0 0 16,3 5-16,5 9 15,10 9-15,8 6 16,4 0 0,3-2-16,1-1 15,-1-4-15,-3 0 16</inkml:trace>
  <inkml:trace contextRef="#ctx0" brushRef="#br0" timeOffset="8783.53">11902 3150 0,'0'0'0,"0"0"0,-3 4 16,-6 10-16,-9 16 15,-3 12-15,2 2 16,2-1-16,5-4 16,2-4-1,4-5-15,2-5 16,3-5-16</inkml:trace>
  <inkml:trace contextRef="#ctx0" brushRef="#br0" timeOffset="9033.7">12034 3380 0,'0'0'0,"0"0"15,0 0-15,0 4 16,0 11-16,1 12 15,1 9-15,1 4 16,3 1-16,1-3 16,1-4-16,0-4 15,1-3 1,1-5-16</inkml:trace>
  <inkml:trace contextRef="#ctx0" brushRef="#br0" timeOffset="9316.52">12363 3115 0,'0'0'0,"0"0"0,0 0 15,4 5-15,6 7 16,9 14-16,6 6 16,2 1-16,1 0 15,-1-6-15,-2-2 16,-2-4 0,-3-5-16,-3-4 15,-2-3-15,-2-3 16</inkml:trace>
  <inkml:trace contextRef="#ctx0" brushRef="#br0" timeOffset="9549.42">12497 3165 0,'0'0'0,"0"0"0,-1 3 15,-1 5-15,-4 14 16,-3 11-16,-1 7 16,-2 3-16,1 0 15,0-2-15,2-2 16,0-5 0,3-7-16,1-4 15</inkml:trace>
  <inkml:trace contextRef="#ctx0" brushRef="#br0" timeOffset="9916.75">12729 3384 0,'0'0'0,"0"0"16,0 0-16,0 0 15,2 0-15,-2 0 16,16 2-16,-2 2 16,-1 4-16,-1 1 15,-2 2-15,-4 1 16,-1 2-16,-4 0 16,-2 0-1,-4 0-15,2-4 16,-1-1-16,4-9 15,-4 10-15,4-10 16,0 0-16,0 0 16,29 8-16,8-8 15,5-4-15,1-2 16,-5-4 0,2-2-16</inkml:trace>
  <inkml:trace contextRef="#ctx0" brushRef="#br0" timeOffset="10183.62">13393 3079 0,'0'0'0,"0"0"15,3 3-15,6 7 16,11 12-16,9 10 16,5 2-16,2 0 15,-3-4-15,-1-3 16,-4-5 0,-4-4-16,-5-4 15,-3-5-15</inkml:trace>
  <inkml:trace contextRef="#ctx0" brushRef="#br0" timeOffset="10416.87">13556 3142 0,'0'0'0,"0"0"0,0 0 0,-1 2 0,-2 5 15,-7 10-15,-5 13 16,-4 5-16,-1 1 16,1 1-16,0-2 15,2-4-15,4-6 16,4-5 0,1-6-16</inkml:trace>
  <inkml:trace contextRef="#ctx0" brushRef="#br0" timeOffset="10882.71">13726 3331 0,'0'0'0,"0"0"0,0 0 15,0 0-15,0 0 16,3 3-16,-3-3 15,15 7-15,-15-7 16,16 11-16,-9-2 16,-1 1-16,-4 3 15,-6 5-15,-5 4 16,-5 3-16,-3-3 16,3-4-1,0-3-15,3-4 16,3-2-16,2-2 15,4-1-15,3 1 16,6 3-16,8-1 16,10 3-16,6 1 15,3-4-15,-2 0 16,-4-4-16,-7 0 16,-4-1-1,-5-1-15,-12-3 16,12 13-16,-13-5 15,-9 5-15,-14 2 16,-19 1-16,-15-4 16,-8-10-16,1-16 15</inkml:trace>
  <inkml:trace contextRef="#ctx0" brushRef="#br0" timeOffset="14199.42">11831 4497 0,'0'0'0,"0"0"0,0 3 16,-1 5-16,0 8 15,0 10-15,-2 7 16,0 5-16,-1 2 16,1-3-16,1 0 15,0-5-15,2-8 16</inkml:trace>
  <inkml:trace contextRef="#ctx0" brushRef="#br0" timeOffset="15215.89">12525 4645 0,'0'0'0,"0"0"0,0 0 15,-2 4-15,2-4 16,-9 15-16,0 3 15,-2 3-15,0 4 16,1-1-16,1-2 16,2-1-1,2-3-15,2-2 16,2-3-16,2-2 16,2-1-16,5-1 15,6-1-15,11-1 16,9-4-16,8-4 15,6-7-15</inkml:trace>
  <inkml:trace contextRef="#ctx0" brushRef="#br0" timeOffset="15816.59">13100 4721 0,'0'0'0,"0"0"0,0 0 0,0 0 16,-4 4-16,-6 3 15,-8 5-15,-2 2 16,3 1-16,3 0 15,3-1-15,4-1 16,2-1-16,5-2 16,2-1-1,6 0-15,5-4 16,4-4-16,5-4 16,0-9-16,1-3 15,-1-5-15,-1-3 16,-6-1-16,-2 2 15,-7 1-15,-3 3 16,-3 6-16,-1 2 16,-3 3-1,4 7-15,-14-4 16,3 6-16,0 4 16,5 1-16,3 2 15,6 3-15</inkml:trace>
  <inkml:trace contextRef="#ctx0" brushRef="#br0" timeOffset="17032.83">13857 4624 0,'0'0'0,"0"0"16,0 0-16,-1 3 15,1-3-15,-3 7 16,3-7-16,-4 14 15,-1-3-15,2-1 16,0 2-16,-2-1 16,2 0-16,-2-1 15,1 0-15,0-2 16,1-2 0,3-6-16,-5 10 15,5-10-15,0 0 16,0 0-16,0 0 15,0 0-15,0 0 16,0 0-16,-7-18 16,9 0-16,5-2 15,-1 2-15,0 5 16,-2 5 0,-4 8-16,11-8 15,-1 7-15,5 3 16,4 6-16,1 2 15,2 3-15,-2 0 16,-1-2-16,1-1 16,1-7-16,5-8 15,2-3-15,-1-3 16,-1-2 0,-5-1-16,-5 1 15,-5 5-15,-11 8 16,9-9-16,-9 9 15,0 0-15,10 3 16,-1 11-16,-1 9 16,-3 6-16,-3 5 15,-5 1-15,-3 2 16</inkml:trace>
  <inkml:trace contextRef="#ctx0" brushRef="#br0" timeOffset="18032.71">12832 5377 0,'0'0'0,"3"1"16,-3-1-16,19 14 16,3 3-16,5 3 15,0 2-15,-2-3 16,-1-4-16</inkml:trace>
  <inkml:trace contextRef="#ctx0" brushRef="#br0" timeOffset="18252.09">13041 5338 0,'0'0'0,"0"0"0,0 0 0,0 0 0,-5 7 15,-12 13 1,-16 21-16,-11 8 15,-3-1-15,0 1 16,1-3-16,5-3 16</inkml:trace>
  <inkml:trace contextRef="#ctx0" brushRef="#br0" timeOffset="21032.68">14498 4795 0,'0'0'0,"0"0"16,0 0-16,0 0 16,-1 2-16,1-2 15,0 0-15,0 0 16,0 0-16,0 0 16,22 11-16,17-8 15,10-1-15,5-5 16,-4-1-16,-4-1 15,-3-1 1,-3-1-16,-3 0 16,-8-2-16,-6 1 15,-9 3-15,-14 5 16,14-5-16,-14 5 16,0 0-16,0 0 15,-5-7-15,-17-2 16,-11 1-16,5 2 15,6 2-15,6 0 16,4 2 0,12 2-16,-13-3 15,13 3-15,0 0 16,0 0-16,0 0 16,0 0-16,27 19 15,5-2-15,0-4 16,-4-1-1,-3-2-15,-7-4 16,-4 2-16,-4 2 16,-5 2-16,-5 4 15,-3 0-15,-3 1 16,-4-1-16</inkml:trace>
  <inkml:trace contextRef="#ctx0" brushRef="#br0" timeOffset="21282.14">15341 4725 0,'0'0'0,"3"0"16,-3 0-16,22-3 15,10-1 1,4 0-16,0 4 16,-7 1-16,-4 0 15,-3 0-15,2 0 16,-4-3-16,-3-6 16</inkml:trace>
  <inkml:trace contextRef="#ctx0" brushRef="#br0" timeOffset="21466.37">15402 4612 0,'0'0'0,"0"0"15,0 4-15,-2 6 16,-2 11-16,0 8 16,-1 8-16,0 4 15,1 2-15,-1 2 16,1 0-16,0 1 15,0-9-15</inkml:trace>
  <inkml:trace contextRef="#ctx0" brushRef="#br0" timeOffset="22150.06">14546 5488 0,'0'0'0,"0"0"0,0 0 15,2 1-15,-2-1 16,12 4-16,4 1 16,11 0-16,8-1 15,6 0-15,1-1 16,0-1-16,-2-3 15,-3-2 1,-4-1-16,-5 1 0,-5-1 16,-6 0-1,-5 0-15,-12 4 16,8-8-16,-8 8 16,-17-15-16,-12 6 15,-8 2-15,-2 6 16,8 3-16,9 1 15,7 0-15,15-3 16,-14 5 0,14-5-16,0 0 15,0 0-15,-2 9 16,12 1-16,8 1 16,5 0-16,0 1 15,-4-3-15,-3-2 16,-7 1-16,-6 5 15,-7 7-15,-8 3 16,-10 3-16,-3 0 16,-1-4-1,4-4-15</inkml:trace>
  <inkml:trace contextRef="#ctx0" brushRef="#br0" timeOffset="22366.33">15052 5535 0,'0'0'0,"3"0"16,-3 0-16,0 0 16,10 0-16,-10 0 15,24 4-15,0 0 16,2 0-16,3 0 15,-3-1-15,1-1 16,0-9-16</inkml:trace>
  <inkml:trace contextRef="#ctx0" brushRef="#br0" timeOffset="22732.59">15268 5526 0,'0'0'0,"0"0"0,0 0 16,0 2-1,0-2-15,3 19 16,0 0-16,1 4 16,1 3-16,4 3 15,6-2-15,3-2 16,3-4-16,4-5 15,3-5-15,-1-5 16,-1-6-16,0-6 16,-1-7-1,-3-8-15,0-4 16,-3-2-16,-5 3 16,-4-1-16,0 0 15,-3 4-15,0 5 16,-3 4-16,-4 12 15</inkml:trace>
  <inkml:trace contextRef="#ctx0" brushRef="#br0" timeOffset="23131.9">15649 5675 0,'0'0'0,"0"0"15,0 0-15,0 0 16,0 0 0,0 0-16,4 0 15,-4 0-15,23-11 16,-2-3-16,4-5 16,-4-1-16,-21 20 15,10-13-15,-4 1 16,-2 1-16,-2 3 15,-2 8-15,-19-23 16,-1 16-16,-6 12 16,2 11-16,0 4 15,6 5 1,5 0-16,6 1 16,5 1-16,6-1 15,7-1-15,0-6 16,6-4-16,2-4 15,7-5-15,3 1 16,-29-7-16</inkml:trace>
  <inkml:trace contextRef="#ctx0" brushRef="#br0" timeOffset="24916.43">13308 5271 0,'0'0'0,"0"-2"0,0 2 16,-2-7-16,-3 0 16,0-4-16,-5-2 15,-8 3-15,-10-1 16,-9-1 0,-10 1-16,-11 6 15,-3 5-15,-6 6 16,0 4-16,0 5 15,0 3-15,3 4 16,2 2-16,5 1 16,5 5-16,4 3 15,6-1-15,5 1 16,8-2 0,7-2-16,6 0 15,6-1-15,7 1 16,4 2-16,6 2 15,7 1-15,8 0 16,10-1-16,11 0 16,4-4-16,10-9 15,2-3-15,0-7 16,1-5 0,-2-6-16,1-10 15,0-7-15,-3-2 16,-5-6-16,-1-3 15,-5-5-15,0-8 16,-7 0-16,-3-4 16,-6 0-16,-6 1 15,-9 1 1,-8 2-16,-6 4 16,-5 3-16,-8 1 15,-8 3-15,-6 2 16,-6 6-16,-1 5 15,0 5-15,3 5 16,-1 5-16,1 4 16,0 3-16,6 2 15,4 0-15,6 0 16,3 1-16</inkml:trace>
  <inkml:trace contextRef="#ctx0" brushRef="#br0" timeOffset="59848.96">11760 6543 0,'0'0'0,"0"0"0,0 0 0,0 0 0,0 0 16,5-4-1,4-2-15,4-3 16,1 2-16,3 2 16,1 3-16,-2 4 15,0 3-15,-4 3 16,-1 3-16,-4 4 15,-3 5-15,-4 6 16,-6 4 0,-3 0-16,-1-3 15,1-8-15,3-7 16,1-4-16,5-8 16,-6 8-16,6-8 15,0 0-15,0 0 16,12-12-16,15-18 15,7-7-15,1 1 16,-1 1-16,0 2 16,-4 3-1,-5 5-15,-6 6 16,-6 7-16,-6 5 16,-7 7-16,0 0 15,7-7-15,-7 7 16,0 0-16,-19 25 15,-3 4-15,1-1 16,2-2 0,3-4-16,5 0 15,5-2-15,5-2 16,3-2-16,5-1 16,3-1-16,8-4 15,7-4-15,5-4 16,5-8-16,-2-1 15,0-5-15,-5 2 16</inkml:trace>
  <inkml:trace contextRef="#ctx0" brushRef="#br0" timeOffset="60214.79">12428 6687 0,'0'0'0,"0"0"16,0 0-16,0 0 15,0 0-15,0 3 16,0-3-16,0 16 16,0 2-1,0 0-15,1 4 16,0 0-16,0 2 16,-1 3-16,1 1 15,0-2-15,1-4 16</inkml:trace>
  <inkml:trace contextRef="#ctx0" brushRef="#br0" timeOffset="60932.2">12638 6689 0,'0'0'0,"0"0"15,0 0-15,4-1 16,5-3-16,10-3 16,10-1-16,8 1 15,2 2-15,3 0 16,-4 0-16,0 2 15,0 0-15,-4 1 16,-5-1 0,-4 2-16,-7-1 15,-5 0-15,-13 2 16,15-2-16,-15 2 16,0 0-16,0 0 15,0 0-15,0 0 16,0 0-16,-8-9 15,-5 2-15,0-2 16,-3 2 0,4 0-16,12 7 0,-14-9 15,14 9 1,0 0-16,0 0 16,0 0-16,0 0 15,0 0-15,22 2 16,-4 5-16,1 4 15,-1 3-15,-4 0 16,-2 1 0,-4-2-16,-3 2 0,-4 1 15,-2 1 1,-5 2-16,-2-3 16,-1-2-16,0-4 15,-2-2-15</inkml:trace>
  <inkml:trace contextRef="#ctx0" brushRef="#br0" timeOffset="61549.61">13364 6475 0,'0'0'0,"0"0"0,1-1 16,-1 1-16,12-5 16,-1 2-16,5 3 15,2 6 1,-2 4-16,-1 3 16,-4 7-16,-4 2 15,-2 4-15,-3 4 16,-5 0-16,-2-1 15,-1-3-15,0-3 16,1-6-16,2-6 16,2-3-16,1-8 15,-2 7 1,2-7-16,0 0 16,13-15-16,5-8 15,3-5-15,1-4 16,-1 0-16,-4 2 15,-3 6-15,-4 3 16,-2 6-16,-3 4 16,-2 5-16,-3 6 15,0 0 1,0 0-16,1 8 16,-3 11-16,-3 13 15,-5 3-15,0-1 16,0-3-16,2-6 15,1-5-15,4-2 16,3-5-16,5-1 16,4-2-16,8-3 15,9 0 1,-6-7-16</inkml:trace>
  <inkml:trace contextRef="#ctx0" brushRef="#br0" timeOffset="62449.79">13798 6800 0,'1'-1'0,"-1"1"0,9-9 16,6-6-16,4-2 15,3 1-15,2 7 16,0 5-16,-2 5 15,-2 5-15,-6 7 16,-4 4-16,-5 8 16,-10 8-16,-6 9 15,-10 2-15,-2-3 16,-1-5 0,4-9-16,4-6 15,4-7-15,3-3 16,5-4-16,4-7 15,0 0-15,0 0 16,0 0-16,19-4 16,18-13-16,8-3 15,0-2-15,-4 0 16,1 1 0,-7 3-16,-1 2 15</inkml:trace>
  <inkml:trace contextRef="#ctx0" brushRef="#br0" timeOffset="63015.11">14278 6686 0,'0'0'0,"0"0"0,0 0 15,4-1-15,-4 1 16,28-1-16,2-1 16,7 1-1,1 0-15,-1 0 16,-1 0-16,-5 0 15,-4-2-15,-3-2 16,-5 2-16,-5 0 16,-14 3-16,12-4 15,-12 4-15,0 0 16,1-6 0,-1 6-16,-12-8 15,12 8-15,-17-10 16,17 10-16,-14-8 15,14 8-15,0 0 16,-12-4-16,12 4 16,0 0-16,0 0 15,0 0-15,0 0 16,0 0-16,0 0 16,15 7-1,-2 2-15,0 3 16,-2 4-16,-4 3 15,-4 1-15,-3 3 16,-4-5-16,2-4 16,0-4-16</inkml:trace>
  <inkml:trace contextRef="#ctx0" brushRef="#br0" timeOffset="63514.69">14798 6581 0,'0'0'0,"1"-2"0,-1 2 15,7-6-15,1-1 16,1 1 0,6 2-16,4 4 15,1 5-15,-4 4 16,-2 5-16,-4 5 15,-2 6-15,-4 4 16,-3 3-16,-1 2 16,-3-5-16,0-3 15,-1-5-15,-1-5 16,3-5-16,0-4 16,2-7-1,0 0-15,0 0 16,10-14-16,4-8 15,4-4-15,2-3 16,-2 0-16,-5 5 16,-3 7-16,-4 2 15,-1 5-15,-5 10 16,5-8 0,-5 8-16,0 0 15,1 9-15,1 9 16,-2 9-16,-3 6 15,-2 0-15,2-2 16,0-6-16,1-3 16,0-4-16</inkml:trace>
  <inkml:trace contextRef="#ctx0" brushRef="#br0" timeOffset="63915.25">15133 6876 0,'0'0'0,"4"-1"0,-4 1 0,0 0 16,16-6-16,-1 1 15,2 2-15,0 4 16,-1 3-16,-1 2 16,-4 2-1,-2 2-15,-4 5 16,-6 6-16,-3 4 15,-5 1-15,-1-2 16,0-4-16,1-4 16,2-2-16,0-2 15,3-2-15,4 2 16,1-1-16,3 0 16,1 2-16,2 0 15,0 1 1,0-1-16,-1-1 15,-4-1-15,-2 1 16,-6 2-16,-2 1 16,-4-1-16,-5 0 15,-8-3-15,-4-6 16,-4-6-16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0:49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6941 3458 0,'0'0'0,"0"0"0,0 0 0,0 0 16,0 2-1,0-2-15,0 0 16,18 9-16,1-1 16,8-1-16,5-3 15,2-2-15,-3-2 16,0 0-16,6-2 16,2 0-16,4-2 15,0-1-15,-3-1 16,5 0-1,1-1-15,2-2 16,-5-2-16,-1-4 16,-2-5-16,-2 0 15,-1-7-15,-1-1 16,-1-7-16,0-1 16,0-7-16,-3-1 15,-5 1-15,-3 2 16,-5 0-1,-3 3-15,-5 3 16,-3 5-16,-5 1 16,-3 3-16,-4-1 15,-3 2-15,-3 1 16,-5-1-16,-3 2 16,-4 4-16,-5 0 15,-2 2-15,-2 1 16,-2 4-1,-7 4-15,-5 4 16,-2 2-16,-3 4 16,-1 1-16,1 2 15,3 4-15,4 0 16,4-2-16,5 0 16,4 0-16,1-1 15,1-1-15,-1 1 16,0 0-1,-1 0-15,-3 1 16,-1 1-16,0 4 16,3 1-16,1 2 15,0 2-15,-1 1 16,2 1-16,4 0 16,3 2-16,3 2 15,3 3 1,1 4-16,5 3 15,2 2-15,4 3 16,4 3-16,1-1 16,5 2-16,0-2 15,5-3-15,3-3 16,4 0-16,4-2 16,4-3-16,2-3 15,4-3 1,7-3-16,7-3 0,3-2 15,4-2 1,-3-2-16,2-2 16,-7-1-16</inkml:trace>
  <inkml:trace contextRef="#ctx0" brushRef="#br0" timeOffset="3532.52">7200 3583 0,'0'0'0,"0"0"0,0 0 16,-1 3-16,1-3 15,-7 17-15,-1 0 16,-4 1-16,-3 2 15,-9 0-15,-4 4 16,-9-3 0,-6 0-16,-3-3 15,-1-2-15,-2-1 16,2-6-16,-1-3 16,0-3-16,2-4 15,-4-3-15,1-2 16,-1-3-16,1-6 15,5-2 1,3-6-16,3-3 16,3 0-16,3 0 15,2 3-15,6 3 16,3 2-16,1 3 16,2 1-16,4 2 15,1 3-15,2-1 16,2 0-16,-1 0 15,1 0-15,2 1 16,1 1 0,1 1-16,5 7 15,-6-10-15,6 10 16,-5-7-16,5 7 16,0 0-16,0 0 15,-4-8-15,4 8 16,0 0-16,0 0 15,0 0-15,0 0 16,0 0 0,-2-7-16,2 7 15,0 0-15,0 0 16,0 0-16,0 0 16,0 0-16,0 0 15,0-6-15,0 6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0-16,10 5 15,-10-5-15,0 0 16,0 0-16,0 0 15,0 0-15,0 0 16,0 0 0,0 0-16,0 0 15,0 0-15,0 0 16,0 0-16,0 0 16,0 0-16,0 0 15,0 0-15,0 0 16,0 0-16,0 0 15,0 0-15,0 0 16,0 0-16,0 0 16,0 0-1,0 0-15,0 0 16,0 0-16,0 0 16,0 0-16,0 0 15,0 0-15,0 0 16,0 0-16,0 0 15,0 0-15,0 0 16,0 0 0,0 0-16,0 0 0,0 0 15,0 0 1,0 0-16,0 0 16,0 0-16,0 0 15,0 0-15,0 0 16,0 0-16,0 0 15,10 3-15,-10-3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0-16,10 4 15,-10-4-15,0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15,10 0-15,-10 0 16,0 0-16,0 0 16,0 0-16,0 0 15,17-3 1</inkml:trace>
  <inkml:trace contextRef="#ctx0" brushRef="#br0" timeOffset="6799.76">959 1155 0,'0'0'0,"0"0"0,0 0 16,2 0-16,-2 0 15,29-4-15,2 0 16,6-1-16,3 1 16,0-2-1,1 2-15,1-1 16,3 1-16,-1 0 15,2 3-15,0 1 16,2 0-16,1 0 16,0 0-16,3 1 15,-1 1-15,2-1 16,-3 0-16,1-1 16,-2 1-16,0 0 15,-3-1 1,-1 0-16,1 0 15,-3 0-15,-4-1 16,-3 0-16,-2 1 16,-2-1-16,0 0 15,-4 0-15,-4 0 16,0 0-16,4 3 16</inkml:trace>
  <inkml:trace contextRef="#ctx0" brushRef="#br0" timeOffset="16865.37">10859 1736 0,'0'0'0,"0"0"0,0 0 0,8 7 15,9 7 1,5 8-16,-5 8 16,-4 6-16,-7 3 15,-5 0-15,-6 1 16,-6-1-16,-4-3 16,-1-4-16,3-8 15,4-8-15,3-6 16,6-10-16,-4 9 15,4-9 1,0 0-16,29-16 16,19-15-16,1-9 15,-4-1-15,0-5 16,-1-1-16,-5 2 16,-5 6-16,-11 9 15,-9 12-15,-6 7 16,-8 11-16,0 0 15,0 0-15,-16 7 16,-19 24 0,1 10-16,4 4 15,3 1-15,10-3 16,5-5-16,5-6 16,6-5-16,5-3 15,5-4-15,6 0 16,7-5-16,10-5 15,9-3-15,9-6 16,3-9 0</inkml:trace>
  <inkml:trace contextRef="#ctx0" brushRef="#br0" timeOffset="17182.12">11573 2032 0,'0'0'0,"0"0"16,-1 4-1,-1 4-15,-4 12 16,-1 9-16,-2 5 16,-1 2-16,1 1 15,1-2-15,2 0 16,6-3-16,3-3 15,4-4-15,3-4 16,3-4 0,6-2-16,9-3 15,5-6-15,5-6 16,1-7-16,1-5 16</inkml:trace>
  <inkml:trace contextRef="#ctx0" brushRef="#br0" timeOffset="17382.36">11463 2270 0,'0'0'0,"0"0"15,0 0-15,0 0 16,0 0-16,10 0 15,13-2-15,15-1 16,7 0 0,-1-1-16,4-6 15</inkml:trace>
  <inkml:trace contextRef="#ctx0" brushRef="#br0" timeOffset="18664.99">12893 1750 0,'0'0'0,"2"-3"16,-2 3-16,11-12 15,11 5 1,8 3-16,3 6 16,-3 5-16,-5 4 15,-4 4-15,-6 5 16,-2 3-16,-7 3 15,-5 4-15,-5 0 16,-4 0-16,-2-5 16,2-5-16,3-7 15,0-4 1,5-9-16,-4 8 16,4-8-16,0 0 15,0 0-15,31-22 16,4-8-16,0-3 15,-1-6-15,-1 3 16,-5 1-16,-7 10 16,-8 8-16,-4 6 15,-9 11 1,0 0-16,0 0 16,0 0-16,-13 19 15,-7 11-15,2 9 16,2-1-16,5-1 15,2-2-15,5-2 16,3-4-16,4-5 16,8-4-16,4-2 15,11 0 1,2-7-16</inkml:trace>
  <inkml:trace contextRef="#ctx0" brushRef="#br0" timeOffset="18965.9">13587 2006 0,'0'0'0,"0"0"16,0 3-16,-4 6 15,-3 10-15,-3 6 16,-1 3-16,-2 4 15,0-1-15,1-1 16,3-3-16,1-7 16,4-3-16,3-1 15,1-1 1,3-3-16,4 1 16,4-2-16,7 0 15,8-3-15,8-4 16,4-10-16</inkml:trace>
  <inkml:trace contextRef="#ctx0" brushRef="#br0" timeOffset="19165.54">13376 2272 0,'0'0'0,"0"0"16,0 0-16,0 0 16,8 0-16,10 0 15,12 0-15,6-2 16,-4-3 0</inkml:trace>
  <inkml:trace contextRef="#ctx0" brushRef="#br0" timeOffset="19382.06">13823 2181 0,'0'0'0,"0"0"0,0 0 15,0 0-15,0 0 16,0 0-16,0 0 15,9-2-15,5-1 16,6-6-16,0-3 16</inkml:trace>
  <inkml:trace contextRef="#ctx0" brushRef="#br0" timeOffset="19598.83">14055 2005 0,'0'0'0,"0"2"16,0-2-16,-1 11 16,0 5-16,0 5 15,0 5-15,-2 5 16,-1 0 0,-1 1-16,1-1 15,-1 0-15,0 2 16,1 3-16,-3-1 15</inkml:trace>
  <inkml:trace contextRef="#ctx0" brushRef="#br0" timeOffset="20448.84">13211 2869 0,'0'0'0,"1"-2"15,-1 2-15,2-6 16,-2 6-16,0 0 15,9-7-15,-9 7 16,15 3-16,-15-3 16,16 18-16,-9 0 15,-2 6-15,-8 4 16,-1 2 0,-2-1-16,-1-8 15,1-6-15,4-5 16,2-10-16,-3 6 15,3-6-15,24-6 16,15-10-16,12-20 16,-1-3-16,-2-5 15,-7-1-15,-12 11 16,-8 8 0,-7 8-16,-8 8 15,-6 10-15,6-8 16,-6 8-16,0 0 15,-15 22-15,-5 13 16,2 9-16,1 0 16,1 2-16,4-1 15,1-2-15,5-1 16,4-7-16,2-6 16,3-7-1,7-4-15</inkml:trace>
  <inkml:trace contextRef="#ctx0" brushRef="#br0" timeOffset="20715.16">13811 3065 0,'0'0'0,"0"0"16,0 0-16,0 1 16,0 6-16,-2 10 15,-2 14 1,-4 11-16,-7 3 15,-3-2-15,-1-1 16,1-4-16,1-4 16,2 0-16,3-4 15,7 1-15,5-3 16,5-3-16,10-1 16,12-3-1,11-2-15,9-7 16,7-10-16</inkml:trace>
  <inkml:trace contextRef="#ctx0" brushRef="#br0" timeOffset="20932.27">13704 3549 0,'0'0'0,"0"0"0,0 0 16,0 0-16,0 0 16,5 2-16,7-1 15,18-2-15,12-4 16,1-4 0,5-3-16</inkml:trace>
  <inkml:trace contextRef="#ctx0" brushRef="#br0" timeOffset="21399.39">14135 3428 0,'0'0'0,"0"0"16,0 0-16,0 0 15,1-1-15,-1 1 16,0 0-16,16-13 16,2 1-16,11-2 15,6-2-15,3-3 16,0 2-16,1-1 16,-4 2-1,-2 0-15,-5 4 16,-5 5-16,-6 6 15,-5 5-15,-2 6 16,-4 7-16,-4 5 16,-6 5-16,-7 5 15,-2 2-15,-2-3 16,0-5-16,4-5 16,1-6-1,5-4-15,1-4 16,4-7-16,0 0 15,0 0-15,25-2 16,63-16-16,26-10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2:34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5470 4672 0,'0'0'0,"0"0"0,0 0 16,-3 0-16,3 0 16,0 0-16,0 0 15,0 0-15,0 0 16,0 0-16,0 0 16,0 0-16,0 0 15,0 0 1,0 0-16,0 0 15,20-6-15,-1 2 16,4-1-16,4 1 16,1 0-16,2 2 15,0 0-15,0-1 16,1 1-16,-2-1 16,1 0-1,1 1-15,-1-3 16,3-2-16,-2-1 15,3-1-15,-1 0 16,-1 1-16,1-1 16,1 0-16,1-1 15,0 4-15,-5 2 16,0 2-16,1 3 16,-1 1-16,0 2 15,0-1 1,-3-1-16,-1 1 15,-1 2-15,-1-1 16,3 3-16,1 1 16,-1-1-16,-1-1 15,-3 1-15,1-1 16,0 1-16,4 0 16,1 0-1,-3 0-15,1-1 16,-2 0-16,2 1 15,2-1-15,1 1 16,1-2-16,0-2 16,-1 1-16,1-3 15,2 0-15,1-1 16,1-1-16,-4 0 16,0 0-16,-1 0 15,0 1 1,1-2-16,-2 1 15,-1-1-15,-3 0 16,0 0-16,-4 0 16,0 0-16,0-2 15,-1 3-15,-2-2 16,-1 2-16,-1-1 16,-5 1-1,-11 1-15,17-2 16,-17 2-16,0 0 15,12-2-15,-12 2 16,0 0-16,0 0 16,0 0-16,0 0 15,0 0-15,0 0 16,9-2-16,-9 2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0-15,0 0 16,0 0-1,0 0-15,0 0 16,0 0-16,0 0 16,0 0-16,0 0 15,0 0-15,0 0 16,0 0-16,0 0 16,2-9-16,-2 2 15</inkml:trace>
  <inkml:trace contextRef="#ctx0" brushRef="#br0" timeOffset="11316.87">9416 4510 0,'0'0'0,"0"0"0,0 0 0,0 0 15,0 0-15,0 0 16,0 1-16,0-1 15,0 0-15,0 0 16,0 0-16,0 0 16,0 0-16,0 0 15,1 6 1,-1-6-16,0 0 16,12 7-16,-12-7 15,15 5-15,-3 0 16,0 0-16,2 0 15,0 0-15,-3-1 16,-1-1-16,-10-3 16,14 4-16,-14-4 15,0 0 1,12 3-16,-12-3 16,0 0-16,0 0 15,0 0-15,0 0 16,10 5-16,-10-5 15,0 0-15,8 7 16,-8-7-16,0 0 16,15 4-16,-15-4 15</inkml:trace>
  <inkml:trace contextRef="#ctx0" brushRef="#br0" timeOffset="13816.39">9938 4471 0,'0'0'0,"0"0"0,0 0 15,0 0-15,0 0 16,0 0-16,2 2 16,-2-2-1,5 7-15,-5-7 16,11 10-16,-11-10 15,16 13-15,-4-5 16,1 0-16,3 1 16,2-1-16,3 1 15,-1 0-15,2-2 16,2-2 0,1 0-16,2-1 15,0 0-15,1 0 16,3-1-16,0-1 15,2-2-15,-1 0 16,0 0-16,0 0 16,2 0-16,1 0 15,0 0-15,2 0 16,-1 0 0,-1 0-16,1 0 15,0 0-15,-4 0 16,1 0-16,-4 1 15,0 1-15,-1 0 16,0 1-16,1 0 16,-1 0-16,-2 0 15,1 1-15,-3-1 16,-1 0-16,3 1 16,-2-1-16,0 0 15,-1 1 1,-2-2-16,1 1 15,-1-2-15,2 2 16,1 0-16,1-1 16,2 0-16,1 1 15,0-1-15,0 0 16,-1 0 0,-1-2-16,0 1 15,-1-1-15,0 0 16,1-1-16,1 0 15,-1-2-15,1 1 16,-2-1-16,-2 1 16,0 1-16,0-1 15,-2-1-15,0 0 16,-1 1-16,-2 1 16,-2 0-16,0-1 15,-1 0 1,-2 0-16,-2 1 15,0 0-15,-1 1 16,0-1-16,-10 1 16,16-1-16,-16 1 15,0 0-15,12-3 16,-12 3-16,0 0 16,0 0-1,0 0-15,0 0 16,0 0-16,0 0 15,0 0-15,0 0 16,0 0-16,0 0 16,0 0-16,0 0 15,0 0-15,0 0 16,0 0-16,0 0 16,0 0-1,0 0-15,0 0 16,0 0-16,0 0 15,0 0-15,0 0 16,0 0-16,0 0 16,0 0-16,0 0 15,0 0-15,0 0 16,4-7-16,-4 7 16,0 0-1,0 0-15,0 0 16,-5-15-16,0-2 15,0-3-15,0 4 16,3 3-16,-1 3 16</inkml:trace>
  <inkml:trace contextRef="#ctx0" brushRef="#br0" timeOffset="23116.56">9670 3785 0,'0'0'0,"0"0"0,0 0 0,-1-3 0,1 3 15,-7-13-15,3 5 16,0-2-16,0 1 16,-1 1-16,0-1 15,-2 1-15,-1-1 16,-4-1-1,-6 0-15,-6 3 16,-1 3-16,1 3 16,2 5-16,-1 3 15,-2 4-15,-1 4 16,3 5-16,1 2 16,-2 4-1,3 6-15,1 1 0,2 2 16,2 0-1,1 0-15,2-1 16,1-1-16,1 0 16,2 2-16,1 0 15,2 1-15,0 2 16,3 3-16,2-1 16,0 3-16,2 0 15,1 0-15,1 1 16,2-1-1,-1 0-15,2-3 16,-1-4-16,3-2 16,1-1-16,1-4 15,3-1-15,0-6 16,2-3-16,1 0 16,3-3-16,2-2 15,3-3-15,0-3 16,2-3-1,2-4-15,0-5 16,0-1-16,-3-4 16,0-3-16,-1-5 15,-1-1-15,-2-7 16,1-3-16,0-7 16,-2-5-16,0-7 15,-1-6-15,0-3 16,0-3-1,-4-2-15,-1-1 16,-3 2-16,-3 3 16,-5 4-16,-2 4 15,-3 5-15,-3 3 16,-2 1-16,-2 1 16,-2 2-16,-1 3 15,-1 2-15,1 4 16,-1 3-1,2 4-15,2 6 16,2 4-16,2 3 16,5 8-16,-5-8 15,5 8-15,0 0 16,0 0-16,0 0 16,-12-1-16</inkml:trace>
  <inkml:trace contextRef="#ctx0" brushRef="#br0" timeOffset="34882.44">645 1205 0,'0'0'0,"0"0"0,0 0 16,0 0-16,0 0 15,3 2-15,-3-2 16,19 3 0,0-1-16,7-1 15,3-3-15,2-3 16,1-2-16,-3 0 15,7-1-15,3-1 16,-1 0-16,-1 1 16,-6 4-16,1-1 15,-2 1-15,-1 0 16,-1 2 0,-5 1-16,-4 3 15,-3 1-15,-4 2 16,-2 9-16</inkml:trace>
  <inkml:trace contextRef="#ctx0" brushRef="#br0" timeOffset="35582.87">2002 1180 0,'0'0'0,"-4"0"15,4 0-15,-23 0 16,4 0-16,0 0 15,3 0-15,4 0 16,12 0-16,-15 0 16,15 0-16,0 0 15,0 0-15,0 0 16,0 0 0,6 8-16,21-1 15,10 0-15,15-2 16,7-4-16,5-1 15,4-1-15,0 0 16,5 0-16,0 0 16,-4 0-16,7 1 15,-7-1-15,4-1 16,-1-3 0,-5-3-16,5-2 15,-8-1-15,-5 0 16,-5 2-16,-6 1 15,-2 1-15,-6 0 16,-3 3-16,-7 3 16,-2 1-16,-2 1 15,-5 5-15</inkml:trace>
  <inkml:trace contextRef="#ctx0" brushRef="#br0" timeOffset="50115.73">10323 1524 0,'0'0'0,"0"0"0,0 0 0,4-1 15,10-3-15,25-5 16,21-4-16,4 3 16,0 0-16,1 0 15,-3 0 1,-3 1-16,-6 2 16,-7 0-16,-9 1 15,-6 2-15</inkml:trace>
  <inkml:trace contextRef="#ctx0" brushRef="#br0" timeOffset="50365.9">10517 1657 0,'0'0'0,"0"0"15,0 0-15,-1 7 16,-3 8-16,-2 10 16,0 9-16,3 2 15,1-2-15,2-5 16,2-4 0,1-3-16,-1-3 15,3-7-15</inkml:trace>
  <inkml:trace contextRef="#ctx0" brushRef="#br0" timeOffset="50566.51">10318 2029 0,'0'0'0,"0"0"15,0 3-15,0-3 16,0 0-16,4 8 15,7-5-15,33-3 16,38-7-16,16-11 16,4-5-16,3-3 15</inkml:trace>
  <inkml:trace contextRef="#ctx0" brushRef="#br0" timeOffset="51915.64">10741 2472 0,'0'0'0,"2"-1"16,-2 1-16,36-13 16,12 1-1,2 4-15,-2 3 16,-4 0-16,-8 2 15,-3 1-15</inkml:trace>
  <inkml:trace contextRef="#ctx0" brushRef="#br0" timeOffset="52116.08">10905 2537 0,'0'0'0,"-1"6"0,-2 5 16,-1 16-16,-1 8 16,1-1-16,-1-2 15,2-3-15,0-1 16,2-4-16,0-3 16,0-4-16,1-4 15</inkml:trace>
  <inkml:trace contextRef="#ctx0" brushRef="#br0" timeOffset="52299.4">10682 2912 0,'0'0'0,"0"0"0,0 0 0,0 0 16,2 2-16,-2-2 15,23 2-15,9-2 16,7-4-1,2-1-15,3-4 16,4-2-16,-1-2 16</inkml:trace>
  <inkml:trace contextRef="#ctx0" brushRef="#br0" timeOffset="52615.78">11539 2531 0,'0'0'0,"0"0"0,-1 1 16,-1 6-16,-4 11 16,-6 15-16,-3 9 15,-1 2 1,1-1-16,1-3 15,1-4-15,5-6 16,2-5-16,5-6 16,1-4-16,4-3 15,6-2-15,11-4 16,11-1-16,13-7 16,1-10-16</inkml:trace>
  <inkml:trace contextRef="#ctx0" brushRef="#br0" timeOffset="52832.82">11992 2688 0,'0'0'0,"0"0"16,0 0-16,0 6 15,0 5-15,0 9 16,0 7-1,-1 4-15,0 3 16,0-3-16,0-6 16,0-7-16,1-6 15,0-12-15</inkml:trace>
  <inkml:trace contextRef="#ctx0" brushRef="#br0" timeOffset="53000.08">12100 2413 0,'0'0'0,"0"-3"15,0 3-15,0 0 16,0 0-16,1-6 16,-1 6-16,13 0 15,1 3 1</inkml:trace>
  <inkml:trace contextRef="#ctx0" brushRef="#br0" timeOffset="53366.06">12378 2417 0,'0'0'0,"2"1"0,-2-1 15,12 17-15,2 9 16,-2 6-1,-2 5-15,-3 3 16,-4-2-16,-2-2 16,-2-5-16,-2-3 15,1-4-15,0-4 16,-1-3-16,2-5 16,0-4-16,1-8 15,0 9 1,0-9-16,0 0 0,0 0 15,0 0 1,26-25-16,7-14 16,3-7-16,-3 4 15,-1-1-15,-5 7 16,-4 6-16,-4 5 16,-8 10-16,-11 15 15</inkml:trace>
  <inkml:trace contextRef="#ctx0" brushRef="#br0" timeOffset="53551.56">12488 2673 0,'0'0'0,"0"0"0,0 0 0,0 0 16,1 4-16,3 5 15,2 6-15,3 3 16,5 2-1,7 0-15,6 0 16,1-4-16,3-4 16,-10-11-16</inkml:trace>
  <inkml:trace contextRef="#ctx0" brushRef="#br0" timeOffset="53949.45">12778 2698 0,'0'0'0,"0"0"16,0 2-16,0-2 15,0 0-15,0 0 16,0 0-16,21 7 16,8-8-16,7-8 15,0-8-15,-2-5 16,-2-4-16,-7-2 15,-6 1 1,-6 1-16,-6 4 16,-7 4-16,-9 3 15,-13 3-15,-19 7 16,-7 8-16,3 10 16,10 7-16,7 2 15,10 6-15,9 2 16,7 1-16,13-1 15,12-2 1,17-2-16,20-1 16,14-6-16,-1-7 15,-5-8-15</inkml:trace>
  <inkml:trace contextRef="#ctx0" brushRef="#br0" timeOffset="54816.1">11558 3381 0,'0'0'0,"0"0"15,0 2-15,0-2 16,0 0-16,0 0 16,10 4-16,20-1 15,24-3-15,6-4 16,0-1-16,3 0 15,-4-1-15,-5-1 16,-9 0 0,-10 1-16,-8-4 15</inkml:trace>
  <inkml:trace contextRef="#ctx0" brushRef="#br0" timeOffset="55000.26">11723 3481 0,'0'0'0,"0"2"0,0-2 15,-4 14-15,-1 5 16,1 7-16,2 2 16,2-3-16,2-2 15,2-4-15,2-4 16</inkml:trace>
  <inkml:trace contextRef="#ctx0" brushRef="#br0" timeOffset="55199.52">11572 3723 0,'0'0'0,"0"0"16,0 0-16,4 3 15,9 5-15,17 2 16,17-2 0,2-3-16,3-5 15,2-7-15</inkml:trace>
  <inkml:trace contextRef="#ctx0" brushRef="#br0" timeOffset="55665.92">12289 3528 0,'0'0'0,"-1"5"16,-1 3-16,-1 12 15,-3 8-15,1 4 16,-2 2-16,0-2 15,2-7-15,1-4 16,0-5 0,4-2-16,5-2 15,9-1-15,10-4 16,10-5-16,5-7 16,-2-7-16,1-5 15,-10 0-15,-8 2 16,0-7-1,-1-3 1,-2 6 0,-5 8-16,-12 11 15,14-2-15,-14 2 16,22 13-16,-10 9 16,-3-5-16,-3-2 15,-2 2-15,-3-6 16,0 1-16,-1-5 15,0-7-15,0 9 16,0-9-16</inkml:trace>
  <inkml:trace contextRef="#ctx0" brushRef="#br0" timeOffset="55833.56">12612 3494 0,'0'0'0,"1"-2"0,-1 2 0,0 0 0,0 0 16,0 0 0,0 0-16,0 0 15,8-6-15,-8 6 16</inkml:trace>
  <inkml:trace contextRef="#ctx0" brushRef="#br0" timeOffset="56548.93">12800 3381 0,'0'0'0,"4"2"0,-4-2 16,22 16-1,1 17-15,-1 2 16,-5 0-16,-3-3 16,-6-3-16,-1 0 15,-1-5-15,-2 4 16,0 0-16,-2-8 15,-2-5-15,0-15 16,0 7-16,0-7 16,0 0-1,0 0-15,0 0 16,4-16-16,5-11 16,10-2-16,9-6 15,6-1-15,-3 6 16,5-5-16,-12 12 15,-8 9-15,-6 8 16,-10 6-16,0 0 16,0 0 15,-32 12-31,-11 7 16,12-1-16,15-3 15,7 2-15,3 2 16,4 3-16,6 4 15,2-2-15,6 0 16,4-3-16,5-3 16,6-4-1,8-6-15,3-5 16,-1-9-16,1-3 16,-2-3-16,-3-3 15,-4-1-15,-4 1 16,-9 2-16,-6 2 15,-4 2-15,-5 1 16,-6-1-16,-11-1 16,-10 3-16,-3 5 15,4 5 1,4 6-16,4 4 16,5 1-16,4 3 15,7 1-15,9 3 16,17 5-16,24-1 15,16-6-15,5-5 16,7-16-16</inkml:trace>
  <inkml:trace contextRef="#ctx0" brushRef="#br0" timeOffset="56783.03">14057 3548 0,'0'0'0,"-1"4"0,0 2 16,-1 15-16,-3 11 15,0-1-15,-1-2 16,0-5-16,0-7 15,2-6-15,4-11 16</inkml:trace>
  <inkml:trace contextRef="#ctx0" brushRef="#br0" timeOffset="57032.69">14039 3285 0,'0'0'0,"46"-10"16,-26 5-16,3 0 16,0 0-16,0 4 15,-5 4 1,-4 4-16,-5 3 16,-6 2-16,-5 7 15,-8 5-15,-10 3 16,-4 1-16,-3-1 15,7-7-15</inkml:trace>
  <inkml:trace contextRef="#ctx0" brushRef="#br0" timeOffset="57199.65">14259 3574 0,'0'0'0,"0"0"0,1 2 16,0 5-16,2 11 16,4 9-16,-1 2 15,-2-8-15</inkml:trace>
  <inkml:trace contextRef="#ctx0" brushRef="#br0" timeOffset="57865.51">14432 3333 0,'0'0'0,"0"0"16,0 0-16,0 0 15,0 0-15,0 0 16,4 3-16,-4-3 15,19 8-15,-4-5 16,2-2 0,2 0-1,-4 0-15,1 0 16,3-1 0,6 2-16,6 5 15,-2 1-15,-6 0 16,-3 1-16,-6 2 15,-4-1-15,-4 2 16,-4 1-16,-5 4 16,-6 3-16,-1-2 15,0-5 1,2-4-16,2-1 16,6-8-16,-7 11 15,8-1-15,5 4 16,6 7-16,4 3 15,0-2-15,0 0 16,-4-5-16,-2 3 16,-6 7-16,-3 2 15,-5 2-15,-3-2 16,-3 1 0,-3-1-16,0-3 15,1-8-15,5-5 16,0-5-16,7-8 15,-6 10-15,6-10 16,0 0-16,0 0 16,0 0-16,0 0 15,0 0-15,0 0 16,0 0 0,0 0-16,-10 0 15,10 0-15</inkml:trace>
  <inkml:trace contextRef="#ctx0" brushRef="#br0" timeOffset="58316.02">15086 3465 0,'0'0'0,"5"-4"0,-5 4 15,13-10-15,-2 2 16,3 0-16,5 8 16,0 5-16,-2 4 15,-4 4-15,-3 3 16,-7 1 0,-6 5-16,-5 4 15,-5-3-15,-2 0 16,3-5-16,0-1 15,1 0-15,0 2 16,2 6-16,1 6 16,2 4-16,2-2 15,-1 1-15,1-4 16,1-2 0,-1-2-16,-1-8 15,1-2-15,0-4 16,0 0-16,-3 0 15,-7 1-15,-10-1 16,-10-3-16,-5-7 16,6-4-16</inkml:trace>
  <inkml:trace contextRef="#ctx0" brushRef="#br0" timeOffset="58716.02">15480 3515 0,'0'0'0,"0"0"0,0 0 16,0 0 0,0 0-16,0 0 15,-11 3-15,-13 4 16,-12 2-16,-4 2 15,4 0-15,4-1 16,8-1-16,8-1 16,16-8-16,-14 6 15,14-6-15,0 0 16,22 1-16,29-2 16,8-5-1,-6-1-15,-4 2 16,-2 1-16,-1 8 15,-1 8-15,-3 6 16,-5 4-16,-4-2 16,-7-1-16,-26-19 15,0 0-15,15 10 16,-3-5-16</inkml:trace>
  <inkml:trace contextRef="#ctx0" brushRef="#br0" timeOffset="58900.2">15740 3741 0,'0'0'0,"0"0"16,-1 1-16,1-1 16,-1 8-16,1-8 15,-3 9 1,3-9-16,0 6 15,0-6-15</inkml:trace>
  <inkml:trace contextRef="#ctx0" brushRef="#br0" timeOffset="59449.26">13115 3971 0,'0'0'0,"0"0"0,0 0 0,0 0 16,3 0-16,9 1 16,19 10-16,11 8 15,8 4-15,4 2 16,6 0-16,14-10 16,6-7-1,21-8-15,-2-7 16,0-4-16,-9-5 15,-14 0-15,1-4 16,-5 2-16,-10 2 16,-14 5-16,-10 8 15,-8 5-15</inkml:trace>
  <inkml:trace contextRef="#ctx0" brushRef="#br0" timeOffset="60799.42">10315 2304 0,'0'0'0,"0"0"0,0 0 16,0 0-1,5 3-15,19 4 16,29 1-16</inkml:trace>
  <inkml:trace contextRef="#ctx0" brushRef="#br0" timeOffset="61749.12">11040 3191 0,'0'0'0,"0"0"0,0 0 16,8 4-16,15 6 15,21 4-15,13-2 16,8-7-16,2-5 15,-2-7 1,-4-4-16,-4-5 16,-7-3-16,-7 1 15,-5-1-15,-7 2 16,-7 3-16,-7 3 16,-9 5-16,-8 6 15,8-6-15</inkml:trace>
  <inkml:trace contextRef="#ctx0" brushRef="#br0" timeOffset="62832.47">11634 3816 0,'0'0'0,"0"0"16,0 0-16,0 0 15,0 0-15,0 0 16,1 3 0,-1-3-16,8 16 15,-1-4-15,7 2 16,7 1-16,15 0 16,13 0-16,8-3 15,3-1-15,-8-4 16,7 0-16,-1-2 15,1 1-15,-4 0 16,-6-4 0,-1 1-16,-2-1 15,0 0-15,-5 2 16,-3-1-16,-2 2 16,-3-2-16,-1 2 15,-2-2-15,-1 0 16,-1 0-16,-2 1 15,2-1-15,5 1 16,-2 0-16,5 1 16,2-1-1,2-4-15,4-1 16,-1-2-16,1-1 16,-3 0-16,0 0 15,-3-2-15,-7 2 16,-3 0-16,-3-1 15,-4 2-15,-4 1 16,-5 1 0,-12 1-16,14-1 15,-14 1-15,0 0 16</inkml:trace>
  <inkml:trace contextRef="#ctx0" brushRef="#br0" timeOffset="63799.08">13052 4077 0,'0'0'0,"0"0"0,0 0 0,0 0 16,-1 4-16,0 3 15,-2 10-15,-3 15 16,4 8-16,10 0 15,7 2-15,13-3 16,12-3 0,15 1-16,19-13 15,9-1-15,15-11 16,4-12-16,3 0 16,4-4-16,-3-4 15,3-10-15,-7-3 16,-7-9-16,-8-1 15,-16-5-15,-13-3 16,-7-2-16,-12 1 16,-9 0-1,-7 5-15,-9 4 16,-4 3-16,-2 4 16,-6 5-16,1 6 15,-3 5-15,0 8 16,-3-9-16,3 9 15,0 0-15,0 0 16,-15-7-16,15 7 16,-19 2-1,8 0-15,-2 2 16,-8 2-16,-6 3 16,-12 4-16,-1 0 15,4-2-15,6-1 16,8-4-16,7 0 15,4-3-15,11-3 16,0 0-16,0 0 16,12-18-1,25-17-15,1 3 16,-1 3-16,-8 9 16,-8 7-16,-5 5 15,-3 4-15,1 7 16,2 6-16,4 4 15,0 3-15,0 1 16,2 2-16</inkml:trace>
  <inkml:trace contextRef="#ctx0" brushRef="#br0" timeOffset="67282.72">14949 2780 0,'-2'-3'0,"2"3"15,-20-15-15,-21-1 16,-23 6 0,-19 6-16,-12 16 15,1-3-15,-12 17 16,19-2-16,-2 7 15,9 2-15,7 2 16,-6 10-16,15-1 16,7 4-16,11-1 15,11-3-15,8 6 16,7 7-16,9 19 16,11 13-1,10-3-15,16-2 16,10 6-16,13 6 15,8 10-15,10 0 16,10-19-16,10 6 16,12-16-16,5-11 15,12-7-15,-1-16 16,6-13-16,-15-11 16,3-20-16,-7-5 15,1-17 1,-5-6-16,3-15 15,-4-9-15,-4-14 16,3-13-16,-18-11 16,-48 42-16,33-136 15,-54 137-15,17-152 16,-22 170-16,5-128 16,-8 124-16,0-81 15,-1 65 1,-4-37-16,-5 28 15,-100-50-15,69 71 16,-56-13-16,-8 5 16,-13 14-16,-5 4 15,-1 13-15,-5 15 16,11 1-16,1 11 16,11 1-16,11 7 15,15 3 1,10 9-16,14 4 15</inkml:trace>
  <inkml:trace contextRef="#ctx0" brushRef="#br0" timeOffset="67715.56">11705 3956 0,'0'0'0,"0"0"15,3 2-15,9 5 16,32 7-16,40 0 16,23-4-16,5-8 15,4 0-15,14-7 16</inkml:trace>
  <inkml:trace contextRef="#ctx0" brushRef="#br0" timeOffset="67915.64">13368 3930 0,'0'0'0,"0"0"0,0 0 0,0 0 0,0 0 16,0 3-16,0-3 16,0 13-16,0-13 15,0 9-15,0-9 16,0 0-16,0 0 15,0 0 1,-15-7-16</inkml:trace>
  <inkml:trace contextRef="#ctx0" brushRef="#br0" timeOffset="69051.61">11579 3162 0,'0'0'0,"-1"-1"16,1 1-16,0 0 15,-6-8-15,6 8 16,0 0-1,0 0-15,4-7 16,22-2-16,31-2 16,13 4-16,9 1 15,22 1-15,5 1 16,7 3-16,3-1 16,-7 1-16,14-1 15,-10 0-15,3 1 16,0-7-16,-10-11 15,4-8 1,-11-5-16,-7-5 16,-7-9-16,-12-21 15,-1-4-15,-15 6 16,-14 5-16,-15 12 16,-14-13-16,-15-7 15,-16 0-15,-16 7 16,-19 5-1,-21-2-15,-11 8 16,-15 7-16,-15 8 16,-15 8-16,-9 9 15,-5 11-15,-4 13 16,3 8-16,9 12 16,5 10-16,9 7 15,13 6-15,6 6 16,15 2-1,6 7-15,8 2 16,8 4-16,13-2 16,10 0-16,13-5 15,13-5-15,11-2 16,10-6-16,14 0 16,15-3-16,18-4 15,25-6-15,25-12 16,9-10-1,26-14-15,-13-8 16,12-6-16,-16-7 16,-15 2-16</inkml:trace>
  <inkml:trace contextRef="#ctx0" brushRef="#br0" timeOffset="69749.99">10403 3117 0,'0'0'0,"0"0"15,0 0-15,6-3 16,22-6 0,29-6-16,19 2 15,-3 5-15,3-1 16,-1-1-16,-5 3 16,0-1-16,-9 1 15,-6-2-15,-7-2 16,-6 2-16,-9-1 15,-5 2 1,-9 1-16,-7 3 16,-12 4-16,12-3 15,-12 3-15,0 0 16,0 0-16,10 3 16,-10-3-16,0 0 15,0 0-15,-6 13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4:00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10454 3524 0,'0'0'0,"0"0"0,0 0 0,0 0 16,0 0-16,2-1 16</inkml:trace>
  <inkml:trace contextRef="#ctx0" brushRef="#br0" timeOffset="2448.5">9900 4474 0,'0'0'0,"0"0"16,0 0-16,4 1 16,-4-1-16,22 3 15,-2-1-15,4 0 16,2 1-16,4 0 16,0-1-1,3-1-15,-3 0 16,-2-2-16,1 0 15,-4-1-15,-1 1 16,-3-2-16,-2 1 16,-3 0-16,-4 1 15,0 0-15,-12 1 16,15-2-16,-15 2 16,0 0-1,11 0-15,-11 0 16,0 0-16,0 0 15,0 0-15,0 0 16,0 0-16,0 0 16</inkml:trace>
  <inkml:trace contextRef="#ctx0" brushRef="#br0" timeOffset="2982.21">9301 4416 0,'0'0'0,"0"0"0,0 0 0,0 0 0,0 0 15,0 0-15,1 3 16</inkml:trace>
  <inkml:trace contextRef="#ctx0" brushRef="#br0" timeOffset="4548.96">9900 5082 0,'0'0'0,"0"0"16,0 0-16,0 0 16,0 0-16,0 0 15,0 0-15,0 0 16,1 1-16,-1-1 16,10 4-16,-1 0 15,5 0 1,1 1-16,5-1 15,2-1-15,3-1 16,6 0-16,2-2 16,3 0-16,-2 0 15,3 0-15,3 0 16,1 0-16,0 0 16,-4 0-16,-1 0 15,-1 0 1,2 0-16,-1 0 15,0 0-15,-1-1 16,0-2-16,0-2 16,-5 2-16,-1-2 15,-3 0-15,-2 0 16,-3 1-16,-1 0 16,-3 1-16,-2 1 15,-1 0 1,-3 0-16,-11 2 0</inkml:trace>
  <inkml:trace contextRef="#ctx0" brushRef="#br0" timeOffset="5315.66">10203 5183 0,'0'0'0,"0"0"16,0 0-16,0 0 15,0 0-15,0 0 16,0 0-16,0 0 16,-2 2-16,2-2 15,-13 4-15,-16 1 16,-17-1-1,-3-1-15,3-2 16,2-1-16,-4 1 16,-1 0-16,3-1 15,0 0-15,4 0 16,4 0-16,1 0 16,3-1-16,0-1 15,3-1-15,5-3 16,0-2-16,2-2 15,4-2 1,2 0-16,1-2 16,2 1-16,4 1 15,1 1-15,2 0 16,1 1-16,2 1 16,1 1-16,4 8 15,-4-9-15,4 9 16,-1-8-1,1 8-15,9-10 16,-9 10-16</inkml:trace>
  <inkml:trace contextRef="#ctx0" brushRef="#br0" timeOffset="6582.28">9973 5659 0,'0'0'0,"0"0"0,0 2 15,0-2-15,0 0 16,2 7-16,-2-7 16,0 0-16,13 10 15,4-6-15,11-1 16,7-3-16,3-2 15,3-4-15,1 0 16,2-1 0,1-1-16,-1 1 15,0 1-15,-1 2 16,1 3-16,-2 1 16,1 2-16,-2 1 15,-3 1-15,2 0 16,-4 0-16,0 0 15,-2 1-15,-1-1 16,-2-1 0,-2 0-16,0-1 15,-1 1-15,-1-2 16,-1-1-16,0-1 16,0-1-16,-2 0 15,1 1-15,0-1 16,-2 1-16,0-1 15,-1 1-15,-1-1 16,0 0-16,0 0 16,0 1-1,0-2-15,1 1 16,0-1-16,-2-1 16,-1-1-16,-1 2 15,-1-2-15,1 1 16,-3-3-16,-3-1 15,-4 0 1,-14 1 0</inkml:trace>
  <inkml:trace contextRef="#ctx0" brushRef="#br0" timeOffset="7248.97">10310 5738 0,'0'0'0,"0"0"16,0 0-16,0 0 15,0 3-15,0-3 16,0 0-16,0 0 16,0 0-16,0 0 15,-2 7-15,2-7 16,-15 10-16,-21 1 15,-19 3-15,3-4 16,11-4 0,5-2-16,-1 0 15,-7-1-15,-8 1 16,0 0-16,4 0 16,1-1-16,6 1 15,3-2-15,2 0 16,4-2-16,2-1 15,1-2-15,2-1 16,2-2 0,3-2-16,2 0 15,4-2-15,0 0 16,4 1-16,1-2 16,1-1-16,1 1 15,1-4-15,2 1 16,2 2-16,0 0 15,2 1-15,1 3 16,1 8-16,-2-10 16,2 10-1,1-9-15,-1 9 16,6-9-16,-6 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4:25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9399 1568 0,'0'0'0,"-1"5"0,-1 12 0,-4 36 15,-5 33-15,0 6 16,-1 1-16,1-4 16,2-4-1,2-6-15,3-12 16,3-5-16,1-8 15,2-5-15,3-7 16,3-9-16,1-4 16</inkml:trace>
  <inkml:trace contextRef="#ctx0" brushRef="#br0" timeOffset="416.56">9347 1415 0,'0'-3'0,"0"-5"0,1-4 16,14-13-1,31-6-15,36 3 16,11 6-16,-3 12 15,-11 8-15,-10 6 16,-12 4-16,-11 5 16,-13 5-16,-8 7 15,-7 10-15,-13 10 16,-16 17-16,-28 20 16,-35 12-1,-11 2-15,-4-10 16,1-7-16,11-15 15,9-11-15,13-14 16,13-11-16,8-6 16,7-8-16,5-6 15,7-3-15,5-3 16,10-2-16</inkml:trace>
  <inkml:trace contextRef="#ctx0" brushRef="#br0" timeOffset="782.66">10325 1081 0,'-5'8'0,"-14"27"16,-10 18-16,-48 79 16,10-12-16,-9 19 15,19-1-15,15 3 16,5-16-16,14-1 16,11-11-1,9-10-15,9-8 16,11-14-16,6-12 15,13-8-15,10-11 16,18-8-16,18-14 16,20-19-16,11-18 15,-2-8-15</inkml:trace>
  <inkml:trace contextRef="#ctx0" brushRef="#br0" timeOffset="1132.86">10224 1539 0,'2'4'0,"11"7"0,7 11 15,23 25-15,7 2 16,5 0-16,3-3 16,7-1-16,2-2 15,0-4-15,0-3 16,-1-1-1,0-1-15,-3-4 16,-1-5-16,-7-9 16,-7-8-16</inkml:trace>
  <inkml:trace contextRef="#ctx0" brushRef="#br0" timeOffset="1449.6">10894 1357 0,'0'0'0,"-3"4"0,-2 5 0,-10 21 16,-23 32-16,-19 18 15,0 1 1,0-2-16,7-3 15,8 0-15,7-7 16,7-10-16,4-6 16,4-7-16,3-2 15,3-3-15,3-3 16,2-5-16,2-3 16,2-6-16,4-2 15</inkml:trace>
  <inkml:trace contextRef="#ctx0" brushRef="#br0" timeOffset="1882.76">11447 1852 0,'0'0'0,"0"2"0,-2 5 15,-6 22-15,-9 29 16,-4 8-16,0-3 16,2 0-16,3-2 15,3-4 1,5-2-16,1-2 15,4-1-15,-1-5 16,2-1-16,2-5 16,5 1-16,3-1 15,5-8-15,4-3 16,10-5-16,8-6 16,13-5-16,14-7 15,6-11 1,9-8-16,-3-6 15,-5-14-15,-7-4 16,-7-1-16,-5-11 16,-7 3-16</inkml:trace>
  <inkml:trace contextRef="#ctx0" brushRef="#br0" timeOffset="2150.54">11201 2409 0,'0'0'0,"0"0"0,0 0 0,0 1 16,0-1-16,0 0 16,0 0-16,0 0 15,34-3-15,27-4 16,13-3-1,-11-2-15,-2-3 16,-9 3-16,-3 0 16,-2 0-16,-2 0 15</inkml:trace>
  <inkml:trace contextRef="#ctx0" brushRef="#br0" timeOffset="4399.71">12618 893 0,'0'0'0,"0"0"16,-2 4-16,-1 7 15,-4 10-15,-3 12 16,-3 6-16,0 11 15,-3 5-15,0 3 16,0 1 0,0 2-16,1-6 15,-4 19-15,-2 5 16,-2 0-16,-9 27 16,1-9-16,-7 26 15,1-6-15,1-1 16,-3 10-16,5-14 15,-2 4-15,11-19 16,3-8-16,4-3 16,2-11-1,4-4-15,0-10 16,5-13-16,3-10 16,0-12-16,3-8 15,0-8-15,1-3 16,0-7-16,0 0 15,0 0-15,0 0 16,0 0 0,6-11-16,-2-5 15,0 1-15</inkml:trace>
  <inkml:trace contextRef="#ctx0" brushRef="#br0" timeOffset="11382.99">12651 1399 0,'0'0'0,"0"0"0,0 0 0,0 0 16,1 2-16,3 10 16,6 13-16,9 11 15,3 2 1,0-5-16,2 2 0,3 1 15,-2 0 1,5 6-16,-3 0 16,-1-3-16,5 5 15,-2 1-15,6 5 16,0 0-16,-2-5 16,0-2-16,-2-5 15,-2-7-15,-4-3 16,-2-6-16,-5-5 15,-4-7 1,-4-4-16,-10-6 16,14 0-16,-8-10 15</inkml:trace>
  <inkml:trace contextRef="#ctx0" brushRef="#br0" timeOffset="11799.63">13092 1364 0,'-1'2'0,"2"4"0,-1 4 16,-4 10-16,-17 20 15,-14 21 1,-10 3-16,0 0 16,1-14-16,-4 9 15,0-3-15,4-3 16,4-3-16,6-7 16,1 0-16,3-2 15,1 1-15,1 0 16,6-5-16,2-2 15,6-6-15,3-8 16,3-2-16,3-7 16,2-3-1,3-9-15,-3 6 16,3-6-16,0 0 16,0 0-16</inkml:trace>
  <inkml:trace contextRef="#ctx0" brushRef="#br0" timeOffset="12850.4">13476 2149 0,'0'0'0,"0"0"0,0 0 16,0-1-16,0 1 16,0 0-1,0 0-15,0 0 16,0 0-16,0 0 16,-1 10-16,-2 9 15,-2 12-15,-3 9 16,-4 8-16,-6 3 15,-4-8-15,-4 8 16,-1-6-16,0-2 16,-2 4-1,0 2-15,2 12 16,8-11-16,5-7 16,1-6-16,4-7 15,3 0-15,1-10 16,4-8-16,1-2 15,1-2-15,-1-8 16,6 9-16,7-5 16,14-1-1,19-4-15,7-3 16,2-4-16,-3-4 16,-1-4-16,-3-2 15,-2-3-15,-5 3 16,-5 2-16,-5-16 15,-12 17-15</inkml:trace>
  <inkml:trace contextRef="#ctx0" brushRef="#br0" timeOffset="13149.53">13135 2569 0,'0'-2'0,"0"2"0,0-7 16,0 7-16,5-8 15,7 3-15,19 0 16,15 0-16,0 2 15,-4 1-15,-3 1 16,-4 0-16,-5-1 16,-4 1-16,-2 6 15</inkml:trace>
  <inkml:trace contextRef="#ctx0" brushRef="#br0" timeOffset="13532.74">13747 2669 0,'0'5'0,"0"-5"0,0 0 16,0 0-16,0 0 15,0 0-15,0 0 16,1 6-16,-1-6 15,26 4-15,14-9 16,6-8-16,-8-3 16,-3-1-16,3-9 15,-5 3 1,-2 1-16</inkml:trace>
  <inkml:trace contextRef="#ctx0" brushRef="#br0" timeOffset="13882.99">14329 2342 0,'0'0'0,"0"1"15,0-1-15,-3 20 16,-2 16-16,-1 15 16,0 4-1,0 2-15,2-8 16,-1 8-16,1-6 16,-1 1-16,0-7 15,1-8-15,-1-5 16,-1-5-16,1-4 15,0-3-15,3-6 16,0-3-16,0-5 16,2-6-16</inkml:trace>
  <inkml:trace contextRef="#ctx0" brushRef="#br0" timeOffset="14949.41">14634 717 0,'3'8'0,"7"4"0,-10-12 0,14 24 0,15 28 16,-2 7-16,-2 8 15,-2 4-15,-2 6 16,-1 4-16,-3 3 16,-2 6-16,-2 4 15,-3 7-15,-8 15 16,-8 5 0,-11 8-16,-11 4 15,-12-8-15,-16 2 16,-4-6-16,-15-13 15,0-10-15,-9-3 16,3-13-16,15-15 16,8-11-16,19-19 15,6-7-15,7-5 16,8-9 0,8-7-16,10-9 15,0 0-15,-8 7 16,8-7-16,0 0 15,0 0-15,0 0 16,-10 5-16,10-5 16,0 0-16,0 0 15,0 0-15,0 0 16,0 0 0,0 0-16,-10 0 15,10 0-15,0 0 16,-8 8-16,8-8 15,0 0-15,-6 9 16,6-9-16,0 0 16,-4 9-16,4-9 15,0 0 1,-3 8-16,3-8 16,-1 7-16,1-7 15,-2 7-15,2-7 16,-1 6-16,1-6 15,0 0-15,0 7 16,0-7-16,0 0 16,0 0-16,0 6 15,0-6-15,0 0 16,0 0 0,0 0-16,0 0 15,0 0-15,0 0 16,1 8-16,-1-8 15,0 0-15,0 0 16,0 0-16,0 0 16,0 0-16,2 6 15,-2-6-15,0 0 16,0 0 0,-3-18-16,9-13 15,0-4-15,-2 7 16</inkml:trace>
  <inkml:trace contextRef="#ctx0" brushRef="#br0" timeOffset="19234.27">12828 3236 0,'0'0'0,"0"2"0,0-2 16,0 0-16,0 11 15,7-1 1,24 5-16,36 1 16,26-6-16,14-9 15,6-1-15,5-2 16,0 0-16,-1 1 16,-6 0-16,-10-1 15,-13 2-15,-11-1 16,-15 0-1,-5 0-15,-6 2 16,-9 1-16,-13 2 16,-7 0-16,-11-1 15,-11-3-15,10 4 16,-10-4-16,0 0 16,-5 11-16,-34 1 15,-72-1-15,-56-7 16,3-8-16,-4-2 15,24 2 1,-2 0-16,6 3 16,11 3-16,17 0 15,22 3-15,26-1 16,22 0-16,17-1 16,11-1-16,14-2 15,-10 1-15,10-1 16,0 0-16,24-1 15,69-4 1,43-7-16,-3-3 16,11 0-16,-2 0 15,5 3-15,-12 4 16,-2 2-16,-5 1 16,-18 0-16,-7 3 15,-15 2-15,-18 0 16,-13 0-16,-21 0 15,-15 0 1,-9 0-16,-12 0 16,0 0-16,0 0 15,-10 8-15,-75 2 16,-76-9-16,-3-7 16,-19 3-16,11-2 15,-8 6-15,19 6 16,4-1-16,31 1 15,20 0-15,28-2 16,30-2 0,21-1-16,12-1 15,15-1-15,-11 4 16,11-4-16,0 0 16,25 0-16,70 0 15,44 0-15,9 0 16,3-5-16,1-4 15,-2 1-15,-3 0 16,-11 3 0,-5 7-16,-20 1 15,-7 1-15,-24 0 16,-15 1-16,-24-2 16,-15-1-16,-12 0 15,-14-2-15,0 0 16,5 6-16,-40 6 15,-89 4-15,-59-13 16,-8 2 0,-12-1-16,5 0 15,22-1-15,30 6 16,24 0-16,25 1 16,29-4-16,21 0 15,19-3-15,13 1 16,15-4-16,-13 5 15,13-5-15,0 0 16,0 0 0,29-6-16,44-14 15,15-3-15,7-3 16,-19 9-16,-1 8 16,-3 5-16,-7 6 15,-5 4-15,-10 0 16,-13 2-16,-10-1 15,-10 0-15,-17-7 16</inkml:trace>
  <inkml:trace contextRef="#ctx0" brushRef="#br0" timeOffset="20499.39">13604 3387 0,'0'0'0,"0"0"0,0 0 16,0 2-16,0-2 15,3 21-15,0 8 16,1 20-16,1 15 15,-2-9-15,-2 14 16,-2-12 0,-2-2-16,-4 9 15,-3-4-15,-2 8 16,-2-3-16,0-2 16,-4 2-16,-2-3 15,-3-9-15,-6-1 16,-4-10-16,-8 0 15,-5-7-15,-11-6 16,-10-7 0,-17-16-16,-7 7 15,-14-14-15,-8-8 16,-8-8-16,-3-14 16,7 5-16,-11-5 15,15 0-15,2-9 16,9-10-16,14-2 15,7-5 1,12-1-16,12-4 16,8-2-16,7 0 15,7-1-15,7 2 16,3-3-16,4 5 16,3 1-16,1 5 15,2 0-15,0 3 16,2 5-16,2 4 15,1 7-15,2 6 16,1 5-16,3 6 16,0 6-1,2 4-15,1 3 16,1 6-16,-2-6 16,2 6-16,0 0 15,0 0-15,0 0 16,-17 5-16,-3 15 15,-8 15-15,-4 9 16,0 4 0,-1 6-16,0 3 15,2 0-15,3-2 16,5-4-16,5-7 16,5-10-16,5-11 15,3-6-15,2-5 16,2-5-16,1-7 15,0 0-15,0 0 16,0 0 0,-1-13-16,2-27 15,7-18-15,7-9 16,4-6-16,1-1 16,3 2-16,-6 12 15,0 5-15,-4 12 16,-5 12-16,-2 9 15,-2 10-15,-2 3 16,-2 9-16,5-7 16,10 9-1,7 4-15,8 9 16,2 9-16,3 6 16,1 3-16,0 3 15,-2 0-15,2 2 16,-3-3-16,0-1 15,-1 0-15,-4-6 16,-2-2-16,-4-7 16,-5-5-16,-5-5 15,-12-9 1,15 10-16,-15-10 16,0 0-16,9 6 15,-9-6-15,0 0 16,0 0-16,0 0 15,2-13-15,-5-5 16,-2-6-16</inkml:trace>
  <inkml:trace contextRef="#ctx0" brushRef="#br0" timeOffset="23683.04">13076 3427 0,'0'0'0,"0"0"15</inkml:trace>
  <inkml:trace contextRef="#ctx0" brushRef="#br0" timeOffset="23999.64">13086 3476 0,'0'0'0,"1"2"16,-1-2-16</inkml:trace>
  <inkml:trace contextRef="#ctx0" brushRef="#br0" timeOffset="24315.96">12958 3482 0,'0'0'0,"5"5"0</inkml:trace>
  <inkml:trace contextRef="#ctx0" brushRef="#br0" timeOffset="24599.37">12834 3524 0,'0'2'0,"0"-2"0,0 0 0,0 16 15,0 16-15</inkml:trace>
  <inkml:trace contextRef="#ctx0" brushRef="#br0" timeOffset="24882.9">12746 3672 0,'0'0'0,"0"0"16,4 3-16,-4-3 16</inkml:trace>
  <inkml:trace contextRef="#ctx0" brushRef="#br0" timeOffset="25149.5">12723 3757 0,'0'3'0,"0"-3"0,3 6 15</inkml:trace>
  <inkml:trace contextRef="#ctx0" brushRef="#br0" timeOffset="25415.86">12904 3737 0,'1'5'0,"1"4"0,-2-9 0,3 11 0</inkml:trace>
  <inkml:trace contextRef="#ctx0" brushRef="#br0" timeOffset="25619.18">13087 3583 0,'0'0'0</inkml:trace>
  <inkml:trace contextRef="#ctx0" brushRef="#br0" timeOffset="25782.89">13096 3655 0,'-1'-8'0,"2"-8"0,-1 0 16</inkml:trace>
  <inkml:trace contextRef="#ctx0" brushRef="#br0" timeOffset="79998.71">1945 5234 0,'0'0'0,"0"0"0,0 0 15,0 0-15,0 0 16,0 0-16,0 0 16,0 0-16,0 0 15,0 0-15,0 0 16,10-1-16,7-1 15,12-3-15,11-5 16,6-3 0,1-4-16,2-2 15,0 1-15,-2 1 16,-5 1-16,-3 4 16,-4 0-16,-4 5 15,-5 1-15,-3 4 16,-5 2-16,-3 1 15,-3 3 1,-2 0-16,-2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5:51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11130 4286 0,'0'0'0,"0"0"0,0 0 0,0 0 15,4 2-15,18 3 16,30 3-16,22-2 16,3-5-16,-6-1 15,-4-2-15,-5 0 16,-12 0-16</inkml:trace>
  <inkml:trace contextRef="#ctx0" brushRef="#br0" timeOffset="2750.46">11474 6321 0,'0'0'0,"0"0"0,0 0 0,0 0 15,0 0 1,3 1-16,10 4 0,24 0 16,28-1-1,6-4-15,0 0 16,-1-3-16,-1-1 16,-9 0-16,-5 0 15,-5 1-15,-5-1 16</inkml:trace>
  <inkml:trace contextRef="#ctx0" brushRef="#br0" timeOffset="4750.45">5543 5175 0,'0'0'0,"0"0"15,3 1-15,-3-1 16,23-1-16,6-1 15,11-3-15,5 1 16,4-1-16,-3 1 16,1 0-16,2 3 15,-1 4-15,-1 0 16,-2 1 0,1 1-16,0-2 15,-3 2-15,-3-1 16,1 1-16,-2-1 15,-4-1-15,-1 1 16,-4-2-16,-4-1 16,-2-1-16,-5-1 15,-4 1-15,-4 0 16,-11 0-16,11 0 16,-11 0-1,0 0-15,0 0 16,0 0-16,0 0 15,0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6:25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8718 1445 0,'0'0'0,"0"0"0,0 0 0,0 0 15,-3 0-15,3 0 16,0 0-16,0 0 15,-3 7-15,3-7 16,7 18-16,9 2 16,10 8-16,9 2 15,4-1 1,6 0-16,5-3 16,5-2-16,-1-3 15,-4-4-15,3 0 16,-6-4-16,-4-7 15</inkml:trace>
  <inkml:trace contextRef="#ctx0" brushRef="#br0" timeOffset="266.69">9061 1356 0,'0'0'0,"0"0"0,-5 5 16,-16 22-16,-33 36 15,-22 17 1,6-6-16,4-6 16,5-1-16,14-11 15,9-5-15,6-7 16,10-7-16,6-5 15,7-6-15,8-12 16</inkml:trace>
  <inkml:trace contextRef="#ctx0" brushRef="#br0" timeOffset="983.11">9321 1586 0,'0'0'0,"0"0"0,0 0 0,0 0 16,3 2-16,4 6 15,7 4-15,10 7 16,4-1-16,4-3 15,-1-4-15,0-4 16,-1-4-16,2-3 16,-1-3-16,6-1 15,1-3 1,2-1-16,2-1 16,-1-1-16,-4 1 15,-2 1-15,-5-1 16,-6 3-16,-8 0 15,-6 4-15,-10 2 16,0 0-16,6-9 16,-17-1-16,-13-4 15,-7-1-15,7 5 16,6 4 0,8 2-16,10 4 15,-13-5-15,13 5 16,0 0-16,0 0 15,0 0-15,0 0 16,0 0-16,0 0 16,0 0-16,15 3 15,25 4 1,8 1-16,-2 3 16,-3 3-16,-7 3 15,-5-1-15,-9 1 16,-6-4-16,-8-1 15,-5 3-15,-7 3 16,-12 6-16,-9 5 16,-8 2-16,-1-7 15,5-5-15,4-6 16,4-3 0,2-3-16,2-1 15,3-4-15,3-2 16</inkml:trace>
  <inkml:trace contextRef="#ctx0" brushRef="#br0" timeOffset="1866.56">10597 1315 0,'0'0'0,"0"0"16,0 3-16,0 6 16,-1 8-16,0 10 15,0 4-15,-1 0 16,1-2 0,1-4-16,2-3 15,0-3-15,3-1 16,4-3-16,4-3 15,6-3-15,4-5 16,6-5-16,2-8 16,4-7-16,0-5 15,1-6-15,-4-1 16,-5 0 0,-6 4-16,-7 4 15,-5 5-15,-3 6 16,-6 9-16,4-8 15,-4 8-15,0 0 16,0 7-16,0 9 16,0 11-16,-1 6 15,0 7-15,-3 4 16,-2 3-16,-1 1 16,0 4-1,-2 1-15,0-1 16,1-2-16,0-3 15,0-2-15,1-2 16,1-6-16,0-6 16,3-6-16,0-6 15,0-5-15,0-3 16,1-3 0,2-8-16,-4 9 15,4-9-15,0 0 16,-4 7-16,4-7 15,0 0-15,0 0 16,0 0-16,-11-11 16,6-15-16,10-22 15,10-6-15,15-4 16,13-3-16,11 2 16,4 8-1,-5 9-15,-5 11 16,-9 9-16,-1 6 15</inkml:trace>
  <inkml:trace contextRef="#ctx0" brushRef="#br0" timeOffset="2350.67">8368 2581 0,'0'0'0,"1"-1"0</inkml:trace>
  <inkml:trace contextRef="#ctx0" brushRef="#br0" timeOffset="6667.55">12251 1779 0,'0'0'0,"-1"-1"16,1 1 0,0 0-16,0 0 15,0 0-15,0 0 16,0 0-16,0 0 16,15-2-16,11 0 15,13-3-15,7 0 16,2-1-16,1 0 15,-1 1-15,-5 2 16,-3 6-16,-6 2 16,-8 3-1,-4 2-15,-5 4 16,-6 2-16,-2 2 16,-9 6-16,-7 3 15,-8 5-15,-10 7 16,-9 0-16,-2-2 15,-6 1-15,2-4 16,-1 0 0,-1 0-16,3-3 15,1-2-15,6-2 16,3-4-16,6-3 16,5-2-16,4-3 15,3-5-15,4-2 16,7-8-16,-5 10 15,5-10-15,0 0 16,3 10-16,11-4 16,14 0-1,13-3-15,0-2 16,-2-2-16,-2-2 16,-4 1-16,-3-2 15,-4 2-15,-2-2 16,-3 0-16,-1 1 15,1 0-15,0-1 16,4 0-16,1-2 16,0 0-1,-2-2-15</inkml:trace>
  <inkml:trace contextRef="#ctx0" brushRef="#br0" timeOffset="7550.84">12952 2108 0,'0'0'0,"0"0"0,0 0 0,0 0 0,0 0 16,0 0-16,6 2 15,12 4 1,17 0-16,11-6 16,1-4-16,5-3 15,1-1-15,1-1 16,1 0-16,-3-1 15,-5 2-15,-3 1 16,-5 1-16,-3 2 16,-8 1-16,-6 0 15,-5 2 1,-6 0-16,-11 1 16,11 0-16,-11 0 15,0 0-15,0 0 16,-8-8-16,-17-8 15,-9-2-15,3 4 16,5 3-16,4 3 16,5 1-16,5 3 15,12 4 1,-12-4-16,12 4 16,0 0-16,0 0 15,0 0-15,0 0 16,0 0-16,0 0 15,0 0-15,0 0 16,30 2-16,-1 6 16,0 6-16,-3 2 15,-8 1 1,-5 2-16,-4 0 16,-5 1-16,-8 3 15,-9 2-15,-8 3 16,-7 0-16,-2-3 15,3-5-15,4-4 16,2-4-16,4-3 16,5-4-16,2-1 15,10-4 1</inkml:trace>
  <inkml:trace contextRef="#ctx0" brushRef="#br0" timeOffset="8033.04">14075 1773 0,'0'0'0,"0"0"0,0 0 0,0 0 16,2 2-16,4 6 16,11 11-16,9 11 15,5 0 1,3-1-16,4 1 16,1-3-16,-2-2 15,-2-2-15,-2-1 16,-2-1-16,-3-2 15,2-2-15,-2-1 16,-2-3-16,-1-3 16,-3-2-16</inkml:trace>
  <inkml:trace contextRef="#ctx0" brushRef="#br0" timeOffset="8566.14">14512 1864 0,'0'0'0,"0"0"0,-5 5 16,-7 8 0,-13 15-16,-9 9 15,-3 3-15,-5 4 16,1-2-16,1-4 15,4-3-15,3-2 16,0-1-16,5-5 16,4-1-16,3-5 15,3-3-15,4-2 16,2-4 0,3-2-16,2-2 15,7-8-15,-7 9 16,7-9-16,0 0 15,-5 5-15,5-5 16,0 0-16,0 0 16,-4 8-16,4-8 15,0 0-15,0 0 16,0 0 0,-1 7-16,1-7 15,0 0-15,0 0 16,0 0-16,0 0 15,0 0-15,0 0 16,0 0-16,0 0 16,0 0-16,0 0 15,0 0-15,0 0 16</inkml:trace>
  <inkml:trace contextRef="#ctx0" brushRef="#br0" timeOffset="9383.03">11795 2762 0,'0'0'0,"-3"0"0,3 0 15,-16 4-15,3 2 16,3 0-16,10-6 15,-11 7-15,11-7 16,0 0-16,-5 6 16,5-6-16,28 11 15,14-5-15,10-3 16,4-4 0,0-3-16,2-1 15,-3 0-15,-2-1 16,-1 1-16,0 0 15,-4 1-15,-4 0 16,-3 1-16,-4 0 16,-4 0-16,-5-1 15,-4 1-15,-3-1 16,-5 2 0,-1 0-16,-3 0 15,-1 0-15,-1-1 16,-10 3-16,17-3 15,-17 3-15,0 0 16,0 0-16,10-3 16,-10 3-16,0 0 15,0 0-15,0 0 16,0 0-16,0 0 16,0 0-1,0 0-15,0 0 16,0 0-16,0 0 15,0 0-15,0 0 16</inkml:trace>
  <inkml:trace contextRef="#ctx0" brushRef="#br0" timeOffset="12832.78">13807 2714 0,'0'0'0,"0"0"0,0 0 16,0 0-16,5 1 15,16 1-15,36-4 16,28-7-16,0-3 16,5-8-16,4-1 15,2-4-15,-4 2 16,-9 2-1,-9 2-15,-13 4 16,-11 2-16,-12 5 16,-11 3-16,-7 3 15,-7 1-15,-13 1 16,11 1-16,-11-1 16,-9 10-16,-35 6 15,-42 5-15,-17-6 16,1-7-16,3 0 15,6-2 1,3-1-16,12 1 16,12-3-16,15 1 15,16-2-15,11 0 16,11-2-16,13 0 16,-11 1-16,11-1 15,0 0-15,0 0 16,36-19-16,53-12 15,13 10 1,-9 5-16,-7 1 16,2 1-16,-2 1 15,-6 2-15,-11 1 16,-10 2-16,-10 3 16,-15 3-16,-10 2 15,-10 0-15,-14 0 16,11 2-16,-11-2 15,-12 10-15,-39 7 16,-43 4 0,-11-10-16,-6-1 15,13-3-15,6 1 16,12-3-16,15 0 16,11-1-16,18 0 15,13-2-15,10-1 16,13-1-16,-13 0 15,13 0 1,0 0-16,0 0 16,10 0-16,46-8 15,36-4-15,-7-1 16,-5 1-16,-2 1 16,2-1-16,-5 2 15,-8 0-15,-12 3 16,-12 2-1,-10 1-15,-12 2 16,-7 1-16,-14 1 16,0 0-16,0 0 15,-28 15-15,-57 5 16,-19-8-16,-4-3 16,6-1-16,8-2 15,10 0-15,17-2 16,14-1-16,18 1 15,12-2 1,10-1-16,13-1 16,-11 2-16,11-2 15,0 0-15,18-2 16,52-10-16,28-5 16,-12 2-16,-11 0 15,-1-1-15,-5 1 16,-7-1-16,-7 2 15,-15 5 1,-11 2-16,-11 4 16,-6 0-16,-12 3 15,0 0-15,0 0 16,0 0-16,0 0 16</inkml:trace>
  <inkml:trace contextRef="#ctx0" brushRef="#br0" timeOffset="26432.21">11561 4714 0,'0'0'0,"0"0"0,0 0 0,-1 2 16,1-2-16,-2 8 15,2-8-15,0 10 16,0-10-16,0 6 16,0-6-1,0 0-15,0 8 16,0-8-16,0 0 15,20 9-15,13-4 16,11-3-16,-2-3 16,4-1-16,0-1 15,-1-1-15,0 0 16,-2 1-16,-2-1 16,-3 1-16,-5 0 15,-6 1 1,-7 1-16,-4 0 15,-5 0-15,-11 1 16,13 0-16,-13 0 16,0 0-16,13 5 15,-8 2-15,-3 4 16,-4 7-16,-6 6 16,-4 4-16,-10 7 15,-5 5 1,-8 2-16,-1-1 15,-2-2-15,-4 2 16,-2 3-16,-3 2 16,0-1-16,0 1 15,4-3-15,4-3 16,4-2-16,5-2 16,5 1-16,4-4 15,4-2 1,3-3-16,3-4 15,2-4-15,2-4 16,0-1-16,2-3 16,1 0-16,1-3 15,1-1-15,0-1 16,2-7-16,-1 8 16,1-8-16,0 0 15,-1 9 1,1-9-16,0 0 15,0 8-15,0-8 16,0 0-16,0 0 16,1 7-16,-1-7 15,0 0-15,0 0 16,0 7-16,0-7 16,0 0-16,0 0 15,0 0 1,0 0-16,0 0 15,0 0-15,0 7 16,0-7-16,0 0 16,0 0-16,0 0 15,0 0-15,0 0 16,0 0-16,0 7 16,0-7-16,0 0 15,0 0 1,0 0-16,0 6 15,0-6-15,0 0 16,0 0-16,0 0 16,0 0-16,0 0 15,0 0-15,0 0 16,0 0-16,0 0 16,0 7-16,0-7 15,0 0 1,0 0-16,0 0 15,0 0-15,0 0 16,0 0-16,0 0 16,0 0-16,-3 6 15,3-6-15,0 0 16,0 0-16,0 0 16,0 0-16,0 0 15,0 0 1,0 0-16,0 0 15,0 0-15,0 0 16,0 0-16,0 0 16,0 0-16,0 0 15,0 0-15,0 0 16,0 0-16,0 0 16,0 0-16,0 0 15,0 0-15,0 0 16,0 0-1,0 0-15,0 0 16,0 0-16,0 0 16,0 0-16,0 0 15,0 0-15,0 0 16,0 0-16,0 0 16,0 0-16,0 0 15,0 0 1,0 0-16,0 0 0,0 0 15,0 0 1,0 0-16,0 0 16,-5-8-16,5-3 15,0-8-15</inkml:trace>
  <inkml:trace contextRef="#ctx0" brushRef="#br0" timeOffset="43449.45">13076 4879 0,'0'0'0,"0"0"0,0 0 0,0 0 16,0 0-16,0 0 15,0 1-15,0-1 16,0 0-16,0 0 15,0 0 1,0 0-16,0 0 16,0 0-16,0 0 15,15 6-15,17-8 16,17-4-16,1-2 16,-3 0-16,1 1 15,-1 0-15,-2 0 16,-1 1-16,-2 3 15,-2 2-15,-10 1 16,-8 0 0,-6 1-16,-5 0 15,-11-1-15,12 1 16,-12-1-16,0 0 16,0 0-16,12 4 15,-12-4-15,0 0 16,6 6-16,-6-6 15,4 15 1,-2-2-16,-1 4 16,-1 1-16,0 4 15,-2 1-15,-2 2 16,1-2-16,-2 2 16,-2 5-16,0 4 15,0 1-15,0 1 16,0 2-16,-1 1 15,-1 4-15,1 0 16,0-1 0,2 0-16,1-3 15,1-1-15,0-2 16,1-2-16,1-4 16,1-4-16,0-1 15,0-5-15,1-3 16,0-4-16,0-3 15,0-4-15,0-6 16,0 8-16,0-8 16,0 0-1,0 0-15,0 0 16,0 0-16</inkml:trace>
  <inkml:trace contextRef="#ctx0" brushRef="#br0" timeOffset="44616.69">14245 4891 0,'0'0'0,"0"0"15,0 0-15,0 0 16,2 1 0,13 1-16,22 1 15,20-6-15,3-2 16,4-3-16,2-3 16,2 0-16,-4 0 15,-4 1-15,-3 0 16,-6 2-16,-5 1 15,-6 2-15,-5 3 16,-5 4-16,-4 3 16,-5 2-1,-4 2-15,-4 0 16,-4 1-16,-3 1 16,-2 4-16,-3 3 15,-5 2-15,-4 4 16,-7 2-16,-4 1 15,-7 4 1,-7 4-16,-6 2 16,-8 6-16,-2 2 15,-3 3-15,-3 3 16,-3 1-16,3 4 16,2 2-16,2 3 15,2 0-15,2 1 16,5-4-16,2-4 15,3-4-15,5-6 16,6-9-16,4-4 16,4-7-16,5-6 15,3-4 1,4-4-16,6-10 16,-4 6-16,4-6 15,0 0-15,0 0 16,-5-7-16,-4-11 15</inkml:trace>
  <inkml:trace contextRef="#ctx0" brushRef="#br0" timeOffset="45048.85">14170 5489 0,'0'0'0,"0"0"0,0 0 16,0 0-16,3 1 15,-3-1-15,40 14 16,11-3-16,5-4 15,3-3-15,6-4 16,3-1-16,0-2 16,-5 1-1,-2 0-15,-3 1 16,-3-1-16,-2 0 16,-3 1-16,-3 0 15,-2 0-15,-5 1 16,-5 3-16,-6-1 15,-5 1-15,-6-1 16,-5 1-16,-13-3 16,15 3-1,-15-3-15</inkml:trace>
  <inkml:trace contextRef="#ctx0" brushRef="#br0" timeOffset="55531.79">11172 6484 0,'0'0'0,"0"0"0,0 0 0,0 0 15,-2 1-15,2-1 16,0 0-16,-3 7 16,-2 5-16,3 16 15,0 14-15,2 5 16,2 2-16,0 4 16,5 2-1,0 0-15,1 0 16,0-2-16,2-3 15,2-4-15,0-3 16,-1-8-16</inkml:trace>
  <inkml:trace contextRef="#ctx0" brushRef="#br0" timeOffset="55982.27">11044 6461 0,'0'0'0,"-3"-5"0,0-4 16,-3-5-16,0-2 15,2 1 1,2 3-16,6-1 15,10-5-15,12-8 16,13-4-16,1 9 16,-1 6-16,3 5 15,0 6-15,0 4 16,0 8-16,-1 5 16,-3 6-16,-5 6 15,-8 3 1,-6 6-16,-11 4 15,-7 5-15,-15 8 16,-11-1-16,-11 3 16,-8-3-16,-3-8 15,1-5-15,4-8 16,5-6-16,5-5 16,7-5-16,6-3 15,3-3-15,3-5 16</inkml:trace>
  <inkml:trace contextRef="#ctx0" brushRef="#br0" timeOffset="56332.6">11741 6157 0,'0'0'0,"0"0"0,0 0 16,-3 27-16,-5 24 15,-10 25-15,-13 8 16,-4 7-16,-4 7 16,4-7-16,1-6 15,11-6 1,13-8-16,6-7 15,10-6-15,5-7 16,6-5-16,12-10 16,6-6-16,9-10 15,9-11-15,1-9 16,1-18-16</inkml:trace>
  <inkml:trace contextRef="#ctx0" brushRef="#br0" timeOffset="56949">11994 6652 0,'0'0'0,"0"0"15,0 0 1,0 0-16,5-3 15,6-3-15,12-7 16,4 3-16,-3 7 16,2 9-16,-2 6 15,0 4-15,-4 7 16,-3 8-16,-6 6 16,-5 7-16,-5 1 15,-5-3-15,-3-5 16,1-8-1,1-10-15,1-7 16,2-4-16,2-8 16,0 0-16,0 0 15,4-9-15,12-33 16,6-13-16,3-7 16,-1 4-16,1-1 15,-3 2-15,-1 8 16,-4 4-1,-2 11-15,-6 9 16,-3 10-16,-2 5 16,-4 10-16,0 0 15,0 0-15,0 0 16,-7 24-16,-9 23 16,-3 5-16,0 1 15,1-3-15,3-7 16,3-1-16,7-4 15,5-8 1,4-4-16,5-7 16,10-5-16,10-8 15,13-12-15,8-13 16,4-10-16,0-8 16</inkml:trace>
  <inkml:trace contextRef="#ctx0" brushRef="#br0" timeOffset="57265.76">12586 6182 0,'0'0'0,"0"0"0,0 0 0,0 0 15,3 5-15,7 6 16,7 14-16,7 15 16,1 11-16,3 4 15,-2 5-15,0 7 16,-4 1-16,-11 4 16,-6-1-16,-11 0 15,-13 4-15,-8 0 16,-11-2-1,-8-5-15,0-8 16,-3-12-16</inkml:trace>
  <inkml:trace contextRef="#ctx0" brushRef="#br0" timeOffset="59265.66">12881 6717 0,'0'0'0,"0"0"0,0 0 0,0 0 0,0 0 15,0 0-15,3 0 16,-3 0-16,26 0 16,2 0-16,6-2 15,3-2 1,3-2-16,2-1 16,3-1-16,0 0 15,-4 1-15,-3 0 16,-3 2-16,-6 2 15,-5 1-15,-7 1 16</inkml:trace>
  <inkml:trace contextRef="#ctx0" brushRef="#br0" timeOffset="59567.25">12967 6914 0,'0'0'0,"0"0"15,0 0-15,0 0 16,0 1-16,0-1 16,0 0-16,0 0 15,0 0-15,15 5 16,9-4-16,17-6 15,4-3-15,6-4 16,-4-2-16,-1 2 16,-3 1-1,-2 0-15,-4 2 16,-6 2-16,0 2 16</inkml:trace>
  <inkml:trace contextRef="#ctx0" brushRef="#br0" timeOffset="60783.24">14802 6577 0,'0'0'0,"0"0"0,0 0 16,0 0-16,0 1 15,0-1-15,-2 17 16,-2 9-16,-3 19 16,-1 7-1,-1 5-15,0 2 16,1 0-16,3 2 16,1-3-16,3-5 15,1-4-15,0-8 16,2-7-16,-1-5 15,0-10-15,0-6 16,-1-6-16,0-7 16,0 0-1,0 0-15,-7-15 16,-2-21-16,-2-13 16,1-7-16,1-4 15,1-4-15,-1-4 16,1 3-16,1 2 15,1-2-15,1 6 16,0 0-16,3 5 16,3 7-1,3 5-15,2 4 16,1 9-16,2 3 16,4 4-16,4 4 15,5 3-15,7 6 16,4 7-16,2 8 15,1 11-15,-6 4 16,-5 8-16,-4 6 16,-5 4-16,-8 6 15,-4 3 1,-9 4-16,-10-3 16,-6 1-16,-8-2 15,-1-5-15,-1-4 16,6-7-16,2-8 15,5-5-15,3-6 16,4-4-16,11-9 16,0 0-16</inkml:trace>
  <inkml:trace contextRef="#ctx0" brushRef="#br0" timeOffset="61149.36">15305 6363 0,'0'0'0,"0"0"16,0 0-16,-2 7 15,-2 15-15,-10 22 16,-11 18-16,-2 3 15,-3 3-15,1 1 16,0-1-16,2-5 16,2-3-16,5-2 15,6-6-15,4-4 16,6-6-16,4-8 16,6-2-1,7-5-15,3-5 16,4-7-16,7-4 15</inkml:trace>
  <inkml:trace contextRef="#ctx0" brushRef="#br0" timeOffset="61715.59">15210 6831 0,'0'0'0,"0"0"16,1 2-16,-1-2 15,0 0-15,0 0 16,5 6-16,-5-6 16,12 4-1,10 0-15,13 0 16,3-1-16,-3-3 15,-3 0-15,-2-1 16,-4 1-16,-6 0 16,-4 1-16,-2 2 15,-3 4-15,-2 4 16,-3 3-16,-3 7 16,-4 4-1,-7 4-15,-6 1 16,-4 2-16,-3-3 15,2-6-15,2-4 16,3-6-16,4-3 16,10-10-16,-10 9 15,10-9-15,0 0 16,0 0 0,0 0-16,0 0 15,0 0-15,0 0 16,32-1-16,17-7 15,-3 0-15,-5 2 16,-1 0-16,-4-1 16,-3-1-16,-8 0 15,-4 0-15,-5 1 16,-2-1-16</inkml:trace>
  <inkml:trace contextRef="#ctx0" brushRef="#br0" timeOffset="62099.13">15479 6315 0,'0'0'0,"0"0"0,0 0 15,0 0-15,1 7 16,3 11-16,5 23 16,5 16-1,2 3-15,2 5 0,5 1 16,-1 2 0,1-1-16,-1-1 15,-1-1-15,-1-6 16,0 0-16,-4-4 15,-6-5-15,-5-1 16,-5-4-16,-11-2 16,-10-1-16,-10-4 15,-9-3-15,-6-7 16,0-6-16,11-8 16</inkml:trace>
  <inkml:trace contextRef="#ctx0" brushRef="#br0" timeOffset="65699.42">14532 7498 0,'0'0'0,"0"0"16,0 0-16,0 0 15,0 0 1,0 0-16,11 1 15,22 1-15,34-7 16,12-5-16,-2-1 16,0-2-16,2 1 15,-1 0-15,2 0 16,1 2-16,-1 4 16,-1 3-16,-6 1 15,-6 4-15,2 0 16,-4 3-1,-16-1-15,-14 0 16,-15-4-16,-9 1 16,-11-1-16,11 1 15,-11-1-15,0 0 16,0 0-16,0 0 16,0 0-16,0 0 15,0 0-15,-44 10 16,-42-4-1,-17-3-15,17-2 16,-2-2-16,-1 1 16,1 0-16,5 0 15,0 3-15,4 2 16,6 2-16,7 1 16,12-1-16,8 0 15,11-2-15,12-1 16,8 0-1,15-4-15,-14 4 16,14-4-16,0 0 16,0 0-16,0 0 15,15 5-15,45 0 16,34-2-16,-2-2 16,7-2-16,-1-1 15,-2 1-15,-2 1 16,-3-1-16,1 2 15,-9 1 1,2 2-16,-20-1 16,-16 1-16,-19-3 15,-12 0-15,-18-1 16,0 0-16,0 0 16,0 0-16,0 0 15,0 0-15,0 0 16,0 0-16,0 0 15,0 0 1,-55 9-16,-49-10 16,0-2-16,3-3 15,-11-2-15,1 0 16,-2 1-16,10 0 16,7 1-16,13 3 15,14 2-15,12 1 16,18 1-1,12 0-15,11 0 16,16-1-16,-14 1 16,14-1-16,0 0 15,0 0-15,0 0 16,0 0-16,26 0 16,45-2-16,25-3 15,-2-1-15,4 2 16,-1-2-1,2 2-15,1-2 16,-4 2-16,-4 2 16,-8 2-16,-1 3 15,-12 0-15,-21 0 16,-21-2-16,-12 0 16,-17-1-16,0 0 15,0 0-15,0 0 16,0 0-16,0 0 15,0 0 1,0 0-16,0 0 16,-20 7-16,-56 2 15,-32-6-15,15-6 16,-7 0-16,-3-2 16,4 2-16,5-1 15,5 2-15,13 0 16,12 0-16,14 0 15,16 1-15,13 1 16,8-1 0,13 1-16,-10 0 15,10 0-15,0 0 16,0 0-16,0 0 16,12-7-16,46-3 15,41 6-15,-3 0 16,-1 4-16,-3 0 15,-7 0 1,-6 0-16,-10 0 16,-6 1-16,-9 1 15,-10 0-15,-9-1 16,-12-1-16,-8 1 16,-15-1-16,13 1 15,-13-1-15,0 0 16,0 0-16,0 0 15,0 0-15,0 0 16,0 0 0,8 6-16,-8-6 15,0 0-15,0 0 16,0 0-16,0 0 16,0 0-16,0 0 15,-5 7-15,5-7 16,0 0-16,0 0 15,0 0-15,0 0 16,0 0 0,0 0-16,0 0 15,0 0-15,0 0 16,0-8-16</inkml:trace>
  <inkml:trace contextRef="#ctx0" brushRef="#br0" timeOffset="66249.14">14351 6954 0,'0'0'0,"0"0"0,0 0 15,0 0-15,0 0 16,0 1-16,0-1 16,0 0-16,0 0 15,0 0-15,0 0 16,0 0-16</inkml:trace>
  <inkml:trace contextRef="#ctx0" brushRef="#br0" timeOffset="68581.95">13250 7696 0,'0'0'0,"0"0"16,0 0-16,0 0 16,-1 3-16,1-3 15,0 0 1,0 0-16,-3 7 16,3-7-16,-3 11 15,0 9-15,-3 9 16,2 9-16,0 3 15,1 0-15,0 4 16,2-2-16,-2 0 16,0-5-1,2-6-15,0-5 16,0-8-16,0-7 16,1-4-16,0-8 15,0 0-15,0 0 16,0-7-16,-3-24 15,1-17-15,1-9 16,1-1-16,3-5 16,0 3-16,1 0 15,2 1 1,1 5-16,1 8 16,1 6-16,2 4 15,3 3-15,6 2 16,5 5-16,2 5 15,1 8-15,-1 6 16,0 7-16,1 6 16,1 5-16,-1 5 15,-4 4 1,-6 2-16,-5 1 16,-5 3-16,-7 3 15,-7 3-15,-7 3 16,-9 0-16,-3-3 15,-5-3-15,0-3 16,0-4-16,2-3 16,4-6-16,3-2 15,6-5 1,5-2-16,10-4 16,0 0-16</inkml:trace>
  <inkml:trace contextRef="#ctx0" brushRef="#br0" timeOffset="69032.71">13900 7426 0,'0'0'0,"0"2"0,0-2 16,-4 11-1,-4 9-15,-7 17 16,-5 12-16,-1 7 15,-5 7-15,-4 10 16,2-1-16,-3 5 16,3-7-16,1-5 15,7 0-15,9-7 16,5-5 0,6-8-16,6-5 15,3-2-15,2-4 16,5-4-16,-1-6 15,14-1 1,14-6 0,3-13-16</inkml:trace>
  <inkml:trace contextRef="#ctx0" brushRef="#br0" timeOffset="70699.35">14058 7814 0,'0'0'0,"0"0"15,0 0-15,0 0 16,-2 2-16,2-2 16,0 0-16,0 0 15,0 0 1,0 0-16,10 0 15,10 0-15,3 7 16,-2 5-16,-4 1 16,-3 3-16,0 5 15,-4 5-15,-2 3 16,-4 4-16,-2-2 16,-3 1-16,-3-2 15,-1-7 1,1-6-16,1-4 15,0-6-15,3-7 16,0 0-16,0 0 16,18-10-16,7-19 15,6-9-15,3-8 16,-3 4-16,-3 4 16,-3 2-16,-3 6 15,-5 6-15,-4 7 16,-5 6-1,-3 3-15,-5 8 16,4-6-16,-4 6 16,0 0-16,-5 21 15,-3 9-15,-3 8 16,-2 1-16,-1-1 16,3-3-16,1-3 15,2-5-15,6-2 16,6-5-1,6-4-15,4-2 16,6-2-16,4-6 16,2-3-16,2-7 15,1-7-15</inkml:trace>
  <inkml:trace contextRef="#ctx0" brushRef="#br0" timeOffset="71048.92">14786 7656 0,'0'0'0,"0"0"16,0 2-16,0-2 15,-3 18-15,-3 15 16,-8 23-16,-4 3 16,-2 2-16,-4 5 15,-1 0-15,0 0 16,1-1-16,3-10 16,2-2-16,2-4 15,1-10 1,1-5-16,3-8 15,1-7-15,2-5 16,3-6-16,6-8 16,0 0-16</inkml:trace>
  <inkml:trace contextRef="#ctx0" brushRef="#br0" timeOffset="71732.92">14917 8069 0,'0'0'0,"0"0"0,0 0 0,1 2 15,-1-2-15,0 0 16,2 8-1,-2-8-15,0 0 16,14 7-16,13-4 16,13-2-16,1-4 15,-3-3-15,-5 0 16,-4-1-16,-1 0 16,-2 2-16,-3 0 15,-4 1 1,-4 3-16,-5 4 15,-10-3-15,14 13 16,-11 1-16,-4 3 16,-7 8-16,-8 5 15,-6 3-15,-5-2 16,-3 0-16,-1-2 16,-1-2-16,-2-1 15,3-3 1,3-4-16,5-3 15,5-3-15,5-4 16,13-9-16,-13 9 16,13-9-16,0 0 15,0 0-15,0 0 16,0 0-16,25 4 16,17-9-16,3-4 15,-3 1-15,1-2 16,-2 1-1,1 0-15,-1 0 16,-1 0-16,-4 3 16,-5 4-16,-7 2 15,-3 1-15,-5 1 16,-5 1-16,-11-3 16,10 2-16</inkml:trace>
  <inkml:trace contextRef="#ctx0" brushRef="#br0" timeOffset="72498.85">15433 7701 0,'0'0'0,"0"0"0,0 0 0,0 0 16,1 5-16,5 10 15,8 20-15,6 14 16,0 1-16,2 2 16,-5 6-16,-5 5 15,-2 0-15,-5-1 16,-5-4-1,-6 0-15,-3-4 16,-4-3-16,-6-6 16,-4-4-16,-4-4 15,0-8-15,4-4 16,2-7-16,2-2 16,6-6-16,4-3 15,9-7-15,-10 7 16,10-7-1,0 0-15,0 0 16,-10 6-16,10-6 16,0 0-16,0 0 15,0 0-15,0 0 16,0 0-16,0 0 16,0 0-16,0 0 15,0 0-15,0 0 16,0 0-1,0 0-15,0 0 16,0 0-16,0 0 16,0 0-16,0 0 15,0 0-15,0 0 16,0 0-16,0 0 16,0 0-16,0 0 15,0 0-15,0 0 16,0 0-1,0 0-15,0 0 16,0 0-16,0 0 16,0 0-16,0 0 15,0 0-15,0 0 16,0 0-16,0 0 16,0 0-16,0 0 15,-10 2-15,6-9 16,-15-19-1</inkml:trace>
  <inkml:trace contextRef="#ctx0" brushRef="#br0" timeOffset="78115.77">12510 7507 0,'0'0'0,"0"0"0,0 0 16,0 0-16,0 0 16,4 1-1,10 2-15,18-1 16,12-5-16,2-1 15,-2-2-15,1-2 16,-4-3-16,-8 0 16,-9 3-16,-8 1 15,-5 2-15,-11 5 16,11-5 0,-11 5-16,0 0 15,-10-4-15,-24 3 16,-16 8-16,-2 8 15,9-1-15,0 3 16,4-2-16,7-2 16,-1 0-16,5-1 15,5-3-15,7-3 16,5-2-16,11-4 16,-12 5-1,12-5-15,0 0 16,0 0-16,0 0 15,0 0-15,-4 7 16,11 2-16,13 7 16,8 1-16,9 2 15,6 0-15,1-2 16,1-1 0,-1-1-16,-5-2 15,-1 0-15,-10-3 16,-3-3-16,-6 0 15,-5-2-15,-14-5 16,16 11-16,-16-11 16,7 9-16,-7-9 15,2 7-15,-2-7 16,-1 10-16,1-10 16,-2 7-1,2-7-15,-3 6 16,-6 3-16,-15 12 15,-13 7-15,3-4 16,16-12-16,9-5 16,9-7-16,-14 11 15,2 0-15,0 5 16,2-1-16,4-3 16,0 1-1,-1 3-15,1 3 16,0-3-16,1-4 15,2-2-15,2-3 16,1-7-16,-2 8 16,2-8-16,0 0 15,0 0-15,0 0 16,1 6-16,-1-6 16,0 0-16,0 0 15,0 0 1,0 0-16,0 0 15,0 0-15,0 0 16,0 0-16,0 0 16,0 0-16,0 0 15,3 8-15,-6 3 16,-6 6-16,1-1 16,2-6-1,6-10-15,-7 10 16,2-3-16,-5 3 15,0 0-15,0-1 16,10-9-16,-10 9 16,10-9-16,0 0 15,0 0-15,0 0 16,4 7-16,15-3 16,16-8-16,13-7 15,-1-4 1,-2-1-16,-7 1 15,-9 3-15,-4 0 16,-5 5-16,-6 1 16,-4 1-16,-10 5 15,13-5-15,-13 5 16,0 0-16,0 0 16,1 16-16,-11 1 15</inkml:trace>
  <inkml:trace contextRef="#ctx0" brushRef="#br0" timeOffset="108932.26">4366 1288 0,'0'0'0,"0"0"0,0 0 0,0 0 15,-4 6-15,-3 7 16,-9 11-16,-2 10 16,0 4-16,1 5 15,2 3-15,2-1 16,2-1-16,2-2 16,2-3-16,5-3 15,4-4-15,2-2 16,5-3-1,2-4-15,4 0 16,7-2-16,4-4 16,8-7-16,6-10 15,5-8-15,8-11 16,-1-7-16,1-13 16,-5-6-16,-6-8 15,-4-1-15,-4-1 16,-3 0-1,-6 4-15,-7 4 16,-5 5-16,-4 8 16,-4 9-16,-3 8 15,-1 5-15,-1 2 16</inkml:trace>
  <inkml:trace contextRef="#ctx0" brushRef="#br0" timeOffset="110065.39">4990 1568 0,'0'0'0,"0"0"0,0 0 15,0 0-15,0 2 16,0-2-16,0 18 16,-2 10-16,-5 11 15,-6 3 1,-1 1-16,0-6 15,2-7-15,4-8 16,3-7-16,1-5 16,4-10-16,-4 9 15,4-9-15,0 0 16,0 0-16,13-31 16,14-17-16,2-2 15,-3 5-15,-1 3 16,-5 8-1,-5 8-15,-4 10 16,-5 9-16,-6 7 16,10 0-16,-1 12 15,3 10-15,1 13 16,-4 1-16,-1-3 16,-2-5-16,-1-7 15,-2-7-15,1-6 16,-4-8-1,24 2-15,4-17 16,9-9-16,-4-8 16,-3 3-16,-7 4 15,-6 6-15,-6 7 16,-6 6-16,-5 6 16,0 0-16,7 11 15,0 19-15,-1 12 16,-2 3-16,0-2 15,-1-6 1,0-5-16,3-7 16,10-2-16,2-9 15</inkml:trace>
  <inkml:trace contextRef="#ctx0" brushRef="#br0" timeOffset="110832.24">5820 1228 0,'0'0'0,"0"1"16,-5 6-16,-12 28 15,-17 33-15,-1 4 16,2-2-16,7-4 15,6 2 1,8-6-16,2-5 16,4-7-16,3-6 15,4-8-15,2-10 16,3-8-16,4-7 16,5-7-16,11-9 15,5-12-15,3-5 16,-5-4-16,-8 1 15,-6 3 1,-5 1-16,-6 4 16,-1 4-16,-2 4 15,-1 9-15,0-8 16,0 8-16,0 0 16,0 0-16,0 0 15,0 0-15,0 0 16,0 0-16,-10-3 15,10 3 1,0 0-16,2-9 16,-2-6-16,7-9 15,5-6-15,4 3 16,6 4-16,7 4 16,3 8-16,-1 10 15,3 9-15,-1 8 16,-2 7-16,-6 8 15,-6 5 1,-6 4-16,-11 5 16,-6-2-16,-8 0 15,-4-7-15,1-6 16,0-8-16,6-9 16,4-6-16,5-7 15,0 0-15,0 0 16,-6-19-16,6-27 15,11-14 1,2 5-16,4-2 16,5 8-16,-1 8 15,0 9-15,0 8 16,0 6-16,-8 7 16</inkml:trace>
  <inkml:trace contextRef="#ctx0" brushRef="#br0" timeOffset="111698.44">6295 1823 0,'0'0'0,"0"0"0,2 1 16,-2-1-16,0 0 16,0 0-16,9 3 15,5-9-15,12-15 16,1-10-16,-5-5 15,-6-1 1,-4 3-16,-6 6 16,-2 7-16,-3 5 15,-1 6-15,-1 3 16,1 7-16,-10-7 16,-12 10-16,-11 7 15,5 4-15,8 1 16,8-1-16,3 0 15,5 3-15,5 1 16,4 1 0,7 0-16,8-3 15,13-6-15,8-10 16,9-15-16,2-12 16,-4-11-16,-3-11 15,-3-7-15,-5-11 16,-4-5-16,-7-4 15,-5-7-15,-5 6 16,-7 9 0,-6 9-16,-3 12 15,-5 14-15,0 9 16,1 10-16,-3 7 16,-12 7-16,-19 15 15,-11 17-15,5 8 16,14 7-16,7 4 15,4 7-15,10 5 16,5-5 0,9-2-16,6-9 15,5-9-15,8-10 16,9-10-16,10-12 16,12-18-16,8-19 15,-2-15-15,-4-6 16,-9-11-16,-7 2 15,-12 7-15,-7 12 16,-11 14 0,-6 12-16,-2 7 15,-3 9-15,0 0 16,-23 2-16,-17 18 16,-8 19-16,9 1 15,6 4-15,6 6 16,5 1-16,7 4 15,5 1-15,6-2 16,8-1 0,8-5-16,7-7 15,9-5-15,12-10 16,15-13-16</inkml:trace>
  <inkml:trace contextRef="#ctx0" brushRef="#br0" timeOffset="133632.23">1107 3014 0,'0'0'0,"0"0"0,3-1 0,11-2 16,16-2-16,3 3 15,-4 4-15,-3 6 16,-2 7-16,-3 7 16,-6 8-16,-7 14 15,-12 11-15,-8 6 16,-6 1-1,-2-8-15,-1-6 16,4-12-16,5-10 16,3-10-16,4-7 15,5-9-15,-6 10 16,6-10-16,0 0 16,3-26-16,14-35 15,12-16-15,4 1 16,4-2-1,2-4-15,1 4 16,-2 5-16,-4 11 16,-8 16-16,-6 15 15,-7 11-15,-6 11 16,-7 9-16,0 0 16,0 0-16,-10 34 15,-19 34-15,-9 7 16,3-4-16,-1-1 15,5-9 1,9-3-16,15 1 16,7-9-16,9-5 15,7-6-15,6-6 16,7-7-16,7-8 16,10-5-16,7-10 15,5-7-15,4-9 16,5-7-16,1-5 15,0-4 1</inkml:trace>
  <inkml:trace contextRef="#ctx0" brushRef="#br0" timeOffset="134414.85">1933 3104 0,'0'0'0,"0"0"0,0 0 15,0 0-15,0 1 16,0-1-16,0 0 15,14 11 1,13-4-16,14-3 16,12-4-16,4-4 15,8-6-15,-1-2 16,1-3-16,4-1 16,-5 1-16,6 0 15,-4 1-15,-4-1 16,-3 3-16,-6 0 15,-6 2-15,-8 2 16,-7 2-16,-11 2 16,-7 1-1,-14 3-15,13-2 16,-13 2-16,0 0 16,0 0-16,0 0 15,-21 0-15,-12 0 16,1-1-16,4 0 15,4-1-15,1 0 16,3-1 0,3 1-16,5 0 15,12 2-15,-15-3 16,15 3-16,0 0 16,0 0-16,-10-3 15,10 3-15,0 0 16,0 0-16,0 0 15,0 0-15,16-9 16,14 6 0,12 6-16,1 3 15,-3 4-15,-4 3 16,-9 0-16,-6 3 16,-5 5-16,-5 2 15,-9 9-15,-15 11 16,-24 18-16,-15 4 15,1-8-15,9-12 16,9-16-16,8-6 16,5-7-1</inkml:trace>
  <inkml:trace contextRef="#ctx0" brushRef="#br0" timeOffset="135131.54">3197 2991 0,'0'0'0,"0"0"0,0 0 15,0 0-15,0 0 16,11-1-16,18 0 15,17-4-15,6-6 16,0-3 0,0 0-16,-6 0 15,0-1-15,-7 3 16,-7 3-16,-2 2 16,-8 6-16,-5 7 15,-4 8-15,-6 10 16,-14 18-16,-24 24 15,-21 10-15,-6 2 16,1-9 0,7-7-16,7-11 15,10-10-15,5-8 16,8-6-16,7-7 16,5-7-16,3-5 15,5-8-15,-3 9 16,3-9-16,0 0 15,44-3-15,31-15 16,22-21 0,-1-3-16,1-5 15,-9 4-15,-4-3 16,-9 4-16,-8 2 16,-5 2-16,-7 5 15,-11 7-15,-15 9 16</inkml:trace>
  <inkml:trace contextRef="#ctx0" brushRef="#br0" timeOffset="135981.81">4018 2592 0,'-3'-2'0,"3"2"0,-20-13 16,-7-4-1,-5-2-15,-8 2 16,-16 14-16,-16 6 16,-18 10-16,-8 19 15,-3 3-15,-2 10 16,5 2-16,6 6 15,12 2-15,10 3 16,12-1-16,7 4 16,8 7-1,9 1-15,10 4 16,11-5-16,8 3 16,10-4-16,11-2 15,7-3-15,7-4 16,8-7-16,8-1 15,6-7-15,12-6 16,4-8-16,9-8 16,10-8-16,6-8 15,7-12 1,4-7-16,-1-9 16,-4-7-16,-6-6 15,-7-8-15,-11-4 16,-3-8-16,-8-7 15,-5-1-15,-5-13 16,-12 4-16,-7-6 16,-12 4-16,-12 3 15,-12 2 1,-14 4-16,-12 3 16,-19 4-16,-22 4 15,-32 10-15,-31 14 16,-18 19-16,-12 12 15,0 20-15,-7 11 16,13 14-16,5 7 16,29-3-16,26-7 15,26-8 1,20-10-16,10 0 16,10 0-16,8 4 15,11 7-15</inkml:trace>
  <inkml:trace contextRef="#ctx0" brushRef="#br0" timeOffset="141781.34">1435 4378 0,'0'0'0,"0"0"0,0 0 0,0 0 16,1 2-16,-1-2 15,22 5-15,13-8 16,11-7 0,0-4-16,0-3 15,-2 1-15,-3 1 16,-5 3-16,-8 2 16,-6 2-16,-5 2 15,-3 2-15,-14 4 16,16 0-16,-12 10 15,-4 13-15,-11 20 16,-11 10 0,-9 3-16,0-7 15,1-9-15,6-7 16,4-7-16,6-7 16,3-7-16,5-2 15,6-10-15,-8 10 16,8-10-16,0 0 15,0 0-15,0 0 16,0 0 0,15 3-16,22-18 15,16-9-15,5-9 16,-2 0-16,-5-1 16,-7 4-16,-9 6 15,-5 5-15,-7 4 16,-5 4-16,-1 4 15,-3 2-15,-1 4 16,-2 1-16,1 1 16</inkml:trace>
  <inkml:trace contextRef="#ctx0" brushRef="#br0" timeOffset="142564.74">2307 4155 0,'0'0'0,"0"0"15,0 0-15,0 0 16,0 2-16,0-2 16,0 0-1,0 0-15,0 0 16,1 7-16,-1-7 16,11 3-16,8 0 15,16-3-15,8-8 16,4-2-16,-1-2 15,0-1-15,-3 1 16,-1-2 0,-2 2-16,-6 2 15,-5 2-15,-3 1 16,-5-1-16,-5 3 16,-6 1-16,-10 4 15,10-5-15,-10 5 16,0 0-16,3-7 15,-7 0-15,-7-5 16,-6-3-16,-3 1 16,0 4-1,0 2-15,5 3 16,4 2-16,11 3 16,-11-3-16,11 3 15,0 0-15,0 0 16,0 0-16,0 0 15,-5 9-15,10 0 16,4 6 0,4 2-16,4 2 15,0 2-15,1 1 16,-3-1-16,-3 3 16,-7 5-16,-5 4 15,-8 6-15,-6 3 16,-8-2-16,1-4 15,0-7-15,4-7 16,6-8 0,3-6-16,8-8 15,-6 8-15,6-8 16</inkml:trace>
  <inkml:trace contextRef="#ctx0" brushRef="#br0" timeOffset="143131.35">2957 4155 0,'0'0'0,"0"0"0,0 0 15,1 2-15,-1-2 16,0 0-16,13 2 16,7-2-16,8-2 15,-1-1-15,-3 2 16,-3-1-1,-4 4-15,-1 5 0,0 8 16,-4 10-16,-3 7 16,-7 14-16,-5 1 15,-4-2 1,0-9-16,1-6 16,2-8-16,1-7 15,1-6-15,2-9 16,-1 8-16,1-8 15,0 0-15,22-17 16,23-27 0,3-15-16,-8 6 15,-4-4-15,-3-1 16,0 0-16,-7 11 16,-9 12-16,-5 14 15,-8 8-15,-2 7 16,-2 6-16,0 0 15,0 0-15,-22 20 16,-2 12-16,7 3 16,6-2-1,6-3-15,4-1 16,3-4-16,5-3 16,4-6-16,9-2 15,14-10-15,23-13 16,24-24-16,15-25 15</inkml:trace>
  <inkml:trace contextRef="#ctx0" brushRef="#br0" timeOffset="146748.1">1137 3744 0,'0'0'0,"0"0"0,-3-2 16,3 2-16,0 0 16,0 0-16,0 0 15,0 0-15,15 5 16,17 1-1,13-1-15,12-2 16,4-3-16,9-3 16,7-4-16,3 0 15,5-2-15,1 1 16,2 0-16,5-1 16,4 1-16,6-4 15,2-1 1,3-5-16,0-4 15,0-2-15,3-1 16,-3 0-16,4-1 16,-6 0-16,3-1 15,-10 3-15,3-1 16,-8 2-16,3 1 16,-7 4-16,-3 2 15,-2 4 1,-11 2-16,-4 0 15,-7 3-15,-9 1 16,-6 0-16,-10 2 16,-7 0-16,-11 2 15,-6 0-15,-14 2 16,14 0-16,-14 0 16,0 0-1,0 0-15,10 0 16,-10 0-16,0 0 15,5-7-15</inkml:trace>
  <inkml:trace contextRef="#ctx0" brushRef="#br0" timeOffset="152147.81">4340 2665 0,'0'0'0,"0"0"0,2-1 0,-2 1 16,20-17-16,4 1 15,4 5-15,0 3 16,-3 3-16,-2 5 16,1 6-16,-1 5 15,2 7 1,-4 6-16,-4 10 16,-5 12-16,-8 15 15,-9 15-15,-11 10 16,-5 10-16,-6 4 15,1 0-15,-1 2 16,3-8-16,5 4 16,10-3-16,2-4 15,3-4-15,4-7 16,3-1 0,2-11-16,0-4 15,1-8-15,-1-6 16,0-7-16,-2-7 15,0-7-15,-1-8 16,-2-4-16,-1-5 16,0-3-16,-1-1 15,2-8 1,-14 11-16,-32-2 16,-53 3-16,-9-9 15,22-8-15,19-4 16,13-5-16,3-10 15,1-3-15,7-2 16,7-1-16,4-5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1:59:26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6235 5211 0,'0'0'0,"0"0"0,0 0 0,0 0 16,0 2-16,0-2 16,5 9-16</inkml:trace>
  <inkml:trace contextRef="#ctx0" brushRef="#br0" timeOffset="433.59">7672 5076 0,'0'0'0,"0"0"0,0 0 0,0 0 16,0 0-16,0 0 15,1 3-15</inkml:trace>
  <inkml:trace contextRef="#ctx0" brushRef="#br0" timeOffset="867.2">8788 5198 0,'0'0'0,"0"0"15,0 0-15,0 0 16,-2 2-16,2-2 16</inkml:trace>
  <inkml:trace contextRef="#ctx0" brushRef="#br0" timeOffset="1234.21">9676 5248 0,'0'0'0,"0"0"0,0 0 16,0 0-16,0 0 15,0 0-15,0 0 16,0 2-16,0-2 15,0 0-15,0 0 16</inkml:trace>
  <inkml:trace contextRef="#ctx0" brushRef="#br0" timeOffset="1534.22">10532 5243 0,'0'0'0,"0"0"0,0 0 0,0 0 16,0 0-16,0 0 16,0 0-16,0 1 15,0-1-15,0 0 16</inkml:trace>
  <inkml:trace contextRef="#ctx0" brushRef="#br0" timeOffset="3983.78">11579 5135 0,'0'0'0,"0"0"16,0 0-16,0 0 16,0 2-16,0-2 15,0 0-15,4 6 16,4 1 0,10 3-16,9-1 15,3-1-15,0-3 16,1 0-16,3-3 15,0 0-15,1-2 16,-2 0-16,-2-2 16,1 0-16,-1-2 15,1 0-15,-1 0 16,-4-3 0,-4 3-16,-6 0 15,-6 1-15,-11 3 16,13-3-16,-13 3 15,0 0-15,0 0 16,0 0-16,0 0 16,0 0-16,-33 7 15,-16 7-15,-8 0 16,-3 1-16,-2 0 16,-1-3-1,6-3-15,10-3 16,12-3-16,11 0 15,9-2-15,15-1 16,-14 2-16,14-2 16,0 0-16,0 0 15,0 0-15,0 0 16,0 0 0,0 0-16,11-7 15,27-1-15,9 2 16,-3 2-16,1 1 15,3 2-15,-1 0 16,0 1-16,-2 0 16,-3 0-16,-6 0 15,-7 0-15,-7 0 16,-7 0-16,-5 0 16,-10 0-1,11-1-15,-11 1 16,0 0-16,0 0 15,0 0-15,-35-14 16,-25 2-16,-3 5 16,7 3-16,2 2 15,4 1-15,3 2 16,5 0 0,8 0-16,9 1 15,9-2-15,16 0 16,-13 2-16,13-2 15,0 0-15,0 0 16,0 0-16,0 0 16,35 7-16,27-4 15,2-4-15,-9-1 16,-2-2-16,3-1 16,-5-1-16,-5 0 15,-5 1 1,-7 0-16,-8 2 15,-8-1-15,-7 3 16,-11 1-16,0 0 16,10-2-16,-10 2 15,0 0-15,-34 0 16,-30 1-16,-8 1 16,4 2-1,6 0-15,6 3 16,5-3-16,6 0 15,12 0-15,11-2 16,7 0-16,15-2 16,-13 0-16,13 0 15,0 0-15,0 0 16,0 0-16,0 0 16,0 0-1,22 1-15,23-2 16,-2-2-16,-19 1 15,-9 0-15,-15 2 16,15-2-16,-15 2 16,16-2-16,2-1 15,4 1-15,-3-1 16,-8 1-16,-11 2 16,0 0-1,9-2-15,-9 2 0,0 0 16,0 0-1,0 0-15,0 0 16,0 0-16,0 0 16,0 0-16,0 0 15,0 0-15,0 0 16,0 0-16,0 0 16,6 7-16,-6-7 15,0 0 1,0 0-16,0 0 15,0 0-15,0 7 16,0-7-16,0 0 16,0 0-16,0 0 15,0 0-15,0 0 16,0 0-16,0 6 16,0-6-16,0 0 15,0 0 1,0 0-16,0 0 15,0 0-15,0 0 16,0 0-16,0 0 16,0 0-16,0 0 15,0 0-15,0 0 16,0 0-16,0 0 16,0 0-16,0 0 15,0 0 1,0 0-16,0 0 15,0 0-15,0 0 16,0 0-16,0 0 16,0 0-16,0 0 15,0 0-15,0 0 16,0 0-16,0 0 16,0 0-16,0 0 15,0 0 1,0 0-16,0 0 15,0 0-15,0 0 16,0 0-16,0 0 16,0 0-16,-5-6 15,5 6-15,0 0 16,0 0-16,0-8 16,0 8-16,0-7 15,0 7 1,0-7-16,0 7 15,0-7-15,0 7 16,-1-8-16</inkml:trace>
  <inkml:trace contextRef="#ctx0" brushRef="#br0" timeOffset="8333.14">10935 3322 0,'0'0'0,"0"0"16,0 0-16,0 0 16,0-2-16,0 2 15,0 0-15,0 0 16,0 0-16,0 0 15,0 0-15,-15-11 16,5 5 0,-3-4-16,-1 1 15,0-1-15,0 1 16,1 1-16,0 2 16,1 1-16,-2 2 15,0 1-15,-1 2 16,-1 2-16,-3 3 15,-1 3-15,-1 0 16,1 2 0,3-2-16,1 1 15,0 0-15,1 1 16,-2 1-16,0 1 16,2 0-16,0 1 15,1 0-15,-1 0 16,1 2-16,-2 2 15,0 1-15,3-1 16,3-2 0,1-1-16,0 1 15,0-1-15,1 0 16,0 1-16,0 0 16,0 0-16,0 1 15,-1 3-15,2-2 16,-1 3-16,1 1 15,1-1-15,-2-1 16,3-2-16,1 0 16,1-2-1,0 0-15,-1 1 16,2 0-16,0 1 16,-1 1-16,1 2 15,0 0-15,0 0 16,0-1-16,-1-1 15,2-1-15,0 0 16,1 1 0,0-1-16,1 1 15,-1 0-15,1 0 16,0 3-16,0-3 16,0 1-16,0 0 15,-1-2-15,1 2 16,0-2-16,0 0 15,-1 1-15,3-1 16,-1 1 0,1 1-16,0 1 15,1-1-15,0-1 16,0 0-16,2-1 16,0-1-16,1 1 15,0-2-15,1-1 16,1 2-16,0-1 15,2 0-15,0 0 16,2 0-16,2 1 16,2-2-1,0-1-15,1-2 16,-1-2-16,0 0 16,2-1-16,-1 0 15,2 0-15,-1-2 16,2 0-16,-1-1 15,1-1-15,1-1 16,-1-1-16,0 0 16,-1-3-1,1 0-15,2-2 16,1-2-16,-1-2 16,1-1-16,-1-2 15,0-2-15,0-3 16,0-3-16,0-2 15,0-4-15,0-1 16,-1-1-16,-3 1 16,0-4-16,-3-2 15,-1-1 1,-1-2-16,-3 1 16,0 0-16,-2 2 15,-1-1-15,0-1 16,-1-1-16,0-2 15,-2-2-15,-1 1 16,-1-3-16,0-1 16,-2-2-1,-1 3-15,0 0 16,0 2-16,-2 1 16,-1 0-16,-1 2 15,1 1-15,-1-1 16,0 2-16,0 1 15,-2 2-15,2 1 16,-2 2-16,2 3 16,-3-1-16,0 1 15,-2 1 1,-1 2-16,-1 0 16,-4 1-16,0 4 15,-1 1-15,0 3 16,1 2-16,1 3 15,4 1-15,10 6 16,-13-4-16,13 4 16,0 0-16,0 0 15,-11-2 1,11 2-16,0 0 16,0 0-16,0 0 15,-9 6-15,9-6 16,0 0-16,0 0 15,0 0-15,0 0 16,0 0-16,0 0 16,0 0-1,0 0-15,0 0 16,0 0-16,0 0 16,0 0-16,0 0 15,0 0-15,0 0 16,0 0-16</inkml:trace>
  <inkml:trace contextRef="#ctx0" brushRef="#br0" timeOffset="10449.95">6279 6470 0,'0'0'0,"0"0"0,0 0 15,1 2 1,-1-2-16,0 0 16,10 10-16,-10-10 15,10 9-15,-3-2 16,-1-1-16,2 1 15,-8-7-15,15 11 16,-15-11-16,19 8 16,-8-4-16,2 0 15,1-2 1,-1-1-16,0 0 16,3 0-16,0 0 15,-1 0-15,0 0 16,-1 0-16,-1 0 15,-2-1-15,2 1 16,0 0-16,0 0 16,-1-1-16,1 1 15,-1 0-15,0 0 16,1-1 0,0 2-16,0 0 15,1 0-15,-2 0 16,1 0-16,-1 1 15,1 0-15,-2 0 16,0-1-16,0 1 16,1 0-16,-1-2 15,0 2-15,1 0 16,0-1 0,3 0-16,-2 1 15,2-1-15,1 1 16,-3-1-16,1 0 15,-2 1-15,-1-2 16,0 1-16,0-1 16,0 0-16,1 0 15,0 0-15,0-1 16,2 1-16,0 0 16,1 0-1,0-1-15,1 0 16,-1 0-16,1 0 15,-2-1-15,-1-1 16,-2 1-16,0-1 16,1 1-16,-2-1 15,0-1-15,0 1 16,1-1-16,-1 0 16,-10 3-1,14-4-15,-14 4 16,0 0-16,12-3 15,-12 3-15,0 0 16,0 0-16,0 0 16,0 0-16,0 0 15,0 0-15,0 0 16,10-1 0,-10 1-16,0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16,8-11-1,2 1-15</inkml:trace>
  <inkml:trace contextRef="#ctx0" brushRef="#br0" timeOffset="16850.12">13105 6102 0,'0'0'0,"0"0"0,0 0 16,0 0-1,0 0-15,2 2 16,-2-2-16,1 9 16,-2-1-16,0 4 15,0 5-15,0 5 16,-1 4-16,-2 3 15,-3 6-15,-2 1 16,1 2-16,-2 2 16,0 1-16,-2 2 15,1 4 1,-1-2-16,0 1 16,0-2-16,2-2 15,1-1-15,3-2 16,0-4-16,3-5 15,-1-5-15,3-6 16,-1-4-16,2-2 16,-1-4-16,1-9 15,0 9 1,0-9-16,0 0 16,0 0-16,0 0 15,0 0-15,0 0 16,8-9-16,-3-8 15,3-7-15,2-4 16,-1-2-16,-1 0 16,-1 3-16,-2-1 15,1 3-15,-1 0 16,2 0 0,3 1-16,3 0 15,4 2-15,2 3 16,1 3-16,1 4 15,-3 2-15,-1 5 16,-1 1-16,-3 2 16,0 4-16,-1 2 15,0 5-15,-1 3 16,2 5 0,-3 5-16,-3 4 15,-2 3-15,-2 1 16,-2-1-16,-2 2 15,-2-1-15,1-2 16,-2 1-16,0-1 16,-1-3-16,1-3 15,-1-2-15,1-3 16,0-1 0,1-3-16,0-2 15,0 0-15,0-2 16,0-1-16,0-1 15</inkml:trace>
  <inkml:trace contextRef="#ctx0" brushRef="#br0" timeOffset="17483.66">13621 6873 0,'0'0'0,"-2"-3"0,2 3 0,0 0 0,-6-12 16,6 12-16,-14-3 15,-5 9-15,-2 0 16,-2 0-16,3-6 16,1 2-16,-1-1 15,1 1-15,0 4 16,2 0 0,3 8-16,4-2 15,2 2-15,2-4 16,4 1-16,2 6 15,2 6-15,5 1 16,1-3-16,2 3 16,3 1-16,3 2 15,-2-6-15,3 1 16,-1-2-16,-1 0 16,2 0-1,-1 0-15,-4-1 16,-2 0-16,-7-5 15,0 0-15,-4 1 16,-3-2-16,-3 1 16,-7-1-16,-7 1 15,-4-2-15,0-4 16,2-5 0,-3-4-16,4-2 15,-1-5-15,4 0 16,4-4-16,3-3 15,5-4-15,6-19 32</inkml:trace>
  <inkml:trace contextRef="#ctx0" brushRef="#br0" timeOffset="19866.16">13462 6873 0,'0'0'0,"0"0"0,0 0 16,0 0-1,0 0-15,0 0 16,0 0-16,7 3 15,4 2-15,8-2 16,7 1-16,4-6 16,2 0-16,4-1 15,2-2-15,-2 3 16,-1 0 0,-1-4-16,-6 3 15,0-2-15,-4 1 16,-3-1-16,-5 1 15,-5 2-15,-11 2 16,13 1-16,-13-1 16,0 0-16,0 0 15,0 0-15,10 3 16,-10-3-16,0 0 16,0 0-1,0 0-15,0 0 16,0 0-16,0 0 15,0 0-15,0 0 16,0 0-16,0 0 16,0 0-16,0 0 15,0 0-15,0 0 16,0 0-16,0 0 16,0 0-1,5 7-15,-5-7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15,-1 7-15,1-7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 1,0 0-16,0 0 15,0 0-15,-1 7 16,1-7-16,0 0 16,0 0-16,0 0 15,0 0-15,0 0 16,0 0-16,0 0 16,0 0-16,0 0 15,0 0 1,0 0-16,0 0 15,0 0-15,0 0 16,0 0-16,0 0 16,0 0-16,0 0 15,0 0-15,0 0 16,0 0-16,0 0 16,0 0-16,0 0 15,0 0-15,0 0 16,0 0-1,0 0-15,0 0 16,0 0-16,0 0 16,-3-7-16,3 7 15,0 0-15,-2-6 16,2 6-16,0 0 16,0 0-16,0 0 15,0 0-15,0 0 16,0 0-1,0 0-15,0 0 16,0 0-16,0 0 16,0 0-16,0 0 15,0 0-15,0 0 16,0 0-16,0 0 16,0-7-16,0 7 15,0-7-15,0-2 16,0-2-1,2-2 1,6-6 0,-2 0-16</inkml:trace>
  <inkml:trace contextRef="#ctx0" brushRef="#br0" timeOffset="21583.42">13542 5921 0,'0'0'0,"0"-2"0,0 2 16,-2-10-16,1-3 15,1-7-15,6-10 16,5-5-16,5-5 15,8-3 1,3-1-16,8-5 16,1 4-16,1 2 15,-3 4-15,-5 7 16,-7 8-16,-7 6 16,-5 8-16,-5 3 15,-5 7-15,0 0 16,6-6-16,-6 6 15,0 0-15,-30-2 16,2 4-16,4-1 16,9 1-1,4-2-15,11 0 16,-12 2-16,12-2 16,0 0-16,0 0 15,0 0-15,0 0 16,0 0-16,0 0 15,0 0-15,0 0 16,3 6 0,8 1-16,1 5 15,-1 3-15,-1 3 16,0 4-16,-2 2 16,-3-1-16,-1-4 15,-2-5-15,0-6 16,-2-8-16</inkml:trace>
  <inkml:trace contextRef="#ctx0" brushRef="#br0" timeOffset="21849.47">14371 5026 0,'0'0'0,"0"0"0,0 0 16,0 2 0,0-2-16,0 23 15,0 7-15,0 5 16,-1 2-16,-1-2 16,-4 0-16,-4 2 15,-1-2-15,-3-6 16,2-6-16,-1-8 15</inkml:trace>
  <inkml:trace contextRef="#ctx0" brushRef="#br0" timeOffset="22783.39">14168 5189 0,'0'0'0,"0"0"0,0 0 15,0 3 1,0-3-16,0 0 16,0 0-16,0 0 15,10 6-15,22-4 16,28-15-16,3-8 16,-4-4-16,-5-6 15,0-3-15,-4 0 16,-6-1-16,-7 4 15,-9 2-15,-9 7 16,-7 7 0,-6 5-16,-6 10 15,6-8-15,-6 8 16,0 0-16,0 0 16,0 0-16,-19 13 15,1 8-15,0 8 16,2 4-16,1 7 15,3 4-15,2 3 16,3-3 0,4-3-16,1-5 15,3-4-15,1-6 16,0-6-16,1-7 16,0-3-16,-1-4 15,-2-6-15,0 0 16,16 1-16,6-13 15,12-11-15,1-2 16,-1-1 0,0-1-16,-5 5 15,-6 4-15,-6 5 16,0 7-16,0 5 16,1 6-16,1 4 15,-2 5-15,0 2 16,-1 1-16,-2 2 15,-2-3-15,-1-2 16,-1-2-16,-1-1 16,1-2-1,3-6-15,3-4 16,4-6-16,2-5 16,-1-6-16,-1-3 15,-5-4-15,-2-1 16,-6 0-16,-4 3 15,-3 4-15,-5 5 16,-6 2-16,-6 3 16,-9 6-1,-5 6-15,2 11 16,2 6-16,3 3 16,5 2-16,5 1 15,3 1-15,5-1 16,6 0-16,7 1 15,12 0-15,13-1 16,12-1 0,7-4-16,0-7 15,-4-6-15,-4-2 16,-12-2-16</inkml:trace>
  <inkml:trace contextRef="#ctx0" brushRef="#br0" timeOffset="24167.15">13786 5941 0,'0'0'0,"0"0"0,-1-1 15,1 1-15,0 0 16,0 0-16,0 0 16,-10-2-1,10 2-15,-20 2 16,-26 0-16,-44-10 16,-9-4-16,8 1 15,10 1-15,0 0 16,1 5-16,-4 7 15,3 7-15,7 5 16,2 5-16,6 7 16,3 5-16,0 7 15,3 4 1,2 8-16,1 3 16,5 10-16,5-1 15,7 2-15,7 1 16,12 2-16,6-2 15,8-1-15,8 4 16,4 1-16,6 7 16,5 6-16,4 0 15,5 6 1,3-4-16,4-3 16,5-2-16,6-5 15,8-4-15,1-9 16,12-7-16,-1-11 15,3-8-15,3-10 16,-1-9-16,8-7 16,3-13-16,2-7 15,4-8 1,-6-7-16,2-4 16,-2-5-16,-4-3 15,2-4-15,-7-1 16,-3-3-16,1-9 15,-11 3-15,-5-3 16,-9 3-16,-8 1 16,-6 0-16,-7 2 15,-7 0 1,-6 1-16,-5 1 16,-6-2-16,-7 0 15,-5 2-15,-3-5 16,-5-1-16,-3-2 15,-6-1-15,-8 0 16,-8-3-16,-7-1 16,-7 2-16,-2 2 15,0 8 1,2 4-16,1 4 16,6 6-16,5 6 15,8 6-15,11 5 16,10 5-16,8 6 15,12 6-15,-13-7 16,13 7-16,0 0 16,0 0-1,0 0-15,0 0 16,-9 0-16,9 0 16,0 0-16,0 0 15,0 0-15,0 0 16,0 0-16,0 0 15,0 0-15,0 0 16,0 0-16,0 0 16,0 0-16,0 0 15,0 0 1,0 0-16,0 0 16,0 0-16,0 0 15,0 0-15,0 0 16,0 0-16,0 0 15,0 0-15,0 0 16,0 0-16,0 0 16,0 0-16,0 0 15,1-7 1,0-4-16,0 1 16</inkml:trace>
  <inkml:trace contextRef="#ctx0" brushRef="#br0" timeOffset="34983.41">12337 6760 0,'0'0'0,"0"0"0,0 0 16,0 0-1,2-1-15,-2 1 16,1-7-16</inkml:trace>
  <inkml:trace contextRef="#ctx0" brushRef="#br0" timeOffset="36883.58">11073 6654 0,'0'0'0,"0"0"16,0 0-16,0-2 15,0 2-15,0 0 16,0 0-16,0 0 15,0 0-15,0 0 16,-1-8 0,1 8-16</inkml:trace>
  <inkml:trace contextRef="#ctx0" brushRef="#br0" timeOffset="37133.29">10979 6614 0,'0'0'0,"0"0"16,0 0-16,0 1 15,0-1-15,0 13 16,0 3-16,0 9 16,0 7-16,-1 2 15,-2 2-15,-1 6 16,-1 3-16,-2 0 15,0-2-15,1-9 16,1-5 0,-2-4-16</inkml:trace>
  <inkml:trace contextRef="#ctx0" brushRef="#br0" timeOffset="37749.08">10943 6688 0,'0'-2'0,"0"2"16,0-13-16,3-3 15,1-3-15,1 0 16,2 1-16,6-1 15,7-1-15,7-1 16,1 4-16,-2 4 16,-2 3-1,-3 3-15,-4 3 16,-2 2-16,-3 3 16,0 2-16,-12-3 15,15 16-15,-10-2 16,-5 8-16,-5 5 15,-7 5-15,-7 1 16,-5-3-16,-2-3 16,1-4-1,1-5-15,4-4 16,4-4-16,6-4 16,10-6-16,-13 7 15,13-7-15,0 0 16,0 0-16,-11 3 15,11-3-15,0 0 16,0 0-16,0 0 16,0 0-1,8 8-15,1 2 16,4 3-16,4 1 16,2 0-16,-1-4 15,-1 0-15,-2-1 16,0-1-16,-1 0 15,0 0-15,0 1 16</inkml:trace>
  <inkml:trace contextRef="#ctx0" brushRef="#br0" timeOffset="43549.41">10485 4299 0,'0'0'0,"0"0"0,0 0 16,0 0-16,0 0 16,0 0-16,0 0 15,0 0-15,8 2 16,3 2-1,5-1-15,2-1 16,3 0-16,3-2 16,4 0-16,2-3 15,1 3-15,-2-1 16,-6 1-16,0-1 16,-1 0-16,-1 0 15,3 0-15,-3 0 16,-1 0-1,-3 0-15,-5 1 16,-12 0-16,14 0 16,-14 0-16,0 0 15,10 0-15,-10 0 16,0 0-16,0 0 16,0 0-16,0 0 15,0 0-15,0 0 16,0 0-16,0 0 15,10 0 1,-10 0-16,0 0 16,0 0-16,0 0 15,0 0-15,0 0 16,0 0-16,0 0 16,0 0-16,0 0 15,1 7-15,-1-7 16,0 0-16,0 0 15,0 0 1,0 0-16,0 0 16,0 0-16,0 0 15,0 0-15,0 0 16,0 0-16,0 0 16,0 0-16,0 0 15,0 0-15,0 0 16,0 0-16,0 0 15,0 0 1,0 0-16,0 0 16,0 0-16,0 0 15,0 0-15,0 0 16,0 0-16,0 0 16</inkml:trace>
  <inkml:trace contextRef="#ctx0" brushRef="#br0" timeOffset="45932.41">10446 5243 0,'0'0'0,"0"0"0,0 0 15,0 0 1,0 0-16,0 0 16,0 1-16,0-1 15,0 0-15,0 0 16,0 0-16,0 0 15,14 9-15,2-6 16,7 1-16,5-3 16,4-3-16,4-1 15,-2-1 1,1-1-16,-1 2 16,0-1-16,0 0 15,-3-1-15,0 2 16,-3 0-16,-3 0 15,-2 1-15,-5 0 16,-3 0-16,-5 2 16,-10 0-16,11-1 15,-11 1-15,0 0 16,0 0 0,0 0-16,0 0 15,0 0-15,0 0 16,0 0-16,0 0 15,0 0-15,0 0 16,0 0-16,0 0 16,0 0-16,0 0 15,0 0 1,0 0-16,0 0 16,0 0-16,0 0 15,0 0-15,0 0 16,0 0-16,0 0 15,0 0-15,0 0 16,0 0-16,0 0 16,0 0-16,0 0 15,0 0 1,0 0-16,0 0 16,0 0-16,8 7 15,-8-7-15,0 0 16,0 0-16,0 0 15,0 0-15,0 0 16,0 0-16,0 0 16,0 0-1,0 0-15,0 0 16,0 0-16,0 0 16,0-7-16,0-2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2:00:24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5889 2096 0,'0'0'0,"0"0"0,0 0 16,3 2-16,10 0 16,15 2-16,12-3 15,6-1-15,-1-1 16,-2-3-16,-1 0 16,0 0-16,-7 0 15</inkml:trace>
  <inkml:trace contextRef="#ctx0" brushRef="#br0" timeOffset="14533.87">7485 4795 0,'0'0'0,"0"0"0,0 0 0,0 0 16,0 1-16,0-1 16,0 0-16,0 0 15,0 0-15,0 0 16,2 7-16,-2-7 16,7 8-16,-7-8 15,10 8 1,-10-8-16,13 10 15,-13-10-15,21 8 16,-10-5-16,2 0 16,2-2-16,1 0 15,1-1-15,0-1 16,0 1-16,0 0 16,-1 0-16,0-1 15,1 1-15,-2-2 16,1 1-1,-3 1-15,0-1 16,-1 0-16,0 0 16,0 0-16,2 0 15,0 0-15,2 1 16,-3-1-16,1 0 16,-1 0-16,0-1 15,-1 0 1,-1 0-16,0 1 15,0 0-15,0-1 16,0 0-16,0 0 16,1 1-16,-1-1 15,2 1-15,-1-1 16,-1 0-16,-1 1 16,-10 1-16,16-2 15,-16 2-15,12-2 16,-12 2-1,0 0-15,10-2 16,-10 2-16,0 0 16,12-3-16,-12 3 15,10-1-15,-10 1 16,0 0-16,0 0 16,0 0-16,11-3 15,-11 3-15,0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</inkml:trace>
  <inkml:trace contextRef="#ctx0" brushRef="#br0" timeOffset="17866.36">9329 4856 0,'0'0'0,"0"0"0,0 0 16,0 0-16,0 0 15,0 0-15,0 2 16,0-2-16,0 0 16,0 0-1,0 0-15,-3 6 16,3-6-16,0 0 16,-3 8-16,3-8 15,0 0-15,0 0 16,-3 7-16,3-7 15,0 0-15,0 0 16,0 0 0,0 0-16,0 0 0,0 0 15,0 0 1,1 6-16,-1-6 16,0 0-16,19 4 15,-6-3-15,1 1 16,0-1-16,0 1 15,-1 0-15,0-1 16,1 1-16,-2-1 16,-2 0-16,-10-1 15,14 2 1,-14-2-16,10 0 16,-10 0-16,0 0 15,0 0-15,0 0 16,11-1-16,-11 1 15,0 0-15,0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16,10-8-16</inkml:trace>
  <inkml:trace contextRef="#ctx0" brushRef="#br0" timeOffset="21533.64">9878 4863 0,'0'0'0,"0"0"0,0 0 16,0 0-16,0 0 15,0 1-15,0-1 16,0 0-16,0 0 16,0 7-16,0-7 15,0 0-15,0 0 16,0 0-1,0 0-15,0 0 16,1 7-16,-1-7 16,23 6-16,2 2 15,-2-3-15,0 0 16,-2-2-16,2-1 16,3-1-16,0-1 15,-1 0-15,-2-1 16,-3 1-1,-1-2-15,0-1 16,-1 0-16,1-2 16,-3 0-16,2 0 15,-4 1-15,-3 1 16,0 0-16,-11 3 16,17-5-16,-17 5 15,14-4-15,-14 4 16,16-3-1,-6 1-15</inkml:trace>
  <inkml:trace contextRef="#ctx0" brushRef="#br0" timeOffset="25017.15">10540 6534 0,'0'0'0,"0"0"0,0 0 16,3 0-16,-3 0 16,0 0-16,18 2 15,-3-1-15,4-1 16,5-1-16,6 0 15,2 0-15,0-1 16,-2 0-16,1 0 16,-2-1-1,-1 1-15,-3 0 16,2-1-16,-2 3 16,-1 1-16,-1 1 15,0 0-15,-2 0 16,0 1-16,1-1 15,-2 1-15,0-1 16,-2 1-16,-2-2 16,1 1-1,-1-1-15,1 0 16,1-1-16,2-1 16,2 0-16,-3 1 15,-2-1-15,-2 0 16,-1 1-16,-3-1 15,-11 1-15,12-2 16,-12 2-16,0 0 16,0 0-1,11-1-15,-11 1 16,0 0-16,0 0 16,0 0-16,0 0 15,0 0-15,0 0 16,0 0-16,0 0 15,0 0-15,0 0 16,0 0 0,0 0-16,0 0 15,0 0-15,0 0 16,0 0-16,0 0 16,0 0-16,0 0 15,0 0-15,0 0 16,0 0-16,0 0 15,0 0-15,0 0 16,0 0-16,0 0 16,0 0-16,0 0 15,0 0 1,0 0-16,5 6 16,-5-6-16,0 0 15,0 0-15,0 0 16,0 0-16,0 0 15,0 0-15,0 0 16,0 0 0,0 0-16,0 0 15,0 0-15,0 0 16,0 0-16,0 0 16,0 0-16,0 0 15,0 0-15,0 0 16,0 0-16,0 0 15,0 0-15,0 0 16,0 0-16,0 0 16,0 0-1,0 0-15,0 0 16,0 0-16,0 0 16,0 0-16,0 0 15,0 0-15,-1-7 16,-2 0-16</inkml:trace>
  <inkml:trace contextRef="#ctx0" brushRef="#br0" timeOffset="27266.38">8750 8172 0,'0'0'0,"0"0"0,0 0 15,0 0-15,0 0 16,0 0 0,0 0-16,0 0 15,0 0-15,0 0 16,0 0-16,2 0 15,-2 0-15,0 0 16,0 0-16,0 0 16,0 0-16,0 0 15,0 0-15,0 0 16,0 0-16,0 0 16,0 0-1,0 0-15,10-4 16,-10 4-16,0 0 15,0 0-15,0 0 16,0 0-16,0 0 16,0-6-16,0 6 15,0 0-15,0 0 16,0 0-16,0 0 16,0 0-1,0 0-15,0 0 16,0 0-16</inkml:trace>
  <inkml:trace contextRef="#ctx0" brushRef="#br0" timeOffset="28067.58">8771 8194 0,'0'0'0,"0"0"0,0 0 16,0 0-16,0 0 16,0 0-16,0 0 15,0 0-15,0 0 16,0 0-16,0 0 16,0 0-16,0 0 15,0 0 1,0 0-16,0 0 15,0 0-15,0 0 16</inkml:trace>
  <inkml:trace contextRef="#ctx0" brushRef="#br0" timeOffset="29299.86">7293 2617 0,'0'0'0,"0"0"0,0 0 16,0 0-16,0 0 16,0 0-16,3 1 15,-3-1-15,0 0 16,17 6-1,-3-3-15,2 0 16,2 0-16,2-1 16,1-1-16,0 0 15,-2-1-15,-2 1 16,0 0-16,-4 0 16,-2 0-16,-11-1 15,17 1-15,-17-1 16,14 0-16,-14 0 15,13 0 1,-3 0-16</inkml:trace>
  <inkml:trace contextRef="#ctx0" brushRef="#br0" timeOffset="32916.72">10597 8197 0,'0'0'0,"0"0"0,0 0 16,0 0-16,0 0 16,5 3-16,-5-3 15,13 6 1,-3-1-16,5 1 16,3 0-16,3-2 15,3-2-15,5-3 16,4-4-16,0-2 15,0-2-15,-3 1 16,2-2-16,0 2 16,1-1-1,-1 0-15,-4 3 16,-2 2-16,0 0 16,-1 0-16,1 3 15,-3 0-15,-3 2 16,-3 0-16,-3-1 15,-2 1-15,-2 0 16,-10-1-16,15 2 16,-15-2-1,0 0-15,10 1 16,-10-1-16,0 0 16,0 0-16,0 0 15,0 0-15,0 0 16,0 0-16,8 7 15,-8-7-15,0 0 16,0 0-16,0 0 16,0 0-1,0 0-15,0 0 16,0 0-16,2 6 16,-2-6-16,0 0 15,0 0-15,0 0 16,0 0-16,0 0 15,0 0-15,0 0 16,0 0-16,0 0 16,0 0-16,0 0 15,0 0 1,0 0-16,0 0 16,0 0-16,0 0 15,0 0-15,0 0 16,0 0-16,0 0 15,0 0-15,3 7 16,-3-7-16,0 0 16,0 0-1,0 0-15,0 0 16,0 0-16,0 0 16,0 0-16,0 0 15,0 0-15,0 0 16,0 0-16,0 0 15,0 0-15,0 0 16,0 0-16,0 0 16,0 0-16,0 0 15,0 0 1,0 0-16,0 0 16,0 0-16,0 0 15,0 0-15,0 0 16,0 0-16,0 0 15,0 0-15,0 0 16,0 0-16,0 0 16,0 0-16,0 0 15,0 0-15,0 0 16,0 0 0,0 0-16,0 0 15,0 0-15,-3 8 31,3-8-31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2:01:08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7661 2686 0,'0'0'0,"0"0"0,0 0 0,0 0 16,0 2-16,0-2 15,0 0-15,0 0 16,0 0-1,0 0-15,13 6 16,-13-6-16,10 3 16,-10-3-16,21 4 15,-5-4-15,4-1 16,3-1-16,4 0 16,2-3-16,0 0 15,0-1 1,4 0-16,3-3 15,1 0-15,-1 0 16,-5 0-16,-1 2 16,1-1-16,1-1 15,-3 1-15,-2 0 16,-5 2-16,-4 2 16,2-1-16,-4 2 15,-2 0-15,-1 1 16,-13 2-1,17-2-15,-17 2 16,0 0-16,11 0 16,-11 0-16,0 0 15,0 0-15,0 0 16,0 0-16,0 0 16,0 0-16,0 0 15,10 0 1,-10 0-16,0 0 15,0 0-15,0 0 16,0 0-16,0 0 16,0 0-16,0 0 15,0 0-15,0 0 16,0 0-16,0 0 16,0 0-16,0 0 15,0 0 1,0 0-16,0 0 15,0 0-15,0 0 16,0 0-16,0 0 16,0 0-16,0 0 15</inkml:trace>
  <inkml:trace contextRef="#ctx0" brushRef="#br0" timeOffset="2650.14">5079 4911 0,'0'0'0,"0"0"16,0 0-16,0 0 16,0 0-16,0 0 15,-3 2-15,3-2 16,0 0-16,0 0 16,0 0-16,0 0 15,13 3-15,-2-1 16,2 2-16,6 0 15,0 0-15,-2 0 16,-3-1 0,1-1-16,0 0 15,1 0-15,0 0 16,-1-1-16,1 1 16,0-1-16,0 1 15,0-1-15,1 2 16,1-2-16,-3 0 15,1 1-15,0 0 16,-1 0 0,1-1-16,1 1 15,1-1-15,4 1 16,0-2-16,1 0 16,1 0-16,-3 0 15,1 0-15,-1 0 16,1 0-16,0 0 15,4 0-15,-3 0 16,2-1-16,-4 0 16,1 1-1,-1-2-15,-1 1 16,1-1-16,2 0 16,2 0-16,0 1 15,-5-1-15,-1 1 16,0-1-16,3 0 15,0 1-15,4-1 16,-1 0 0,-1 0-16,-2 0 15,-2 1-15,-1-2 16,-2 3-16,0-2 16,2 0-16,2-1 15,4 1-15,-1-2 16,-4 2-16,-3 0 15,0 0-15,-2 1 16,-1-1-16,-1 2 16,1-1-1,1 1-15,4 1 16</inkml:trace>
  <inkml:trace contextRef="#ctx0" brushRef="#br0" timeOffset="7150.13">9086 4469 0,'0'0'0,"0"0"0,0 0 16,0 2-16,0-2 16,0 11-16,0 1 15,0 4-15,0-2 16,0 2-16,0 2 15,0 0-15,0-2 16,0-4-16,0-2 16,0-2-1,0 0-15,0-8 16,0 0-16,1 7 16,-1-7-16,13 0 15,20-6-15,18-11 16,8-12-16,0-6 15,0-4-15,-1-1 16,0-1 0,5-4-16,1-1 15,2-1-15,-1 1 16,-3 2-16,1 4 16,-4 3-16,-4 5 15,-8 5-15,-5 3 16,-8 6-16,-7 5 15,-7 4-15,-6 3 16,-4 2-16,-10 4 16,11-5-1,-11 5-15,0 0 16,0 0-16,0 0 16,10-1-16,-10 1 15,0 0-15,0 0 16,0 0-16,0 0 15,0 0-15,0 0 16,0 0-16,0 0 16,0 0-1,0 0-15,0 0 16,0 0-16,0 0 16,0 0-16,0 0 15,2 7-15,-2-7 16,0 0-16,0 0 15,0 0-15,0 0 16,0 0-16,0 0 16,0 6-1,0-6-15,0 0 16,0 0-16,0 0 16,0 0-16,0 0 15,0 0-15,0 0 16,0 7-16,0-7 15,0 0-15,0 0 16,0 0-16,0 0 16,0 0-16,0 0 15,0 6 1,0-6-16,0 0 16,0 0-16,0 0 15,0 0-15,0 0 16,0 0-16,0 0 15,0 7-15,0-7 16,0 0-16,0 0 16,0 0-16,0 0 15,0 0 1,0 0-16,0 6 16,0-6-16,0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7 16,0-7-16,0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6 16,0-6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0-16,1-7 15,-1 7-15,1-7 16,-1 7-16,2-7 16,-2 7-16,2-12 15,0 1-15,1-3 16</inkml:trace>
  <inkml:trace contextRef="#ctx0" brushRef="#br0" timeOffset="42950.01">7752 2650 0,'0'0'0,"0"0"0,0 0 15,0 0-15,-2 0 16,2 0-16,0 0 15,0 0-15,0 0 16,-2 6-16,2-6 16,0 0-16,10 3 15,15-3 1,21-9-16,7-3 16,1-1-16,0-2 15,-3 3-15,-6 0 16,-7 4-16,-7 3 15,-8 1-15,-9 2 16,-14 2-16,12-3 16,-12 3-1,0 0-15,0 0 16,0 0-16,0 0 16,0 0-16,-57 9 15,-28-1-15,10-1 16,11-3-16,6 2 15,6-2-15,3 0 16,6-1-16,3 1 16,8 2-16,7 0 15,8-1 1,8 0-16,9-5 16,0 0-16,-12 6 15,12-6-15,0 0 16,0 0-16,12 9 15,18-1-15,18-4 16,8-3-16,3-3 16,-1 0-1,-6-1-15,-3 0 16,-6 0-16,-8 0 16,-9 1-16,-8 0 15,-7 1-15,-11 1 16,10-2-16,-10 2 15,0 0-15,0 0 16,-27-5-16,-36 5 16,-7 6-16,10 0 15,7 3-15,8-3 16,7 0 0,10-2-16,9-1 15,7-1-15,12-2 16,-11 3-16,11-3 15,0 0-15,0 0 16,0 0-16,-4 7 16,4-7-16,21 10 15,11-5 1,12-4-16,5-1 16,1-1-16,0-1 15,-3-1-15,-2 1 16,-6 1-16,-7-2 15,-10 1-15,-7 0 16,-15 2-16,14-2 16,-14 2-16,0 0 15,0 0-15,0 0 16,0 0 0,-26-1-16,-30 1 15,-5 0-15,12 0 16,6 0-16,4-1 15,9 1-15,10-1 16,9 1-16,11 0 16,-10 0-16,10 0 15,0 0-15,0 0 16,0 0 0,0 0-16,7-7 15,34-2-15,25-3 16,0 1-16,-3 2 15,-6 1-15,-7 2 16,-13 1-16,-11 1 16,-9 2-16,-6 0 15,-11 2-15,0 0 16,11-1 0,-11 1-16,0 0 15,0 0-15,0 0 16,0 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12T12:01:55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9558 1448 0,'0'0'0,"0"0"0,0-1 15,0 1-15,0 0 16,0 0-16,0 0 16,0 0-16,0 0 15,0 0-15</inkml:trace>
  <inkml:trace contextRef="#ctx0" brushRef="#br0" timeOffset="31715.69">8203 6018 0,'0'0'0,"0"0"0,0 0 0,0 0 15,0 0-15,0 0 16,0 2-16,0-2 16,0 0-16,10 7 15,-10-7-15,13 6 16,-13-6-16,16 4 15,-5-4-15,0 1 16,0-1 0,0 0-16,1 0 15,-1 0-15,3 0 16,-3 0-16,2 0 16,-2 0-16,1 0 15,0 0-15,0 0 16,1 0-16,-1 0 15,1 0-15,-2 0 16,1 0 0,-1 0-16,2 0 15,0 0-15,0 0 16,1 0-16,-3 0 16,2 0-16,0 1 15,-1-1-15,1 1 16,0 0-16,2 0 15,-2 0-15,-1 0 16,0 0 0,1-1-16,1 2 15,-2-1-15,0 0 16,-1 1-16,0 0 16,-1-1-16,1 1 15,0-1-15,0 1 16,-1 0-16,0 0 15,0 0-15,0 0 16,1 1 0,2-1-16,-1 1 15,0-1-15,3 1 16,-3-1-16,0 0 16,0 1-16,0-1 15,1-1-15,1 1 16,0-2-16,-1 0 15,0 0-15,1 0 16,-1 0 0,0 0-16,-1-2 15,0 1-15,-2 1 16,-10 0-16,15-2 16,-15 2-16,0 0 15,13-3-15,-13 3 16,0 0-16,11-2 15,-11 2 1,0 0-16,0 0 0,12-1 16,-12 1-1,0 0-15,0 0 16,0 0-16,9 2 16,-9-2-16,0 0 15,0 0-15,0 0 16,0 0-16,0 0 15,0 0-15,0 0 16,0 0 0,0 0-16,0 0 15,0 0-15,0 0 16</inkml:trace>
  <inkml:trace contextRef="#ctx0" brushRef="#br0" timeOffset="34415.92">11965 6023 0,'0'0'0,"0"0"0,0 0 16,0 0-16,0 0 15,0 0-15,0 0 16,0 0 0,0 0-16,0 0 15,0 0-15,0 0 16,0 0-16,0 0 15,0-3-15</inkml:trace>
  <inkml:trace contextRef="#ctx0" brushRef="#br0" timeOffset="34949.01">12956 5825 0,'0'0'0,"0"0"16,0 0-16,0 0 16,0 0-16,-1 2 15,1-2-15,0 0 16,0 0-16,0 0 16,0 0-1,0 0-15,0 0 16,0 0-16,0 0 15,0 0-15,0 0 16,0 0-16</inkml:trace>
  <inkml:trace contextRef="#ctx0" brushRef="#br0" timeOffset="35348.96">14073 5766 0,'0'0'0,"0"0"16,0 0-16,0 0 15,0 2 1,0-2-16,0 0 15,0 0-15,0 0 16,0 0-16,0 0 16,0 0-16,0 0 15</inkml:trace>
  <inkml:trace contextRef="#ctx0" brushRef="#br0" timeOffset="37565.37">8308 6563 0,'0'0'0,"0"0"15,0 0-15,0 0 16,-3 3-1,3-3-15,0 0 16,0 0-16,0 0 16,0 0-16,15 2 15,-15-2-15,20 1 16,-9 0-16,2-1 16,0 1-16,-1 0 15,-1 0 1,-11-1-16,18 1 15,-18-1-15,15 2 16,-15-2-16,15 2 16,-15-2-16,17 1 15,-17-1-15,18 2 16,-7-2-16,0 1 16,1 0-16,1 0 15,3 0-15,0 0 16,-1 0-16,0 0 15,0-1 1,-2-1-16,0 0 16,0 0-16,-1 0 15,1 0-15,1 0 16,0 0-16,2 1 16,1-3-16,1 2 15,-1-1-15,0 0 16,-1 1-1,0-1-15,-2 1 16,1-1-16,-2 1 16,1-2-16,1 2 15,1-1-15,-2 0 16,1 0-16,0 0 16,-1 1-16,1-1 15,-1 1-15,-1-1 16,0 1-16,-2-1 15,0 1 1,0 0-16,1 0 16,0 0-16,0 1 15,0-1-15,1 0 16,0 1-16,-3-1 16,2 0-16,-1 0 15,1 0-15,0 0 16,2 1-16,-1 0 15,0 1 1,-1-1-16,2 1 16,0-1-16,0 0 15,0 0-15,0 0 16,0 0-16,0 0 16,2 0-16,0 0 15,2 0-15,-2 0 16,1 0-1,0 0-15,2 0 16,-2-1-16,1 0 16,-1-1-16,-1 0 15,0 1-15,-2-1 16,0 0-16,0 1 16,1-1-16,-1 2 15,0-1-15,-1 0 16,-1 0-1,-1 0-15,-2 0 16,-9 1-16,16-2 16,-16 2-16,16 0 15,-16 0-15,14 0 16,-14 0-16,11 0 16,-11 0-16,10 0 15,-10 0-15,11 0 16,-11 0-1,0 0-15,13 0 16,-13 0-16,0 0 16,11 0-16,-11 0 15</inkml:trace>
  <inkml:trace contextRef="#ctx0" brushRef="#br0" timeOffset="41932.12">13769 6465 0,'0'0'0,"0"0"16,0 0-16,0 0 15,0 0-15,0 0 16,0 0-16,0 0 15,0 0-15,0 0 16,0 0 15,-1 3-31,1-3 16,0 0-16,1 7 16,-1-7-16,12 5 15,11 3-15,16-1 16,-3-4-16,0-2 15,-2-4-15,5 0 16,1 0-16,-5 0 16,-1 1-16,-9 0 15,-2 1-15,-7 0 16,-4 0 0,-12 1-16,13 0 15,-13 0-15,0 0 16,0 0-16,10 0 15,-10 0-15,0 0 16,0 0-16,0 0 16,0 0-16,0 0 15,0 0-15,0 0 16,0 0 0,0 0-16,-14 2 15,-2 1-15,0-2 16,-1 0-16,-1 0 15,-1-1-15,5 0 16,14 0-16,-11 0 16,11 0-16,-12 1 15,12-1-15,-15 1 16,15-1 0,0 0-16,0 0 15,0 0-15,0 0 16,0 0-16,14 4 15,14-2-15,-2-2 16,0 0-16,-5-1 16,-6 0-16,-15 1 15,15-2-15,-15 2 16,0 0 0,9-1-16,-9 1 15,0 0-15,0 0 16,-25-4-16,-19 2 15,-5 4-15,-5 0 16,6 0-16,4 1 16,4 1-16,6 0 15,6-1-15,7-1 16,7-1-16,14-1 16,-12 1-1,12-1-15,0 0 16,0 0-16,0 0 15,0 0-15,26-2 16,7-2-16,-5 0 16,-4 1-16,-3 0 15,-5 0-15,-3 0 16,-13 3-16,13-2 16,-13 2-1,0 0-15,0 0 16,0 0-16,0 0 15,0 0-15,0 0 16,0 0-16</inkml:trace>
  <inkml:trace contextRef="#ctx0" brushRef="#br0" timeOffset="44031.85">14515 6952 0,'0'0'0,"0"0"16,0 0-16,0 0 16,0 0-16,0 0 15,0 0-15,0 0 16,0 0 0,0 0-16,0 0 0,0 0 15,0 0 1,-3 1-16,3-1 15,0 0-15,0 0 16,0 0-16,0 0 16,0 0-16,0 0 15,0 0-15,0 0 32,0 0-32,0 0 15,0 0 1,0 0-16,0 0 15,0 0-15,0 0 16,0 0-16,0 0 16,0 0-16,0 0 15,14 8-15,8-3 16,7 1 0,-1-2-16,1-1 0,3-2 15,0 0 1,-1 0-16,0-1 15,0 0-15,0 0 16,-1-2-16,-2 1 16,-3 1-16,-3-1 15,-5 0-15,-5 0 16,-12 1-16,15 0 16,-15 0-16,0 0 15,0 0-15,0 0 16,0 0-1,0 0-15,0 0 16,0 0-16,0 0 16,0 0-16,-16-2 15,-12-2-15,-5 1 16,-7-1-16,1 2 16,-5 1-16,-3 1 15,-2 0-15,-1 1 16,0 2-1,4-1-15,9 0 16,9-1-16,9 1 16,8-1-16,11-1 15,-11 1-15,11-1 16,0 0-16,0 0 16,0 0-16,0 0 15,0 0-15,0 0 16,34-6-1,22-4-15,-4 3 16,-4 2-16,-2 3 16,0 0-16,1 1 15,-6 0-15,-1 0 16,-8 1-16,-3 2 16,-5 0-16,-5 1 15,-6-2 1,-13-1-16,11 1 15,-11-1-15,0 0 16,0 0-16,0 0 16,0 0-16,-20 3 15,-18-3-15,-7 0 16,-1-1-16,-4-1 16,1 1-16,2 0 15,4 1-15,5 0 16,9 0-1,6 0-15,7 0 16,6 0-16,10 0 16,-10 0-16,10 0 15,0 0-15,0 0 16,0 0-16,0 0 16,0 0-16,40-12 15,1 6 1,-7 4-16,-6 0 15,-3 1-15,-3 1 16,-4 0-16,-4 0 16,-14 0-16,14 0 15,-14 0-15,0 0 16,0 0-16,0 0 16,0 0-16,0 0 15,0 0-15,0 0 16,-17 2-1,-4-7-15</inkml:trace>
  <inkml:trace contextRef="#ctx0" brushRef="#br0" timeOffset="45132.11">12017 6986 0,'0'0'0,"-3"1"15,3-1-15,-35 2 16,-1 0-1,-1-1-15,8 1 16,4-2-16,-3 1 16,1 0-16,0 0 15,2 0-15,6 0 16,7 0 0,12-1-1,-15 0-15,15 0 16,0 0-1,0 0-15,-11 0 16,11 0-16,0 0 16,0 0-16,0 0 15,0 0-15,0 0 16,19 2-16,5-2 16,12 0-16,3-1 15,4-2-15,-3-1 16,-3 0-1,-2-2-15,-6 1 16,-5 0-16,-4 2 16,-7 1-16,-13 2 15,14-3-15,-14 3 16,0 0-16,0 0 16,0 0-16,10-1 15,-10 1-15,0 0 16,0 0-1,0 0-15,-10 1 16,-16 2-16,-18 1 16,2 2-16,8 0 15,-6 0-15,5 1 16,6-2-16,5-1 16,5-1-16,4 0 15,3-1-15,2 0 16,10-2-16,-9 1 15,9-1 1,0 0-16,0 0 16,0 0-16,9-3 15,9-3-15,4-1 16,2 1-16,-5 4 16,1-3-16</inkml:trace>
  <inkml:trace contextRef="#ctx0" brushRef="#br0" timeOffset="48715.79">12777 7434 0,'0'0'0,"0"0"0,0 0 16,0 0-16,0 0 15,0 0-15,0 0 16,0 0-16,0 0 15,0 0-15,0 0 16,3 0-16,-3 0 16,0 0-16,0 0 15,0 0 1,0 0-16,0 0 16,16 3-16,-3 0 15,0 1-15,2-1 16,0 0-16,1 1 15,1 0-15,2 0 16,-1 0-16,2-1 16,-2-1-16,-1-1 15,-2 0-15,0-1 16,-1 0 0,-1 0-16,1-1 15,0 1-15,-1 0 16,0 0-16,0 0 15,3 0-15,1 0 16,-2 0-16,0 0 16,-3 0-16,-2 0 15,-10 0 1,13 0-16,-13 0 16,0 0-16,10 0 15,-10 0-15,16 0 16,5 0-16,6 2 15,1 0-15,-3 0 16,-3 0-16,0-1 16,1 1-16,-1 0 15,2-2-15,-3 1 16,-5 0 0,-3-1-16,-13 0 15,15 0-15,-15 0 16,10 0-16,-10 0 15,0 0-15,0 0 16,0 0-16,0 0 16,10 0-16,-10 0 15</inkml:trace>
  <inkml:trace contextRef="#ctx0" brushRef="#br0" timeOffset="50082.18">9689 7409 0,'0'0'0,"0"0"15,0 0-15,0 0 16,0 0-16,0 0 15,0 0-15,0 0 16,0 0-16,0 0 16,0 0-16,0 0 15,0 0-15,0 0 16,0 0-16,-1 2 16,1-2-1,0 0-15,0 0 16,0 0-16,0 0 15,0 0-15,-5 7 16,5-7-16,0 0 16,7 7-16,-7-7 15,12 6-15,-12-6 16,22 10-16,-7-5 16,2-2-1,-1 0-15,0-3 16,0 2-16,1-2 15,0-2-15,-1 2 16,0-1-16,-3 0 16,2 0-16,0 1 15,-1-1-15,-3 0 16,-11 1 0,14-1-16,-14 1 15,0 0-15,11-3 16,-11 3-16,0 0 15,0 0-15,0 0 16,0 0-16,0 0 16,0 0-16,0 0 15,0 0-15,0 0 16,0 0-16,0 0 16,0 0-1,0 0-15,-11-1 16,11 1-16,-15 0 15,15 0-15,-10 0 16,10 0-16,0 0 16,0 0-16,0 0 15,0 0-15,0 0 16,0 0 0,0 0-16,0 0 0,0 0 15,24 0 1,-7-1-16,0 0 15,-1-1-15,-5 0 16,-11 2-16,15-2 16,-15 2-16,0 0 15,10-3-15</inkml:trace>
  <inkml:trace contextRef="#ctx0" brushRef="#br0" timeOffset="59166.25">14124 6684 0,'0'0'0,"0"0"0,-2-4 15,2 4 1,0 0-16,0 0 15,0 0-15,0 0 16</inkml:trace>
  <inkml:trace contextRef="#ctx0" brushRef="#br0" timeOffset="78498.57">12630 2731 0,'0'0'0,"0"-5"0,0 5 0,0-8 0,0 0 16,0-2-1,0 10-15,0-9 16,0 2-16,0 7 16,0-7-16,0 7 15,0 0-15,0 0 16,0 0-16,0 0 31,0 15-31,0 14 16,0 5-16,1-7 15,-1 0 1,0 2-16,0 2 16,0 1-16,-1 0 15,1-2-15,-2-2 16,1-2-16,0-5 15,-2-4-15,1-2 16,0-5-16,1-2 16,1-8-16,-3 8 15,3-8 1,0 0-16,0 0 16,0 0-16,5-6 15,8-14-15,5-6 16,6-2-16,2 0 15,5 2-15,2 1 16,1 6-16,-1 4 16,0 5-16,-3 5 15,-5 5 1,-3 2-16,-4 4 16,-3 3-16,0 6 15,-2 6-15,-1 4 16,-3 4-16,-4 1 15,-3-1-15,-2-3 16,0-2-16,-1-5 16,0-3-16,1-3 15,-1-3 1,0-1-16,1-2 16,0-1-16,0-6 15</inkml:trace>
  <inkml:trace contextRef="#ctx0" brushRef="#br0" timeOffset="79365.78">13282 3026 0,'0'0'0,"0"0"0,0 0 16,0 0-16,0 0 16,0 0-16,0 0 15,0 0-15,8 3 16,9 3-16,16-2 15,7-2-15,0-3 16,4-1-16,0-1 16,-4-1-16,-5 1 15,-8 0 1,-5-2-16,-4 2 16,-6-1-16,-12 4 15,15-5-15,-15 5 16,0 0-16,0 0 15,-2-10-15,-16-4 16,-14-3-16,0 2 16,2 2-16,9 5 15,6 3-15,15 5 16,-16-4 0,16 4-16,0 0 15,0 0-15,0 0 16,5 9-16,16 3 15,11 3-15,3-3 16,0-2-16,-1-1 16,-3-1-16,-4-1 15,-5-2-15,-7 2 16,-6 0 0,-3 0-16,-7 6 15,-7 3-15,-10 6 16,-4 4-16,-3-5 15,2-1-15,1-4 16,3-2-16,6-5 16,3-3-16,0 0 15,10-6 1,-10 3-16</inkml:trace>
  <inkml:trace contextRef="#ctx0" brushRef="#br0" timeOffset="79714.99">14151 2938 0,'0'0'0,"0"0"16,0 0-16,0 0 15,-2 4-15,-4 4 16,-6 8-16,-3 4 16,-2 2-16,-1 0 15,1-4 1,3 0-16,0-3 0,2 0 16,1-1-1,3-3-15,4 0 16,3 1-16,5 0 15,5 2-15,7-2 16,8-1-16,6-1 16,6-3-16,-1-4 15,2-3-15,-2-7 16</inkml:trace>
  <inkml:trace contextRef="#ctx0" brushRef="#br0" timeOffset="80881.89">14449 3074 0,'0'0'0,"0"0"0,0 0 15,0 0-15,0 0 16,0 0-16,0 0 16,-1 1-1,1-1-15,0 0 16,0 0-16,0 0 15,0 0-15,0 0 16,0 0-16,0 0 16,0 0-16,0 0 15,0 0 1,0 0-16,-3 6 0,13-2 16,13 3-1,11-3-15,-1-2 16,2 0-16,0-1 15,1-1-15,-1 0 16,-3-2-16,-2 0 16,-3 1-16,-4 1 15,-4-1-15,-5 0 16,-3 1-16,-11 0 16,11 0-1,-11 0-15,0 0 16,0 0-16,0 0 15,0 0-15,0 0 16,0 0-16,-19-17 16,-9-2-16,2 2 15,3 3-15,3 1 16,4 3-16,3 1 16,13 9-1,-13-8-15,13 8 16,0 0-16,0 0 15,0 0-15,-10-5 16,10 5-16,0 0 16,0 0-16,15 4 15,11 4-15,3 2 16,-3 1 0,-1 2-16,-2 0 0,-5 1 15,-3-1 1,-7-4-16,-2 1 15,-5 1-15,-6 2 16,-9 5-16,-8 3 16,-8-1-16,-2-1 15,1-3-15,4-3 16,7-2-16,6-4 16</inkml:trace>
  <inkml:trace contextRef="#ctx0" brushRef="#br0" timeOffset="83116.45">15255 3060 0,'0'0'0,"0"0"16,0 0-16,0 0 16,0 0-16,0 0 15,0 0-15,0 0 16,0 0-1,0 0-15,0 0 16,0 0-16,1-1 16,2-7-16,6-8 15,3-10-15,-1 1 16,0 0-16,-1 3 16,-3 2-16,-3 2 15,-2 3-15,-2 4 16,0 3-16,0 8 15,-1-10 1,1 10-16,0 0 16,0 0-16,0 0 15,0 0-15,-6 7 16,1 8-16,0 4 16,2 6-16,2 4 15,1 1-15,1 3 16,-1 1-16,0-2 15,-1 0 1,-1 1-16,-1-2 16,-1-2-16,0-2 15,-2-3-15,1-4 16,1-2-16,1-6 16,1-3-16,0-2 15,2-7-15,-1 7 16,1-7-16,0 0 15,0 0-15,-3 6 16,3-6 0,12 0-16,14-5 15,8-3-15,0-2 16,0 0-16,-4 1 16,-4 2-16,-7 2 15,-3 1-15,-5 3 16,1 5-16,-1 3 15,1 5-15,0 6 16,-1 2 0,-3 1-16,-2-2 15,-1-3-15,-1-1 16,0-4-16,-4-11 16</inkml:trace>
  <inkml:trace contextRef="#ctx0" brushRef="#br0" timeOffset="95933.81">8564 8580 0,'-3'0'0,"3"0"0,-20 0 16,-5 3-16,-3 0 15,-1 2-15,6-1 16,-2 0 0</inkml:trace>
  <inkml:trace contextRef="#ctx0" brushRef="#br0" timeOffset="98048.66">8248 8613 0,'0'0'0,"3"0"0,-3 0 16,18 0-16,2-1 16,5 0-16,3-2 15,2-1 1,3-3-16,1-1 15,2 0-15,-1 1 16,-3 1-16,-4-1 16,-1 1-16,-4 2 15,-4 0-15,-4 1 16,-5 2-16,-10 1 16,11-3-16,-11 3 15,0 0 1,0 0-16,0 0 15,0 0-15,0 0 16,0 0-16,-11 2 16,-3-2-16,-4 0 15,1 0-15,-1-3 16,1 1-16,2-1 16,3 0-1,12 3-15,-16-4 16,16 4-16,0 0 15,-10-3-15,10 3 16,0 0-16,0 0 16,0 0-16,0 0 15,0 0-15,0 0 16,26 10-16,-2-5 16,4 0-1,6-2-15,2-2 16,2 2-16,1-2 15,-5-2-15,-3-1 16,-6 0-16,-6 1 16,-5 0-16,-4 0 15,-10 1-15,0 0 16,10 0-16,-10 0 16,0 0-16,-24-9 15,-7 6 1,-8 3-16,-1 0 15,-2 2-15,2 0 16,2 1-16,5 0 16,4-1-16,5 0 15,5-1-15,2-1 16,4-1-16,13 1 16,-17 0-16,17 0 15,0 0-15,0 0 16,-10-1-1,10 1-15,0 0 16,0 0-16,0 0 16,0 0-16,16-1 15,7 1-15,6 0 16,6 0-16,1 0 16,4-4-16,1 0 15,0-1-15,-7-1 16,-6 0-1,-7 1-15,-5 1 16,-6 1-16,-10 3 16,12-4-16,-12 4 15,0 0-15,0 0 16,0 0-16,-12-6 16,-20 4-16,-8 5 15,-6 4-15,1 2 16,2 3-16,0 0 15,3 1 1,3-3-16,9-2 16,5-1-16,8-3 15,4-1-15,11-3 16,-10 2-16,10-2 16,0 0-16,0 0 15,0 0-15,0 0 16,0 0-16,0 0 15,6 8 1,8-5-16,4 2 16,3 0-16,3-1 15,1-1-15,3 0 16,0 0-16,0-1 16,-2 1-16,-3-2 15,-3 1-15,-3-4 16,-6 1-1,-11 1-15,13-1 16,-13 1-16,0 0 16,0 0-16,2-7 15,-10 0-15,-12-4 16,-7 0-16,-3 4 16,2 2-16,1 2 15,1 1-15,2 1 16,5 0-1,5 1-15,4 0 16,10 0-16,-10 0 16,10 0-16,0 0 15,0 0-15,0 0 16,0 0-16,15 0 16,-1 0-16,3-2 15,2 0-15,0-2 16,-2-1-1,-3-1-15,-3 3 16,-11 3-16,11-7 16,-11 7-16,0 0 15,0 0-15,0 0 16,9-5-16,-9 5 16,0 0-16,0 0 15,0 0-15,0 0 16,0 0-1,0 0-15,0 0 16,0 0-16,0 0 16,0 0-16,0 0 15,0 0-15,0 0 16,0 0-16,0 0 16,0 0-16,0 0 15,0 0-15,0 0 16,0 0-16,0 0 15,0 0 1,0 0-16,0 0 16,0 0-16,0 0 15,0 0-15,0 0 16,0 0-16,0 0 16,0 0-16,0 0 15,0 0-15,0 0 16,4-7-1,-4 7-15</inkml:trace>
  <inkml:trace contextRef="#ctx0" brushRef="#br0" timeOffset="106265.47">13046 3860 0,'0'0'0,"0"0"0,0 0 0,0 0 15,0 0-15,0 0 16,0 0-16,1 4 15,-1-4 1,1 14-16,-1-5 16,1 3-16,0 3 15,0 2-15,-2 3 16,-1 5-16,1-1 16,-4 2-16,0 0 15,-1 1-15,-3 1 16,0 1-16,-1-2 15,0-2-15,1-2 16,-1-3 0,2-2-16,2-6 15,0-3-15,6-9 16,-6 10-16,6-10 16,0 0-16,0 0 15,0 0-15,0 0 16,-9-19-16,16-9 15,11-6 1,9-3-16,3 3 16,7 3-16,0 6 15,-3 6-15,0 8 16,-5 6-16,1 3 16,-3 4-16,-3 3 15,0 4-15,-2 6 16,-2 1-16,-4 2 15,-4 4-15,-3 1 16,-1 2 0,-2 3-16,-3 1 15,-3-1-15,-1 3 16,-4-1-16,0 0 16,-2-4-16,2-2 15,0-2-15,2-5 16</inkml:trace>
  <inkml:trace contextRef="#ctx0" brushRef="#br0" timeOffset="106531.82">13517 4388 0,'0'0'0,"0"0"15,0 0-15,0 0 16,0 2 0,0-2-16,-1 14 15,1 2-15,-2 3 16,0 2-16,-1-2 16,0-3-16,0 1 15,0-2-15,0-2 16,-1 2-16,-1-2 15</inkml:trace>
  <inkml:trace contextRef="#ctx0" brushRef="#br0" timeOffset="107364.56">13024 4952 0,'0'0'0,"0"0"0,0 0 0,0 3 15,0 3-15,0 10 16,0 8-16,0 8 16,0-1-16,0-1 15,1-3-15,0-1 16,0-3-16,0-1 15,0-4-15,-1-4 16,1-4-16,-1-10 16,0 9-1,0-9-15,0 0 16,0 0-16,0 0 16,5-14-16,1-2 15,1-3-15,2-4 16,2-4-16,3-1 15,4 4-15,-2 3 16,-1 5-16,-2 4 16,0 4-1,0 3-15,1 3 16,2 6-16,0 5 16,0 3-16,-3 3 15,-4 4-15,-2 4 16,-1 4-16,-4 3 15,-2 3-15,-3 0 16,-2-4-16,0-4 16,-1-3-1,-1-3-15,1 0 16,-1-4-16,1-5 16</inkml:trace>
  <inkml:trace contextRef="#ctx0" brushRef="#br0" timeOffset="107864.58">13362 5344 0,'0'0'0,"4"0"0,-4 0 15,21 2-15,-2-1 16,0 2-16,3 0 16,-2 1-16,-5 1 15,-1 1 1,-3 1-16,-3 3 16,-3 0-16,-1 2 15,-6 3-15,-3 4 16,-4 3-16,-4 0 15,0 1-15,-1-1 16,0-3-16,2-2 16,1-5-1,2 0-15,1-3 16,2-2-16,6-7 16,-6 9-16,6-9 15,2 7-15,-2-7 16,28 6-16,0-7 15,6-2-15,-2-1 16,0 0-16,-2-1 16,-1 1-1,-2-1-15,-7 0 16,-3 1-16,-6 1 16,-11 3-16</inkml:trace>
  <inkml:trace contextRef="#ctx0" brushRef="#br0" timeOffset="115064.66">13544 4929 0,'0'0'0,"0"0"0,-1-1 0,1 1 15,-7-8 1,0 1-16,-1-2 16,-1-2-16,-3-2 15,-3-2-15,-1 0 16,-3 0-16,0 3 16,-1-1-16,-5 0 15,-2 0-15,-5 2 16,-1 2-16,-5 4 15,-2 0-15,1 3 16,0 1 0,5 0-16,-1 1 15,0 1-15,-2 0 16,1 0-16,1 0 16,3-1-16,1 3 15,0 2-15,3 2 16,4-1-16,0 2 15,1 1 1,3 3-16,0 3 16,4 0-16,3 2 15,-1 1-15,1 5 16,2 0-16,1 3 16,0 1-16,2 1 15,1 1-15,2 3 16,0 2-16,2 1 15,0-2-15,0-1 16,1 2 0,-2 3-16,1 1 15,1 1-15,2-3 16,2-1-16,1-3 16,1 2-16,2 1 15,1-2-15,0-3 16,2-2-16,2 0 15,3-1-15,3-1 16,0-2-16,1-3 16,3 0-1,4 1-15,1-2 16,1-1-16,2-4 16,2 1-16,0-3 15,1 2-15,-1-3 16,2 0-16,1-1 15,1-1-15,1-2 16,2-2-16,1-1 16,-2 0-1,1-1-15,-1-1 16,3-3-16,1 0 16,-2 0-16,-2 0 15,0 0-15,2-2 16,-1 1-16,0-1 15,-1-3-15,-4 0 16,-1-2 0,-2 0-16,-3 0 15,-3-1-15,3-1 16,-4 0-16,-1-1 16,-3 0-16,-5 1 15,1-2-15,-1-3 16,0-3-16,0 0 15,-3-2-15,-1 0 16,-2 0 0,-1-3-16,-2-2 15,-1-2-15,-1 0 16,-3-1-16,0-1 16,-4-1-16,-1 3 15,-1-1-15,-3 0 16,0 1-16,-2-1 15,-2 0-15,0-1 16,-2 1 0,0 1-16,-1 0 15,1 3-15,2 2 16,0 3-16,1 3 16,-1-1-16,-3-3 15,-1-1-15,-2-1 16,0-1-16,0 2 15,-1 0-15,-2-1 16,-3-1-16,-5 1 16,-1 0-1,2 3-15,5 3 16,2 2-16,6 3 16,3 2-16,13 8 15,-14-10-15,14 10 16,0 0-16,0 0 15,-11-6-15,11 6 16,0 0-16,0 0 16,0 0-1</inkml:trace>
  <inkml:trace contextRef="#ctx0" brushRef="#br0" timeOffset="130414.69">11508 1576 0,'0'2'0,"-1"6"0,1 7 0,2 25 16,1 12-16,3-1 15,2-5-15,1-3 16,1-5 0,-2-5-16,-2-9 15,-1-7-15,-1-6 16,-1-3-16,-3-8 16,3 7-16,-3-7 15,0 0-15,0 0 16,0 0-16,0 0 15,0 0-15,0 0 16,0 0-16,11 1 16,0-10-1,12-14-15,5-3 16,-9 6-16,-6 7 16,-7 6-16,-6 7 15,11-10-15,0 5 16,7 7-16,3 4 15,-2 5-15,0 6 16,-1 7-16,-2 6 16,-2 5-1,-3 2-15,-3 0 16,-2-1-16,-1 1 16,-1-4-16,-1 0 15,-1-2-15,1-5 16,-2-3-16,1-6 15,0-5-15,1-5 16</inkml:trace>
  <inkml:trace contextRef="#ctx0" brushRef="#br0" timeOffset="130664.71">12054 2134 0,'0'0'0,"0"0"0,0 0 16,0 0-16,0 4 15,1 6 1,0 10-16,0 6 16,-1 4-16,1-2 15,0-2-15,0-2 16,0-4-16,-1-3 15,3-3-15</inkml:trace>
  <inkml:trace contextRef="#ctx0" brushRef="#br0" timeOffset="131831.56">13946 1585 0,'0'0'0,"0"0"15,0 0-15,0 0 16,2 5-16,1 7 15,4 12-15,2 10 16,1 4-16,-1 1 16,-2 1-16,-4-3 15,-3-5 1,0-4-16,-1-7 16,0-5-16,1-5 15,0-1-15,0-2 16,0-1-16,0-7 15,0 9-15,0-9 16,0 7-16,0-7 16,0 0-16,0 0 15,0 0 1,0 0-16,12-9 16,0-9-16,3-4 15,2-4-15,1-1 16,2 1-16,3 5 15,-1 4-15,-2 4 16,-1 6-16,-1 3 16,-1 4-16,2 6 15,0 6-15,1 6 16,-1 4 0,-2 3-16,-4 2 15,-1 1-15,-3-1 16,-3-4-16,0 0 15,-3-2-15,-3-2 16,0-3-16,-2-2 16,1-4-16,-1-1 15</inkml:trace>
  <inkml:trace contextRef="#ctx0" brushRef="#br0" timeOffset="132281.65">14537 2003 0,'0'0'0,"0"0"0,4 0 15,-4 0-15,19 0 16,-6 0 0,0 0-16,-1 0 15,-1 5-15,2 2 16,-1 4-16,-1 1 15,-2 3-15,-3 0 16,-4 2-16,-3 1 16,-3 1-16,-2 0 15,0 0-15,-1-3 16,0-2 0,2-3-16,2-3 15,3-8-15,-5 10 16,5-10-16,0 0 15,-2 7-15,2-7 16,28 9-16,19-1 16,14-7-16,-4-3 15,-2-2-15,-2 0 16,-6-3 0,-4 0-16,-8 2 15,-8 1-15,-12 1 16,-15 3-16,12-2 15,-12 2-15</inkml:trace>
  <inkml:trace contextRef="#ctx0" brushRef="#br0" timeOffset="133264.47">12390 1931 0,'0'0'0,"0"0"0,0 0 16,0-2-16,0 2 15,0 0 1,-1-7-16,1 7 16,0 0-16,0 0 15,0 0-15,0 0 16,4-7-16,8 2 15,18-4-15,15 2 16,6 0-16,6 2 16,5 0-16,8 2 15,6 2-15,4 1 16,0-1-16,-2 0 16,-1 0-1,-2 0-15,-1 0 16,0 0-16,-4 1 15,-2-1-15,-3 0 16,-5 0-16,-7 1 16,-5-1-16,-6 1 15,-6 0-15,-8 0 16,-6 0-16,-5 0 16,-6 0-16,-11 0 15,11 0 1,-11 0-16,0 0 15,0 0-15,0 0 16,-19-1-16,-32-6 16,-5-3-16,10-1 15,6-2-15,1 0 16,3 0-16,4 2 16,6 3-1,7 1-15,6 2 16,2 2-16,11 3 15,-10-4-15,10 4 16,0 0-16,0 0 16,0 0-16,0 0 15,10 0-15,18 4 16,7 3-16,5 5 16,-5 2-16,-1 1 15,-2 1 1,-4-2-16,-5-1 15,-4-1-15,-6-1 16,-3 0-16,-5-1 16,-1 0-16,-5 0 15,-8 6-15,-10 4 16,-8 3-16,-6-2 16,4-5-16,-3-2 15,1-7 1</inkml:trace>
  <inkml:trace contextRef="#ctx0" brushRef="#br0" timeOffset="134381.57">12486 1577 0,'0'0'0,"-1"-4"16,-3-2-16,-3-9 15,-1-1-15,1 2 16,3 5-16,4 9 16,-6-10-16,6 10 15,0 0-15,0 0 16,0 0-16,0 0 16,0 0-16,0 0 15,10 4 1,6 9-16,8 8 15,1 4-15,1-1 16,-3-1-16,-1-3 16,-2-1-16,-2-1 15,0-2-15,-2-2 16,-1-3-16,-4-4 16,-11-7-1,14 6-15,-14-6 16,0 0-16,0 0 15,11 3-15,-11-3 16,0 0-16,0 0 16,11-10-16,-8-1 15,2-6-15,-1-4 16,-1 1-16,-1 3 16,0 3-1,0 5-15,-1 2 16,-1 7-16,1-8 15,-1 8-15,0 0 16,0 0-16,1-7 16,-1 7-16,0 0 15,0 0-15,0 0 16,12 10-16,4 2 16,1 3-16,2 0 15,-3 3 1,1 0-16,-1-1 15,-1-1-15,-1-1 16,-2-1-16,3-2 16,-1-4-16,0-2 15,-3-1-15,-11-5 16,13 3-16,-13-3 16,0 0-1,12 0-15,-3-5 16,10-10-16,4-10 15,-2-4-15,-3-3 16,-5-3-16,2-4 16,-3 2-16,-1 4 15,-1 4-15,-2 5 16,-2 5-16,-1 7 16,-2 3-16,-3 9 15,4-9 1,-4 9-16,0 0 15,0 0-15,2-6 16,-2 6-16,0 0 16,0 0-16,0 0 15,0 0-15,0 0 16,0 0-16,0 0 16,0 0-16,0 0 15,0 0-15</inkml:trace>
  <inkml:trace contextRef="#ctx0" brushRef="#br0" timeOffset="135731.47">13305 1193 0,'0'0'0,"0"0"16,0 0-16,0 0 15,-1-2-15,1 2 16,-9-9-16,-9-5 16,-9-5-16,-8-1 15,-2-1 1,-3 3-16,-2 1 15,-3 2-15,2 3 16,-2 3-16,6 3 16,-3 2-16,-1 4 15,0 3-15,1 3 16,2 2-16,1 3 16,1 2-16,-1 2 15,3 3-15,5 0 16,3 1-1,1-1-15,3 1 16,1 1-16,2 0 16,0 1-16,4-1 15,-1 4-15,2 4 16,2 3-16,1 1 16,2 1-16,2 1 15,2 0-15,0 1 16,3 3-16,2-1 15,1-2 1,2 0-16,2 0 16,1-1-16,4 0 15,2-1-15,3 0 16,2-1-16,3-1 16,4 1-16,2 0 15,1-4-15,2-1 16,0-2-16,2-1 15,3-3 1,2-3-16,5-2 16,2-3-16,4-2 15,0-2-15,1-4 16,5-5-16,-2-2 16,2-5-16,1-3 15,-4-3-15,4-6 16,-1-4-1,3-5-15,0-3 16,-4-4-16,-2-2 16,-4 0-16,-6-2 15,-6 1-15,-4-3 16,-5 0-16,-5 0 16,-5-2-16,-5-1 15,-4-2-15,-6 0 16,-6-4-1,-7 1-15,-4 0 16,-4 3-16,-5 2 16,-2 4-16,-5 1 15,-2 5-15,3 7 16,-4 7-16,2 5 16,-1 5-16,7 4 15,7 3-15,9 2 16,14 1-16,-14 1 15,14-1 1,0 0-16,0 0 16,-11 3-16,11-3 15,0 0-15,0 0 16,0 0-16,0 0 16,4 9-16</inkml:trace>
  <inkml:trace contextRef="#ctx0" brushRef="#br0" timeOffset="137581.51">13348 1068 0,'0'0'0,"0"0"0,0 0 16,0 0-16,0 0 16,0 0-16,-2 2 15,2-2-15,0 0 16,0 0-16,0 0 15,0 0 1,0 0-16,-3 6 16,3-6-16,0 8 15,0 2-15,0 5 16,1 2-16,0 2 16,4 0-16,0-3 15,2-4-15,-2-1 16,1-4-16,-6-7 15,10 9 1,-10-9-16,0 0 16,14 4-16,13-15 15,35-18-15,21-20 16,6-5-16,-2-2 16,6-3-16,-3 3 15,-5 9-15,-6 11 16,-3 4-16,-6 5 15,-9 5 1,-9 5-16,-7 3 16,-6 2-16,-6 2 15,-7 2-15,-6 3 16,-8 1-16,-12 4 16,14-4-16,-14 4 15,0 0-15,0 0 16,0 0-16,10-2 15,-10 2-15,0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</inkml:trace>
  <inkml:trace contextRef="#ctx0" brushRef="#br0" timeOffset="141415.26">13301 901 0,'0'0'0,"0"0"0,0 0 15,0 0-15,0 1 16,0-1-16,0 10 16,0-1-16,0 1 15,0 3-15,3-1 16,0 3-16,3 0 16,-2-3-16,0-1 15,3 1 1,-1-1-16,0-2 15,-1-1-15,0 0 16,0 0-16,1 0 16,-2 0-16,1-2 15,-5-6-15,6 10 16,-6-10-16,4 6 16,-4-6-16,0 0 15,1 6-15,-1-6 16,0 0-1,0 0-15,0 0 16,0 0-16,2 7 16,-2-7-16,0 0 15,3 8-15,-3-8 16,7 10-16,-7-10 16,7 10-16,-7-10 15,5 6 1,-5-6-16,0 0 15,0 0-15,0 0 16,0 0-16</inkml:trace>
  <inkml:trace contextRef="#ctx0" brushRef="#br0" timeOffset="143932.23">12216 1375 0,'0'0'0,"0"0"15,0 0-15,0 0 16,0 0-16,0 0 16,2 1-16,-2-1 15,0 0-15,0 0 16,0 0-16,0 0 15,0 0 1,0 0-16,0 0 16,0 0-16,0 0 15,0 0-15,0 0 16,0 0-16,0 0 16,0 0-16,0 0 15,0 0-15,0 0 16,0 0-16,0 0 15,0 0-15,0 0 16,0 0 0</inkml:trace>
  <inkml:trace contextRef="#ctx0" brushRef="#br0" timeOffset="145447.85">14901 1777 0,'0'0'0,"0"0"0,0 0 16,0 0 0,0 0-16,0 0 15,0 0-15,0 0 16,0 0-16,0 0 16,0 0-16,0 0 15,2 2-15,-2-2 16,0 0-16,0 0 15,10 3-15,5-1 16,9 2 0,6-1-16,4-1 15,0-2-15,-2-1 16,-7-1-16,-2 0 16,-4 1-16,1-1 15,-2 0-15,-1-1 16,-1 1-16,-4 1 15,-12 1-15,13-2 16,-13 2-16,0 0 16,0 0-1,0 0-15,7-8 16,-7 8-16,-9-12 16,2 4-16,0 1 15,0 1-15,7 6 16,-9-10-16,9 10 15,0 0-15,-8-6 16,8 6-16,0 0 16,0 0-1,0 0-15,0 0 16,0 0-16,10 0 16,2 4-16,1 1 15,0 1-15,-3 3 16,-2 0-16,-2 4 15,-6 0-15,-3 1 16,-3-2-16,-1-3 16</inkml:trace>
  <inkml:trace contextRef="#ctx0" brushRef="#br0" timeOffset="145948.03">15361 1618 0,'0'0'0,"0"0"16,0 0-1,0 0-15,0 0 16,2 0-16,-2 0 16,8 7-16,1 0 15,1 3-15,1 4 16,-1 3-16,-2 2 15,-2 4-15,-2 2 16,-2 1-16,-1-4 16,0-6-1,-1-4-15,0-4 16,0-8-16,0 9 16,0-9-16,0 0 15,0 0-15,0 0 16,0 0-16,16 0 15,-2-8-15,1-2 16,-1 1-16,-3 2 16,-1 1-1,-10 6-15,15-11 16,-15 11-16,12-5 16,-1 7-16,4 6 15,3 3-15,-1 5 16,-2 1-16,-2 0 15,-3-1-15,-3 0 16,-2-3-16,-3 2 16,0-1-1</inkml:trace>
  <inkml:trace contextRef="#ctx0" brushRef="#br0" timeOffset="146364.51">15739 1939 0,'0'0'0,"0"0"16,0 0-16,0 0 16,-4 0-16,4 0 15,0 0-15,-16 8 16,16-8-16,-9 7 15,9-7-15,-8 11 16,3-4-16,2 0 16,1 1-16,1 1 15,-1 2 1,2 1-16,2 1 16,-1 3-16,2-1 15,-1 1-15,1-1 16,-1 0-16,1-2 15,-2-1-15,-4-4 16,-6 1-16,-6 2 16,-6 1-16,-5-1 15,1-2 1,2-4-16,-1-1 16,0-7-16</inkml:trace>
  <inkml:trace contextRef="#ctx0" brushRef="#br0" timeOffset="148414.4">15341 1347 0,'0'0'0,"0"0"16,0 0-16,0 0 15,-5 0-15,-11 0 16,-16 0-16,-9 0 15,1-1-15,-3-3 16,-4-1-16,-7-2 16,-5-2-16,-4 0 15,-5-1-15,0 1 16,-4-1 0,-1 0-16,-1 1 15,-8 2-15,5 1 16,-4-1-16,4-1 15,0 2-15,2 0 16,-3-1-16,6 2 16,4-1-16,-1 0 15,4 0-15,-1-3 16,-1 1 0,6-1-16,-4-1 15,0 1-15,5 1 16,-4 0-16,5 1 15,2 0-15,-1 2 16,-1 2-16,4 0 16,2 1-16,4 1 15,5 0-15,3 0 16,4 1 0,2 0-16,3 0 15,4-1-15,4-2 16,5 0-16,4-1 15,4-1-15,11 5 16,-17-12-16,12 6 16,3-4-16,2-3 15,5-7-15,8-5 16,9-2-16,7-3 16,8 1-1,5 0-15,-2 6 16,-2 3-16,-5 6 15,-6 3-15,-6 4 16,-7 2-16,-4 3 16,-10 2-16,10-3 15,-10 3-15,0 0 16,0 0-16,-6 12 16,-17 1-1,-11 5-15,-10 0 16,-2 0-16,2-2 15,1-1-15,2-2 16,1-1-16,3-2 16,4 0-16,1-1 15,5 0-15,0 1 16,4-1-16,5 0 16,2-1-1,4-1-15,12-7 16,-14 9-16,14-9 15,-4 9-15,7-1 16,8 4-16,11 4 16,11 1-16,3-4 15,4-2-15,-4-3 16,-1 0-16,-6-3 16,-4 0-1,-3-1-15,-3 0 16,-1-1-16,-3 1 15,-1 0-15</inkml:trace>
  <inkml:trace contextRef="#ctx0" brushRef="#br0" timeOffset="150164.32">13050 924 0,'0'0'0,"0"0"0,0 0 0,-1 3 0,0 4 16,-3 5-16,1 4 15,-1 3 1,-1 0-16,1-2 15,0-1-15,2-3 16,0-2-16,1-2 16,0 0-16,0-3 15,1-6-15,0 12 16,1-6-16,1 1 16,2 1-16,3 1 15,3-1-15,13-4 16,17-7-16,21-10 15,20-14 1,11-11-16,9-12 16,6-6-16,4-5 15,-1-2-15,-8 6 16,-5 3-16,-12 7 16,-4 9-16,-5 9 15,-7 4-15,-7 7 16,-12 4-1,-7 4-15,-12 4 16,-8 2-16,-9 2 16,-14 2-16,15-1 15,-15 1-15,0 0 16,0 0-16,11 1 16,-11-1-16,0 0 15,0 0-15,0 0 16,0 0-1,0 0-15,0 0 16,0 0-16,0 0 16,0 0-16,0 0 15,0 0-15,0 0 16,0 0-16,0 0 16,0 0-16,0 0 15,0 0 1,0 0-16,0 0 15,0 0-15,0 0 16,0 0-16,0 0 16,0 0-16,0 0 15,0 0-15,0 0 16,0 0-16,1 6 16,-1-6-16,0 0 15,0 0 1,0 0-16,0 0 15,0 0-15,0 0 16,0 0-16,0 0 16,0 0-16,0 0 15,0 0-15,0 0 16,0 0-16,0 0 16,0 0-16,0 0 15,0 0 1,0 0-16,0 0 15,0 0-15,2-6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9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4" name="Google Shape;1594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7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7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7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8"/>
          <p:cNvSpPr txBox="1">
            <a:spLocks noGrp="1"/>
          </p:cNvSpPr>
          <p:nvPr>
            <p:ph type="body" idx="1"/>
          </p:nvPr>
        </p:nvSpPr>
        <p:spPr>
          <a:xfrm>
            <a:off x="942568" y="570179"/>
            <a:ext cx="3875404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8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8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9"/>
          <p:cNvSpPr txBox="1"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9"/>
          <p:cNvSpPr txBox="1">
            <a:spLocks noGrp="1"/>
          </p:cNvSpPr>
          <p:nvPr>
            <p:ph type="subTitle" idx="1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9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9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0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0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0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0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0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1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1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1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942568" y="570179"/>
            <a:ext cx="3875404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marR="0" lvl="1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marR="0" lvl="2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marR="0" lvl="3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marR="0" lvl="4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marR="0" lvl="5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marR="0" lvl="6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marR="0" lvl="7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marR="0" lvl="8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customXml" Target="../ink/ink1.xml"/><Relationship Id="rId4" Type="http://schemas.openxmlformats.org/officeDocument/2006/relationships/image" Target="../media/image14.png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4.png"/><Relationship Id="rId7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10" Type="http://schemas.openxmlformats.org/officeDocument/2006/relationships/image" Target="../media/image10.png"/><Relationship Id="rId4" Type="http://schemas.openxmlformats.org/officeDocument/2006/relationships/image" Target="../media/image30.png"/><Relationship Id="rId9" Type="http://schemas.openxmlformats.org/officeDocument/2006/relationships/image" Target="../media/image9.png"/><Relationship Id="rId1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4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7.png"/><Relationship Id="rId4" Type="http://schemas.openxmlformats.org/officeDocument/2006/relationships/image" Target="../media/image43.png"/><Relationship Id="rId9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9.xml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3.png"/><Relationship Id="rId4" Type="http://schemas.openxmlformats.org/officeDocument/2006/relationships/image" Target="../media/image59.png"/><Relationship Id="rId9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customXml" Target="../ink/ink12.xml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66.png"/><Relationship Id="rId15" Type="http://schemas.openxmlformats.org/officeDocument/2006/relationships/slide" Target="slide17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375052"/>
              <a:ext cx="3325495" cy="518159"/>
            </a:xfrm>
            <a:custGeom>
              <a:avLst/>
              <a:gdLst/>
              <a:ahLst/>
              <a:cxnLst/>
              <a:rect l="l" t="t" r="r" b="b"/>
              <a:pathLst>
                <a:path w="3325495" h="518160" extrusionOk="0">
                  <a:moveTo>
                    <a:pt x="0" y="517980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517980"/>
                  </a:lnTo>
                  <a:lnTo>
                    <a:pt x="0" y="51798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375052"/>
            <a:ext cx="3325495" cy="518159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5400" rIns="0" bIns="0" anchor="t" anchorCtr="0">
            <a:spAutoFit/>
          </a:bodyPr>
          <a:lstStyle/>
          <a:p>
            <a:pPr marL="880744" marR="691515" lvl="0" indent="-182245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small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Deep Neural Network Module # 7: RNN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166273" y="2288162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DNN Team</a:t>
            </a:r>
            <a:endParaRPr sz="950" b="0" i="0" u="none" strike="noStrike" cap="none">
              <a:solidFill>
                <a:srgbClr val="1B14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BITS Pilani WILP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400" cy="9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The instructor is gratefully acknowledging the authors who made their course materials freely available online.</a:t>
            </a:r>
            <a:endParaRPr sz="1050" b="0" i="0" u="none" strike="noStrike" cap="none">
              <a:solidFill>
                <a:srgbClr val="1B147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1B147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This deck is prepared by Seetha Parameswaran.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{806EB010-B201-4971-A2E3-822838E164C6}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6" name="Google Shape;76;p3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11747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equence</a:t>
            </a: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odeling</a:t>
            </a:r>
            <a:r>
              <a:rPr lang="en-US" sz="1400" b="0" i="0" u="none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747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equence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odels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heory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RNN A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RNN 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BPTT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idirectional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RNN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eep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tacked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RNN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9781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ated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ecurrent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(GRU)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9781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hort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erm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emory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(LSTM)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eries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orecasting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omparison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8" name="Google Shape;78;p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otivation</a:t>
            </a:r>
            <a:r>
              <a:rPr lang="en-US">
                <a:solidFill>
                  <a:srgbClr val="FFFFFF"/>
                </a:solidFill>
              </a:rPr>
              <a:t>: 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equence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88" name="Google Shape;88;p4"/>
          <p:cNvGrpSpPr/>
          <p:nvPr/>
        </p:nvGrpSpPr>
        <p:grpSpPr>
          <a:xfrm>
            <a:off x="513702" y="542988"/>
            <a:ext cx="1310874" cy="2189622"/>
            <a:chOff x="513702" y="542988"/>
            <a:chExt cx="1310874" cy="2189622"/>
          </a:xfrm>
        </p:grpSpPr>
        <p:pic>
          <p:nvPicPr>
            <p:cNvPr id="89" name="Google Shape;89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429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5868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7702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4"/>
            <p:cNvSpPr/>
            <p:nvPr/>
          </p:nvSpPr>
          <p:spPr>
            <a:xfrm>
              <a:off x="1497551" y="2540205"/>
              <a:ext cx="327025" cy="192405"/>
            </a:xfrm>
            <a:custGeom>
              <a:avLst/>
              <a:gdLst/>
              <a:ahLst/>
              <a:cxnLst/>
              <a:rect l="l" t="t" r="r" b="b"/>
              <a:pathLst>
                <a:path w="327025" h="192405" extrusionOk="0">
                  <a:moveTo>
                    <a:pt x="27592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75920" y="192069"/>
                  </a:lnTo>
                  <a:lnTo>
                    <a:pt x="295621" y="188091"/>
                  </a:lnTo>
                  <a:lnTo>
                    <a:pt x="311708" y="177245"/>
                  </a:lnTo>
                  <a:lnTo>
                    <a:pt x="322554" y="161158"/>
                  </a:lnTo>
                  <a:lnTo>
                    <a:pt x="326531" y="141458"/>
                  </a:lnTo>
                  <a:lnTo>
                    <a:pt x="326531" y="50610"/>
                  </a:lnTo>
                  <a:lnTo>
                    <a:pt x="322554" y="30910"/>
                  </a:lnTo>
                  <a:lnTo>
                    <a:pt x="311708" y="14823"/>
                  </a:lnTo>
                  <a:lnTo>
                    <a:pt x="295621" y="3977"/>
                  </a:lnTo>
                  <a:lnTo>
                    <a:pt x="27592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497551" y="2540205"/>
              <a:ext cx="327025" cy="192405"/>
            </a:xfrm>
            <a:custGeom>
              <a:avLst/>
              <a:gdLst/>
              <a:ahLst/>
              <a:cxnLst/>
              <a:rect l="l" t="t" r="r" b="b"/>
              <a:pathLst>
                <a:path w="327025" h="192405" extrusionOk="0">
                  <a:moveTo>
                    <a:pt x="27592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75920" y="192069"/>
                  </a:lnTo>
                  <a:lnTo>
                    <a:pt x="295621" y="188091"/>
                  </a:lnTo>
                  <a:lnTo>
                    <a:pt x="311708" y="177245"/>
                  </a:lnTo>
                  <a:lnTo>
                    <a:pt x="322554" y="161158"/>
                  </a:lnTo>
                  <a:lnTo>
                    <a:pt x="326531" y="141458"/>
                  </a:lnTo>
                  <a:lnTo>
                    <a:pt x="326531" y="50610"/>
                  </a:lnTo>
                  <a:lnTo>
                    <a:pt x="322554" y="30910"/>
                  </a:lnTo>
                  <a:lnTo>
                    <a:pt x="311708" y="14823"/>
                  </a:lnTo>
                  <a:lnTo>
                    <a:pt x="295621" y="3977"/>
                  </a:lnTo>
                  <a:lnTo>
                    <a:pt x="27592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631926" y="443484"/>
            <a:ext cx="4488180" cy="143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25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Many real-world problems involve sequential data: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80340" marR="0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Natural Language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cat sat on the </a:t>
            </a:r>
            <a:r>
              <a:rPr lang="en-US" sz="95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803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Time Series Forecasting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Stock prices, temperature prediction, sensor data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803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Speech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Audio signals over time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803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Video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Frame sequences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5400" marR="2165350" lvl="0" indent="154940" algn="l" rtl="0">
              <a:lnSpc>
                <a:spcPct val="1163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Genomics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DNA/protein sequences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Key characteristic: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Order matters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Dependencies exist across time steps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530388" y="2535128"/>
            <a:ext cx="26098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6" name="Google Shape;96;p4"/>
          <p:cNvGrpSpPr/>
          <p:nvPr/>
        </p:nvGrpSpPr>
        <p:grpSpPr>
          <a:xfrm>
            <a:off x="1956135" y="2543861"/>
            <a:ext cx="1124752" cy="184785"/>
            <a:chOff x="1956135" y="2543861"/>
            <a:chExt cx="1124752" cy="184785"/>
          </a:xfrm>
        </p:grpSpPr>
        <p:sp>
          <p:nvSpPr>
            <p:cNvPr id="97" name="Google Shape;97;p4"/>
            <p:cNvSpPr/>
            <p:nvPr/>
          </p:nvSpPr>
          <p:spPr>
            <a:xfrm>
              <a:off x="1956135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956135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388142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388142" y="2543861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 extrusionOk="0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" name="Google Shape;101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832787" y="2550042"/>
              <a:ext cx="248100" cy="1723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4"/>
          <p:cNvSpPr txBox="1"/>
          <p:nvPr/>
        </p:nvSpPr>
        <p:spPr>
          <a:xfrm>
            <a:off x="1988975" y="2499785"/>
            <a:ext cx="10566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cat	sat	</a:t>
            </a:r>
            <a:r>
              <a:rPr lang="en-US" sz="1575" b="0" i="0" u="none" strike="noStrike" cap="none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</a:t>
            </a:r>
            <a:endParaRPr sz="1575" b="0" i="0" u="none" strike="noStrike" cap="none" baseline="30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>
            <a:off x="3248331" y="2540206"/>
            <a:ext cx="281305" cy="192405"/>
            <a:chOff x="3248331" y="2540206"/>
            <a:chExt cx="281305" cy="192405"/>
          </a:xfrm>
        </p:grpSpPr>
        <p:sp>
          <p:nvSpPr>
            <p:cNvPr id="104" name="Google Shape;104;p4"/>
            <p:cNvSpPr/>
            <p:nvPr/>
          </p:nvSpPr>
          <p:spPr>
            <a:xfrm>
              <a:off x="3248331" y="2540206"/>
              <a:ext cx="281305" cy="192405"/>
            </a:xfrm>
            <a:custGeom>
              <a:avLst/>
              <a:gdLst/>
              <a:ahLst/>
              <a:cxnLst/>
              <a:rect l="l" t="t" r="r" b="b"/>
              <a:pathLst>
                <a:path w="281304" h="192405" extrusionOk="0">
                  <a:moveTo>
                    <a:pt x="2304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30415" y="192069"/>
                  </a:lnTo>
                  <a:lnTo>
                    <a:pt x="250116" y="188091"/>
                  </a:lnTo>
                  <a:lnTo>
                    <a:pt x="266203" y="177245"/>
                  </a:lnTo>
                  <a:lnTo>
                    <a:pt x="277049" y="161158"/>
                  </a:lnTo>
                  <a:lnTo>
                    <a:pt x="281026" y="141458"/>
                  </a:lnTo>
                  <a:lnTo>
                    <a:pt x="281026" y="50610"/>
                  </a:lnTo>
                  <a:lnTo>
                    <a:pt x="277049" y="30910"/>
                  </a:lnTo>
                  <a:lnTo>
                    <a:pt x="266203" y="14823"/>
                  </a:lnTo>
                  <a:lnTo>
                    <a:pt x="250116" y="3977"/>
                  </a:lnTo>
                  <a:lnTo>
                    <a:pt x="230415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248331" y="2540206"/>
              <a:ext cx="281305" cy="192405"/>
            </a:xfrm>
            <a:custGeom>
              <a:avLst/>
              <a:gdLst/>
              <a:ahLst/>
              <a:cxnLst/>
              <a:rect l="l" t="t" r="r" b="b"/>
              <a:pathLst>
                <a:path w="281304" h="192405" extrusionOk="0">
                  <a:moveTo>
                    <a:pt x="2304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30415" y="192069"/>
                  </a:lnTo>
                  <a:lnTo>
                    <a:pt x="250116" y="188091"/>
                  </a:lnTo>
                  <a:lnTo>
                    <a:pt x="266203" y="177245"/>
                  </a:lnTo>
                  <a:lnTo>
                    <a:pt x="277049" y="161158"/>
                  </a:lnTo>
                  <a:lnTo>
                    <a:pt x="281026" y="141458"/>
                  </a:lnTo>
                  <a:lnTo>
                    <a:pt x="281026" y="50610"/>
                  </a:lnTo>
                  <a:lnTo>
                    <a:pt x="277049" y="30910"/>
                  </a:lnTo>
                  <a:lnTo>
                    <a:pt x="266203" y="14823"/>
                  </a:lnTo>
                  <a:lnTo>
                    <a:pt x="250116" y="3977"/>
                  </a:lnTo>
                  <a:lnTo>
                    <a:pt x="23041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4"/>
          <p:cNvSpPr txBox="1"/>
          <p:nvPr/>
        </p:nvSpPr>
        <p:spPr>
          <a:xfrm>
            <a:off x="3281146" y="2535128"/>
            <a:ext cx="2159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34789" y="2538802"/>
            <a:ext cx="172125" cy="19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3770134" y="2536258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9" name="Google Shape;109;p4"/>
          <p:cNvGrpSpPr/>
          <p:nvPr/>
        </p:nvGrpSpPr>
        <p:grpSpPr>
          <a:xfrm>
            <a:off x="0" y="2180708"/>
            <a:ext cx="5760261" cy="1053303"/>
            <a:chOff x="0" y="2180708"/>
            <a:chExt cx="5760261" cy="1053303"/>
          </a:xfrm>
        </p:grpSpPr>
        <p:sp>
          <p:nvSpPr>
            <p:cNvPr id="110" name="Google Shape;110;p4"/>
            <p:cNvSpPr/>
            <p:nvPr/>
          </p:nvSpPr>
          <p:spPr>
            <a:xfrm>
              <a:off x="1778249" y="2180708"/>
              <a:ext cx="1949450" cy="377190"/>
            </a:xfrm>
            <a:custGeom>
              <a:avLst/>
              <a:gdLst/>
              <a:ahLst/>
              <a:cxnLst/>
              <a:rect l="l" t="t" r="r" b="b"/>
              <a:pathLst>
                <a:path w="1949450" h="377189" extrusionOk="0">
                  <a:moveTo>
                    <a:pt x="0" y="356961"/>
                  </a:moveTo>
                  <a:lnTo>
                    <a:pt x="39833" y="325399"/>
                  </a:lnTo>
                  <a:lnTo>
                    <a:pt x="80203" y="295303"/>
                  </a:lnTo>
                  <a:lnTo>
                    <a:pt x="121083" y="266671"/>
                  </a:lnTo>
                  <a:lnTo>
                    <a:pt x="162446" y="239504"/>
                  </a:lnTo>
                  <a:lnTo>
                    <a:pt x="204265" y="213801"/>
                  </a:lnTo>
                  <a:lnTo>
                    <a:pt x="246516" y="189560"/>
                  </a:lnTo>
                  <a:lnTo>
                    <a:pt x="289171" y="166782"/>
                  </a:lnTo>
                  <a:lnTo>
                    <a:pt x="332203" y="145464"/>
                  </a:lnTo>
                  <a:lnTo>
                    <a:pt x="375588" y="125607"/>
                  </a:lnTo>
                  <a:lnTo>
                    <a:pt x="419297" y="107209"/>
                  </a:lnTo>
                  <a:lnTo>
                    <a:pt x="463305" y="90270"/>
                  </a:lnTo>
                  <a:lnTo>
                    <a:pt x="507585" y="74790"/>
                  </a:lnTo>
                  <a:lnTo>
                    <a:pt x="552111" y="60766"/>
                  </a:lnTo>
                  <a:lnTo>
                    <a:pt x="596857" y="48199"/>
                  </a:lnTo>
                  <a:lnTo>
                    <a:pt x="641796" y="37087"/>
                  </a:lnTo>
                  <a:lnTo>
                    <a:pt x="686902" y="27431"/>
                  </a:lnTo>
                  <a:lnTo>
                    <a:pt x="732149" y="19228"/>
                  </a:lnTo>
                  <a:lnTo>
                    <a:pt x="777509" y="12479"/>
                  </a:lnTo>
                  <a:lnTo>
                    <a:pt x="822957" y="7182"/>
                  </a:lnTo>
                  <a:lnTo>
                    <a:pt x="868467" y="3337"/>
                  </a:lnTo>
                  <a:lnTo>
                    <a:pt x="914011" y="943"/>
                  </a:lnTo>
                  <a:lnTo>
                    <a:pt x="959564" y="0"/>
                  </a:lnTo>
                  <a:lnTo>
                    <a:pt x="1005100" y="505"/>
                  </a:lnTo>
                  <a:lnTo>
                    <a:pt x="1050591" y="2459"/>
                  </a:lnTo>
                  <a:lnTo>
                    <a:pt x="1096011" y="5861"/>
                  </a:lnTo>
                  <a:lnTo>
                    <a:pt x="1141335" y="10710"/>
                  </a:lnTo>
                  <a:lnTo>
                    <a:pt x="1186535" y="17004"/>
                  </a:lnTo>
                  <a:lnTo>
                    <a:pt x="1231586" y="24745"/>
                  </a:lnTo>
                  <a:lnTo>
                    <a:pt x="1276460" y="33930"/>
                  </a:lnTo>
                  <a:lnTo>
                    <a:pt x="1321132" y="44559"/>
                  </a:lnTo>
                  <a:lnTo>
                    <a:pt x="1365575" y="56631"/>
                  </a:lnTo>
                  <a:lnTo>
                    <a:pt x="1409763" y="70145"/>
                  </a:lnTo>
                  <a:lnTo>
                    <a:pt x="1453670" y="85101"/>
                  </a:lnTo>
                  <a:lnTo>
                    <a:pt x="1497268" y="101497"/>
                  </a:lnTo>
                  <a:lnTo>
                    <a:pt x="1540533" y="119333"/>
                  </a:lnTo>
                  <a:lnTo>
                    <a:pt x="1583436" y="138609"/>
                  </a:lnTo>
                  <a:lnTo>
                    <a:pt x="1625952" y="159322"/>
                  </a:lnTo>
                  <a:lnTo>
                    <a:pt x="1668055" y="181474"/>
                  </a:lnTo>
                  <a:lnTo>
                    <a:pt x="1709719" y="205062"/>
                  </a:lnTo>
                  <a:lnTo>
                    <a:pt x="1750915" y="230086"/>
                  </a:lnTo>
                  <a:lnTo>
                    <a:pt x="1791620" y="256545"/>
                  </a:lnTo>
                  <a:lnTo>
                    <a:pt x="1831805" y="284438"/>
                  </a:lnTo>
                  <a:lnTo>
                    <a:pt x="1871445" y="313766"/>
                  </a:lnTo>
                  <a:lnTo>
                    <a:pt x="1910513" y="344526"/>
                  </a:lnTo>
                  <a:lnTo>
                    <a:pt x="1948983" y="376718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680735" y="2509659"/>
              <a:ext cx="52069" cy="60325"/>
            </a:xfrm>
            <a:custGeom>
              <a:avLst/>
              <a:gdLst/>
              <a:ahLst/>
              <a:cxnLst/>
              <a:rect l="l" t="t" r="r" b="b"/>
              <a:pathLst>
                <a:path w="52070" h="60325" extrusionOk="0">
                  <a:moveTo>
                    <a:pt x="51600" y="0"/>
                  </a:moveTo>
                  <a:lnTo>
                    <a:pt x="45770" y="15473"/>
                  </a:lnTo>
                  <a:lnTo>
                    <a:pt x="44196" y="29154"/>
                  </a:lnTo>
                  <a:lnTo>
                    <a:pt x="46006" y="41027"/>
                  </a:lnTo>
                  <a:lnTo>
                    <a:pt x="50329" y="51072"/>
                  </a:lnTo>
                  <a:lnTo>
                    <a:pt x="39758" y="48273"/>
                  </a:lnTo>
                  <a:lnTo>
                    <a:pt x="27748" y="48228"/>
                  </a:lnTo>
                  <a:lnTo>
                    <a:pt x="14447" y="51797"/>
                  </a:lnTo>
                  <a:lnTo>
                    <a:pt x="0" y="5984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2228308" y="2304248"/>
              <a:ext cx="1498600" cy="266065"/>
            </a:xfrm>
            <a:custGeom>
              <a:avLst/>
              <a:gdLst/>
              <a:ahLst/>
              <a:cxnLst/>
              <a:rect l="l" t="t" r="r" b="b"/>
              <a:pathLst>
                <a:path w="1498600" h="266064" extrusionOk="0">
                  <a:moveTo>
                    <a:pt x="0" y="237076"/>
                  </a:moveTo>
                  <a:lnTo>
                    <a:pt x="43432" y="209098"/>
                  </a:lnTo>
                  <a:lnTo>
                    <a:pt x="87103" y="182881"/>
                  </a:lnTo>
                  <a:lnTo>
                    <a:pt x="130995" y="158423"/>
                  </a:lnTo>
                  <a:lnTo>
                    <a:pt x="175089" y="135723"/>
                  </a:lnTo>
                  <a:lnTo>
                    <a:pt x="219367" y="114781"/>
                  </a:lnTo>
                  <a:lnTo>
                    <a:pt x="263808" y="95594"/>
                  </a:lnTo>
                  <a:lnTo>
                    <a:pt x="308395" y="78162"/>
                  </a:lnTo>
                  <a:lnTo>
                    <a:pt x="353108" y="62482"/>
                  </a:lnTo>
                  <a:lnTo>
                    <a:pt x="397930" y="48555"/>
                  </a:lnTo>
                  <a:lnTo>
                    <a:pt x="442840" y="36378"/>
                  </a:lnTo>
                  <a:lnTo>
                    <a:pt x="487820" y="25950"/>
                  </a:lnTo>
                  <a:lnTo>
                    <a:pt x="532852" y="17269"/>
                  </a:lnTo>
                  <a:lnTo>
                    <a:pt x="577916" y="10336"/>
                  </a:lnTo>
                  <a:lnTo>
                    <a:pt x="622994" y="5147"/>
                  </a:lnTo>
                  <a:lnTo>
                    <a:pt x="668066" y="1702"/>
                  </a:lnTo>
                  <a:lnTo>
                    <a:pt x="713115" y="0"/>
                  </a:lnTo>
                  <a:lnTo>
                    <a:pt x="758121" y="38"/>
                  </a:lnTo>
                  <a:lnTo>
                    <a:pt x="803065" y="1817"/>
                  </a:lnTo>
                  <a:lnTo>
                    <a:pt x="847929" y="5334"/>
                  </a:lnTo>
                  <a:lnTo>
                    <a:pt x="892693" y="10588"/>
                  </a:lnTo>
                  <a:lnTo>
                    <a:pt x="937340" y="17578"/>
                  </a:lnTo>
                  <a:lnTo>
                    <a:pt x="981849" y="26303"/>
                  </a:lnTo>
                  <a:lnTo>
                    <a:pt x="1026203" y="36761"/>
                  </a:lnTo>
                  <a:lnTo>
                    <a:pt x="1070383" y="48950"/>
                  </a:lnTo>
                  <a:lnTo>
                    <a:pt x="1114368" y="62871"/>
                  </a:lnTo>
                  <a:lnTo>
                    <a:pt x="1158142" y="78520"/>
                  </a:lnTo>
                  <a:lnTo>
                    <a:pt x="1201685" y="95898"/>
                  </a:lnTo>
                  <a:lnTo>
                    <a:pt x="1244978" y="115002"/>
                  </a:lnTo>
                  <a:lnTo>
                    <a:pt x="1288002" y="135832"/>
                  </a:lnTo>
                  <a:lnTo>
                    <a:pt x="1330738" y="158385"/>
                  </a:lnTo>
                  <a:lnTo>
                    <a:pt x="1373169" y="182661"/>
                  </a:lnTo>
                  <a:lnTo>
                    <a:pt x="1415274" y="208658"/>
                  </a:lnTo>
                  <a:lnTo>
                    <a:pt x="1457035" y="236376"/>
                  </a:lnTo>
                  <a:lnTo>
                    <a:pt x="1498434" y="265812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681324" y="2522042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5" extrusionOk="0">
                  <a:moveTo>
                    <a:pt x="46800" y="0"/>
                  </a:moveTo>
                  <a:lnTo>
                    <a:pt x="42188" y="15878"/>
                  </a:lnTo>
                  <a:lnTo>
                    <a:pt x="41680" y="29640"/>
                  </a:lnTo>
                  <a:lnTo>
                    <a:pt x="44407" y="41336"/>
                  </a:lnTo>
                  <a:lnTo>
                    <a:pt x="49496" y="51015"/>
                  </a:lnTo>
                  <a:lnTo>
                    <a:pt x="38740" y="49046"/>
                  </a:lnTo>
                  <a:lnTo>
                    <a:pt x="26763" y="49933"/>
                  </a:lnTo>
                  <a:lnTo>
                    <a:pt x="13779" y="54523"/>
                  </a:lnTo>
                  <a:lnTo>
                    <a:pt x="0" y="63663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664101" y="2413195"/>
              <a:ext cx="1062355" cy="168275"/>
            </a:xfrm>
            <a:custGeom>
              <a:avLst/>
              <a:gdLst/>
              <a:ahLst/>
              <a:cxnLst/>
              <a:rect l="l" t="t" r="r" b="b"/>
              <a:pathLst>
                <a:path w="1062354" h="168275" extrusionOk="0">
                  <a:moveTo>
                    <a:pt x="0" y="142747"/>
                  </a:moveTo>
                  <a:lnTo>
                    <a:pt x="47981" y="117958"/>
                  </a:lnTo>
                  <a:lnTo>
                    <a:pt x="95705" y="95539"/>
                  </a:lnTo>
                  <a:lnTo>
                    <a:pt x="143185" y="75486"/>
                  </a:lnTo>
                  <a:lnTo>
                    <a:pt x="190435" y="57797"/>
                  </a:lnTo>
                  <a:lnTo>
                    <a:pt x="237468" y="42471"/>
                  </a:lnTo>
                  <a:lnTo>
                    <a:pt x="284297" y="29505"/>
                  </a:lnTo>
                  <a:lnTo>
                    <a:pt x="330937" y="18896"/>
                  </a:lnTo>
                  <a:lnTo>
                    <a:pt x="377399" y="10644"/>
                  </a:lnTo>
                  <a:lnTo>
                    <a:pt x="423697" y="4745"/>
                  </a:lnTo>
                  <a:lnTo>
                    <a:pt x="469846" y="1197"/>
                  </a:lnTo>
                  <a:lnTo>
                    <a:pt x="515857" y="0"/>
                  </a:lnTo>
                  <a:lnTo>
                    <a:pt x="561745" y="1149"/>
                  </a:lnTo>
                  <a:lnTo>
                    <a:pt x="607523" y="4643"/>
                  </a:lnTo>
                  <a:lnTo>
                    <a:pt x="653204" y="10480"/>
                  </a:lnTo>
                  <a:lnTo>
                    <a:pt x="698801" y="18659"/>
                  </a:lnTo>
                  <a:lnTo>
                    <a:pt x="744328" y="29175"/>
                  </a:lnTo>
                  <a:lnTo>
                    <a:pt x="789799" y="42029"/>
                  </a:lnTo>
                  <a:lnTo>
                    <a:pt x="835226" y="57217"/>
                  </a:lnTo>
                  <a:lnTo>
                    <a:pt x="880624" y="74737"/>
                  </a:lnTo>
                  <a:lnTo>
                    <a:pt x="926004" y="94587"/>
                  </a:lnTo>
                  <a:lnTo>
                    <a:pt x="971381" y="116765"/>
                  </a:lnTo>
                  <a:lnTo>
                    <a:pt x="1016768" y="141269"/>
                  </a:lnTo>
                  <a:lnTo>
                    <a:pt x="1062179" y="16809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682291" y="2533322"/>
              <a:ext cx="48895" cy="67310"/>
            </a:xfrm>
            <a:custGeom>
              <a:avLst/>
              <a:gdLst/>
              <a:ahLst/>
              <a:cxnLst/>
              <a:rect l="l" t="t" r="r" b="b"/>
              <a:pathLst>
                <a:path w="48895" h="67310" extrusionOk="0">
                  <a:moveTo>
                    <a:pt x="41446" y="0"/>
                  </a:moveTo>
                  <a:lnTo>
                    <a:pt x="38146" y="16201"/>
                  </a:lnTo>
                  <a:lnTo>
                    <a:pt x="38764" y="29959"/>
                  </a:lnTo>
                  <a:lnTo>
                    <a:pt x="42436" y="41393"/>
                  </a:lnTo>
                  <a:lnTo>
                    <a:pt x="48298" y="50624"/>
                  </a:lnTo>
                  <a:lnTo>
                    <a:pt x="37417" y="49539"/>
                  </a:lnTo>
                  <a:lnTo>
                    <a:pt x="25553" y="51401"/>
                  </a:lnTo>
                  <a:lnTo>
                    <a:pt x="12987" y="57036"/>
                  </a:lnTo>
                  <a:lnTo>
                    <a:pt x="0" y="67270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080963" y="2505591"/>
              <a:ext cx="645160" cy="86360"/>
            </a:xfrm>
            <a:custGeom>
              <a:avLst/>
              <a:gdLst/>
              <a:ahLst/>
              <a:cxnLst/>
              <a:rect l="l" t="t" r="r" b="b"/>
              <a:pathLst>
                <a:path w="645160" h="86360" extrusionOk="0">
                  <a:moveTo>
                    <a:pt x="0" y="72847"/>
                  </a:moveTo>
                  <a:lnTo>
                    <a:pt x="49667" y="52651"/>
                  </a:lnTo>
                  <a:lnTo>
                    <a:pt x="98126" y="35726"/>
                  </a:lnTo>
                  <a:lnTo>
                    <a:pt x="145541" y="22068"/>
                  </a:lnTo>
                  <a:lnTo>
                    <a:pt x="192076" y="11671"/>
                  </a:lnTo>
                  <a:lnTo>
                    <a:pt x="237892" y="4531"/>
                  </a:lnTo>
                  <a:lnTo>
                    <a:pt x="283155" y="642"/>
                  </a:lnTo>
                  <a:lnTo>
                    <a:pt x="328026" y="0"/>
                  </a:lnTo>
                  <a:lnTo>
                    <a:pt x="372668" y="2599"/>
                  </a:lnTo>
                  <a:lnTo>
                    <a:pt x="417247" y="8434"/>
                  </a:lnTo>
                  <a:lnTo>
                    <a:pt x="461923" y="17502"/>
                  </a:lnTo>
                  <a:lnTo>
                    <a:pt x="506862" y="29796"/>
                  </a:lnTo>
                  <a:lnTo>
                    <a:pt x="552225" y="45311"/>
                  </a:lnTo>
                  <a:lnTo>
                    <a:pt x="598177" y="64043"/>
                  </a:lnTo>
                  <a:lnTo>
                    <a:pt x="644881" y="85987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7" name="Google Shape;117;p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26926" y="2538963"/>
              <a:ext cx="208505" cy="104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 txBox="1"/>
          <p:nvPr/>
        </p:nvSpPr>
        <p:spPr>
          <a:xfrm>
            <a:off x="3409734" y="2842461"/>
            <a:ext cx="82296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Dependencies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323DA1-F674-EAE9-4AEA-FEE2AD14B74A}"/>
                  </a:ext>
                </a:extLst>
              </p14:cNvPr>
              <p14:cNvContentPartPr/>
              <p14:nvPr/>
            </p14:nvContentPartPr>
            <p14:xfrm>
              <a:off x="3888000" y="1171080"/>
              <a:ext cx="1174320" cy="38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323DA1-F674-EAE9-4AEA-FEE2AD14B7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78640" y="1161720"/>
                <a:ext cx="1193040" cy="40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eedforward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ail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>
            <a:off x="513702" y="916927"/>
            <a:ext cx="69291" cy="1583804"/>
            <a:chOff x="513702" y="916927"/>
            <a:chExt cx="69291" cy="1583804"/>
          </a:xfrm>
        </p:grpSpPr>
        <p:pic>
          <p:nvPicPr>
            <p:cNvPr id="130" name="Google Shape;130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9169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6684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43144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5"/>
          <p:cNvSpPr txBox="1"/>
          <p:nvPr/>
        </p:nvSpPr>
        <p:spPr>
          <a:xfrm>
            <a:off x="619226" y="789684"/>
            <a:ext cx="37839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issues: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Fixed input size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Cannot handle variable-length sequences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No memory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Each input processed independently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No parameter sharing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Different weights for each position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638175" lvl="0" indent="0" algn="ctr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 Problem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Predict next word in a sentence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607695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        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Input: ”I grew up in France, so I speak fluent </a:t>
            </a:r>
            <a:r>
              <a:rPr lang="en-US" sz="95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Need context from 7 words back (”France”) to predict ”French”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Feedforward network treats each position independently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We need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 model that can remember past information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5" name="Google Shape;135;p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695417" y="3137672"/>
            <a:ext cx="25082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/ 96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AEC730-D15F-880F-20A2-A2F6181808A0}"/>
                  </a:ext>
                </a:extLst>
              </p14:cNvPr>
              <p14:cNvContentPartPr/>
              <p14:nvPr/>
            </p14:nvContentPartPr>
            <p14:xfrm>
              <a:off x="3695400" y="564480"/>
              <a:ext cx="1980360" cy="205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AEC730-D15F-880F-20A2-A2F6181808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6040" y="555120"/>
                <a:ext cx="1999080" cy="207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emporal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ependencies</a:t>
            </a:r>
            <a:endParaRPr/>
          </a:p>
        </p:txBody>
      </p:sp>
      <p:grpSp>
        <p:nvGrpSpPr>
          <p:cNvPr id="145" name="Google Shape;145;p6"/>
          <p:cNvGrpSpPr/>
          <p:nvPr/>
        </p:nvGrpSpPr>
        <p:grpSpPr>
          <a:xfrm>
            <a:off x="513702" y="879678"/>
            <a:ext cx="69291" cy="1675002"/>
            <a:chOff x="513702" y="879678"/>
            <a:chExt cx="69291" cy="1675002"/>
          </a:xfrm>
        </p:grpSpPr>
        <p:pic>
          <p:nvPicPr>
            <p:cNvPr id="146" name="Google Shape;146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796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42039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9725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48538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6"/>
          <p:cNvSpPr txBox="1"/>
          <p:nvPr/>
        </p:nvSpPr>
        <p:spPr>
          <a:xfrm>
            <a:off x="581126" y="771072"/>
            <a:ext cx="4556100" cy="18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Short-term dependencies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Information needed is recent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1140" marR="0" lvl="0" indent="0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”The clouds are in the </a:t>
            </a:r>
            <a:r>
              <a:rPr lang="en-US" sz="95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”sky”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Long-term dependencies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Information needed is far back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1140" marR="0" lvl="0" indent="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”I grew up in France...   I speak fluent </a:t>
            </a:r>
            <a:r>
              <a:rPr lang="en-US" sz="95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”French”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6200" marR="304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Challenge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Model must learn to remember relevant information and forget irrelevant information.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Different sequence lengths require flexible architectures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1" name="Google Shape;151;p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2" name="Google Shape;152;p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5E84F2-6421-D573-9935-CABD2D719299}"/>
                  </a:ext>
                </a:extLst>
              </p14:cNvPr>
              <p14:cNvContentPartPr/>
              <p14:nvPr/>
            </p14:nvContentPartPr>
            <p14:xfrm>
              <a:off x="345240" y="401040"/>
              <a:ext cx="4930560" cy="971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5E84F2-6421-D573-9935-CABD2D7192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5880" y="391680"/>
                <a:ext cx="4949280" cy="99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7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{806EB010-B201-4971-A2E3-822838E164C6}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3" name="Google Shape;173;p7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11747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equence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odeling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747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equence</a:t>
            </a: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odels</a:t>
            </a: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heory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RNN A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RNN 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BPTT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idirectional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RNN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eep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tacked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RNN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9781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ated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ecurrent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(GRU)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9781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hort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erm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emory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(LSTM)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eries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orecasting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omparison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5" name="Google Shape;175;p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utoregressive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endParaRPr/>
          </a:p>
        </p:txBody>
      </p:sp>
      <p:grpSp>
        <p:nvGrpSpPr>
          <p:cNvPr id="185" name="Google Shape;185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6" name="Google Shape;186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96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550235"/>
            <a:ext cx="5461002" cy="24123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0FB78D-A63E-73BB-E42D-10AB2BE04615}"/>
                  </a:ext>
                </a:extLst>
              </p14:cNvPr>
              <p14:cNvContentPartPr/>
              <p14:nvPr/>
            </p14:nvContentPartPr>
            <p14:xfrm>
              <a:off x="232200" y="402840"/>
              <a:ext cx="5479920" cy="1343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0FB78D-A63E-73BB-E42D-10AB2BE046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840" y="393480"/>
                <a:ext cx="5498640" cy="136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utoregressive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: 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97" name="Google Shape;197;p9"/>
          <p:cNvGrpSpPr/>
          <p:nvPr/>
        </p:nvGrpSpPr>
        <p:grpSpPr>
          <a:xfrm>
            <a:off x="0" y="565734"/>
            <a:ext cx="5760261" cy="2668277"/>
            <a:chOff x="0" y="565734"/>
            <a:chExt cx="5760261" cy="2668277"/>
          </a:xfrm>
        </p:grpSpPr>
        <p:pic>
          <p:nvPicPr>
            <p:cNvPr id="198" name="Google Shape;198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657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76282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9599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9"/>
          <p:cNvSpPr txBox="1"/>
          <p:nvPr/>
        </p:nvSpPr>
        <p:spPr>
          <a:xfrm>
            <a:off x="631926" y="455090"/>
            <a:ext cx="4260900" cy="2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5400" marR="2343150" lvl="0" indent="0" algn="just" rtl="0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Sequence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cat sat on the”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Predict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Next word (e.g., ”mat”)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Autoregressive decomposition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57530" marR="0" lvl="0" indent="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the, mat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53310" marR="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53310" marR="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5331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53310" marR="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53310" marR="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80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word depends on ALL previous words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803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History grows with sequence length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2376B2-EA61-79F7-8868-8093A47D068B}"/>
                  </a:ext>
                </a:extLst>
              </p14:cNvPr>
              <p14:cNvContentPartPr/>
              <p14:nvPr/>
            </p14:nvContentPartPr>
            <p14:xfrm>
              <a:off x="3348360" y="1268280"/>
              <a:ext cx="768960" cy="83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2376B2-EA61-79F7-8868-8093A47D06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39000" y="1258920"/>
                <a:ext cx="787680" cy="85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arkov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ssumption</a:t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0" y="815187"/>
            <a:ext cx="5760261" cy="2418824"/>
            <a:chOff x="0" y="815187"/>
            <a:chExt cx="5760261" cy="2418824"/>
          </a:xfrm>
        </p:grpSpPr>
        <p:pic>
          <p:nvPicPr>
            <p:cNvPr id="213" name="Google Shape;213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151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366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70719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3777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5992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10"/>
          <p:cNvSpPr txBox="1"/>
          <p:nvPr/>
        </p:nvSpPr>
        <p:spPr>
          <a:xfrm>
            <a:off x="644626" y="680236"/>
            <a:ext cx="2962910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Simplification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Limit the context window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First-order Markov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Only immediate past matters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10</a:t>
            </a:fld>
            <a:r>
              <a:rPr lang="en-US"/>
              <a:t> / 96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2051037" y="1279192"/>
            <a:ext cx="1955164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5220322" y="1294376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(3)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644626" y="1629668"/>
            <a:ext cx="23602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-th order Markov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Last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steps matter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761300" y="1949775"/>
            <a:ext cx="2621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5220322" y="1964961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(4)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644626" y="2242806"/>
            <a:ext cx="3605529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Advantage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Fixed-size context, tractable computation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Disadvantage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May lose important long-term dependencies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8DD04F-98FE-80B3-4909-13E7F1E9C9F1}"/>
                  </a:ext>
                </a:extLst>
              </p14:cNvPr>
              <p14:cNvContentPartPr/>
              <p14:nvPr/>
            </p14:nvContentPartPr>
            <p14:xfrm>
              <a:off x="700200" y="258120"/>
              <a:ext cx="4650840" cy="1626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8DD04F-98FE-80B3-4909-13E7F1E9C9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0840" y="248760"/>
                <a:ext cx="4669560" cy="164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arkov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ssumption</a:t>
            </a:r>
            <a:r>
              <a:rPr lang="en-US">
                <a:solidFill>
                  <a:srgbClr val="FFFFFF"/>
                </a:solidFill>
              </a:rPr>
              <a:t>: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235" name="Google Shape;235;p11"/>
          <p:cNvGrpSpPr/>
          <p:nvPr/>
        </p:nvGrpSpPr>
        <p:grpSpPr>
          <a:xfrm>
            <a:off x="513702" y="604621"/>
            <a:ext cx="69291" cy="1841919"/>
            <a:chOff x="513702" y="604621"/>
            <a:chExt cx="69291" cy="1841919"/>
          </a:xfrm>
        </p:grpSpPr>
        <p:pic>
          <p:nvPicPr>
            <p:cNvPr id="236" name="Google Shape;236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046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260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474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7180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772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11"/>
          <p:cNvSpPr txBox="1"/>
          <p:nvPr/>
        </p:nvSpPr>
        <p:spPr>
          <a:xfrm>
            <a:off x="606526" y="469645"/>
            <a:ext cx="3865879" cy="255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0800" marR="1922779" lvl="0" indent="0" algn="just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Sequence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cat sat on the”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Predict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Next word (e.g., ”mat”)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First-order Markov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(bigram):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77900" marR="0" lvl="0" indent="0" algn="ctr" rtl="0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Second-order Markov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(trigram):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977900" marR="0" lvl="0" indent="0" algn="ctr" rtl="0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on, the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05740" marR="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Fixed context window (1 or 2 words)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057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Ignores earlier words like ”cat” and ”sat”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057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Computationally efficient but limited expressiveness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2" name="Google Shape;242;p1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43" name="Google Shape;243;p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5B9612-5F57-7F5E-4D78-FA070A9CCDCB}"/>
                  </a:ext>
                </a:extLst>
              </p14:cNvPr>
              <p14:cNvContentPartPr/>
              <p14:nvPr/>
            </p14:nvContentPartPr>
            <p14:xfrm>
              <a:off x="1995480" y="1542960"/>
              <a:ext cx="2354760" cy="738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5B9612-5F57-7F5E-4D78-FA070A9CCD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86120" y="1533600"/>
                <a:ext cx="2373480" cy="75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atent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ariable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endParaRPr/>
          </a:p>
        </p:txBody>
      </p:sp>
      <p:grpSp>
        <p:nvGrpSpPr>
          <p:cNvPr id="253" name="Google Shape;253;p12"/>
          <p:cNvGrpSpPr/>
          <p:nvPr/>
        </p:nvGrpSpPr>
        <p:grpSpPr>
          <a:xfrm>
            <a:off x="513702" y="740409"/>
            <a:ext cx="69291" cy="2068398"/>
            <a:chOff x="513702" y="740409"/>
            <a:chExt cx="69291" cy="2068398"/>
          </a:xfrm>
        </p:grpSpPr>
        <p:pic>
          <p:nvPicPr>
            <p:cNvPr id="254" name="Google Shape;254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404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8044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7395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12"/>
          <p:cNvSpPr txBox="1"/>
          <p:nvPr/>
        </p:nvSpPr>
        <p:spPr>
          <a:xfrm>
            <a:off x="619226" y="740394"/>
            <a:ext cx="35286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Alternative approach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Summarize past with a hidden state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2058161" y="1127227"/>
            <a:ext cx="1941195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9893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5220322" y="1124190"/>
            <a:ext cx="192405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(5)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(6)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619226" y="1677249"/>
            <a:ext cx="3472815" cy="117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a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latent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(hidden) variable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Contains compressed summary of history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Fixed-size representation regardless of sequence length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Updated recursively at each time step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This is the foundation of RNNs!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1" name="Google Shape;261;p1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62" name="Google Shape;262;p1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C558FD-EB39-E26D-E965-8F7E85890598}"/>
                  </a:ext>
                </a:extLst>
              </p14:cNvPr>
              <p14:cNvContentPartPr/>
              <p14:nvPr/>
            </p14:nvContentPartPr>
            <p14:xfrm>
              <a:off x="398520" y="334800"/>
              <a:ext cx="5275080" cy="276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C558FD-EB39-E26D-E965-8F7E858905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9160" y="325440"/>
                <a:ext cx="5293800" cy="278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atent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ariable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: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272" name="Google Shape;272;p1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73" name="Google Shape;273;p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1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96</a:t>
            </a:r>
            <a:endParaRPr/>
          </a:p>
        </p:txBody>
      </p:sp>
      <p:pic>
        <p:nvPicPr>
          <p:cNvPr id="278" name="Google Shape;27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550235"/>
            <a:ext cx="4924186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5D98BB-2892-C53B-9ACD-CA8B06512976}"/>
                  </a:ext>
                </a:extLst>
              </p14:cNvPr>
              <p14:cNvContentPartPr/>
              <p14:nvPr/>
            </p14:nvContentPartPr>
            <p14:xfrm>
              <a:off x="2244600" y="1148400"/>
              <a:ext cx="3256920" cy="162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5D98BB-2892-C53B-9ACD-CA8B065129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5240" y="1139040"/>
                <a:ext cx="3275640" cy="164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N</a:t>
            </a:r>
            <a:r>
              <a:rPr lang="en-US" sz="1400" cap="small">
                <a:solidFill>
                  <a:srgbClr val="FFFFFF"/>
                </a:solidFill>
              </a:rPr>
              <a:t>umerical</a:t>
            </a:r>
            <a:r>
              <a:rPr lang="en-US" sz="1400">
                <a:solidFill>
                  <a:srgbClr val="FFFFFF"/>
                </a:solidFill>
              </a:rPr>
              <a:t> 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: T</a:t>
            </a:r>
            <a:r>
              <a:rPr lang="en-US" sz="1400" cap="small">
                <a:solidFill>
                  <a:srgbClr val="FFFFFF"/>
                </a:solidFill>
              </a:rPr>
              <a:t>emperature</a:t>
            </a:r>
            <a:r>
              <a:rPr lang="en-US" sz="1400">
                <a:solidFill>
                  <a:srgbClr val="FFFFFF"/>
                </a:solidFill>
              </a:rPr>
              <a:t> F</a:t>
            </a:r>
            <a:r>
              <a:rPr lang="en-US" sz="1400" cap="small">
                <a:solidFill>
                  <a:srgbClr val="FFFFFF"/>
                </a:solidFill>
              </a:rPr>
              <a:t>orecasting</a:t>
            </a:r>
            <a:r>
              <a:rPr lang="en-US" sz="1400">
                <a:solidFill>
                  <a:srgbClr val="FFFFFF"/>
                </a:solidFill>
              </a:rPr>
              <a:t> - S</a:t>
            </a:r>
            <a:r>
              <a:rPr lang="en-US" sz="1400" cap="small">
                <a:solidFill>
                  <a:srgbClr val="FFFFFF"/>
                </a:solidFill>
              </a:rPr>
              <a:t>etup</a:t>
            </a:r>
            <a:endParaRPr sz="1400"/>
          </a:p>
        </p:txBody>
      </p:sp>
      <p:grpSp>
        <p:nvGrpSpPr>
          <p:cNvPr id="284" name="Google Shape;284;p14"/>
          <p:cNvGrpSpPr/>
          <p:nvPr/>
        </p:nvGrpSpPr>
        <p:grpSpPr>
          <a:xfrm>
            <a:off x="513702" y="605777"/>
            <a:ext cx="69291" cy="500748"/>
            <a:chOff x="513702" y="605777"/>
            <a:chExt cx="69291" cy="500748"/>
          </a:xfrm>
        </p:grpSpPr>
        <p:pic>
          <p:nvPicPr>
            <p:cNvPr id="285" name="Google Shape;28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0577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272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372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14"/>
          <p:cNvSpPr txBox="1"/>
          <p:nvPr/>
        </p:nvSpPr>
        <p:spPr>
          <a:xfrm>
            <a:off x="581126" y="490235"/>
            <a:ext cx="3672900" cy="24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6200" marR="426719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Task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Predict tomorrow’s temperature (regression)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Observed sequence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20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Approach 1: Autoregressive (First-order)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1140" marR="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Linear relationship learned from data: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51257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α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β</a:t>
            </a:r>
            <a:endParaRPr sz="11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31140" marR="0" lvl="0" indent="0" algn="l" rtl="0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From historical data, we learned: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51955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α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	β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31140" marR="0" lvl="0" indent="0" algn="l" rtl="0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If today is 25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51193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tomorrow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1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90" name="Google Shape;290;p1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C687DC-9078-9FC1-0BCA-8A04AF3544BD}"/>
                  </a:ext>
                </a:extLst>
              </p14:cNvPr>
              <p14:cNvContentPartPr/>
              <p14:nvPr/>
            </p14:nvContentPartPr>
            <p14:xfrm>
              <a:off x="2120040" y="751680"/>
              <a:ext cx="1959120" cy="2211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C687DC-9078-9FC1-0BCA-8A04AF3544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0680" y="742320"/>
                <a:ext cx="1977840" cy="222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T</a:t>
            </a:r>
            <a:r>
              <a:rPr lang="en-US" sz="1400" cap="small">
                <a:solidFill>
                  <a:srgbClr val="FFFFFF"/>
                </a:solidFill>
              </a:rPr>
              <a:t>emperature</a:t>
            </a:r>
            <a:r>
              <a:rPr lang="en-US" sz="1400">
                <a:solidFill>
                  <a:srgbClr val="FFFFFF"/>
                </a:solidFill>
              </a:rPr>
              <a:t> F</a:t>
            </a:r>
            <a:r>
              <a:rPr lang="en-US" sz="1400" cap="small">
                <a:solidFill>
                  <a:srgbClr val="FFFFFF"/>
                </a:solidFill>
              </a:rPr>
              <a:t>orecasting</a:t>
            </a:r>
            <a:r>
              <a:rPr lang="en-US" sz="1400">
                <a:solidFill>
                  <a:srgbClr val="FFFFFF"/>
                </a:solidFill>
              </a:rPr>
              <a:t> - A</a:t>
            </a:r>
            <a:r>
              <a:rPr lang="en-US" sz="1400" cap="small">
                <a:solidFill>
                  <a:srgbClr val="FFFFFF"/>
                </a:solidFill>
              </a:rPr>
              <a:t>utoregressive</a:t>
            </a:r>
            <a:r>
              <a:rPr lang="en-US" sz="1400">
                <a:solidFill>
                  <a:srgbClr val="FFFFFF"/>
                </a:solidFill>
              </a:rPr>
              <a:t> P</a:t>
            </a:r>
            <a:r>
              <a:rPr lang="en-US" sz="1400" cap="small">
                <a:solidFill>
                  <a:srgbClr val="FFFFFF"/>
                </a:solidFill>
              </a:rPr>
              <a:t>rediction</a:t>
            </a:r>
            <a:endParaRPr sz="1400"/>
          </a:p>
        </p:txBody>
      </p:sp>
      <p:grpSp>
        <p:nvGrpSpPr>
          <p:cNvPr id="300" name="Google Shape;300;p15"/>
          <p:cNvGrpSpPr/>
          <p:nvPr/>
        </p:nvGrpSpPr>
        <p:grpSpPr>
          <a:xfrm>
            <a:off x="513702" y="815428"/>
            <a:ext cx="69291" cy="1487653"/>
            <a:chOff x="513702" y="815428"/>
            <a:chExt cx="69291" cy="1487653"/>
          </a:xfrm>
        </p:grpSpPr>
        <p:pic>
          <p:nvPicPr>
            <p:cNvPr id="301" name="Google Shape;301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1542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368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4688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263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2337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6" name="Google Shape;306;p15"/>
          <p:cNvSpPr txBox="1"/>
          <p:nvPr/>
        </p:nvSpPr>
        <p:spPr>
          <a:xfrm>
            <a:off x="619226" y="683514"/>
            <a:ext cx="2764790" cy="202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165100" lvl="0" indent="0" algn="l" rtl="0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Sequence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20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Model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US" sz="1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Predict next day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(day 6):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Last observation: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Prediction: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Multi-step ahead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(day 7, using predicted </a:t>
            </a:r>
            <a:r>
              <a:rPr lang="en-US" sz="10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):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513080" lvl="0" indent="0" algn="r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 b="0" i="0" u="none" strike="noStrike" cap="none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r>
              <a:rPr lang="en-US" sz="1100" b="0" i="1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64</a:t>
            </a:r>
            <a:r>
              <a:rPr lang="en-US" sz="1200" b="0" i="0" u="none" strike="noStrike" cap="none" baseline="30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476884" lvl="0" indent="0" algn="r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Limitation</a:t>
            </a:r>
            <a:r>
              <a:rPr lang="en-US" sz="10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Only uses immediate past</a:t>
            </a:r>
            <a:endParaRPr sz="10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Cannot capture weekly/seasonal patterns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3040" marR="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Error accumulates in multi-step predictions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7" name="Google Shape;307;p1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08" name="Google Shape;308;p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1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96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7B617E-E42C-E23A-D3D6-ECA3CF8575DC}"/>
                  </a:ext>
                </a:extLst>
              </p14:cNvPr>
              <p14:cNvContentPartPr/>
              <p14:nvPr/>
            </p14:nvContentPartPr>
            <p14:xfrm>
              <a:off x="1827360" y="923040"/>
              <a:ext cx="1845720" cy="86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7B617E-E42C-E23A-D3D6-ECA3CF8575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8000" y="913680"/>
                <a:ext cx="1864440" cy="88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T</a:t>
            </a:r>
            <a:r>
              <a:rPr lang="en-US" sz="1400" cap="small">
                <a:solidFill>
                  <a:srgbClr val="FFFFFF"/>
                </a:solidFill>
              </a:rPr>
              <a:t>emperature</a:t>
            </a:r>
            <a:r>
              <a:rPr lang="en-US" sz="1400">
                <a:solidFill>
                  <a:srgbClr val="FFFFFF"/>
                </a:solidFill>
              </a:rPr>
              <a:t> F</a:t>
            </a:r>
            <a:r>
              <a:rPr lang="en-US" sz="1400" cap="small">
                <a:solidFill>
                  <a:srgbClr val="FFFFFF"/>
                </a:solidFill>
              </a:rPr>
              <a:t>orecasting</a:t>
            </a:r>
            <a:r>
              <a:rPr lang="en-US" sz="1400">
                <a:solidFill>
                  <a:srgbClr val="FFFFFF"/>
                </a:solidFill>
              </a:rPr>
              <a:t> - L</a:t>
            </a:r>
            <a:r>
              <a:rPr lang="en-US" sz="1400" cap="small">
                <a:solidFill>
                  <a:srgbClr val="FFFFFF"/>
                </a:solidFill>
              </a:rPr>
              <a:t>atent</a:t>
            </a:r>
            <a:r>
              <a:rPr lang="en-US" sz="1400">
                <a:solidFill>
                  <a:srgbClr val="FFFFFF"/>
                </a:solidFill>
              </a:rPr>
              <a:t> V</a:t>
            </a:r>
            <a:r>
              <a:rPr lang="en-US" sz="1400" cap="small">
                <a:solidFill>
                  <a:srgbClr val="FFFFFF"/>
                </a:solidFill>
              </a:rPr>
              <a:t>ariable</a:t>
            </a:r>
            <a:r>
              <a:rPr lang="en-US" sz="1400">
                <a:solidFill>
                  <a:srgbClr val="FFFFFF"/>
                </a:solidFill>
              </a:rPr>
              <a:t> M</a:t>
            </a:r>
            <a:r>
              <a:rPr lang="en-US" sz="1400" cap="small">
                <a:solidFill>
                  <a:srgbClr val="FFFFFF"/>
                </a:solidFill>
              </a:rPr>
              <a:t>odel</a:t>
            </a:r>
            <a:endParaRPr sz="1400"/>
          </a:p>
        </p:txBody>
      </p:sp>
      <p:grpSp>
        <p:nvGrpSpPr>
          <p:cNvPr id="318" name="Google Shape;318;p1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19" name="Google Shape;319;p1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96</a:t>
            </a:r>
            <a:endParaRPr/>
          </a:p>
        </p:txBody>
      </p:sp>
      <p:pic>
        <p:nvPicPr>
          <p:cNvPr id="324" name="Google Shape;32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350" y="433869"/>
            <a:ext cx="5206375" cy="270805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51844E-F810-C1B8-5138-7C0C7FCAA053}"/>
                  </a:ext>
                </a:extLst>
              </p14:cNvPr>
              <p14:cNvContentPartPr/>
              <p14:nvPr/>
            </p14:nvContentPartPr>
            <p14:xfrm>
              <a:off x="2953080" y="186840"/>
              <a:ext cx="2713320" cy="291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51844E-F810-C1B8-5138-7C0C7FCAA0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3720" y="177480"/>
                <a:ext cx="2732040" cy="293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30" name="Google Shape;3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" name="Google Shape;340;p17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{806EB010-B201-4971-A2E3-822838E164C6}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1" name="Google Shape;341;p17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11747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equence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odeling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747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equence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odels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heory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r>
              <a:rPr lang="en-US" sz="1400" b="0" i="0" u="sng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RNN A</a:t>
            </a:r>
            <a:r>
              <a:rPr lang="en-US" sz="1400" b="0" i="0" u="sng" strike="noStrike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b="0" i="0" u="none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RNN 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BPTT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idirectional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RNN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8173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eep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tacked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RNN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9781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ated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ecurrent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(GRU)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9781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hort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erm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emory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(LSTM)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ime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eries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orecasting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 b="0" i="0" u="none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omparison</a:t>
            </a:r>
            <a:r>
              <a:rPr lang="en-US" sz="1400" b="0" i="0" u="sng" strike="noStrike" cap="non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S</a:t>
            </a:r>
            <a:r>
              <a:rPr lang="en-US" sz="1400" b="0" i="0" u="sng" strike="noStrike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3" name="Google Shape;343;p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1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9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1598" name="Google Shape;1598;p95"/>
          <p:cNvGrpSpPr/>
          <p:nvPr/>
        </p:nvGrpSpPr>
        <p:grpSpPr>
          <a:xfrm>
            <a:off x="0" y="1392174"/>
            <a:ext cx="5760261" cy="1841837"/>
            <a:chOff x="0" y="1392174"/>
            <a:chExt cx="5760261" cy="1841837"/>
          </a:xfrm>
        </p:grpSpPr>
        <p:pic>
          <p:nvPicPr>
            <p:cNvPr id="1599" name="Google Shape;1599;p9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921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0" name="Google Shape;1600;p9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7572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1" name="Google Shape;1601;p9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9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9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4" name="Google Shape;1604;p95"/>
          <p:cNvSpPr txBox="1"/>
          <p:nvPr/>
        </p:nvSpPr>
        <p:spPr>
          <a:xfrm>
            <a:off x="644626" y="1304145"/>
            <a:ext cx="4323080" cy="5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Zhang, A., Lipton, Z. C., Li, M., &amp; Smola, A. J. (2023).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Cambridge University Press. Chapters 6 and 7.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Goodfellow, I., Bengio, Y., Courville, A. (2016). </a:t>
            </a:r>
            <a:r>
              <a:rPr lang="en-US" sz="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95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MIT Press.</a:t>
            </a:r>
            <a:endParaRPr sz="95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5" name="Google Shape;1605;p9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b="0" i="0" u="sng" strike="noStrike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95"/>
          <p:cNvSpPr txBox="1">
            <a:spLocks noGrp="1"/>
          </p:cNvSpPr>
          <p:nvPr>
            <p:ph type="sldNum" idx="12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247868A9EF043AAFD763B509A33CB" ma:contentTypeVersion="32" ma:contentTypeDescription="Create a new document." ma:contentTypeScope="" ma:versionID="49e29cc773250fb22efa7541fc8a4712">
  <xsd:schema xmlns:xsd="http://www.w3.org/2001/XMLSchema" xmlns:xs="http://www.w3.org/2001/XMLSchema" xmlns:p="http://schemas.microsoft.com/office/2006/metadata/properties" xmlns:ns2="921d7e3d-ccf6-4c0a-83b2-6e8132303dda" xmlns:ns3="9e209dda-a78e-49a0-9b2f-f7ca81c34b7c" targetNamespace="http://schemas.microsoft.com/office/2006/metadata/properties" ma:root="true" ma:fieldsID="8e323d0c1f05f1d80d7a271d7d64525c" ns2:_="" ns3:_="">
    <xsd:import namespace="921d7e3d-ccf6-4c0a-83b2-6e8132303dda"/>
    <xsd:import namespace="9e209dda-a78e-49a0-9b2f-f7ca81c34b7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d7e3d-ccf6-4c0a-83b2-6e8132303dd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09dda-a78e-49a0-9b2f-f7ca81c34b7c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a0018add-e23d-4441-b071-bb6fc52e56ca}" ma:internalName="TaxCatchAll" ma:showField="CatchAllData" ma:web="9e209dda-a78e-49a0-9b2f-f7ca81c34b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f_Registration_Enabled xmlns="921d7e3d-ccf6-4c0a-83b2-6e8132303dda" xsi:nil="true"/>
    <DefaultSectionNames xmlns="921d7e3d-ccf6-4c0a-83b2-6e8132303dda" xsi:nil="true"/>
    <Is_Collaboration_Space_Locked xmlns="921d7e3d-ccf6-4c0a-83b2-6e8132303dda" xsi:nil="true"/>
    <Teams_Channel_Section_Location xmlns="921d7e3d-ccf6-4c0a-83b2-6e8132303dda" xsi:nil="true"/>
    <AppVersion xmlns="921d7e3d-ccf6-4c0a-83b2-6e8132303dda" xsi:nil="true"/>
    <LMS_Mappings xmlns="921d7e3d-ccf6-4c0a-83b2-6e8132303dda" xsi:nil="true"/>
    <Invited_Students xmlns="921d7e3d-ccf6-4c0a-83b2-6e8132303dda" xsi:nil="true"/>
    <Math_Settings xmlns="921d7e3d-ccf6-4c0a-83b2-6e8132303dda" xsi:nil="true"/>
    <Templates xmlns="921d7e3d-ccf6-4c0a-83b2-6e8132303dda" xsi:nil="true"/>
    <FolderType xmlns="921d7e3d-ccf6-4c0a-83b2-6e8132303dda" xsi:nil="true"/>
    <Owner xmlns="921d7e3d-ccf6-4c0a-83b2-6e8132303dda">
      <UserInfo>
        <DisplayName/>
        <AccountId xsi:nil="true"/>
        <AccountType/>
      </UserInfo>
    </Owner>
    <Teachers xmlns="921d7e3d-ccf6-4c0a-83b2-6e8132303dda">
      <UserInfo>
        <DisplayName/>
        <AccountId xsi:nil="true"/>
        <AccountType/>
      </UserInfo>
    </Teachers>
    <Students xmlns="921d7e3d-ccf6-4c0a-83b2-6e8132303dda">
      <UserInfo>
        <DisplayName/>
        <AccountId xsi:nil="true"/>
        <AccountType/>
      </UserInfo>
    </Students>
    <Student_Groups xmlns="921d7e3d-ccf6-4c0a-83b2-6e8132303dda">
      <UserInfo>
        <DisplayName/>
        <AccountId xsi:nil="true"/>
        <AccountType/>
      </UserInfo>
    </Student_Groups>
    <Distribution_Groups xmlns="921d7e3d-ccf6-4c0a-83b2-6e8132303dda" xsi:nil="true"/>
    <TeamsChannelId xmlns="921d7e3d-ccf6-4c0a-83b2-6e8132303dda" xsi:nil="true"/>
    <IsNotebookLocked xmlns="921d7e3d-ccf6-4c0a-83b2-6e8132303dda" xsi:nil="true"/>
    <NotebookType xmlns="921d7e3d-ccf6-4c0a-83b2-6e8132303dda" xsi:nil="true"/>
    <CultureName xmlns="921d7e3d-ccf6-4c0a-83b2-6e8132303dda" xsi:nil="true"/>
    <Invited_Teachers xmlns="921d7e3d-ccf6-4c0a-83b2-6e8132303dda" xsi:nil="true"/>
    <Has_Teacher_Only_SectionGroup xmlns="921d7e3d-ccf6-4c0a-83b2-6e8132303dda" xsi:nil="true"/>
    <lcf76f155ced4ddcb4097134ff3c332f xmlns="921d7e3d-ccf6-4c0a-83b2-6e8132303dda">
      <Terms xmlns="http://schemas.microsoft.com/office/infopath/2007/PartnerControls"/>
    </lcf76f155ced4ddcb4097134ff3c332f>
    <TaxCatchAll xmlns="9e209dda-a78e-49a0-9b2f-f7ca81c34b7c" xsi:nil="true"/>
  </documentManagement>
</p:properties>
</file>

<file path=customXml/itemProps1.xml><?xml version="1.0" encoding="utf-8"?>
<ds:datastoreItem xmlns:ds="http://schemas.openxmlformats.org/officeDocument/2006/customXml" ds:itemID="{A0AC68F8-1551-41D1-BC45-1878937B4334}"/>
</file>

<file path=customXml/itemProps2.xml><?xml version="1.0" encoding="utf-8"?>
<ds:datastoreItem xmlns:ds="http://schemas.openxmlformats.org/officeDocument/2006/customXml" ds:itemID="{B87039D2-A9D2-4BDE-A00C-41219E70FCDF}"/>
</file>

<file path=customXml/itemProps3.xml><?xml version="1.0" encoding="utf-8"?>
<ds:datastoreItem xmlns:ds="http://schemas.openxmlformats.org/officeDocument/2006/customXml" ds:itemID="{0C62A5A7-7378-4E45-A001-C8EB78D9B0FC}"/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1221</Words>
  <Application>Microsoft Office PowerPoint</Application>
  <PresentationFormat>Custom</PresentationFormat>
  <Paragraphs>204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Tahoma</vt:lpstr>
      <vt:lpstr>Times New Roman</vt:lpstr>
      <vt:lpstr>Calibri</vt:lpstr>
      <vt:lpstr>Arial</vt:lpstr>
      <vt:lpstr>Verdana</vt:lpstr>
      <vt:lpstr>Lucida Sans</vt:lpstr>
      <vt:lpstr>Cambria</vt:lpstr>
      <vt:lpstr>Office Theme</vt:lpstr>
      <vt:lpstr>PowerPoint Presentation</vt:lpstr>
      <vt:lpstr>PowerPoint Presentation</vt:lpstr>
      <vt:lpstr>Table of Contents</vt:lpstr>
      <vt:lpstr>Motivation: Why Sequence Models?</vt:lpstr>
      <vt:lpstr>Why Feedforward Networks Fail?</vt:lpstr>
      <vt:lpstr>Temporal Dependencies</vt:lpstr>
      <vt:lpstr>Table of Contents</vt:lpstr>
      <vt:lpstr>Autoregressive Models</vt:lpstr>
      <vt:lpstr>Autoregressive Models:  Example</vt:lpstr>
      <vt:lpstr>Markov Assumption</vt:lpstr>
      <vt:lpstr>Markov Assumption: Example</vt:lpstr>
      <vt:lpstr>Latent Variable Models</vt:lpstr>
      <vt:lpstr>Latent Variable Models: Example</vt:lpstr>
      <vt:lpstr>Numerical Example: Temperature Forecasting - Setup</vt:lpstr>
      <vt:lpstr>Temperature Forecasting - Autoregressive Prediction</vt:lpstr>
      <vt:lpstr>Temperature Forecasting - Latent Variable Model</vt:lpstr>
      <vt:lpstr>Table of Contents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2</cp:revision>
  <dcterms:created xsi:type="dcterms:W3CDTF">2026-01-16T12:44:17Z</dcterms:created>
  <dcterms:modified xsi:type="dcterms:W3CDTF">2026-04-12T12:05:16Z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2026-01-16T00:00:00Z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  <property fmtid="{D5CDD505-2E9C-101B-9397-08002B2CF9AE}" pid="7" name="ContentTypeId">
    <vt:lpwstr>0x010100483247868A9EF043AAFD763B509A33CB</vt:lpwstr>
  </property>
</Properties>
</file>