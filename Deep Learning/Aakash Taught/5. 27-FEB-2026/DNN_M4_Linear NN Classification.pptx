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ink/ink1.xml" ContentType="application/inkml+xml"/>
  <Override PartName="/ppt/ink/ink2.xml" ContentType="application/inkml+xml"/>
  <Override PartName="/ppt/ink/ink3.xml" ContentType="application/inkml+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356" r:id="rId25"/>
    <p:sldId id="279" r:id="rId26"/>
    <p:sldId id="280" r:id="rId27"/>
    <p:sldId id="281" r:id="rId28"/>
    <p:sldId id="355" r:id="rId29"/>
  </p:sldIdLst>
  <p:sldSz cx="5765800" cy="3244850"/>
  <p:notesSz cx="5765800" cy="3244850"/>
  <p:embeddedFontLst>
    <p:embeddedFont>
      <p:font typeface="Bookman Old Style" panose="02050604050505020204" pitchFamily="18" charset="0"/>
      <p:regular r:id="rId31"/>
      <p:bold r:id="rId32"/>
      <p:italic r:id="rId33"/>
      <p:boldItalic r:id="rId34"/>
    </p:embeddedFont>
    <p:embeddedFont>
      <p:font typeface="Cambria" panose="02040503050406030204" pitchFamily="18" charset="0"/>
      <p:regular r:id="rId35"/>
      <p:bold r:id="rId36"/>
      <p:italic r:id="rId37"/>
      <p:boldItalic r:id="rId38"/>
    </p:embeddedFont>
    <p:embeddedFont>
      <p:font typeface="Lucida Sans" panose="020B0602030504020204" pitchFamily="34" charset="0"/>
      <p:regular r:id="rId39"/>
      <p:bold r:id="rId40"/>
      <p:italic r:id="rId41"/>
      <p:boldItalic r:id="rId42"/>
    </p:embeddedFont>
    <p:embeddedFont>
      <p:font typeface="Tahoma" panose="020B0604030504040204" pitchFamily="34" charset="0"/>
      <p:regular r:id="rId43"/>
      <p:bold r:id="rId44"/>
    </p:embeddedFont>
    <p:embeddedFont>
      <p:font typeface="Verdana" panose="020B060403050404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1D28552-6DB9-4C31-BB9C-5DD673A011D9}">
  <a:tblStyle styleId="{E1D28552-6DB9-4C31-BB9C-5DD673A011D9}"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620" autoAdjust="0"/>
  </p:normalViewPr>
  <p:slideViewPr>
    <p:cSldViewPr snapToGrid="0">
      <p:cViewPr varScale="1">
        <p:scale>
          <a:sx n="172" d="100"/>
          <a:sy n="172" d="100"/>
        </p:scale>
        <p:origin x="710" y="101"/>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viewProps" Target="viewProps.xml"/><Relationship Id="rId55"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openxmlformats.org/officeDocument/2006/relationships/customXml" Target="../customXml/item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1.fntdata"/><Relationship Id="rId54"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27T16:13:07.275"/>
    </inkml:context>
    <inkml:brush xml:id="br0">
      <inkml:brushProperty name="width" value="0.05292" units="cm"/>
      <inkml:brushProperty name="height" value="0.05292" units="cm"/>
      <inkml:brushProperty name="color" value="#FF0000"/>
    </inkml:brush>
    <inkml:context xml:id="ctx1">
      <inkml:inkSource xml:id="inkSrc1">
        <inkml:traceFormat>
          <inkml:channel name="X" type="integer" max="1920" units="cm"/>
          <inkml:channel name="Y" type="integer" max="1200" units="cm"/>
          <inkml:channel name="T" type="integer" max="2.14748E9" units="dev"/>
        </inkml:traceFormat>
        <inkml:channelProperties>
          <inkml:channelProperty channel="X" name="resolution" value="55.65217" units="1/cm"/>
          <inkml:channelProperty channel="Y" name="resolution" value="55.81395" units="1/cm"/>
          <inkml:channelProperty channel="T" name="resolution" value="1" units="1/dev"/>
        </inkml:channelProperties>
      </inkml:inkSource>
      <inkml:timestamp xml:id="ts1" timeString="2026-02-27T16:13:13.001"/>
    </inkml:context>
    <inkml:brush xml:id="br1">
      <inkml:brushProperty name="width" value="0.05292" units="cm"/>
      <inkml:brushProperty name="height" value="0.05292" units="cm"/>
      <inkml:brushProperty name="color" value="#00B050"/>
    </inkml:brush>
    <inkml:brush xml:id="br2">
      <inkml:brushProperty name="width" value="0.05292" units="cm"/>
      <inkml:brushProperty name="height" value="0.05292" units="cm"/>
      <inkml:brushProperty name="color" value="#00B0F0"/>
    </inkml:brush>
  </inkml:definitions>
  <inkml:trace contextRef="#ctx0" brushRef="#br0">10575 4407 0,'0'4'0,"0"6"0,0 7 0,0 29 16,0 17-16,0 10 15,0 10-15,0-1 16,0 12-16,-2-1 16,-2 1-16,0 6 15,-1-1-15,1 6 16,-1 0-16,1 4 16,1 0-16,2 3 15,2-3-15,1-1 16,0-5-1,0-5-15,0-6 16,3-5-16,-2-10 16,1-4-16,-2-12 15,0-8-15,-1-10 16,1-9-16,-2-10 16,1-9-16,-1-1 15,-1 0-15,-4 6 16</inkml:trace>
  <inkml:trace contextRef="#ctx1" brushRef="#br0">3303 7156 0</inkml:trace>
  <inkml:trace contextRef="#ctx1" brushRef="#br0" timeOffset="2759.98">1185 7882 0</inkml:trace>
  <inkml:trace contextRef="#ctx0" brushRef="#br0" timeOffset="20200.78">9652 5045 0,'0'0'0,"0"0"0,0 0 16,0 0-16,2 2 15,-2-2-15,0 0 16,0 0-16,0 0 15,0 0-15,6 7 16,-6-7-16,25 3 16,5-2-16,10-4 15,5-2 1,3-2-16,1-3 16,1-1-16,5-1 15,2 0-15,-2-1 16,4 1-16,1 1 15,-2 1-15,3 3 16,-1 1-16,-2 3 16,0 1-1,-4 2-15,-1 2 16,0 1-16,-1 1 16,-1 2-16,2 0 15,-3-1-15,-1 1 16,3-1-16,-2 1 15,1 0-15,1-1 16,0 1-16,-2-4 16,2 1-16,0-1 15,1-2 1,5 2-16,1-2 16,2 0-16,6 0 15,1-2-15,2-1 16,2 0-16,0 1 15,3-1-15,-1 1 16,-1 0-16,-3 1 16,1 0-16,2-1 15,2 0-15,-4 2 16,2 1 0,-5 0-16,5 1 15,-1-1-15,1 2 16,0 0-16,-2 0 15,-2 1-15,2-1 16,-4 1-16,-2-1 16,4 2-1,-4-3-15,4 2 16,-2-1-16,-6-1 16,0 1-16,-7-1 15,0 1-15,-3-2 16,-3-1-16,-1 0 15,-3 0-15,-3-1 16,-2-1-16,-2 0 16,0 0-16,0 0 15,-3-1-15,-5 2 16,-1-1 0,-6 1-16,-1-1 15,-6 1-15,-2 0 16,-13 1-16,16-3 15,-16 3-15,10-1 16,-10 1-16,0 0 16,0 0-16,0 0 15,10-4-15,-10 4 16,0 0-16,0 0 16</inkml:trace>
  <inkml:trace contextRef="#ctx0" brushRef="#br0" timeOffset="21200.31">11407 4810 0,'0'0'0,"0"0"0,0 0 16,0 0-16,0 2 16,0-2-1,0 0-15,0 0 16,0 8-16,-1 0 15,0 4-15,0 1 16,1 4-16,-2 2 16,1 5-16,1 3 15,-1 3-15,1 3 16,-1-3-16,0 0 16,0-1-1,0 0-15,-2-1 16,0-2-16,1-3 15,0-3-15,0-4 16,0-3-16,2-1 16,0-4-16,1-1 15,-1-7-15</inkml:trace>
  <inkml:trace contextRef="#ctx0" brushRef="#br0" timeOffset="24083.5">11595 5459 0,'-2'2'0,"2"-2"16,-13 9-16,-5 1 15,-8-2-15,1-1 16,3-2-16,2-1 16,5-1-16,2-3 15,2 0-15,11 0 16,-11-1-1,11 1-15,0 0 16,0 0-16,0 0 16,-10-1-16,10 1 15,0 0-15,0 0 16,0 0-16,0 7 16,0-7-16,0 0 15,0 0-15,0 6 16,0-6-1,0 0-15,0 0 16,0 0-16,0 0 16,11 2-16,-11-2 15,11-6-15,0 0 16,1-1-16,-1-1 16,-3 1-16,-8 7 15,10-7-15,-10 7 16,0 0-16,8-8 15,-8 8 1,0 0-16,0 0 31,0 0-31,0 0 16,0 0-16,0 0 16,0 0-16,0 0 15,0 0-15,0 0 16,0 0-16,0 0 15,0 0 1,0 0-16,0 0 16,0 0-16,-14 18 15,-2-3-15,1 0 16,1-1-16,2 0 16,-1-3-16,3 0 15,2-3-15,1-1 16,7-7-16,-9 11 15,9-11 1,0 0-16,0 0 16,0 0-16,23-5 15,-5-3-15,4-5 16,1-5-16,1 1 16,-3 0-16,-4 3 15,-3 3-15,-2 4 16,-2 3-16,1 2 15,0 4-15,1 3 16,0 5 0,0 2-16,-2 3 15,0 5-15,-3 4 16,0 8-16,-2 3 16,-1-1-16,-2-3 15,0-5-15,-1-4 16,1 0-16,-1-1 15,1-2 1,0-1-16,-1-7 16,0-3-16,-1-8 15,1 8-15,-1-8 16,0 0-16,0 0 16,-15 11-16,-3-7 15,-3 0-15,0-3 16,-1 0-16,2 0 15,5 0 1,3-1-16,12 0 16,-15 0-16,15 0 15,0 0-15,-10 0 16,10 0-16,0 0 16,0 0-16,0 0 15,25-1-15,2 3 16,6 2-16,-1-2 15,0 1 1,-2-2-16,-5-2 16,0 0-16,-2 1 15,-2-2-15,-3 1 16,-7 0-16,-11 1 16</inkml:trace>
  <inkml:trace contextRef="#ctx0" brushRef="#br0" timeOffset="25750.23">10687 6715 0,'0'0'0,"0"0"0,0 2 16,0-2-16,1 8 16,-1 0-16,0 6 15,-1 2-15,-1 3 16,-1 7-16,-3 6 15,0 5-15,-1 1 16,0 1 0,1 1-16,-1-1 0,1-3 15,1-1 1,2-6-16,1-2 16,1-3-16,1 2 15,0 0-15,0-2 16,0 3-16,2 0 15,1-3-15,0-3 16,-1-6 0,-1-3-16,0-3 15,0-2-15,-1-7 16,1 7-16,-1-7 16,0 0-16,0 0 15,0 7-15,0-7 16,0 0-16,-15-7 15,5-2-15,-1-3 16,2-1-16,1-1 16,0 2-1,3 1-15,-1 0 16,0 0-16,0 1 16,0 1-16,3 1 15,-3 1-15,3 0 16</inkml:trace>
  <inkml:trace contextRef="#ctx0" brushRef="#br0" timeOffset="26234.78">10646 6572 0,'0'0'0,"0"0"0,0 0 15,0 0 1,0 0-16,0 1 16,0-1-16,-5 24 15,0 10-15,0 13 16,-1 5-16,-1 11 15,0 5-15,-2-1 16,-1 0-16,-1 0 16,1-6-1,1 2-15,2-5 16,4 0-16,3 1 16,2-5-16,3-2 15,0-6-15,1-6 16,1-4-16,0-4 15,-1-8-15,0-4 16,-2-8-16,0-3 16,-1-3-1,-3-6-15,2 8 16,-2-8-16,0 0 16,0 0-16,0 0 15,-3-7-15</inkml:trace>
  <inkml:trace contextRef="#ctx0" brushRef="#br0" timeOffset="26850.81">10325 5248 0,'0'0'0,"0"0"0,0 0 0,3-1 16,4-6-16,13-7 15,12-12 1,6-3-16,3-6 16,3-7-16,0-2 15,0-3-15,-7 10 16,-3 1-16,-1 3 15,1-2-15,-4 4 16,-7 7-16,-6 5 16,-6 6-16,-1 4 15,-3 2-15,-7 7 16,10-9 0,-10 9-16</inkml:trace>
  <inkml:trace contextRef="#ctx0" brushRef="#br0" timeOffset="27435.72">10137 4612 0,'0'0'0,"-6"8"0,0 2 15,-10 11-15,-3 0 16,-1 3-16,0-2 16,3-3-16,4-3 15,1-3-15,3-3 16,1 1 0,8 0-16,7 2 15,7 0-15,3-7 16,3-6-16,6-7 15,7-7-15,1 0 16,1-3-16,-1 0 16,-7 2-16,-4-1 15,-6 2-15,-2-6 16,-2-4 0,-5-1-16,-3 0 15,-4 8-15,-4 4 16,-3 0-16,-2 4 15,-17 3 1,-20 9 0,-11 10-16,3 11 15,12-1 1,10-1-16</inkml:trace>
  <inkml:trace contextRef="#ctx0" brushRef="#br0" timeOffset="28432.67">10332 7609 0,'0'0'0,"0"0"0,0 0 16,0 0-1,3 1-15,-3-1 16,21 9-16,0 4 15,0 6-15,4 11 16,-3 2-16,-3-3 16,-1-2-16,-8-9 15,0-3-15,4-1 16,7-4-16,2-6 16,1-11-1,0-19-15,1-12 16,1-4-16,-3 6 15,-2 3-15,-1 1 16,-2 5-16,-1 4 16,-1 6-16,0 6 15,-16 11-15</inkml:trace>
  <inkml:trace contextRef="#ctx0" brushRef="#br0" timeOffset="29049.79">9104 7989 0,'0'0'0,"0"0"15,1 2-15,-1-2 16,0 0-16,0 0 16,0 0-16,15 4 15,-2-2-15,6-2 16,3-3-16,4-3 16,0-1-1,-3 2-15,-1-1 16,1 0-16,-2 4 15,1 2-15,-3 2 16,-2-2-16,-2 1 16</inkml:trace>
  <inkml:trace contextRef="#ctx0" brushRef="#br0" timeOffset="29716.33">9534 7820 0,'0'0'0,"0"0"16,1-1-16,-1 1 15,8-12-15,-1 1 16,2-2-16,0 3 16,1 2-1,2 1-15,2 3 16,4 3-16,3 4 15,3 7-15,-2 2 16,1 4-16,3 6 16,1 4-16,1 2 15,0 0-15,-3-1 16,0-2-16,-5-5 16,-4-4-16,-4-8 15,1-4-15,-2-1 16,0-3-1,0-4-15,-1-3 16,1-3-16,-3-1 16,-7-5-16,-4-1 15,-4-4-15,-3 1 16,1 5-16,-1 2 16,0 3-16,-1 2 15,-2 2 1,-1 1-16,-10 3 15,-5 4-15,-5 7 16,0 11-16,5 5 16,0 6-16,0 1 15,-1 1-15,5-5 16,2-4-16,3-7 16,3-5-16,3-5 15,0-3 1,1-2-16,0-4 15,-2-7-15,-4-5 16,0-8-16,3-3 16,7 3-16,-1-2 15,5-4-15,-1 1 16,3 2-16,2 3 16,3 4-16,6 1 15</inkml:trace>
  <inkml:trace contextRef="#ctx0" brushRef="#br0" timeOffset="34016.33">11237 7395 0,'0'0'0,"0"0"15,-2-3-15,-1-7 16,-3-8-16,1-4 16,2 0-16,2 1 15,0 1-15,1 1 16,1 2-16,0-2 16,-1-2-16,1-3 15,0 0-15,-1 1 16,1 1-16,1 0 15,-1 2 1,1-3-16,-1-1 16,0 2-16,0 1 15,2 0-15,-2-1 16,1 0-16,-2 0 16,1 4-16,-1 1 15,-1 2-15,1-2 16,-3-1-16,0-1 15,-2-2-15,-1-1 16,0 0 0,0-2-16,1 2 15,0 2-15,0 1 16,1 1-16,1 0 16,1-2-16,0 1 15,1-1-15,0 0 16,1-2-16,1 2 15,0 0 1,1-2-16,1 1 16,0-1-16,1 0 15,0 0-15,1 0 16,-1-5-16,0 3 16,0 0-16,-1 4 15,-1 4-15,0-2 16,1 2-16,-2 0 15,0-2 1,0 1-16,-1 1 16,-1-2-16,0 1 15,1-1-15,-1 2 16,-1 2-16,0-1 16,-1 2-16,0 2 15,0 2-15,1 0 16,0 1-16,0-1 15,0 1 1,0 1-16,-1-1 16,1 0-16,-1-3 15,-1-2-15,1 0 16,-1-2-16,0 0 16,1-2-16,0-1 15,1 0-15,0 2 16,2-1-16,0 0 15,0 1-15,2 1 16,0-2 0,-1-1-16,1 0 15,1-1-15,-2 0 16,1 1-16,0-2 16,0-2-16,2 0 15,0-3-15,1 1 16,-1 1-16,-1 0 15,0 2 1,0 2-16,0 1 16,0 0-16,0-1 15,-1 1-15,0-1 16,-1 2-16,-1 1 16,1 1-16,0 0 15,-1 0-15,0 2 16,0 0-16,0 2 15,0 2-15,0 0 16,0 1-16,0 0 16,0 1-1,0-1-15,0-1 16,0 0-16,0 1 16,0 1-16,0-3 15,0 0-15,3-4 16,3-3-16,3-2 15,0 1-15,1 0 16,-1 3 0,-1 3-16,-1 2 15,-2 1-15,0 2 16,0 1-16,-5 6 16,10-11-16,-7 4 15,3-1-15,0 1 16,2-4-16,0 1 15,2-3-15,1-2 16,1 0 0,-2 2-16,0 0 15,-2 0-15,1-2 16,0-1-16,1-1 16,-1 0-16,-1 0 15,2 0-15,-1-1 16,1-1-16,3-3 15,3-2 1,3-2-16,2-1 16,0 2-16,-2 2 15,-1 4-15,-3 1 16,0 3-16,-4 2 16,1 0-16,-1 1 15,-1 1-15,3-2 16,-1 0-16,0 0 15,-2 3-15,-2 2 16,-2 1 0,-6 7-16,10-9 15,-10 9-15,0 0 16,9-8-16,-9 8 16,0 0-16,0 0 15,0 0-15,0 0 16,0 0-16,0 0 15,10-3-15,-10 3 16,0 0 0,0 0-16,0 0 15,11 0-15,-11 0 16,13-4-16,9-5 16,13-11-16,2-5 15,-5 1-15,-4 1 16,-3 1-16,-1 0 15,-1 0-15,0 0 16,-2 2-16,-6 6 16,-5 3-1,-3 4-15,-7 7 16,8-8-16,-8 8 16,0 0-16,8-7 15,-8 7-15,20-15 16,1-3-16,2 0 15,-7 5-15,-4 5 16,-3 0-16,3 0 16,2-3-1,1 1-15,-2 1 16,-4 2-16,-9 7 16,17-11-16,-6 3 15,4-3-15,6-3 16,1-1-16,1 0 15,1 0-15,3-1 16,2-2-16,-1 1 16,-2 1-1,-5 3-15,-5 3 16,-2 2-16,-3 0 16,2 0-16,3-2 15,2-2-15,2 0 16,0 0-16,1 1 15,-2 1-15,2 0 16,1 1-16,-2 2 16,-5 1-1,-4 2-15,0 1 16,-1-1-16,1 0 16,4-1-16,6-3 15,-2 1-15,1-1 16,-1 0-16,1-1 15,4-3-15,5-2 16,0-1-16,-2 1 16,-5 3-1,-5 2-15,-3 2 16,-3 1-16,5-1 16,5-3-16,6-1 15,-3 0-15,-5 4 16,-3 1-16,3-2 15,10-2-15,5-2 16,-2 3-16,-10 4 16,-5 1-1,3-1-15,11-2 16,6-2-16,-1 1 16,-14 3-16,-3 1 15,1-1-15,11-1 16,10-2-16,-3 1 15,-14 2-15,-7 2 16,-7 1 0,0 0-16,9-1 15,16-2-15,8-3 16,-8 2-16,-14 3 16,-9 1-16,-12 2 15,16-2-15,-16 2 16,10-1-16,-10 1 15,21-3-15,8 0 16,10-1-16,-5 3 16,-12-1-1,-8 1-15,-14 1 16,14-1-16,-14 1 16,11-1-16,-11 1 15,28-5-15,7 2 16,-2 3-16,-8 0 15,-11 1-15,-14-1 16,15 1-16,-15-1 16,11 0-16,2 0 15,13 0-15,12 0 16,-3-1 0,-11 0-16,-9 1 15,-5-2-15,-10 2 16,13-3-16,-1 1 15,11-3-15,15-1 16,3 2-16,-13 3 16,-10-1-16,-7 1 15,-11 1 1,15-1-16,-2 0 16,20 0-16,20 1 15,5 1-15,-17-1 16,-15 0-16,-10 0 15,-16 0-15,17 0 16,-2 0-16,19 1 16,15 1-16,-5 1 15,-14-2-15,-15 1 16,-15-2 0,17 0-16,-17 0 15,9 0-15,-9 0 16,0 0-16,13 0 15,7 0-15</inkml:trace>
  <inkml:trace contextRef="#ctx0" brushRef="#br0" timeOffset="35501.26">10661 4561 0,'0'0'0,"0"0"0,0-3 16,0 3-1,1-9-15,-1-1 16,1 0-16,0-4 15,0-5-15,0-4 16,2-6-16,0-1 16,-1 1-16,0 1 15,0-2-15,1 3 16,-2 2 0,0 0-16,0 0 15,1 1-15,0 0 16,-1 6-16,0 3 15,0 1-15,0 1 16,-1-1-16,1 0 16,-1-1-16,2 0 15,1-2-15,0 0 16,0 0-16,1 3 16,-1 2-1,-1 2-15,0 2 16,0 1-16,0 1 15,-2 6-15,1-10 16,-1 10-16,2-8 16,-2 8-16,0-10 15,0 10-15,0-11 16,0 4 0,-1-2-16,0 0 15,0-1-15,1-5 16,-1-2-16,0-3 15,0-2-15,0 0 16,-1 1-16,1-1 16,-2 1-16,-2-3 15,3-2 1,-4-4-16,2-5 16,-1 2-16,0 1 15,2 1-15,-1 1 16,0-4-16,-1-4 15,1 3-15,-1-1 16,1-1-16,-1 1 16,0-5-16,-1 0 15,2-3-15,-1-3 16,2 1-16,2-2 16,-1 0-16,1 0 15,-1 1 1,1-2-16,0 1 15,0 3-15,1-2 16,-1 5-16,1-2 16,-1 1-16,1 4 15,-2 2-15,1 1 16,0-1-16,0-3 16,1 6-1,-1 1-15,0 3 16,1 2-16,0-1 15,3-6-15</inkml:trace>
  <inkml:trace contextRef="#ctx0" brushRef="#br0" timeOffset="37632.92">11121 4910 0,'0'0'0,"0"0"0,0 0 0,0 0 15,0 0-15,0 0 16,3 0-16,-3 0 16,0 0-16,14 3 15,-14-3 1,22 5-16,-7-1 15,2 5-15,0 2 16,0 1-16,-3-1 16,1 1-16,-1 0 15,2 2-15,0 4 16,1-2-16,0 1 16,-2-1-1,-1-2-15,0-1 16,-2-1-16,-3-5 15,-9-7-15,14 10 32,-14-10-32,0 0 15,10 8-15,-10-8 16,0 0-16,0 0 16,0 0-16,-10-19 15,-7-1 1,-3-2-16,-1 1 15,1 2-15,-1-1 16,3 3-16,4 4 16,2 2-16,4 3 15,1 1-15,7 7 16,-7-8-16,7 8 16,0 0-16,-6-6 15,6 6-15,0 0 16,0 0-1,0 0-15,0 0 16,19 23-16,5 6 16,3 3-16,0-1 15,0-4-15,-3-3 16,-3-5-16,0-2 16,0-1-16,-2-2 15,-4-3-15,-3-4 16,-12-7-1,12 7-15,-12-7 16,0 0-16,0 0 16,0 0-16,-2-13 15,-8-3-15,-5-1 16,-5-2-16,-1 0 16,-4 0-1,1 0-15,1 1 16,1 1-16,2 2 15,3 1-15,0 1 16,4 2-16,3 2 16,3 2-16,7 7 15,-10-10-15,10 10 16,0 0-16,-7-8 16,7 8-16,0 0 15,0 0-15,0 0 16,27 20-1,2 2-15,-7-5 16</inkml:trace>
  <inkml:trace contextRef="#ctx0" brushRef="#br0" timeOffset="50783.47">6341 4126 0,'0'0'0,"1"2"0,-1-2 16,4 7-16,1 1 15,7 2-15,6-1 16,3-1-16,2-3 15,4-1-15,6-5 16,5-1-16,0-5 16,3-2-1,-9 2-15,6-1 16,2 0-16,-1 0 16,-2 2-16,-8-1 15,3 3-15,5 0 16,0 5-16,0 3 15,-5-1-15,-3 3 16,0 0-16,4 2 16,0 1-16,-1-1 15,0 1-15,-1-3 16,8-2 0,1-1-16,0-5 15,1 1-15,-5-2 16,5 1-16,1 0 15,0 1-15,0-1 16,3 0-16,-1 1 16,0-1-16,3 0 15,0 1 1,1 0-16,-1 1 16,-2 1-16,-2 2 15,5 0-15,1 4 16,-3 1-16,1 3 15,2 0-15,-3 0 16,-1-4-16,0-7 16,4-1-16,2-1 15,-2-2 1,-2-3-16,-3-2 16,-1-1-16,1 2 15,-5-1-15,5 3 16,2 1-16,-4 1 15,2 2-15,-6 2 16,3 0-16,-3 2 16,-4 0-16,2 0 15,-4 1 1,8-1-16,4 2 16,-2 0-16,-2 1 15,-1-1-15,1-1 16,7-6-16,4-1 15,-3-2-15,1 2 16,3-1-16,-5 0 16,-1 1-16,-2 1 15,-6 3-15,-2 2 16,-1 0 0,-3 2-16,9 2 15,3 5-15,-2-1 16,1 2-16,-4 0 15,3-1-15,1 0 16,-1-4-16,-6-6 16,11-2-16,-2-2 15,-9-2-15,-3 1 16,-12 2 0,5-2-16,14 0 15,5-1-15,-1 1 16,-10 3-16,-2 0 15,10 1-15,5 1 16,-1-1-16,-14 0 16,-2 0-16,1 0 15,6 0-15,2 0 16,-9 0 0,4 0-16,-6 0 15,-2 0-15,-1 0 16,-3 0-16,2 0 15,0 0-15,1 0 16,0-1-16,1 0 16,1-5-16,3 0 15,-2-1-15,1 1 16,6-3 0,0-1-16,-4-4 15,-4 3-15,-2 0 16,3 0-16,9-2 15,2 3-15,-8 4 16,0 1-16,-5 3 16,11-2-16,3 3 15,0 1 1,-9 2-16,-1 0 16,12-1-16,2 1 15,-1-4-15,-14 0 16,-7-1-16,4 0 15,10-2-15,6-1 16,2 1-16,-13-1 16,0 2-16,-2-1 15,8 3-15,-1-1 16,-1 2-16,-8-1 16,-2 1-1,-2 1-15,-1 2 16,5 3-16,-4-1 15,-6-2-15,-3-1 16,0-3-16,3 1 16,1-1-16,0 0 15,-4 1-15,-4-2 16,-10 3 0,16-3-16,-16 3 15,15-2-15,-15 2 16,14 3-16,-14-3 15,0 0-15,0 0 16,0 0-16,0 0 16,0 0-16,11-4 15,-11 4-15,0 0 16,0 0-16,0 0 16,0 0-1,0 0-15,0 0 16,0 0-16,0 0 15,0 0-15,8 7 16,-8-7-16,0 0 16,0 0-16,0 0 15,0 0-15,0 0 16,0 0-16,0 0 16,0 0-1,0 0-15,0 0 16,1-7-16,-1 7 15,2-9-15,0 0 16,-1 1-16,-1 0 16</inkml:trace>
  <inkml:trace contextRef="#ctx0" brushRef="#br0" timeOffset="59416.89">6626 4689 0,'0'0'0,"0"0"0,0 0 0,0 2 0,0-2 15,0 9-15,0 3 16,0 6-16,0 4 16,0 2-1,0 1-15,0 1 16,2-3-16,2-4 15,-1-1-15,2-2 16,0-1-16,1 0 16,0-3-16,4 1 15,1-1-15,3 1 16,5-2-16,2-4 16,1-3-1,0-6-15,-1-2 16,-2-4-16,1-1 15,-3-2-15,-3 0 16,0-2-16,-2-1 16,0-2-16,-1-1 15,-1 2-15,-2 0 16,-2 3-16,-2 0 16,0 1-1,-3 3-15,0 2 16,-1 6-16,0-8 15,0 8-15,0 0 16,-1-8-16,1 8 16,0 0-16,-9 8 15,-3 3-15,-2 6 16,2 6 0,1 0-16,2 3 15,1 10-15,3 4 16,1 2-16,1 12 31,2 2-31,1 0 16,0-9-16,2-19 15,-1-8-15,-1-5 16,1-1-16,-1-3 16,1-1-16,0-2 15,-1-2 1,0-6-16,-2 12 15,0-5-15,-3 1 16,5-8-16,-11 10 16,11-10-16,-16 4 15,2-5-15,-5-4 16,-4-4-16,2-1 16,2-1-16,5 0 15,4-2 1,0-1-16,1-3 15,1-3-15,1 0 16,2 3-16,4 4 16,2 0-16,1 1 15,2-2-15,3-2 16,3-1-16,6-3 16,4 2-16,1 2 15,1 2 1,-2 0-16,3-2 15,3-2-15,4-4 16,5-4-16,-2-3 16,4-7-16</inkml:trace>
  <inkml:trace contextRef="#ctx0" brushRef="#br0" timeOffset="60199.44">6832 4152 0,'0'0'0,"0"0"15,0 0-15,0 0 16,0 1-16,0-1 16,-1 7-16,-1 1 15,0 5-15,0 3 16,-3 4-1,0 0-15,-3 1 16,2-4-16,0-3 16,1-5-16,2 0 15,-1-3-15,4-6 16,-4 8-16,4-8 16,0 0-16,0 0 15,21-9 1,-3-5-16,5-8 15,0-4-15,-4 2 16,-3 4-16,-5 7 16,-3 4-16,-8 9 15,8-9-15,-8 9 16,0 0-16,0 0 16,0 0-16,12 3 15,-4 5 1,0 3-16,2 5 15,1 2-15,-2 0 16,1 0 0,0 0-1,2-3-15,7 0 16,3 0-16</inkml:trace>
  <inkml:trace contextRef="#ctx0" brushRef="#br0" timeOffset="61199.78">7227 4882 0,'0'0'0,"0"0"0,0 0 16,0 0-1,0 0-15,1 1 16,-1-1-16,0 0 16,12 7-16,-1-3 15,6 1-15,10-1 16,5-2-16,-2 0 16,-6-1-16,-1-1 15,3 0-15,0-1 16,4-1-16,0-2 15,-4 2 1,-4 0-16,-4 0 16,-4 0-16,-1 1 15,-1 0-15,-12 1 16,17-2-16,-17 2 16</inkml:trace>
  <inkml:trace contextRef="#ctx0" brushRef="#br0" timeOffset="61549.34">7313 5125 0,'0'0'0,"3"1"0,-3-1 0,17 8 15,-3-2-15,2-2 16,1 0-16,0-1 16,0 0-16,3-1 15,4 1-15,4-2 16,1-3-16,-5-1 15,-3-2 1,-5 2-16,-2-2 16,-3 2-16,-11 3 15,19-5-15</inkml:trace>
  <inkml:trace contextRef="#ctx0" brushRef="#br0" timeOffset="62749.64">8098 4637 0,'0'0'0,"0"0"0,0 0 15,-2 3-15,-1 5 16,-3 6-16,-2 5 16,-1 7-16,-1 4 15,-2 5-15,3-3 16,-1 2-16,2-3 15,2 1-15,0 4 16,1 1 0,2 3-16,2-7 15,1-4-15,1 4 32,1 2-32,1-3 15,0-7-15,-1-12 16,-2-5-16</inkml:trace>
  <inkml:trace contextRef="#ctx0" brushRef="#br0" timeOffset="64199.71">8220 5159 0,'0'0'0,"0"0"16,0 0-16,0 0 15,0 0-15,0 0 16,0 0-16,0 0 15,0 0-15,0 0 16,0 0-16,0 0 16,3-1-16,8-4 15</inkml:trace>
  <inkml:trace contextRef="#ctx0" brushRef="#br0" timeOffset="65099.08">8606 4979 0,'0'0'0,"0"0"0,0 0 0,-5 0 0,5 0 15,-21 0-15,4 1 16,0 3-16,2 1 16,4 0-16,1 0 15,10-5-15,-18 11 16,6 0 0,-1 1-16,1 3 15,2 0-15,4-2 16,2 1-16,1 1 15,2 4-15,2 0 16,3 3-16,4 0 16,3 1-16,2-1 15,-1-4 1,-2-5-16,1-2 16,7-3-1,5-1 1,-1-6-16,0-11 15,-5-1-15,1-5 16,0 2-16,-3 1 16,-5 3-16,-2 2 15,-3 2 1,-5 6-16,4-10 16,-7 2-16,-2-2 15,-5-5-15,-1 2 16,-2 1-16,-2 0 15,-4-1-15,-5-2 16,0 0-16,2 2 16,4 2-16,6 4 15,12 7-15,-15-10 16,15 10 0,0 0-16,-12-7 15,-3 14-15</inkml:trace>
  <inkml:trace contextRef="#ctx0" brushRef="#br0" timeOffset="67082.57">5241 4747 0,'0'0'0,"0"0"0,0 2 0,0 4 15,0 9-15,1 6 16,-1 1-16,1-1 16,0 0-1,0 0-15,-1 2 16,-1 0-16,0 2 15,0-4-15,1-4 16,0-1-16,4-1 16,3 0-16,5-3 15,5-4-15,4-6 16,5-10 0,6-5-16,-2-9 15,3-2-15,-6 3 16,-3 0-16,-8 5 15,-5-4-15,-2 6 16,-5 3-16,-1 5 16,-3 6-16,5-8 15,-5 8-15,3-7 16,-3 7-16,0 0 16,0 0-16,0 0 15,0 0 1,1 12-16,-1 9 15,0 9-15,-1 9 16,0 5-16,-2 2 16,-1-6-16,0 1 15,-4 20 17,-3-1-32,-1 2 15,-1-13-15,4-23 16,2-5-16,2-8 15,-1 1-15,-5 1 16,-1-1-16,-1-4 16,0-1-16,2-4 15,-2-3-15,2-2 16,0-7-16,1-1 16,-1-4-16,3-3 15,1 0-15,3 0 16,2 1-1,0 2-15,2 4 16,0 0-16,0 8 16,2-12-16,-2 12 15,5-12-15,0 4 16,2 2-16,5-5 16,3-1-16,4-2 15,0 2 1,0 1-16,-3 2 15,-2 1-15,1 0 16,3-1-16,0-1 16,2 1-16,-2 0 15,0 0-15,3 2 16,4-1-16,1-1 16,-7 2-16</inkml:trace>
  <inkml:trace contextRef="#ctx0" brushRef="#br0" timeOffset="67666.75">5868 4960 0,'0'0'0,"0"0"16,0 0-16,0 0 15,0 0-15,0 0 16,0 0-1,0 0-15,2 1 16,-2-1-16,13 2 16,-13-2-16,21 1 15,-9 0-15,5 1 16,1 1-16,4 1 16,0 0-16,-1-1 15,-1 0-15,-2-3 16,-1 0-1,-1 0-15,-2 0 16,-3 0-16,-11 0 16</inkml:trace>
  <inkml:trace contextRef="#ctx0" brushRef="#br0" timeOffset="68083.03">5939 5153 0,'0'0'0,"0"0"0,0 0 15,0 0-15,0 0 16,0 0-16,-3 0 16,3 0-16,0 0 15,0 0 1,0 0-16,0 0 15,0 0-15,0 0 16,0 0-16,0 0 16,0 0-16,15 7 15,3-2-15,4-5 16,0-1-16,-1-3 16,-4 0-16,-1 1 15,-1-2-15,0 0 16,-3 2-1,0 0-15,2-1 16,0-1-16,1 1 16,-4 0-16,1 0 15,-1 2-15,0 0 16,1 0-16,1-4 16</inkml:trace>
  <inkml:trace contextRef="#ctx0" brushRef="#br0" timeOffset="68466.1">6360 4759 0,'0'0'0,"0"0"0,0 0 0,0 0 0,0 0 15,0 0-15,1 5 16,1 9-16,0 7 16,-1 8-16,-1 2 15,0 2-15,0 3 16,0-3-16,0 0 15,0-3 1,0 1-16,0 0 16,0-1-16,1-1 15,1-5-15,0 2 16,1-2-16</inkml:trace>
  <inkml:trace contextRef="#ctx0" brushRef="#br0" timeOffset="72582.82">4249 5086 0,'0'0'0,"0"0"0,0 0 16,0 0-16,4 1 15,10 2-15,9 1 16,4 0-16,2-3 15,6-8 1,1-1-16,1-1 0,3-2 16,-2 2-1,0-1-15,1-1 0,0 1 16,-3 1 0,-4 1-16,-3 1 15,-1 1-15,3 2 16,1 3-16,-5 1 15,-5 1-15,-3 0 16,-3 1-16,-3 0 16,-1 1-16,-12-3 15,14 3 1,-14-3-16,0 0 16,0 0-16,0 0 15,10 5-15,-10-5 16,0 0-16,0 0 15,-9-7-15,-1 1 16,-5-3-16,-7 1 16,-4-1-16,0-1 15,2 3-15,2 0 16,2 1 0,0 2-16,0-1 15,2 0-15,3 2 16,3 1-16,12 2 15,-14-3-15,14 3 16,0 0-16,-11-1 16,11 1-16,0 0 15,0 0-15,2 10 16,6 1 0,5 2-16,3 0 15,3 0-15,3 1 16,2 1-16,-3-1 15,-2-2-15,-2 0 16,0-1-16,-2-1 16,-5 1-16,-6 2 15,-7 10-15,-6 8 16,-12 15 0</inkml:trace>
  <inkml:trace contextRef="#ctx0" brushRef="#br0" timeOffset="75666.69">6201 4558 0,'0'0'0,"0"0"0,-3 0 0,3 0 15,-15 6-15,0-4 16,-2-4-16,1-5 16,2-1-16,0-5 15,0-3-15,2-4 16,3-7-16,1 0 16,3-5-16,1 0 15,3 2 1,1 1-16,0-1 15,0 0-15,0 1 16,0 4-16,0 5 16,0 3-16,0 0 15,0 3-15,0 2 16,0 2-16,0 3 16,0-1-16,0 8 15,-1-11-15,1 11 16,-3-8-1,3 8-15,0 0 16,0 0-16,-12 1 16,-3 6-16,-5 8 15,-1 6-15,-1 3 16,3 0-16,5-2 16,4-6-16,4-4 15,2-5-15,4-7 16,-3 7-16,3-7 15,0 0 1,0 0-16,9-10 16,7-14-16,5-6 15,2-3-15,2-2 16,2 3-16,-3 7 16,-9 9-16,-4 5 15,-2 5-15,-9 6 16,17 0-1,-7 6-15,0 6 16,4 5-16,3 16 16</inkml:trace>
  <inkml:trace contextRef="#ctx0" brushRef="#br0" timeOffset="79516.74">5218 5395 0,'0'0'0,"0"0"0,0 0 0,0 0 15,0 0-15,1 2 16,-1-2-16,0 0 16,0 0-1,0 0-15,5 7 16,-5-7-16,11 9 16,0 0-16,0-1 15,0 1-15,2 0 16,1-1-16,1 2 15,4-1 1,5 0-16,5-2 16,4-2-16,1-4 15,4-2-15,4-1 16,2-2-16,2 0 16,1 1-16,0-1 15,4-1-15,1 1 16,1 0-16,0 0 15,2 0-15,1 0 16,4 0 0,-2 0-16,4-1 15,1 2-15,0-1 16,2-1-16,1 2 16,-2-1-16,-2 1 15,-1 2-15,-2 4 16,-1 0-16,-3 3 15,2 1-15,-4-2 16,1 2 0,-1 0-16,-1 1 15,0 1-15,-2-1 16,-1 0-16,-3-1 16,-1 1-16,-1 1 15,-2 0-15,-2-1 16,3 1-16,-4-1 15,3 1-15,2 0 16,0 0 0,1-3-16,-4 0 15,3-3-15,-2-2 16,3-1-16,0-1 16,-1-2-16,0-3 15,0 1-15,-3-3 16,1 2-16,0-2 15,-2 2 1,2-2-16,-5 2 16,-1 0-16,-2 1 15,-2 1-15,0 2 16,-2 0-16,-1 1 16,-3 1-16,0 0 15,-1 0-15,2 0 16,0 0-16,-3 0 15,-2 0-15,-3 0 16,0 0 0,-1 0-16,1-2 15,-2-2-15,0 0 16,-1 0-16,-1-2 16,-4 0-16,-1 2 15,-10 4-15,14-9 16,-14 9-16,19-14 15,-8 2-15,-1-1 16,-2 0-16,-3-2 16,-1-2-1,-3-3-15,-2-7 16,-2-6-16,0-4 16,-1 0-16,0-1 15,1 2-15,-1 1 16,0-2-16,1-2 15,-3 1-15,-2-1 16,-3 0 0,-3 1-16,0 0 15,-2 2-15,0 4 16,-1 4-16,0 3 16,-3 0-16,-2 1 15,-2 1-15,2 2 16,-4-1-16,0 2 15,-2 0-15,-5 2 16,-2 1-16,-2 0 16,2 3-1,1 2-15,1 1 16,-4-1-16,-2 0 16,-1 3-16,-1-1 15,-6 4-15,-3 0 16,-4 2-16,-3 1 15,1 1-15,-2 1 16,0-1-16,0 2 16,0-1-1,0 1-15,2 0 16,1 0-16,3 0 16,4 0-16,1 0 15,1 0-15,2 0 16,0 0-16,-1 0 15,2 0-15,-1 0 16,4 1-16,-3 2 16,6-2-1,-3 2-15,0 2 16,5 0-16,-2 2 16,1-1-16,-3 1 15,0-1-15,3 0 16,1 0-16,-4-1 15,-3-1-15,-1 0 16,3-2-16,3 0 16,-4-1-1,-3-1-15,3 0 16,4 0-16,0 0 16,-3 0-16,-2 0 15,0 0-15,5 0 16,-1 0-16,-4 0 15,-1 0-15,4 0 16,1 0-16,0 0 16,-3 0-16,0 0 15,3 0 1,0 2-16,0 1 16,-2 2-16,2 0 15,6 0-15,3-1 16,2 1-16,-4 1 15,-3 0-15,1 2 16,0 0-16,5 0 16,0 2-1,0 0-15,0-1 16,1 1-16,1-1 16,-1 0-16,2 0 15,0-2-15,2 0 16,0-2-16,-2 0 15,-1 1-15,-1-1 16,4 0-16,1 0 16,4 2-16,2 1 15,-1 4 1,1 2-16,-1 6 16,2 1-16,2 1 15,6 0-15,2 0 16,3 0-16,0-2 15,3-1-15,0 0 16,3-1-16,2-3 16,0 3-16,2 0 15,-1 3 1,2 1-16,-1-1 16,-1-2-16,2-2 15,-2-1-15,0-1 16,2 0-16,-1 0 15,2 2-15,3 3 16,1 1-16,2 1 16,1 0-1,1-1-15,-1-2 0,-2-4 16,-2-3 0,-1 0-16,-1-2 15,0 0-15,-2-1 16,0-1-16,2 1 15,-1 0-15,2 1 16,0 0-16,-1-3 16,0-2-16,-1 0 15,0-2 1,-10-3-16,13 4 16,-13-4-16,0 0 15,11 3-15,-11-3 16,0 0-16,0 0 15,11 5-15</inkml:trace>
  <inkml:trace contextRef="#ctx0" brushRef="#br0" timeOffset="81632.14">6456 4291 0,'0'0'0,"0"0"0,0 0 0,0 0 0,-3 1 15,3-1-15,0 0 16,0 0 0,-5 6-16,5-6 15,0 0-15,-3 10 16,3-4-16,0 2 15,0 2-15,0 0 16,0 2-16,0 0 16,1 2-16,0 1 15,0 0-15,1 1 16,0 3 0,1 0-16,2 3 0,-1-1 15,0-2 1,-1-1-16,0-4 15,1 1-15,-1 0 16,-1-2-16,1 0 16,0-2-16,-1 1 15,0 2-15,1 2 16,0 0-16,0 2 16,0-2-16,0 2 15,0-1 1,0 0-16,0-1 15,-1 1-15,2 0 16,-1 1-16,0 0 16,-1-3-16,0 0 15,1-1-15,-1 0 16,0 0 0,-1 0-16,1 3 15,-2 2-15,2 0 16,-2 5-16,1-2 15,0-2-15,0 0 16,-1-1-16,1 1 16,-1 1-16,0 0 15,0-2-15,0 1 16,0 0-16,0 2 16,0-1-1,2-2-15,1-1 16,0 0-16,-1 1 15,1-1-15,1 0 16,0 2-16,1-1 16,-1-1-16,1-2 15,-1-1-15,1-2 16,-1 2-16,1 0 16,-1-1-1,0 1-15,1-1 16,1 4-16,-1 1 15,0 2-15,-1 2 16,-1 0-16,1 2 16,-3-2-16,0 2 15,-1-2-15,-2 0 16,0 1-16,0-4 16,1-3-1,0-3-15,0-5 16,0 0-16</inkml:trace>
  <inkml:trace contextRef="#ctx0" brushRef="#br0" timeOffset="82933.37">6857 4499 0,'0'0'0,"0"0"16,0 0-16,0 0 15,0 0-15,0 0 16,0 0-16,-2 3 16,2-3-16,-11 15 15,1-1 1,-2 5-16,-1-1 15,1 0-15,1-3 16,0 1-16,0-1 16,-1 1-16,3-3 15,3-4-15,2-3 16,4-6-16,-5 8 16,5-8-16,0 0 15,-5 7 1,5-7-16,0 0 15,0 0-15,0 0 16,0 0-16,0 0 16,0 0-16,0 0 15,0 0-15,-3-12 16,7 2-16,2-2 16,-2 1-1,0 3 1,-4 8-1,5-8-15,-5 8 16,0 0-16,0 0 16,6-8-16,-6 8 15,0 0-15,0 0 16,0 0-16,0 0 16,0 0-16,0 0 15,13-2-15,-13 2 16,16 5-1,-16-5-15,20 9 16,-7-2-16,1 1 16,0 3-16,-1-1 15,-1-1-15,0 1 16,2 1-16,-1-1 16,-2-3-16,3-1 15,0-3 1,3-1-16,1-1 15,0 0-15,-3 0 16,0 0-16,0 0 16,3 0-16,2 0 15</inkml:trace>
  <inkml:trace contextRef="#ctx0" brushRef="#br0" timeOffset="84383.21">6720 4551 0,'0'0'0,"-1"-2"0,1 2 16,0 0-16,0 0 15,0 0-15,-8-7 16,8 7-16,0 0 16,0 0-16,-13 6 15,13-6-15,-21 13 16,8 1-16,-1 3 15,1 1-15,2-1 16,2-2 0,2-3-16,2-2 15,-1 0-15,3-3 16,3-7-16,0 0 16,-3 8-16,3-8 15,0 0-15,1 9 16,-1-9-16,8 9 15</inkml:trace>
  <inkml:trace contextRef="#ctx0" brushRef="#br0" timeOffset="85500.21">6798 4622 0,'0'0'0,"0"0"16,0 0-16,0 1 16,0-1-16,0 7 15,-1 0-15,-1 1 16,-3 6-16,-3 1 15,-3 2 1,0-4-16,-1 0 0,1-2 16,3-3-1,8-8-15,-10 10 16,10-10-16,0 0 16,-7 6-16,7-6 15,0 0-15,0 0 16,0 0-16,0 0 15,0 0-15,0 0 16,0 0 0,0 0-16,-10-4 15,10-4-15,0-5 16,2-4-16,4 0 16,1 0-16,-3 4 15,2 4-15,-6 9 16,4-10-16,-4 10 15,6-7-15,-6 7 16,10-3 0,-10 3-16,18 0 15,-5 6-15,2 1 16,-1 1-16,2 1 16,-3-1-16,-1 1 15,3-1-15,1 3 16,3-1-16,4 1 15,2-2-15,-1-2 16,3-1 15,0-2-31,-3 1 16,-4-3-16,-2 1 16,-3 0-16,-1 1 15,2 3-15,-2 4 16,-5 1-16</inkml:trace>
  <inkml:trace contextRef="#ctx0" brushRef="#br1" timeOffset="99399.32">11711 6630 0,'0'0'0,"0"0"0,0 0 16,0 0-16,0 0 15,0 0-15,0 0 16,0 0-1,0 0-15,0 0 16,0 0-16,6 0 16,-6 0-16,19 2 15,-4-1-15,2 0 16,-1 0-16,0 0 16,-3-1-16,-2 1 15,0 0-15,-11-1 16,18 1-1,-18-1-15,16 2 16,-16-2-16,17 2 16,-17-2-16,17 1 15,-17-1-15,17 2 16,-17-2-16,15 1 16,-15-1-16,13 2 15,-13-2-15,12 2 16,-12-2-16,13 0 15,-13 0 1</inkml:trace>
  <inkml:trace contextRef="#ctx0" brushRef="#br1" timeOffset="100665.69">12283 6211 0,'0'0'0,"0"0"0,0 0 16,0 0-16,0 0 16,0 0-16,0 0 15,0 0-15,3-2 16,-3 2-16,11-4 15,-11 4-15,16-5 16,-16 5-16,14-4 16,-14 4-1,0 0-15,10-3 16,-10 3-16,0 0 16,0 0-16,0 0 15,0 0-15,0 0 16,0 0-16,0 0 15,0 0-15,8-6 16,-8 6 0,0 0-16,0 0 15,0 0-15,0 0 16,0 0-16,-15-5 16,15 5-16,-18 1 15,6 2-15,-4 3 16,-3 4-16,-1 4 15,0 3-15,3-2 16,2 2 0,2 1-16,1 3 15,2 1-15,1 2 16,3 1-16,4-2 16,0 0-16,2-1 15,1 0-15,0-2 16,2 1-16,0 0 15,1 3-15,0 1 16,1 1-16,-1-1 16,0-2-1,1 2-15,0 0 16,-1 6-16,0 2 16,-2 0-16,-1 2 15,0-2-15,-1 3 16,0 3-16,0 2 15,0-1-15,1-4 16,1-2 0,3-1-16,1 1 15,-1-3-15,1-4 16,-1-8-16,0-4 16,-2-4-16,0-3 15,-3-8-15,4 9 16,-4-9-16,0 0 15,3 7-15,-3-7 16,0 0 0,0 0-16,16 0 15,-3-2-15,3-4 16,2 1-16,-1-2 16,4-3-16,-1 1 15,1 0-15,-3 0 16,0 2-16,-3 0 15,3-1-15,7-3 16,2 0-16,0 1 16</inkml:trace>
  <inkml:trace contextRef="#ctx0" brushRef="#br1" timeOffset="118048.59">12380 6487 0,'0'0'0,"0"0"0,0 0 0,0 0 16,0 0-16,-2-2 16,2 2-16,0 0 15,0 0 1,0 0-16,0 0 16,0 0-16,0 0 15,9 14-15,1 0 16,0 5-16,-1 1 15,-3 5-15,-2 0 16,-2 0 0,0-3-16,-1-1 0,1 0 15,0-2-15,-1 0 16,1-2-16,-1-3 16,0-3-1,0-2-15,-1-9 16,0 10-16,0-10 15,0 0-15,0 7 16,0-7-16,0 0 16,0 0-16</inkml:trace>
  <inkml:trace contextRef="#ctx0" brushRef="#br1" timeOffset="118332.24">12657 6742 0,'0'0'0,"0"0"15,0 0-15,0 0 16,0 0-16,0 0 15,0 0-15,0 0 16,0 0-16,0 0 16,0 0-16,0 0 15,0 0-15,0 0 16,3-3-16</inkml:trace>
  <inkml:trace contextRef="#ctx0" brushRef="#br1" timeOffset="123481.93">12950 6588 0,'0'0'0,"0"0"0,0 0 0,0 0 16,0 0-16,0 0 15,0 0-15,0 0 16,0 0-16,0 0 15,0 0-15,0 0 16,0 0 0,0 0-16,-3 0 15,3 0-15,0 0 16,-10 2-16,10-2 16,0 0-16,-13 4 15,13-4-15,-11 9 16,11-9-16,-10 14 15,5-6-15,2 2 16,0 0 0,1 3-16,2 2 15,0 2-15,3 0 16,0 0-16,2-2 16,1-1-16,1 0 15,1-3-15,-3-1 16,7-3-1,5 4 1,1-2-16,3 2 16,-4-3-1,-4-3-15,1-3 16,-1-6-16,-1-6 16,-2 2-16,-2-3 15,-3-2-15,-1 2 16,3-8-16,-5 6 15,2-2-15,-3-2 16,-1 6 0,-1-3-16,-1 2 15,-2-6-15,-2 1 16,0 6-16,-4 0 16,-2 2-16,-3-1 15,-1 0-15,1 2 16,0 2-16,1 1 15,-3 2-15,3 2 16,2 2-16,2 1 16,10-2-16,-11 1 15,11-1 1,0 0-16,0 0 16,0 0-16</inkml:trace>
  <inkml:trace contextRef="#ctx0" brushRef="#br1" timeOffset="124898.7">13524 6654 0,'0'-2'0,"0"2"0,0 0 0,0 0 0,0-7 16,0 7-16,0 0 15,0 0-15,0 0 16,0 0-16,0 0 15,0 0-15,0 0 16,0 0-16,0 0 16,0 0-16,0 0 15,13-6 1,-13 6-16,20-5 16,-4 2-16,4 0 15,2-1-15,1 1 16,1-1-16,4 0 15,3-1-15,-1 0 16,-5 1-16,-2 0 16,-5-1-16,-2 1 15,-3 0 1,-2 3-16,-11 1 16,12-3-16,-12 3 15,0 0-15,0 0 16,0 0-16,0 0 15,8-7-15</inkml:trace>
  <inkml:trace contextRef="#ctx0" brushRef="#br1" timeOffset="125265.41">13697 6352 0,'0'0'0,"0"0"0,0 0 16,0 0-16,0 0 15,0 0-15,0 2 16,0-2 0,0 14-16,0 7 15,0 9-15,0 8 16,-1 0-16,-2-1 15,1-8-15,0-1 16,0 4-16,1-8 16,-2 12-16,1-2 15,2-2-15,0 3 16,0-20 0,2-9-16,-1 1 15,2 1-15,-1-1 16,1 4-16,-3-11 15</inkml:trace>
  <inkml:trace contextRef="#ctx0" brushRef="#br1" timeOffset="125965.92">14262 6231 0,'0'0'0,"2"-1"0,-2 1 0,0 0 16,0 0-16,0 0 15,0 0 1,0 0-16,0 0 16,0 0-16,-6 11 15,-8 4-15,-3 2 16,-3 4-16,0 1 15,-4 3-15,-1 2 16,3-4-16,6-2 16,3 1-16,0 2 15,2 3-15,4 3 16,4-2 0,3 1-16,2-5 15,0-3-15,2 0 16,-2-8-16,1-3 15,-3-10-15,0 0 16,0 0-16,0 0 16,4 7-16,-4-7 15,0 0-15,0 0 16</inkml:trace>
  <inkml:trace contextRef="#ctx0" brushRef="#br1" timeOffset="126648.93">9493 3976 0,'0'0'0,"0"0"15,4 0-15,-4 0 16,21 0-16,-4 0 15,4 0-15,6 0 16</inkml:trace>
  <inkml:trace contextRef="#ctx0" brushRef="#br1" timeOffset="128198.94">9352 4231 0,'0'0'0,"0"0"0,0 0 15,0 0-15,0 0 16,0 0-16,0 0 16,-1-2-16,3-8 15,1-7 1,8-10-16,10-6 15,9-7-15,5-8 16,4-3-16,0 0 16,-1 2-16,-4 8 15,-4 5-15,-5 6 16,-3 2-16,-2 4 16,-3 0-1,1 2-15,-1 0 16,3-2-16,11-14 31,7-6-31,-2 0 16,-2 4-16,-14 15 15,1 1-15,-3 2 16,-2 3-16,-3 3 16,-2 1-16,-3 2 15,-1 3 1,-1 0-16,-1 0 15,0 0-15,-2 2 16,0-1-16,-1 3 16,0-1-16,-1 0 15,0 1-15,-1-1 16,-1 1-16,1-2 16,-1 1-16,-1-2 15,1 0 1,-1 1-16,1-3 15,-1-1-15,1-4 16,2-2-16,3-4 16,2 2-16,2 3 15,0 3-15,-2 2 16,-1 3-16,-1 3 16,-4 6-16,4-9 15,-4 9-15,0 0 16,0 0-1,0 0-15,0 0 16,0 0-16,0 0 16,0 0-16,0 0 15,0 0-15,-17-2 16,-3 5-16,1 0 16,3 0-16,5 1 15,-3 1-15,-3 3 16,0 0-1,2 1-15,5-2 16,10-7-16,-11 8 16,11-8-16,0 0 15,0 0-15,0 0 16,0 0-16,10 3 16,24-10-16,6-4 15,-5 1-15,-7 3 16,-4 0-1,-4 2-15,-3 2 16,-3 0-16,-4 3 16,-10 0-16,13 14 15,-9 2-15,-3 7 16,-2 3-16</inkml:trace>
  <inkml:trace contextRef="#ctx0" brushRef="#br1" timeOffset="132198.51">14190 6315 0,'0'0'0,"0"0"16,0 0-16,0 0 15,0 0 1,0 0-16,0 0 16,0 0-16,-2 4 15,2-4-15,-13 13 16,3 0-16,-4 6 15,1 5-15,1 1 16,1 3 0,2 0-16,3 1 15,1-3-15,2-1 16,2-6-16,1-1 16,1-3-16,1-1 15,2-2-15,0-3 16,2-1-16,2-2 15,6-1-15,6-3 16,6-5-16,0-4 16,-2-3-1,-5-3-15,0-3 16,-3-3-16,-2-3 16,-3 0-16,-5 1 15,-2 0-15,-3-1 16,-4-2-16,-3-1 15,-2 4-15,-2-1 16,-2 2-16,2 4 16,-3-5 15,-2 1-31,2 3 16,0 3-16,7 7 15,6 7-15,-8-9 16,8 9-16,0 0 15,0 0-15,0 0 16,-19-4-16,6 9 16,0 3-16,1-1 15,0 0 1,0 1-16,12-8 16</inkml:trace>
  <inkml:trace contextRef="#ctx0" brushRef="#br1" timeOffset="132698.54">14419 6008 0,'0'0'0,"0"0"15,0 0-15,0 0 16,0 0-16,3 1 15,-3-1-15,16 4 16,7-2-16,6-1 16,6-2-16,1-2 15,0-2 1,-6 0-16,-7 1 16,-7 1-16,-6 1 15,-10 2-15,15-1 16,-15 1-16,11 16 15,-6 6-15,-5 11 16,-8 12-16,-7 11 16,-2 6-16,-1 0 15,1 0 1,1-5-16,4 1 16,6 3-16,1 0 15,3-5-15,2-11 16,-2 11-1,2 3 1,-5-7-16,-6-7 16,-1-23-16,-5-9 15,-5-5-15,-2-1 16,-12-7 0</inkml:trace>
  <inkml:trace contextRef="#ctx0" brushRef="#br1" timeOffset="133966.04">12917 7577 0,'0'0'0,"0"0"0,0 0 16,0 0-1,7-2-15,-7 2 16,22-10-16,-5 3 15,5-2-15,3 0 16,3 0-16,2 1 16,0 1-16,-2 0 15,-1 1 1,-7 2-16</inkml:trace>
  <inkml:trace contextRef="#ctx0" brushRef="#br1" timeOffset="134202.32">13003 7746 0,'0'0'0,"0"0"15,0 0-15,0 0 16,0-2-16,0 2 15,0 0-15,0 0 16,14-5-16,3-1 16,8 0-16,4 1 15,3-1-15,4 0 16,6-3-16,4 1 16</inkml:trace>
  <inkml:trace contextRef="#ctx0" brushRef="#br1" timeOffset="134818.94">13670 7536 0,'0'0'0,"0"0"0,-3 1 16,3-1-16,-17 4 16,-1-1-16,-1 1 15,-4 0-15,0 0 16,2 0-16,2 0 16,2 5-16,3 0 15,4 2 1,3 3-16,3 0 15,4 3-15,3 0 16,4 4-16,2-1 16,5 1-16,0-1 15,3-3-15,1-1 16,2-5-16,5-2 16,-3-2-1,1-7-15,-1-3 16,-2-13-16,-2-3 15,-5-1-15,-5-2 16,-3 4-16,-4-1 16,-3 0-16,-3-1 15,-3-5-15,-2 2 16,-4 3-16,0 5 16,0 3-16,0 2 15,-3 1 1,0 2-16,0 3 15,2 2-15,4 2 16,11 0-16,-13 2 16,13-2-16,-7 9 15,6-1-15</inkml:trace>
  <inkml:trace contextRef="#ctx0" brushRef="#br1" timeOffset="135448.87">13966 7567 0,'0'0'0,"0"0"0,0 0 16,0 0-16,0 0 16,0 0-16,0 0 15,0 0-15,0 0 16,0 0-16,0 0 16,0 4-16,3 4 15,2 5 1,0 5-16,4 3 15,-1-2-15,0-2 16,0-3-16,-2-3 16,0-3-16,-6-8 15,6 10-15,-6-10 16,0 0-16,16 0 16,-1-9-16,3-8 15,4-8-15,2-5 16,2-2-1,1 0-15,-1 1 16,-3 3-16,-1 2 16,-1 0-16,-1 2 15,-1 2-15,0 2 16,-2 3-16,-3 6 16,-4 3-16,-10 8 15,13-9 1,-13 9-16,0 0 15,0 0-15,10-4 16,-10 4-16,0 0 16,0 0-16,0 0 15,0 0-15</inkml:trace>
  <inkml:trace contextRef="#ctx0" brushRef="#br2" timeOffset="151565.45">11045 1318 0,'0'0'0,"0"0"0,0 0 0,0 0 16,0 0-16,0 0 15,0 0-15,0 0 16,1 2-16,-1-2 16,5 10-16,1 0 15,1 4 1,1 3-16,-2 1 15,-1 1-15,-1-1 16,0-1-16,0-2 16,-2 0-16,4 0 15,4 0-15,7-6 16,6-1-16,6-9 16,4-7-16,0-4 15,-2-4-15,-5-1 16,-6 2-1,-5 0-15,-3 4 16,-3 1-16,-2 3 16,-7 7-16,8-10 15,-8 10-15,0 0 16,0 0-16,4-7 16,-4 7-16,0 0 15,0 0-15,0 0 16,0 0-1,0 14-15,0 2 16,0 6-16,0 1 16,0 4-16,-1 0 15,0 1-15,-1 0 16,-1 2-16,1-2 16,0 1-16,0-5 15,1-2-15,-1-2 16,1-2-1,0 0-15,-4 0 16,0-3-16,-4-1 16,-1-4-16,-1 0 15,1-1-15,-3-1 16,-1-2-16,-2 1 16,-3-1-16,-2 0 15,1-2-15,-1-2 16,1-5-16,0-2 15,1-3 1,3 0-16,4 1 16,4 0-16,0 0 15,8 7-15,-11-11 16,11 11-16,-7-10 16,7 10-16,-1-14 15,7 2 1,4-5-16,6-4 15,3 1-15,0 5 16,2 1-16,2 2 16,-1 2-16,-1 3 15,-3 0-15,-1 4 16,0-1-16,1 2 16,1-1-16,1 1 15,0-2-15,-1 0 16,-2-1-16,-4 1 15,-1 0 1,-1 0-16,-1 1 16,0-3-16,3 0 15,1-3-15</inkml:trace>
  <inkml:trace contextRef="#ctx0" brushRef="#br2" timeOffset="152098.24">11807 1422 0,'0'0'0,"0"0"16,0 0-16,0 0 16,0 0-16,0 0 15,0 0-15,3 0 16,-3 0-16,24 0 15,-2 0 1,2 0-16,2-3 16,0 1-16,-2-1 15,-4 0-15,-4 0 16,-1 0-16,-4 2 16,-11 1-16,0 0 15</inkml:trace>
  <inkml:trace contextRef="#ctx0" brushRef="#br2" timeOffset="152381.51">11789 1594 0,'0'0'0,"0"0"16,0 0-16,0 0 15,0 0-15,0 0 16,0 0-16,0 0 15,0 0-15,0 0 16,3 0 0,-3 0-16,28-4 15,0 0-15,2-1 16,1 0-16,-3 0 16,-3 1-16,-1-1 15,-1 2-15,-2-2 16,-1 1-16,-1-1 15,-5 1-15</inkml:trace>
  <inkml:trace contextRef="#ctx0" brushRef="#br2" timeOffset="152682.07">12301 1367 0,'0'0'0,"0"0"0,0 0 0,0 0 0,0 0 16,0 4-16,0-4 16,2 19-16,1 6 15,0 5-15,1 6 16,-1-5-16,-2-1 15,-2-1-15,-1 1 16,-1-3 0,0-4-16,1-4 15,0-4-15,1-7 16</inkml:trace>
  <inkml:trace contextRef="#ctx0" brushRef="#br2" timeOffset="153432.85">12800 1637 0,'0'0'0,"0"0"0,0 0 0,0 1 16,0 8-1,0 8-15,-1 6 16,-2 3-16,-2-4 16,-1 0-16,-3 0 15,0 1-15,-3-1 16,1-1-16,2-5 15,3-4-15,1-5 16,5-7-16,0 0 16</inkml:trace>
  <inkml:trace contextRef="#ctx0" brushRef="#br2" timeOffset="154331.67">13317 1376 0,'0'0'0,"0"0"0,0 0 15,-2 5-15,-2 5 16,0 4-16,3 8 15,1 2-15,4 1 16,2-4-16,1-2 16,3-4-1,0-4-15,5-4 16,8-3-16,4-3 16,2-1-16,-8-3 15,-2-4-15,-4-2 16,-2-2-16,-2-1 15,-2 3-15,-1-1 16,-3 1-16,-1 1 16,-4 8-1,5-10-15,-5 10 16,0 0-16,0 0 16,0 0-16,0 0 15,0 0-15,-4 11 16,0 7-16,0 7 15,-1 5-15,2 5 16,-2 9-16,1 4 16,1-3-1,0-5-15,0-3 16,0-1-16,-2 9 31,-2-5-31,-4-10 16,3-8-16,3-12 15,-1-2-15,6-8 16,-11 6-16,11-6 16,-20-9-16,5-1 15,1-3 1,-2 1-16,3-1 16,2-4-16,2-2 15,3-5-15,4 3 16,6-1-16,9-9 15,7-15-15,11-7 16,-5 25-16,-3 10 16,-2 3-16,-4 0 15,2-13 1,-5-3-16,-7 11 16</inkml:trace>
  <inkml:trace contextRef="#ctx0" brushRef="#br2" timeOffset="154848.49">13505 1203 0,'0'0'15,"0"1"-15,0-1 16,-10 11-16,-3 3 16,-2 3-16,-1-1 15,5-3-15,-3 2 16,0-1-16,3 1 15,1-3-15,4-4 16,6-8-16,-4 9 16,4-9-16,0 0 15,0 0 1,25 1-16,2-16 16,0-1-16,-5 0 15,0 0-15,-4 3 16,-1 1-16,-1 0 15,-3 2-15,-1 3 16,0 1 0,0 4-16,4 5 0,3 4 15,-1 1 1,0 2-16,-3 4 16,2 7-16</inkml:trace>
  <inkml:trace contextRef="#ctx0" brushRef="#br2" timeOffset="155332.38">13814 1503 0,'3'12'0,"-3"-12"16,0 0-16,1 8 16,-1-8-16,0 0 15,0 0 1,1 6-16,-1-6 16,7 7-16,9-6 15,12-1-15,5-5 16,-3-5-16,-6 1 15,-4-1-15,-5 3 16,-1 1-16,3 4 16,0 9-16,-7-6 15,-10-1-15</inkml:trace>
  <inkml:trace contextRef="#ctx0" brushRef="#br2" timeOffset="155581.14">13774 1577 0,'2'8'0,"-2"-8"0,0 9 16,1-2 0,-1-7-16,2 14 15,1-6-15,-3-8 16,14 4-16,8-6 15,7-2-15,-4-1 16,4 2-16,-2-2 16,5 5-16,3-2 15,-6 1-15,0-2 16,-11 1 0,-7 0-16</inkml:trace>
  <inkml:trace contextRef="#ctx0" brushRef="#br2" timeOffset="156215.45">14482 1413 0,'0'0'0,"0"0"16,0 0-16,-8 4 15,-4 3-15,-5 3 16,-1 0-16,3-1 15,1 1-15,0 4 16,0 0-16,3 2 16,1-3-16,2-3 15,3 1 1,0-2-16,3 0 0,1 4 16,4 3-1,2 4-15,3-3 16,8-2-16,3 4 15,10-5-15,-2-7 16,-3-3-16,-2-4 16,-3-2-16,-1-2 15,2-3-15,-4 0 16,-3 0-16,0-3 16,-5-1-1,-2-2-15,-3-3 16,-3-1-16,-8-2 15,0 2-15,-6 2 16,-3 1-16,-2-2 16,-3 0-16,-2 0 15,4 6-15,-2 3 16,0 1 0,0 0-16,2 5 15</inkml:trace>
  <inkml:trace contextRef="#ctx0" brushRef="#br2" timeOffset="169565.07">11319 7353 0,'0'0'0,"0"0"0,0 0 16,0 0-16,0 0 15,0 0-15,0 0 16,0 0-16,0 0 15,0 0-15,0 0 16,0 0-16,2 6 16,-1 3-1,2 5-15,-2-1 16,-1 2-16,-1 4 16,-2 1-16,-1 0 15,0-2-15,1-1 16,0-2-16,0 0 15,0 0-15,0 2 16,1-1-16,2 0 16,-1-2-1,1 0-15,0-1 16,0 0-16,0 0 16,0-2-16,0-4 15,0 1-15,0 1 16,0-2-16,0 3 15,0 1-15,0 2 16,0 2 0,0 5-16,0 1 15,0 3-15,0 0 16,0-1-16,-2-2 16,0-5-16,1-1 15,0-1-15,-2-1 16,1 0-16,0 0 15,0 0-15,-1 2 16,0 4-16,0 2 16,-1 0-1,1 0-15,-1-2 16,0 1-16,-1 2 16,1 1-16,0 1 15,-1 0-15,1 0 16,-1-3-16,2-2 15,0-2-15,0 0 16,0-2-16,1 0 16,0-1-1,-1-1-15,1 1 16,0 0-16,0 0 16,1-2-16,-1 0 15,1 0-15,-1 0 16,0 0-16,2-2 15,0 2-15,0 1 16,2 3 0,0 0-16,-1 1 15,1 1-15,-1 1 16,0 0-16,1 1 16,-1-2-16,0-3 15,1-2-15,-1-2 16,0 0-16,-1-1 15,1 1-15,0-1 16,0-1-16,0-1 16,-1-2-1,0-6-15,1 8 16,-1-8-16,0 0 16,0 0-16,0 0 15,0 0-15,0 7 16,0-7-16,0 0 15,0 0-15,0 0 16,-15-18-16,2-3 16,3-4-16,0-7 15,2-1 1,2-3-16,2-2 16,1 7-16,0 3 15,2 3-15,0 2 16,1 3-16,0 1 15,1 1-15,0 4 16,-1 3-16,1 2 16,-1 9-1,1-8-15,-1 8 16,0 0-16,0 0 16,2-7-16,-2 7 15,0 0-15,6 10 16,-1 8-16,4 8 15,-3 1-15,-1-1 16,-1-3-16,0-4 16,-2-4-1,0-5-15,0-3 16,-2-7-16,1 9 16,-1-9-16,0 0 15,0 0-15,0 0 16,0 0-16,2 5 15,-2-5-15,0 0 16,0 0-16,5-5 16,0-4-1,-2-1-15</inkml:trace>
  <inkml:trace contextRef="#ctx0" brushRef="#br2" timeOffset="174798.38">11373 2778 0,'0'0'0,"0"0"0,0 0 0,0 0 16,3 2-16,-3-2 16,14 7-16,0-4 15,5-2-15,5-3 16,3-5-16,0 1 16,-1-2-16,0-1 15,-1 1-15,-2-1 16,-5 3-16,-2 1 15,-5 1-15,0 1 16,-1-1 0,0 0-16</inkml:trace>
  <inkml:trace contextRef="#ctx0" brushRef="#br2" timeOffset="175580.91">12128 2442 0,'0'0'0,"-9"-1"0,9 1 16,-25-2-16,7 0 16,4 0-16,-1 2 15,0 2-15,3 0 16,1 2-16,11-4 15,-20 9 1,7 0-16,-3 4 31,0 8-31,3 0 16,2 1-16,3-4 16,2-1-16,2-2 15,0 2-15,1 2 16,0 2-16,1 2 15,0 3 1,-1 2-16,1 1 16,0 1-16,0 0 15,0-1-15,0 2 16,-2 2-16,0 0 16,-1-4-16,1-5 15,1-5-15,0-3 16,1-4-16,0-3 15,2-2-15,1 0 16,5 0-16,5 1 16,10-3-1,7-5-15,0-3 16,2-5-16,0-2 16,-1-6-16</inkml:trace>
  <inkml:trace contextRef="#ctx0" brushRef="#br2" timeOffset="176314.69">12208 2650 0,'0'0'0,"0"0"0,0 1 16,0-1-16,-3 14 16,-1 0-1,0 2-15,0 0 16,0 3-16,0-2 16,0 0-16,2-2 15,1-3-15,0-2 16,-1 0-16,0-2 15,1 1 1,1-3-16,0-6 16,0 11-16,0-11 15</inkml:trace>
  <inkml:trace contextRef="#ctx0" brushRef="#br2" timeOffset="176481.56">12321 2757 0,'0'0'0,"0"0"0,0 0 15,0 0-15,0 0 16,0 0-16,0 0 16,0 0-16,3 0 15,-3 0-15</inkml:trace>
  <inkml:trace contextRef="#ctx0" brushRef="#br2" timeOffset="177631.37">12535 2701 0,'0'0'0,"0"0"0,0 0 16,3-3-16,-3 3 16,11-7-16,-11 7 15,15-11 1,-15 11-16,17-10 16,-17 10-16,15-5 15,-15 5-15,19-2 16,-8 4-16,-1 2 15,0 2-15,1 1 16,-2-1 0,-9-6-16,16 12 0,-10-5 15,2 1 1,1 2-16,0 1 16,1 1-16,-1 1 15,0-3-15,-1 0 16,-3-2-16,0-1 15,-5-7-15,9 10 16,-9-10-16,4 8 16,-4-8-1,0 0-15,5 6 16,-5-6-16,0 0 16,0 0-16,12 0 15,-12 0-15,11-10 16,-5 0-16,-1 0 15,-2-2-15,-1-2 16,-4 2-16,0 2 16,-1 2-1,3 8-15,-9-11 16,9 11-16,-19-11 16,5 7-16,-2 2 15,-1 4-15,1 2 16,1 1-16,-3 3 15,0 2-15,0 3 16,1 2-16,4-2 16,1 0-1,3-3-15,-1 1 16,2-2-16,1 1 16,0-2-16,2-1 15,5-7-15,-8 9 16,8-9-16,-5 8 15,5-8-15,0 0 16,0 0-16,0 0 16,0 0-1,0 0-15,-5-15 0,10-3 16,2-5 0,3 0-16,-1 3 15,-1 4-15,-1 6 16,-1 2-16,1-2 15</inkml:trace>
  <inkml:trace contextRef="#ctx0" brushRef="#br2" timeOffset="178481.83">12381 2834 0,'0'0'0,"0"0"0,0 0 15,4-1-15,11-4 16</inkml:trace>
  <inkml:trace contextRef="#ctx0" brushRef="#br2" timeOffset="180151.16">12971 2805 0,'0'0'0,"0"0"0,0 0 16,0 0-16,0 0 16,3 0-16,-3 0 15,18-2-15,2 0 16,4-2-16,0 1 16,2 0-16,-1 0 15,-1-1-15,2-1 16,-5 0-1,-1-1-15,-6 2 16,-1 1-16,1-2 16</inkml:trace>
  <inkml:trace contextRef="#ctx0" brushRef="#br2" timeOffset="180464.8">13082 2653 0,'0'0'0,"0"0"0,0 0 0,0 5 0,0 5 16,2 7-1,-2 6-15,1 5 16,0 2-16,-1 3 16,-2 4-16,-4 4 15,-2 1-15,0-3 16</inkml:trace>
  <inkml:trace contextRef="#ctx0" brushRef="#br2" timeOffset="182764.94">8846 4038 0,'0'0'0,"2"3"0,-2-3 16,8 9-16,2 1 15,4 2-15,9-1 16,4-3-16,5-1 16,8-5-16,4-4 15,1-3-15,1-1 16,0-2-16,-1 0 15,-2 1 1,1-1-16,2 1 16,1 0-16,0 0 15,2 0-15,-1 1 16,1 3-16,0 1 16,1 4-16,-1 0 15,-2 2-15,-1-1 16,-2 2-1,1-2-15,1 0 16,-4 0-16,-2 0 16,-2 0-16,1-1 15,2 0-15,-3 0 16,-2 1-16,1 0 16,2 1-16,1-1 15,-1 1-15,-1 0 16,-1 2-1,-1 0-15,1 0 16,-3 0-16,-3-1 16,1 1-16,0 0 15,5 0-15,1-2 16,-2-4-16,-5 0 16,-3 0-1,1 0-15,4 0 0,0 0 16,-3 0-16,-3 0 15,-3 0 1,3 0-16,0 0 16,0 0-16,1 0 15,-1 0-15,-1 0 16,-1 0-16,-2 0 16,2 0-16,2 0 15,1 0-15,2 0 16,-3 0-16,-4 0 15,-2 0 1,0 0-16,1 0 16,-1 0-16,-1 0 15,0 0-15,2 0 16,0 0-16,-2 0 16,0 0-16,2 0 15,2 0-15,2 0 16,1 0-16,-1 0 15,-1 0-15,-2 0 16,-2 0 0,1 0-16,0 0 15,3 0-15,-1 0 16,2 0-16,0 0 16,0 0-16,1-3 15,2 0-15,3-1 16,-2 1-16,-4 0 15,-6 1 1,-6 0-16,-2 1 16,-12 1-16,16-2 15,-16 2-15,0 0 16,12-2-16,-12 2 16,0 0-16,0 0 15,0 0-15,10-1 16,-10 1-16,0 0 15,0 0 1,0 0-16,0 0 16,0 0-16,0 0 15,0 0-15,0 0 16,0 0-16,0 0 16,0 0-16,0 0 15,0 0-15,0 0 16,0 0-16,0 0 15,0 0-15,0 0 16,0 0 0,0 0-16,0 0 15,0 0-15,0 0 16,0 0-16,0 0 16,0 0-16,0 0 15,0 0-15,0 0 16,0 0-16</inkml:trace>
  <inkml:trace contextRef="#ctx0" brushRef="#br2" timeOffset="184832.32">12941 2452 0,'0'0'0,"0"0"0,0 0 0,-1 2 0,1-2 16,0 0 0,0 0-16,0 0 15,0 0-15,0 0 16,0 0-16,31 0 16,-6-1-16,-4-1 15,-7 1-15,-4 0 16,-10 1-16,15-1 15,-15 1-15,12 3 16,-2 3-16,1 6 16,0 4-16,-2 2 15,-4 7 1,-1 3-16,-4 4 16,0 0-16,-2 2 15,-1 2-15,-4 1 16,0-1-16,-1-2 15,1-3-15,0 3 16,-2 1-16,2 3 16,2-2-1,0-1-15,2-1 16,-1-2-16,1 0 16,1 0-16,0-5 15,-5-2-15,-2-6 16,1-4-16,-11-4 31,-12-3-31,-6-5 16,-2-11-1,14 1-15,3-4 16,1-11-16,3-4 16</inkml:trace>
  <inkml:trace contextRef="#ctx0" brushRef="#br2" timeOffset="187348.05">12341 2830 0,'0'0'0,"0"0"0,0 0 0,6 2 15,8 1-15,21-2 16,15-3-16,-1 0 16,2 0-16</inkml:trace>
  <inkml:trace contextRef="#ctx0" brushRef="#br2" timeOffset="188164.52">12336 2885 0,'0'-1'0,"0"1"0,0 0 0,0 0 0,3-7 16,-3 7-16,0 0 16,0 0-16</inkml:trace>
  <inkml:trace contextRef="#ctx0" brushRef="#br2" timeOffset="188367.17">11454 2879 0</inkml:trace>
  <inkml:trace contextRef="#ctx0" brushRef="#br2" timeOffset="189131.73">13563 2822 0,'0'0'0,"0"0"0,0 0 16,1 2-16,-1-2 15,0 0-15,3 7 16,-3-7-1,0 0-15,12 3 16,5-1-16,6 1 16,3-1-16,5 2 15,-2-8-15,-7 3 16,-8-1-16,-14 2 16,14-5-16,-14 5 15,0 0-15</inkml:trace>
  <inkml:trace contextRef="#ctx0" brushRef="#br2" timeOffset="189314.63">13512 2965 0,'0'0'0,"0"0"0,0 0 0,0 0 16,0 0-16,0 0 15,4-1-15,6-3 16,8-2-1,4-1-15,3 2 16,1 2-16,-1-1 16,-2 0-16,0-6 15,-1-5-15,-5 6 16</inkml:trace>
  <inkml:trace contextRef="#ctx0" brushRef="#br2" timeOffset="189582.89">13916 2840 0,'0'0'0,"0"0"0,0 0 0,11-9 15,6-4 1,6-2-16,10 5 16,6 1-16,12-4 15,-6 3-15,4-3 16,-10 4-16,-7 0 16,2-3-16</inkml:trace>
  <inkml:trace contextRef="#ctx0" brushRef="#br2" timeOffset="189847.84">14039 2715 0,'0'0'0,"0"0"0,0 0 16,0 0-1,-1 7-15,-1 13 16,0 2-16,0 3 16,0 4-16,-2 10 15,1 3-15,-6-2 16,0-5-16,1-1 16,2-4-1</inkml:trace>
  <inkml:trace contextRef="#ctx0" brushRef="#br2" timeOffset="190781.38">14447 2862 0,'0'0'0,"1"-5"0,-1 5 16,3-13-16,0 3 15,8-6-15,7-5 16,7-2-16,7-3 16,1 5-16,-3 2 15,-4 5-15,-7 6 16,-3 2-16,-2 2 15,0 5 1,3 5-16,1 6 16,-2 1-16,-1 1 15,0 2-15,-1 3 16,0 3-16,-1 1 16,-3-2-16,-1 1 15,0 1-15,-1 1 16,0-4-16,-1-1 15,-2-5 1,1-3-16,1-3 16,4-4-16,3-3 15,1-2-15,-1-3 16,-1-4-16,0-4 16,1-5-16,-3-1 15,-2-3-15,-4 2 16,-2 0-16,-4-2 15,-2 3-15,-1 2 16,-2 2-16,-3 2 16,1-1-1,-4 3-15,-2 3 16,-3 3-16,-2 1 16,0 2-16,-1 3 15,0 1-15,-3 3 16,2-1-16,-2 3 15,0 1-15,1 6 16,0 2 0,1 1-16,-2 4 15,-1 2-15,-1 0 16,-2 2-16,2-2 16,1-1-16,2-2 15,3-5-15,-8-3 16,2-4-16,2-5 15,4-3-15,4-2 16,3-1 0,2-3-16,-1-4 15,2-6-15,1 0 16,4-1-16,2-1 16,3-1-16,4-2 15,6-1-15,4-2 16,4-1-16,2 3 15,3 0-15,6 2 16</inkml:trace>
  <inkml:trace contextRef="#ctx0" brushRef="#br2" timeOffset="193831.76">15207 2580 0,'0'0'0,"0"0"0,0 0 0,0 0 16,-5-1-16,5 1 15,-18-16-15,3-1 16,-1 0-16,-4-6 15,-2-1-15,-5-2 16,1 7-16,-5 1 16,-2 3-1,-1 3-15,-1 0 16,3 2-16,2 3 16,-5 0-16,-2-1 15,-1-1-15,-1 1 16,0-1-16,-3 0 15,-1 0-15,3 1 16,0 0-16,-4 2 16,5 3-1,0 2-15,2 1 16,6 1-16,1 4 16,1 4-16,-5 4 15,-3 5-15,2-1 16,2 0-16,8-4 15,-1 0-15,-3 1 16,2-3-16,1-3 16,4-2-16,5 1 15,4 3 1,1 14-16,-1-9 16,4-1-16,0 1 15,1-1-15,-5 14 16,7-15-16,-3 12 15,1-6-15,0 0 16,-1 10-16,2-10 16,3-2-16,1-3 15,0-3-15,1-4 16,2-7 0,0 0-16,-3 9 15,-4 6-15,-2 2 16,0 4-16,4-9 15,0-4-15,-3 6 16,-1 3-16,-2 10 16,2 0-16,5-14 15,0-5 1,-2 2-16,-2 0 16,-4 6-16,0 1 15,3-2-15,1 3 16,0-1-16,1-1 15,1-1-15,2-2 16,2 2-16,0 1 16,0 3-16,1 1 15,2 0 1,4 0-16,-1-2 16,3 0-16,1 1 15,3 3-15,-2-3 16,1-3-16,1-1 15,5-1-15,5 5 16,5-1-16,4 2 16,0-1-16,-1-2 15,-2-2 1,-3-5-16,6 2 16,5 0-16,-3-2 15,-3-3-15,-3-2 16,3 0-16,0 0 15,6 0-15,-3 1 16,1-1-16,1 1 16,-4-2-1,-2 0-15,2-1 16,1-2-16,-3-2 16,-2-1-16,-3-2 15,-2 2-15,4-1 16,4 0-16,4-1 15,-2-1-15,-4 2 16,-3-1-16,-3 0 16,4-2-16,3-2 15,3-4 1,-1-2-16,-1 0 16,2 0-16,1-1 15,0 1-15,0 0 16,1-2-16,-2 0 15,-1 0-15,-2-1 16,0 0-16,0-2 16,-2 0-16,-3 1 15,-1 1-15,-5 0 16,0 1 0,-3-1-16,-1 0 15,-1-1-15,-3-2 16,0 2-16,0 0 15,0-2-15,1-1 16,-2 0-16,1-1 16,-2 1-16,1 0 15,-2 3 1,-1 1-16,-1 0 16,-1 3-16,-2 0 15,1 2-15,-2 1 16,0 1-16,0 2 15,0-1-15,0 3 16,-2-4-16,1 1 16,-2-2-16,0 0 15,0 1 1,0-1-16,1 2 16,-1-1-16,1 3 15,2 7-15,-5-10 16,5 10-16,-4-9 15,1 1-15,-1 1 16,1 1-16,0 0 16,-1-3-16,-1 0 15,0-2-15,1 2 16,0 1 0,0 0-16,1 2 15,3 6-15,-5-12 16,5 12-16,-3-7 15,3 7-15,-3-6 16,3 6-16,0 0 16,-3-8-16,3 8 15,-29-24 1</inkml:trace>
  <inkml:trace contextRef="#ctx0" brushRef="#br2" timeOffset="201013.88">15443 3417 0,'0'0'0,"1"-5"0,1-2 0,1-11 16,2-6-16,0 0 16,-1 2-16,-1 1 15,1-3 1,1-5-16,0-4 16,4-6-16,-1 0 15,1 0-15,0-4 16,-1 6-16,-1 1 15,0 4-15,-3 5 16,-1 0-16,0 1 16,-1-3-16,0-4 15,0-4 1,-1 1-16,1 3 16,0 2-16,0-1 15,-1 0-15,1-1 16,0 3-16,-2 4 15,0-1-15,0 2 16,-1-5-16,0-7 16,-1-2-1,0-4-15,-2 1 16,0 6-16,1 4 16,-1 6-16,1 3 15,0 5-15,1 5 16,0 1-16,0 4 15,2 8-15,-3-10 16,3 10-16,0 0 16,0 0-16,-5-6 15,5 6 1,0 0-16,0 0 16,-20 10-16,1 3 15,-3 4-15,-1 0 16,-1 3-16,2-1 15,0 3-15,2-1 16,3-2-16,0 1 16,1-1-16,5-4 15,1-4-15,4-2 16,2-2 0,4-7-16,-5 8 15,5-8-15,0 0 16,0 0-16,0 0 15,0 0-15,17-30 16,8-11-16,1 0 16,0 7-1,-3 7-15,-2 6 16,-4 6-16,-5 5 16,-2 2-16,-10 8 15,10-7-15,-10 7 16,14-5-16,6 9 15,15 7-15,16 7 16,5 7-16,-8 2 16,-10-3-16,-9-3 15,-29-21-15,15 14 16,-5 2 0,-1 2-16,-3-1 15,-2-2-15,-2-2 16,1-1-16,-2-1 15,2 2-15</inkml:trace>
  <inkml:trace contextRef="#ctx0" brushRef="#br2" timeOffset="210000.58">12933 4181 0,'0'0'0,"0"0"0,0 0 15,2 4-15,0 3 16,3 5-16,0 5 16,0-2-16,0 2 15,-1-2-15,-2 0 16,1 2-16,1 0 16,-3-3-1,2-3-15,-2 0 16,1-2-16,0-2 15,-2-7-15,13 2 16,10-11-16,9-5 16,-8-2-16,-5 1 15,-7-1-15,-4 5 16,-1-1-16,-3 3 16,-4 9-1,4-10-15,-4 10 16,0 0-16,0 0 31,0 0-31,0 0 16,0 0-16,-11 12 15,5 1-15,2 3 16,0 3 0,1 6-16,2 0 15,1 1-15,3 2 16,1-2-16,-1-3 15,0 0-15,1-2 16,-2 2-16,-1 4 16,0 0-16,-1 0 15,0-8-15,-1-4 16,0-2-16,-2-4 16,-2 0-1,0-1-15,5-8 16,-10 10-16,0-5 15,-2-2-15,-1 1 16,0-2-16,13-2 16,-15 3-16,15-3 15,-10 1-15,10-1 16,0 0-16,-10 0 16,10 0-1,0 0-15,-10-4 16,10 4-16,0 0 15,-8-7-15,8 7 16,0 0-16,0 0 16,-6-7-16,6 7 15,2-9-15,1-3 16,5-3 0,3-3-16,6-4 15,6-4-15,6-5 16,0 0-16,-1 2 15,-2 2-15</inkml:trace>
  <inkml:trace contextRef="#ctx0" brushRef="#br2" timeOffset="211832.49">13348 4294 0,'0'0'0,"0"0"0,0 0 15,0 0-15,0 0 16,0 0-16,0 0 16,0 0-16,1 2 15,-1-2-15,18 2 16,0 0-1,0-2-15,3 0 16,2-1-16,0 0 16,-4 1-16,-3-1 15,-4 1-15,-12 0 16,15 0-16,-15 0 16</inkml:trace>
  <inkml:trace contextRef="#ctx0" brushRef="#br2" timeOffset="212097.96">13328 4503 0,'0'0'0,"0"0"0,0 0 16,0 0-1,0 0-15,7 0 16,6 0-16,11 0 16,8 0-16,-1 0 15,-4-1-15,-4 0 16,-5 0-16,-2-2 16,1 0-16,4-3 15,2-2-15</inkml:trace>
  <inkml:trace contextRef="#ctx0" brushRef="#br2" timeOffset="212696.89">13852 4352 0,'0'0'0,"0"0"0,0 0 16,0 0-16,0 0 15,0 0-15,0 2 16,0-2-16,0 0 16,-6 8-16,6-8 15,-13 13-15,4-3 16,0 1-16,-1-1 15,3-1 1,1 0-16,0 2 16,2 0-16,1 2 15,2 1-15,6 1 16,3 1-16,5-1 16,3-3-16,-1-4 15,4-6 16,1-4-31,3-6 16,-1-4-16,-3 1 16,-3-1-16,-4 1 15,-6 0-15,-1 0 16,-4-1-16,-2 0 16,-3-3-16,-6-4 15,-2 3-15,-5 1 16,-7 3-16,-7 3 15,-6 3-15,1 6 16,4 6 0,-1 4-16,6 6 15,5-4-15,7-3 16,15-9-16</inkml:trace>
  <inkml:trace contextRef="#ctx0" brushRef="#br2" timeOffset="213447.64">14282 4544 0,'0'0'0,"-2"1"0,2-1 16,-10 17-16,-2 2 16,0-2-1,-2 0-15,-6 6 16,4-3-16</inkml:trace>
  <inkml:trace contextRef="#ctx0" brushRef="#br2" timeOffset="214497.63">14607 4321 0,'0'0'0,"0"0"0,0 3 15,0-3-15,0 15 16,0 2-16,0 4 16,1 2-16,4-2 15,0-4 1,3-2-16,1 0 16,3-1-16,14-4 31,12-5-31,3-5 15,-4-7-15,-16 1 16,-5-1 0,-1-6-16,-3-4 15,-2-2-15,-4 4 16,-2 6-16,-4 9 16,0 0-16,2-7 15,-2 7-15,0 0 16,0 0-16,0 0 15,0 0-15,0 0 16,-2 14-16,-1 3 16,0 6-1,0 9-15,1 9 16,1 6-16,3 4 16,0-2-16,0 5 15,1-1-15,0-6 16,-1-5-16,-2-9 15,-1 0-15,-6-4 16,-6-3-16,-1-9 16,0-5-1,7-5-15,7-7 16,-13 7-16,13-7 16,-16 5-16,0-4 15,-7-1-15,0-2 16,1-1-16,0-6 15,6-1-15,2-12 16,8-2-16,4-1 16,2-4-1,7-1-15,7-1 16,0 2-16,4-2 16,1 2-16,1-2 15,4-3-15,-3 5 16,-1 4-16</inkml:trace>
  <inkml:trace contextRef="#ctx0" brushRef="#br2" timeOffset="-214515.17">14651 3998 0,'0'0'0,"0"0"0,0 0 15,-1 5-15,-2 9 16,-6 7-16,0 5 15,-2 1-15,1-3 16,3-6-16,2-6 16,2-3-16,3-9 15,-3 6 1,3-6-16,0 0 16,19-17-16,6-7 15,2-3-15,-3 2 16,-4 5-16,-7 6 15,-6 6-15,-7 8 16,8-7-16,-8 7 16,18 6-1,1 6-15,5 3 16,-2 0-16,-3-1 16,0-1-16,0 1 15</inkml:trace>
  <inkml:trace contextRef="#ctx0" brushRef="#br2" timeOffset="-214048.92">15013 4453 0,'0'0'0,"0"0"0,0 0 0,5-2 0,-5 2 15,19 0-15,-7 0 16,1 2-16,2 0 15,3-1-15,3 1 16,-1 0-16,-3-1 16,-4 0-16,-13-1 15,10 1 1,-10-1-16</inkml:trace>
  <inkml:trace contextRef="#ctx0" brushRef="#br2" timeOffset="-213849.26">14941 4591 0,'3'-2'0,"-3"2"0,14-6 15,5 1-15,2-2 16,1 1-16,3-2 15,0 1-15,0 0 16,-1 0-16</inkml:trace>
  <inkml:trace contextRef="#ctx0" brushRef="#br2" timeOffset="-213399.95">15299 4516 0,'0'0'0,"0"0"16,0 0-16,0 0 15,-2 2-15,2-2 16,-7 11 0,2 0-16,0 6 15,2 3-15,1 1 16,2 3-16,2-1 15,2 1-15,6 1 16,6-3-16,4-4 16,1-7-16,0-6 15,-1-4-15,4-10 32,3-7-17,-3-12-15,-5-3 16,-10 4-16,-7 1 15,-3 5-15,-3 3 16,-2 3-16,0 4 16,-2 1-16,-4 0 15,-6-1-15,-10 2 16,-8 0 0,0 1-16,-5-1 15</inkml:trace>
  <inkml:trace contextRef="#ctx0" brushRef="#br2" timeOffset="-211349">12497 4622 0,'2'8'0,"-4"3"0,2-11 0,0 0 0,0 8 16,0-8-16,0 0 15,0 0-15,0 0 16,1 7-16,4 0 15,7 12-15,14 0 16,9-10-16,5 5 16,8-3-16,11 4 15,5-1-15,7-1 16,4-1 0,4-4-16,5 3 15,0-3-15,5 3 16,4 2-16,-3-1 15,2 0-15,-1-18 16,-7 5-16,1-11 16,-4 7-16,0-3 15,6 1-15,-4 15 16,-2-1 0,1-1-16,-13 0 15,-1 0-15,-1 0 16,-9-1-16,1 0 15,-3-1-15,-4 0 16,-3 0-16,-3-1 16,-5 0-16,0 0 15,1-1-15,-4 1 16,-5-2-16,-1-1 16,0 0-1,2-1-15,-2-1 16,-5 1-16,-4-1 15,-2 2-15,0-1 16,2 0-16,4 0 16,3-1-16,-2 1 15,-3 0-15,-4 0 16,-3 0 0,-3 0-16,-1 0 15,1-2-15,1-4 16,1-2-16,-1 0 15,0-4-15,3-3 16,6-6-16,-2 0 16,1-5-16,-3-3 15,-2-4-15,-3 0 16,-5 3-16,-4 1 16,-2 1-1,-8-8-15,0-4 16,-3-5-16,-1 1 15,0 6-15,0 3 16,0 3-16,-1 1 16,-1 2-16,-4 2 15,-3 0-15,-5 0 16,-7 4-16,1 1 16,1 2-1,-1 0-15,-3 1 16,-5 2-16,-5 2 15,1 3-15,-1 2 16,1 1-16,-3 2 16,-3 0-16,-2 1 15,1 0-15,-7 0 16,2-1-16,-4 1 16,-4-1-16,-1 3 15,-5 1 1,-1 1-16,3 2 15,-2-1-15,6 1 16,0 1-16,7-1 16,2 1-16,6 0 15,3-2-15,-1-3 16,2 2 0,-4-1-16,4 1 15,-5-1-15,-4 0 16,-2 0-16,5 4 15,2 0-15,-1 1 16,0 2-16,3 1 16,1 5-16,7-3 15,-1 1-15,-1 0 16,4-3-16,3 0 16,-3 0-16,-2-2 15,-6 1 1,-2-1-16,-3 0 15,0 0-15,4 0 16,-1 1-16,2-1 16,4-1-16,0 1 15,7-1-15,3 1 16,3 2-16,1 0 16,5-2-1,0 0-15,3-1 16,-1-1-16,-1-1 15,0 1-15,1 0 16,4 0-16,0 0 16,11 0-16,-18 4 15,8-1-15,0 1 16,-3 2-16,1 1 16,-4 4-16,1 3 15,-2 4 1,1 4-16,1 0 15,-2 3-15,0 4 16,0 2-16,0 2 16,1-2-16,2-1 15,0-1-15,-3 3 16,2 0-16,-2 0 16,-3 5-16,0-3 15,-3 4-15,6-9 16,0 1-1,5-5-15,2 2 16,3 7-16,3-9 16,2 2-16,2-16 15,0-1-15,0-4 16,0-6-16,2 7 16,-2-7-16,0 0 15,18-5 1,16-20-16,6-6 15</inkml:trace>
  <inkml:trace contextRef="#ctx0" brushRef="#br2" timeOffset="-206666.27">13754 4907 0,'1'-3'0,"-1"3"0,0 0 0,-4-10 0,4 10 16,0 0-1,0 0-15,3 8 16,-1 3-16,1 6 16,-2 13-16,0 5 15,0-4-15,0 3 16,0-3-16,-1 0 15,0 2-15,0 0 16,0 4-16,0-3 16,2-3-16,1-3 15,4 2-15,0-3 16,1-2 0,1-3-16,4 1 15,0-3-15,3-4 16,6-3-16,0-6 15,8 3-15,8-2 16,4-9-16,17-7 16,9-9-16,-1-5 15,7 1 1,-10 1-16,-7 3 16,-7 2-16,9-3 31,-5 3-31,-4 4 15,-10 4-15,-17 5 16,-6 0-16,-1 0 16,1 1-16,3-1 15,2 0 1,-3 1-16,-2-1 16,-5 1-16,-12 1 15,18-1-15,-18 1 16,17-3-16,-17 3 15,17-6-15,-17 6 16,17-17-16,-7-4 16,-3-4-16,-3-5 15,-1 5-15,-3-1 16,0 1 0,-1-4-16,-1 0 15,0-2-15,0 3 16,1 2-16,-1 4 15,1 4-15,1 3 16,-1 2-16,1 1 16,0 0-16,0 1 15,0 2-15,0 3 16,0 6 0,0-10-16,0 10 15,0 0-15,1-6 16,-1 6-16,0 0 15,0 0-15,0 0 16,0 0-16,0 0 16,0 0-16,0 0 15,0 0 1,0 0-16,0 0 16,0 0-16</inkml:trace>
  <inkml:trace contextRef="#ctx0" brushRef="#br2" timeOffset="-203032.17">6427 3996 0,'0'0'0,"0"0"0,3 1 16,-3-1-16,0 0 16,15 10-16,-2-6 15,7-2 1,6-1-16,6-3 15,-1-2-15,-2 0 16,-1 0-16,-5 0 16,1 0-16,0-1 15,1 2-15,2-1 16,-2 0-16,1 0 16,1-1-16,-2 1 15,1 1 1,4-1-16,-4 2 15,1 0-15,-2 1 16,-1-2-16,-2 2 16,-1-1-16,-1 2 15,0-1-15,1 0 16,1 1-16,-1-1 16,-1 0-16,-2 0 15,-1 0-15,1 0 16,-2 1-1,0 0-15,1 0 16,1 0-16,1 0 16,1 0-16,3 0 15,0 0-15,4 0 16,-1 0-16,2 0 16,3 0-16,1-1 15,0 0-15,-1 0 16,3 0-1,5 0-15,3 1 16,-2-1-16,0 0 16,4 0-16,1 1 15,0 0-15,-5 0 16,-6 2-16,-4 1 16,-1 2-16,-3 0 15,-2 0 1,-2-1-16,-6 0 15,0 0-15,-4-1 16,-12-3-16,15 4 16,-15-4-16,0 0 15,12 4-15,-12-4 16,0 0-16,0 0 16,0 0-16,0 0 15,0 0-15,9 8 16,-9-8-1,0 0-15,0 0 16,0 0-16,0 0 16,0 0-16,0 0 15,0 0-15,0 0 16,0 0-16</inkml:trace>
  <inkml:trace contextRef="#ctx0" brushRef="#br2" timeOffset="-202166.16">9148 3976 0,'0'0'0,"0"0"15,0 0-15,0 0 16,0 0-16,0 0 16,0 0-16,0 0 15,6-2-15,-6 2 16,24-7-16,-6 2 16</inkml:trace>
  <inkml:trace contextRef="#ctx0" brushRef="#br2" timeOffset="-201615.42">10100 3945 0,'0'0'0,"0"0"16,0 0-16,0 0 16,0 0-16,0 0 15,0 0-15,0 0 16,0 0-16,0 0 16,0 0-16,0 0 15,0 0-15,0 0 16,0 0-16,0 0 15,0 0-15,0 0 16,0 0 0,-2 0-16,2 0 15,0 0-15,0 0 16,-1 7-16,1-7 16,0 0-16,0 0 15,0 0-15,0 0 16,0 0-16</inkml:trace>
  <inkml:trace contextRef="#ctx0" brushRef="#br2" timeOffset="-197815.47">11164 3983 0,'0'0'0,"0"0"0,0 0 16,0 0-16,0 0 16,0 0-16,0 0 15,0 0-15</inkml:trace>
  <inkml:trace contextRef="#ctx0" brushRef="#br2" timeOffset="-189816.49">12917 4687 0,'0'0'0,"0"0"0,0 0 16,7-4-16,-7 4 15,18-10-15,-6 4 16,0-1-16,1 0 16,0-1-16,3 1 15,-3 1-15,3 3 16,1-2 0,3 2-16,0 1 15,1-1-15,-1 1 16,3-1-16,1 1 15,-2 1-15,-1 0 16,-1 0-16,1 1 16,0 0-16,-2 0 15,-2 0-15,0 0 16,-1 0 0,-1 0-16,-3 1 15,-12-1-15,17 0 16,-17 0-16,9 0 15,-9 0-15,0 0 16,14 0-16,1-1 16</inkml:trace>
  <inkml:trace contextRef="#ctx0" brushRef="#br2" timeOffset="-187882.39">15581 4216 0,'0'0'0,"0"0"0,0 0 16,0 0-16,0 0 15,1-2-15,-1 2 16,1-10-16,-2 2 16,0-2-1,-2-4-15,-1-3 16,-4-2-16,-1-1 15,-4 1-15,1-1 16,-1 1-16,0 2 16,0 1-16,0 2 15,-3-3-15,-2 0 16,-2-2-16,-1 2 16,0 1-16,-2 1 15,-1 1 1,-2 3-16,-1 2 15,0 1-15,3 2 16,0 2-16,1 1 16,-2 1-16,0 1 15,-5 0-15,1 2 16,-2 0-16,1 3 16,-1 1-16,-4 1 15,-3 0 1,-1 1-16,1 2 15,0 0-15,0 2 16,0 0-16,1 1 16,2-1-16,0 2 15,0 2-15,2 2 16,2 2-16,0 4 16,3 0-16,3 2 15,1 1 1,1 0-16,-1 3 15,4 1-15,2-1 16,3 3-16,1 2 16,2-1-16,1 0 15,1 1-15,1 3 16,0 1-16,2-2 16,4 4-16,1-1 15,1-1 1,1-2-16,1-3 15,1 0-15,1 0 16,5 2-16,4-4 16,17 7-1,13-2 1,10-2-16,3-2 16,-14-18-16,5-1 15,1-2-15,3-3 16,0 0-1,-3-1-15,1 1 16,3-1-16,4 2 16,2-1-16,0 0 15,-1 0-15,-2 1 16,1-5-16,0-3 16,-5-3-16,0-9 15,-1-5-15,-3-3 16,1-4-1,-4-2-15,-4-1 16,-1-4-16,-7 0 16,-5-2-16,-6-3 15,-5 3-15,-2 0 16,-1 1-16,-2-4 16,-3-3-16,0-2 15,-1 1-15,-2 3 16,-3 1-1,-1 3-15,-1-2 16,-2 1-16,1 4 16,-2 4-16,1 8 15,2 4-15,-1 5 16,2 8 0,-2-7-16,2 7 0,0 0 15,-2-7-15,2 7 16,0 0-1,0 0-15,0 0 16,0 0-16,0 0 16,-1-7-16,1 7 15,0 0-15,0 0 16,0 0-16,0 0 16,0 0-16,0 0 15,0 0-15,2-6 16,-3-2-1</inkml:trace>
  <inkml:trace contextRef="#ctx0" brushRef="#br2" timeOffset="-171866.49">9845 4309 0,'0'0'0,"0"0"0,0 0 0,0 0 0,0 0 16,0 0-16,0 0 16,0 0-16,0 0 15,0 0-15,0 0 16,1 3-16,-1-3 16,0 0-16,11 0 15,0-3 1</inkml:trace>
  <inkml:trace contextRef="#ctx0" brushRef="#br2" timeOffset="-156699.83">10144 4096 0,'0'0'0,"0"0"0,0 0 16,0 0-16,0 0 0,0 0 15,0 0 1,8-4-16,5-1 16,6-2-16</inkml:trace>
  <inkml:trace contextRef="#ctx0" brushRef="#br2" timeOffset="-152683.04">7741 3993 0,'0'0'0,"0"0"0,0 0 0,4 1 16,-4-1-1,22 3-15,-6 1 16,3-2-16,1 2 16,3-1-16,5 0 15,2 1-15,2-3 16,0 0-16,2 0 15,2 0-15,1-1 16,0 1-16,0 0 16,0 0-16,3-1 15,-2 1-15,0 1 16,1-1-16,-1 1 16,0-1-1,-1 1-15,-4 0 16,0-1-16,-3 1 15,-1-1-15,-1 1 16,-1-1-16,0 1 16,-2 0-16,2 0 15,-2-1 1,1 1-16,-3-1 16,2 1-16,0-2 15,-1 0-15,1 0 16,-1 0-16,-1-1 15,-3 0-15,0 0 16,-1 1-16,-1-1 16,2-1-16,0 2 15,0-1-15,1 0 16,0 0 0,1 0-16,1 0 15,-2 0-15,2 1 16,-2-1-16,0 0 15,0 0-15,0 0 16,0 1-16,1-1 16,-1 0-16,-1 0 15,1 1-15,0 0 16,-2 0 0,1 0-16,-1 0 15,-1 0-15,2 0 16,-1 0-16,-3 0 15,1 0-15,1 0 16,1 0-16,-2 0 16,-1 0-16,-2 0 15,-1 0 1,0 0-16,-2 0 16,3 0-16,1 0 15,2 0-15,-1 1 16,0 0-16,1 0 15,0 2-15,-2-2 16,0 1-16,-1 0 16,1 0-16,-1-1 15,-1 1 1,1-1-16,-2 1 16,1 0-16,-1-1 15,0 1-15,0-1 16,-1 1-16,0 0 15,-1 0-15,0-1 16,0 0-16,-10-1 16,17 4-16,-17-4 15,16 3-15,-16-3 16,17 3 0,-6-2-16,-1 0 15,3 0-15,1-1 16,3 0-16,3-2 15,0 0-15,3-3 16,0 1-16,-2-1 16,-2-4-16</inkml:trace>
  <inkml:trace contextRef="#ctx0" brushRef="#br2" timeOffset="-151783.37">10579 4136 0,'0'0'0,"0"0"0,0 0 15,0 0-15,0 0 16,0 0-16,0 0 15,0 2-15,0-2 16,0 0-16,0 0 16,0 0-16,0 0 15,0 0-15,0 0 16,0 0 0,0 0-16,0 0 15,0 0-15,0 0 16,0 0-16,0 0 15,0 0-15,0 0 16,0 0-16,0 0 16,0 0-16,0 0 15,0 0-15,0 0 16,0 0-16,0 0 16,0 0-1,0 0-15,0 0 16,0 0-16,0 0 15,0 0-15,0 0 16,0 0-16,0 0 16,0 0-16,0 0 15,0 0-15,0 0 16,0 0 0</inkml:trace>
  <inkml:trace contextRef="#ctx0" brushRef="#br2" timeOffset="-151165.59">9383 2981 0,'0'0'0,"0"0"15,0 0-15,0 0 16,0 0-16,0 0 16</inkml:trace>
  <inkml:trace contextRef="#ctx0" brushRef="#br2" timeOffset="-140581.73">7716 5872 0,'0'0'0,"0"0"0,0 0 0,0 0 16,0 0-16,0 0 15,0 0-15,5 1 16,5-4-16,10-2 16,8-6-16,4-6 15,3-2-15,0-1 16,-1 0-16,0 1 15,-4 2-15,-2 5 16,-3 5-16,0 7 16,-4 4-1,-1 2-15,0 9 16,-1 6-16,1 7 16,-2 6-16,-4 1 15,-3 4-15,-3 5 16,-3 2-16,-5 4 15,0-1-15,-1 2 16,-1 2 0,1-2-16,1 1 15,-1 0-15,0 4 16,0 4-16,1 5 16,0 3-16,1-1 15,0 4-15,0 0 16,-1 38 15,1-8-31,-2-8 16,0-16-16,-1-36 15,-1-4-15,0 1 16,0-4-16,-1 3 16,0 0-16,0-7 15,1-6-15,0-7 16,2-5-16,-2 0 15,-3-1-15,-4-2 16,0 3 0,1-2-16,1 1 15,4 0-15,1-3 16,3-8-16,-4 8 16,4-8-16,0 0 15,-3 9-15,-9-6 16,-22 9-16,-33 4 15,-9 3-15,1 0 16,4 14 0,-3 16-16,6 2 15</inkml:trace>
  <inkml:trace contextRef="#ctx0" brushRef="#br2" timeOffset="-135533.11">2620 1076 0,'0'0'0,"0"0"0,4 0 16,-4 0-16,14 0 15,-14 0-15,21 0 16,-9-1 0,2 1-16,1-1 0,-2 0 15,3 0 1,1 1-16,-2 1 15,1 0-15,-2 0 16,1-1-16,-3 2 16,2 0-16,-2 0 15,1 1-15,3 2 16,0 0-16,-1 2 16,1-1-16,0 1 15,-1-1 1,1 0-16,0-1 15,1 0-15,4-2 16,2-1-16,1 0 16,-1-1-16,-3-2 15,-1 0-15,-2 0 16,-1-1-16,0 1 16,0-2-16,-1 0 15,2 1 1,1 0-16,0 0 15,1-1-15,-1 0 16,0 1-16,-1-1 16,0 1-16,0 0 15,-1-1-15,0 1 16,1-1-16,0 1 16,1-1-16,2 1 15,0-1 1,0 1-16,-1 0 15,1-1-15,-2 0 16,0 1-16,1 0 16,-2-1-16,3 1 15,1-1-15,4 1 16,1 0-16,0 1 16,0 1-16,-1-1 15,4 0 1,2 0-16,1 1 15,-2 0-15,-1 0 16,-3 2-16,-2 0 16,2 2-16,1 0 15,1 2-15,-1-2 16,-2 1-16,2 0 16,2-1-16,0 3 15,3-1 1,-1-1-16,-1-2 15,2 0-15,-2-2 16,1 1-16,-2 0 16,-1-1-16,0 1 15,1-2-15,2 0 16,2 0-16,2-1 16,2 0-16,1-2 15,1-2 1,-2 1-16,-2 0 15,-1 0-15,-3 0 16,-1 1-16,-4-1 16,1 2-16,-2 0 15,2 2-15,2 2 16,0-1-16,-4 1 16,-1 1-16,1 0 15,0 1-15,1 2 16,-2 1-1,1-1-15,-1-1 16,2 1-16,4 0 16,0 0-16,5-2 15,5-4-15,10-2 16,11-6-16,11-4 16,11-3-16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27T16:18:36.438"/>
    </inkml:context>
    <inkml:brush xml:id="br0">
      <inkml:brushProperty name="width" value="0.05292" units="cm"/>
      <inkml:brushProperty name="height" value="0.05292" units="cm"/>
      <inkml:brushProperty name="color" value="#00B0F0"/>
    </inkml:brush>
  </inkml:definitions>
  <inkml:trace contextRef="#ctx0" brushRef="#br0">4752 4260 0,'0'0'0,"0"0"0,0 0 15,0 0-15,0 0 16,0 0-16,0 0 16,0 0-16,1 1 15,-1-1-15,0 0 16,14 7-16,-3-3 15,5 2-15,1-1 16,3-2-16,4-1 16,1-1-1,-1-1-15,1 0 0,1 0 16,-2 0 0,0-1-16,-2-1 15,-2-1-15,-2 0 16,-1 1-16,-1-1 15,-2 0-15,-1 1 16,-2 1-16,-11 1 16,17-1-16,-17 1 15,11-2-15,-11 2 16,0 0 0,13-2-16,-13 2 15,0 0-15,11 0 16,-11 0-16,0 0 15,0 0-15,0 0 16,0 0-16,13-1 16</inkml:trace>
  <inkml:trace contextRef="#ctx0" brushRef="#br0" timeOffset="3232.37">5801 4423 0,'0'0'0,"0"0"0,0 0 16,0 0-16,0 0 16,0 0-16,0 0 15,2 1-15,-2-1 16,12 5-16,-2-2 16,0 0-16,1 0 15,1-1-15,-1 0 16,2 0-1,-13-2-15</inkml:trace>
  <inkml:trace contextRef="#ctx0" brushRef="#br0" timeOffset="3715.8">5889 2978 0,'0'0'0,"0"-2"16,0 2-16,0 0 15,0-6-15,0 6 16,4-7-16,9-8 15</inkml:trace>
  <inkml:trace contextRef="#ctx0" brushRef="#br0" timeOffset="5531.92">6101 4125 0,'0'0'0,"0"0"0,0 0 16,0 0-16,1 1 15,-1-1-15,0 0 16,18 12-16,0-3 16,8 1-1,4-1-15,4 0 16,0-3-16,3-1 16,1-1-16,2-1 15,2 1-15,2-1 16,4 0-16,3 0 15,1 0-15,1 1 16,1-1-16,-1 0 16,2 0-1,1 1-15,1-1 16,2 0-16,0 1 16,0-1-16,0 0 15,0 0-15,3-1 16,0-1-16,2-2 15,-1-2-15,2 1 16,3 0 0,-1-1-16,-1 1 15,1-1-15,-2 1 16,-1 1-16,3-1 16,-4 0-16,0 0 15,0 0-15,-5 2 16,-1-2-16,-1 0 15,-1 0-15,-1 1 16,-2-1 0,0 0-16,-1 1 15,-1 1-15,0 0 16,-1 2-16,0 1 16,-4-1-16,-4 0 15,-1 1-15,0 0 16,1 1-16,-1-1 15,-1 0-15,-2 0 16,2 1-16,0-2 16,0 2-1,0-1-15,1-3 16,-3 0-16,-2 0 16,-1-3-16,-1 0 15,-1 1-15,2 0 16,-3-1-16,-2 2 15,-3-1-15,-4 1 16,-1 0-16,4 0 16,1 0-1,-3-1-15</inkml:trace>
  <inkml:trace contextRef="#ctx0" brushRef="#br0" timeOffset="12882.78">2394 6074 0,'0'0'0,"3"0"0,-3 0 16,22-1-16,5 0 15,11-3 1,4-1-16,2 1 16,9 0-16</inkml:trace>
  <inkml:trace contextRef="#ctx0" brushRef="#br0" timeOffset="15115.82">9319 5601 0,'0'0'0,"0"0"0,0 0 16,0 0-16,-1 2 16,1-2-16,0 7 15,0-7-15,0 9 16,0-9-16,2 6 15,-2-6-15,4 7 16,-4-7-16,11 8 16,-11-8-1,21 8-15,-4-6 16,6-3-16,1-2 16,-1 1-16,-4-1 15,-4 2-15,-2-1 16,-1 1-16,-3 0 15,1 0-15,0 1 16,-10 0-16,17-1 16,-17 1-1,16 2-15,-6 2 16,1 1-16,1 4 16,0 3-16,-3-1 15,0 2-15,-2 0 16,0 3-16,-1 0 15,0 3-15,-1 3 16,0 2-16,0 2 16,-2 0-16,-2-1 15,-1 1-15,0 1 16,-1 0 0,0 3-16,0 0 15,1 4-15,-1-1 16,0 2-16,-1 3 15,2 4-15,-1 3 16,0 1-16,0 0 16,1-1-16,-1 0 15,0-1 1,0-2-16,1 18 31,-1-3-31,-1-1 16,-2-11-16,-2-14 15,0-3-15,2-10 16,-1 4-16,1-6 16,-1 1-16,0 6 15,3-13 1,-1 1-16,1 3 16,-1-4-16,0 2 15,3-12-15,0 0 16,-2 7-16,2-7 15,0 0-15,-11 2 16,1-2-16,-3-2 16,-1-1-16,0-3 15,-10-1 1,-11-5-16,-7 1 16,-4 0-16,4 0 15,-9-1-15,-9-1 16,4 0-16,10 6 15,12 5-15,3 5 16,14 2-16</inkml:trace>
  <inkml:trace contextRef="#ctx0" brushRef="#br0" timeOffset="15815.41">8612 6732 0,'0'0'0,"0"0"16,0 0-16,0 0 15,0 0-15,-1 1 16,1-1-16,0 0 15,0 0-15,0 0 16,0 0-16,0 0 16,0 0-16,0 0 15,0 0-15,13 10 16,8-6 0,10 1-16,10-4 15,8-2-15,9-4 16,6-2-16,5-3 15,-4 2-15,5-1 16,-1 1-16,2 2 16,-11 0-16,-4 1 15,-1 1 17,-10 0-32,-11 1 15,-16 2-15,-18 1 16</inkml:trace>
  <inkml:trace contextRef="#ctx0" brushRef="#br0" timeOffset="16182.83">8802 6803 0,'0'0'0,"8"2"15,10 0-15,28-2 16,17-3-16,1-2 16,2-3-16,5-1 15,1-2-15,-1-3 16,-3-5-16,-9-4 16,-9 1-1,-8 4-15</inkml:trace>
  <inkml:trace contextRef="#ctx0" brushRef="#br0" timeOffset="16549.66">8799 6815 0,'0'0'0,"9"0"0,5-1 0,19-1 16,13 1-16,7 0 15,5-1-15,5 1 16,-2-3-16,0-3 16,-2-6-16,-4-3 15,-5-7-15,-17 6 16</inkml:trace>
  <inkml:trace contextRef="#ctx0" brushRef="#br0" timeOffset="16866.05">8796 6731 0,'0'0'0,"0"0"16,0 0-16,6 3 16,11 5-16,18 6 15,14 1-15,4-4 16,4-2-16,2-6 16,1-3-1,-3-4-15,-5-2 16,-6-2-16,-5-3 15,-11 0-15,-12 1 16</inkml:trace>
  <inkml:trace contextRef="#ctx0" brushRef="#br0" timeOffset="17165.91">8718 6820 0,'0'0'0,"0"0"0,0 0 0,0 0 16,4 1-16,7 3 15,16 4-15,15-2 16,7-2-16,1-4 16,3-3-16,-1-2 15,-2-3-15,-5-4 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27T16:18:58.405"/>
    </inkml:context>
    <inkml:brush xml:id="br0">
      <inkml:brushProperty name="width" value="0.05292" units="cm"/>
      <inkml:brushProperty name="height" value="0.05292" units="cm"/>
      <inkml:brushProperty name="color" value="#00B0F0"/>
    </inkml:brush>
  </inkml:definitions>
  <inkml:trace contextRef="#ctx0" brushRef="#br0">8431 801 0,'0'0'0,"0"0"0,0 0 16,0 0-16,0 0 15,0 2-15,0-2 16,0 0-16,0 0 15,0 8-15,0-8 16,0 0-16,0 0 16,3 9-16,-3-9 15,10 12 1,-1-3-16,5 0 16,5 1-16,7-4 15,5-2-15,6-5 16,6-6-16,4-6 15,5-5-15,0-5 16,1 0-16,-6-1 16,-11 3-1,-8 5-15,-10 3 16,-7 5-16,-11 8 16,13-10-16,-13 10 15,0 0-15,9-7 16,-9 7-16,0 0 15</inkml:trace>
  <inkml:trace contextRef="#ctx0" brushRef="#br0" timeOffset="23416.02">6463 3523 0,'0'0'0,"0"0"0,0 0 0,0 0 0,0 0 16,4 0-16,-4 0 15,23 6-15,-5-1 16,3 0-16,2-1 15,2 0-15,-2 0 16,-1-1 0,-3-1-16,0-1 15,1 0-15,0 0 16,4 0-16,3 0 16,2 0-16,3 0 15,0-1-15,4 1 16,3-2-16,-1 1 15,2-2-15,-4-1 16,3 0-16,0-1 16,1-1-1,1 0-15,0-2 16,0 1-16,0 0 16,1-1-16,-3 1 15,0 1-15,1-1 16,0 0-16,-4 2 15,-2-1-15,-2 0 16,0 3-16,2-1 16,-3 2-16,-4 1 15,0 0 1,-3 0-16,0 1 16,0-1-16,1 1 15,-2 0-15,0 0 16,-1-1-16,-2 1 15,0 0-15,-2-1 16,2 1-16,0 0 16,-2 0-16,0 0 15,-1 0 1,3-1-16,1 1 16,0 1-16,1-2 15,-2 1-15,0 0 16,1-1-16,0 1 15,0 0-15,2-1 16,0 1-16,-1 0 16,1 0-16,0 1 15,1 0-15,2 0 16,0 1 0,2-1-16,-1 0 15,0 0-15,-1-1 16,1 1-16,1-1 15,-1-2-15,0-1 16,0 0-16,0 0 16,0-1-16,0 1 15,2 0-15,2-1 16,-1 0 0,-2 1-16,3 0 15,-1 0-15,2-1 16,2 0-16,1 1 15,-2 0-15,3-1 16,0 1-16,2-1 16,-3 1-16,-2-1 15,-2 1-15,0 1 16,-2-1 0,0 1-16,0-1 15,-2 0-15,1 0 16,-1 1-16,1 0 15,-1-1-15,1 0 16,0 0-16,-1 1 16,1-1-16,0 1 15,0 1-15,2-1 16,2 1 0,-1 1-16,1-1 15,1 2-15,-2-1 16,3 0-16,1 0 15,0 1-15,0 0 16,1-1-16,-2 1 16,2-1-16,0 1 15,-2-2 1,-1-1-16,-1-1 16,0 0-16,2-3 15,-2 0-15,-1-1 16,0 1-16,-2 0 15,0 1-15,-1 0 16,-2 0-16,0 1 16,-5-1-16,-2 1 15,-1 0-15,-3 0 16,-2-1 0,-2 2-16,-11 2 15,18-4-15,-18 4 16,11-1-16,-11 1 15,0 0-15,11-3 16,-11 3-16,0 0 16,0 0-16</inkml:trace>
  <inkml:trace contextRef="#ctx0" brushRef="#br0" timeOffset="29499.06">6143 4024 0,'0'0'0,"0"0"0,0 0 0,0 0 0,0 0 16,0 0 0,0 0-16,0 0 15,3 0-15,-3 0 16,14 6-16,-1-3 16,2 2-16,2-1 15,0-1-15,4 0 16,2 1-16,3 0 15,1 0-15,0 0 16,4-1-16,4 0 16,5-1-1,0 0-15,3-2 16,2-2-16,1-1 16,0 0-16,0-1 15,0 1-15,0 0 16,2-1-16,-1 1 15,-1 1-15,0-1 16,1 1 0,0-1-16,0 2 15,-5-1-15,2 1 16,-1-1-16,1 0 16,-2 2-16,-3-1 15,-2 1-15,-2 1 16,0 1-16,-1 1 15,0-1-15,1 2 16,0 0-16,1 1 16,0 0-1,4 0-15,3 1 16,1-1-16,0 0 16,3-3-16,2-1 15,0-1-15,2-2 16,1 0-16,-2-1 15,4 0-15,2 0 16,3 0-16,5-1 16,1-3-1,3 0-15,3-1 16,-1 1-16,7-2 16,-6 2-16,4 0 15,-3-1-15,-6 2 16,0-1-16,-4 2 15,2 0-15,0 2 16,-3 1-16,-1 1 16,0-1-1,0 0-15,-3 2 16,-5-1-16,-1 0 16,-2 0-16,-2 1 15,-2 0-15,0 0 16,1 0-16,1 0 15,-4 0-15,-4 0 16,-3 0 0,-4 0-16,1 0 15,-4 0-15,-5 0 16,-3 0-16,-5 0 16,0 0-16,0 0 15,7 0-15,6 0 16,6 0-16,1 0 15</inkml:trace>
  <inkml:trace contextRef="#ctx0" brushRef="#br0" timeOffset="41531.85">4486 2886 0,'0'0'0,"0"0"0,0 0 15,7-4 1,3-1-16,1-3 15,2 2-15,-2 2 16,2 1-16,0 1 16,3 1-16,1 1 15,2 1-15,0 0 16,1 0-16,2 0 16,0-1-16,-2 1 15,-2 1-15,1 0 16,0 3-1,1-1-15,-1 2 16,0-2-16,-2 1 16,1 1-16,-1-1 15,0 1-15,-1-2 16,-2 0-16,3 1 16,0-2-1,1-1-15,2 0 16,2-1-16,1-1 15,2-1-15,0-1 16,-2 0-16,2-1 16,1-2-16,0 1 15,0 0-15,0 0 16,-1 0-16,-2 0 16,0 1-16,0-1 15,1 1-15,3-1 16,2 0-1,0 0-15,0 0 16,0 1-16,1 1 16,0-1-16,1 1 15,0 0-15,-2-1 16,-2 1-16,2 0 16,-1 0-16,1 0 15,0 0 1,-2 2-16,0-1 15,-1 1-15,-1 0 16,1 0-16,0 1 16,0-1-16,0 1 15,-2 0-15,-2 0 16,-3 1-16,0-1 16,0 2-16,-2-1 15,0 0-15,-1 1 16,1-1-1,1 1-15,2-1 16,4 2-16,8-2 16</inkml:trace>
  <inkml:trace contextRef="#ctx0" brushRef="#br0" timeOffset="46998.79">7196 2952 0,'0'0'0,"3"1"15,-3-1-15,17 6 16,3-1-16,4 1 15,3-2-15,0 2 16,1-2 0,-2 1-16,0 1 0,1-2 15,6 1 1,3-2-16,3-1 16,0-1-16,0-2 15,5-2-15,-1-2 16,4-1-16,0 0 15,0-1-15,1-3 16,-1 2-16,0-1 16,0 0-16,-1 0 15,-1 1 1,-3 1-16,-1 0 16,1-1-16,0 1 15,-4 1-15,-1 0 16,-3 2-16,2 1 15,0 2-15,-4 0 16,-4 0-16,-1 0 16,-2 2-1,2 1-15,1 0 0,-1 0 16,-2-1 0,-2 1-16,-2-1 15,0 1-15,1 0 16,2 1-16,0-2 15,5 2-15,-2-1 16,0-3-16,-1 0 16,0 0-1,2-1-15,2 1 0,2 0 16,1-2 0,-2 2-16,2-2 15,1 0-15,3 1 16,0 0-16,1-1 15,-3 1-15,2-1 16,2 0-16,-1 2 16,-1 0-16,-1 1 15,-2 0 1,3 1-16,0-1 16,3 0-16,0 0 15,0 0-15,2 0 16,0 0-16,-1 0 15,-1 0-15,-2 0 16,-1 0-16,0 0 16,-6 0-16,-3 0 15,0 0 1,-1 0-16,-1 0 16,-2 0-16,-3 0 15,2 0-15,-3 1 16,2-1-16,1 2 15,2-1-15,-2 0 16,2 0-16,-1 0 16,0 0-16,-3 0 15,3-1 1,-1 1-16,3-1 16,0 0-16,2-1 15,2 1-15,-1-1 16,1 0-16,-1 0 15,1 0-15,2 0 16,-1 0-16,-3 0 16,1 0-16,-1 1 15,-2-1 1,0 0-16,0 1 16,-1-2-16,1 2 15,-1 0-15,-2-2 16,-1 1-16,-1 1 15,2-1-15,-3 0 16,0 0-16,-1 0 16,-1 0-16,-2 1 15,-1-1-15,-3 0 16,0 0 0,0 1-16,0 0 15,2 0-15,-1 0 16,1 0-16,-2 0 15,1 0-15,0 0 16,0 0-16,3 0 16,2 0-16,-1 0 15,1 0-15,0 0 16,2 0 0,0 0-16,0 0 15,0 0-15,2 0 16,1 0-16,1 0 15,4 0-15,-2 0 16,1 0-16,-1 0 16,3 0-16,0 0 15,2 0 1,0 0-16,-2 0 16,0 0-16,-1 0 15,2 0-15,6 0 16,1 0-16,2 0 15,-4 0-15,-1 0 16,-1 0-16,1 0 16,-1 0-16,-3 0 15,-1 0-15,0 0 16,1 0-16,0 1 16,-1 1-1,0-1-15,-2 1 16,-3 0-16,-1-1 15,1 1-15,-1 0 16,1-1-16,-2 0 16,0 1-16,-3 0 15,0 0 1,-1 0-16,3-2 16,3 0-16,3 0 15,1 0-15,3 0 16,1 0-16,2 0 15,3 0-15,0 0 16,0 0-16,-4 0 16,-1 0-16,0 0 15,-1 0-15,-1 0 16,-2 0 0,-2 0-16,-5 0 15,-3 0-15,-1 0 16,-5 0-16,1 0 15,-3 0-15,0 0 16,-10 0-16,15 0 16,-15 0-16,0 0 15,11 0-15,-11 0 16,0 0 0,0 0-16,0 0 15,0 0-15,0 0 16,0 0-16,0 0 15</inkml:trace>
  <inkml:trace contextRef="#ctx0" brushRef="#br0" timeOffset="48916.01">14273 2373 0,'0'0'0,"0"-1"0,0 1 16,0 0-16,0 0 16,0 0-16,0 0 15,0 0-15,0 0 16,-3 7-16,3-7 16,-1 13-16,0-4 15,1 0 1,0 3-16,0 0 15,0 3-15,0 0 16,2 3-16,3 4 16,3 0-16,2-2 15,-1-6-15,3-3 16,1-1-16,4-3 16,1-1-16,-1-4 15,-3-4 1,-3 0-16,-1-2 15,-3-3-15,2-5 16,-1-3-16,0 2 16,-2-1-16,-3 3 15,1 1-15,-3 3 16,-1 7-16,1-7 16,-1 7-16,0 0 15,0 0 1,-5-7-16,5 7 15,0 0-15,0 0 16,0 0-16,0 0 16,-9 11-16,5 6 15,3 7-15,2 4 16,3 1-16,1 0 16,2 5-1,2 15 1,1 4-1,0 1-15,-4-14 16,-2-13-16,-7-6 16,-1-6-16,-2 0 15,-4 6-15,0 1 16,-3-8-16,0-5 16,13-9-16,-16 6 15,16-6 1,-17-9-16,-1-3 15,-1-2-15,2 1 16,-3-1-16,9-6 16,2 0-16,1-1 15,5 6-15,3-2 16,4-3-16,6-1 16,6-4-16,1 4 15,3 0-15,4-2 16,0 6-1,-4 2-15,-5 6 16,-4 2-16,0 3 16,8 5-16</inkml:trace>
  <inkml:trace contextRef="#ctx0" brushRef="#br0" timeOffset="49848.75">14692 2558 0,'0'0'0,"0"-3"0,0 3 0,0 0 16,0 0-1,-1-7-15,1 7 16,0 0-16,13-11 16,6 3-16,9 1 15,0 0-15,-1 1 16,-5 2-16,-6 2 16,-4 4-16</inkml:trace>
  <inkml:trace contextRef="#ctx0" brushRef="#br0" timeOffset="49999.03">14724 2645 0,'0'0'0,"0"0"0,0 0 0,0 0 16,0 0-16,0 2 16,0-2-16,14 7 15,11 1-15,11-2 16,3-6-16</inkml:trace>
  <inkml:trace contextRef="#ctx0" brushRef="#br0" timeOffset="50432.88">15094 2575 0,'0'0'0,"0"0"16,0 0-16,0 0 16,0 0-16,-1 2 15,1-2-15,0 0 16,-11 9-16,11-9 16,-13 12-16,7-1 31,8 7-31,8 3 15,4-5 1,3-12-16,-3-5 16,0-4-16,2-2 15,3-7-15,2-7 16,-2-7-16,-7 0 16,-8-1-16,-8 1 15,-4 6-15,-5 3 16,-4 3-1,-1 5-15,-4 2 16,-3 3-16,2 4 16,-1 5-16,-1 3 15,2 7-15,3 6 16</inkml:trace>
  <inkml:trace contextRef="#ctx0" brushRef="#br0" timeOffset="51099.23">14332 3101 0,'0'0'0,"0"3"0,-1 4 15,0 14-15,-2 8 16,1 2-16,-1-1 16,2 0-16,4 1 15,3 1-15,1-3 16,-3-10-16,5-2 15,7-7 1,4-4-16,7-11 16,-1-9-16,0-7 15,-6-2-15,-5 4 16,-4 4-16,-4 3 16,-2 3-16,-2 2 15,-3 7-15,0 0 16,0 0-16,0 0 15,0 0-15,-1 19 16,-4 18 0,-2 9-16,0-1 15,1 6-15,1 6 16,2-3-16,0-1 16</inkml:trace>
  <inkml:trace contextRef="#ctx0" brushRef="#br0" timeOffset="51700.23">14445 3020 0,'0'0'0,"-5"1"0,5-1 16,-28 8-16,4 1 15,5 1-15,4 0 16,6 1 0,3-2-16,2 0 15,2-3-15,2-6 16,0 0-16,16 6 16,13-11-16,10-9 15,-1-5-15,-5 1 16,-4 0-16,-4 3 15,-4 3-15,-4 4 16,1 7 0,0 5-16,0 2 15,-1 4-15,0 4 16,-1 3-16,1 6 16,1 1-16</inkml:trace>
  <inkml:trace contextRef="#ctx0" brushRef="#br0" timeOffset="52014.99">14852 3387 0,'0'0'0,"0"0"0,0 0 16,0 0-16,1 2 16,-1-2-16,0 0 15,14 7-15,-14-7 16,21 6-16,-11-6 15,1 0-15,0-3 16</inkml:trace>
  <inkml:trace contextRef="#ctx0" brushRef="#br0" timeOffset="52216.47">14779 3488 0,'0'0'0,"0"0"15,-1 2-15,1-2 16,0 0-16,11 3 16,2-2-1,8-5-15,3-3 16,9-3-16,6-4 16,3-3-16,-3-2 15</inkml:trace>
  <inkml:trace contextRef="#ctx0" brushRef="#br0" timeOffset="52448.59">15246 3205 0,'0'0'0,"0"0"15,0 1-15,0-1 16,-2 19-16,-1 5 15,-1 7-15,0 9 16,-1-1-16,1-2 16,-2-1-1,-2 0-15,-4-2 16</inkml:trace>
  <inkml:trace contextRef="#ctx0" brushRef="#br0" timeOffset="53831.73">15298 2625 0,'0'0'0,"0"0"0,0 0 15,0 0-15,3 0 16,-3 0-16,0 0 16,8 6-16,1 0 15,3 4 1,3 1-16,2 5 16,1 2-16,-1 4 15,-1 3-15,-2-2 16,-2 0-16,-2-3 15,-1 2-15,0 1 16,0 3-16,-3 1 16,-3-2-16,-4 2 15,-2-4 1,-2-2-16,0-2 16,-1-2-16,-1-1 15,-1 1-15,-3 1 16,-2 0-16,0-1 15,2-5-15,2-3 16,1-2-16,8-7 16,-13 7-16,13-7 15,-10 4-15,10-4 16,-15-6 0,6 0-16,-2-3 15,1-4-15,0 0 16,3 0-16,1 0 15,1 2-15,1 1 16,0 2-16,3 0 16,-2 2-16,3 6 15,-3-9-15,3 9 16,0 0 0,-1-8-16,1 8 15,0 0-15,0 0 16,0 0-16,17 13 15,-2 1-15,5 2 16,1 1-16,-2-7 16,0-3-16,1-1 15,-1-5-15,4-1 16,7-1 0,6-7-16,177-49 15</inkml:trace>
  <inkml:trace contextRef="#ctx0" brushRef="#br0" timeOffset="58364.86">14343 3576 0,'0'0'0,"5"-3"0,-5 3 16,29-18-16,-4 4 16,0 0-16,0 2 15,2-1-15,0 0 16,-1 2-16,-4 4 16,-5 2-16,-1 2 15,-4 1-15,-12 2 16</inkml:trace>
  <inkml:trace contextRef="#ctx0" brushRef="#br0" timeOffset="59365.36">15303 3043 0,'0'0'0,"-6"-4"0,-5-2 15,-18-13-15,-16-13 16,-4-2 0,4 2-16,-7-1 15,0 8-15,-1 6 16,-5-1-16,8 5 16,-2 1-16,-4 3 15,1 4-15,-2 4 16,-3 2-16,-1 3 15,0 4-15,2 4 16,0 2 0,0 3-16,3 0 15,-5 3-15,6 1 16,2 6-16,0 3 16,8-1-16,5 3 15,5 2-15,3-1 16,2 2-16,4 5 15,6-3-15,6 2 16,4-2-16,5 2 16,6 3-1,7 4-15,11 3 16,9-9-16,7-3 16,15 6-16,13 1 15,7-2-15,18-1 16,-5-13-16,12-5 15,6-1-15,3-8 16,16-3-16,-16-7 16,14-3-1,-20-3-15,9-4 16,-12-3-16,1-3 16,-8-2-16,-14-4 15,-7-4-15,-9-15 31,-9-2-31,-6-1 16,-20 2-16,-14 13 16,-6 7-1,-6 2-15,-2 6 16,-1 1-16,1 2 16,0 3-16,0-2 15,-14-8-15,-54-40 16,-60-58-16</inkml:trace>
  <inkml:trace contextRef="#ctx0" brushRef="#br0" timeOffset="69798.53">8801 2299 0,'0'0'15,"0"0"-15,0 0 0,-1-2 16,1 2-16,0 0 0,0 0 16,0 0-1,0 0-15,0 0 16,0 0-16,0 0 15,0 0-15,0 0 16,-10 1-16,10-1 16,0 0-16,0 0 15,15 14 1,4-1-16,12 2 16,5 0-16,5-1 15,-1-1-15,0-2 16,0 0-16,-2-2 15,1 0-15,-3-1 16,5 0-16,1-1 16,2-1-16,4-3 15,5-1-15,6-3 16,-1-1 0,4-2-16,-3 1 15,1 0-15,3-1 16,-5 2-16,4-2 15,0-1-15,-4 0 16,3 0-16,-3 1 16,-3-1-16,0 0 15,-5 0-15,-1-1 16,-1 0 0,-3-1-16,-4 1 15,1 1-15,-2-1 16,1 2-16,-2 1 15,1 0-15,2 1 16,-1 1-16,-2 0 16,-1-1-16,-3 0 15,1 0-15,3 1 16,-3-1-16,0 1 16,-3-1-1,-1 0-15,1 1 16,2-1-16,-3 1 15,0-1-15,1 0 16,4-2-16,2-1 16,3-1-16,-3 1 15,0-1-15,-2 0 16,2-1 0,0 1-16,-4 0 15,1 0-15,-2 1 16,1-1-16,4 1 15,2-1-15,-4 4 16,-1-1-16,4 0 16,-2 0-16,2 1 15,-5 0-15,-1-1 16,4 1-16,0 2 16,-6-1-1,-3 1-15,-6 1 16,2-1-16,1 1 15,-2 0-15,2 0 16,-3 0-16,-1 1 16,1-1-16,2 1 15,0 0-15,0 0 16,-3 0-16,-1-1 16,1 1-1,3 0-15,1 2 16,1 0-16,0 2 15,1 0-15,0-1 16,0 1-16,-1-2 16,-1 1-16,0-1 15,1 0-15,0 0 16,0 0-16,4 1 16,0-2-16,2 2 15,0-1 1,0 0-16,1 0 15,-2 1-15,-2-1 16,-1 0-16,3-3 16,0 1-16,2 0 15,-1 1-15,-7-1 16,-2 0 0,-4 0-16,-2 0 15,2-1-15,-1 1 16,2-1-16,-2 0 15,-1 1-15,-1-1 16,-4-1-16,2-3 16,0-2-16,3-2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 name="Google Shape;42;p1: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 name="Google Shape;52;p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 name="Google Shape;65;p3: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5: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7: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8: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9: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10: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p11: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8" name="Google Shape;308;p1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1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2" name="Google Shape;322;p13: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0" name="Google Shape;380;p14: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1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2" name="Google Shape;402;p15: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1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p1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1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9" name="Google Shape;459;p17: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1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2" name="Google Shape;472;p18: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1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5" name="Google Shape;485;p19: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2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9" name="Google Shape;499;p20: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2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0A0A0A"/>
                </a:solidFill>
                <a:effectLst/>
                <a:latin typeface="Google Sans"/>
              </a:rPr>
              <a:t>Cross-entropy loss is a metric that measures the difference between two probability distributions, for classification tasks to compare a model's predicted probabilities against the true probabilities. </a:t>
            </a:r>
          </a:p>
          <a:p>
            <a:pPr marL="0" lvl="0" indent="0" algn="l" rtl="0">
              <a:spcBef>
                <a:spcPts val="0"/>
              </a:spcBef>
              <a:spcAft>
                <a:spcPts val="0"/>
              </a:spcAft>
              <a:buNone/>
            </a:pPr>
            <a:r>
              <a:rPr lang="en-US" b="0" i="0" dirty="0">
                <a:solidFill>
                  <a:srgbClr val="0A0A0A"/>
                </a:solidFill>
                <a:effectLst/>
                <a:latin typeface="Google Sans"/>
              </a:rPr>
              <a:t>A lower cross-entropy loss indicates that the model's predictions are closer to the true labels, while a higher loss signifies a larger discrepancy. By minimizing this loss during training, a model can improve its predictive accuracy. </a:t>
            </a:r>
            <a:endParaRPr dirty="0"/>
          </a:p>
        </p:txBody>
      </p:sp>
      <p:sp>
        <p:nvSpPr>
          <p:cNvPr id="512" name="Google Shape;512;p2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2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5" name="Google Shape;525;p2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2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8" name="Google Shape;538;p2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2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6" name="Google Shape;566;p2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2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Stochastic Gradient Descent (SGD) is an optimization algorithm that iteratively updates model parameters to minimize a loss function</a:t>
            </a:r>
            <a:r>
              <a:rPr lang="en-US" b="0" i="0" dirty="0">
                <a:solidFill>
                  <a:srgbClr val="0A0A0A"/>
                </a:solidFill>
                <a:effectLst/>
                <a:latin typeface="Google Sans"/>
              </a:rPr>
              <a:t>, similar to traditional gradient descent but using a single training example or a small batch to compute the gradient at each step. This approach makes SGD computationally efficient and faster for large datasets, as it avoids the cost of processing the entire dataset at once</a:t>
            </a:r>
            <a:endParaRPr dirty="0"/>
          </a:p>
        </p:txBody>
      </p:sp>
      <p:sp>
        <p:nvSpPr>
          <p:cNvPr id="579" name="Google Shape;579;p2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2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0" name="Google Shape;600;p2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7"/>
        <p:cNvGrpSpPr/>
        <p:nvPr/>
      </p:nvGrpSpPr>
      <p:grpSpPr>
        <a:xfrm>
          <a:off x="0" y="0"/>
          <a:ext cx="0" cy="0"/>
          <a:chOff x="0" y="0"/>
          <a:chExt cx="0" cy="0"/>
        </a:xfrm>
      </p:grpSpPr>
      <p:sp>
        <p:nvSpPr>
          <p:cNvPr id="2018" name="Google Shape;2018;p10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9" name="Google Shape;2019;p100: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2"/>
        <p:cNvGrpSpPr/>
        <p:nvPr/>
      </p:nvGrpSpPr>
      <p:grpSpPr>
        <a:xfrm>
          <a:off x="0" y="0"/>
          <a:ext cx="0" cy="0"/>
          <a:chOff x="0" y="0"/>
          <a:chExt cx="0" cy="0"/>
        </a:xfrm>
      </p:grpSpPr>
      <p:sp>
        <p:nvSpPr>
          <p:cNvPr id="13" name="Google Shape;13;p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2"/>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lvl1pPr marL="38100" lvl="0" indent="0">
              <a:lnSpc>
                <a:spcPct val="111666"/>
              </a:lnSpc>
              <a:spcBef>
                <a:spcPts val="0"/>
              </a:spcBef>
              <a:buNone/>
              <a:defRPr sz="600" b="0" i="0">
                <a:solidFill>
                  <a:schemeClr val="dk1"/>
                </a:solidFill>
                <a:latin typeface="Bookman Old Style"/>
                <a:ea typeface="Bookman Old Style"/>
                <a:cs typeface="Bookman Old Style"/>
                <a:sym typeface="Bookman Old Style"/>
              </a:defRPr>
            </a:lvl1pPr>
            <a:lvl2pPr marL="38100" lvl="1" indent="0">
              <a:lnSpc>
                <a:spcPct val="111666"/>
              </a:lnSpc>
              <a:spcBef>
                <a:spcPts val="0"/>
              </a:spcBef>
              <a:buNone/>
              <a:defRPr sz="600" b="0" i="0">
                <a:solidFill>
                  <a:schemeClr val="dk1"/>
                </a:solidFill>
                <a:latin typeface="Bookman Old Style"/>
                <a:ea typeface="Bookman Old Style"/>
                <a:cs typeface="Bookman Old Style"/>
                <a:sym typeface="Bookman Old Style"/>
              </a:defRPr>
            </a:lvl2pPr>
            <a:lvl3pPr marL="38100" lvl="2" indent="0">
              <a:lnSpc>
                <a:spcPct val="111666"/>
              </a:lnSpc>
              <a:spcBef>
                <a:spcPts val="0"/>
              </a:spcBef>
              <a:buNone/>
              <a:defRPr sz="600" b="0" i="0">
                <a:solidFill>
                  <a:schemeClr val="dk1"/>
                </a:solidFill>
                <a:latin typeface="Bookman Old Style"/>
                <a:ea typeface="Bookman Old Style"/>
                <a:cs typeface="Bookman Old Style"/>
                <a:sym typeface="Bookman Old Style"/>
              </a:defRPr>
            </a:lvl3pPr>
            <a:lvl4pPr marL="38100" lvl="3" indent="0">
              <a:lnSpc>
                <a:spcPct val="111666"/>
              </a:lnSpc>
              <a:spcBef>
                <a:spcPts val="0"/>
              </a:spcBef>
              <a:buNone/>
              <a:defRPr sz="600" b="0" i="0">
                <a:solidFill>
                  <a:schemeClr val="dk1"/>
                </a:solidFill>
                <a:latin typeface="Bookman Old Style"/>
                <a:ea typeface="Bookman Old Style"/>
                <a:cs typeface="Bookman Old Style"/>
                <a:sym typeface="Bookman Old Style"/>
              </a:defRPr>
            </a:lvl4pPr>
            <a:lvl5pPr marL="38100" lvl="4" indent="0">
              <a:lnSpc>
                <a:spcPct val="111666"/>
              </a:lnSpc>
              <a:spcBef>
                <a:spcPts val="0"/>
              </a:spcBef>
              <a:buNone/>
              <a:defRPr sz="600" b="0" i="0">
                <a:solidFill>
                  <a:schemeClr val="dk1"/>
                </a:solidFill>
                <a:latin typeface="Bookman Old Style"/>
                <a:ea typeface="Bookman Old Style"/>
                <a:cs typeface="Bookman Old Style"/>
                <a:sym typeface="Bookman Old Style"/>
              </a:defRPr>
            </a:lvl5pPr>
            <a:lvl6pPr marL="38100" lvl="5" indent="0">
              <a:lnSpc>
                <a:spcPct val="111666"/>
              </a:lnSpc>
              <a:spcBef>
                <a:spcPts val="0"/>
              </a:spcBef>
              <a:buNone/>
              <a:defRPr sz="600" b="0" i="0">
                <a:solidFill>
                  <a:schemeClr val="dk1"/>
                </a:solidFill>
                <a:latin typeface="Bookman Old Style"/>
                <a:ea typeface="Bookman Old Style"/>
                <a:cs typeface="Bookman Old Style"/>
                <a:sym typeface="Bookman Old Style"/>
              </a:defRPr>
            </a:lvl6pPr>
            <a:lvl7pPr marL="38100" lvl="6" indent="0">
              <a:lnSpc>
                <a:spcPct val="111666"/>
              </a:lnSpc>
              <a:spcBef>
                <a:spcPts val="0"/>
              </a:spcBef>
              <a:buNone/>
              <a:defRPr sz="600" b="0" i="0">
                <a:solidFill>
                  <a:schemeClr val="dk1"/>
                </a:solidFill>
                <a:latin typeface="Bookman Old Style"/>
                <a:ea typeface="Bookman Old Style"/>
                <a:cs typeface="Bookman Old Style"/>
                <a:sym typeface="Bookman Old Style"/>
              </a:defRPr>
            </a:lvl7pPr>
            <a:lvl8pPr marL="38100" lvl="7" indent="0">
              <a:lnSpc>
                <a:spcPct val="111666"/>
              </a:lnSpc>
              <a:spcBef>
                <a:spcPts val="0"/>
              </a:spcBef>
              <a:buNone/>
              <a:defRPr sz="600" b="0" i="0">
                <a:solidFill>
                  <a:schemeClr val="dk1"/>
                </a:solidFill>
                <a:latin typeface="Bookman Old Style"/>
                <a:ea typeface="Bookman Old Style"/>
                <a:cs typeface="Bookman Old Style"/>
                <a:sym typeface="Bookman Old Style"/>
              </a:defRPr>
            </a:lvl8pPr>
            <a:lvl9pPr marL="38100" lvl="8" indent="0">
              <a:lnSpc>
                <a:spcPct val="111666"/>
              </a:lnSpc>
              <a:spcBef>
                <a:spcPts val="0"/>
              </a:spcBef>
              <a:buNone/>
              <a:defRPr sz="600" b="0" i="0">
                <a:solidFill>
                  <a:schemeClr val="dk1"/>
                </a:solidFill>
                <a:latin typeface="Bookman Old Style"/>
                <a:ea typeface="Bookman Old Style"/>
                <a:cs typeface="Bookman Old Style"/>
                <a:sym typeface="Bookman Old Style"/>
              </a:defRPr>
            </a:lvl9pPr>
          </a:lstStyle>
          <a:p>
            <a:pPr marL="38100" lvl="0" indent="0" algn="l" rtl="0">
              <a:spcBef>
                <a:spcPts val="0"/>
              </a:spcBef>
              <a:spcAft>
                <a:spcPts val="0"/>
              </a:spcAft>
              <a:buNone/>
            </a:pPr>
            <a:fld id="{00000000-1234-1234-1234-123412341234}" type="slidenum">
              <a:rPr lang="en-US"/>
              <a:t>‹#›</a:t>
            </a:fld>
            <a:r>
              <a:rPr lang="en-US"/>
              <a:t> / 100</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95300" y="109545"/>
            <a:ext cx="550354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
          <p:cNvSpPr txBox="1">
            <a:spLocks noGrp="1"/>
          </p:cNvSpPr>
          <p:nvPr>
            <p:ph type="body" idx="1"/>
          </p:nvPr>
        </p:nvSpPr>
        <p:spPr>
          <a:xfrm>
            <a:off x="309194" y="1453179"/>
            <a:ext cx="2464435" cy="137350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1050" b="0" i="0">
                <a:solidFill>
                  <a:schemeClr val="dk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lvl1pPr marL="38100" lvl="0" indent="0">
              <a:lnSpc>
                <a:spcPct val="111666"/>
              </a:lnSpc>
              <a:spcBef>
                <a:spcPts val="0"/>
              </a:spcBef>
              <a:buNone/>
              <a:defRPr sz="600" b="0" i="0">
                <a:solidFill>
                  <a:schemeClr val="dk1"/>
                </a:solidFill>
                <a:latin typeface="Bookman Old Style"/>
                <a:ea typeface="Bookman Old Style"/>
                <a:cs typeface="Bookman Old Style"/>
                <a:sym typeface="Bookman Old Style"/>
              </a:defRPr>
            </a:lvl1pPr>
            <a:lvl2pPr marL="38100" lvl="1" indent="0">
              <a:lnSpc>
                <a:spcPct val="111666"/>
              </a:lnSpc>
              <a:spcBef>
                <a:spcPts val="0"/>
              </a:spcBef>
              <a:buNone/>
              <a:defRPr sz="600" b="0" i="0">
                <a:solidFill>
                  <a:schemeClr val="dk1"/>
                </a:solidFill>
                <a:latin typeface="Bookman Old Style"/>
                <a:ea typeface="Bookman Old Style"/>
                <a:cs typeface="Bookman Old Style"/>
                <a:sym typeface="Bookman Old Style"/>
              </a:defRPr>
            </a:lvl2pPr>
            <a:lvl3pPr marL="38100" lvl="2" indent="0">
              <a:lnSpc>
                <a:spcPct val="111666"/>
              </a:lnSpc>
              <a:spcBef>
                <a:spcPts val="0"/>
              </a:spcBef>
              <a:buNone/>
              <a:defRPr sz="600" b="0" i="0">
                <a:solidFill>
                  <a:schemeClr val="dk1"/>
                </a:solidFill>
                <a:latin typeface="Bookman Old Style"/>
                <a:ea typeface="Bookman Old Style"/>
                <a:cs typeface="Bookman Old Style"/>
                <a:sym typeface="Bookman Old Style"/>
              </a:defRPr>
            </a:lvl3pPr>
            <a:lvl4pPr marL="38100" lvl="3" indent="0">
              <a:lnSpc>
                <a:spcPct val="111666"/>
              </a:lnSpc>
              <a:spcBef>
                <a:spcPts val="0"/>
              </a:spcBef>
              <a:buNone/>
              <a:defRPr sz="600" b="0" i="0">
                <a:solidFill>
                  <a:schemeClr val="dk1"/>
                </a:solidFill>
                <a:latin typeface="Bookman Old Style"/>
                <a:ea typeface="Bookman Old Style"/>
                <a:cs typeface="Bookman Old Style"/>
                <a:sym typeface="Bookman Old Style"/>
              </a:defRPr>
            </a:lvl4pPr>
            <a:lvl5pPr marL="38100" lvl="4" indent="0">
              <a:lnSpc>
                <a:spcPct val="111666"/>
              </a:lnSpc>
              <a:spcBef>
                <a:spcPts val="0"/>
              </a:spcBef>
              <a:buNone/>
              <a:defRPr sz="600" b="0" i="0">
                <a:solidFill>
                  <a:schemeClr val="dk1"/>
                </a:solidFill>
                <a:latin typeface="Bookman Old Style"/>
                <a:ea typeface="Bookman Old Style"/>
                <a:cs typeface="Bookman Old Style"/>
                <a:sym typeface="Bookman Old Style"/>
              </a:defRPr>
            </a:lvl5pPr>
            <a:lvl6pPr marL="38100" lvl="5" indent="0">
              <a:lnSpc>
                <a:spcPct val="111666"/>
              </a:lnSpc>
              <a:spcBef>
                <a:spcPts val="0"/>
              </a:spcBef>
              <a:buNone/>
              <a:defRPr sz="600" b="0" i="0">
                <a:solidFill>
                  <a:schemeClr val="dk1"/>
                </a:solidFill>
                <a:latin typeface="Bookman Old Style"/>
                <a:ea typeface="Bookman Old Style"/>
                <a:cs typeface="Bookman Old Style"/>
                <a:sym typeface="Bookman Old Style"/>
              </a:defRPr>
            </a:lvl6pPr>
            <a:lvl7pPr marL="38100" lvl="6" indent="0">
              <a:lnSpc>
                <a:spcPct val="111666"/>
              </a:lnSpc>
              <a:spcBef>
                <a:spcPts val="0"/>
              </a:spcBef>
              <a:buNone/>
              <a:defRPr sz="600" b="0" i="0">
                <a:solidFill>
                  <a:schemeClr val="dk1"/>
                </a:solidFill>
                <a:latin typeface="Bookman Old Style"/>
                <a:ea typeface="Bookman Old Style"/>
                <a:cs typeface="Bookman Old Style"/>
                <a:sym typeface="Bookman Old Style"/>
              </a:defRPr>
            </a:lvl7pPr>
            <a:lvl8pPr marL="38100" lvl="7" indent="0">
              <a:lnSpc>
                <a:spcPct val="111666"/>
              </a:lnSpc>
              <a:spcBef>
                <a:spcPts val="0"/>
              </a:spcBef>
              <a:buNone/>
              <a:defRPr sz="600" b="0" i="0">
                <a:solidFill>
                  <a:schemeClr val="dk1"/>
                </a:solidFill>
                <a:latin typeface="Bookman Old Style"/>
                <a:ea typeface="Bookman Old Style"/>
                <a:cs typeface="Bookman Old Style"/>
                <a:sym typeface="Bookman Old Style"/>
              </a:defRPr>
            </a:lvl8pPr>
            <a:lvl9pPr marL="38100" lvl="8" indent="0">
              <a:lnSpc>
                <a:spcPct val="111666"/>
              </a:lnSpc>
              <a:spcBef>
                <a:spcPts val="0"/>
              </a:spcBef>
              <a:buNone/>
              <a:defRPr sz="600" b="0" i="0">
                <a:solidFill>
                  <a:schemeClr val="dk1"/>
                </a:solidFill>
                <a:latin typeface="Bookman Old Style"/>
                <a:ea typeface="Bookman Old Style"/>
                <a:cs typeface="Bookman Old Style"/>
                <a:sym typeface="Bookman Old Style"/>
              </a:defRPr>
            </a:lvl9pPr>
          </a:lstStyle>
          <a:p>
            <a:pPr marL="38100" lvl="0" indent="0" algn="l" rtl="0">
              <a:spcBef>
                <a:spcPts val="0"/>
              </a:spcBef>
              <a:spcAft>
                <a:spcPts val="0"/>
              </a:spcAft>
              <a:buNone/>
            </a:pPr>
            <a:fld id="{00000000-1234-1234-1234-123412341234}" type="slidenum">
              <a:rPr lang="en-US"/>
              <a:t>‹#›</a:t>
            </a:fld>
            <a:r>
              <a:rPr lang="en-US"/>
              <a:t> / 100</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2"/>
        <p:cNvGrpSpPr/>
        <p:nvPr/>
      </p:nvGrpSpPr>
      <p:grpSpPr>
        <a:xfrm>
          <a:off x="0" y="0"/>
          <a:ext cx="0" cy="0"/>
          <a:chOff x="0" y="0"/>
          <a:chExt cx="0" cy="0"/>
        </a:xfrm>
      </p:grpSpPr>
      <p:sp>
        <p:nvSpPr>
          <p:cNvPr id="23" name="Google Shape;23;p4"/>
          <p:cNvSpPr txBox="1">
            <a:spLocks noGrp="1"/>
          </p:cNvSpPr>
          <p:nvPr>
            <p:ph type="ctrTitle"/>
          </p:nvPr>
        </p:nvSpPr>
        <p:spPr>
          <a:xfrm>
            <a:off x="432435" y="1005903"/>
            <a:ext cx="4900930" cy="68141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
          <p:cNvSpPr txBox="1">
            <a:spLocks noGrp="1"/>
          </p:cNvSpPr>
          <p:nvPr>
            <p:ph type="subTitle" idx="1"/>
          </p:nvPr>
        </p:nvSpPr>
        <p:spPr>
          <a:xfrm>
            <a:off x="864870" y="1817116"/>
            <a:ext cx="4036060" cy="81121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050" b="0" i="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lvl1pPr marL="38100" lvl="0" indent="0">
              <a:lnSpc>
                <a:spcPct val="111666"/>
              </a:lnSpc>
              <a:spcBef>
                <a:spcPts val="0"/>
              </a:spcBef>
              <a:buNone/>
              <a:defRPr sz="600" b="0" i="0">
                <a:solidFill>
                  <a:schemeClr val="dk1"/>
                </a:solidFill>
                <a:latin typeface="Bookman Old Style"/>
                <a:ea typeface="Bookman Old Style"/>
                <a:cs typeface="Bookman Old Style"/>
                <a:sym typeface="Bookman Old Style"/>
              </a:defRPr>
            </a:lvl1pPr>
            <a:lvl2pPr marL="38100" lvl="1" indent="0">
              <a:lnSpc>
                <a:spcPct val="111666"/>
              </a:lnSpc>
              <a:spcBef>
                <a:spcPts val="0"/>
              </a:spcBef>
              <a:buNone/>
              <a:defRPr sz="600" b="0" i="0">
                <a:solidFill>
                  <a:schemeClr val="dk1"/>
                </a:solidFill>
                <a:latin typeface="Bookman Old Style"/>
                <a:ea typeface="Bookman Old Style"/>
                <a:cs typeface="Bookman Old Style"/>
                <a:sym typeface="Bookman Old Style"/>
              </a:defRPr>
            </a:lvl2pPr>
            <a:lvl3pPr marL="38100" lvl="2" indent="0">
              <a:lnSpc>
                <a:spcPct val="111666"/>
              </a:lnSpc>
              <a:spcBef>
                <a:spcPts val="0"/>
              </a:spcBef>
              <a:buNone/>
              <a:defRPr sz="600" b="0" i="0">
                <a:solidFill>
                  <a:schemeClr val="dk1"/>
                </a:solidFill>
                <a:latin typeface="Bookman Old Style"/>
                <a:ea typeface="Bookman Old Style"/>
                <a:cs typeface="Bookman Old Style"/>
                <a:sym typeface="Bookman Old Style"/>
              </a:defRPr>
            </a:lvl3pPr>
            <a:lvl4pPr marL="38100" lvl="3" indent="0">
              <a:lnSpc>
                <a:spcPct val="111666"/>
              </a:lnSpc>
              <a:spcBef>
                <a:spcPts val="0"/>
              </a:spcBef>
              <a:buNone/>
              <a:defRPr sz="600" b="0" i="0">
                <a:solidFill>
                  <a:schemeClr val="dk1"/>
                </a:solidFill>
                <a:latin typeface="Bookman Old Style"/>
                <a:ea typeface="Bookman Old Style"/>
                <a:cs typeface="Bookman Old Style"/>
                <a:sym typeface="Bookman Old Style"/>
              </a:defRPr>
            </a:lvl4pPr>
            <a:lvl5pPr marL="38100" lvl="4" indent="0">
              <a:lnSpc>
                <a:spcPct val="111666"/>
              </a:lnSpc>
              <a:spcBef>
                <a:spcPts val="0"/>
              </a:spcBef>
              <a:buNone/>
              <a:defRPr sz="600" b="0" i="0">
                <a:solidFill>
                  <a:schemeClr val="dk1"/>
                </a:solidFill>
                <a:latin typeface="Bookman Old Style"/>
                <a:ea typeface="Bookman Old Style"/>
                <a:cs typeface="Bookman Old Style"/>
                <a:sym typeface="Bookman Old Style"/>
              </a:defRPr>
            </a:lvl5pPr>
            <a:lvl6pPr marL="38100" lvl="5" indent="0">
              <a:lnSpc>
                <a:spcPct val="111666"/>
              </a:lnSpc>
              <a:spcBef>
                <a:spcPts val="0"/>
              </a:spcBef>
              <a:buNone/>
              <a:defRPr sz="600" b="0" i="0">
                <a:solidFill>
                  <a:schemeClr val="dk1"/>
                </a:solidFill>
                <a:latin typeface="Bookman Old Style"/>
                <a:ea typeface="Bookman Old Style"/>
                <a:cs typeface="Bookman Old Style"/>
                <a:sym typeface="Bookman Old Style"/>
              </a:defRPr>
            </a:lvl6pPr>
            <a:lvl7pPr marL="38100" lvl="6" indent="0">
              <a:lnSpc>
                <a:spcPct val="111666"/>
              </a:lnSpc>
              <a:spcBef>
                <a:spcPts val="0"/>
              </a:spcBef>
              <a:buNone/>
              <a:defRPr sz="600" b="0" i="0">
                <a:solidFill>
                  <a:schemeClr val="dk1"/>
                </a:solidFill>
                <a:latin typeface="Bookman Old Style"/>
                <a:ea typeface="Bookman Old Style"/>
                <a:cs typeface="Bookman Old Style"/>
                <a:sym typeface="Bookman Old Style"/>
              </a:defRPr>
            </a:lvl7pPr>
            <a:lvl8pPr marL="38100" lvl="7" indent="0">
              <a:lnSpc>
                <a:spcPct val="111666"/>
              </a:lnSpc>
              <a:spcBef>
                <a:spcPts val="0"/>
              </a:spcBef>
              <a:buNone/>
              <a:defRPr sz="600" b="0" i="0">
                <a:solidFill>
                  <a:schemeClr val="dk1"/>
                </a:solidFill>
                <a:latin typeface="Bookman Old Style"/>
                <a:ea typeface="Bookman Old Style"/>
                <a:cs typeface="Bookman Old Style"/>
                <a:sym typeface="Bookman Old Style"/>
              </a:defRPr>
            </a:lvl8pPr>
            <a:lvl9pPr marL="38100" lvl="8" indent="0">
              <a:lnSpc>
                <a:spcPct val="111666"/>
              </a:lnSpc>
              <a:spcBef>
                <a:spcPts val="0"/>
              </a:spcBef>
              <a:buNone/>
              <a:defRPr sz="600" b="0" i="0">
                <a:solidFill>
                  <a:schemeClr val="dk1"/>
                </a:solidFill>
                <a:latin typeface="Bookman Old Style"/>
                <a:ea typeface="Bookman Old Style"/>
                <a:cs typeface="Bookman Old Style"/>
                <a:sym typeface="Bookman Old Style"/>
              </a:defRPr>
            </a:lvl9pPr>
          </a:lstStyle>
          <a:p>
            <a:pPr marL="38100" lvl="0" indent="0" algn="l" rtl="0">
              <a:spcBef>
                <a:spcPts val="0"/>
              </a:spcBef>
              <a:spcAft>
                <a:spcPts val="0"/>
              </a:spcAft>
              <a:buNone/>
            </a:pPr>
            <a:fld id="{00000000-1234-1234-1234-123412341234}" type="slidenum">
              <a:rPr lang="en-US"/>
              <a:t>‹#›</a:t>
            </a:fld>
            <a:r>
              <a:rPr lang="en-US"/>
              <a:t> / 100</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95300" y="109545"/>
            <a:ext cx="550354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5"/>
          <p:cNvSpPr txBox="1">
            <a:spLocks noGrp="1"/>
          </p:cNvSpPr>
          <p:nvPr>
            <p:ph type="body" idx="1"/>
          </p:nvPr>
        </p:nvSpPr>
        <p:spPr>
          <a:xfrm>
            <a:off x="288290"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5"/>
          <p:cNvSpPr txBox="1">
            <a:spLocks noGrp="1"/>
          </p:cNvSpPr>
          <p:nvPr>
            <p:ph type="body" idx="2"/>
          </p:nvPr>
        </p:nvSpPr>
        <p:spPr>
          <a:xfrm>
            <a:off x="2969387"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lvl1pPr marL="38100" lvl="0" indent="0">
              <a:lnSpc>
                <a:spcPct val="111666"/>
              </a:lnSpc>
              <a:spcBef>
                <a:spcPts val="0"/>
              </a:spcBef>
              <a:buNone/>
              <a:defRPr sz="600" b="0" i="0">
                <a:solidFill>
                  <a:schemeClr val="dk1"/>
                </a:solidFill>
                <a:latin typeface="Bookman Old Style"/>
                <a:ea typeface="Bookman Old Style"/>
                <a:cs typeface="Bookman Old Style"/>
                <a:sym typeface="Bookman Old Style"/>
              </a:defRPr>
            </a:lvl1pPr>
            <a:lvl2pPr marL="38100" lvl="1" indent="0">
              <a:lnSpc>
                <a:spcPct val="111666"/>
              </a:lnSpc>
              <a:spcBef>
                <a:spcPts val="0"/>
              </a:spcBef>
              <a:buNone/>
              <a:defRPr sz="600" b="0" i="0">
                <a:solidFill>
                  <a:schemeClr val="dk1"/>
                </a:solidFill>
                <a:latin typeface="Bookman Old Style"/>
                <a:ea typeface="Bookman Old Style"/>
                <a:cs typeface="Bookman Old Style"/>
                <a:sym typeface="Bookman Old Style"/>
              </a:defRPr>
            </a:lvl2pPr>
            <a:lvl3pPr marL="38100" lvl="2" indent="0">
              <a:lnSpc>
                <a:spcPct val="111666"/>
              </a:lnSpc>
              <a:spcBef>
                <a:spcPts val="0"/>
              </a:spcBef>
              <a:buNone/>
              <a:defRPr sz="600" b="0" i="0">
                <a:solidFill>
                  <a:schemeClr val="dk1"/>
                </a:solidFill>
                <a:latin typeface="Bookman Old Style"/>
                <a:ea typeface="Bookman Old Style"/>
                <a:cs typeface="Bookman Old Style"/>
                <a:sym typeface="Bookman Old Style"/>
              </a:defRPr>
            </a:lvl3pPr>
            <a:lvl4pPr marL="38100" lvl="3" indent="0">
              <a:lnSpc>
                <a:spcPct val="111666"/>
              </a:lnSpc>
              <a:spcBef>
                <a:spcPts val="0"/>
              </a:spcBef>
              <a:buNone/>
              <a:defRPr sz="600" b="0" i="0">
                <a:solidFill>
                  <a:schemeClr val="dk1"/>
                </a:solidFill>
                <a:latin typeface="Bookman Old Style"/>
                <a:ea typeface="Bookman Old Style"/>
                <a:cs typeface="Bookman Old Style"/>
                <a:sym typeface="Bookman Old Style"/>
              </a:defRPr>
            </a:lvl4pPr>
            <a:lvl5pPr marL="38100" lvl="4" indent="0">
              <a:lnSpc>
                <a:spcPct val="111666"/>
              </a:lnSpc>
              <a:spcBef>
                <a:spcPts val="0"/>
              </a:spcBef>
              <a:buNone/>
              <a:defRPr sz="600" b="0" i="0">
                <a:solidFill>
                  <a:schemeClr val="dk1"/>
                </a:solidFill>
                <a:latin typeface="Bookman Old Style"/>
                <a:ea typeface="Bookman Old Style"/>
                <a:cs typeface="Bookman Old Style"/>
                <a:sym typeface="Bookman Old Style"/>
              </a:defRPr>
            </a:lvl5pPr>
            <a:lvl6pPr marL="38100" lvl="5" indent="0">
              <a:lnSpc>
                <a:spcPct val="111666"/>
              </a:lnSpc>
              <a:spcBef>
                <a:spcPts val="0"/>
              </a:spcBef>
              <a:buNone/>
              <a:defRPr sz="600" b="0" i="0">
                <a:solidFill>
                  <a:schemeClr val="dk1"/>
                </a:solidFill>
                <a:latin typeface="Bookman Old Style"/>
                <a:ea typeface="Bookman Old Style"/>
                <a:cs typeface="Bookman Old Style"/>
                <a:sym typeface="Bookman Old Style"/>
              </a:defRPr>
            </a:lvl6pPr>
            <a:lvl7pPr marL="38100" lvl="6" indent="0">
              <a:lnSpc>
                <a:spcPct val="111666"/>
              </a:lnSpc>
              <a:spcBef>
                <a:spcPts val="0"/>
              </a:spcBef>
              <a:buNone/>
              <a:defRPr sz="600" b="0" i="0">
                <a:solidFill>
                  <a:schemeClr val="dk1"/>
                </a:solidFill>
                <a:latin typeface="Bookman Old Style"/>
                <a:ea typeface="Bookman Old Style"/>
                <a:cs typeface="Bookman Old Style"/>
                <a:sym typeface="Bookman Old Style"/>
              </a:defRPr>
            </a:lvl7pPr>
            <a:lvl8pPr marL="38100" lvl="7" indent="0">
              <a:lnSpc>
                <a:spcPct val="111666"/>
              </a:lnSpc>
              <a:spcBef>
                <a:spcPts val="0"/>
              </a:spcBef>
              <a:buNone/>
              <a:defRPr sz="600" b="0" i="0">
                <a:solidFill>
                  <a:schemeClr val="dk1"/>
                </a:solidFill>
                <a:latin typeface="Bookman Old Style"/>
                <a:ea typeface="Bookman Old Style"/>
                <a:cs typeface="Bookman Old Style"/>
                <a:sym typeface="Bookman Old Style"/>
              </a:defRPr>
            </a:lvl8pPr>
            <a:lvl9pPr marL="38100" lvl="8" indent="0">
              <a:lnSpc>
                <a:spcPct val="111666"/>
              </a:lnSpc>
              <a:spcBef>
                <a:spcPts val="0"/>
              </a:spcBef>
              <a:buNone/>
              <a:defRPr sz="600" b="0" i="0">
                <a:solidFill>
                  <a:schemeClr val="dk1"/>
                </a:solidFill>
                <a:latin typeface="Bookman Old Style"/>
                <a:ea typeface="Bookman Old Style"/>
                <a:cs typeface="Bookman Old Style"/>
                <a:sym typeface="Bookman Old Style"/>
              </a:defRPr>
            </a:lvl9pPr>
          </a:lstStyle>
          <a:p>
            <a:pPr marL="38100" lvl="0" indent="0" algn="l" rtl="0">
              <a:spcBef>
                <a:spcPts val="0"/>
              </a:spcBef>
              <a:spcAft>
                <a:spcPts val="0"/>
              </a:spcAft>
              <a:buNone/>
            </a:pPr>
            <a:fld id="{00000000-1234-1234-1234-123412341234}" type="slidenum">
              <a:rPr lang="en-US"/>
              <a:t>‹#›</a:t>
            </a:fld>
            <a:r>
              <a:rPr lang="en-US"/>
              <a:t> / 100</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95300" y="109545"/>
            <a:ext cx="550354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lvl1pPr marL="38100" lvl="0" indent="0">
              <a:lnSpc>
                <a:spcPct val="111666"/>
              </a:lnSpc>
              <a:spcBef>
                <a:spcPts val="0"/>
              </a:spcBef>
              <a:buNone/>
              <a:defRPr sz="600" b="0" i="0">
                <a:solidFill>
                  <a:schemeClr val="dk1"/>
                </a:solidFill>
                <a:latin typeface="Bookman Old Style"/>
                <a:ea typeface="Bookman Old Style"/>
                <a:cs typeface="Bookman Old Style"/>
                <a:sym typeface="Bookman Old Style"/>
              </a:defRPr>
            </a:lvl1pPr>
            <a:lvl2pPr marL="38100" lvl="1" indent="0">
              <a:lnSpc>
                <a:spcPct val="111666"/>
              </a:lnSpc>
              <a:spcBef>
                <a:spcPts val="0"/>
              </a:spcBef>
              <a:buNone/>
              <a:defRPr sz="600" b="0" i="0">
                <a:solidFill>
                  <a:schemeClr val="dk1"/>
                </a:solidFill>
                <a:latin typeface="Bookman Old Style"/>
                <a:ea typeface="Bookman Old Style"/>
                <a:cs typeface="Bookman Old Style"/>
                <a:sym typeface="Bookman Old Style"/>
              </a:defRPr>
            </a:lvl2pPr>
            <a:lvl3pPr marL="38100" lvl="2" indent="0">
              <a:lnSpc>
                <a:spcPct val="111666"/>
              </a:lnSpc>
              <a:spcBef>
                <a:spcPts val="0"/>
              </a:spcBef>
              <a:buNone/>
              <a:defRPr sz="600" b="0" i="0">
                <a:solidFill>
                  <a:schemeClr val="dk1"/>
                </a:solidFill>
                <a:latin typeface="Bookman Old Style"/>
                <a:ea typeface="Bookman Old Style"/>
                <a:cs typeface="Bookman Old Style"/>
                <a:sym typeface="Bookman Old Style"/>
              </a:defRPr>
            </a:lvl3pPr>
            <a:lvl4pPr marL="38100" lvl="3" indent="0">
              <a:lnSpc>
                <a:spcPct val="111666"/>
              </a:lnSpc>
              <a:spcBef>
                <a:spcPts val="0"/>
              </a:spcBef>
              <a:buNone/>
              <a:defRPr sz="600" b="0" i="0">
                <a:solidFill>
                  <a:schemeClr val="dk1"/>
                </a:solidFill>
                <a:latin typeface="Bookman Old Style"/>
                <a:ea typeface="Bookman Old Style"/>
                <a:cs typeface="Bookman Old Style"/>
                <a:sym typeface="Bookman Old Style"/>
              </a:defRPr>
            </a:lvl4pPr>
            <a:lvl5pPr marL="38100" lvl="4" indent="0">
              <a:lnSpc>
                <a:spcPct val="111666"/>
              </a:lnSpc>
              <a:spcBef>
                <a:spcPts val="0"/>
              </a:spcBef>
              <a:buNone/>
              <a:defRPr sz="600" b="0" i="0">
                <a:solidFill>
                  <a:schemeClr val="dk1"/>
                </a:solidFill>
                <a:latin typeface="Bookman Old Style"/>
                <a:ea typeface="Bookman Old Style"/>
                <a:cs typeface="Bookman Old Style"/>
                <a:sym typeface="Bookman Old Style"/>
              </a:defRPr>
            </a:lvl5pPr>
            <a:lvl6pPr marL="38100" lvl="5" indent="0">
              <a:lnSpc>
                <a:spcPct val="111666"/>
              </a:lnSpc>
              <a:spcBef>
                <a:spcPts val="0"/>
              </a:spcBef>
              <a:buNone/>
              <a:defRPr sz="600" b="0" i="0">
                <a:solidFill>
                  <a:schemeClr val="dk1"/>
                </a:solidFill>
                <a:latin typeface="Bookman Old Style"/>
                <a:ea typeface="Bookman Old Style"/>
                <a:cs typeface="Bookman Old Style"/>
                <a:sym typeface="Bookman Old Style"/>
              </a:defRPr>
            </a:lvl6pPr>
            <a:lvl7pPr marL="38100" lvl="6" indent="0">
              <a:lnSpc>
                <a:spcPct val="111666"/>
              </a:lnSpc>
              <a:spcBef>
                <a:spcPts val="0"/>
              </a:spcBef>
              <a:buNone/>
              <a:defRPr sz="600" b="0" i="0">
                <a:solidFill>
                  <a:schemeClr val="dk1"/>
                </a:solidFill>
                <a:latin typeface="Bookman Old Style"/>
                <a:ea typeface="Bookman Old Style"/>
                <a:cs typeface="Bookman Old Style"/>
                <a:sym typeface="Bookman Old Style"/>
              </a:defRPr>
            </a:lvl7pPr>
            <a:lvl8pPr marL="38100" lvl="7" indent="0">
              <a:lnSpc>
                <a:spcPct val="111666"/>
              </a:lnSpc>
              <a:spcBef>
                <a:spcPts val="0"/>
              </a:spcBef>
              <a:buNone/>
              <a:defRPr sz="600" b="0" i="0">
                <a:solidFill>
                  <a:schemeClr val="dk1"/>
                </a:solidFill>
                <a:latin typeface="Bookman Old Style"/>
                <a:ea typeface="Bookman Old Style"/>
                <a:cs typeface="Bookman Old Style"/>
                <a:sym typeface="Bookman Old Style"/>
              </a:defRPr>
            </a:lvl8pPr>
            <a:lvl9pPr marL="38100" lvl="8" indent="0">
              <a:lnSpc>
                <a:spcPct val="111666"/>
              </a:lnSpc>
              <a:spcBef>
                <a:spcPts val="0"/>
              </a:spcBef>
              <a:buNone/>
              <a:defRPr sz="600" b="0" i="0">
                <a:solidFill>
                  <a:schemeClr val="dk1"/>
                </a:solidFill>
                <a:latin typeface="Bookman Old Style"/>
                <a:ea typeface="Bookman Old Style"/>
                <a:cs typeface="Bookman Old Style"/>
                <a:sym typeface="Bookman Old Style"/>
              </a:defRPr>
            </a:lvl9pPr>
          </a:lstStyle>
          <a:p>
            <a:pPr marL="38100" lvl="0" indent="0" algn="l" rtl="0">
              <a:spcBef>
                <a:spcPts val="0"/>
              </a:spcBef>
              <a:spcAft>
                <a:spcPts val="0"/>
              </a:spcAft>
              <a:buNone/>
            </a:pPr>
            <a:fld id="{00000000-1234-1234-1234-123412341234}" type="slidenum">
              <a:rPr lang="en-US"/>
              <a:t>‹#›</a:t>
            </a:fld>
            <a:r>
              <a:rPr lang="en-US"/>
              <a:t> / 100</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7">
            <a:alphaModFix/>
          </a:blip>
          <a:srcRect/>
          <a:stretch/>
        </p:blipFill>
        <p:spPr>
          <a:xfrm>
            <a:off x="126" y="80250"/>
            <a:ext cx="5759866" cy="3159748"/>
          </a:xfrm>
          <a:prstGeom prst="rect">
            <a:avLst/>
          </a:prstGeom>
          <a:noFill/>
          <a:ln>
            <a:noFill/>
          </a:ln>
        </p:spPr>
      </p:pic>
      <p:sp>
        <p:nvSpPr>
          <p:cNvPr id="7" name="Google Shape;7;p1"/>
          <p:cNvSpPr txBox="1">
            <a:spLocks noGrp="1"/>
          </p:cNvSpPr>
          <p:nvPr>
            <p:ph type="title"/>
          </p:nvPr>
        </p:nvSpPr>
        <p:spPr>
          <a:xfrm>
            <a:off x="95300" y="109545"/>
            <a:ext cx="5503545" cy="28829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700" b="0" i="0" u="none" strike="noStrike" cap="none">
                <a:solidFill>
                  <a:srgbClr val="1B147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
          <p:cNvSpPr txBox="1">
            <a:spLocks noGrp="1"/>
          </p:cNvSpPr>
          <p:nvPr>
            <p:ph type="body" idx="1"/>
          </p:nvPr>
        </p:nvSpPr>
        <p:spPr>
          <a:xfrm>
            <a:off x="309194" y="1453179"/>
            <a:ext cx="2464435" cy="137350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05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1"/>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lvl1pPr marL="38100" lvl="0" indent="0">
              <a:lnSpc>
                <a:spcPct val="111666"/>
              </a:lnSpc>
              <a:spcBef>
                <a:spcPts val="0"/>
              </a:spcBef>
              <a:buNone/>
              <a:defRPr sz="600" b="0" i="0">
                <a:solidFill>
                  <a:schemeClr val="dk1"/>
                </a:solidFill>
                <a:latin typeface="Bookman Old Style"/>
                <a:ea typeface="Bookman Old Style"/>
                <a:cs typeface="Bookman Old Style"/>
                <a:sym typeface="Bookman Old Style"/>
              </a:defRPr>
            </a:lvl1pPr>
            <a:lvl2pPr marL="38100" lvl="1" indent="0">
              <a:lnSpc>
                <a:spcPct val="111666"/>
              </a:lnSpc>
              <a:spcBef>
                <a:spcPts val="0"/>
              </a:spcBef>
              <a:buNone/>
              <a:defRPr sz="600" b="0" i="0">
                <a:solidFill>
                  <a:schemeClr val="dk1"/>
                </a:solidFill>
                <a:latin typeface="Bookman Old Style"/>
                <a:ea typeface="Bookman Old Style"/>
                <a:cs typeface="Bookman Old Style"/>
                <a:sym typeface="Bookman Old Style"/>
              </a:defRPr>
            </a:lvl2pPr>
            <a:lvl3pPr marL="38100" lvl="2" indent="0">
              <a:lnSpc>
                <a:spcPct val="111666"/>
              </a:lnSpc>
              <a:spcBef>
                <a:spcPts val="0"/>
              </a:spcBef>
              <a:buNone/>
              <a:defRPr sz="600" b="0" i="0">
                <a:solidFill>
                  <a:schemeClr val="dk1"/>
                </a:solidFill>
                <a:latin typeface="Bookman Old Style"/>
                <a:ea typeface="Bookman Old Style"/>
                <a:cs typeface="Bookman Old Style"/>
                <a:sym typeface="Bookman Old Style"/>
              </a:defRPr>
            </a:lvl3pPr>
            <a:lvl4pPr marL="38100" lvl="3" indent="0">
              <a:lnSpc>
                <a:spcPct val="111666"/>
              </a:lnSpc>
              <a:spcBef>
                <a:spcPts val="0"/>
              </a:spcBef>
              <a:buNone/>
              <a:defRPr sz="600" b="0" i="0">
                <a:solidFill>
                  <a:schemeClr val="dk1"/>
                </a:solidFill>
                <a:latin typeface="Bookman Old Style"/>
                <a:ea typeface="Bookman Old Style"/>
                <a:cs typeface="Bookman Old Style"/>
                <a:sym typeface="Bookman Old Style"/>
              </a:defRPr>
            </a:lvl4pPr>
            <a:lvl5pPr marL="38100" lvl="4" indent="0">
              <a:lnSpc>
                <a:spcPct val="111666"/>
              </a:lnSpc>
              <a:spcBef>
                <a:spcPts val="0"/>
              </a:spcBef>
              <a:buNone/>
              <a:defRPr sz="600" b="0" i="0">
                <a:solidFill>
                  <a:schemeClr val="dk1"/>
                </a:solidFill>
                <a:latin typeface="Bookman Old Style"/>
                <a:ea typeface="Bookman Old Style"/>
                <a:cs typeface="Bookman Old Style"/>
                <a:sym typeface="Bookman Old Style"/>
              </a:defRPr>
            </a:lvl5pPr>
            <a:lvl6pPr marL="38100" lvl="5" indent="0">
              <a:lnSpc>
                <a:spcPct val="111666"/>
              </a:lnSpc>
              <a:spcBef>
                <a:spcPts val="0"/>
              </a:spcBef>
              <a:buNone/>
              <a:defRPr sz="600" b="0" i="0">
                <a:solidFill>
                  <a:schemeClr val="dk1"/>
                </a:solidFill>
                <a:latin typeface="Bookman Old Style"/>
                <a:ea typeface="Bookman Old Style"/>
                <a:cs typeface="Bookman Old Style"/>
                <a:sym typeface="Bookman Old Style"/>
              </a:defRPr>
            </a:lvl6pPr>
            <a:lvl7pPr marL="38100" lvl="6" indent="0">
              <a:lnSpc>
                <a:spcPct val="111666"/>
              </a:lnSpc>
              <a:spcBef>
                <a:spcPts val="0"/>
              </a:spcBef>
              <a:buNone/>
              <a:defRPr sz="600" b="0" i="0">
                <a:solidFill>
                  <a:schemeClr val="dk1"/>
                </a:solidFill>
                <a:latin typeface="Bookman Old Style"/>
                <a:ea typeface="Bookman Old Style"/>
                <a:cs typeface="Bookman Old Style"/>
                <a:sym typeface="Bookman Old Style"/>
              </a:defRPr>
            </a:lvl7pPr>
            <a:lvl8pPr marL="38100" lvl="7" indent="0">
              <a:lnSpc>
                <a:spcPct val="111666"/>
              </a:lnSpc>
              <a:spcBef>
                <a:spcPts val="0"/>
              </a:spcBef>
              <a:buNone/>
              <a:defRPr sz="600" b="0" i="0">
                <a:solidFill>
                  <a:schemeClr val="dk1"/>
                </a:solidFill>
                <a:latin typeface="Bookman Old Style"/>
                <a:ea typeface="Bookman Old Style"/>
                <a:cs typeface="Bookman Old Style"/>
                <a:sym typeface="Bookman Old Style"/>
              </a:defRPr>
            </a:lvl8pPr>
            <a:lvl9pPr marL="38100" lvl="8" indent="0">
              <a:lnSpc>
                <a:spcPct val="111666"/>
              </a:lnSpc>
              <a:spcBef>
                <a:spcPts val="0"/>
              </a:spcBef>
              <a:buNone/>
              <a:defRPr sz="600" b="0" i="0">
                <a:solidFill>
                  <a:schemeClr val="dk1"/>
                </a:solidFill>
                <a:latin typeface="Bookman Old Style"/>
                <a:ea typeface="Bookman Old Style"/>
                <a:cs typeface="Bookman Old Style"/>
                <a:sym typeface="Bookman Old Style"/>
              </a:defRPr>
            </a:lvl9pPr>
          </a:lstStyle>
          <a:p>
            <a:pPr marL="38100" lvl="0" indent="0" algn="l" rtl="0">
              <a:spcBef>
                <a:spcPts val="0"/>
              </a:spcBef>
              <a:spcAft>
                <a:spcPts val="0"/>
              </a:spcAft>
              <a:buNone/>
            </a:pPr>
            <a:fld id="{00000000-1234-1234-1234-123412341234}" type="slidenum">
              <a:rPr lang="en-US"/>
              <a:t>‹#›</a:t>
            </a:fld>
            <a:r>
              <a:rPr lang="en-US"/>
              <a:t> / 100</a:t>
            </a:r>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3.xml"/><Relationship Id="rId16" Type="http://schemas.openxmlformats.org/officeDocument/2006/relationships/image" Target="../media/image16.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hyperlink" Target="http://ppt/slides/ppt/slides/slide1.xm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hyperlink" Target="http://ppt/slides/ppt/slides/slide1.x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hyperlink" Target="http://ppt/slides/ppt/slides/slide1.xml" TargetMode="External"/><Relationship Id="rId4" Type="http://schemas.openxmlformats.org/officeDocument/2006/relationships/image" Target="../media/image31.png"/><Relationship Id="rId9" Type="http://schemas.openxmlformats.org/officeDocument/2006/relationships/image" Target="../media/image36.png"/></Relationships>
</file>

<file path=ppt/slides/_rels/slide7.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7.png"/><Relationship Id="rId21" Type="http://schemas.openxmlformats.org/officeDocument/2006/relationships/hyperlink" Target="http://ppt/slides/ppt/slides/slide30.xml" TargetMode="External"/><Relationship Id="rId7" Type="http://schemas.openxmlformats.org/officeDocument/2006/relationships/image" Target="../media/image41.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7.xml"/><Relationship Id="rId16" Type="http://schemas.openxmlformats.org/officeDocument/2006/relationships/image" Target="../media/image16.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39.png"/><Relationship Id="rId15" Type="http://schemas.openxmlformats.org/officeDocument/2006/relationships/image" Target="../media/image15.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38.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ppt/slides/ppt/slides/slide1.xml" TargetMode="External"/><Relationship Id="rId5" Type="http://schemas.openxmlformats.org/officeDocument/2006/relationships/image" Target="../media/image46.png"/><Relationship Id="rId4" Type="http://schemas.openxmlformats.org/officeDocument/2006/relationships/image" Target="../media/image45.png"/></Relationships>
</file>

<file path=ppt/slides/_rels/slide10.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11.xml"/><Relationship Id="rId16" Type="http://schemas.openxmlformats.org/officeDocument/2006/relationships/image" Target="../media/image50.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39.png"/><Relationship Id="rId15" Type="http://schemas.openxmlformats.org/officeDocument/2006/relationships/image" Target="../media/image49.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38.png"/><Relationship Id="rId9" Type="http://schemas.openxmlformats.org/officeDocument/2006/relationships/image" Target="../media/image48.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13.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hyperlink" Target="http://ppt/slides/ppt/slides/slide1.xml" TargetMode="External"/><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15.xml"/><Relationship Id="rId16" Type="http://schemas.openxmlformats.org/officeDocument/2006/relationships/image" Target="../media/image50.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49.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38.png"/><Relationship Id="rId9" Type="http://schemas.openxmlformats.org/officeDocument/2006/relationships/image" Target="../media/image48.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hyperlink" Target="http://ppt/slides/ppt/slides/slide1.xml"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17.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1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19.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20.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21.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customXml" Target="../ink/ink1.xml"/><Relationship Id="rId4" Type="http://schemas.openxmlformats.org/officeDocument/2006/relationships/image" Target="../media/image68.png"/></Relationships>
</file>

<file path=ppt/slides/_rels/slide2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customXml" Target="../ink/ink2.xml"/><Relationship Id="rId4" Type="http://schemas.openxmlformats.org/officeDocument/2006/relationships/image" Target="../media/image70.png"/></Relationships>
</file>

<file path=ppt/slides/_rels/slide23.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72.png"/><Relationship Id="rId7" Type="http://schemas.openxmlformats.org/officeDocument/2006/relationships/hyperlink" Target="http://ppt/slides/ppt/slides/slide1.xml"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 Id="rId9" Type="http://schemas.openxmlformats.org/officeDocument/2006/relationships/image" Target="../media/image7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2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ppt/slides/ppt/slides/slide1.xml" TargetMode="External"/><Relationship Id="rId5" Type="http://schemas.openxmlformats.org/officeDocument/2006/relationships/image" Target="../media/image80.png"/><Relationship Id="rId4" Type="http://schemas.openxmlformats.org/officeDocument/2006/relationships/image" Target="../media/image79.png"/></Relationships>
</file>

<file path=ppt/slides/_rels/slide2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hyperlink" Target="https://d2l.ai/" TargetMode="External"/><Relationship Id="rId3" Type="http://schemas.openxmlformats.org/officeDocument/2006/relationships/image" Target="../media/image82.jpg"/><Relationship Id="rId7" Type="http://schemas.openxmlformats.org/officeDocument/2006/relationships/image" Target="../media/image85.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84.png"/><Relationship Id="rId11" Type="http://schemas.openxmlformats.org/officeDocument/2006/relationships/hyperlink" Target="http://ppt/slides/ppt/slides/slide1.xml" TargetMode="External"/><Relationship Id="rId5" Type="http://schemas.openxmlformats.org/officeDocument/2006/relationships/image" Target="../media/image24.png"/><Relationship Id="rId10" Type="http://schemas.openxmlformats.org/officeDocument/2006/relationships/hyperlink" Target="https://probml.github.io/pml-book/" TargetMode="External"/><Relationship Id="rId4" Type="http://schemas.openxmlformats.org/officeDocument/2006/relationships/image" Target="../media/image83.png"/><Relationship Id="rId9" Type="http://schemas.openxmlformats.org/officeDocument/2006/relationships/hyperlink" Target="https://www.deeplearningbook.org/"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3"/>
        <p:cNvGrpSpPr/>
        <p:nvPr/>
      </p:nvGrpSpPr>
      <p:grpSpPr>
        <a:xfrm>
          <a:off x="0" y="0"/>
          <a:ext cx="0" cy="0"/>
          <a:chOff x="0" y="0"/>
          <a:chExt cx="0" cy="0"/>
        </a:xfrm>
      </p:grpSpPr>
      <p:grpSp>
        <p:nvGrpSpPr>
          <p:cNvPr id="44" name="Google Shape;44;p7"/>
          <p:cNvGrpSpPr/>
          <p:nvPr/>
        </p:nvGrpSpPr>
        <p:grpSpPr>
          <a:xfrm>
            <a:off x="0" y="7"/>
            <a:ext cx="5759866" cy="3239902"/>
            <a:chOff x="0" y="7"/>
            <a:chExt cx="5759866" cy="3239902"/>
          </a:xfrm>
        </p:grpSpPr>
        <p:pic>
          <p:nvPicPr>
            <p:cNvPr id="45" name="Google Shape;45;p7"/>
            <p:cNvPicPr preferRelativeResize="0"/>
            <p:nvPr/>
          </p:nvPicPr>
          <p:blipFill rotWithShape="1">
            <a:blip r:embed="rId3">
              <a:alphaModFix/>
            </a:blip>
            <a:srcRect/>
            <a:stretch/>
          </p:blipFill>
          <p:spPr>
            <a:xfrm>
              <a:off x="0" y="7"/>
              <a:ext cx="5759866" cy="3239902"/>
            </a:xfrm>
            <a:prstGeom prst="rect">
              <a:avLst/>
            </a:prstGeom>
            <a:noFill/>
            <a:ln>
              <a:noFill/>
            </a:ln>
          </p:spPr>
        </p:pic>
        <p:sp>
          <p:nvSpPr>
            <p:cNvPr id="46" name="Google Shape;46;p7"/>
            <p:cNvSpPr/>
            <p:nvPr/>
          </p:nvSpPr>
          <p:spPr>
            <a:xfrm>
              <a:off x="1982523" y="1293502"/>
              <a:ext cx="3325495" cy="721995"/>
            </a:xfrm>
            <a:custGeom>
              <a:avLst/>
              <a:gdLst/>
              <a:ahLst/>
              <a:cxnLst/>
              <a:rect l="l" t="t" r="r" b="b"/>
              <a:pathLst>
                <a:path w="3325495" h="721994" extrusionOk="0">
                  <a:moveTo>
                    <a:pt x="0" y="721869"/>
                  </a:moveTo>
                  <a:lnTo>
                    <a:pt x="0" y="0"/>
                  </a:lnTo>
                  <a:lnTo>
                    <a:pt x="3324983" y="0"/>
                  </a:lnTo>
                  <a:lnTo>
                    <a:pt x="3324983" y="721869"/>
                  </a:lnTo>
                  <a:lnTo>
                    <a:pt x="0" y="72186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7" name="Google Shape;47;p7"/>
          <p:cNvSpPr txBox="1"/>
          <p:nvPr/>
        </p:nvSpPr>
        <p:spPr>
          <a:xfrm>
            <a:off x="1982523" y="1293502"/>
            <a:ext cx="3325495" cy="721995"/>
          </a:xfrm>
          <a:prstGeom prst="rect">
            <a:avLst/>
          </a:prstGeom>
          <a:solidFill>
            <a:srgbClr val="FFFFFF">
              <a:alpha val="79607"/>
            </a:srgbClr>
          </a:solidFill>
          <a:ln w="12650" cap="flat" cmpd="sng">
            <a:solidFill>
              <a:srgbClr val="000000"/>
            </a:solidFill>
            <a:prstDash val="solid"/>
            <a:round/>
            <a:headEnd type="none" w="sm" len="sm"/>
            <a:tailEnd type="none" w="sm" len="sm"/>
          </a:ln>
        </p:spPr>
        <p:txBody>
          <a:bodyPr spcFirstLastPara="1" wrap="square" lIns="0" tIns="100325" rIns="0" bIns="0" anchor="t" anchorCtr="0">
            <a:spAutoFit/>
          </a:bodyPr>
          <a:lstStyle/>
          <a:p>
            <a:pPr marL="398780" marR="391160" lvl="0" indent="-634" algn="ctr" rtl="0">
              <a:lnSpc>
                <a:spcPct val="84500"/>
              </a:lnSpc>
              <a:spcBef>
                <a:spcPts val="0"/>
              </a:spcBef>
              <a:spcAft>
                <a:spcPts val="0"/>
              </a:spcAft>
              <a:buNone/>
            </a:pPr>
            <a:r>
              <a:rPr lang="en-US" sz="1700">
                <a:latin typeface="Cambria"/>
                <a:ea typeface="Cambria"/>
                <a:cs typeface="Cambria"/>
                <a:sym typeface="Cambria"/>
              </a:rPr>
              <a:t>D</a:t>
            </a:r>
            <a:r>
              <a:rPr lang="en-US" sz="1350">
                <a:latin typeface="Cambria"/>
                <a:ea typeface="Cambria"/>
                <a:cs typeface="Cambria"/>
                <a:sym typeface="Cambria"/>
              </a:rPr>
              <a:t>EEP </a:t>
            </a:r>
            <a:r>
              <a:rPr lang="en-US" sz="1700">
                <a:latin typeface="Cambria"/>
                <a:ea typeface="Cambria"/>
                <a:cs typeface="Cambria"/>
                <a:sym typeface="Cambria"/>
              </a:rPr>
              <a:t>N</a:t>
            </a:r>
            <a:r>
              <a:rPr lang="en-US" sz="1350">
                <a:latin typeface="Cambria"/>
                <a:ea typeface="Cambria"/>
                <a:cs typeface="Cambria"/>
                <a:sym typeface="Cambria"/>
              </a:rPr>
              <a:t>EURAL </a:t>
            </a:r>
            <a:r>
              <a:rPr lang="en-US" sz="1700">
                <a:latin typeface="Cambria"/>
                <a:ea typeface="Cambria"/>
                <a:cs typeface="Cambria"/>
                <a:sym typeface="Cambria"/>
              </a:rPr>
              <a:t>N</a:t>
            </a:r>
            <a:r>
              <a:rPr lang="en-US" sz="1350">
                <a:latin typeface="Cambria"/>
                <a:ea typeface="Cambria"/>
                <a:cs typeface="Cambria"/>
                <a:sym typeface="Cambria"/>
              </a:rPr>
              <a:t>ETWORK </a:t>
            </a:r>
            <a:r>
              <a:rPr lang="en-US" sz="1400">
                <a:latin typeface="Cambria"/>
                <a:ea typeface="Cambria"/>
                <a:cs typeface="Cambria"/>
                <a:sym typeface="Cambria"/>
              </a:rPr>
              <a:t>M</a:t>
            </a:r>
            <a:r>
              <a:rPr lang="en-US" sz="1150">
                <a:latin typeface="Cambria"/>
                <a:ea typeface="Cambria"/>
                <a:cs typeface="Cambria"/>
                <a:sym typeface="Cambria"/>
              </a:rPr>
              <a:t>ODULE </a:t>
            </a:r>
            <a:r>
              <a:rPr lang="en-US" sz="1400">
                <a:latin typeface="Cambria"/>
                <a:ea typeface="Cambria"/>
                <a:cs typeface="Cambria"/>
                <a:sym typeface="Cambria"/>
              </a:rPr>
              <a:t># 4 : L</a:t>
            </a:r>
            <a:r>
              <a:rPr lang="en-US" sz="1150">
                <a:latin typeface="Cambria"/>
                <a:ea typeface="Cambria"/>
                <a:cs typeface="Cambria"/>
                <a:sym typeface="Cambria"/>
              </a:rPr>
              <a:t>INEAR </a:t>
            </a:r>
            <a:r>
              <a:rPr lang="en-US" sz="1400">
                <a:latin typeface="Cambria"/>
                <a:ea typeface="Cambria"/>
                <a:cs typeface="Cambria"/>
                <a:sym typeface="Cambria"/>
              </a:rPr>
              <a:t>N</a:t>
            </a:r>
            <a:r>
              <a:rPr lang="en-US" sz="1150">
                <a:latin typeface="Cambria"/>
                <a:ea typeface="Cambria"/>
                <a:cs typeface="Cambria"/>
                <a:sym typeface="Cambria"/>
              </a:rPr>
              <a:t>EURAL </a:t>
            </a:r>
            <a:r>
              <a:rPr lang="en-US" sz="1400">
                <a:latin typeface="Cambria"/>
                <a:ea typeface="Cambria"/>
                <a:cs typeface="Cambria"/>
                <a:sym typeface="Cambria"/>
              </a:rPr>
              <a:t>N</a:t>
            </a:r>
            <a:r>
              <a:rPr lang="en-US" sz="1150">
                <a:latin typeface="Cambria"/>
                <a:ea typeface="Cambria"/>
                <a:cs typeface="Cambria"/>
                <a:sym typeface="Cambria"/>
              </a:rPr>
              <a:t>ETWORKS FOR </a:t>
            </a:r>
            <a:r>
              <a:rPr lang="en-US" sz="1400">
                <a:latin typeface="Cambria"/>
                <a:ea typeface="Cambria"/>
                <a:cs typeface="Cambria"/>
                <a:sym typeface="Cambria"/>
              </a:rPr>
              <a:t>C</a:t>
            </a:r>
            <a:r>
              <a:rPr lang="en-US" sz="1150">
                <a:latin typeface="Cambria"/>
                <a:ea typeface="Cambria"/>
                <a:cs typeface="Cambria"/>
                <a:sym typeface="Cambria"/>
              </a:rPr>
              <a:t>LASSIFICATION</a:t>
            </a:r>
            <a:endParaRPr sz="1150">
              <a:latin typeface="Cambria"/>
              <a:ea typeface="Cambria"/>
              <a:cs typeface="Cambria"/>
              <a:sym typeface="Cambria"/>
            </a:endParaRPr>
          </a:p>
        </p:txBody>
      </p:sp>
      <p:sp>
        <p:nvSpPr>
          <p:cNvPr id="48" name="Google Shape;48;p7"/>
          <p:cNvSpPr txBox="1"/>
          <p:nvPr/>
        </p:nvSpPr>
        <p:spPr>
          <a:xfrm>
            <a:off x="4132173" y="2325276"/>
            <a:ext cx="1280700" cy="342900"/>
          </a:xfrm>
          <a:prstGeom prst="rect">
            <a:avLst/>
          </a:prstGeom>
          <a:noFill/>
          <a:ln>
            <a:noFill/>
          </a:ln>
        </p:spPr>
        <p:txBody>
          <a:bodyPr spcFirstLastPara="1" wrap="square" lIns="0" tIns="11425" rIns="0" bIns="0" anchor="t" anchorCtr="0">
            <a:spAutoFit/>
          </a:bodyPr>
          <a:lstStyle/>
          <a:p>
            <a:pPr marL="311150" marR="5080" lvl="0" indent="-299085" algn="l" rtl="0">
              <a:lnSpc>
                <a:spcPct val="126699"/>
              </a:lnSpc>
              <a:spcBef>
                <a:spcPts val="0"/>
              </a:spcBef>
              <a:spcAft>
                <a:spcPts val="0"/>
              </a:spcAft>
              <a:buNone/>
            </a:pPr>
            <a:r>
              <a:rPr lang="en-US" sz="950">
                <a:solidFill>
                  <a:srgbClr val="1B1472"/>
                </a:solidFill>
              </a:rPr>
              <a:t>DNN Team</a:t>
            </a:r>
            <a:endParaRPr sz="950">
              <a:solidFill>
                <a:srgbClr val="1B1472"/>
              </a:solidFill>
            </a:endParaRPr>
          </a:p>
          <a:p>
            <a:pPr marL="311150" marR="5080" lvl="0" indent="-299085" algn="l" rtl="0">
              <a:lnSpc>
                <a:spcPct val="126699"/>
              </a:lnSpc>
              <a:spcBef>
                <a:spcPts val="0"/>
              </a:spcBef>
              <a:spcAft>
                <a:spcPts val="0"/>
              </a:spcAft>
              <a:buNone/>
            </a:pPr>
            <a:r>
              <a:rPr lang="en-US" sz="950">
                <a:solidFill>
                  <a:srgbClr val="1B1472"/>
                </a:solidFill>
                <a:latin typeface="Arial"/>
                <a:ea typeface="Arial"/>
                <a:cs typeface="Arial"/>
                <a:sym typeface="Arial"/>
              </a:rPr>
              <a:t>BITS Pilani WILP</a:t>
            </a:r>
            <a:endParaRPr sz="950">
              <a:latin typeface="Arial"/>
              <a:ea typeface="Arial"/>
              <a:cs typeface="Arial"/>
              <a:sym typeface="Arial"/>
            </a:endParaRPr>
          </a:p>
        </p:txBody>
      </p:sp>
      <p:sp>
        <p:nvSpPr>
          <p:cNvPr id="49" name="Google Shape;49;p7"/>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1</a:t>
            </a:fld>
            <a:r>
              <a:rPr lang="en-US"/>
              <a:t> / 100</a:t>
            </a:r>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8"/>
          <p:cNvSpPr txBox="1"/>
          <p:nvPr/>
        </p:nvSpPr>
        <p:spPr>
          <a:xfrm>
            <a:off x="1400073" y="967954"/>
            <a:ext cx="2960370" cy="759460"/>
          </a:xfrm>
          <a:prstGeom prst="rect">
            <a:avLst/>
          </a:prstGeom>
          <a:noFill/>
          <a:ln>
            <a:noFill/>
          </a:ln>
        </p:spPr>
        <p:txBody>
          <a:bodyPr spcFirstLastPara="1" wrap="square" lIns="0" tIns="12050" rIns="0" bIns="0" anchor="t" anchorCtr="0">
            <a:spAutoFit/>
          </a:bodyPr>
          <a:lstStyle/>
          <a:p>
            <a:pPr marL="248284" marR="202565" lvl="0" indent="0" algn="ctr" rtl="0">
              <a:lnSpc>
                <a:spcPct val="114700"/>
              </a:lnSpc>
              <a:spcBef>
                <a:spcPts val="0"/>
              </a:spcBef>
              <a:spcAft>
                <a:spcPts val="0"/>
              </a:spcAft>
              <a:buNone/>
            </a:pPr>
            <a:r>
              <a:rPr lang="en-US" sz="1050">
                <a:solidFill>
                  <a:srgbClr val="1B1472"/>
                </a:solidFill>
                <a:latin typeface="Arial"/>
                <a:ea typeface="Arial"/>
                <a:cs typeface="Arial"/>
                <a:sym typeface="Arial"/>
              </a:rPr>
              <a:t>The instructor is gratefully acknowledging the authors who made their course materials freely available online.</a:t>
            </a:r>
            <a:endParaRPr sz="1050">
              <a:latin typeface="Arial"/>
              <a:ea typeface="Arial"/>
              <a:cs typeface="Arial"/>
              <a:sym typeface="Arial"/>
            </a:endParaRPr>
          </a:p>
          <a:p>
            <a:pPr marL="0" lvl="0" indent="0" algn="ctr" rtl="0">
              <a:lnSpc>
                <a:spcPct val="100000"/>
              </a:lnSpc>
              <a:spcBef>
                <a:spcPts val="180"/>
              </a:spcBef>
              <a:spcAft>
                <a:spcPts val="0"/>
              </a:spcAft>
              <a:buNone/>
            </a:pPr>
            <a:r>
              <a:rPr lang="en-US" sz="1050">
                <a:solidFill>
                  <a:srgbClr val="1B1472"/>
                </a:solidFill>
                <a:latin typeface="Arial"/>
                <a:ea typeface="Arial"/>
                <a:cs typeface="Arial"/>
                <a:sym typeface="Arial"/>
              </a:rPr>
              <a:t>This deck is prepared by Seetha Parameswaran.</a:t>
            </a:r>
            <a:endParaRPr sz="1050">
              <a:latin typeface="Arial"/>
              <a:ea typeface="Arial"/>
              <a:cs typeface="Arial"/>
              <a:sym typeface="Arial"/>
            </a:endParaRPr>
          </a:p>
        </p:txBody>
      </p:sp>
      <p:grpSp>
        <p:nvGrpSpPr>
          <p:cNvPr id="55" name="Google Shape;55;p8"/>
          <p:cNvGrpSpPr/>
          <p:nvPr/>
        </p:nvGrpSpPr>
        <p:grpSpPr>
          <a:xfrm>
            <a:off x="0" y="3141936"/>
            <a:ext cx="5760262" cy="92075"/>
            <a:chOff x="0" y="3141936"/>
            <a:chExt cx="5760262" cy="92075"/>
          </a:xfrm>
        </p:grpSpPr>
        <p:sp>
          <p:nvSpPr>
            <p:cNvPr id="56" name="Google Shape;56;p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 name="Google Shape;57;p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8" name="Google Shape;58;p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60" name="Google Shape;60;p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61" name="Google Shape;61;p8"/>
          <p:cNvSpPr txBox="1"/>
          <p:nvPr/>
        </p:nvSpPr>
        <p:spPr>
          <a:xfrm>
            <a:off x="4648851" y="3137675"/>
            <a:ext cx="425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sz="600">
                <a:latin typeface="Bookman Old Style"/>
                <a:ea typeface="Bookman Old Style"/>
                <a:cs typeface="Bookman Old Style"/>
                <a:sym typeface="Bookman Old Style"/>
              </a:rPr>
              <a:t>2</a:t>
            </a:fld>
            <a:r>
              <a:rPr lang="en-US" sz="600">
                <a:latin typeface="Bookman Old Style"/>
                <a:ea typeface="Bookman Old Style"/>
                <a:cs typeface="Bookman Old Style"/>
                <a:sym typeface="Bookman Old Style"/>
              </a:rPr>
              <a:t> / 100</a:t>
            </a:r>
            <a:endParaRPr sz="600">
              <a:latin typeface="Bookman Old Style"/>
              <a:ea typeface="Bookman Old Style"/>
              <a:cs typeface="Bookman Old Style"/>
              <a:sym typeface="Bookman Old Style"/>
            </a:endParaRPr>
          </a:p>
        </p:txBody>
      </p:sp>
      <p:sp>
        <p:nvSpPr>
          <p:cNvPr id="62" name="Google Shape;62;p8"/>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2</a:t>
            </a:fld>
            <a:r>
              <a:rPr lang="en-US"/>
              <a:t> / 100</a:t>
            </a:r>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68" name="Google Shape;68;p9"/>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69" name="Google Shape;69;p9"/>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70" name="Google Shape;70;p9"/>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71" name="Google Shape;71;p9"/>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72" name="Google Shape;72;p9"/>
          <p:cNvGrpSpPr/>
          <p:nvPr/>
        </p:nvGrpSpPr>
        <p:grpSpPr>
          <a:xfrm>
            <a:off x="343662" y="887310"/>
            <a:ext cx="302196" cy="873227"/>
            <a:chOff x="343662" y="887310"/>
            <a:chExt cx="302196" cy="873227"/>
          </a:xfrm>
        </p:grpSpPr>
        <p:pic>
          <p:nvPicPr>
            <p:cNvPr id="73" name="Google Shape;73;p9"/>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74" name="Google Shape;74;p9"/>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75" name="Google Shape;75;p9"/>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76" name="Google Shape;76;p9"/>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77" name="Google Shape;77;p9"/>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78" name="Google Shape;78;p9"/>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79" name="Google Shape;79;p9"/>
          <p:cNvGrpSpPr/>
          <p:nvPr/>
        </p:nvGrpSpPr>
        <p:grpSpPr>
          <a:xfrm>
            <a:off x="343662" y="1821865"/>
            <a:ext cx="302196" cy="1056691"/>
            <a:chOff x="343662" y="1821865"/>
            <a:chExt cx="302196" cy="1056691"/>
          </a:xfrm>
        </p:grpSpPr>
        <p:pic>
          <p:nvPicPr>
            <p:cNvPr id="80" name="Google Shape;80;p9"/>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81" name="Google Shape;81;p9"/>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82" name="Google Shape;82;p9"/>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83" name="Google Shape;83;p9"/>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84" name="Google Shape;84;p9"/>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85" name="Google Shape;85;p9"/>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86" name="Google Shape;86;p9"/>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87" name="Google Shape;87;p9"/>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88" name="Google Shape;88;p9"/>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89" name="Google Shape;89;p9"/>
          <p:cNvSpPr txBox="1"/>
          <p:nvPr/>
        </p:nvSpPr>
        <p:spPr>
          <a:xfrm>
            <a:off x="563025" y="411620"/>
            <a:ext cx="50469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D6D6EF"/>
                </a:solidFill>
                <a:latin typeface="Bookman Old Style"/>
                <a:ea typeface="Bookman Old Style"/>
                <a:cs typeface="Bookman Old Style"/>
                <a:sym typeface="Bookman Old Style"/>
              </a:rPr>
              <a:t> </a:t>
            </a:r>
            <a:endParaRPr sz="1300">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p>
        </p:txBody>
      </p:sp>
      <p:grpSp>
        <p:nvGrpSpPr>
          <p:cNvPr id="90" name="Google Shape;90;p9"/>
          <p:cNvGrpSpPr/>
          <p:nvPr/>
        </p:nvGrpSpPr>
        <p:grpSpPr>
          <a:xfrm>
            <a:off x="0" y="3141936"/>
            <a:ext cx="5760262" cy="92075"/>
            <a:chOff x="0" y="3141936"/>
            <a:chExt cx="5760262" cy="92075"/>
          </a:xfrm>
        </p:grpSpPr>
        <p:sp>
          <p:nvSpPr>
            <p:cNvPr id="91" name="Google Shape;91;p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 name="Google Shape;92;p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 name="Google Shape;93;p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4" name="Google Shape;94;p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5" name="Google Shape;95;p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96" name="Google Shape;96;p9"/>
          <p:cNvSpPr txBox="1"/>
          <p:nvPr/>
        </p:nvSpPr>
        <p:spPr>
          <a:xfrm>
            <a:off x="4648851" y="3137675"/>
            <a:ext cx="495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sz="600">
                <a:latin typeface="Bookman Old Style"/>
                <a:ea typeface="Bookman Old Style"/>
                <a:cs typeface="Bookman Old Style"/>
                <a:sym typeface="Bookman Old Style"/>
              </a:rPr>
              <a:t>3</a:t>
            </a:fld>
            <a:r>
              <a:rPr lang="en-US" sz="600">
                <a:latin typeface="Bookman Old Style"/>
                <a:ea typeface="Bookman Old Style"/>
                <a:cs typeface="Bookman Old Style"/>
                <a:sym typeface="Bookman Old Style"/>
              </a:rPr>
              <a:t> / 100</a:t>
            </a:r>
            <a:endParaRPr sz="600">
              <a:latin typeface="Bookman Old Style"/>
              <a:ea typeface="Bookman Old Style"/>
              <a:cs typeface="Bookman Old Style"/>
              <a:sym typeface="Bookman Old Style"/>
            </a:endParaRPr>
          </a:p>
        </p:txBody>
      </p:sp>
      <p:sp>
        <p:nvSpPr>
          <p:cNvPr id="97" name="Google Shape;97;p9"/>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3</a:t>
            </a:fld>
            <a:r>
              <a:rPr lang="en-US"/>
              <a:t> / 100</a:t>
            </a:r>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0"/>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hat</a:t>
            </a:r>
            <a:r>
              <a:rPr lang="en-US">
                <a:solidFill>
                  <a:srgbClr val="FFFFFF"/>
                </a:solidFill>
              </a:rPr>
              <a:t> </a:t>
            </a:r>
            <a:r>
              <a:rPr lang="en-US" cap="small">
                <a:solidFill>
                  <a:srgbClr val="FFFFFF"/>
                </a:solidFill>
              </a:rPr>
              <a:t>is</a:t>
            </a:r>
            <a:r>
              <a:rPr lang="en-US">
                <a:solidFill>
                  <a:srgbClr val="FFFFFF"/>
                </a:solidFill>
              </a:rPr>
              <a:t> C</a:t>
            </a:r>
            <a:r>
              <a:rPr lang="en-US" cap="small">
                <a:solidFill>
                  <a:srgbClr val="FFFFFF"/>
                </a:solidFill>
              </a:rPr>
              <a:t>lassification</a:t>
            </a:r>
            <a:r>
              <a:rPr lang="en-US">
                <a:solidFill>
                  <a:srgbClr val="FFFFFF"/>
                </a:solidFill>
              </a:rPr>
              <a:t>?</a:t>
            </a:r>
            <a:endParaRPr/>
          </a:p>
        </p:txBody>
      </p:sp>
      <p:grpSp>
        <p:nvGrpSpPr>
          <p:cNvPr id="103" name="Google Shape;103;p10"/>
          <p:cNvGrpSpPr/>
          <p:nvPr/>
        </p:nvGrpSpPr>
        <p:grpSpPr>
          <a:xfrm>
            <a:off x="309193" y="597509"/>
            <a:ext cx="5192472" cy="2325014"/>
            <a:chOff x="309193" y="597509"/>
            <a:chExt cx="5192472" cy="2325014"/>
          </a:xfrm>
        </p:grpSpPr>
        <p:sp>
          <p:nvSpPr>
            <p:cNvPr id="104" name="Google Shape;104;p10"/>
            <p:cNvSpPr/>
            <p:nvPr/>
          </p:nvSpPr>
          <p:spPr>
            <a:xfrm>
              <a:off x="309193" y="597509"/>
              <a:ext cx="5142230" cy="207010"/>
            </a:xfrm>
            <a:custGeom>
              <a:avLst/>
              <a:gdLst/>
              <a:ahLst/>
              <a:cxnLst/>
              <a:rect l="l" t="t" r="r" b="b"/>
              <a:pathLst>
                <a:path w="5142230" h="207009" extrusionOk="0">
                  <a:moveTo>
                    <a:pt x="5090871" y="0"/>
                  </a:moveTo>
                  <a:lnTo>
                    <a:pt x="50800" y="0"/>
                  </a:lnTo>
                  <a:lnTo>
                    <a:pt x="31075" y="4008"/>
                  </a:lnTo>
                  <a:lnTo>
                    <a:pt x="14922" y="14922"/>
                  </a:lnTo>
                  <a:lnTo>
                    <a:pt x="4008" y="31075"/>
                  </a:lnTo>
                  <a:lnTo>
                    <a:pt x="0" y="50800"/>
                  </a:lnTo>
                  <a:lnTo>
                    <a:pt x="0" y="206887"/>
                  </a:lnTo>
                  <a:lnTo>
                    <a:pt x="5141671" y="206887"/>
                  </a:lnTo>
                  <a:lnTo>
                    <a:pt x="5141671" y="50800"/>
                  </a:lnTo>
                  <a:lnTo>
                    <a:pt x="5137663" y="31075"/>
                  </a:lnTo>
                  <a:lnTo>
                    <a:pt x="5126749" y="14922"/>
                  </a:lnTo>
                  <a:lnTo>
                    <a:pt x="5110596" y="4008"/>
                  </a:lnTo>
                  <a:lnTo>
                    <a:pt x="5090871" y="0"/>
                  </a:lnTo>
                  <a:close/>
                </a:path>
              </a:pathLst>
            </a:custGeom>
            <a:solidFill>
              <a:srgbClr val="D6D6E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05" name="Google Shape;105;p10"/>
            <p:cNvPicPr preferRelativeResize="0"/>
            <p:nvPr/>
          </p:nvPicPr>
          <p:blipFill rotWithShape="1">
            <a:blip r:embed="rId3">
              <a:alphaModFix/>
            </a:blip>
            <a:srcRect/>
            <a:stretch/>
          </p:blipFill>
          <p:spPr>
            <a:xfrm>
              <a:off x="309193" y="791743"/>
              <a:ext cx="5141671" cy="50609"/>
            </a:xfrm>
            <a:prstGeom prst="rect">
              <a:avLst/>
            </a:prstGeom>
            <a:noFill/>
            <a:ln>
              <a:noFill/>
            </a:ln>
          </p:spPr>
        </p:pic>
        <p:pic>
          <p:nvPicPr>
            <p:cNvPr id="106" name="Google Shape;106;p10"/>
            <p:cNvPicPr preferRelativeResize="0"/>
            <p:nvPr/>
          </p:nvPicPr>
          <p:blipFill rotWithShape="1">
            <a:blip r:embed="rId4">
              <a:alphaModFix/>
            </a:blip>
            <a:srcRect/>
            <a:stretch/>
          </p:blipFill>
          <p:spPr>
            <a:xfrm>
              <a:off x="359994" y="1167612"/>
              <a:ext cx="101600" cy="101600"/>
            </a:xfrm>
            <a:prstGeom prst="rect">
              <a:avLst/>
            </a:prstGeom>
            <a:noFill/>
            <a:ln>
              <a:noFill/>
            </a:ln>
          </p:spPr>
        </p:pic>
        <p:pic>
          <p:nvPicPr>
            <p:cNvPr id="107" name="Google Shape;107;p10"/>
            <p:cNvPicPr preferRelativeResize="0"/>
            <p:nvPr/>
          </p:nvPicPr>
          <p:blipFill rotWithShape="1">
            <a:blip r:embed="rId5">
              <a:alphaModFix/>
            </a:blip>
            <a:srcRect/>
            <a:stretch/>
          </p:blipFill>
          <p:spPr>
            <a:xfrm>
              <a:off x="410794" y="1154912"/>
              <a:ext cx="5090871" cy="114301"/>
            </a:xfrm>
            <a:prstGeom prst="rect">
              <a:avLst/>
            </a:prstGeom>
            <a:noFill/>
            <a:ln>
              <a:noFill/>
            </a:ln>
          </p:spPr>
        </p:pic>
        <p:pic>
          <p:nvPicPr>
            <p:cNvPr id="108" name="Google Shape;108;p10"/>
            <p:cNvPicPr preferRelativeResize="0"/>
            <p:nvPr/>
          </p:nvPicPr>
          <p:blipFill rotWithShape="1">
            <a:blip r:embed="rId6">
              <a:alphaModFix/>
            </a:blip>
            <a:srcRect/>
            <a:stretch/>
          </p:blipFill>
          <p:spPr>
            <a:xfrm>
              <a:off x="5450865" y="641743"/>
              <a:ext cx="50800" cy="525868"/>
            </a:xfrm>
            <a:prstGeom prst="rect">
              <a:avLst/>
            </a:prstGeom>
            <a:noFill/>
            <a:ln>
              <a:noFill/>
            </a:ln>
          </p:spPr>
        </p:pic>
        <p:sp>
          <p:nvSpPr>
            <p:cNvPr id="109" name="Google Shape;109;p10"/>
            <p:cNvSpPr/>
            <p:nvPr/>
          </p:nvSpPr>
          <p:spPr>
            <a:xfrm>
              <a:off x="309193" y="836015"/>
              <a:ext cx="5142230" cy="382905"/>
            </a:xfrm>
            <a:custGeom>
              <a:avLst/>
              <a:gdLst/>
              <a:ahLst/>
              <a:cxnLst/>
              <a:rect l="l" t="t" r="r" b="b"/>
              <a:pathLst>
                <a:path w="5142230" h="382905" extrusionOk="0">
                  <a:moveTo>
                    <a:pt x="5141671" y="0"/>
                  </a:moveTo>
                  <a:lnTo>
                    <a:pt x="0" y="0"/>
                  </a:lnTo>
                  <a:lnTo>
                    <a:pt x="0" y="331597"/>
                  </a:lnTo>
                  <a:lnTo>
                    <a:pt x="4008" y="351321"/>
                  </a:lnTo>
                  <a:lnTo>
                    <a:pt x="14922" y="367474"/>
                  </a:lnTo>
                  <a:lnTo>
                    <a:pt x="31075" y="378388"/>
                  </a:lnTo>
                  <a:lnTo>
                    <a:pt x="50800" y="382397"/>
                  </a:lnTo>
                  <a:lnTo>
                    <a:pt x="5090871" y="382397"/>
                  </a:lnTo>
                  <a:lnTo>
                    <a:pt x="5110596" y="378388"/>
                  </a:lnTo>
                  <a:lnTo>
                    <a:pt x="5126749" y="367474"/>
                  </a:lnTo>
                  <a:lnTo>
                    <a:pt x="5137663" y="351321"/>
                  </a:lnTo>
                  <a:lnTo>
                    <a:pt x="5141671" y="331597"/>
                  </a:lnTo>
                  <a:lnTo>
                    <a:pt x="5141671" y="0"/>
                  </a:lnTo>
                  <a:close/>
                </a:path>
              </a:pathLst>
            </a:custGeom>
            <a:solidFill>
              <a:srgbClr val="EAEAF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0" name="Google Shape;110;p10"/>
            <p:cNvSpPr/>
            <p:nvPr/>
          </p:nvSpPr>
          <p:spPr>
            <a:xfrm>
              <a:off x="5450865" y="679834"/>
              <a:ext cx="0" cy="507365"/>
            </a:xfrm>
            <a:custGeom>
              <a:avLst/>
              <a:gdLst/>
              <a:ahLst/>
              <a:cxnLst/>
              <a:rect l="l" t="t" r="r" b="b"/>
              <a:pathLst>
                <a:path w="120000" h="507365" extrusionOk="0">
                  <a:moveTo>
                    <a:pt x="0" y="506827"/>
                  </a:moveTo>
                  <a:lnTo>
                    <a:pt x="0"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1" name="Google Shape;111;p10"/>
            <p:cNvSpPr/>
            <p:nvPr/>
          </p:nvSpPr>
          <p:spPr>
            <a:xfrm>
              <a:off x="5450865" y="667134"/>
              <a:ext cx="0" cy="12700"/>
            </a:xfrm>
            <a:custGeom>
              <a:avLst/>
              <a:gdLst/>
              <a:ahLst/>
              <a:cxnLst/>
              <a:rect l="l" t="t" r="r" b="b"/>
              <a:pathLst>
                <a:path w="120000" h="12700" extrusionOk="0">
                  <a:moveTo>
                    <a:pt x="0" y="12700"/>
                  </a:moveTo>
                  <a:lnTo>
                    <a:pt x="0" y="0"/>
                  </a:lnTo>
                </a:path>
              </a:pathLst>
            </a:custGeom>
            <a:noFill/>
            <a:ln w="9525" cap="flat" cmpd="sng">
              <a:solidFill>
                <a:srgbClr val="AFAFA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2" name="Google Shape;112;p10"/>
            <p:cNvSpPr/>
            <p:nvPr/>
          </p:nvSpPr>
          <p:spPr>
            <a:xfrm>
              <a:off x="5450865" y="654434"/>
              <a:ext cx="0" cy="12700"/>
            </a:xfrm>
            <a:custGeom>
              <a:avLst/>
              <a:gdLst/>
              <a:ahLst/>
              <a:cxnLst/>
              <a:rect l="l" t="t" r="r" b="b"/>
              <a:pathLst>
                <a:path w="120000" h="12700" extrusionOk="0">
                  <a:moveTo>
                    <a:pt x="0" y="12700"/>
                  </a:moveTo>
                  <a:lnTo>
                    <a:pt x="0"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3" name="Google Shape;113;p10"/>
            <p:cNvSpPr/>
            <p:nvPr/>
          </p:nvSpPr>
          <p:spPr>
            <a:xfrm>
              <a:off x="5450865" y="641734"/>
              <a:ext cx="0" cy="12700"/>
            </a:xfrm>
            <a:custGeom>
              <a:avLst/>
              <a:gdLst/>
              <a:ahLst/>
              <a:cxnLst/>
              <a:rect l="l" t="t" r="r" b="b"/>
              <a:pathLst>
                <a:path w="120000" h="12700" extrusionOk="0">
                  <a:moveTo>
                    <a:pt x="0" y="12700"/>
                  </a:moveTo>
                  <a:lnTo>
                    <a:pt x="0" y="0"/>
                  </a:lnTo>
                </a:path>
              </a:pathLst>
            </a:custGeom>
            <a:noFill/>
            <a:ln w="9525" cap="flat" cmpd="sng">
              <a:solidFill>
                <a:srgbClr val="EFEFE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4" name="Google Shape;114;p10"/>
            <p:cNvSpPr/>
            <p:nvPr/>
          </p:nvSpPr>
          <p:spPr>
            <a:xfrm>
              <a:off x="5450865" y="622684"/>
              <a:ext cx="0" cy="19050"/>
            </a:xfrm>
            <a:custGeom>
              <a:avLst/>
              <a:gdLst/>
              <a:ahLst/>
              <a:cxnLst/>
              <a:rect l="l" t="t" r="r" b="b"/>
              <a:pathLst>
                <a:path w="120000" h="19050" extrusionOk="0">
                  <a:moveTo>
                    <a:pt x="0" y="19050"/>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15" name="Google Shape;115;p10"/>
            <p:cNvPicPr preferRelativeResize="0"/>
            <p:nvPr/>
          </p:nvPicPr>
          <p:blipFill rotWithShape="1">
            <a:blip r:embed="rId7">
              <a:alphaModFix/>
            </a:blip>
            <a:srcRect/>
            <a:stretch/>
          </p:blipFill>
          <p:spPr>
            <a:xfrm>
              <a:off x="513702" y="1674126"/>
              <a:ext cx="69291" cy="69291"/>
            </a:xfrm>
            <a:prstGeom prst="rect">
              <a:avLst/>
            </a:prstGeom>
            <a:noFill/>
            <a:ln>
              <a:noFill/>
            </a:ln>
          </p:spPr>
        </p:pic>
        <p:pic>
          <p:nvPicPr>
            <p:cNvPr id="116" name="Google Shape;116;p10"/>
            <p:cNvPicPr preferRelativeResize="0"/>
            <p:nvPr/>
          </p:nvPicPr>
          <p:blipFill rotWithShape="1">
            <a:blip r:embed="rId8">
              <a:alphaModFix/>
            </a:blip>
            <a:srcRect/>
            <a:stretch/>
          </p:blipFill>
          <p:spPr>
            <a:xfrm>
              <a:off x="513702" y="1895551"/>
              <a:ext cx="69291" cy="69291"/>
            </a:xfrm>
            <a:prstGeom prst="rect">
              <a:avLst/>
            </a:prstGeom>
            <a:noFill/>
            <a:ln>
              <a:noFill/>
            </a:ln>
          </p:spPr>
        </p:pic>
        <p:pic>
          <p:nvPicPr>
            <p:cNvPr id="117" name="Google Shape;117;p10"/>
            <p:cNvPicPr preferRelativeResize="0"/>
            <p:nvPr/>
          </p:nvPicPr>
          <p:blipFill rotWithShape="1">
            <a:blip r:embed="rId9">
              <a:alphaModFix/>
            </a:blip>
            <a:srcRect/>
            <a:stretch/>
          </p:blipFill>
          <p:spPr>
            <a:xfrm>
              <a:off x="513702" y="2116975"/>
              <a:ext cx="69291" cy="69291"/>
            </a:xfrm>
            <a:prstGeom prst="rect">
              <a:avLst/>
            </a:prstGeom>
            <a:noFill/>
            <a:ln>
              <a:noFill/>
            </a:ln>
          </p:spPr>
        </p:pic>
        <p:pic>
          <p:nvPicPr>
            <p:cNvPr id="118" name="Google Shape;118;p10"/>
            <p:cNvPicPr preferRelativeResize="0"/>
            <p:nvPr/>
          </p:nvPicPr>
          <p:blipFill rotWithShape="1">
            <a:blip r:embed="rId10">
              <a:alphaModFix/>
            </a:blip>
            <a:srcRect/>
            <a:stretch/>
          </p:blipFill>
          <p:spPr>
            <a:xfrm>
              <a:off x="513702" y="2631808"/>
              <a:ext cx="69291" cy="69291"/>
            </a:xfrm>
            <a:prstGeom prst="rect">
              <a:avLst/>
            </a:prstGeom>
            <a:noFill/>
            <a:ln>
              <a:noFill/>
            </a:ln>
          </p:spPr>
        </p:pic>
        <p:pic>
          <p:nvPicPr>
            <p:cNvPr id="119" name="Google Shape;119;p10"/>
            <p:cNvPicPr preferRelativeResize="0"/>
            <p:nvPr/>
          </p:nvPicPr>
          <p:blipFill rotWithShape="1">
            <a:blip r:embed="rId11">
              <a:alphaModFix/>
            </a:blip>
            <a:srcRect/>
            <a:stretch/>
          </p:blipFill>
          <p:spPr>
            <a:xfrm>
              <a:off x="513702" y="2853232"/>
              <a:ext cx="69291" cy="69291"/>
            </a:xfrm>
            <a:prstGeom prst="rect">
              <a:avLst/>
            </a:prstGeom>
            <a:noFill/>
            <a:ln>
              <a:noFill/>
            </a:ln>
          </p:spPr>
        </p:pic>
      </p:grpSp>
      <p:sp>
        <p:nvSpPr>
          <p:cNvPr id="120" name="Google Shape;120;p10"/>
          <p:cNvSpPr txBox="1"/>
          <p:nvPr/>
        </p:nvSpPr>
        <p:spPr>
          <a:xfrm>
            <a:off x="309194" y="526752"/>
            <a:ext cx="5017135" cy="2438400"/>
          </a:xfrm>
          <a:prstGeom prst="rect">
            <a:avLst/>
          </a:prstGeom>
          <a:noFill/>
          <a:ln>
            <a:noFill/>
          </a:ln>
        </p:spPr>
        <p:txBody>
          <a:bodyPr spcFirstLastPara="1" wrap="square" lIns="0" tIns="55225" rIns="0" bIns="0" anchor="t" anchorCtr="0">
            <a:spAutoFit/>
          </a:bodyPr>
          <a:lstStyle/>
          <a:p>
            <a:pPr marL="50800" lvl="0" indent="0" algn="l" rtl="0">
              <a:lnSpc>
                <a:spcPct val="100000"/>
              </a:lnSpc>
              <a:spcBef>
                <a:spcPts val="0"/>
              </a:spcBef>
              <a:spcAft>
                <a:spcPts val="0"/>
              </a:spcAft>
              <a:buNone/>
            </a:pPr>
            <a:r>
              <a:rPr lang="en-US" sz="1400">
                <a:solidFill>
                  <a:srgbClr val="3333B2"/>
                </a:solidFill>
                <a:latin typeface="Bookman Old Style"/>
                <a:ea typeface="Bookman Old Style"/>
                <a:cs typeface="Bookman Old Style"/>
                <a:sym typeface="Bookman Old Style"/>
              </a:rPr>
              <a:t>D</a:t>
            </a:r>
            <a:r>
              <a:rPr lang="en-US" sz="1400" cap="small">
                <a:solidFill>
                  <a:srgbClr val="3333B2"/>
                </a:solidFill>
                <a:latin typeface="Bookman Old Style"/>
                <a:ea typeface="Bookman Old Style"/>
                <a:cs typeface="Bookman Old Style"/>
                <a:sym typeface="Bookman Old Style"/>
              </a:rPr>
              <a:t>efinition</a:t>
            </a:r>
            <a:endParaRPr sz="1400">
              <a:latin typeface="Bookman Old Style"/>
              <a:ea typeface="Bookman Old Style"/>
              <a:cs typeface="Bookman Old Style"/>
              <a:sym typeface="Bookman Old Style"/>
            </a:endParaRPr>
          </a:p>
          <a:p>
            <a:pPr marL="50800" marR="245745" lvl="0" indent="0" algn="l" rtl="0">
              <a:lnSpc>
                <a:spcPct val="114700"/>
              </a:lnSpc>
              <a:spcBef>
                <a:spcPts val="75"/>
              </a:spcBef>
              <a:spcAft>
                <a:spcPts val="0"/>
              </a:spcAft>
              <a:buNone/>
            </a:pPr>
            <a:r>
              <a:rPr lang="en-US" sz="1050">
                <a:latin typeface="Arial"/>
                <a:ea typeface="Arial"/>
                <a:cs typeface="Arial"/>
                <a:sym typeface="Arial"/>
              </a:rPr>
              <a:t>Classification is a supervised learning task that predicts a discrete category or class label based on input features.</a:t>
            </a:r>
            <a:endParaRPr sz="1050">
              <a:latin typeface="Arial"/>
              <a:ea typeface="Arial"/>
              <a:cs typeface="Arial"/>
              <a:sym typeface="Arial"/>
            </a:endParaRPr>
          </a:p>
          <a:p>
            <a:pPr marL="0" lvl="0" indent="0" algn="l" rtl="0">
              <a:lnSpc>
                <a:spcPct val="100000"/>
              </a:lnSpc>
              <a:spcBef>
                <a:spcPts val="515"/>
              </a:spcBef>
              <a:spcAft>
                <a:spcPts val="0"/>
              </a:spcAft>
              <a:buNone/>
            </a:pPr>
            <a:endParaRPr sz="1050">
              <a:latin typeface="Arial"/>
              <a:ea typeface="Arial"/>
              <a:cs typeface="Arial"/>
              <a:sym typeface="Arial"/>
            </a:endParaRPr>
          </a:p>
          <a:p>
            <a:pPr marL="50800" lvl="0" indent="0" algn="l" rtl="0">
              <a:lnSpc>
                <a:spcPct val="100000"/>
              </a:lnSpc>
              <a:spcBef>
                <a:spcPts val="5"/>
              </a:spcBef>
              <a:spcAft>
                <a:spcPts val="0"/>
              </a:spcAft>
              <a:buNone/>
            </a:pPr>
            <a:r>
              <a:rPr lang="en-US" sz="1050">
                <a:solidFill>
                  <a:srgbClr val="1B1472"/>
                </a:solidFill>
                <a:latin typeface="Arial"/>
                <a:ea typeface="Arial"/>
                <a:cs typeface="Arial"/>
                <a:sym typeface="Arial"/>
              </a:rPr>
              <a:t>Key Characteristics:</a:t>
            </a:r>
            <a:endParaRPr sz="1050">
              <a:latin typeface="Arial"/>
              <a:ea typeface="Arial"/>
              <a:cs typeface="Arial"/>
              <a:sym typeface="Arial"/>
            </a:endParaRPr>
          </a:p>
          <a:p>
            <a:pPr marL="347980" lvl="0" indent="0" algn="l" rtl="0">
              <a:lnSpc>
                <a:spcPct val="100000"/>
              </a:lnSpc>
              <a:spcBef>
                <a:spcPts val="330"/>
              </a:spcBef>
              <a:spcAft>
                <a:spcPts val="0"/>
              </a:spcAft>
              <a:buNone/>
            </a:pPr>
            <a:r>
              <a:rPr lang="en-US" sz="1050">
                <a:latin typeface="Arial"/>
                <a:ea typeface="Arial"/>
                <a:cs typeface="Arial"/>
                <a:sym typeface="Arial"/>
              </a:rPr>
              <a:t>Input: Feature vector </a:t>
            </a:r>
            <a:r>
              <a:rPr lang="en-US" sz="1050" b="1">
                <a:latin typeface="Arial"/>
                <a:ea typeface="Arial"/>
                <a:cs typeface="Arial"/>
                <a:sym typeface="Arial"/>
              </a:rPr>
              <a:t>x </a:t>
            </a:r>
            <a:r>
              <a:rPr lang="en-US" sz="1200">
                <a:latin typeface="Lucida Sans"/>
                <a:ea typeface="Lucida Sans"/>
                <a:cs typeface="Lucida Sans"/>
                <a:sym typeface="Lucida Sans"/>
              </a:rPr>
              <a:t>∈ </a:t>
            </a:r>
            <a:r>
              <a:rPr lang="en-US" sz="1200">
                <a:latin typeface="Bookman Old Style"/>
                <a:ea typeface="Bookman Old Style"/>
                <a:cs typeface="Bookman Old Style"/>
                <a:sym typeface="Bookman Old Style"/>
              </a:rPr>
              <a:t>R</a:t>
            </a:r>
            <a:r>
              <a:rPr lang="en-US" sz="1050" i="1" baseline="30000">
                <a:latin typeface="Arial"/>
                <a:ea typeface="Arial"/>
                <a:cs typeface="Arial"/>
                <a:sym typeface="Arial"/>
              </a:rPr>
              <a:t>d</a:t>
            </a:r>
            <a:endParaRPr sz="1050" baseline="30000">
              <a:latin typeface="Arial"/>
              <a:ea typeface="Arial"/>
              <a:cs typeface="Arial"/>
              <a:sym typeface="Arial"/>
            </a:endParaRPr>
          </a:p>
          <a:p>
            <a:pPr marL="347980" lvl="0" indent="0" algn="l" rtl="0">
              <a:lnSpc>
                <a:spcPct val="100000"/>
              </a:lnSpc>
              <a:spcBef>
                <a:spcPts val="305"/>
              </a:spcBef>
              <a:spcAft>
                <a:spcPts val="0"/>
              </a:spcAft>
              <a:buNone/>
            </a:pPr>
            <a:r>
              <a:rPr lang="en-US" sz="1050">
                <a:latin typeface="Arial"/>
                <a:ea typeface="Arial"/>
                <a:cs typeface="Arial"/>
                <a:sym typeface="Arial"/>
              </a:rPr>
              <a:t>Output: Class label </a:t>
            </a:r>
            <a:r>
              <a:rPr lang="en-US" sz="1050" i="1">
                <a:latin typeface="Arial"/>
                <a:ea typeface="Arial"/>
                <a:cs typeface="Arial"/>
                <a:sym typeface="Arial"/>
              </a:rPr>
              <a:t>y </a:t>
            </a:r>
            <a:r>
              <a:rPr lang="en-US" sz="1200">
                <a:latin typeface="Lucida Sans"/>
                <a:ea typeface="Lucida Sans"/>
                <a:cs typeface="Lucida Sans"/>
                <a:sym typeface="Lucida Sans"/>
              </a:rPr>
              <a:t>∈ {</a:t>
            </a:r>
            <a:r>
              <a:rPr lang="en-US" sz="1050">
                <a:latin typeface="Arial"/>
                <a:ea typeface="Arial"/>
                <a:cs typeface="Arial"/>
                <a:sym typeface="Arial"/>
              </a:rPr>
              <a:t>1</a:t>
            </a:r>
            <a:r>
              <a:rPr lang="en-US" sz="1200" i="1">
                <a:latin typeface="Bookman Old Style"/>
                <a:ea typeface="Bookman Old Style"/>
                <a:cs typeface="Bookman Old Style"/>
                <a:sym typeface="Bookman Old Style"/>
              </a:rPr>
              <a:t>, </a:t>
            </a:r>
            <a:r>
              <a:rPr lang="en-US" sz="1050">
                <a:latin typeface="Arial"/>
                <a:ea typeface="Arial"/>
                <a:cs typeface="Arial"/>
                <a:sym typeface="Arial"/>
              </a:rPr>
              <a:t>2</a:t>
            </a:r>
            <a:r>
              <a:rPr lang="en-US" sz="1200" i="1">
                <a:latin typeface="Bookman Old Style"/>
                <a:ea typeface="Bookman Old Style"/>
                <a:cs typeface="Bookman Old Style"/>
                <a:sym typeface="Bookman Old Style"/>
              </a:rPr>
              <a:t>, . . . , </a:t>
            </a:r>
            <a:r>
              <a:rPr lang="en-US" sz="1050" i="1">
                <a:latin typeface="Arial"/>
                <a:ea typeface="Arial"/>
                <a:cs typeface="Arial"/>
                <a:sym typeface="Arial"/>
              </a:rPr>
              <a:t>K </a:t>
            </a:r>
            <a:r>
              <a:rPr lang="en-US" sz="1200">
                <a:latin typeface="Lucida Sans"/>
                <a:ea typeface="Lucida Sans"/>
                <a:cs typeface="Lucida Sans"/>
                <a:sym typeface="Lucida Sans"/>
              </a:rPr>
              <a:t>} </a:t>
            </a:r>
            <a:r>
              <a:rPr lang="en-US" sz="1050">
                <a:latin typeface="Arial"/>
                <a:ea typeface="Arial"/>
                <a:cs typeface="Arial"/>
                <a:sym typeface="Arial"/>
              </a:rPr>
              <a:t>(discrete)</a:t>
            </a:r>
            <a:endParaRPr sz="1050">
              <a:latin typeface="Arial"/>
              <a:ea typeface="Arial"/>
              <a:cs typeface="Arial"/>
              <a:sym typeface="Arial"/>
            </a:endParaRPr>
          </a:p>
          <a:p>
            <a:pPr marL="347980" lvl="0" indent="0" algn="l" rtl="0">
              <a:lnSpc>
                <a:spcPct val="100000"/>
              </a:lnSpc>
              <a:spcBef>
                <a:spcPts val="305"/>
              </a:spcBef>
              <a:spcAft>
                <a:spcPts val="0"/>
              </a:spcAft>
              <a:buNone/>
            </a:pPr>
            <a:r>
              <a:rPr lang="en-US" sz="1050">
                <a:latin typeface="Arial"/>
                <a:ea typeface="Arial"/>
                <a:cs typeface="Arial"/>
                <a:sym typeface="Arial"/>
              </a:rPr>
              <a:t>Goal: Learn a function </a:t>
            </a:r>
            <a:r>
              <a:rPr lang="en-US" sz="1050" i="1">
                <a:latin typeface="Arial"/>
                <a:ea typeface="Arial"/>
                <a:cs typeface="Arial"/>
                <a:sym typeface="Arial"/>
              </a:rPr>
              <a:t>f </a:t>
            </a:r>
            <a:r>
              <a:rPr lang="en-US" sz="1200">
                <a:latin typeface="Tahoma"/>
                <a:ea typeface="Tahoma"/>
                <a:cs typeface="Tahoma"/>
                <a:sym typeface="Tahoma"/>
              </a:rPr>
              <a:t>: </a:t>
            </a:r>
            <a:r>
              <a:rPr lang="en-US" sz="1200">
                <a:latin typeface="Bookman Old Style"/>
                <a:ea typeface="Bookman Old Style"/>
                <a:cs typeface="Bookman Old Style"/>
                <a:sym typeface="Bookman Old Style"/>
              </a:rPr>
              <a:t>R</a:t>
            </a:r>
            <a:r>
              <a:rPr lang="en-US" sz="1050" i="1" baseline="30000">
                <a:latin typeface="Arial"/>
                <a:ea typeface="Arial"/>
                <a:cs typeface="Arial"/>
                <a:sym typeface="Arial"/>
              </a:rPr>
              <a:t>d </a:t>
            </a:r>
            <a:r>
              <a:rPr lang="en-US" sz="1200">
                <a:latin typeface="Lucida Sans"/>
                <a:ea typeface="Lucida Sans"/>
                <a:cs typeface="Lucida Sans"/>
                <a:sym typeface="Lucida Sans"/>
              </a:rPr>
              <a:t>→ {</a:t>
            </a:r>
            <a:r>
              <a:rPr lang="en-US" sz="1050">
                <a:latin typeface="Arial"/>
                <a:ea typeface="Arial"/>
                <a:cs typeface="Arial"/>
                <a:sym typeface="Arial"/>
              </a:rPr>
              <a:t>1</a:t>
            </a:r>
            <a:r>
              <a:rPr lang="en-US" sz="1200" i="1">
                <a:latin typeface="Bookman Old Style"/>
                <a:ea typeface="Bookman Old Style"/>
                <a:cs typeface="Bookman Old Style"/>
                <a:sym typeface="Bookman Old Style"/>
              </a:rPr>
              <a:t>, </a:t>
            </a:r>
            <a:r>
              <a:rPr lang="en-US" sz="1050">
                <a:latin typeface="Arial"/>
                <a:ea typeface="Arial"/>
                <a:cs typeface="Arial"/>
                <a:sym typeface="Arial"/>
              </a:rPr>
              <a:t>2</a:t>
            </a:r>
            <a:r>
              <a:rPr lang="en-US" sz="1200" i="1">
                <a:latin typeface="Bookman Old Style"/>
                <a:ea typeface="Bookman Old Style"/>
                <a:cs typeface="Bookman Old Style"/>
                <a:sym typeface="Bookman Old Style"/>
              </a:rPr>
              <a:t>, . . . , </a:t>
            </a:r>
            <a:r>
              <a:rPr lang="en-US" sz="1050" i="1">
                <a:latin typeface="Arial"/>
                <a:ea typeface="Arial"/>
                <a:cs typeface="Arial"/>
                <a:sym typeface="Arial"/>
              </a:rPr>
              <a:t>K </a:t>
            </a:r>
            <a:r>
              <a:rPr lang="en-US" sz="1200">
                <a:latin typeface="Lucida Sans"/>
                <a:ea typeface="Lucida Sans"/>
                <a:cs typeface="Lucida Sans"/>
                <a:sym typeface="Lucida Sans"/>
              </a:rPr>
              <a:t>} </a:t>
            </a:r>
            <a:r>
              <a:rPr lang="en-US" sz="1050">
                <a:latin typeface="Arial"/>
                <a:ea typeface="Arial"/>
                <a:cs typeface="Arial"/>
                <a:sym typeface="Arial"/>
              </a:rPr>
              <a:t>that assigns inputs to classes</a:t>
            </a:r>
            <a:endParaRPr sz="1050">
              <a:latin typeface="Arial"/>
              <a:ea typeface="Arial"/>
              <a:cs typeface="Arial"/>
              <a:sym typeface="Arial"/>
            </a:endParaRPr>
          </a:p>
          <a:p>
            <a:pPr marL="50800" lvl="0" indent="0" algn="l" rtl="0">
              <a:lnSpc>
                <a:spcPct val="100000"/>
              </a:lnSpc>
              <a:spcBef>
                <a:spcPts val="1019"/>
              </a:spcBef>
              <a:spcAft>
                <a:spcPts val="0"/>
              </a:spcAft>
              <a:buNone/>
            </a:pPr>
            <a:r>
              <a:rPr lang="en-US" sz="1050">
                <a:solidFill>
                  <a:srgbClr val="1B1472"/>
                </a:solidFill>
                <a:latin typeface="Arial"/>
                <a:ea typeface="Arial"/>
                <a:cs typeface="Arial"/>
                <a:sym typeface="Arial"/>
              </a:rPr>
              <a:t>Difference from Regression:</a:t>
            </a:r>
            <a:endParaRPr sz="1050">
              <a:latin typeface="Arial"/>
              <a:ea typeface="Arial"/>
              <a:cs typeface="Arial"/>
              <a:sym typeface="Arial"/>
            </a:endParaRPr>
          </a:p>
          <a:p>
            <a:pPr marL="347980" marR="201295" lvl="0" indent="0" algn="l" rtl="0">
              <a:lnSpc>
                <a:spcPct val="138400"/>
              </a:lnSpc>
              <a:spcBef>
                <a:spcPts val="0"/>
              </a:spcBef>
              <a:spcAft>
                <a:spcPts val="0"/>
              </a:spcAft>
              <a:buNone/>
            </a:pPr>
            <a:r>
              <a:rPr lang="en-US" sz="1050">
                <a:latin typeface="Arial"/>
                <a:ea typeface="Arial"/>
                <a:cs typeface="Arial"/>
                <a:sym typeface="Arial"/>
              </a:rPr>
              <a:t>Regression: Predicts </a:t>
            </a:r>
            <a:r>
              <a:rPr lang="en-US" sz="1050">
                <a:solidFill>
                  <a:srgbClr val="EC2027"/>
                </a:solidFill>
                <a:latin typeface="Arial"/>
                <a:ea typeface="Arial"/>
                <a:cs typeface="Arial"/>
                <a:sym typeface="Arial"/>
              </a:rPr>
              <a:t>continuous </a:t>
            </a:r>
            <a:r>
              <a:rPr lang="en-US" sz="1050">
                <a:latin typeface="Arial"/>
                <a:ea typeface="Arial"/>
                <a:cs typeface="Arial"/>
                <a:sym typeface="Arial"/>
              </a:rPr>
              <a:t>values (e.g., price, temperature) Classification: Predicts </a:t>
            </a:r>
            <a:r>
              <a:rPr lang="en-US" sz="1050">
                <a:solidFill>
                  <a:srgbClr val="EC2027"/>
                </a:solidFill>
                <a:latin typeface="Arial"/>
                <a:ea typeface="Arial"/>
                <a:cs typeface="Arial"/>
                <a:sym typeface="Arial"/>
              </a:rPr>
              <a:t>discrete </a:t>
            </a:r>
            <a:r>
              <a:rPr lang="en-US" sz="1050">
                <a:latin typeface="Arial"/>
                <a:ea typeface="Arial"/>
                <a:cs typeface="Arial"/>
                <a:sym typeface="Arial"/>
              </a:rPr>
              <a:t>categories (e.g., spam/not spam, cat/dog)</a:t>
            </a:r>
            <a:endParaRPr sz="1050">
              <a:latin typeface="Arial"/>
              <a:ea typeface="Arial"/>
              <a:cs typeface="Arial"/>
              <a:sym typeface="Arial"/>
            </a:endParaRPr>
          </a:p>
        </p:txBody>
      </p:sp>
      <p:grpSp>
        <p:nvGrpSpPr>
          <p:cNvPr id="121" name="Google Shape;121;p10"/>
          <p:cNvGrpSpPr/>
          <p:nvPr/>
        </p:nvGrpSpPr>
        <p:grpSpPr>
          <a:xfrm>
            <a:off x="0" y="3141936"/>
            <a:ext cx="5760262" cy="92075"/>
            <a:chOff x="0" y="3141936"/>
            <a:chExt cx="5760262" cy="92075"/>
          </a:xfrm>
        </p:grpSpPr>
        <p:sp>
          <p:nvSpPr>
            <p:cNvPr id="122" name="Google Shape;122;p1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3" name="Google Shape;123;p1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4" name="Google Shape;124;p1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25" name="Google Shape;125;p1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26" name="Google Shape;126;p1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12"/>
              </a:rPr>
              <a:t>D</a:t>
            </a:r>
            <a:r>
              <a:rPr lang="en-US" sz="600" u="sng" cap="small">
                <a:solidFill>
                  <a:schemeClr val="hlink"/>
                </a:solidFill>
                <a:latin typeface="Bookman Old Style"/>
                <a:ea typeface="Bookman Old Style"/>
                <a:cs typeface="Bookman Old Style"/>
                <a:sym typeface="Bookman Old Style"/>
                <a:hlinkClick r:id="rId12"/>
              </a:rPr>
              <a:t>eep</a:t>
            </a:r>
            <a:r>
              <a:rPr lang="en-US" sz="600" u="sng">
                <a:solidFill>
                  <a:schemeClr val="hlink"/>
                </a:solidFill>
                <a:latin typeface="Bookman Old Style"/>
                <a:ea typeface="Bookman Old Style"/>
                <a:cs typeface="Bookman Old Style"/>
                <a:sym typeface="Bookman Old Style"/>
                <a:hlinkClick r:id="rId12"/>
              </a:rPr>
              <a:t> L</a:t>
            </a:r>
            <a:r>
              <a:rPr lang="en-US" sz="600" u="sng" cap="small">
                <a:solidFill>
                  <a:schemeClr val="hlink"/>
                </a:solidFill>
                <a:latin typeface="Bookman Old Style"/>
                <a:ea typeface="Bookman Old Style"/>
                <a:cs typeface="Bookman Old Style"/>
                <a:sym typeface="Bookman Old Style"/>
                <a:hlinkClick r:id="rId12"/>
              </a:rPr>
              <a:t>earning</a:t>
            </a:r>
            <a:endParaRPr sz="600">
              <a:latin typeface="Bookman Old Style"/>
              <a:ea typeface="Bookman Old Style"/>
              <a:cs typeface="Bookman Old Style"/>
              <a:sym typeface="Bookman Old Style"/>
            </a:endParaRPr>
          </a:p>
        </p:txBody>
      </p:sp>
      <p:sp>
        <p:nvSpPr>
          <p:cNvPr id="127" name="Google Shape;127;p10"/>
          <p:cNvSpPr txBox="1"/>
          <p:nvPr/>
        </p:nvSpPr>
        <p:spPr>
          <a:xfrm>
            <a:off x="4648850" y="3137675"/>
            <a:ext cx="3888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sz="600">
                <a:latin typeface="Bookman Old Style"/>
                <a:ea typeface="Bookman Old Style"/>
                <a:cs typeface="Bookman Old Style"/>
                <a:sym typeface="Bookman Old Style"/>
              </a:rPr>
              <a:t>4</a:t>
            </a:fld>
            <a:r>
              <a:rPr lang="en-US" sz="600">
                <a:latin typeface="Bookman Old Style"/>
                <a:ea typeface="Bookman Old Style"/>
                <a:cs typeface="Bookman Old Style"/>
                <a:sym typeface="Bookman Old Style"/>
              </a:rPr>
              <a:t> / 100</a:t>
            </a:r>
            <a:endParaRPr sz="600">
              <a:latin typeface="Bookman Old Style"/>
              <a:ea typeface="Bookman Old Style"/>
              <a:cs typeface="Bookman Old Style"/>
              <a:sym typeface="Bookman Old Style"/>
            </a:endParaRPr>
          </a:p>
        </p:txBody>
      </p:sp>
      <p:sp>
        <p:nvSpPr>
          <p:cNvPr id="128" name="Google Shape;128;p10"/>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4</a:t>
            </a:fld>
            <a:r>
              <a:rPr lang="en-US"/>
              <a:t> / 100</a:t>
            </a:r>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1"/>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E</a:t>
            </a:r>
            <a:r>
              <a:rPr lang="en-US" cap="small">
                <a:solidFill>
                  <a:srgbClr val="FFFFFF"/>
                </a:solidFill>
              </a:rPr>
              <a:t>xamples</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lassification</a:t>
            </a:r>
            <a:r>
              <a:rPr lang="en-US">
                <a:solidFill>
                  <a:srgbClr val="FFFFFF"/>
                </a:solidFill>
              </a:rPr>
              <a:t> P</a:t>
            </a:r>
            <a:r>
              <a:rPr lang="en-US" cap="small">
                <a:solidFill>
                  <a:srgbClr val="FFFFFF"/>
                </a:solidFill>
              </a:rPr>
              <a:t>roblems</a:t>
            </a:r>
            <a:endParaRPr/>
          </a:p>
        </p:txBody>
      </p:sp>
      <p:pic>
        <p:nvPicPr>
          <p:cNvPr id="134" name="Google Shape;134;p11"/>
          <p:cNvPicPr preferRelativeResize="0"/>
          <p:nvPr/>
        </p:nvPicPr>
        <p:blipFill rotWithShape="1">
          <a:blip r:embed="rId3">
            <a:alphaModFix/>
          </a:blip>
          <a:srcRect/>
          <a:stretch/>
        </p:blipFill>
        <p:spPr>
          <a:xfrm>
            <a:off x="456996" y="648563"/>
            <a:ext cx="121259" cy="121259"/>
          </a:xfrm>
          <a:prstGeom prst="rect">
            <a:avLst/>
          </a:prstGeom>
          <a:noFill/>
          <a:ln>
            <a:noFill/>
          </a:ln>
        </p:spPr>
      </p:pic>
      <p:sp>
        <p:nvSpPr>
          <p:cNvPr id="135" name="Google Shape;135;p11"/>
          <p:cNvSpPr txBox="1"/>
          <p:nvPr/>
        </p:nvSpPr>
        <p:spPr>
          <a:xfrm>
            <a:off x="483946" y="638713"/>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1</a:t>
            </a:r>
            <a:endParaRPr sz="600">
              <a:latin typeface="Bookman Old Style"/>
              <a:ea typeface="Bookman Old Style"/>
              <a:cs typeface="Bookman Old Style"/>
              <a:sym typeface="Bookman Old Style"/>
            </a:endParaRPr>
          </a:p>
        </p:txBody>
      </p:sp>
      <p:pic>
        <p:nvPicPr>
          <p:cNvPr id="136" name="Google Shape;136;p11"/>
          <p:cNvPicPr preferRelativeResize="0"/>
          <p:nvPr/>
        </p:nvPicPr>
        <p:blipFill rotWithShape="1">
          <a:blip r:embed="rId4">
            <a:alphaModFix/>
          </a:blip>
          <a:srcRect/>
          <a:stretch/>
        </p:blipFill>
        <p:spPr>
          <a:xfrm>
            <a:off x="456996" y="1228051"/>
            <a:ext cx="121259" cy="121259"/>
          </a:xfrm>
          <a:prstGeom prst="rect">
            <a:avLst/>
          </a:prstGeom>
          <a:noFill/>
          <a:ln>
            <a:noFill/>
          </a:ln>
        </p:spPr>
      </p:pic>
      <p:sp>
        <p:nvSpPr>
          <p:cNvPr id="137" name="Google Shape;137;p11"/>
          <p:cNvSpPr txBox="1"/>
          <p:nvPr/>
        </p:nvSpPr>
        <p:spPr>
          <a:xfrm>
            <a:off x="483946" y="1218201"/>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2</a:t>
            </a:r>
            <a:endParaRPr sz="600">
              <a:latin typeface="Bookman Old Style"/>
              <a:ea typeface="Bookman Old Style"/>
              <a:cs typeface="Bookman Old Style"/>
              <a:sym typeface="Bookman Old Style"/>
            </a:endParaRPr>
          </a:p>
        </p:txBody>
      </p:sp>
      <p:grpSp>
        <p:nvGrpSpPr>
          <p:cNvPr id="138" name="Google Shape;138;p11"/>
          <p:cNvGrpSpPr/>
          <p:nvPr/>
        </p:nvGrpSpPr>
        <p:grpSpPr>
          <a:xfrm>
            <a:off x="456996" y="1807540"/>
            <a:ext cx="121259" cy="700747"/>
            <a:chOff x="456996" y="1807540"/>
            <a:chExt cx="121259" cy="700747"/>
          </a:xfrm>
        </p:grpSpPr>
        <p:pic>
          <p:nvPicPr>
            <p:cNvPr id="139" name="Google Shape;139;p11"/>
            <p:cNvPicPr preferRelativeResize="0"/>
            <p:nvPr/>
          </p:nvPicPr>
          <p:blipFill rotWithShape="1">
            <a:blip r:embed="rId5">
              <a:alphaModFix/>
            </a:blip>
            <a:srcRect/>
            <a:stretch/>
          </p:blipFill>
          <p:spPr>
            <a:xfrm>
              <a:off x="456996" y="1807540"/>
              <a:ext cx="121259" cy="121259"/>
            </a:xfrm>
            <a:prstGeom prst="rect">
              <a:avLst/>
            </a:prstGeom>
            <a:noFill/>
            <a:ln>
              <a:noFill/>
            </a:ln>
          </p:spPr>
        </p:pic>
        <p:pic>
          <p:nvPicPr>
            <p:cNvPr id="140" name="Google Shape;140;p11"/>
            <p:cNvPicPr preferRelativeResize="0"/>
            <p:nvPr/>
          </p:nvPicPr>
          <p:blipFill rotWithShape="1">
            <a:blip r:embed="rId6">
              <a:alphaModFix/>
            </a:blip>
            <a:srcRect/>
            <a:stretch/>
          </p:blipFill>
          <p:spPr>
            <a:xfrm>
              <a:off x="456996" y="2387028"/>
              <a:ext cx="121259" cy="121259"/>
            </a:xfrm>
            <a:prstGeom prst="rect">
              <a:avLst/>
            </a:prstGeom>
            <a:noFill/>
            <a:ln>
              <a:noFill/>
            </a:ln>
          </p:spPr>
        </p:pic>
      </p:grpSp>
      <p:sp>
        <p:nvSpPr>
          <p:cNvPr id="141" name="Google Shape;141;p11"/>
          <p:cNvSpPr txBox="1"/>
          <p:nvPr/>
        </p:nvSpPr>
        <p:spPr>
          <a:xfrm>
            <a:off x="483946" y="1797690"/>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3</a:t>
            </a:r>
            <a:endParaRPr sz="600">
              <a:latin typeface="Bookman Old Style"/>
              <a:ea typeface="Bookman Old Style"/>
              <a:cs typeface="Bookman Old Style"/>
              <a:sym typeface="Bookman Old Style"/>
            </a:endParaRPr>
          </a:p>
        </p:txBody>
      </p:sp>
      <p:sp>
        <p:nvSpPr>
          <p:cNvPr id="142" name="Google Shape;142;p11"/>
          <p:cNvSpPr txBox="1"/>
          <p:nvPr/>
        </p:nvSpPr>
        <p:spPr>
          <a:xfrm>
            <a:off x="483946" y="2377178"/>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4</a:t>
            </a:r>
            <a:endParaRPr sz="600">
              <a:latin typeface="Bookman Old Style"/>
              <a:ea typeface="Bookman Old Style"/>
              <a:cs typeface="Bookman Old Style"/>
              <a:sym typeface="Bookman Old Style"/>
            </a:endParaRPr>
          </a:p>
        </p:txBody>
      </p:sp>
      <p:sp>
        <p:nvSpPr>
          <p:cNvPr id="143" name="Google Shape;143;p11"/>
          <p:cNvSpPr txBox="1"/>
          <p:nvPr/>
        </p:nvSpPr>
        <p:spPr>
          <a:xfrm>
            <a:off x="619226" y="603600"/>
            <a:ext cx="3287400" cy="2244000"/>
          </a:xfrm>
          <a:prstGeom prst="rect">
            <a:avLst/>
          </a:prstGeom>
          <a:noFill/>
          <a:ln>
            <a:noFill/>
          </a:ln>
        </p:spPr>
        <p:txBody>
          <a:bodyPr spcFirstLastPara="1" wrap="square" lIns="0" tIns="65400" rIns="0" bIns="0" anchor="t" anchorCtr="0">
            <a:spAutoFit/>
          </a:bodyPr>
          <a:lstStyle/>
          <a:p>
            <a:pPr marL="38100" lvl="0" indent="0" algn="l" rtl="0">
              <a:lnSpc>
                <a:spcPct val="100000"/>
              </a:lnSpc>
              <a:spcBef>
                <a:spcPts val="0"/>
              </a:spcBef>
              <a:spcAft>
                <a:spcPts val="0"/>
              </a:spcAft>
              <a:buNone/>
            </a:pPr>
            <a:r>
              <a:rPr lang="en-US" sz="1050">
                <a:solidFill>
                  <a:srgbClr val="1B1472"/>
                </a:solidFill>
                <a:latin typeface="Arial"/>
                <a:ea typeface="Arial"/>
                <a:cs typeface="Arial"/>
                <a:sym typeface="Arial"/>
              </a:rPr>
              <a:t>Email Spam Detection</a:t>
            </a:r>
            <a:endParaRPr sz="1050">
              <a:latin typeface="Arial"/>
              <a:ea typeface="Arial"/>
              <a:cs typeface="Arial"/>
              <a:sym typeface="Arial"/>
            </a:endParaRPr>
          </a:p>
          <a:p>
            <a:pPr marL="457200" lvl="0" indent="-285750" algn="l" rtl="0">
              <a:lnSpc>
                <a:spcPct val="100000"/>
              </a:lnSpc>
              <a:spcBef>
                <a:spcPts val="395"/>
              </a:spcBef>
              <a:spcAft>
                <a:spcPts val="0"/>
              </a:spcAft>
              <a:buSzPts val="900"/>
              <a:buFont typeface="Arial"/>
              <a:buChar char="●"/>
            </a:pPr>
            <a:r>
              <a:rPr lang="en-US" sz="950">
                <a:latin typeface="Arial"/>
                <a:ea typeface="Arial"/>
                <a:cs typeface="Arial"/>
                <a:sym typeface="Arial"/>
              </a:rPr>
              <a:t>Input: Email text, sender information, attachments</a:t>
            </a:r>
            <a:endParaRPr sz="950">
              <a:latin typeface="Arial"/>
              <a:ea typeface="Arial"/>
              <a:cs typeface="Arial"/>
              <a:sym typeface="Arial"/>
            </a:endParaRPr>
          </a:p>
          <a:p>
            <a:pPr marL="457200" lvl="0" indent="-285750" algn="l" rtl="0">
              <a:lnSpc>
                <a:spcPct val="100000"/>
              </a:lnSpc>
              <a:spcBef>
                <a:spcPts val="0"/>
              </a:spcBef>
              <a:spcAft>
                <a:spcPts val="0"/>
              </a:spcAft>
              <a:buSzPts val="900"/>
              <a:buFont typeface="Arial"/>
              <a:buChar char="●"/>
            </a:pPr>
            <a:r>
              <a:rPr lang="en-US" sz="950">
                <a:latin typeface="Arial"/>
                <a:ea typeface="Arial"/>
                <a:cs typeface="Arial"/>
                <a:sym typeface="Arial"/>
              </a:rPr>
              <a:t>Output: Spam or Not Spam</a:t>
            </a:r>
            <a:endParaRPr sz="950">
              <a:latin typeface="Arial"/>
              <a:ea typeface="Arial"/>
              <a:cs typeface="Arial"/>
              <a:sym typeface="Arial"/>
            </a:endParaRPr>
          </a:p>
          <a:p>
            <a:pPr marL="38100" lvl="0" indent="0" algn="l" rtl="0">
              <a:lnSpc>
                <a:spcPct val="100000"/>
              </a:lnSpc>
              <a:spcBef>
                <a:spcPts val="415"/>
              </a:spcBef>
              <a:spcAft>
                <a:spcPts val="0"/>
              </a:spcAft>
              <a:buNone/>
            </a:pPr>
            <a:r>
              <a:rPr lang="en-US" sz="1050">
                <a:solidFill>
                  <a:srgbClr val="1B1472"/>
                </a:solidFill>
                <a:latin typeface="Arial"/>
                <a:ea typeface="Arial"/>
                <a:cs typeface="Arial"/>
                <a:sym typeface="Arial"/>
              </a:rPr>
              <a:t>Medical Diagnosis</a:t>
            </a:r>
            <a:endParaRPr sz="1050">
              <a:latin typeface="Arial"/>
              <a:ea typeface="Arial"/>
              <a:cs typeface="Arial"/>
              <a:sym typeface="Arial"/>
            </a:endParaRPr>
          </a:p>
          <a:p>
            <a:pPr marL="457200" lvl="0" indent="-288925" algn="l" rtl="0">
              <a:lnSpc>
                <a:spcPct val="100000"/>
              </a:lnSpc>
              <a:spcBef>
                <a:spcPts val="395"/>
              </a:spcBef>
              <a:spcAft>
                <a:spcPts val="0"/>
              </a:spcAft>
              <a:buSzPts val="950"/>
              <a:buFont typeface="Arial"/>
              <a:buChar char="●"/>
            </a:pPr>
            <a:r>
              <a:rPr lang="en-US" sz="950">
                <a:latin typeface="Arial"/>
                <a:ea typeface="Arial"/>
                <a:cs typeface="Arial"/>
                <a:sym typeface="Arial"/>
              </a:rPr>
              <a:t>Input: Patient symptoms, test results, medical history</a:t>
            </a:r>
            <a:endParaRPr sz="950">
              <a:latin typeface="Arial"/>
              <a:ea typeface="Arial"/>
              <a:cs typeface="Arial"/>
              <a:sym typeface="Arial"/>
            </a:endParaRPr>
          </a:p>
          <a:p>
            <a:pPr marL="457200" lvl="0" indent="-288925" algn="l" rtl="0">
              <a:lnSpc>
                <a:spcPct val="100000"/>
              </a:lnSpc>
              <a:spcBef>
                <a:spcPts val="0"/>
              </a:spcBef>
              <a:spcAft>
                <a:spcPts val="0"/>
              </a:spcAft>
              <a:buSzPts val="950"/>
              <a:buFont typeface="Arial"/>
              <a:buChar char="●"/>
            </a:pPr>
            <a:r>
              <a:rPr lang="en-US" sz="950">
                <a:latin typeface="Arial"/>
                <a:ea typeface="Arial"/>
                <a:cs typeface="Arial"/>
                <a:sym typeface="Arial"/>
              </a:rPr>
              <a:t>Output: Disease present or absent</a:t>
            </a:r>
            <a:endParaRPr sz="950">
              <a:latin typeface="Arial"/>
              <a:ea typeface="Arial"/>
              <a:cs typeface="Arial"/>
              <a:sym typeface="Arial"/>
            </a:endParaRPr>
          </a:p>
          <a:p>
            <a:pPr marL="38100" lvl="0" indent="0" algn="l" rtl="0">
              <a:lnSpc>
                <a:spcPct val="100000"/>
              </a:lnSpc>
              <a:spcBef>
                <a:spcPts val="409"/>
              </a:spcBef>
              <a:spcAft>
                <a:spcPts val="0"/>
              </a:spcAft>
              <a:buNone/>
            </a:pPr>
            <a:r>
              <a:rPr lang="en-US" sz="1050">
                <a:solidFill>
                  <a:srgbClr val="1B1472"/>
                </a:solidFill>
                <a:latin typeface="Arial"/>
                <a:ea typeface="Arial"/>
                <a:cs typeface="Arial"/>
                <a:sym typeface="Arial"/>
              </a:rPr>
              <a:t>Image Recognition</a:t>
            </a:r>
            <a:endParaRPr sz="1050">
              <a:latin typeface="Arial"/>
              <a:ea typeface="Arial"/>
              <a:cs typeface="Arial"/>
              <a:sym typeface="Arial"/>
            </a:endParaRPr>
          </a:p>
          <a:p>
            <a:pPr marL="457200" lvl="0" indent="-288925" algn="l" rtl="0">
              <a:lnSpc>
                <a:spcPct val="100000"/>
              </a:lnSpc>
              <a:spcBef>
                <a:spcPts val="395"/>
              </a:spcBef>
              <a:spcAft>
                <a:spcPts val="0"/>
              </a:spcAft>
              <a:buSzPts val="950"/>
              <a:buFont typeface="Arial"/>
              <a:buChar char="●"/>
            </a:pPr>
            <a:r>
              <a:rPr lang="en-US" sz="950">
                <a:latin typeface="Arial"/>
                <a:ea typeface="Arial"/>
                <a:cs typeface="Arial"/>
                <a:sym typeface="Arial"/>
              </a:rPr>
              <a:t>Input: Pixel values of an image</a:t>
            </a:r>
            <a:endParaRPr sz="950">
              <a:latin typeface="Arial"/>
              <a:ea typeface="Arial"/>
              <a:cs typeface="Arial"/>
              <a:sym typeface="Arial"/>
            </a:endParaRPr>
          </a:p>
          <a:p>
            <a:pPr marL="457200" lvl="0" indent="-288925" algn="l" rtl="0">
              <a:lnSpc>
                <a:spcPct val="100000"/>
              </a:lnSpc>
              <a:spcBef>
                <a:spcPts val="0"/>
              </a:spcBef>
              <a:spcAft>
                <a:spcPts val="0"/>
              </a:spcAft>
              <a:buSzPts val="950"/>
              <a:buFont typeface="Arial"/>
              <a:buChar char="●"/>
            </a:pPr>
            <a:r>
              <a:rPr lang="en-US" sz="950">
                <a:latin typeface="Arial"/>
                <a:ea typeface="Arial"/>
                <a:cs typeface="Arial"/>
                <a:sym typeface="Arial"/>
              </a:rPr>
              <a:t>Output: Object category (cat, dog, car, etc.)</a:t>
            </a:r>
            <a:endParaRPr sz="950">
              <a:latin typeface="Arial"/>
              <a:ea typeface="Arial"/>
              <a:cs typeface="Arial"/>
              <a:sym typeface="Arial"/>
            </a:endParaRPr>
          </a:p>
          <a:p>
            <a:pPr marL="38100" lvl="0" indent="0" algn="l" rtl="0">
              <a:lnSpc>
                <a:spcPct val="100000"/>
              </a:lnSpc>
              <a:spcBef>
                <a:spcPts val="415"/>
              </a:spcBef>
              <a:spcAft>
                <a:spcPts val="0"/>
              </a:spcAft>
              <a:buNone/>
            </a:pPr>
            <a:r>
              <a:rPr lang="en-US" sz="1050">
                <a:solidFill>
                  <a:srgbClr val="1B1472"/>
                </a:solidFill>
                <a:latin typeface="Arial"/>
                <a:ea typeface="Arial"/>
                <a:cs typeface="Arial"/>
                <a:sym typeface="Arial"/>
              </a:rPr>
              <a:t>Sentiment Analysis</a:t>
            </a:r>
            <a:endParaRPr sz="1050">
              <a:latin typeface="Arial"/>
              <a:ea typeface="Arial"/>
              <a:cs typeface="Arial"/>
              <a:sym typeface="Arial"/>
            </a:endParaRPr>
          </a:p>
          <a:p>
            <a:pPr marL="457200" lvl="0" indent="-288925" algn="l" rtl="0">
              <a:lnSpc>
                <a:spcPct val="100000"/>
              </a:lnSpc>
              <a:spcBef>
                <a:spcPts val="395"/>
              </a:spcBef>
              <a:spcAft>
                <a:spcPts val="0"/>
              </a:spcAft>
              <a:buSzPts val="950"/>
              <a:buFont typeface="Arial"/>
              <a:buChar char="●"/>
            </a:pPr>
            <a:r>
              <a:rPr lang="en-US" sz="950">
                <a:latin typeface="Arial"/>
                <a:ea typeface="Arial"/>
                <a:cs typeface="Arial"/>
                <a:sym typeface="Arial"/>
              </a:rPr>
              <a:t>Input: Customer review text</a:t>
            </a:r>
            <a:endParaRPr sz="950">
              <a:latin typeface="Arial"/>
              <a:ea typeface="Arial"/>
              <a:cs typeface="Arial"/>
              <a:sym typeface="Arial"/>
            </a:endParaRPr>
          </a:p>
          <a:p>
            <a:pPr marL="457200" lvl="0" indent="-288925" algn="l" rtl="0">
              <a:lnSpc>
                <a:spcPct val="100000"/>
              </a:lnSpc>
              <a:spcBef>
                <a:spcPts val="0"/>
              </a:spcBef>
              <a:spcAft>
                <a:spcPts val="0"/>
              </a:spcAft>
              <a:buSzPts val="950"/>
              <a:buFont typeface="Arial"/>
              <a:buChar char="●"/>
            </a:pPr>
            <a:r>
              <a:rPr lang="en-US" sz="950">
                <a:latin typeface="Arial"/>
                <a:ea typeface="Arial"/>
                <a:cs typeface="Arial"/>
                <a:sym typeface="Arial"/>
              </a:rPr>
              <a:t>Output: Positive, Negative, or Neutral</a:t>
            </a:r>
            <a:endParaRPr sz="950">
              <a:latin typeface="Arial"/>
              <a:ea typeface="Arial"/>
              <a:cs typeface="Arial"/>
              <a:sym typeface="Arial"/>
            </a:endParaRPr>
          </a:p>
        </p:txBody>
      </p:sp>
      <p:grpSp>
        <p:nvGrpSpPr>
          <p:cNvPr id="144" name="Google Shape;144;p11"/>
          <p:cNvGrpSpPr/>
          <p:nvPr/>
        </p:nvGrpSpPr>
        <p:grpSpPr>
          <a:xfrm>
            <a:off x="0" y="3141936"/>
            <a:ext cx="5760262" cy="92075"/>
            <a:chOff x="0" y="3141936"/>
            <a:chExt cx="5760262" cy="92075"/>
          </a:xfrm>
        </p:grpSpPr>
        <p:sp>
          <p:nvSpPr>
            <p:cNvPr id="145" name="Google Shape;145;p11"/>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6" name="Google Shape;146;p11"/>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7" name="Google Shape;147;p11"/>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48" name="Google Shape;148;p1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49" name="Google Shape;149;p1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7"/>
              </a:rPr>
              <a:t>D</a:t>
            </a:r>
            <a:r>
              <a:rPr lang="en-US" sz="600" u="sng" cap="small">
                <a:solidFill>
                  <a:schemeClr val="hlink"/>
                </a:solidFill>
                <a:latin typeface="Bookman Old Style"/>
                <a:ea typeface="Bookman Old Style"/>
                <a:cs typeface="Bookman Old Style"/>
                <a:sym typeface="Bookman Old Style"/>
                <a:hlinkClick r:id="rId7"/>
              </a:rPr>
              <a:t>eep</a:t>
            </a:r>
            <a:r>
              <a:rPr lang="en-US" sz="600" u="sng">
                <a:solidFill>
                  <a:schemeClr val="hlink"/>
                </a:solidFill>
                <a:latin typeface="Bookman Old Style"/>
                <a:ea typeface="Bookman Old Style"/>
                <a:cs typeface="Bookman Old Style"/>
                <a:sym typeface="Bookman Old Style"/>
                <a:hlinkClick r:id="rId7"/>
              </a:rPr>
              <a:t> L</a:t>
            </a:r>
            <a:r>
              <a:rPr lang="en-US" sz="600" u="sng" cap="small">
                <a:solidFill>
                  <a:schemeClr val="hlink"/>
                </a:solidFill>
                <a:latin typeface="Bookman Old Style"/>
                <a:ea typeface="Bookman Old Style"/>
                <a:cs typeface="Bookman Old Style"/>
                <a:sym typeface="Bookman Old Style"/>
                <a:hlinkClick r:id="rId7"/>
              </a:rPr>
              <a:t>earning</a:t>
            </a:r>
            <a:endParaRPr sz="600">
              <a:latin typeface="Bookman Old Style"/>
              <a:ea typeface="Bookman Old Style"/>
              <a:cs typeface="Bookman Old Style"/>
              <a:sym typeface="Bookman Old Style"/>
            </a:endParaRPr>
          </a:p>
        </p:txBody>
      </p:sp>
      <p:sp>
        <p:nvSpPr>
          <p:cNvPr id="150" name="Google Shape;150;p11"/>
          <p:cNvSpPr txBox="1"/>
          <p:nvPr/>
        </p:nvSpPr>
        <p:spPr>
          <a:xfrm>
            <a:off x="4674251" y="3137675"/>
            <a:ext cx="3855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a:latin typeface="Bookman Old Style"/>
                <a:ea typeface="Bookman Old Style"/>
                <a:cs typeface="Bookman Old Style"/>
                <a:sym typeface="Bookman Old Style"/>
              </a:rPr>
              <a:t>5 / 100</a:t>
            </a:r>
            <a:endParaRPr sz="600">
              <a:latin typeface="Bookman Old Style"/>
              <a:ea typeface="Bookman Old Style"/>
              <a:cs typeface="Bookman Old Style"/>
              <a:sym typeface="Bookman Old Style"/>
            </a:endParaRPr>
          </a:p>
        </p:txBody>
      </p:sp>
      <p:sp>
        <p:nvSpPr>
          <p:cNvPr id="151" name="Google Shape;151;p11"/>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5</a:t>
            </a:fld>
            <a:r>
              <a:rPr lang="en-US"/>
              <a:t> / 100</a:t>
            </a:r>
            <a:endParaRPr/>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2"/>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ypes</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lassification</a:t>
            </a:r>
            <a:endParaRPr/>
          </a:p>
        </p:txBody>
      </p:sp>
      <p:grpSp>
        <p:nvGrpSpPr>
          <p:cNvPr id="157" name="Google Shape;157;p12"/>
          <p:cNvGrpSpPr/>
          <p:nvPr/>
        </p:nvGrpSpPr>
        <p:grpSpPr>
          <a:xfrm>
            <a:off x="513702" y="872731"/>
            <a:ext cx="69291" cy="1984641"/>
            <a:chOff x="513702" y="872731"/>
            <a:chExt cx="69291" cy="1984641"/>
          </a:xfrm>
        </p:grpSpPr>
        <p:pic>
          <p:nvPicPr>
            <p:cNvPr id="158" name="Google Shape;158;p12"/>
            <p:cNvPicPr preferRelativeResize="0"/>
            <p:nvPr/>
          </p:nvPicPr>
          <p:blipFill rotWithShape="1">
            <a:blip r:embed="rId3">
              <a:alphaModFix/>
            </a:blip>
            <a:srcRect/>
            <a:stretch/>
          </p:blipFill>
          <p:spPr>
            <a:xfrm>
              <a:off x="513702" y="872731"/>
              <a:ext cx="69291" cy="69291"/>
            </a:xfrm>
            <a:prstGeom prst="rect">
              <a:avLst/>
            </a:prstGeom>
            <a:noFill/>
            <a:ln>
              <a:noFill/>
            </a:ln>
          </p:spPr>
        </p:pic>
        <p:pic>
          <p:nvPicPr>
            <p:cNvPr id="159" name="Google Shape;159;p12"/>
            <p:cNvPicPr preferRelativeResize="0"/>
            <p:nvPr/>
          </p:nvPicPr>
          <p:blipFill rotWithShape="1">
            <a:blip r:embed="rId4">
              <a:alphaModFix/>
            </a:blip>
            <a:srcRect/>
            <a:stretch/>
          </p:blipFill>
          <p:spPr>
            <a:xfrm>
              <a:off x="513702" y="1094155"/>
              <a:ext cx="69291" cy="69291"/>
            </a:xfrm>
            <a:prstGeom prst="rect">
              <a:avLst/>
            </a:prstGeom>
            <a:noFill/>
            <a:ln>
              <a:noFill/>
            </a:ln>
          </p:spPr>
        </p:pic>
        <p:pic>
          <p:nvPicPr>
            <p:cNvPr id="160" name="Google Shape;160;p12"/>
            <p:cNvPicPr preferRelativeResize="0"/>
            <p:nvPr/>
          </p:nvPicPr>
          <p:blipFill rotWithShape="1">
            <a:blip r:embed="rId5">
              <a:alphaModFix/>
            </a:blip>
            <a:srcRect/>
            <a:stretch/>
          </p:blipFill>
          <p:spPr>
            <a:xfrm>
              <a:off x="513702" y="1608988"/>
              <a:ext cx="69291" cy="69291"/>
            </a:xfrm>
            <a:prstGeom prst="rect">
              <a:avLst/>
            </a:prstGeom>
            <a:noFill/>
            <a:ln>
              <a:noFill/>
            </a:ln>
          </p:spPr>
        </p:pic>
        <p:pic>
          <p:nvPicPr>
            <p:cNvPr id="161" name="Google Shape;161;p12"/>
            <p:cNvPicPr preferRelativeResize="0"/>
            <p:nvPr/>
          </p:nvPicPr>
          <p:blipFill rotWithShape="1">
            <a:blip r:embed="rId6">
              <a:alphaModFix/>
            </a:blip>
            <a:srcRect/>
            <a:stretch/>
          </p:blipFill>
          <p:spPr>
            <a:xfrm>
              <a:off x="513702" y="1830412"/>
              <a:ext cx="69291" cy="69291"/>
            </a:xfrm>
            <a:prstGeom prst="rect">
              <a:avLst/>
            </a:prstGeom>
            <a:noFill/>
            <a:ln>
              <a:noFill/>
            </a:ln>
          </p:spPr>
        </p:pic>
        <p:pic>
          <p:nvPicPr>
            <p:cNvPr id="162" name="Google Shape;162;p12"/>
            <p:cNvPicPr preferRelativeResize="0"/>
            <p:nvPr/>
          </p:nvPicPr>
          <p:blipFill rotWithShape="1">
            <a:blip r:embed="rId7">
              <a:alphaModFix/>
            </a:blip>
            <a:srcRect/>
            <a:stretch/>
          </p:blipFill>
          <p:spPr>
            <a:xfrm>
              <a:off x="513702" y="2051824"/>
              <a:ext cx="69291" cy="69291"/>
            </a:xfrm>
            <a:prstGeom prst="rect">
              <a:avLst/>
            </a:prstGeom>
            <a:noFill/>
            <a:ln>
              <a:noFill/>
            </a:ln>
          </p:spPr>
        </p:pic>
        <p:pic>
          <p:nvPicPr>
            <p:cNvPr id="163" name="Google Shape;163;p12"/>
            <p:cNvPicPr preferRelativeResize="0"/>
            <p:nvPr/>
          </p:nvPicPr>
          <p:blipFill rotWithShape="1">
            <a:blip r:embed="rId8">
              <a:alphaModFix/>
            </a:blip>
            <a:srcRect/>
            <a:stretch/>
          </p:blipFill>
          <p:spPr>
            <a:xfrm>
              <a:off x="513702" y="2566669"/>
              <a:ext cx="69291" cy="69291"/>
            </a:xfrm>
            <a:prstGeom prst="rect">
              <a:avLst/>
            </a:prstGeom>
            <a:noFill/>
            <a:ln>
              <a:noFill/>
            </a:ln>
          </p:spPr>
        </p:pic>
        <p:pic>
          <p:nvPicPr>
            <p:cNvPr id="164" name="Google Shape;164;p12"/>
            <p:cNvPicPr preferRelativeResize="0"/>
            <p:nvPr/>
          </p:nvPicPr>
          <p:blipFill rotWithShape="1">
            <a:blip r:embed="rId9">
              <a:alphaModFix/>
            </a:blip>
            <a:srcRect/>
            <a:stretch/>
          </p:blipFill>
          <p:spPr>
            <a:xfrm>
              <a:off x="513702" y="2788081"/>
              <a:ext cx="69291" cy="69291"/>
            </a:xfrm>
            <a:prstGeom prst="rect">
              <a:avLst/>
            </a:prstGeom>
            <a:noFill/>
            <a:ln>
              <a:noFill/>
            </a:ln>
          </p:spPr>
        </p:pic>
      </p:grpSp>
      <p:sp>
        <p:nvSpPr>
          <p:cNvPr id="165" name="Google Shape;165;p12"/>
          <p:cNvSpPr txBox="1"/>
          <p:nvPr/>
        </p:nvSpPr>
        <p:spPr>
          <a:xfrm>
            <a:off x="347294" y="535765"/>
            <a:ext cx="4116070" cy="2364740"/>
          </a:xfrm>
          <a:prstGeom prst="rect">
            <a:avLst/>
          </a:prstGeom>
          <a:noFill/>
          <a:ln>
            <a:noFill/>
          </a:ln>
        </p:spPr>
        <p:txBody>
          <a:bodyPr spcFirstLastPara="1" wrap="square" lIns="0" tIns="53975" rIns="0" bIns="0" anchor="t" anchorCtr="0">
            <a:spAutoFit/>
          </a:bodyPr>
          <a:lstStyle/>
          <a:p>
            <a:pPr marL="172085" lvl="0" indent="-159385" algn="l" rtl="0">
              <a:lnSpc>
                <a:spcPct val="100000"/>
              </a:lnSpc>
              <a:spcBef>
                <a:spcPts val="0"/>
              </a:spcBef>
              <a:spcAft>
                <a:spcPts val="0"/>
              </a:spcAft>
              <a:buClr>
                <a:srgbClr val="1B1472"/>
              </a:buClr>
              <a:buSzPts val="1050"/>
              <a:buFont typeface="Arial"/>
              <a:buAutoNum type="arabicPeriod"/>
            </a:pPr>
            <a:r>
              <a:rPr lang="en-US" sz="1050">
                <a:solidFill>
                  <a:srgbClr val="1B1472"/>
                </a:solidFill>
                <a:latin typeface="Arial"/>
                <a:ea typeface="Arial"/>
                <a:cs typeface="Arial"/>
                <a:sym typeface="Arial"/>
              </a:rPr>
              <a:t>Binary Classification</a:t>
            </a:r>
            <a:endParaRPr sz="1050">
              <a:latin typeface="Arial"/>
              <a:ea typeface="Arial"/>
              <a:cs typeface="Arial"/>
              <a:sym typeface="Arial"/>
            </a:endParaRPr>
          </a:p>
          <a:p>
            <a:pPr marL="309880" lvl="0" indent="0" algn="l" rtl="0">
              <a:lnSpc>
                <a:spcPct val="100000"/>
              </a:lnSpc>
              <a:spcBef>
                <a:spcPts val="330"/>
              </a:spcBef>
              <a:spcAft>
                <a:spcPts val="0"/>
              </a:spcAft>
              <a:buNone/>
            </a:pPr>
            <a:r>
              <a:rPr lang="en-US" sz="1050">
                <a:latin typeface="Arial"/>
                <a:ea typeface="Arial"/>
                <a:cs typeface="Arial"/>
                <a:sym typeface="Arial"/>
              </a:rPr>
              <a:t>Two classes: </a:t>
            </a:r>
            <a:r>
              <a:rPr lang="en-US" sz="1050" i="1">
                <a:latin typeface="Arial"/>
                <a:ea typeface="Arial"/>
                <a:cs typeface="Arial"/>
                <a:sym typeface="Arial"/>
              </a:rPr>
              <a:t>y </a:t>
            </a:r>
            <a:r>
              <a:rPr lang="en-US" sz="1200">
                <a:latin typeface="Lucida Sans"/>
                <a:ea typeface="Lucida Sans"/>
                <a:cs typeface="Lucida Sans"/>
                <a:sym typeface="Lucida Sans"/>
              </a:rPr>
              <a:t>∈ {</a:t>
            </a:r>
            <a:r>
              <a:rPr lang="en-US" sz="1050">
                <a:latin typeface="Arial"/>
                <a:ea typeface="Arial"/>
                <a:cs typeface="Arial"/>
                <a:sym typeface="Arial"/>
              </a:rPr>
              <a:t>0</a:t>
            </a:r>
            <a:r>
              <a:rPr lang="en-US" sz="1200" i="1">
                <a:latin typeface="Bookman Old Style"/>
                <a:ea typeface="Bookman Old Style"/>
                <a:cs typeface="Bookman Old Style"/>
                <a:sym typeface="Bookman Old Style"/>
              </a:rPr>
              <a:t>, </a:t>
            </a:r>
            <a:r>
              <a:rPr lang="en-US" sz="1050">
                <a:latin typeface="Arial"/>
                <a:ea typeface="Arial"/>
                <a:cs typeface="Arial"/>
                <a:sym typeface="Arial"/>
              </a:rPr>
              <a:t>1</a:t>
            </a:r>
            <a:r>
              <a:rPr lang="en-US" sz="1200">
                <a:latin typeface="Lucida Sans"/>
                <a:ea typeface="Lucida Sans"/>
                <a:cs typeface="Lucida Sans"/>
                <a:sym typeface="Lucida Sans"/>
              </a:rPr>
              <a:t>} </a:t>
            </a:r>
            <a:r>
              <a:rPr lang="en-US" sz="1050">
                <a:latin typeface="Arial"/>
                <a:ea typeface="Arial"/>
                <a:cs typeface="Arial"/>
                <a:sym typeface="Arial"/>
              </a:rPr>
              <a:t>or </a:t>
            </a:r>
            <a:r>
              <a:rPr lang="en-US" sz="1200">
                <a:latin typeface="Lucida Sans"/>
                <a:ea typeface="Lucida Sans"/>
                <a:cs typeface="Lucida Sans"/>
                <a:sym typeface="Lucida Sans"/>
              </a:rPr>
              <a:t>{−</a:t>
            </a:r>
            <a:r>
              <a:rPr lang="en-US" sz="1050">
                <a:latin typeface="Arial"/>
                <a:ea typeface="Arial"/>
                <a:cs typeface="Arial"/>
                <a:sym typeface="Arial"/>
              </a:rPr>
              <a:t>1</a:t>
            </a:r>
            <a:r>
              <a:rPr lang="en-US" sz="1200" i="1">
                <a:latin typeface="Bookman Old Style"/>
                <a:ea typeface="Bookman Old Style"/>
                <a:cs typeface="Bookman Old Style"/>
                <a:sym typeface="Bookman Old Style"/>
              </a:rPr>
              <a:t>, </a:t>
            </a:r>
            <a:r>
              <a:rPr lang="en-US" sz="1200">
                <a:latin typeface="Tahoma"/>
                <a:ea typeface="Tahoma"/>
                <a:cs typeface="Tahoma"/>
                <a:sym typeface="Tahoma"/>
              </a:rPr>
              <a:t>+</a:t>
            </a:r>
            <a:r>
              <a:rPr lang="en-US" sz="1050">
                <a:latin typeface="Arial"/>
                <a:ea typeface="Arial"/>
                <a:cs typeface="Arial"/>
                <a:sym typeface="Arial"/>
              </a:rPr>
              <a:t>1</a:t>
            </a:r>
            <a:r>
              <a:rPr lang="en-US" sz="1200">
                <a:latin typeface="Lucida Sans"/>
                <a:ea typeface="Lucida Sans"/>
                <a:cs typeface="Lucida Sans"/>
                <a:sym typeface="Lucida Sans"/>
              </a:rPr>
              <a:t>}</a:t>
            </a:r>
            <a:endParaRPr sz="1200">
              <a:latin typeface="Lucida Sans"/>
              <a:ea typeface="Lucida Sans"/>
              <a:cs typeface="Lucida Sans"/>
              <a:sym typeface="Lucida Sans"/>
            </a:endParaRPr>
          </a:p>
          <a:p>
            <a:pPr marL="309880" lvl="0" indent="0" algn="l" rtl="0">
              <a:lnSpc>
                <a:spcPct val="100000"/>
              </a:lnSpc>
              <a:spcBef>
                <a:spcPts val="455"/>
              </a:spcBef>
              <a:spcAft>
                <a:spcPts val="0"/>
              </a:spcAft>
              <a:buNone/>
            </a:pPr>
            <a:r>
              <a:rPr lang="en-US" sz="1050">
                <a:latin typeface="Arial"/>
                <a:ea typeface="Arial"/>
                <a:cs typeface="Arial"/>
                <a:sym typeface="Arial"/>
              </a:rPr>
              <a:t>Examples: Spam detection, disease diagnosis, fraud detection</a:t>
            </a:r>
            <a:endParaRPr sz="1050">
              <a:latin typeface="Arial"/>
              <a:ea typeface="Arial"/>
              <a:cs typeface="Arial"/>
              <a:sym typeface="Arial"/>
            </a:endParaRPr>
          </a:p>
          <a:p>
            <a:pPr marL="172085" lvl="0" indent="-159385" algn="l" rtl="0">
              <a:lnSpc>
                <a:spcPct val="100000"/>
              </a:lnSpc>
              <a:spcBef>
                <a:spcPts val="1050"/>
              </a:spcBef>
              <a:spcAft>
                <a:spcPts val="0"/>
              </a:spcAft>
              <a:buClr>
                <a:srgbClr val="1B1472"/>
              </a:buClr>
              <a:buSzPts val="1050"/>
              <a:buFont typeface="Arial"/>
              <a:buAutoNum type="arabicPeriod" startAt="2"/>
            </a:pPr>
            <a:r>
              <a:rPr lang="en-US" sz="1050">
                <a:solidFill>
                  <a:srgbClr val="1B1472"/>
                </a:solidFill>
                <a:latin typeface="Arial"/>
                <a:ea typeface="Arial"/>
                <a:cs typeface="Arial"/>
                <a:sym typeface="Arial"/>
              </a:rPr>
              <a:t>Multi-class Classification</a:t>
            </a:r>
            <a:endParaRPr sz="1050">
              <a:latin typeface="Arial"/>
              <a:ea typeface="Arial"/>
              <a:cs typeface="Arial"/>
              <a:sym typeface="Arial"/>
            </a:endParaRPr>
          </a:p>
          <a:p>
            <a:pPr marL="309880" marR="515619" lvl="0" indent="0" algn="l" rtl="0">
              <a:lnSpc>
                <a:spcPct val="144916"/>
              </a:lnSpc>
              <a:spcBef>
                <a:spcPts val="145"/>
              </a:spcBef>
              <a:spcAft>
                <a:spcPts val="0"/>
              </a:spcAft>
              <a:buNone/>
            </a:pPr>
            <a:r>
              <a:rPr lang="en-US" sz="1050">
                <a:latin typeface="Arial"/>
                <a:ea typeface="Arial"/>
                <a:cs typeface="Arial"/>
                <a:sym typeface="Arial"/>
              </a:rPr>
              <a:t>Multiple classes: </a:t>
            </a:r>
            <a:r>
              <a:rPr lang="en-US" sz="1050" i="1">
                <a:latin typeface="Arial"/>
                <a:ea typeface="Arial"/>
                <a:cs typeface="Arial"/>
                <a:sym typeface="Arial"/>
              </a:rPr>
              <a:t>y </a:t>
            </a:r>
            <a:r>
              <a:rPr lang="en-US" sz="1200">
                <a:latin typeface="Lucida Sans"/>
                <a:ea typeface="Lucida Sans"/>
                <a:cs typeface="Lucida Sans"/>
                <a:sym typeface="Lucida Sans"/>
              </a:rPr>
              <a:t>∈ {</a:t>
            </a:r>
            <a:r>
              <a:rPr lang="en-US" sz="1050">
                <a:latin typeface="Arial"/>
                <a:ea typeface="Arial"/>
                <a:cs typeface="Arial"/>
                <a:sym typeface="Arial"/>
              </a:rPr>
              <a:t>1</a:t>
            </a:r>
            <a:r>
              <a:rPr lang="en-US" sz="1200" i="1">
                <a:latin typeface="Bookman Old Style"/>
                <a:ea typeface="Bookman Old Style"/>
                <a:cs typeface="Bookman Old Style"/>
                <a:sym typeface="Bookman Old Style"/>
              </a:rPr>
              <a:t>, </a:t>
            </a:r>
            <a:r>
              <a:rPr lang="en-US" sz="1050">
                <a:latin typeface="Arial"/>
                <a:ea typeface="Arial"/>
                <a:cs typeface="Arial"/>
                <a:sym typeface="Arial"/>
              </a:rPr>
              <a:t>2</a:t>
            </a:r>
            <a:r>
              <a:rPr lang="en-US" sz="1200" i="1">
                <a:latin typeface="Bookman Old Style"/>
                <a:ea typeface="Bookman Old Style"/>
                <a:cs typeface="Bookman Old Style"/>
                <a:sym typeface="Bookman Old Style"/>
              </a:rPr>
              <a:t>, . . . , </a:t>
            </a:r>
            <a:r>
              <a:rPr lang="en-US" sz="1050" i="1">
                <a:latin typeface="Arial"/>
                <a:ea typeface="Arial"/>
                <a:cs typeface="Arial"/>
                <a:sym typeface="Arial"/>
              </a:rPr>
              <a:t>K </a:t>
            </a:r>
            <a:r>
              <a:rPr lang="en-US" sz="1200">
                <a:latin typeface="Lucida Sans"/>
                <a:ea typeface="Lucida Sans"/>
                <a:cs typeface="Lucida Sans"/>
                <a:sym typeface="Lucida Sans"/>
              </a:rPr>
              <a:t>} </a:t>
            </a:r>
            <a:r>
              <a:rPr lang="en-US" sz="1050">
                <a:latin typeface="Arial"/>
                <a:ea typeface="Arial"/>
                <a:cs typeface="Arial"/>
                <a:sym typeface="Arial"/>
              </a:rPr>
              <a:t>where </a:t>
            </a:r>
            <a:r>
              <a:rPr lang="en-US" sz="1050" i="1">
                <a:latin typeface="Arial"/>
                <a:ea typeface="Arial"/>
                <a:cs typeface="Arial"/>
                <a:sym typeface="Arial"/>
              </a:rPr>
              <a:t>K </a:t>
            </a:r>
            <a:r>
              <a:rPr lang="en-US" sz="1200" i="1">
                <a:latin typeface="Bookman Old Style"/>
                <a:ea typeface="Bookman Old Style"/>
                <a:cs typeface="Bookman Old Style"/>
                <a:sym typeface="Bookman Old Style"/>
              </a:rPr>
              <a:t>&gt; </a:t>
            </a:r>
            <a:r>
              <a:rPr lang="en-US" sz="1050">
                <a:latin typeface="Arial"/>
                <a:ea typeface="Arial"/>
                <a:cs typeface="Arial"/>
                <a:sym typeface="Arial"/>
              </a:rPr>
              <a:t>2 Examples: Digit recognition (0-9), animal classification Each example belongs to exactly one class</a:t>
            </a:r>
            <a:endParaRPr sz="1050">
              <a:latin typeface="Arial"/>
              <a:ea typeface="Arial"/>
              <a:cs typeface="Arial"/>
              <a:sym typeface="Arial"/>
            </a:endParaRPr>
          </a:p>
          <a:p>
            <a:pPr marL="172085" lvl="0" indent="-159385" algn="l" rtl="0">
              <a:lnSpc>
                <a:spcPct val="100000"/>
              </a:lnSpc>
              <a:spcBef>
                <a:spcPts val="915"/>
              </a:spcBef>
              <a:spcAft>
                <a:spcPts val="0"/>
              </a:spcAft>
              <a:buClr>
                <a:srgbClr val="1B1472"/>
              </a:buClr>
              <a:buSzPts val="1050"/>
              <a:buFont typeface="Arial"/>
              <a:buAutoNum type="arabicPeriod" startAt="3"/>
            </a:pPr>
            <a:r>
              <a:rPr lang="en-US" sz="1050">
                <a:solidFill>
                  <a:srgbClr val="1B1472"/>
                </a:solidFill>
                <a:latin typeface="Arial"/>
                <a:ea typeface="Arial"/>
                <a:cs typeface="Arial"/>
                <a:sym typeface="Arial"/>
              </a:rPr>
              <a:t>Multi-label Classification</a:t>
            </a:r>
            <a:endParaRPr sz="1050">
              <a:latin typeface="Arial"/>
              <a:ea typeface="Arial"/>
              <a:cs typeface="Arial"/>
              <a:sym typeface="Arial"/>
            </a:endParaRPr>
          </a:p>
          <a:p>
            <a:pPr marL="309880" marR="5080" lvl="0" indent="0" algn="l" rtl="0">
              <a:lnSpc>
                <a:spcPct val="138400"/>
              </a:lnSpc>
              <a:spcBef>
                <a:spcPts val="0"/>
              </a:spcBef>
              <a:spcAft>
                <a:spcPts val="0"/>
              </a:spcAft>
              <a:buNone/>
            </a:pPr>
            <a:r>
              <a:rPr lang="en-US" sz="1050">
                <a:latin typeface="Arial"/>
                <a:ea typeface="Arial"/>
                <a:cs typeface="Arial"/>
                <a:sym typeface="Arial"/>
              </a:rPr>
              <a:t>Each example can belong to multiple classes simultaneously Examples: Movie genres (action + comedy), document tagging</a:t>
            </a:r>
            <a:endParaRPr sz="1050">
              <a:latin typeface="Arial"/>
              <a:ea typeface="Arial"/>
              <a:cs typeface="Arial"/>
              <a:sym typeface="Arial"/>
            </a:endParaRPr>
          </a:p>
        </p:txBody>
      </p:sp>
      <p:grpSp>
        <p:nvGrpSpPr>
          <p:cNvPr id="166" name="Google Shape;166;p12"/>
          <p:cNvGrpSpPr/>
          <p:nvPr/>
        </p:nvGrpSpPr>
        <p:grpSpPr>
          <a:xfrm>
            <a:off x="0" y="3141936"/>
            <a:ext cx="5760262" cy="92075"/>
            <a:chOff x="0" y="3141936"/>
            <a:chExt cx="5760262" cy="92075"/>
          </a:xfrm>
        </p:grpSpPr>
        <p:sp>
          <p:nvSpPr>
            <p:cNvPr id="167" name="Google Shape;167;p12"/>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8" name="Google Shape;168;p12"/>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9" name="Google Shape;169;p12"/>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70" name="Google Shape;170;p1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71" name="Google Shape;171;p1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10"/>
              </a:rPr>
              <a:t>D</a:t>
            </a:r>
            <a:r>
              <a:rPr lang="en-US" sz="600" u="sng" cap="small">
                <a:solidFill>
                  <a:schemeClr val="hlink"/>
                </a:solidFill>
                <a:latin typeface="Bookman Old Style"/>
                <a:ea typeface="Bookman Old Style"/>
                <a:cs typeface="Bookman Old Style"/>
                <a:sym typeface="Bookman Old Style"/>
                <a:hlinkClick r:id="rId10"/>
              </a:rPr>
              <a:t>eep</a:t>
            </a:r>
            <a:r>
              <a:rPr lang="en-US" sz="600" u="sng">
                <a:solidFill>
                  <a:schemeClr val="hlink"/>
                </a:solidFill>
                <a:latin typeface="Bookman Old Style"/>
                <a:ea typeface="Bookman Old Style"/>
                <a:cs typeface="Bookman Old Style"/>
                <a:sym typeface="Bookman Old Style"/>
                <a:hlinkClick r:id="rId10"/>
              </a:rPr>
              <a:t> L</a:t>
            </a:r>
            <a:r>
              <a:rPr lang="en-US" sz="600" u="sng" cap="small">
                <a:solidFill>
                  <a:schemeClr val="hlink"/>
                </a:solidFill>
                <a:latin typeface="Bookman Old Style"/>
                <a:ea typeface="Bookman Old Style"/>
                <a:cs typeface="Bookman Old Style"/>
                <a:sym typeface="Bookman Old Style"/>
                <a:hlinkClick r:id="rId10"/>
              </a:rPr>
              <a:t>earning</a:t>
            </a:r>
            <a:endParaRPr sz="600">
              <a:latin typeface="Bookman Old Style"/>
              <a:ea typeface="Bookman Old Style"/>
              <a:cs typeface="Bookman Old Style"/>
              <a:sym typeface="Bookman Old Style"/>
            </a:endParaRPr>
          </a:p>
        </p:txBody>
      </p:sp>
      <p:sp>
        <p:nvSpPr>
          <p:cNvPr id="172" name="Google Shape;172;p12"/>
          <p:cNvSpPr txBox="1"/>
          <p:nvPr/>
        </p:nvSpPr>
        <p:spPr>
          <a:xfrm>
            <a:off x="4648851" y="3137675"/>
            <a:ext cx="4398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sz="600">
                <a:latin typeface="Bookman Old Style"/>
                <a:ea typeface="Bookman Old Style"/>
                <a:cs typeface="Bookman Old Style"/>
                <a:sym typeface="Bookman Old Style"/>
              </a:rPr>
              <a:t>6</a:t>
            </a:fld>
            <a:r>
              <a:rPr lang="en-US" sz="600">
                <a:latin typeface="Bookman Old Style"/>
                <a:ea typeface="Bookman Old Style"/>
                <a:cs typeface="Bookman Old Style"/>
                <a:sym typeface="Bookman Old Style"/>
              </a:rPr>
              <a:t> / 100</a:t>
            </a:r>
            <a:endParaRPr sz="600">
              <a:latin typeface="Bookman Old Style"/>
              <a:ea typeface="Bookman Old Style"/>
              <a:cs typeface="Bookman Old Style"/>
              <a:sym typeface="Bookman Old Style"/>
            </a:endParaRPr>
          </a:p>
        </p:txBody>
      </p:sp>
      <p:sp>
        <p:nvSpPr>
          <p:cNvPr id="173" name="Google Shape;173;p12"/>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6</a:t>
            </a:fld>
            <a:r>
              <a:rPr lang="en-US"/>
              <a:t> / 100</a:t>
            </a:r>
            <a:endParaRPr/>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3"/>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79" name="Google Shape;179;p13"/>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180" name="Google Shape;180;p13"/>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181" name="Google Shape;181;p13"/>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182" name="Google Shape;182;p13"/>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183" name="Google Shape;183;p13"/>
          <p:cNvGrpSpPr/>
          <p:nvPr/>
        </p:nvGrpSpPr>
        <p:grpSpPr>
          <a:xfrm>
            <a:off x="343662" y="893775"/>
            <a:ext cx="302196" cy="866762"/>
            <a:chOff x="343662" y="893775"/>
            <a:chExt cx="302196" cy="866762"/>
          </a:xfrm>
        </p:grpSpPr>
        <p:pic>
          <p:nvPicPr>
            <p:cNvPr id="184" name="Google Shape;184;p13"/>
            <p:cNvPicPr preferRelativeResize="0"/>
            <p:nvPr/>
          </p:nvPicPr>
          <p:blipFill rotWithShape="1">
            <a:blip r:embed="rId5">
              <a:alphaModFix/>
            </a:blip>
            <a:srcRect/>
            <a:stretch/>
          </p:blipFill>
          <p:spPr>
            <a:xfrm>
              <a:off x="576567" y="893775"/>
              <a:ext cx="69291" cy="69291"/>
            </a:xfrm>
            <a:prstGeom prst="rect">
              <a:avLst/>
            </a:prstGeom>
            <a:noFill/>
            <a:ln>
              <a:noFill/>
            </a:ln>
          </p:spPr>
        </p:pic>
        <p:pic>
          <p:nvPicPr>
            <p:cNvPr id="185" name="Google Shape;185;p13"/>
            <p:cNvPicPr preferRelativeResize="0"/>
            <p:nvPr/>
          </p:nvPicPr>
          <p:blipFill rotWithShape="1">
            <a:blip r:embed="rId6">
              <a:alphaModFix/>
            </a:blip>
            <a:srcRect/>
            <a:stretch/>
          </p:blipFill>
          <p:spPr>
            <a:xfrm>
              <a:off x="576567" y="1077239"/>
              <a:ext cx="69291" cy="69291"/>
            </a:xfrm>
            <a:prstGeom prst="rect">
              <a:avLst/>
            </a:prstGeom>
            <a:noFill/>
            <a:ln>
              <a:noFill/>
            </a:ln>
          </p:spPr>
        </p:pic>
        <p:pic>
          <p:nvPicPr>
            <p:cNvPr id="186" name="Google Shape;186;p13"/>
            <p:cNvPicPr preferRelativeResize="0"/>
            <p:nvPr/>
          </p:nvPicPr>
          <p:blipFill rotWithShape="1">
            <a:blip r:embed="rId7">
              <a:alphaModFix/>
            </a:blip>
            <a:srcRect/>
            <a:stretch/>
          </p:blipFill>
          <p:spPr>
            <a:xfrm>
              <a:off x="576567" y="1260703"/>
              <a:ext cx="69291" cy="69291"/>
            </a:xfrm>
            <a:prstGeom prst="rect">
              <a:avLst/>
            </a:prstGeom>
            <a:noFill/>
            <a:ln>
              <a:noFill/>
            </a:ln>
          </p:spPr>
        </p:pic>
        <p:pic>
          <p:nvPicPr>
            <p:cNvPr id="187" name="Google Shape;187;p13"/>
            <p:cNvPicPr preferRelativeResize="0"/>
            <p:nvPr/>
          </p:nvPicPr>
          <p:blipFill rotWithShape="1">
            <a:blip r:embed="rId8">
              <a:alphaModFix/>
            </a:blip>
            <a:srcRect/>
            <a:stretch/>
          </p:blipFill>
          <p:spPr>
            <a:xfrm>
              <a:off x="576567" y="1444167"/>
              <a:ext cx="69291" cy="69291"/>
            </a:xfrm>
            <a:prstGeom prst="rect">
              <a:avLst/>
            </a:prstGeom>
            <a:noFill/>
            <a:ln>
              <a:noFill/>
            </a:ln>
          </p:spPr>
        </p:pic>
        <p:pic>
          <p:nvPicPr>
            <p:cNvPr id="188" name="Google Shape;188;p13"/>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189" name="Google Shape;189;p13"/>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190" name="Google Shape;190;p13"/>
          <p:cNvGrpSpPr/>
          <p:nvPr/>
        </p:nvGrpSpPr>
        <p:grpSpPr>
          <a:xfrm>
            <a:off x="343662" y="1821865"/>
            <a:ext cx="302196" cy="1056691"/>
            <a:chOff x="343662" y="1821865"/>
            <a:chExt cx="302196" cy="1056691"/>
          </a:xfrm>
        </p:grpSpPr>
        <p:pic>
          <p:nvPicPr>
            <p:cNvPr id="191" name="Google Shape;191;p13"/>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192" name="Google Shape;192;p13"/>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193" name="Google Shape;193;p13"/>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194" name="Google Shape;194;p13"/>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195" name="Google Shape;195;p13"/>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196" name="Google Shape;196;p13"/>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197" name="Google Shape;197;p13"/>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198" name="Google Shape;198;p13"/>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199" name="Google Shape;199;p13"/>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200" name="Google Shape;200;p13"/>
          <p:cNvSpPr txBox="1"/>
          <p:nvPr/>
        </p:nvSpPr>
        <p:spPr>
          <a:xfrm>
            <a:off x="563025" y="391150"/>
            <a:ext cx="50571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latin typeface="Arial"/>
                <a:ea typeface="Arial"/>
                <a:cs typeface="Arial"/>
                <a:sym typeface="Arial"/>
              </a:rPr>
              <a:t> </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D6D6EF"/>
                </a:solidFill>
                <a:latin typeface="Bookman Old Style"/>
                <a:ea typeface="Bookman Old Style"/>
                <a:cs typeface="Bookman Old Style"/>
                <a:sym typeface="Bookman Old Style"/>
              </a:rPr>
              <a:t> </a:t>
            </a:r>
            <a:endParaRPr sz="1300">
              <a:solidFill>
                <a:srgbClr val="D6D6EF"/>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201" name="Google Shape;201;p13"/>
          <p:cNvGrpSpPr/>
          <p:nvPr/>
        </p:nvGrpSpPr>
        <p:grpSpPr>
          <a:xfrm>
            <a:off x="0" y="3141936"/>
            <a:ext cx="5760262" cy="92075"/>
            <a:chOff x="0" y="3141936"/>
            <a:chExt cx="5760262" cy="92075"/>
          </a:xfrm>
        </p:grpSpPr>
        <p:sp>
          <p:nvSpPr>
            <p:cNvPr id="202" name="Google Shape;202;p13"/>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3" name="Google Shape;203;p13"/>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4" name="Google Shape;204;p13"/>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05" name="Google Shape;205;p1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06" name="Google Shape;206;p1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207" name="Google Shape;207;p13"/>
          <p:cNvSpPr txBox="1"/>
          <p:nvPr/>
        </p:nvSpPr>
        <p:spPr>
          <a:xfrm>
            <a:off x="4648851" y="3137675"/>
            <a:ext cx="5199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sz="600">
                <a:latin typeface="Bookman Old Style"/>
                <a:ea typeface="Bookman Old Style"/>
                <a:cs typeface="Bookman Old Style"/>
                <a:sym typeface="Bookman Old Style"/>
              </a:rPr>
              <a:t>7</a:t>
            </a:fld>
            <a:r>
              <a:rPr lang="en-US" sz="600">
                <a:latin typeface="Bookman Old Style"/>
                <a:ea typeface="Bookman Old Style"/>
                <a:cs typeface="Bookman Old Style"/>
                <a:sym typeface="Bookman Old Style"/>
              </a:rPr>
              <a:t> / 100</a:t>
            </a:r>
            <a:endParaRPr sz="600">
              <a:latin typeface="Bookman Old Style"/>
              <a:ea typeface="Bookman Old Style"/>
              <a:cs typeface="Bookman Old Style"/>
              <a:sym typeface="Bookman Old Style"/>
            </a:endParaRPr>
          </a:p>
        </p:txBody>
      </p:sp>
      <p:sp>
        <p:nvSpPr>
          <p:cNvPr id="208" name="Google Shape;208;p13"/>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7</a:t>
            </a:fld>
            <a:r>
              <a:rPr lang="en-US"/>
              <a:t> / 100</a:t>
            </a:r>
            <a:endParaRPr/>
          </a:p>
        </p:txBody>
      </p:sp>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4"/>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B</a:t>
            </a:r>
            <a:r>
              <a:rPr lang="en-US" cap="small">
                <a:solidFill>
                  <a:srgbClr val="FFFFFF"/>
                </a:solidFill>
              </a:rPr>
              <a:t>inary</a:t>
            </a:r>
            <a:r>
              <a:rPr lang="en-US">
                <a:solidFill>
                  <a:srgbClr val="FFFFFF"/>
                </a:solidFill>
              </a:rPr>
              <a:t> C</a:t>
            </a:r>
            <a:r>
              <a:rPr lang="en-US" cap="small">
                <a:solidFill>
                  <a:srgbClr val="FFFFFF"/>
                </a:solidFill>
              </a:rPr>
              <a:t>lassification</a:t>
            </a:r>
            <a:r>
              <a:rPr lang="en-US">
                <a:solidFill>
                  <a:srgbClr val="FFFFFF"/>
                </a:solidFill>
              </a:rPr>
              <a:t> P</a:t>
            </a:r>
            <a:r>
              <a:rPr lang="en-US" cap="small">
                <a:solidFill>
                  <a:srgbClr val="FFFFFF"/>
                </a:solidFill>
              </a:rPr>
              <a:t>roblem</a:t>
            </a:r>
            <a:endParaRPr/>
          </a:p>
        </p:txBody>
      </p:sp>
      <p:grpSp>
        <p:nvGrpSpPr>
          <p:cNvPr id="214" name="Google Shape;214;p14"/>
          <p:cNvGrpSpPr/>
          <p:nvPr/>
        </p:nvGrpSpPr>
        <p:grpSpPr>
          <a:xfrm>
            <a:off x="0" y="3141936"/>
            <a:ext cx="5760262" cy="92075"/>
            <a:chOff x="0" y="3141936"/>
            <a:chExt cx="5760262" cy="92075"/>
          </a:xfrm>
        </p:grpSpPr>
        <p:sp>
          <p:nvSpPr>
            <p:cNvPr id="215" name="Google Shape;215;p1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6" name="Google Shape;216;p1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7" name="Google Shape;217;p1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18" name="Google Shape;218;p1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19" name="Google Shape;219;p1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220" name="Google Shape;220;p14"/>
          <p:cNvSpPr txBox="1"/>
          <p:nvPr/>
        </p:nvSpPr>
        <p:spPr>
          <a:xfrm>
            <a:off x="4648851" y="3137675"/>
            <a:ext cx="50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sz="600">
                <a:latin typeface="Bookman Old Style"/>
                <a:ea typeface="Bookman Old Style"/>
                <a:cs typeface="Bookman Old Style"/>
                <a:sym typeface="Bookman Old Style"/>
              </a:rPr>
              <a:t>8</a:t>
            </a:fld>
            <a:r>
              <a:rPr lang="en-US" sz="600">
                <a:latin typeface="Bookman Old Style"/>
                <a:ea typeface="Bookman Old Style"/>
                <a:cs typeface="Bookman Old Style"/>
                <a:sym typeface="Bookman Old Style"/>
              </a:rPr>
              <a:t> / 100</a:t>
            </a:r>
            <a:endParaRPr sz="600">
              <a:latin typeface="Bookman Old Style"/>
              <a:ea typeface="Bookman Old Style"/>
              <a:cs typeface="Bookman Old Style"/>
              <a:sym typeface="Bookman Old Style"/>
            </a:endParaRPr>
          </a:p>
        </p:txBody>
      </p:sp>
      <p:pic>
        <p:nvPicPr>
          <p:cNvPr id="221" name="Google Shape;221;p14"/>
          <p:cNvPicPr preferRelativeResize="0"/>
          <p:nvPr/>
        </p:nvPicPr>
        <p:blipFill>
          <a:blip r:embed="rId4">
            <a:alphaModFix/>
          </a:blip>
          <a:stretch>
            <a:fillRect/>
          </a:stretch>
        </p:blipFill>
        <p:spPr>
          <a:xfrm>
            <a:off x="152400" y="550235"/>
            <a:ext cx="5061967" cy="2435038"/>
          </a:xfrm>
          <a:prstGeom prst="rect">
            <a:avLst/>
          </a:prstGeom>
          <a:noFill/>
          <a:ln>
            <a:noFill/>
          </a:ln>
        </p:spPr>
      </p:pic>
      <p:sp>
        <p:nvSpPr>
          <p:cNvPr id="222" name="Google Shape;222;p14"/>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8</a:t>
            </a:fld>
            <a:r>
              <a:rPr lang="en-US"/>
              <a:t> / 100</a:t>
            </a:r>
            <a:endParaRPr/>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B</a:t>
            </a:r>
            <a:r>
              <a:rPr lang="en-US" cap="small">
                <a:solidFill>
                  <a:srgbClr val="FFFFFF"/>
                </a:solidFill>
              </a:rPr>
              <a:t>inary</a:t>
            </a:r>
            <a:r>
              <a:rPr lang="en-US">
                <a:solidFill>
                  <a:srgbClr val="FFFFFF"/>
                </a:solidFill>
              </a:rPr>
              <a:t> C</a:t>
            </a:r>
            <a:r>
              <a:rPr lang="en-US" cap="small">
                <a:solidFill>
                  <a:srgbClr val="FFFFFF"/>
                </a:solidFill>
              </a:rPr>
              <a:t>lassification</a:t>
            </a:r>
            <a:r>
              <a:rPr lang="en-US">
                <a:solidFill>
                  <a:srgbClr val="FFFFFF"/>
                </a:solidFill>
              </a:rPr>
              <a:t>:  V</a:t>
            </a:r>
            <a:r>
              <a:rPr lang="en-US" cap="small">
                <a:solidFill>
                  <a:srgbClr val="FFFFFF"/>
                </a:solidFill>
              </a:rPr>
              <a:t>isual</a:t>
            </a:r>
            <a:r>
              <a:rPr lang="en-US">
                <a:solidFill>
                  <a:srgbClr val="FFFFFF"/>
                </a:solidFill>
              </a:rPr>
              <a:t> E</a:t>
            </a:r>
            <a:r>
              <a:rPr lang="en-US" cap="small">
                <a:solidFill>
                  <a:srgbClr val="FFFFFF"/>
                </a:solidFill>
              </a:rPr>
              <a:t>xample</a:t>
            </a:r>
            <a:endParaRPr/>
          </a:p>
        </p:txBody>
      </p:sp>
      <p:grpSp>
        <p:nvGrpSpPr>
          <p:cNvPr id="228" name="Google Shape;228;p15"/>
          <p:cNvGrpSpPr/>
          <p:nvPr/>
        </p:nvGrpSpPr>
        <p:grpSpPr>
          <a:xfrm>
            <a:off x="573760" y="2486724"/>
            <a:ext cx="2370956" cy="79375"/>
            <a:chOff x="573760" y="2486724"/>
            <a:chExt cx="2370956" cy="79375"/>
          </a:xfrm>
        </p:grpSpPr>
        <p:sp>
          <p:nvSpPr>
            <p:cNvPr id="229" name="Google Shape;229;p15"/>
            <p:cNvSpPr/>
            <p:nvPr/>
          </p:nvSpPr>
          <p:spPr>
            <a:xfrm>
              <a:off x="573760" y="2526233"/>
              <a:ext cx="2366010" cy="0"/>
            </a:xfrm>
            <a:custGeom>
              <a:avLst/>
              <a:gdLst/>
              <a:ahLst/>
              <a:cxnLst/>
              <a:rect l="l" t="t" r="r" b="b"/>
              <a:pathLst>
                <a:path w="2366010" h="120000" extrusionOk="0">
                  <a:moveTo>
                    <a:pt x="0" y="0"/>
                  </a:moveTo>
                  <a:lnTo>
                    <a:pt x="2365895"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30" name="Google Shape;230;p15"/>
            <p:cNvSpPr/>
            <p:nvPr/>
          </p:nvSpPr>
          <p:spPr>
            <a:xfrm>
              <a:off x="2912332" y="2486724"/>
              <a:ext cx="32384" cy="79375"/>
            </a:xfrm>
            <a:custGeom>
              <a:avLst/>
              <a:gdLst/>
              <a:ahLst/>
              <a:cxnLst/>
              <a:rect l="l" t="t" r="r" b="b"/>
              <a:pathLst>
                <a:path w="32385" h="79375" extrusionOk="0">
                  <a:moveTo>
                    <a:pt x="0" y="0"/>
                  </a:moveTo>
                  <a:lnTo>
                    <a:pt x="5689" y="15525"/>
                  </a:lnTo>
                  <a:lnTo>
                    <a:pt x="13432" y="26915"/>
                  </a:lnTo>
                  <a:lnTo>
                    <a:pt x="22556" y="34724"/>
                  </a:lnTo>
                  <a:lnTo>
                    <a:pt x="32390" y="39509"/>
                  </a:lnTo>
                  <a:lnTo>
                    <a:pt x="22556" y="44293"/>
                  </a:lnTo>
                  <a:lnTo>
                    <a:pt x="13432" y="52102"/>
                  </a:lnTo>
                  <a:lnTo>
                    <a:pt x="5689" y="63492"/>
                  </a:lnTo>
                  <a:lnTo>
                    <a:pt x="0" y="79018"/>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31" name="Google Shape;231;p15"/>
          <p:cNvSpPr txBox="1"/>
          <p:nvPr/>
        </p:nvSpPr>
        <p:spPr>
          <a:xfrm>
            <a:off x="2962262" y="2401067"/>
            <a:ext cx="195580"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1</a:t>
            </a:r>
            <a:endParaRPr sz="1050" baseline="-25000">
              <a:latin typeface="Arial"/>
              <a:ea typeface="Arial"/>
              <a:cs typeface="Arial"/>
              <a:sym typeface="Arial"/>
            </a:endParaRPr>
          </a:p>
        </p:txBody>
      </p:sp>
      <p:grpSp>
        <p:nvGrpSpPr>
          <p:cNvPr id="232" name="Google Shape;232;p15"/>
          <p:cNvGrpSpPr/>
          <p:nvPr/>
        </p:nvGrpSpPr>
        <p:grpSpPr>
          <a:xfrm>
            <a:off x="750253" y="803274"/>
            <a:ext cx="79375" cy="1939278"/>
            <a:chOff x="750253" y="803274"/>
            <a:chExt cx="79375" cy="1939278"/>
          </a:xfrm>
        </p:grpSpPr>
        <p:sp>
          <p:nvSpPr>
            <p:cNvPr id="233" name="Google Shape;233;p15"/>
            <p:cNvSpPr/>
            <p:nvPr/>
          </p:nvSpPr>
          <p:spPr>
            <a:xfrm>
              <a:off x="789762" y="808342"/>
              <a:ext cx="0" cy="1934210"/>
            </a:xfrm>
            <a:custGeom>
              <a:avLst/>
              <a:gdLst/>
              <a:ahLst/>
              <a:cxnLst/>
              <a:rect l="l" t="t" r="r" b="b"/>
              <a:pathLst>
                <a:path w="120000" h="1934210" extrusionOk="0">
                  <a:moveTo>
                    <a:pt x="0" y="1933892"/>
                  </a:moveTo>
                  <a:lnTo>
                    <a:pt x="0"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34" name="Google Shape;234;p15"/>
            <p:cNvSpPr/>
            <p:nvPr/>
          </p:nvSpPr>
          <p:spPr>
            <a:xfrm>
              <a:off x="750253" y="803274"/>
              <a:ext cx="79375" cy="32384"/>
            </a:xfrm>
            <a:custGeom>
              <a:avLst/>
              <a:gdLst/>
              <a:ahLst/>
              <a:cxnLst/>
              <a:rect l="l" t="t" r="r" b="b"/>
              <a:pathLst>
                <a:path w="79375" h="32384" extrusionOk="0">
                  <a:moveTo>
                    <a:pt x="0" y="32390"/>
                  </a:moveTo>
                  <a:lnTo>
                    <a:pt x="15525" y="26701"/>
                  </a:lnTo>
                  <a:lnTo>
                    <a:pt x="26915" y="18958"/>
                  </a:lnTo>
                  <a:lnTo>
                    <a:pt x="34724" y="9833"/>
                  </a:lnTo>
                  <a:lnTo>
                    <a:pt x="39509" y="0"/>
                  </a:lnTo>
                  <a:lnTo>
                    <a:pt x="44293" y="9833"/>
                  </a:lnTo>
                  <a:lnTo>
                    <a:pt x="52102" y="18958"/>
                  </a:lnTo>
                  <a:lnTo>
                    <a:pt x="63492" y="26701"/>
                  </a:lnTo>
                  <a:lnTo>
                    <a:pt x="79018" y="3239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35" name="Google Shape;235;p15"/>
          <p:cNvSpPr txBox="1"/>
          <p:nvPr/>
        </p:nvSpPr>
        <p:spPr>
          <a:xfrm>
            <a:off x="689013" y="575518"/>
            <a:ext cx="195580"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2</a:t>
            </a:r>
            <a:endParaRPr sz="1050" baseline="-25000">
              <a:latin typeface="Arial"/>
              <a:ea typeface="Arial"/>
              <a:cs typeface="Arial"/>
              <a:sym typeface="Arial"/>
            </a:endParaRPr>
          </a:p>
        </p:txBody>
      </p:sp>
      <p:sp>
        <p:nvSpPr>
          <p:cNvPr id="236" name="Google Shape;236;p15"/>
          <p:cNvSpPr/>
          <p:nvPr/>
        </p:nvSpPr>
        <p:spPr>
          <a:xfrm>
            <a:off x="1005763" y="798220"/>
            <a:ext cx="1512570" cy="1944370"/>
          </a:xfrm>
          <a:custGeom>
            <a:avLst/>
            <a:gdLst/>
            <a:ahLst/>
            <a:cxnLst/>
            <a:rect l="l" t="t" r="r" b="b"/>
            <a:pathLst>
              <a:path w="1512570" h="1944370" extrusionOk="0">
                <a:moveTo>
                  <a:pt x="0" y="1944014"/>
                </a:moveTo>
                <a:lnTo>
                  <a:pt x="1512011" y="0"/>
                </a:lnTo>
              </a:path>
            </a:pathLst>
          </a:custGeom>
          <a:noFill/>
          <a:ln w="10100" cap="flat" cmpd="sng">
            <a:solidFill>
              <a:srgbClr val="009A55"/>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37" name="Google Shape;237;p15"/>
          <p:cNvSpPr txBox="1"/>
          <p:nvPr/>
        </p:nvSpPr>
        <p:spPr>
          <a:xfrm>
            <a:off x="2555659" y="683633"/>
            <a:ext cx="117665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009A55"/>
                </a:solidFill>
                <a:latin typeface="Arial"/>
                <a:ea typeface="Arial"/>
                <a:cs typeface="Arial"/>
                <a:sym typeface="Arial"/>
              </a:rPr>
              <a:t>Decision Boundary</a:t>
            </a:r>
            <a:endParaRPr sz="1050">
              <a:latin typeface="Arial"/>
              <a:ea typeface="Arial"/>
              <a:cs typeface="Arial"/>
              <a:sym typeface="Arial"/>
            </a:endParaRPr>
          </a:p>
        </p:txBody>
      </p:sp>
      <p:grpSp>
        <p:nvGrpSpPr>
          <p:cNvPr id="238" name="Google Shape;238;p15"/>
          <p:cNvGrpSpPr/>
          <p:nvPr/>
        </p:nvGrpSpPr>
        <p:grpSpPr>
          <a:xfrm>
            <a:off x="0" y="968667"/>
            <a:ext cx="5760262" cy="2265344"/>
            <a:chOff x="0" y="968667"/>
            <a:chExt cx="5760262" cy="2265344"/>
          </a:xfrm>
        </p:grpSpPr>
        <p:pic>
          <p:nvPicPr>
            <p:cNvPr id="239" name="Google Shape;239;p15"/>
            <p:cNvPicPr preferRelativeResize="0"/>
            <p:nvPr/>
          </p:nvPicPr>
          <p:blipFill rotWithShape="1">
            <a:blip r:embed="rId3">
              <a:alphaModFix/>
            </a:blip>
            <a:srcRect/>
            <a:stretch/>
          </p:blipFill>
          <p:spPr>
            <a:xfrm>
              <a:off x="1089817" y="1098270"/>
              <a:ext cx="91098" cy="91097"/>
            </a:xfrm>
            <a:prstGeom prst="rect">
              <a:avLst/>
            </a:prstGeom>
            <a:noFill/>
            <a:ln>
              <a:noFill/>
            </a:ln>
          </p:spPr>
        </p:pic>
        <p:pic>
          <p:nvPicPr>
            <p:cNvPr id="240" name="Google Shape;240;p15"/>
            <p:cNvPicPr preferRelativeResize="0"/>
            <p:nvPr/>
          </p:nvPicPr>
          <p:blipFill rotWithShape="1">
            <a:blip r:embed="rId4">
              <a:alphaModFix/>
            </a:blip>
            <a:srcRect/>
            <a:stretch/>
          </p:blipFill>
          <p:spPr>
            <a:xfrm>
              <a:off x="1262616" y="1271070"/>
              <a:ext cx="91099" cy="91099"/>
            </a:xfrm>
            <a:prstGeom prst="rect">
              <a:avLst/>
            </a:prstGeom>
            <a:noFill/>
            <a:ln>
              <a:noFill/>
            </a:ln>
          </p:spPr>
        </p:pic>
        <p:pic>
          <p:nvPicPr>
            <p:cNvPr id="241" name="Google Shape;241;p15"/>
            <p:cNvPicPr preferRelativeResize="0"/>
            <p:nvPr/>
          </p:nvPicPr>
          <p:blipFill rotWithShape="1">
            <a:blip r:embed="rId3">
              <a:alphaModFix/>
            </a:blip>
            <a:srcRect/>
            <a:stretch/>
          </p:blipFill>
          <p:spPr>
            <a:xfrm>
              <a:off x="1392218" y="968667"/>
              <a:ext cx="91099" cy="91097"/>
            </a:xfrm>
            <a:prstGeom prst="rect">
              <a:avLst/>
            </a:prstGeom>
            <a:noFill/>
            <a:ln>
              <a:noFill/>
            </a:ln>
          </p:spPr>
        </p:pic>
        <p:pic>
          <p:nvPicPr>
            <p:cNvPr id="242" name="Google Shape;242;p15"/>
            <p:cNvPicPr preferRelativeResize="0"/>
            <p:nvPr/>
          </p:nvPicPr>
          <p:blipFill rotWithShape="1">
            <a:blip r:embed="rId4">
              <a:alphaModFix/>
            </a:blip>
            <a:srcRect/>
            <a:stretch/>
          </p:blipFill>
          <p:spPr>
            <a:xfrm>
              <a:off x="960213" y="1400672"/>
              <a:ext cx="91099" cy="91099"/>
            </a:xfrm>
            <a:prstGeom prst="rect">
              <a:avLst/>
            </a:prstGeom>
            <a:noFill/>
            <a:ln>
              <a:noFill/>
            </a:ln>
          </p:spPr>
        </p:pic>
        <p:pic>
          <p:nvPicPr>
            <p:cNvPr id="243" name="Google Shape;243;p15"/>
            <p:cNvPicPr preferRelativeResize="0"/>
            <p:nvPr/>
          </p:nvPicPr>
          <p:blipFill rotWithShape="1">
            <a:blip r:embed="rId4">
              <a:alphaModFix/>
            </a:blip>
            <a:srcRect/>
            <a:stretch/>
          </p:blipFill>
          <p:spPr>
            <a:xfrm>
              <a:off x="1521820" y="1530275"/>
              <a:ext cx="91099" cy="91099"/>
            </a:xfrm>
            <a:prstGeom prst="rect">
              <a:avLst/>
            </a:prstGeom>
            <a:noFill/>
            <a:ln>
              <a:noFill/>
            </a:ln>
          </p:spPr>
        </p:pic>
        <p:pic>
          <p:nvPicPr>
            <p:cNvPr id="244" name="Google Shape;244;p15"/>
            <p:cNvPicPr preferRelativeResize="0"/>
            <p:nvPr/>
          </p:nvPicPr>
          <p:blipFill rotWithShape="1">
            <a:blip r:embed="rId5">
              <a:alphaModFix/>
            </a:blip>
            <a:srcRect/>
            <a:stretch/>
          </p:blipFill>
          <p:spPr>
            <a:xfrm>
              <a:off x="1694620" y="1184668"/>
              <a:ext cx="91099" cy="91100"/>
            </a:xfrm>
            <a:prstGeom prst="rect">
              <a:avLst/>
            </a:prstGeom>
            <a:noFill/>
            <a:ln>
              <a:noFill/>
            </a:ln>
          </p:spPr>
        </p:pic>
        <p:pic>
          <p:nvPicPr>
            <p:cNvPr id="245" name="Google Shape;245;p15"/>
            <p:cNvPicPr preferRelativeResize="0"/>
            <p:nvPr/>
          </p:nvPicPr>
          <p:blipFill rotWithShape="1">
            <a:blip r:embed="rId4">
              <a:alphaModFix/>
            </a:blip>
            <a:srcRect/>
            <a:stretch/>
          </p:blipFill>
          <p:spPr>
            <a:xfrm>
              <a:off x="1176216" y="1703075"/>
              <a:ext cx="91099" cy="91099"/>
            </a:xfrm>
            <a:prstGeom prst="rect">
              <a:avLst/>
            </a:prstGeom>
            <a:noFill/>
            <a:ln>
              <a:noFill/>
            </a:ln>
          </p:spPr>
        </p:pic>
        <p:sp>
          <p:nvSpPr>
            <p:cNvPr id="246" name="Google Shape;246;p15"/>
            <p:cNvSpPr/>
            <p:nvPr/>
          </p:nvSpPr>
          <p:spPr>
            <a:xfrm>
              <a:off x="1956172" y="1532621"/>
              <a:ext cx="821055" cy="821055"/>
            </a:xfrm>
            <a:custGeom>
              <a:avLst/>
              <a:gdLst/>
              <a:ahLst/>
              <a:cxnLst/>
              <a:rect l="l" t="t" r="r" b="b"/>
              <a:pathLst>
                <a:path w="821055" h="821055" extrusionOk="0">
                  <a:moveTo>
                    <a:pt x="86399" y="388807"/>
                  </a:moveTo>
                  <a:lnTo>
                    <a:pt x="172805" y="302402"/>
                  </a:lnTo>
                </a:path>
                <a:path w="821055" h="821055" extrusionOk="0">
                  <a:moveTo>
                    <a:pt x="86399" y="302402"/>
                  </a:moveTo>
                  <a:lnTo>
                    <a:pt x="172805" y="388807"/>
                  </a:lnTo>
                </a:path>
                <a:path w="821055" h="821055" extrusionOk="0">
                  <a:moveTo>
                    <a:pt x="302395" y="691210"/>
                  </a:moveTo>
                  <a:lnTo>
                    <a:pt x="388806" y="604803"/>
                  </a:lnTo>
                </a:path>
                <a:path w="821055" h="821055" extrusionOk="0">
                  <a:moveTo>
                    <a:pt x="302395" y="604803"/>
                  </a:moveTo>
                  <a:lnTo>
                    <a:pt x="388806" y="691210"/>
                  </a:lnTo>
                </a:path>
                <a:path w="821055" h="821055" extrusionOk="0">
                  <a:moveTo>
                    <a:pt x="604808" y="518410"/>
                  </a:moveTo>
                  <a:lnTo>
                    <a:pt x="691206" y="432004"/>
                  </a:lnTo>
                </a:path>
                <a:path w="821055" h="821055" extrusionOk="0">
                  <a:moveTo>
                    <a:pt x="604808" y="432004"/>
                  </a:moveTo>
                  <a:lnTo>
                    <a:pt x="691206" y="518410"/>
                  </a:lnTo>
                </a:path>
                <a:path w="821055" h="821055" extrusionOk="0">
                  <a:moveTo>
                    <a:pt x="0" y="820812"/>
                  </a:moveTo>
                  <a:lnTo>
                    <a:pt x="86405" y="734406"/>
                  </a:lnTo>
                </a:path>
                <a:path w="821055" h="821055" extrusionOk="0">
                  <a:moveTo>
                    <a:pt x="0" y="734406"/>
                  </a:moveTo>
                  <a:lnTo>
                    <a:pt x="86405" y="820812"/>
                  </a:lnTo>
                </a:path>
                <a:path w="821055" h="821055" extrusionOk="0">
                  <a:moveTo>
                    <a:pt x="431999" y="259205"/>
                  </a:moveTo>
                  <a:lnTo>
                    <a:pt x="518410" y="172798"/>
                  </a:lnTo>
                </a:path>
                <a:path w="821055" h="821055" extrusionOk="0">
                  <a:moveTo>
                    <a:pt x="431999" y="172798"/>
                  </a:moveTo>
                  <a:lnTo>
                    <a:pt x="518410" y="259205"/>
                  </a:lnTo>
                </a:path>
                <a:path w="821055" h="821055" extrusionOk="0">
                  <a:moveTo>
                    <a:pt x="734411" y="388807"/>
                  </a:moveTo>
                  <a:lnTo>
                    <a:pt x="820809" y="302402"/>
                  </a:lnTo>
                </a:path>
                <a:path w="821055" h="821055" extrusionOk="0">
                  <a:moveTo>
                    <a:pt x="734411" y="302402"/>
                  </a:moveTo>
                  <a:lnTo>
                    <a:pt x="820809" y="388807"/>
                  </a:lnTo>
                </a:path>
                <a:path w="821055" h="821055" extrusionOk="0">
                  <a:moveTo>
                    <a:pt x="172805" y="86406"/>
                  </a:moveTo>
                  <a:lnTo>
                    <a:pt x="259203" y="0"/>
                  </a:lnTo>
                </a:path>
                <a:path w="821055" h="821055" extrusionOk="0">
                  <a:moveTo>
                    <a:pt x="172805" y="0"/>
                  </a:moveTo>
                  <a:lnTo>
                    <a:pt x="259203" y="86406"/>
                  </a:lnTo>
                </a:path>
              </a:pathLst>
            </a:custGeom>
            <a:noFill/>
            <a:ln w="10100" cap="flat" cmpd="sng">
              <a:solidFill>
                <a:srgbClr val="BF003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7" name="Google Shape;247;p15"/>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8" name="Google Shape;248;p15"/>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9" name="Google Shape;249;p15"/>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50" name="Google Shape;250;p15"/>
          <p:cNvSpPr txBox="1"/>
          <p:nvPr/>
        </p:nvSpPr>
        <p:spPr>
          <a:xfrm>
            <a:off x="1283969" y="2642112"/>
            <a:ext cx="567055" cy="189865"/>
          </a:xfrm>
          <a:prstGeom prst="rect">
            <a:avLst/>
          </a:prstGeom>
          <a:noFill/>
          <a:ln>
            <a:noFill/>
          </a:ln>
        </p:spPr>
        <p:txBody>
          <a:bodyPr spcFirstLastPara="1" wrap="square" lIns="0" tIns="15875" rIns="0" bIns="0" anchor="t" anchorCtr="0">
            <a:spAutoFit/>
          </a:bodyPr>
          <a:lstStyle/>
          <a:p>
            <a:pPr marL="97155" lvl="0" indent="-84455" algn="l" rtl="0">
              <a:lnSpc>
                <a:spcPct val="100000"/>
              </a:lnSpc>
              <a:spcBef>
                <a:spcPts val="0"/>
              </a:spcBef>
              <a:spcAft>
                <a:spcPts val="0"/>
              </a:spcAft>
              <a:buClr>
                <a:srgbClr val="1B1472"/>
              </a:buClr>
              <a:buSzPts val="1050"/>
              <a:buFont typeface="Arial"/>
              <a:buChar char="•"/>
            </a:pPr>
            <a:r>
              <a:rPr lang="en-US" sz="1050">
                <a:solidFill>
                  <a:srgbClr val="1B1472"/>
                </a:solidFill>
                <a:latin typeface="Arial"/>
                <a:ea typeface="Arial"/>
                <a:cs typeface="Arial"/>
                <a:sym typeface="Arial"/>
              </a:rPr>
              <a:t>Class 0</a:t>
            </a:r>
            <a:endParaRPr sz="1050">
              <a:latin typeface="Arial"/>
              <a:ea typeface="Arial"/>
              <a:cs typeface="Arial"/>
              <a:sym typeface="Arial"/>
            </a:endParaRPr>
          </a:p>
        </p:txBody>
      </p:sp>
      <p:sp>
        <p:nvSpPr>
          <p:cNvPr id="251" name="Google Shape;251;p1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52" name="Google Shape;252;p1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6"/>
              </a:rPr>
              <a:t>D</a:t>
            </a:r>
            <a:r>
              <a:rPr lang="en-US" sz="600" u="sng" cap="small">
                <a:solidFill>
                  <a:schemeClr val="hlink"/>
                </a:solidFill>
                <a:latin typeface="Bookman Old Style"/>
                <a:ea typeface="Bookman Old Style"/>
                <a:cs typeface="Bookman Old Style"/>
                <a:sym typeface="Bookman Old Style"/>
                <a:hlinkClick r:id="rId6"/>
              </a:rPr>
              <a:t>eep</a:t>
            </a:r>
            <a:r>
              <a:rPr lang="en-US" sz="600" u="sng">
                <a:solidFill>
                  <a:schemeClr val="hlink"/>
                </a:solidFill>
                <a:latin typeface="Bookman Old Style"/>
                <a:ea typeface="Bookman Old Style"/>
                <a:cs typeface="Bookman Old Style"/>
                <a:sym typeface="Bookman Old Style"/>
                <a:hlinkClick r:id="rId6"/>
              </a:rPr>
              <a:t> L</a:t>
            </a:r>
            <a:r>
              <a:rPr lang="en-US" sz="600" u="sng" cap="small">
                <a:solidFill>
                  <a:schemeClr val="hlink"/>
                </a:solidFill>
                <a:latin typeface="Bookman Old Style"/>
                <a:ea typeface="Bookman Old Style"/>
                <a:cs typeface="Bookman Old Style"/>
                <a:sym typeface="Bookman Old Style"/>
                <a:hlinkClick r:id="rId6"/>
              </a:rPr>
              <a:t>earning</a:t>
            </a:r>
            <a:endParaRPr sz="600">
              <a:latin typeface="Bookman Old Style"/>
              <a:ea typeface="Bookman Old Style"/>
              <a:cs typeface="Bookman Old Style"/>
              <a:sym typeface="Bookman Old Style"/>
            </a:endParaRPr>
          </a:p>
        </p:txBody>
      </p:sp>
      <p:sp>
        <p:nvSpPr>
          <p:cNvPr id="253" name="Google Shape;253;p15"/>
          <p:cNvSpPr txBox="1"/>
          <p:nvPr/>
        </p:nvSpPr>
        <p:spPr>
          <a:xfrm>
            <a:off x="4674252" y="3137675"/>
            <a:ext cx="5244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a:latin typeface="Bookman Old Style"/>
                <a:ea typeface="Bookman Old Style"/>
                <a:cs typeface="Bookman Old Style"/>
                <a:sym typeface="Bookman Old Style"/>
              </a:rPr>
              <a:t>9 / 100</a:t>
            </a:r>
            <a:endParaRPr sz="600">
              <a:latin typeface="Bookman Old Style"/>
              <a:ea typeface="Bookman Old Style"/>
              <a:cs typeface="Bookman Old Style"/>
              <a:sym typeface="Bookman Old Style"/>
            </a:endParaRPr>
          </a:p>
        </p:txBody>
      </p:sp>
      <p:sp>
        <p:nvSpPr>
          <p:cNvPr id="254" name="Google Shape;254;p15"/>
          <p:cNvSpPr txBox="1"/>
          <p:nvPr/>
        </p:nvSpPr>
        <p:spPr>
          <a:xfrm>
            <a:off x="1983232" y="2621734"/>
            <a:ext cx="63754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200">
                <a:solidFill>
                  <a:srgbClr val="BF003F"/>
                </a:solidFill>
                <a:latin typeface="Lucida Sans"/>
                <a:ea typeface="Lucida Sans"/>
                <a:cs typeface="Lucida Sans"/>
                <a:sym typeface="Lucida Sans"/>
              </a:rPr>
              <a:t>× </a:t>
            </a:r>
            <a:r>
              <a:rPr lang="en-US" sz="1050">
                <a:solidFill>
                  <a:srgbClr val="BF003F"/>
                </a:solidFill>
                <a:latin typeface="Arial"/>
                <a:ea typeface="Arial"/>
                <a:cs typeface="Arial"/>
                <a:sym typeface="Arial"/>
              </a:rPr>
              <a:t>Class 1</a:t>
            </a:r>
            <a:endParaRPr sz="1050">
              <a:latin typeface="Arial"/>
              <a:ea typeface="Arial"/>
              <a:cs typeface="Arial"/>
              <a:sym typeface="Arial"/>
            </a:endParaRPr>
          </a:p>
        </p:txBody>
      </p:sp>
      <p:sp>
        <p:nvSpPr>
          <p:cNvPr id="255" name="Google Shape;255;p15"/>
          <p:cNvSpPr txBox="1"/>
          <p:nvPr/>
        </p:nvSpPr>
        <p:spPr>
          <a:xfrm>
            <a:off x="873163" y="1988018"/>
            <a:ext cx="524510" cy="17526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950">
                <a:solidFill>
                  <a:srgbClr val="1B1472"/>
                </a:solidFill>
                <a:latin typeface="Arial"/>
                <a:ea typeface="Arial"/>
                <a:cs typeface="Arial"/>
                <a:sym typeface="Arial"/>
              </a:rPr>
              <a:t>Region 0</a:t>
            </a:r>
            <a:endParaRPr sz="950">
              <a:latin typeface="Arial"/>
              <a:ea typeface="Arial"/>
              <a:cs typeface="Arial"/>
              <a:sym typeface="Arial"/>
            </a:endParaRPr>
          </a:p>
        </p:txBody>
      </p:sp>
      <p:sp>
        <p:nvSpPr>
          <p:cNvPr id="256" name="Google Shape;256;p15"/>
          <p:cNvSpPr txBox="1"/>
          <p:nvPr/>
        </p:nvSpPr>
        <p:spPr>
          <a:xfrm>
            <a:off x="2471559" y="1124024"/>
            <a:ext cx="524510" cy="17526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950">
                <a:solidFill>
                  <a:srgbClr val="BF003F"/>
                </a:solidFill>
                <a:latin typeface="Arial"/>
                <a:ea typeface="Arial"/>
                <a:cs typeface="Arial"/>
                <a:sym typeface="Arial"/>
              </a:rPr>
              <a:t>Region 1</a:t>
            </a:r>
            <a:endParaRPr sz="950">
              <a:latin typeface="Arial"/>
              <a:ea typeface="Arial"/>
              <a:cs typeface="Arial"/>
              <a:sym typeface="Arial"/>
            </a:endParaRPr>
          </a:p>
        </p:txBody>
      </p:sp>
      <p:sp>
        <p:nvSpPr>
          <p:cNvPr id="257" name="Google Shape;257;p15"/>
          <p:cNvSpPr txBox="1"/>
          <p:nvPr/>
        </p:nvSpPr>
        <p:spPr>
          <a:xfrm>
            <a:off x="3300234" y="1369607"/>
            <a:ext cx="1891664" cy="585470"/>
          </a:xfrm>
          <a:prstGeom prst="rect">
            <a:avLst/>
          </a:prstGeom>
          <a:solidFill>
            <a:srgbClr val="FEF4D5"/>
          </a:solidFill>
          <a:ln>
            <a:noFill/>
          </a:ln>
        </p:spPr>
        <p:txBody>
          <a:bodyPr spcFirstLastPara="1" wrap="square" lIns="0" tIns="10775" rIns="0" bIns="0" anchor="t" anchorCtr="0">
            <a:spAutoFit/>
          </a:bodyPr>
          <a:lstStyle/>
          <a:p>
            <a:pPr marL="0" lvl="0" indent="0" algn="ctr" rtl="0">
              <a:lnSpc>
                <a:spcPct val="100000"/>
              </a:lnSpc>
              <a:spcBef>
                <a:spcPts val="0"/>
              </a:spcBef>
              <a:spcAft>
                <a:spcPts val="0"/>
              </a:spcAft>
              <a:buNone/>
            </a:pPr>
            <a:r>
              <a:rPr lang="en-US" sz="1050">
                <a:solidFill>
                  <a:srgbClr val="1B1472"/>
                </a:solidFill>
                <a:latin typeface="Arial"/>
                <a:ea typeface="Arial"/>
                <a:cs typeface="Arial"/>
                <a:sym typeface="Arial"/>
              </a:rPr>
              <a:t>The decision boundary</a:t>
            </a:r>
            <a:endParaRPr sz="1050">
              <a:latin typeface="Arial"/>
              <a:ea typeface="Arial"/>
              <a:cs typeface="Arial"/>
              <a:sym typeface="Arial"/>
            </a:endParaRPr>
          </a:p>
          <a:p>
            <a:pPr marL="184785" marR="177165" lvl="0" indent="-635" algn="ctr" rtl="0">
              <a:lnSpc>
                <a:spcPct val="114700"/>
              </a:lnSpc>
              <a:spcBef>
                <a:spcPts val="0"/>
              </a:spcBef>
              <a:spcAft>
                <a:spcPts val="0"/>
              </a:spcAft>
              <a:buNone/>
            </a:pPr>
            <a:r>
              <a:rPr lang="en-US" sz="1050">
                <a:solidFill>
                  <a:srgbClr val="1B1472"/>
                </a:solidFill>
                <a:latin typeface="Arial"/>
                <a:ea typeface="Arial"/>
                <a:cs typeface="Arial"/>
                <a:sym typeface="Arial"/>
              </a:rPr>
              <a:t>separates the two classes in feature space.</a:t>
            </a:r>
            <a:endParaRPr sz="1050">
              <a:latin typeface="Arial"/>
              <a:ea typeface="Arial"/>
              <a:cs typeface="Arial"/>
              <a:sym typeface="Arial"/>
            </a:endParaRPr>
          </a:p>
        </p:txBody>
      </p:sp>
      <p:sp>
        <p:nvSpPr>
          <p:cNvPr id="258" name="Google Shape;258;p15"/>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9</a:t>
            </a:fld>
            <a:r>
              <a:rPr lang="en-US"/>
              <a:t> / 100</a:t>
            </a:r>
            <a:endParaRPr/>
          </a:p>
        </p:txBody>
      </p:sp>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6"/>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hy</a:t>
            </a:r>
            <a:r>
              <a:rPr lang="en-US">
                <a:solidFill>
                  <a:srgbClr val="FFFFFF"/>
                </a:solidFill>
              </a:rPr>
              <a:t> N</a:t>
            </a:r>
            <a:r>
              <a:rPr lang="en-US" cap="small">
                <a:solidFill>
                  <a:srgbClr val="FFFFFF"/>
                </a:solidFill>
              </a:rPr>
              <a:t>ot</a:t>
            </a:r>
            <a:r>
              <a:rPr lang="en-US">
                <a:solidFill>
                  <a:srgbClr val="FFFFFF"/>
                </a:solidFill>
              </a:rPr>
              <a:t> U</a:t>
            </a:r>
            <a:r>
              <a:rPr lang="en-US" cap="small">
                <a:solidFill>
                  <a:srgbClr val="FFFFFF"/>
                </a:solidFill>
              </a:rPr>
              <a:t>se</a:t>
            </a:r>
            <a:r>
              <a:rPr lang="en-US">
                <a:solidFill>
                  <a:srgbClr val="FFFFFF"/>
                </a:solidFill>
              </a:rPr>
              <a:t> L</a:t>
            </a:r>
            <a:r>
              <a:rPr lang="en-US" cap="small">
                <a:solidFill>
                  <a:srgbClr val="FFFFFF"/>
                </a:solidFill>
              </a:rPr>
              <a:t>inear</a:t>
            </a:r>
            <a:r>
              <a:rPr lang="en-US">
                <a:solidFill>
                  <a:srgbClr val="FFFFFF"/>
                </a:solidFill>
              </a:rPr>
              <a:t> R</a:t>
            </a:r>
            <a:r>
              <a:rPr lang="en-US" cap="small">
                <a:solidFill>
                  <a:srgbClr val="FFFFFF"/>
                </a:solidFill>
              </a:rPr>
              <a:t>egression</a:t>
            </a:r>
            <a:r>
              <a:rPr lang="en-US">
                <a:solidFill>
                  <a:srgbClr val="FFFFFF"/>
                </a:solidFill>
              </a:rPr>
              <a:t>?</a:t>
            </a:r>
            <a:endParaRPr/>
          </a:p>
        </p:txBody>
      </p:sp>
      <p:grpSp>
        <p:nvGrpSpPr>
          <p:cNvPr id="264" name="Google Shape;264;p16"/>
          <p:cNvGrpSpPr/>
          <p:nvPr/>
        </p:nvGrpSpPr>
        <p:grpSpPr>
          <a:xfrm>
            <a:off x="0" y="3141936"/>
            <a:ext cx="5760262" cy="92075"/>
            <a:chOff x="0" y="3141936"/>
            <a:chExt cx="5760262" cy="92075"/>
          </a:xfrm>
        </p:grpSpPr>
        <p:sp>
          <p:nvSpPr>
            <p:cNvPr id="265" name="Google Shape;265;p1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66" name="Google Shape;266;p1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67" name="Google Shape;267;p1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68" name="Google Shape;268;p1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69" name="Google Shape;269;p1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270" name="Google Shape;270;p16"/>
          <p:cNvSpPr txBox="1">
            <a:spLocks noGrp="1"/>
          </p:cNvSpPr>
          <p:nvPr>
            <p:ph type="sldNum" idx="12"/>
          </p:nvPr>
        </p:nvSpPr>
        <p:spPr>
          <a:xfrm>
            <a:off x="4627902" y="3137675"/>
            <a:ext cx="5241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10</a:t>
            </a:fld>
            <a:r>
              <a:rPr lang="en-US"/>
              <a:t> / 100</a:t>
            </a:r>
            <a:endParaRPr/>
          </a:p>
        </p:txBody>
      </p:sp>
      <p:pic>
        <p:nvPicPr>
          <p:cNvPr id="271" name="Google Shape;271;p16"/>
          <p:cNvPicPr preferRelativeResize="0"/>
          <p:nvPr/>
        </p:nvPicPr>
        <p:blipFill>
          <a:blip r:embed="rId4">
            <a:alphaModFix/>
          </a:blip>
          <a:stretch>
            <a:fillRect/>
          </a:stretch>
        </p:blipFill>
        <p:spPr>
          <a:xfrm>
            <a:off x="210473" y="550225"/>
            <a:ext cx="5223475" cy="2527625"/>
          </a:xfrm>
          <a:prstGeom prst="rect">
            <a:avLst/>
          </a:prstGeom>
          <a:noFill/>
          <a:ln>
            <a:noFill/>
          </a:ln>
        </p:spPr>
      </p:pic>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17"/>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277" name="Google Shape;277;p17"/>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278" name="Google Shape;278;p17"/>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279" name="Google Shape;279;p17"/>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280" name="Google Shape;280;p17"/>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281" name="Google Shape;281;p17"/>
          <p:cNvGrpSpPr/>
          <p:nvPr/>
        </p:nvGrpSpPr>
        <p:grpSpPr>
          <a:xfrm>
            <a:off x="343662" y="893775"/>
            <a:ext cx="302196" cy="866762"/>
            <a:chOff x="343662" y="893775"/>
            <a:chExt cx="302196" cy="866762"/>
          </a:xfrm>
        </p:grpSpPr>
        <p:pic>
          <p:nvPicPr>
            <p:cNvPr id="282" name="Google Shape;282;p17"/>
            <p:cNvPicPr preferRelativeResize="0"/>
            <p:nvPr/>
          </p:nvPicPr>
          <p:blipFill rotWithShape="1">
            <a:blip r:embed="rId5">
              <a:alphaModFix/>
            </a:blip>
            <a:srcRect/>
            <a:stretch/>
          </p:blipFill>
          <p:spPr>
            <a:xfrm>
              <a:off x="576567" y="893775"/>
              <a:ext cx="69291" cy="69291"/>
            </a:xfrm>
            <a:prstGeom prst="rect">
              <a:avLst/>
            </a:prstGeom>
            <a:noFill/>
            <a:ln>
              <a:noFill/>
            </a:ln>
          </p:spPr>
        </p:pic>
        <p:pic>
          <p:nvPicPr>
            <p:cNvPr id="283" name="Google Shape;283;p17"/>
            <p:cNvPicPr preferRelativeResize="0"/>
            <p:nvPr/>
          </p:nvPicPr>
          <p:blipFill rotWithShape="1">
            <a:blip r:embed="rId6">
              <a:alphaModFix/>
            </a:blip>
            <a:srcRect/>
            <a:stretch/>
          </p:blipFill>
          <p:spPr>
            <a:xfrm>
              <a:off x="570103" y="1070775"/>
              <a:ext cx="75755" cy="75755"/>
            </a:xfrm>
            <a:prstGeom prst="rect">
              <a:avLst/>
            </a:prstGeom>
            <a:noFill/>
            <a:ln>
              <a:noFill/>
            </a:ln>
          </p:spPr>
        </p:pic>
        <p:pic>
          <p:nvPicPr>
            <p:cNvPr id="284" name="Google Shape;284;p17"/>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285" name="Google Shape;285;p17"/>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286" name="Google Shape;286;p17"/>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287" name="Google Shape;287;p17"/>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288" name="Google Shape;288;p17"/>
          <p:cNvGrpSpPr/>
          <p:nvPr/>
        </p:nvGrpSpPr>
        <p:grpSpPr>
          <a:xfrm>
            <a:off x="343662" y="1821865"/>
            <a:ext cx="302196" cy="1056691"/>
            <a:chOff x="343662" y="1821865"/>
            <a:chExt cx="302196" cy="1056691"/>
          </a:xfrm>
        </p:grpSpPr>
        <p:pic>
          <p:nvPicPr>
            <p:cNvPr id="289" name="Google Shape;289;p17"/>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290" name="Google Shape;290;p17"/>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291" name="Google Shape;291;p17"/>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292" name="Google Shape;292;p17"/>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293" name="Google Shape;293;p17"/>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294" name="Google Shape;294;p17"/>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295" name="Google Shape;295;p17"/>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296" name="Google Shape;296;p17"/>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297" name="Google Shape;297;p17"/>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298" name="Google Shape;298;p17"/>
          <p:cNvSpPr txBox="1"/>
          <p:nvPr/>
        </p:nvSpPr>
        <p:spPr>
          <a:xfrm>
            <a:off x="563023" y="391150"/>
            <a:ext cx="48543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3333B2"/>
                </a:solidFill>
                <a:latin typeface="Bookman Old Style"/>
                <a:ea typeface="Bookman Old Style"/>
                <a:cs typeface="Bookman Old Style"/>
                <a:sym typeface="Bookman Old Style"/>
              </a:rPr>
              <a:t> </a:t>
            </a:r>
            <a:endParaRPr sz="1300">
              <a:solidFill>
                <a:srgbClr val="3333B2"/>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299" name="Google Shape;299;p17"/>
          <p:cNvGrpSpPr/>
          <p:nvPr/>
        </p:nvGrpSpPr>
        <p:grpSpPr>
          <a:xfrm>
            <a:off x="0" y="3141936"/>
            <a:ext cx="5760262" cy="92075"/>
            <a:chOff x="0" y="3141936"/>
            <a:chExt cx="5760262" cy="92075"/>
          </a:xfrm>
        </p:grpSpPr>
        <p:sp>
          <p:nvSpPr>
            <p:cNvPr id="300" name="Google Shape;300;p17"/>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1" name="Google Shape;301;p17"/>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2" name="Google Shape;302;p17"/>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03" name="Google Shape;303;p1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04" name="Google Shape;304;p1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305" name="Google Shape;305;p17"/>
          <p:cNvSpPr txBox="1">
            <a:spLocks noGrp="1"/>
          </p:cNvSpPr>
          <p:nvPr>
            <p:ph type="sldNum" idx="12"/>
          </p:nvPr>
        </p:nvSpPr>
        <p:spPr>
          <a:xfrm>
            <a:off x="4627902" y="3137675"/>
            <a:ext cx="482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11</a:t>
            </a:fld>
            <a:r>
              <a:rPr lang="en-US"/>
              <a:t> / 100</a:t>
            </a:r>
            <a:endParaRPr/>
          </a:p>
        </p:txBody>
      </p:sp>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18"/>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hat</a:t>
            </a:r>
            <a:r>
              <a:rPr lang="en-US">
                <a:solidFill>
                  <a:srgbClr val="FFFFFF"/>
                </a:solidFill>
              </a:rPr>
              <a:t> </a:t>
            </a:r>
            <a:r>
              <a:rPr lang="en-US" cap="small">
                <a:solidFill>
                  <a:srgbClr val="FFFFFF"/>
                </a:solidFill>
              </a:rPr>
              <a:t>is</a:t>
            </a:r>
            <a:r>
              <a:rPr lang="en-US">
                <a:solidFill>
                  <a:srgbClr val="FFFFFF"/>
                </a:solidFill>
              </a:rPr>
              <a:t> L</a:t>
            </a:r>
            <a:r>
              <a:rPr lang="en-US" cap="small">
                <a:solidFill>
                  <a:srgbClr val="FFFFFF"/>
                </a:solidFill>
              </a:rPr>
              <a:t>ogistic</a:t>
            </a:r>
            <a:r>
              <a:rPr lang="en-US">
                <a:solidFill>
                  <a:srgbClr val="FFFFFF"/>
                </a:solidFill>
              </a:rPr>
              <a:t> R</a:t>
            </a:r>
            <a:r>
              <a:rPr lang="en-US" cap="small">
                <a:solidFill>
                  <a:srgbClr val="FFFFFF"/>
                </a:solidFill>
              </a:rPr>
              <a:t>egression</a:t>
            </a:r>
            <a:r>
              <a:rPr lang="en-US">
                <a:solidFill>
                  <a:srgbClr val="FFFFFF"/>
                </a:solidFill>
              </a:rPr>
              <a:t>?</a:t>
            </a:r>
            <a:endParaRPr/>
          </a:p>
        </p:txBody>
      </p:sp>
      <p:grpSp>
        <p:nvGrpSpPr>
          <p:cNvPr id="311" name="Google Shape;311;p18"/>
          <p:cNvGrpSpPr/>
          <p:nvPr/>
        </p:nvGrpSpPr>
        <p:grpSpPr>
          <a:xfrm>
            <a:off x="0" y="3141936"/>
            <a:ext cx="5760262" cy="92075"/>
            <a:chOff x="0" y="3141936"/>
            <a:chExt cx="5760262" cy="92075"/>
          </a:xfrm>
        </p:grpSpPr>
        <p:sp>
          <p:nvSpPr>
            <p:cNvPr id="312" name="Google Shape;312;p1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3" name="Google Shape;313;p1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4" name="Google Shape;314;p1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15" name="Google Shape;315;p1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16" name="Google Shape;316;p1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317" name="Google Shape;317;p18"/>
          <p:cNvSpPr txBox="1"/>
          <p:nvPr/>
        </p:nvSpPr>
        <p:spPr>
          <a:xfrm>
            <a:off x="4653304" y="3137675"/>
            <a:ext cx="595500" cy="924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a:latin typeface="Bookman Old Style"/>
                <a:ea typeface="Bookman Old Style"/>
                <a:cs typeface="Bookman Old Style"/>
                <a:sym typeface="Bookman Old Style"/>
              </a:rPr>
              <a:t>12 / 100</a:t>
            </a:r>
            <a:endParaRPr sz="600">
              <a:latin typeface="Bookman Old Style"/>
              <a:ea typeface="Bookman Old Style"/>
              <a:cs typeface="Bookman Old Style"/>
              <a:sym typeface="Bookman Old Style"/>
            </a:endParaRPr>
          </a:p>
        </p:txBody>
      </p:sp>
      <p:pic>
        <p:nvPicPr>
          <p:cNvPr id="318" name="Google Shape;318;p18"/>
          <p:cNvPicPr preferRelativeResize="0"/>
          <p:nvPr/>
        </p:nvPicPr>
        <p:blipFill>
          <a:blip r:embed="rId4">
            <a:alphaModFix/>
          </a:blip>
          <a:stretch>
            <a:fillRect/>
          </a:stretch>
        </p:blipFill>
        <p:spPr>
          <a:xfrm>
            <a:off x="152400" y="550235"/>
            <a:ext cx="5160430" cy="2435037"/>
          </a:xfrm>
          <a:prstGeom prst="rect">
            <a:avLst/>
          </a:prstGeom>
          <a:noFill/>
          <a:ln>
            <a:noFill/>
          </a:ln>
        </p:spPr>
      </p:pic>
      <p:sp>
        <p:nvSpPr>
          <p:cNvPr id="319" name="Google Shape;319;p18"/>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12</a:t>
            </a:fld>
            <a:r>
              <a:rPr lang="en-US"/>
              <a:t> / 100</a:t>
            </a:r>
            <a:endParaRPr/>
          </a:p>
        </p:txBody>
      </p:sp>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19"/>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he</a:t>
            </a:r>
            <a:r>
              <a:rPr lang="en-US">
                <a:solidFill>
                  <a:srgbClr val="FFFFFF"/>
                </a:solidFill>
              </a:rPr>
              <a:t> S</a:t>
            </a:r>
            <a:r>
              <a:rPr lang="en-US" cap="small">
                <a:solidFill>
                  <a:srgbClr val="FFFFFF"/>
                </a:solidFill>
              </a:rPr>
              <a:t>igmoid</a:t>
            </a:r>
            <a:r>
              <a:rPr lang="en-US">
                <a:solidFill>
                  <a:srgbClr val="FFFFFF"/>
                </a:solidFill>
              </a:rPr>
              <a:t> A</a:t>
            </a:r>
            <a:r>
              <a:rPr lang="en-US" cap="small">
                <a:solidFill>
                  <a:srgbClr val="FFFFFF"/>
                </a:solidFill>
              </a:rPr>
              <a:t>ctivation</a:t>
            </a:r>
            <a:r>
              <a:rPr lang="en-US">
                <a:solidFill>
                  <a:srgbClr val="FFFFFF"/>
                </a:solidFill>
              </a:rPr>
              <a:t> F</a:t>
            </a:r>
            <a:r>
              <a:rPr lang="en-US" cap="small">
                <a:solidFill>
                  <a:srgbClr val="FFFFFF"/>
                </a:solidFill>
              </a:rPr>
              <a:t>unction</a:t>
            </a:r>
            <a:endParaRPr/>
          </a:p>
        </p:txBody>
      </p:sp>
      <p:sp>
        <p:nvSpPr>
          <p:cNvPr id="325" name="Google Shape;325;p19"/>
          <p:cNvSpPr txBox="1"/>
          <p:nvPr/>
        </p:nvSpPr>
        <p:spPr>
          <a:xfrm>
            <a:off x="347294" y="519973"/>
            <a:ext cx="2199600" cy="1968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solidFill>
                  <a:srgbClr val="BF003F"/>
                </a:solidFill>
                <a:latin typeface="Arial"/>
                <a:ea typeface="Arial"/>
                <a:cs typeface="Arial"/>
                <a:sym typeface="Arial"/>
              </a:rPr>
              <a:t>Sigmoid (Logistic) Function: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a:t>
            </a:r>
            <a:endParaRPr sz="1200">
              <a:latin typeface="Tahoma"/>
              <a:ea typeface="Tahoma"/>
              <a:cs typeface="Tahoma"/>
              <a:sym typeface="Tahoma"/>
            </a:endParaRPr>
          </a:p>
        </p:txBody>
      </p:sp>
      <p:sp>
        <p:nvSpPr>
          <p:cNvPr id="326" name="Google Shape;326;p19"/>
          <p:cNvSpPr txBox="1"/>
          <p:nvPr/>
        </p:nvSpPr>
        <p:spPr>
          <a:xfrm>
            <a:off x="2706204" y="520914"/>
            <a:ext cx="7620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latin typeface="Arial"/>
                <a:ea typeface="Arial"/>
                <a:cs typeface="Arial"/>
                <a:sym typeface="Arial"/>
              </a:rPr>
              <a:t>1</a:t>
            </a:r>
            <a:endParaRPr sz="700">
              <a:latin typeface="Arial"/>
              <a:ea typeface="Arial"/>
              <a:cs typeface="Arial"/>
              <a:sym typeface="Arial"/>
            </a:endParaRPr>
          </a:p>
        </p:txBody>
      </p:sp>
      <p:sp>
        <p:nvSpPr>
          <p:cNvPr id="327" name="Google Shape;327;p19"/>
          <p:cNvSpPr/>
          <p:nvPr/>
        </p:nvSpPr>
        <p:spPr>
          <a:xfrm>
            <a:off x="2591549" y="646544"/>
            <a:ext cx="305435" cy="0"/>
          </a:xfrm>
          <a:custGeom>
            <a:avLst/>
            <a:gdLst/>
            <a:ahLst/>
            <a:cxnLst/>
            <a:rect l="l" t="t" r="r" b="b"/>
            <a:pathLst>
              <a:path w="305435" h="120000" extrusionOk="0">
                <a:moveTo>
                  <a:pt x="0" y="0"/>
                </a:moveTo>
                <a:lnTo>
                  <a:pt x="305346"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28" name="Google Shape;328;p19"/>
          <p:cNvSpPr txBox="1"/>
          <p:nvPr/>
        </p:nvSpPr>
        <p:spPr>
          <a:xfrm>
            <a:off x="2578849" y="622933"/>
            <a:ext cx="21082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700">
                <a:latin typeface="Arial"/>
                <a:ea typeface="Arial"/>
                <a:cs typeface="Arial"/>
                <a:sym typeface="Arial"/>
              </a:rPr>
              <a:t>1</a:t>
            </a:r>
            <a:r>
              <a:rPr lang="en-US" sz="800">
                <a:latin typeface="Lucida Sans"/>
                <a:ea typeface="Lucida Sans"/>
                <a:cs typeface="Lucida Sans"/>
                <a:sym typeface="Lucida Sans"/>
              </a:rPr>
              <a:t>+</a:t>
            </a:r>
            <a:r>
              <a:rPr lang="en-US" sz="700" i="1">
                <a:latin typeface="Arial"/>
                <a:ea typeface="Arial"/>
                <a:cs typeface="Arial"/>
                <a:sym typeface="Arial"/>
              </a:rPr>
              <a:t>e</a:t>
            </a:r>
            <a:endParaRPr sz="700">
              <a:latin typeface="Arial"/>
              <a:ea typeface="Arial"/>
              <a:cs typeface="Arial"/>
              <a:sym typeface="Arial"/>
            </a:endParaRPr>
          </a:p>
        </p:txBody>
      </p:sp>
      <p:sp>
        <p:nvSpPr>
          <p:cNvPr id="329" name="Google Shape;329;p19"/>
          <p:cNvSpPr txBox="1"/>
          <p:nvPr/>
        </p:nvSpPr>
        <p:spPr>
          <a:xfrm>
            <a:off x="2765755" y="619422"/>
            <a:ext cx="132715"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latin typeface="Lucida Sans"/>
                <a:ea typeface="Lucida Sans"/>
                <a:cs typeface="Lucida Sans"/>
                <a:sym typeface="Lucida Sans"/>
              </a:rPr>
              <a:t>−</a:t>
            </a:r>
            <a:r>
              <a:rPr lang="en-US" sz="500" i="1">
                <a:latin typeface="Arial"/>
                <a:ea typeface="Arial"/>
                <a:cs typeface="Arial"/>
                <a:sym typeface="Arial"/>
              </a:rPr>
              <a:t>z</a:t>
            </a:r>
            <a:endParaRPr sz="500">
              <a:latin typeface="Arial"/>
              <a:ea typeface="Arial"/>
              <a:cs typeface="Arial"/>
              <a:sym typeface="Arial"/>
            </a:endParaRPr>
          </a:p>
        </p:txBody>
      </p:sp>
      <p:sp>
        <p:nvSpPr>
          <p:cNvPr id="330" name="Google Shape;330;p19"/>
          <p:cNvSpPr txBox="1"/>
          <p:nvPr/>
        </p:nvSpPr>
        <p:spPr>
          <a:xfrm>
            <a:off x="321900" y="775425"/>
            <a:ext cx="2922000" cy="196800"/>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a:solidFill>
                  <a:srgbClr val="BF003F"/>
                </a:solidFill>
                <a:latin typeface="Arial"/>
                <a:ea typeface="Arial"/>
                <a:cs typeface="Arial"/>
                <a:sym typeface="Arial"/>
              </a:rPr>
              <a:t>Derivative formula: </a:t>
            </a:r>
            <a:r>
              <a:rPr lang="en-US" sz="1200" i="1">
                <a:latin typeface="Bookman Old Style"/>
                <a:ea typeface="Bookman Old Style"/>
                <a:cs typeface="Bookman Old Style"/>
                <a:sym typeface="Bookman Old Style"/>
              </a:rPr>
              <a:t>σ </a:t>
            </a:r>
            <a:r>
              <a:rPr lang="en-US" sz="1200" baseline="30000">
                <a:latin typeface="Lucida Sans"/>
                <a:ea typeface="Lucida Sans"/>
                <a:cs typeface="Lucida Sans"/>
                <a:sym typeface="Lucida Sans"/>
              </a:rPr>
              <a:t>r</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a:t>
            </a:r>
            <a:r>
              <a:rPr lang="en-US" sz="1050">
                <a:latin typeface="Arial"/>
                <a:ea typeface="Arial"/>
                <a:cs typeface="Arial"/>
                <a:sym typeface="Arial"/>
              </a:rPr>
              <a:t>1 </a:t>
            </a:r>
            <a:r>
              <a:rPr lang="en-US" sz="1200">
                <a:latin typeface="Lucida Sans"/>
                <a:ea typeface="Lucida Sans"/>
                <a:cs typeface="Lucida Sans"/>
                <a:sym typeface="Lucida Sans"/>
              </a:rPr>
              <a:t>−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a:t>
            </a:r>
            <a:endParaRPr sz="1200">
              <a:latin typeface="Tahoma"/>
              <a:ea typeface="Tahoma"/>
              <a:cs typeface="Tahoma"/>
              <a:sym typeface="Tahoma"/>
            </a:endParaRPr>
          </a:p>
        </p:txBody>
      </p:sp>
      <p:grpSp>
        <p:nvGrpSpPr>
          <p:cNvPr id="331" name="Google Shape;331;p19"/>
          <p:cNvGrpSpPr/>
          <p:nvPr/>
        </p:nvGrpSpPr>
        <p:grpSpPr>
          <a:xfrm>
            <a:off x="758344" y="1594643"/>
            <a:ext cx="1416685" cy="840740"/>
            <a:chOff x="758344" y="1594643"/>
            <a:chExt cx="1416685" cy="840740"/>
          </a:xfrm>
        </p:grpSpPr>
        <p:sp>
          <p:nvSpPr>
            <p:cNvPr id="332" name="Google Shape;332;p19"/>
            <p:cNvSpPr/>
            <p:nvPr/>
          </p:nvSpPr>
          <p:spPr>
            <a:xfrm>
              <a:off x="758344" y="1594643"/>
              <a:ext cx="1416685" cy="840740"/>
            </a:xfrm>
            <a:custGeom>
              <a:avLst/>
              <a:gdLst/>
              <a:ahLst/>
              <a:cxnLst/>
              <a:rect l="l" t="t" r="r" b="b"/>
              <a:pathLst>
                <a:path w="1416685" h="840739" extrusionOk="0">
                  <a:moveTo>
                    <a:pt x="118031" y="840497"/>
                  </a:moveTo>
                  <a:lnTo>
                    <a:pt x="118031" y="0"/>
                  </a:lnTo>
                </a:path>
                <a:path w="1416685" h="840739" extrusionOk="0">
                  <a:moveTo>
                    <a:pt x="1298356" y="840497"/>
                  </a:moveTo>
                  <a:lnTo>
                    <a:pt x="1298356" y="0"/>
                  </a:lnTo>
                </a:path>
                <a:path w="1416685" h="840739" extrusionOk="0">
                  <a:moveTo>
                    <a:pt x="0" y="420249"/>
                  </a:moveTo>
                  <a:lnTo>
                    <a:pt x="1416385" y="420249"/>
                  </a:lnTo>
                </a:path>
                <a:path w="1416685" h="840739" extrusionOk="0">
                  <a:moveTo>
                    <a:pt x="0" y="120070"/>
                  </a:moveTo>
                  <a:lnTo>
                    <a:pt x="1416385" y="120070"/>
                  </a:lnTo>
                </a:path>
              </a:pathLst>
            </a:custGeom>
            <a:noFill/>
            <a:ln w="9525" cap="flat" cmpd="sng">
              <a:solidFill>
                <a:srgbClr val="D8D8D8"/>
              </a:solidFill>
              <a:prstDash val="lg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3" name="Google Shape;333;p19"/>
            <p:cNvSpPr/>
            <p:nvPr/>
          </p:nvSpPr>
          <p:spPr>
            <a:xfrm>
              <a:off x="876376" y="1714714"/>
              <a:ext cx="1180465" cy="622300"/>
            </a:xfrm>
            <a:custGeom>
              <a:avLst/>
              <a:gdLst/>
              <a:ahLst/>
              <a:cxnLst/>
              <a:rect l="l" t="t" r="r" b="b"/>
              <a:pathLst>
                <a:path w="1180464" h="622300" extrusionOk="0">
                  <a:moveTo>
                    <a:pt x="0" y="621956"/>
                  </a:moveTo>
                  <a:lnTo>
                    <a:pt x="0" y="578754"/>
                  </a:lnTo>
                </a:path>
                <a:path w="1180464" h="622300" extrusionOk="0">
                  <a:moveTo>
                    <a:pt x="1180324" y="621956"/>
                  </a:moveTo>
                  <a:lnTo>
                    <a:pt x="1180324" y="578754"/>
                  </a:lnTo>
                </a:path>
                <a:path w="1180464" h="622300" extrusionOk="0">
                  <a:moveTo>
                    <a:pt x="568562" y="300178"/>
                  </a:moveTo>
                  <a:lnTo>
                    <a:pt x="611761" y="300178"/>
                  </a:lnTo>
                </a:path>
                <a:path w="1180464" h="622300" extrusionOk="0">
                  <a:moveTo>
                    <a:pt x="568562" y="0"/>
                  </a:moveTo>
                  <a:lnTo>
                    <a:pt x="611761"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4" name="Google Shape;334;p19"/>
            <p:cNvSpPr/>
            <p:nvPr/>
          </p:nvSpPr>
          <p:spPr>
            <a:xfrm>
              <a:off x="758344" y="2315070"/>
              <a:ext cx="1396365" cy="0"/>
            </a:xfrm>
            <a:custGeom>
              <a:avLst/>
              <a:gdLst/>
              <a:ahLst/>
              <a:cxnLst/>
              <a:rect l="l" t="t" r="r" b="b"/>
              <a:pathLst>
                <a:path w="1396364" h="120000" extrusionOk="0">
                  <a:moveTo>
                    <a:pt x="0" y="0"/>
                  </a:moveTo>
                  <a:lnTo>
                    <a:pt x="1396146"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5" name="Google Shape;335;p19"/>
            <p:cNvSpPr/>
            <p:nvPr/>
          </p:nvSpPr>
          <p:spPr>
            <a:xfrm>
              <a:off x="2142345" y="2298875"/>
              <a:ext cx="32384" cy="32384"/>
            </a:xfrm>
            <a:custGeom>
              <a:avLst/>
              <a:gdLst/>
              <a:ahLst/>
              <a:cxnLst/>
              <a:rect l="l" t="t" r="r" b="b"/>
              <a:pathLst>
                <a:path w="32385" h="32385" extrusionOk="0">
                  <a:moveTo>
                    <a:pt x="0" y="0"/>
                  </a:moveTo>
                  <a:lnTo>
                    <a:pt x="12146" y="16195"/>
                  </a:lnTo>
                  <a:lnTo>
                    <a:pt x="0" y="32390"/>
                  </a:lnTo>
                  <a:lnTo>
                    <a:pt x="32390" y="16195"/>
                  </a:lnTo>
                  <a:lnTo>
                    <a:pt x="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6" name="Google Shape;336;p19"/>
            <p:cNvSpPr/>
            <p:nvPr/>
          </p:nvSpPr>
          <p:spPr>
            <a:xfrm>
              <a:off x="1466538" y="1614887"/>
              <a:ext cx="0" cy="820419"/>
            </a:xfrm>
            <a:custGeom>
              <a:avLst/>
              <a:gdLst/>
              <a:ahLst/>
              <a:cxnLst/>
              <a:rect l="l" t="t" r="r" b="b"/>
              <a:pathLst>
                <a:path w="120000" h="820419" extrusionOk="0">
                  <a:moveTo>
                    <a:pt x="0" y="820253"/>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7" name="Google Shape;337;p19"/>
            <p:cNvSpPr/>
            <p:nvPr/>
          </p:nvSpPr>
          <p:spPr>
            <a:xfrm>
              <a:off x="1450343" y="1594643"/>
              <a:ext cx="32384" cy="32384"/>
            </a:xfrm>
            <a:custGeom>
              <a:avLst/>
              <a:gdLst/>
              <a:ahLst/>
              <a:cxnLst/>
              <a:rect l="l" t="t" r="r" b="b"/>
              <a:pathLst>
                <a:path w="32384" h="32385" extrusionOk="0">
                  <a:moveTo>
                    <a:pt x="0" y="32390"/>
                  </a:moveTo>
                  <a:lnTo>
                    <a:pt x="16195" y="20244"/>
                  </a:lnTo>
                  <a:lnTo>
                    <a:pt x="32390" y="32390"/>
                  </a:lnTo>
                  <a:lnTo>
                    <a:pt x="16195" y="0"/>
                  </a:lnTo>
                  <a:lnTo>
                    <a:pt x="0" y="3239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38" name="Google Shape;338;p19"/>
          <p:cNvSpPr txBox="1"/>
          <p:nvPr/>
        </p:nvSpPr>
        <p:spPr>
          <a:xfrm>
            <a:off x="786051" y="2315962"/>
            <a:ext cx="180975" cy="17145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950">
                <a:latin typeface="Lucida Sans"/>
                <a:ea typeface="Lucida Sans"/>
                <a:cs typeface="Lucida Sans"/>
                <a:sym typeface="Lucida Sans"/>
              </a:rPr>
              <a:t>−</a:t>
            </a:r>
            <a:r>
              <a:rPr lang="en-US" sz="850">
                <a:latin typeface="Arial"/>
                <a:ea typeface="Arial"/>
                <a:cs typeface="Arial"/>
                <a:sym typeface="Arial"/>
              </a:rPr>
              <a:t>5</a:t>
            </a:r>
            <a:endParaRPr sz="850">
              <a:latin typeface="Arial"/>
              <a:ea typeface="Arial"/>
              <a:cs typeface="Arial"/>
              <a:sym typeface="Arial"/>
            </a:endParaRPr>
          </a:p>
        </p:txBody>
      </p:sp>
      <p:sp>
        <p:nvSpPr>
          <p:cNvPr id="339" name="Google Shape;339;p19"/>
          <p:cNvSpPr txBox="1"/>
          <p:nvPr/>
        </p:nvSpPr>
        <p:spPr>
          <a:xfrm>
            <a:off x="2013592" y="2328109"/>
            <a:ext cx="86360" cy="15684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Arial"/>
                <a:ea typeface="Arial"/>
                <a:cs typeface="Arial"/>
                <a:sym typeface="Arial"/>
              </a:rPr>
              <a:t>5</a:t>
            </a:r>
            <a:endParaRPr sz="850">
              <a:latin typeface="Arial"/>
              <a:ea typeface="Arial"/>
              <a:cs typeface="Arial"/>
              <a:sym typeface="Arial"/>
            </a:endParaRPr>
          </a:p>
        </p:txBody>
      </p:sp>
      <p:sp>
        <p:nvSpPr>
          <p:cNvPr id="340" name="Google Shape;340;p19"/>
          <p:cNvSpPr txBox="1"/>
          <p:nvPr/>
        </p:nvSpPr>
        <p:spPr>
          <a:xfrm>
            <a:off x="1239177" y="1918340"/>
            <a:ext cx="180340" cy="17145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850">
                <a:latin typeface="Arial"/>
                <a:ea typeface="Arial"/>
                <a:cs typeface="Arial"/>
                <a:sym typeface="Arial"/>
              </a:rPr>
              <a:t>0</a:t>
            </a:r>
            <a:r>
              <a:rPr lang="en-US" sz="950" i="1">
                <a:latin typeface="Bookman Old Style"/>
                <a:ea typeface="Bookman Old Style"/>
                <a:cs typeface="Bookman Old Style"/>
                <a:sym typeface="Bookman Old Style"/>
              </a:rPr>
              <a:t>.</a:t>
            </a:r>
            <a:r>
              <a:rPr lang="en-US" sz="850">
                <a:latin typeface="Arial"/>
                <a:ea typeface="Arial"/>
                <a:cs typeface="Arial"/>
                <a:sym typeface="Arial"/>
              </a:rPr>
              <a:t>5</a:t>
            </a:r>
            <a:endParaRPr sz="850">
              <a:latin typeface="Arial"/>
              <a:ea typeface="Arial"/>
              <a:cs typeface="Arial"/>
              <a:sym typeface="Arial"/>
            </a:endParaRPr>
          </a:p>
        </p:txBody>
      </p:sp>
      <p:sp>
        <p:nvSpPr>
          <p:cNvPr id="341" name="Google Shape;341;p19"/>
          <p:cNvSpPr txBox="1"/>
          <p:nvPr/>
        </p:nvSpPr>
        <p:spPr>
          <a:xfrm>
            <a:off x="1332994" y="1631214"/>
            <a:ext cx="86360" cy="15684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Arial"/>
                <a:ea typeface="Arial"/>
                <a:cs typeface="Arial"/>
                <a:sym typeface="Arial"/>
              </a:rPr>
              <a:t>1</a:t>
            </a:r>
            <a:endParaRPr sz="850">
              <a:latin typeface="Arial"/>
              <a:ea typeface="Arial"/>
              <a:cs typeface="Arial"/>
              <a:sym typeface="Arial"/>
            </a:endParaRPr>
          </a:p>
        </p:txBody>
      </p:sp>
      <p:grpSp>
        <p:nvGrpSpPr>
          <p:cNvPr id="342" name="Google Shape;342;p19"/>
          <p:cNvGrpSpPr/>
          <p:nvPr/>
        </p:nvGrpSpPr>
        <p:grpSpPr>
          <a:xfrm>
            <a:off x="758344" y="1714714"/>
            <a:ext cx="1416685" cy="600710"/>
            <a:chOff x="758344" y="1714714"/>
            <a:chExt cx="1416685" cy="600710"/>
          </a:xfrm>
        </p:grpSpPr>
        <p:sp>
          <p:nvSpPr>
            <p:cNvPr id="343" name="Google Shape;343;p19"/>
            <p:cNvSpPr/>
            <p:nvPr/>
          </p:nvSpPr>
          <p:spPr>
            <a:xfrm>
              <a:off x="758344" y="1716209"/>
              <a:ext cx="1416685" cy="597535"/>
            </a:xfrm>
            <a:custGeom>
              <a:avLst/>
              <a:gdLst/>
              <a:ahLst/>
              <a:cxnLst/>
              <a:rect l="l" t="t" r="r" b="b"/>
              <a:pathLst>
                <a:path w="1416685" h="597535" extrusionOk="0">
                  <a:moveTo>
                    <a:pt x="0" y="597376"/>
                  </a:moveTo>
                  <a:lnTo>
                    <a:pt x="42916" y="596727"/>
                  </a:lnTo>
                  <a:lnTo>
                    <a:pt x="85832" y="595797"/>
                  </a:lnTo>
                  <a:lnTo>
                    <a:pt x="128749" y="594463"/>
                  </a:lnTo>
                  <a:lnTo>
                    <a:pt x="171666" y="592555"/>
                  </a:lnTo>
                  <a:lnTo>
                    <a:pt x="214582" y="589832"/>
                  </a:lnTo>
                  <a:lnTo>
                    <a:pt x="257499" y="585957"/>
                  </a:lnTo>
                  <a:lnTo>
                    <a:pt x="300415" y="580473"/>
                  </a:lnTo>
                  <a:lnTo>
                    <a:pt x="343331" y="572761"/>
                  </a:lnTo>
                  <a:lnTo>
                    <a:pt x="386248" y="562019"/>
                  </a:lnTo>
                  <a:lnTo>
                    <a:pt x="429165" y="547254"/>
                  </a:lnTo>
                  <a:lnTo>
                    <a:pt x="472081" y="527322"/>
                  </a:lnTo>
                  <a:lnTo>
                    <a:pt x="514998" y="501062"/>
                  </a:lnTo>
                  <a:lnTo>
                    <a:pt x="557915" y="467551"/>
                  </a:lnTo>
                  <a:lnTo>
                    <a:pt x="586525" y="441002"/>
                  </a:lnTo>
                  <a:lnTo>
                    <a:pt x="615136" y="411238"/>
                  </a:lnTo>
                  <a:lnTo>
                    <a:pt x="643747" y="378657"/>
                  </a:lnTo>
                  <a:lnTo>
                    <a:pt x="672358" y="343901"/>
                  </a:lnTo>
                  <a:lnTo>
                    <a:pt x="700969" y="307868"/>
                  </a:lnTo>
                  <a:lnTo>
                    <a:pt x="715275" y="289708"/>
                  </a:lnTo>
                  <a:lnTo>
                    <a:pt x="729580" y="271582"/>
                  </a:lnTo>
                  <a:lnTo>
                    <a:pt x="758192" y="236077"/>
                  </a:lnTo>
                  <a:lnTo>
                    <a:pt x="786802" y="202284"/>
                  </a:lnTo>
                  <a:lnTo>
                    <a:pt x="815414" y="171011"/>
                  </a:lnTo>
                  <a:lnTo>
                    <a:pt x="844024" y="142806"/>
                  </a:lnTo>
                  <a:lnTo>
                    <a:pt x="886941" y="106749"/>
                  </a:lnTo>
                  <a:lnTo>
                    <a:pt x="929858" y="78136"/>
                  </a:lnTo>
                  <a:lnTo>
                    <a:pt x="972774" y="56145"/>
                  </a:lnTo>
                  <a:lnTo>
                    <a:pt x="1015691" y="39809"/>
                  </a:lnTo>
                  <a:lnTo>
                    <a:pt x="1058611" y="27839"/>
                  </a:lnTo>
                  <a:lnTo>
                    <a:pt x="1101526" y="19205"/>
                  </a:lnTo>
                  <a:lnTo>
                    <a:pt x="1144442" y="13052"/>
                  </a:lnTo>
                  <a:lnTo>
                    <a:pt x="1187358" y="8700"/>
                  </a:lnTo>
                  <a:lnTo>
                    <a:pt x="1230274" y="5625"/>
                  </a:lnTo>
                  <a:lnTo>
                    <a:pt x="1273190" y="3482"/>
                  </a:lnTo>
                  <a:lnTo>
                    <a:pt x="1316106" y="1975"/>
                  </a:lnTo>
                  <a:lnTo>
                    <a:pt x="1359021" y="913"/>
                  </a:lnTo>
                  <a:lnTo>
                    <a:pt x="1401937" y="185"/>
                  </a:lnTo>
                  <a:lnTo>
                    <a:pt x="1416243" y="0"/>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4" name="Google Shape;344;p19"/>
            <p:cNvSpPr/>
            <p:nvPr/>
          </p:nvSpPr>
          <p:spPr>
            <a:xfrm>
              <a:off x="758344" y="2014893"/>
              <a:ext cx="1416685" cy="0"/>
            </a:xfrm>
            <a:custGeom>
              <a:avLst/>
              <a:gdLst/>
              <a:ahLst/>
              <a:cxnLst/>
              <a:rect l="l" t="t" r="r" b="b"/>
              <a:pathLst>
                <a:path w="1416685" h="120000" extrusionOk="0">
                  <a:moveTo>
                    <a:pt x="0" y="0"/>
                  </a:moveTo>
                  <a:lnTo>
                    <a:pt x="1416385" y="0"/>
                  </a:lnTo>
                </a:path>
              </a:pathLst>
            </a:custGeom>
            <a:noFill/>
            <a:ln w="9525" cap="flat" cmpd="sng">
              <a:solidFill>
                <a:srgbClr val="EC2027"/>
              </a:solidFill>
              <a:prstDash val="lg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5" name="Google Shape;345;p19"/>
            <p:cNvSpPr/>
            <p:nvPr/>
          </p:nvSpPr>
          <p:spPr>
            <a:xfrm>
              <a:off x="758344" y="1714714"/>
              <a:ext cx="1416685" cy="600710"/>
            </a:xfrm>
            <a:custGeom>
              <a:avLst/>
              <a:gdLst/>
              <a:ahLst/>
              <a:cxnLst/>
              <a:rect l="l" t="t" r="r" b="b"/>
              <a:pathLst>
                <a:path w="1416685" h="600710" extrusionOk="0">
                  <a:moveTo>
                    <a:pt x="0" y="600355"/>
                  </a:moveTo>
                  <a:lnTo>
                    <a:pt x="1416385" y="600355"/>
                  </a:lnTo>
                </a:path>
                <a:path w="1416685" h="600710" extrusionOk="0">
                  <a:moveTo>
                    <a:pt x="0" y="0"/>
                  </a:moveTo>
                  <a:lnTo>
                    <a:pt x="1416385" y="0"/>
                  </a:lnTo>
                </a:path>
              </a:pathLst>
            </a:custGeom>
            <a:noFill/>
            <a:ln w="9525" cap="flat" cmpd="sng">
              <a:solidFill>
                <a:srgbClr val="7F7F7F"/>
              </a:solidFill>
              <a:prstDash val="lg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6" name="Google Shape;346;p19"/>
            <p:cNvSpPr/>
            <p:nvPr/>
          </p:nvSpPr>
          <p:spPr>
            <a:xfrm>
              <a:off x="1437906" y="1986261"/>
              <a:ext cx="57785" cy="57785"/>
            </a:xfrm>
            <a:custGeom>
              <a:avLst/>
              <a:gdLst/>
              <a:ahLst/>
              <a:cxnLst/>
              <a:rect l="l" t="t" r="r" b="b"/>
              <a:pathLst>
                <a:path w="57784" h="57785" extrusionOk="0">
                  <a:moveTo>
                    <a:pt x="28631" y="0"/>
                  </a:moveTo>
                  <a:lnTo>
                    <a:pt x="17487" y="2250"/>
                  </a:lnTo>
                  <a:lnTo>
                    <a:pt x="8386" y="8386"/>
                  </a:lnTo>
                  <a:lnTo>
                    <a:pt x="2250" y="17487"/>
                  </a:lnTo>
                  <a:lnTo>
                    <a:pt x="0" y="28631"/>
                  </a:lnTo>
                  <a:lnTo>
                    <a:pt x="2250" y="39776"/>
                  </a:lnTo>
                  <a:lnTo>
                    <a:pt x="8386" y="48876"/>
                  </a:lnTo>
                  <a:lnTo>
                    <a:pt x="17487" y="55012"/>
                  </a:lnTo>
                  <a:lnTo>
                    <a:pt x="28631" y="57262"/>
                  </a:lnTo>
                  <a:lnTo>
                    <a:pt x="39776" y="55012"/>
                  </a:lnTo>
                  <a:lnTo>
                    <a:pt x="48877" y="48876"/>
                  </a:lnTo>
                  <a:lnTo>
                    <a:pt x="55013" y="39776"/>
                  </a:lnTo>
                  <a:lnTo>
                    <a:pt x="57263" y="28631"/>
                  </a:lnTo>
                  <a:lnTo>
                    <a:pt x="55013" y="17487"/>
                  </a:lnTo>
                  <a:lnTo>
                    <a:pt x="48877" y="8386"/>
                  </a:lnTo>
                  <a:lnTo>
                    <a:pt x="39776" y="2250"/>
                  </a:lnTo>
                  <a:lnTo>
                    <a:pt x="28631" y="0"/>
                  </a:lnTo>
                  <a:close/>
                </a:path>
              </a:pathLst>
            </a:custGeom>
            <a:solidFill>
              <a:srgbClr val="1B147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47" name="Google Shape;347;p19"/>
          <p:cNvSpPr txBox="1"/>
          <p:nvPr/>
        </p:nvSpPr>
        <p:spPr>
          <a:xfrm>
            <a:off x="1468562" y="1862522"/>
            <a:ext cx="586740" cy="123189"/>
          </a:xfrm>
          <a:prstGeom prst="rect">
            <a:avLst/>
          </a:prstGeom>
          <a:noFill/>
          <a:ln>
            <a:noFill/>
          </a:ln>
        </p:spPr>
        <p:txBody>
          <a:bodyPr spcFirstLastPara="1" wrap="square" lIns="0" tIns="17125" rIns="0" bIns="0" anchor="t" anchorCtr="0">
            <a:spAutoFit/>
          </a:bodyPr>
          <a:lstStyle/>
          <a:p>
            <a:pPr marL="36195" lvl="0" indent="0" algn="l" rtl="0">
              <a:lnSpc>
                <a:spcPct val="100000"/>
              </a:lnSpc>
              <a:spcBef>
                <a:spcPts val="0"/>
              </a:spcBef>
              <a:spcAft>
                <a:spcPts val="0"/>
              </a:spcAft>
              <a:buNone/>
            </a:pPr>
            <a:r>
              <a:rPr lang="en-US" sz="600">
                <a:latin typeface="Lucida Sans"/>
                <a:ea typeface="Lucida Sans"/>
                <a:cs typeface="Lucida Sans"/>
                <a:sym typeface="Lucida Sans"/>
              </a:rPr>
              <a:t>(</a:t>
            </a:r>
            <a:r>
              <a:rPr lang="en-US" sz="550">
                <a:latin typeface="Arial"/>
                <a:ea typeface="Arial"/>
                <a:cs typeface="Arial"/>
                <a:sym typeface="Arial"/>
              </a:rPr>
              <a:t>0</a:t>
            </a:r>
            <a:r>
              <a:rPr lang="en-US" sz="600" i="1">
                <a:latin typeface="Verdana"/>
                <a:ea typeface="Verdana"/>
                <a:cs typeface="Verdana"/>
                <a:sym typeface="Verdana"/>
              </a:rPr>
              <a:t>, </a:t>
            </a:r>
            <a:r>
              <a:rPr lang="en-US" sz="550">
                <a:latin typeface="Arial"/>
                <a:ea typeface="Arial"/>
                <a:cs typeface="Arial"/>
                <a:sym typeface="Arial"/>
              </a:rPr>
              <a:t>0</a:t>
            </a:r>
            <a:r>
              <a:rPr lang="en-US" sz="600" i="1">
                <a:latin typeface="Verdana"/>
                <a:ea typeface="Verdana"/>
                <a:cs typeface="Verdana"/>
                <a:sym typeface="Verdana"/>
              </a:rPr>
              <a:t>.</a:t>
            </a:r>
            <a:r>
              <a:rPr lang="en-US" sz="550">
                <a:latin typeface="Arial"/>
                <a:ea typeface="Arial"/>
                <a:cs typeface="Arial"/>
                <a:sym typeface="Arial"/>
              </a:rPr>
              <a:t>5</a:t>
            </a:r>
            <a:r>
              <a:rPr lang="en-US" sz="600">
                <a:latin typeface="Lucida Sans"/>
                <a:ea typeface="Lucida Sans"/>
                <a:cs typeface="Lucida Sans"/>
                <a:sym typeface="Lucida Sans"/>
              </a:rPr>
              <a:t>)</a:t>
            </a:r>
            <a:endParaRPr sz="600">
              <a:latin typeface="Lucida Sans"/>
              <a:ea typeface="Lucida Sans"/>
              <a:cs typeface="Lucida Sans"/>
              <a:sym typeface="Lucida Sans"/>
            </a:endParaRPr>
          </a:p>
        </p:txBody>
      </p:sp>
      <p:sp>
        <p:nvSpPr>
          <p:cNvPr id="348" name="Google Shape;348;p19"/>
          <p:cNvSpPr txBox="1"/>
          <p:nvPr/>
        </p:nvSpPr>
        <p:spPr>
          <a:xfrm>
            <a:off x="2271301" y="2221510"/>
            <a:ext cx="80645" cy="15684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i="1">
                <a:latin typeface="Arial"/>
                <a:ea typeface="Arial"/>
                <a:cs typeface="Arial"/>
                <a:sym typeface="Arial"/>
              </a:rPr>
              <a:t>z</a:t>
            </a:r>
            <a:endParaRPr sz="850">
              <a:latin typeface="Arial"/>
              <a:ea typeface="Arial"/>
              <a:cs typeface="Arial"/>
              <a:sym typeface="Arial"/>
            </a:endParaRPr>
          </a:p>
        </p:txBody>
      </p:sp>
      <p:sp>
        <p:nvSpPr>
          <p:cNvPr id="349" name="Google Shape;349;p19"/>
          <p:cNvSpPr txBox="1"/>
          <p:nvPr/>
        </p:nvSpPr>
        <p:spPr>
          <a:xfrm>
            <a:off x="1268425" y="1048050"/>
            <a:ext cx="602700" cy="464400"/>
          </a:xfrm>
          <a:prstGeom prst="rect">
            <a:avLst/>
          </a:prstGeom>
          <a:noFill/>
          <a:ln>
            <a:noFill/>
          </a:ln>
        </p:spPr>
        <p:txBody>
          <a:bodyPr spcFirstLastPara="1" wrap="square" lIns="0" tIns="88900" rIns="0" bIns="0" anchor="t" anchorCtr="0">
            <a:spAutoFit/>
          </a:bodyPr>
          <a:lstStyle/>
          <a:p>
            <a:pPr marL="12700" lvl="0" indent="0" algn="l" rtl="0">
              <a:lnSpc>
                <a:spcPct val="100000"/>
              </a:lnSpc>
              <a:spcBef>
                <a:spcPts val="0"/>
              </a:spcBef>
              <a:spcAft>
                <a:spcPts val="0"/>
              </a:spcAft>
              <a:buNone/>
            </a:pPr>
            <a:r>
              <a:rPr lang="en-US" sz="1050" b="1">
                <a:solidFill>
                  <a:srgbClr val="1B1472"/>
                </a:solidFill>
                <a:latin typeface="Arial"/>
                <a:ea typeface="Arial"/>
                <a:cs typeface="Arial"/>
                <a:sym typeface="Arial"/>
              </a:rPr>
              <a:t>Function</a:t>
            </a:r>
            <a:endParaRPr sz="1050">
              <a:latin typeface="Arial"/>
              <a:ea typeface="Arial"/>
              <a:cs typeface="Arial"/>
              <a:sym typeface="Arial"/>
            </a:endParaRPr>
          </a:p>
          <a:p>
            <a:pPr marL="84455" lvl="0" indent="0" algn="l" rtl="0">
              <a:lnSpc>
                <a:spcPct val="100000"/>
              </a:lnSpc>
              <a:spcBef>
                <a:spcPts val="520"/>
              </a:spcBef>
              <a:spcAft>
                <a:spcPts val="0"/>
              </a:spcAft>
              <a:buNone/>
            </a:pPr>
            <a:r>
              <a:rPr lang="en-US" sz="950" i="1">
                <a:latin typeface="Bookman Old Style"/>
                <a:ea typeface="Bookman Old Style"/>
                <a:cs typeface="Bookman Old Style"/>
                <a:sym typeface="Bookman Old Style"/>
              </a:rPr>
              <a:t>σ </a:t>
            </a:r>
            <a:r>
              <a:rPr lang="en-US" sz="950">
                <a:latin typeface="Tahoma"/>
                <a:ea typeface="Tahoma"/>
                <a:cs typeface="Tahoma"/>
                <a:sym typeface="Tahoma"/>
              </a:rPr>
              <a:t>(</a:t>
            </a:r>
            <a:r>
              <a:rPr lang="en-US" sz="850" i="1">
                <a:latin typeface="Arial"/>
                <a:ea typeface="Arial"/>
                <a:cs typeface="Arial"/>
                <a:sym typeface="Arial"/>
              </a:rPr>
              <a:t>z</a:t>
            </a:r>
            <a:r>
              <a:rPr lang="en-US" sz="950">
                <a:latin typeface="Tahoma"/>
                <a:ea typeface="Tahoma"/>
                <a:cs typeface="Tahoma"/>
                <a:sym typeface="Tahoma"/>
              </a:rPr>
              <a:t>)</a:t>
            </a:r>
            <a:endParaRPr sz="950">
              <a:latin typeface="Tahoma"/>
              <a:ea typeface="Tahoma"/>
              <a:cs typeface="Tahoma"/>
              <a:sym typeface="Tahoma"/>
            </a:endParaRPr>
          </a:p>
        </p:txBody>
      </p:sp>
      <p:grpSp>
        <p:nvGrpSpPr>
          <p:cNvPr id="350" name="Google Shape;350;p19"/>
          <p:cNvGrpSpPr/>
          <p:nvPr/>
        </p:nvGrpSpPr>
        <p:grpSpPr>
          <a:xfrm>
            <a:off x="3341181" y="1594643"/>
            <a:ext cx="1416685" cy="840740"/>
            <a:chOff x="3341181" y="1594643"/>
            <a:chExt cx="1416685" cy="840740"/>
          </a:xfrm>
        </p:grpSpPr>
        <p:sp>
          <p:nvSpPr>
            <p:cNvPr id="351" name="Google Shape;351;p19"/>
            <p:cNvSpPr/>
            <p:nvPr/>
          </p:nvSpPr>
          <p:spPr>
            <a:xfrm>
              <a:off x="3341181" y="1594643"/>
              <a:ext cx="1416685" cy="840740"/>
            </a:xfrm>
            <a:custGeom>
              <a:avLst/>
              <a:gdLst/>
              <a:ahLst/>
              <a:cxnLst/>
              <a:rect l="l" t="t" r="r" b="b"/>
              <a:pathLst>
                <a:path w="1416685" h="840739" extrusionOk="0">
                  <a:moveTo>
                    <a:pt x="118031" y="840497"/>
                  </a:moveTo>
                  <a:lnTo>
                    <a:pt x="118031" y="0"/>
                  </a:lnTo>
                </a:path>
                <a:path w="1416685" h="840739" extrusionOk="0">
                  <a:moveTo>
                    <a:pt x="1298356" y="840497"/>
                  </a:moveTo>
                  <a:lnTo>
                    <a:pt x="1298356" y="0"/>
                  </a:lnTo>
                </a:path>
                <a:path w="1416685" h="840739" extrusionOk="0">
                  <a:moveTo>
                    <a:pt x="0" y="480284"/>
                  </a:moveTo>
                  <a:lnTo>
                    <a:pt x="1416385" y="480284"/>
                  </a:lnTo>
                </a:path>
                <a:path w="1416685" h="840739" extrusionOk="0">
                  <a:moveTo>
                    <a:pt x="0" y="240141"/>
                  </a:moveTo>
                  <a:lnTo>
                    <a:pt x="1416385" y="240141"/>
                  </a:lnTo>
                </a:path>
                <a:path w="1416685" h="840739" extrusionOk="0">
                  <a:moveTo>
                    <a:pt x="0" y="0"/>
                  </a:moveTo>
                  <a:lnTo>
                    <a:pt x="1416385" y="0"/>
                  </a:lnTo>
                </a:path>
              </a:pathLst>
            </a:custGeom>
            <a:noFill/>
            <a:ln w="9525" cap="flat" cmpd="sng">
              <a:solidFill>
                <a:srgbClr val="D8D8D8"/>
              </a:solidFill>
              <a:prstDash val="lg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52" name="Google Shape;352;p19"/>
            <p:cNvSpPr/>
            <p:nvPr/>
          </p:nvSpPr>
          <p:spPr>
            <a:xfrm>
              <a:off x="3459213" y="1594643"/>
              <a:ext cx="1180465" cy="742315"/>
            </a:xfrm>
            <a:custGeom>
              <a:avLst/>
              <a:gdLst/>
              <a:ahLst/>
              <a:cxnLst/>
              <a:rect l="l" t="t" r="r" b="b"/>
              <a:pathLst>
                <a:path w="1180464" h="742314" extrusionOk="0">
                  <a:moveTo>
                    <a:pt x="0" y="742025"/>
                  </a:moveTo>
                  <a:lnTo>
                    <a:pt x="0" y="698827"/>
                  </a:lnTo>
                </a:path>
                <a:path w="1180464" h="742314" extrusionOk="0">
                  <a:moveTo>
                    <a:pt x="1180324" y="742025"/>
                  </a:moveTo>
                  <a:lnTo>
                    <a:pt x="1180324" y="698827"/>
                  </a:lnTo>
                </a:path>
                <a:path w="1180464" h="742314" extrusionOk="0">
                  <a:moveTo>
                    <a:pt x="568562" y="480284"/>
                  </a:moveTo>
                  <a:lnTo>
                    <a:pt x="611761" y="480284"/>
                  </a:lnTo>
                </a:path>
                <a:path w="1180464" h="742314" extrusionOk="0">
                  <a:moveTo>
                    <a:pt x="568562" y="240141"/>
                  </a:moveTo>
                  <a:lnTo>
                    <a:pt x="611761" y="240141"/>
                  </a:lnTo>
                </a:path>
                <a:path w="1180464" h="742314" extrusionOk="0">
                  <a:moveTo>
                    <a:pt x="568562" y="0"/>
                  </a:moveTo>
                  <a:lnTo>
                    <a:pt x="611761"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53" name="Google Shape;353;p19"/>
            <p:cNvSpPr/>
            <p:nvPr/>
          </p:nvSpPr>
          <p:spPr>
            <a:xfrm>
              <a:off x="3341181" y="2315070"/>
              <a:ext cx="1396365" cy="0"/>
            </a:xfrm>
            <a:custGeom>
              <a:avLst/>
              <a:gdLst/>
              <a:ahLst/>
              <a:cxnLst/>
              <a:rect l="l" t="t" r="r" b="b"/>
              <a:pathLst>
                <a:path w="1396364" h="120000" extrusionOk="0">
                  <a:moveTo>
                    <a:pt x="0" y="0"/>
                  </a:moveTo>
                  <a:lnTo>
                    <a:pt x="1396146"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54" name="Google Shape;354;p19"/>
            <p:cNvSpPr/>
            <p:nvPr/>
          </p:nvSpPr>
          <p:spPr>
            <a:xfrm>
              <a:off x="4725182" y="2298875"/>
              <a:ext cx="32384" cy="32384"/>
            </a:xfrm>
            <a:custGeom>
              <a:avLst/>
              <a:gdLst/>
              <a:ahLst/>
              <a:cxnLst/>
              <a:rect l="l" t="t" r="r" b="b"/>
              <a:pathLst>
                <a:path w="32385" h="32385" extrusionOk="0">
                  <a:moveTo>
                    <a:pt x="0" y="0"/>
                  </a:moveTo>
                  <a:lnTo>
                    <a:pt x="12146" y="16195"/>
                  </a:lnTo>
                  <a:lnTo>
                    <a:pt x="0" y="32390"/>
                  </a:lnTo>
                  <a:lnTo>
                    <a:pt x="32390" y="16195"/>
                  </a:lnTo>
                  <a:lnTo>
                    <a:pt x="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55" name="Google Shape;355;p19"/>
            <p:cNvSpPr/>
            <p:nvPr/>
          </p:nvSpPr>
          <p:spPr>
            <a:xfrm>
              <a:off x="4049375" y="1614887"/>
              <a:ext cx="0" cy="820419"/>
            </a:xfrm>
            <a:custGeom>
              <a:avLst/>
              <a:gdLst/>
              <a:ahLst/>
              <a:cxnLst/>
              <a:rect l="l" t="t" r="r" b="b"/>
              <a:pathLst>
                <a:path w="120000" h="820419" extrusionOk="0">
                  <a:moveTo>
                    <a:pt x="0" y="820253"/>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56" name="Google Shape;356;p19"/>
            <p:cNvSpPr/>
            <p:nvPr/>
          </p:nvSpPr>
          <p:spPr>
            <a:xfrm>
              <a:off x="4033180" y="1594643"/>
              <a:ext cx="32384" cy="32384"/>
            </a:xfrm>
            <a:custGeom>
              <a:avLst/>
              <a:gdLst/>
              <a:ahLst/>
              <a:cxnLst/>
              <a:rect l="l" t="t" r="r" b="b"/>
              <a:pathLst>
                <a:path w="32385" h="32385" extrusionOk="0">
                  <a:moveTo>
                    <a:pt x="0" y="32390"/>
                  </a:moveTo>
                  <a:lnTo>
                    <a:pt x="16195" y="20244"/>
                  </a:lnTo>
                  <a:lnTo>
                    <a:pt x="32390" y="32390"/>
                  </a:lnTo>
                  <a:lnTo>
                    <a:pt x="16195" y="0"/>
                  </a:lnTo>
                  <a:lnTo>
                    <a:pt x="0" y="3239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57" name="Google Shape;357;p19"/>
          <p:cNvSpPr txBox="1"/>
          <p:nvPr/>
        </p:nvSpPr>
        <p:spPr>
          <a:xfrm>
            <a:off x="3368888" y="2315962"/>
            <a:ext cx="180975" cy="17145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950">
                <a:latin typeface="Lucida Sans"/>
                <a:ea typeface="Lucida Sans"/>
                <a:cs typeface="Lucida Sans"/>
                <a:sym typeface="Lucida Sans"/>
              </a:rPr>
              <a:t>−</a:t>
            </a:r>
            <a:r>
              <a:rPr lang="en-US" sz="850">
                <a:latin typeface="Arial"/>
                <a:ea typeface="Arial"/>
                <a:cs typeface="Arial"/>
                <a:sym typeface="Arial"/>
              </a:rPr>
              <a:t>5</a:t>
            </a:r>
            <a:endParaRPr sz="850">
              <a:latin typeface="Arial"/>
              <a:ea typeface="Arial"/>
              <a:cs typeface="Arial"/>
              <a:sym typeface="Arial"/>
            </a:endParaRPr>
          </a:p>
        </p:txBody>
      </p:sp>
      <p:sp>
        <p:nvSpPr>
          <p:cNvPr id="358" name="Google Shape;358;p19"/>
          <p:cNvSpPr txBox="1"/>
          <p:nvPr/>
        </p:nvSpPr>
        <p:spPr>
          <a:xfrm>
            <a:off x="4596429" y="2328099"/>
            <a:ext cx="86360" cy="15684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Arial"/>
                <a:ea typeface="Arial"/>
                <a:cs typeface="Arial"/>
                <a:sym typeface="Arial"/>
              </a:rPr>
              <a:t>5</a:t>
            </a:r>
            <a:endParaRPr sz="850">
              <a:latin typeface="Arial"/>
              <a:ea typeface="Arial"/>
              <a:cs typeface="Arial"/>
              <a:sym typeface="Arial"/>
            </a:endParaRPr>
          </a:p>
        </p:txBody>
      </p:sp>
      <p:sp>
        <p:nvSpPr>
          <p:cNvPr id="359" name="Google Shape;359;p19"/>
          <p:cNvSpPr txBox="1"/>
          <p:nvPr/>
        </p:nvSpPr>
        <p:spPr>
          <a:xfrm>
            <a:off x="3822014" y="1978365"/>
            <a:ext cx="180340" cy="17145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850">
                <a:latin typeface="Arial"/>
                <a:ea typeface="Arial"/>
                <a:cs typeface="Arial"/>
                <a:sym typeface="Arial"/>
              </a:rPr>
              <a:t>0</a:t>
            </a:r>
            <a:r>
              <a:rPr lang="en-US" sz="950" i="1">
                <a:latin typeface="Bookman Old Style"/>
                <a:ea typeface="Bookman Old Style"/>
                <a:cs typeface="Bookman Old Style"/>
                <a:sym typeface="Bookman Old Style"/>
              </a:rPr>
              <a:t>.</a:t>
            </a:r>
            <a:r>
              <a:rPr lang="en-US" sz="850">
                <a:latin typeface="Arial"/>
                <a:ea typeface="Arial"/>
                <a:cs typeface="Arial"/>
                <a:sym typeface="Arial"/>
              </a:rPr>
              <a:t>1</a:t>
            </a:r>
            <a:endParaRPr sz="850">
              <a:latin typeface="Arial"/>
              <a:ea typeface="Arial"/>
              <a:cs typeface="Arial"/>
              <a:sym typeface="Arial"/>
            </a:endParaRPr>
          </a:p>
        </p:txBody>
      </p:sp>
      <p:sp>
        <p:nvSpPr>
          <p:cNvPr id="360" name="Google Shape;360;p19"/>
          <p:cNvSpPr txBox="1"/>
          <p:nvPr/>
        </p:nvSpPr>
        <p:spPr>
          <a:xfrm>
            <a:off x="3822014" y="1738224"/>
            <a:ext cx="180340" cy="17145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850">
                <a:latin typeface="Arial"/>
                <a:ea typeface="Arial"/>
                <a:cs typeface="Arial"/>
                <a:sym typeface="Arial"/>
              </a:rPr>
              <a:t>0</a:t>
            </a:r>
            <a:r>
              <a:rPr lang="en-US" sz="950" i="1">
                <a:latin typeface="Bookman Old Style"/>
                <a:ea typeface="Bookman Old Style"/>
                <a:cs typeface="Bookman Old Style"/>
                <a:sym typeface="Bookman Old Style"/>
              </a:rPr>
              <a:t>.</a:t>
            </a:r>
            <a:r>
              <a:rPr lang="en-US" sz="850">
                <a:latin typeface="Arial"/>
                <a:ea typeface="Arial"/>
                <a:cs typeface="Arial"/>
                <a:sym typeface="Arial"/>
              </a:rPr>
              <a:t>2</a:t>
            </a:r>
            <a:endParaRPr sz="850">
              <a:latin typeface="Arial"/>
              <a:ea typeface="Arial"/>
              <a:cs typeface="Arial"/>
              <a:sym typeface="Arial"/>
            </a:endParaRPr>
          </a:p>
        </p:txBody>
      </p:sp>
      <p:sp>
        <p:nvSpPr>
          <p:cNvPr id="361" name="Google Shape;361;p19"/>
          <p:cNvSpPr txBox="1"/>
          <p:nvPr/>
        </p:nvSpPr>
        <p:spPr>
          <a:xfrm>
            <a:off x="3822014" y="1498102"/>
            <a:ext cx="180340" cy="17145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850">
                <a:latin typeface="Arial"/>
                <a:ea typeface="Arial"/>
                <a:cs typeface="Arial"/>
                <a:sym typeface="Arial"/>
              </a:rPr>
              <a:t>0</a:t>
            </a:r>
            <a:r>
              <a:rPr lang="en-US" sz="950" i="1">
                <a:latin typeface="Bookman Old Style"/>
                <a:ea typeface="Bookman Old Style"/>
                <a:cs typeface="Bookman Old Style"/>
                <a:sym typeface="Bookman Old Style"/>
              </a:rPr>
              <a:t>.</a:t>
            </a:r>
            <a:r>
              <a:rPr lang="en-US" sz="850">
                <a:latin typeface="Arial"/>
                <a:ea typeface="Arial"/>
                <a:cs typeface="Arial"/>
                <a:sym typeface="Arial"/>
              </a:rPr>
              <a:t>3</a:t>
            </a:r>
            <a:endParaRPr sz="850">
              <a:latin typeface="Arial"/>
              <a:ea typeface="Arial"/>
              <a:cs typeface="Arial"/>
              <a:sym typeface="Arial"/>
            </a:endParaRPr>
          </a:p>
        </p:txBody>
      </p:sp>
      <p:grpSp>
        <p:nvGrpSpPr>
          <p:cNvPr id="362" name="Google Shape;362;p19"/>
          <p:cNvGrpSpPr/>
          <p:nvPr/>
        </p:nvGrpSpPr>
        <p:grpSpPr>
          <a:xfrm>
            <a:off x="3341182" y="1686082"/>
            <a:ext cx="1416685" cy="623529"/>
            <a:chOff x="3341182" y="1686082"/>
            <a:chExt cx="1416685" cy="623529"/>
          </a:xfrm>
        </p:grpSpPr>
        <p:sp>
          <p:nvSpPr>
            <p:cNvPr id="363" name="Google Shape;363;p19"/>
            <p:cNvSpPr/>
            <p:nvPr/>
          </p:nvSpPr>
          <p:spPr>
            <a:xfrm>
              <a:off x="3341182" y="1715251"/>
              <a:ext cx="1416685" cy="594360"/>
            </a:xfrm>
            <a:custGeom>
              <a:avLst/>
              <a:gdLst/>
              <a:ahLst/>
              <a:cxnLst/>
              <a:rect l="l" t="t" r="r" b="b"/>
              <a:pathLst>
                <a:path w="1416685" h="594360" extrusionOk="0">
                  <a:moveTo>
                    <a:pt x="0" y="593895"/>
                  </a:moveTo>
                  <a:lnTo>
                    <a:pt x="42916" y="591316"/>
                  </a:lnTo>
                  <a:lnTo>
                    <a:pt x="85832" y="587626"/>
                  </a:lnTo>
                  <a:lnTo>
                    <a:pt x="128749" y="582359"/>
                  </a:lnTo>
                  <a:lnTo>
                    <a:pt x="171666" y="574861"/>
                  </a:lnTo>
                  <a:lnTo>
                    <a:pt x="214582" y="564246"/>
                  </a:lnTo>
                  <a:lnTo>
                    <a:pt x="257499" y="549316"/>
                  </a:lnTo>
                  <a:lnTo>
                    <a:pt x="300415" y="528523"/>
                  </a:lnTo>
                  <a:lnTo>
                    <a:pt x="343331" y="499962"/>
                  </a:lnTo>
                  <a:lnTo>
                    <a:pt x="386248" y="461498"/>
                  </a:lnTo>
                  <a:lnTo>
                    <a:pt x="414859" y="429344"/>
                  </a:lnTo>
                  <a:lnTo>
                    <a:pt x="443470" y="391462"/>
                  </a:lnTo>
                  <a:lnTo>
                    <a:pt x="472081" y="347763"/>
                  </a:lnTo>
                  <a:lnTo>
                    <a:pt x="500692" y="298617"/>
                  </a:lnTo>
                  <a:lnTo>
                    <a:pt x="529303" y="245200"/>
                  </a:lnTo>
                  <a:lnTo>
                    <a:pt x="557915" y="189460"/>
                  </a:lnTo>
                  <a:lnTo>
                    <a:pt x="572220" y="161637"/>
                  </a:lnTo>
                  <a:lnTo>
                    <a:pt x="600830" y="108332"/>
                  </a:lnTo>
                  <a:lnTo>
                    <a:pt x="629442" y="61610"/>
                  </a:lnTo>
                  <a:lnTo>
                    <a:pt x="658053" y="25752"/>
                  </a:lnTo>
                  <a:lnTo>
                    <a:pt x="700969" y="25"/>
                  </a:lnTo>
                  <a:lnTo>
                    <a:pt x="715275" y="0"/>
                  </a:lnTo>
                  <a:lnTo>
                    <a:pt x="729580" y="4356"/>
                  </a:lnTo>
                  <a:lnTo>
                    <a:pt x="772497" y="41871"/>
                  </a:lnTo>
                  <a:lnTo>
                    <a:pt x="801107" y="83600"/>
                  </a:lnTo>
                  <a:lnTo>
                    <a:pt x="829719" y="134143"/>
                  </a:lnTo>
                  <a:lnTo>
                    <a:pt x="858330" y="189231"/>
                  </a:lnTo>
                  <a:lnTo>
                    <a:pt x="872636" y="217208"/>
                  </a:lnTo>
                  <a:lnTo>
                    <a:pt x="886941" y="244907"/>
                  </a:lnTo>
                  <a:lnTo>
                    <a:pt x="915552" y="298312"/>
                  </a:lnTo>
                  <a:lnTo>
                    <a:pt x="944163" y="347580"/>
                  </a:lnTo>
                  <a:lnTo>
                    <a:pt x="972774" y="391394"/>
                  </a:lnTo>
                  <a:lnTo>
                    <a:pt x="1001385" y="429147"/>
                  </a:lnTo>
                  <a:lnTo>
                    <a:pt x="1030000" y="461319"/>
                  </a:lnTo>
                  <a:lnTo>
                    <a:pt x="1058611" y="488218"/>
                  </a:lnTo>
                  <a:lnTo>
                    <a:pt x="1101526" y="519872"/>
                  </a:lnTo>
                  <a:lnTo>
                    <a:pt x="1144442" y="543041"/>
                  </a:lnTo>
                  <a:lnTo>
                    <a:pt x="1187358" y="559734"/>
                  </a:lnTo>
                  <a:lnTo>
                    <a:pt x="1230274" y="571675"/>
                  </a:lnTo>
                  <a:lnTo>
                    <a:pt x="1273190" y="580076"/>
                  </a:lnTo>
                  <a:lnTo>
                    <a:pt x="1316106" y="586018"/>
                  </a:lnTo>
                  <a:lnTo>
                    <a:pt x="1359021" y="590227"/>
                  </a:lnTo>
                  <a:lnTo>
                    <a:pt x="1401937" y="593113"/>
                  </a:lnTo>
                  <a:lnTo>
                    <a:pt x="1416243" y="593854"/>
                  </a:lnTo>
                </a:path>
              </a:pathLst>
            </a:custGeom>
            <a:noFill/>
            <a:ln w="15175" cap="flat" cmpd="sng">
              <a:solidFill>
                <a:srgbClr val="EC202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64" name="Google Shape;364;p19"/>
            <p:cNvSpPr/>
            <p:nvPr/>
          </p:nvSpPr>
          <p:spPr>
            <a:xfrm>
              <a:off x="4020743" y="1686082"/>
              <a:ext cx="57785" cy="57785"/>
            </a:xfrm>
            <a:custGeom>
              <a:avLst/>
              <a:gdLst/>
              <a:ahLst/>
              <a:cxnLst/>
              <a:rect l="l" t="t" r="r" b="b"/>
              <a:pathLst>
                <a:path w="57785" h="57785" extrusionOk="0">
                  <a:moveTo>
                    <a:pt x="28631" y="0"/>
                  </a:moveTo>
                  <a:lnTo>
                    <a:pt x="17487" y="2250"/>
                  </a:lnTo>
                  <a:lnTo>
                    <a:pt x="8386" y="8386"/>
                  </a:lnTo>
                  <a:lnTo>
                    <a:pt x="2250" y="17487"/>
                  </a:lnTo>
                  <a:lnTo>
                    <a:pt x="0" y="28631"/>
                  </a:lnTo>
                  <a:lnTo>
                    <a:pt x="2250" y="39776"/>
                  </a:lnTo>
                  <a:lnTo>
                    <a:pt x="8386" y="48877"/>
                  </a:lnTo>
                  <a:lnTo>
                    <a:pt x="17487" y="55013"/>
                  </a:lnTo>
                  <a:lnTo>
                    <a:pt x="28631" y="57263"/>
                  </a:lnTo>
                  <a:lnTo>
                    <a:pt x="39776" y="55013"/>
                  </a:lnTo>
                  <a:lnTo>
                    <a:pt x="48877" y="48877"/>
                  </a:lnTo>
                  <a:lnTo>
                    <a:pt x="55013" y="39776"/>
                  </a:lnTo>
                  <a:lnTo>
                    <a:pt x="57263" y="28631"/>
                  </a:lnTo>
                  <a:lnTo>
                    <a:pt x="55013" y="17487"/>
                  </a:lnTo>
                  <a:lnTo>
                    <a:pt x="48877" y="8386"/>
                  </a:lnTo>
                  <a:lnTo>
                    <a:pt x="39776" y="2250"/>
                  </a:lnTo>
                  <a:lnTo>
                    <a:pt x="28631" y="0"/>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65" name="Google Shape;365;p19"/>
          <p:cNvSpPr txBox="1"/>
          <p:nvPr/>
        </p:nvSpPr>
        <p:spPr>
          <a:xfrm>
            <a:off x="4051399" y="1562335"/>
            <a:ext cx="586740" cy="123189"/>
          </a:xfrm>
          <a:prstGeom prst="rect">
            <a:avLst/>
          </a:prstGeom>
          <a:noFill/>
          <a:ln>
            <a:noFill/>
          </a:ln>
        </p:spPr>
        <p:txBody>
          <a:bodyPr spcFirstLastPara="1" wrap="square" lIns="0" tIns="17125" rIns="0" bIns="0" anchor="t" anchorCtr="0">
            <a:spAutoFit/>
          </a:bodyPr>
          <a:lstStyle/>
          <a:p>
            <a:pPr marL="36195" lvl="0" indent="0" algn="l" rtl="0">
              <a:lnSpc>
                <a:spcPct val="100000"/>
              </a:lnSpc>
              <a:spcBef>
                <a:spcPts val="0"/>
              </a:spcBef>
              <a:spcAft>
                <a:spcPts val="0"/>
              </a:spcAft>
              <a:buNone/>
            </a:pPr>
            <a:r>
              <a:rPr lang="en-US" sz="600">
                <a:latin typeface="Lucida Sans"/>
                <a:ea typeface="Lucida Sans"/>
                <a:cs typeface="Lucida Sans"/>
                <a:sym typeface="Lucida Sans"/>
              </a:rPr>
              <a:t>(</a:t>
            </a:r>
            <a:r>
              <a:rPr lang="en-US" sz="550">
                <a:latin typeface="Arial"/>
                <a:ea typeface="Arial"/>
                <a:cs typeface="Arial"/>
                <a:sym typeface="Arial"/>
              </a:rPr>
              <a:t>0</a:t>
            </a:r>
            <a:r>
              <a:rPr lang="en-US" sz="600" i="1">
                <a:latin typeface="Verdana"/>
                <a:ea typeface="Verdana"/>
                <a:cs typeface="Verdana"/>
                <a:sym typeface="Verdana"/>
              </a:rPr>
              <a:t>, </a:t>
            </a:r>
            <a:r>
              <a:rPr lang="en-US" sz="550">
                <a:latin typeface="Arial"/>
                <a:ea typeface="Arial"/>
                <a:cs typeface="Arial"/>
                <a:sym typeface="Arial"/>
              </a:rPr>
              <a:t>0</a:t>
            </a:r>
            <a:r>
              <a:rPr lang="en-US" sz="600" i="1">
                <a:latin typeface="Verdana"/>
                <a:ea typeface="Verdana"/>
                <a:cs typeface="Verdana"/>
                <a:sym typeface="Verdana"/>
              </a:rPr>
              <a:t>.</a:t>
            </a:r>
            <a:r>
              <a:rPr lang="en-US" sz="550">
                <a:latin typeface="Arial"/>
                <a:ea typeface="Arial"/>
                <a:cs typeface="Arial"/>
                <a:sym typeface="Arial"/>
              </a:rPr>
              <a:t>25</a:t>
            </a:r>
            <a:r>
              <a:rPr lang="en-US" sz="600">
                <a:latin typeface="Lucida Sans"/>
                <a:ea typeface="Lucida Sans"/>
                <a:cs typeface="Lucida Sans"/>
                <a:sym typeface="Lucida Sans"/>
              </a:rPr>
              <a:t>)</a:t>
            </a:r>
            <a:endParaRPr sz="600">
              <a:latin typeface="Lucida Sans"/>
              <a:ea typeface="Lucida Sans"/>
              <a:cs typeface="Lucida Sans"/>
              <a:sym typeface="Lucida Sans"/>
            </a:endParaRPr>
          </a:p>
        </p:txBody>
      </p:sp>
      <p:grpSp>
        <p:nvGrpSpPr>
          <p:cNvPr id="366" name="Google Shape;366;p19"/>
          <p:cNvGrpSpPr/>
          <p:nvPr/>
        </p:nvGrpSpPr>
        <p:grpSpPr>
          <a:xfrm>
            <a:off x="0" y="1714714"/>
            <a:ext cx="5760262" cy="1519297"/>
            <a:chOff x="0" y="1714714"/>
            <a:chExt cx="5760262" cy="1519297"/>
          </a:xfrm>
        </p:grpSpPr>
        <p:sp>
          <p:nvSpPr>
            <p:cNvPr id="367" name="Google Shape;367;p19"/>
            <p:cNvSpPr/>
            <p:nvPr/>
          </p:nvSpPr>
          <p:spPr>
            <a:xfrm>
              <a:off x="3341182" y="1714714"/>
              <a:ext cx="1416685" cy="0"/>
            </a:xfrm>
            <a:custGeom>
              <a:avLst/>
              <a:gdLst/>
              <a:ahLst/>
              <a:cxnLst/>
              <a:rect l="l" t="t" r="r" b="b"/>
              <a:pathLst>
                <a:path w="1416685" h="120000" extrusionOk="0">
                  <a:moveTo>
                    <a:pt x="0" y="0"/>
                  </a:moveTo>
                  <a:lnTo>
                    <a:pt x="1416385" y="0"/>
                  </a:lnTo>
                </a:path>
              </a:pathLst>
            </a:custGeom>
            <a:noFill/>
            <a:ln w="9525" cap="flat" cmpd="sng">
              <a:solidFill>
                <a:srgbClr val="EC2027"/>
              </a:solidFill>
              <a:prstDash val="lg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68" name="Google Shape;368;p1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69" name="Google Shape;369;p1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70" name="Google Shape;370;p1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71" name="Google Shape;371;p19"/>
          <p:cNvSpPr txBox="1"/>
          <p:nvPr/>
        </p:nvSpPr>
        <p:spPr>
          <a:xfrm>
            <a:off x="4854138" y="2221510"/>
            <a:ext cx="80645" cy="15684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i="1">
                <a:latin typeface="Arial"/>
                <a:ea typeface="Arial"/>
                <a:cs typeface="Arial"/>
                <a:sym typeface="Arial"/>
              </a:rPr>
              <a:t>z</a:t>
            </a:r>
            <a:endParaRPr sz="850">
              <a:latin typeface="Arial"/>
              <a:ea typeface="Arial"/>
              <a:cs typeface="Arial"/>
              <a:sym typeface="Arial"/>
            </a:endParaRPr>
          </a:p>
        </p:txBody>
      </p:sp>
      <p:sp>
        <p:nvSpPr>
          <p:cNvPr id="372" name="Google Shape;372;p1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73" name="Google Shape;373;p1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374" name="Google Shape;374;p19"/>
          <p:cNvSpPr txBox="1">
            <a:spLocks noGrp="1"/>
          </p:cNvSpPr>
          <p:nvPr>
            <p:ph type="sldNum" idx="12"/>
          </p:nvPr>
        </p:nvSpPr>
        <p:spPr>
          <a:xfrm>
            <a:off x="4627902" y="3137675"/>
            <a:ext cx="4908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13</a:t>
            </a:fld>
            <a:r>
              <a:rPr lang="en-US"/>
              <a:t> / 100</a:t>
            </a:r>
            <a:endParaRPr/>
          </a:p>
        </p:txBody>
      </p:sp>
      <p:sp>
        <p:nvSpPr>
          <p:cNvPr id="375" name="Google Shape;375;p19"/>
          <p:cNvSpPr txBox="1"/>
          <p:nvPr/>
        </p:nvSpPr>
        <p:spPr>
          <a:xfrm>
            <a:off x="3789108" y="1048050"/>
            <a:ext cx="727200" cy="464400"/>
          </a:xfrm>
          <a:prstGeom prst="rect">
            <a:avLst/>
          </a:prstGeom>
          <a:noFill/>
          <a:ln>
            <a:noFill/>
          </a:ln>
        </p:spPr>
        <p:txBody>
          <a:bodyPr spcFirstLastPara="1" wrap="square" lIns="0" tIns="88900" rIns="0" bIns="0" anchor="t" anchorCtr="0">
            <a:spAutoFit/>
          </a:bodyPr>
          <a:lstStyle/>
          <a:p>
            <a:pPr marL="38100" lvl="0" indent="0" algn="l" rtl="0">
              <a:lnSpc>
                <a:spcPct val="100000"/>
              </a:lnSpc>
              <a:spcBef>
                <a:spcPts val="0"/>
              </a:spcBef>
              <a:spcAft>
                <a:spcPts val="0"/>
              </a:spcAft>
              <a:buNone/>
            </a:pPr>
            <a:r>
              <a:rPr lang="en-US" sz="1050" b="1">
                <a:solidFill>
                  <a:srgbClr val="EC2027"/>
                </a:solidFill>
                <a:latin typeface="Arial"/>
                <a:ea typeface="Arial"/>
                <a:cs typeface="Arial"/>
                <a:sym typeface="Arial"/>
              </a:rPr>
              <a:t>Derivative</a:t>
            </a:r>
            <a:endParaRPr sz="1050">
              <a:latin typeface="Arial"/>
              <a:ea typeface="Arial"/>
              <a:cs typeface="Arial"/>
              <a:sym typeface="Arial"/>
            </a:endParaRPr>
          </a:p>
          <a:p>
            <a:pPr marL="132080" lvl="0" indent="0" algn="l" rtl="0">
              <a:lnSpc>
                <a:spcPct val="100000"/>
              </a:lnSpc>
              <a:spcBef>
                <a:spcPts val="520"/>
              </a:spcBef>
              <a:spcAft>
                <a:spcPts val="0"/>
              </a:spcAft>
              <a:buNone/>
            </a:pPr>
            <a:r>
              <a:rPr lang="en-US" sz="950" i="1">
                <a:latin typeface="Bookman Old Style"/>
                <a:ea typeface="Bookman Old Style"/>
                <a:cs typeface="Bookman Old Style"/>
                <a:sym typeface="Bookman Old Style"/>
              </a:rPr>
              <a:t>σ </a:t>
            </a:r>
            <a:r>
              <a:rPr lang="en-US" sz="900" baseline="30000">
                <a:latin typeface="Lucida Sans"/>
                <a:ea typeface="Lucida Sans"/>
                <a:cs typeface="Lucida Sans"/>
                <a:sym typeface="Lucida Sans"/>
              </a:rPr>
              <a:t>r</a:t>
            </a:r>
            <a:r>
              <a:rPr lang="en-US" sz="950">
                <a:latin typeface="Tahoma"/>
                <a:ea typeface="Tahoma"/>
                <a:cs typeface="Tahoma"/>
                <a:sym typeface="Tahoma"/>
              </a:rPr>
              <a:t>(</a:t>
            </a:r>
            <a:r>
              <a:rPr lang="en-US" sz="850" i="1">
                <a:latin typeface="Arial"/>
                <a:ea typeface="Arial"/>
                <a:cs typeface="Arial"/>
                <a:sym typeface="Arial"/>
              </a:rPr>
              <a:t>z</a:t>
            </a:r>
            <a:r>
              <a:rPr lang="en-US" sz="950">
                <a:latin typeface="Tahoma"/>
                <a:ea typeface="Tahoma"/>
                <a:cs typeface="Tahoma"/>
                <a:sym typeface="Tahoma"/>
              </a:rPr>
              <a:t>)</a:t>
            </a:r>
            <a:endParaRPr sz="950">
              <a:latin typeface="Tahoma"/>
              <a:ea typeface="Tahoma"/>
              <a:cs typeface="Tahoma"/>
              <a:sym typeface="Tahoma"/>
            </a:endParaRPr>
          </a:p>
        </p:txBody>
      </p:sp>
      <p:sp>
        <p:nvSpPr>
          <p:cNvPr id="376" name="Google Shape;376;p19"/>
          <p:cNvSpPr txBox="1"/>
          <p:nvPr/>
        </p:nvSpPr>
        <p:spPr>
          <a:xfrm>
            <a:off x="1765426" y="2657205"/>
            <a:ext cx="1306800" cy="1968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solidFill>
                  <a:srgbClr val="EC2027"/>
                </a:solidFill>
                <a:latin typeface="Arial"/>
                <a:ea typeface="Arial"/>
                <a:cs typeface="Arial"/>
                <a:sym typeface="Arial"/>
              </a:rPr>
              <a:t>At </a:t>
            </a:r>
            <a:r>
              <a:rPr lang="en-US" sz="1050" i="1">
                <a:solidFill>
                  <a:srgbClr val="EC2027"/>
                </a:solidFill>
                <a:latin typeface="Arial"/>
                <a:ea typeface="Arial"/>
                <a:cs typeface="Arial"/>
                <a:sym typeface="Arial"/>
              </a:rPr>
              <a:t>z </a:t>
            </a:r>
            <a:r>
              <a:rPr lang="en-US" sz="1200">
                <a:solidFill>
                  <a:srgbClr val="EC2027"/>
                </a:solidFill>
                <a:latin typeface="Tahoma"/>
                <a:ea typeface="Tahoma"/>
                <a:cs typeface="Tahoma"/>
                <a:sym typeface="Tahoma"/>
              </a:rPr>
              <a:t>= </a:t>
            </a:r>
            <a:r>
              <a:rPr lang="en-US" sz="1050">
                <a:solidFill>
                  <a:srgbClr val="EC2027"/>
                </a:solidFill>
                <a:latin typeface="Arial"/>
                <a:ea typeface="Arial"/>
                <a:cs typeface="Arial"/>
                <a:sym typeface="Arial"/>
              </a:rPr>
              <a:t>0: </a:t>
            </a:r>
            <a:r>
              <a:rPr lang="en-US" sz="1200" i="1">
                <a:solidFill>
                  <a:srgbClr val="EC2027"/>
                </a:solidFill>
                <a:latin typeface="Bookman Old Style"/>
                <a:ea typeface="Bookman Old Style"/>
                <a:cs typeface="Bookman Old Style"/>
                <a:sym typeface="Bookman Old Style"/>
              </a:rPr>
              <a:t>σ </a:t>
            </a:r>
            <a:r>
              <a:rPr lang="en-US" sz="1200">
                <a:solidFill>
                  <a:srgbClr val="EC2027"/>
                </a:solidFill>
                <a:latin typeface="Tahoma"/>
                <a:ea typeface="Tahoma"/>
                <a:cs typeface="Tahoma"/>
                <a:sym typeface="Tahoma"/>
              </a:rPr>
              <a:t>(</a:t>
            </a:r>
            <a:r>
              <a:rPr lang="en-US" sz="1050">
                <a:solidFill>
                  <a:srgbClr val="EC2027"/>
                </a:solidFill>
                <a:latin typeface="Arial"/>
                <a:ea typeface="Arial"/>
                <a:cs typeface="Arial"/>
                <a:sym typeface="Arial"/>
              </a:rPr>
              <a:t>0</a:t>
            </a:r>
            <a:r>
              <a:rPr lang="en-US" sz="1200">
                <a:solidFill>
                  <a:srgbClr val="EC2027"/>
                </a:solidFill>
                <a:latin typeface="Tahoma"/>
                <a:ea typeface="Tahoma"/>
                <a:cs typeface="Tahoma"/>
                <a:sym typeface="Tahoma"/>
              </a:rPr>
              <a:t>) = </a:t>
            </a:r>
            <a:r>
              <a:rPr lang="en-US" sz="1050">
                <a:solidFill>
                  <a:srgbClr val="EC2027"/>
                </a:solidFill>
                <a:latin typeface="Arial"/>
                <a:ea typeface="Arial"/>
                <a:cs typeface="Arial"/>
                <a:sym typeface="Arial"/>
              </a:rPr>
              <a:t>0</a:t>
            </a:r>
            <a:r>
              <a:rPr lang="en-US" sz="1200" i="1">
                <a:solidFill>
                  <a:srgbClr val="EC2027"/>
                </a:solidFill>
                <a:latin typeface="Bookman Old Style"/>
                <a:ea typeface="Bookman Old Style"/>
                <a:cs typeface="Bookman Old Style"/>
                <a:sym typeface="Bookman Old Style"/>
              </a:rPr>
              <a:t>.</a:t>
            </a:r>
            <a:r>
              <a:rPr lang="en-US" sz="1050">
                <a:solidFill>
                  <a:srgbClr val="EC2027"/>
                </a:solidFill>
                <a:latin typeface="Arial"/>
                <a:ea typeface="Arial"/>
                <a:cs typeface="Arial"/>
                <a:sym typeface="Arial"/>
              </a:rPr>
              <a:t>5</a:t>
            </a:r>
            <a:endParaRPr sz="1050">
              <a:latin typeface="Arial"/>
              <a:ea typeface="Arial"/>
              <a:cs typeface="Arial"/>
              <a:sym typeface="Arial"/>
            </a:endParaRPr>
          </a:p>
        </p:txBody>
      </p:sp>
      <p:sp>
        <p:nvSpPr>
          <p:cNvPr id="377" name="Google Shape;377;p19"/>
          <p:cNvSpPr txBox="1"/>
          <p:nvPr/>
        </p:nvSpPr>
        <p:spPr>
          <a:xfrm>
            <a:off x="3157524" y="2657205"/>
            <a:ext cx="862965" cy="207645"/>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200" i="1">
                <a:solidFill>
                  <a:srgbClr val="EC2027"/>
                </a:solidFill>
                <a:latin typeface="Bookman Old Style"/>
                <a:ea typeface="Bookman Old Style"/>
                <a:cs typeface="Bookman Old Style"/>
                <a:sym typeface="Bookman Old Style"/>
              </a:rPr>
              <a:t>σ</a:t>
            </a:r>
            <a:r>
              <a:rPr lang="en-US" sz="1200" baseline="30000">
                <a:solidFill>
                  <a:srgbClr val="EC2027"/>
                </a:solidFill>
                <a:latin typeface="Lucida Sans"/>
                <a:ea typeface="Lucida Sans"/>
                <a:cs typeface="Lucida Sans"/>
                <a:sym typeface="Lucida Sans"/>
              </a:rPr>
              <a:t>r</a:t>
            </a:r>
            <a:r>
              <a:rPr lang="en-US" sz="1200">
                <a:solidFill>
                  <a:srgbClr val="EC2027"/>
                </a:solidFill>
                <a:latin typeface="Tahoma"/>
                <a:ea typeface="Tahoma"/>
                <a:cs typeface="Tahoma"/>
                <a:sym typeface="Tahoma"/>
              </a:rPr>
              <a:t>(</a:t>
            </a:r>
            <a:r>
              <a:rPr lang="en-US" sz="1050">
                <a:solidFill>
                  <a:srgbClr val="EC2027"/>
                </a:solidFill>
                <a:latin typeface="Arial"/>
                <a:ea typeface="Arial"/>
                <a:cs typeface="Arial"/>
                <a:sym typeface="Arial"/>
              </a:rPr>
              <a:t>0</a:t>
            </a:r>
            <a:r>
              <a:rPr lang="en-US" sz="1200">
                <a:solidFill>
                  <a:srgbClr val="EC2027"/>
                </a:solidFill>
                <a:latin typeface="Tahoma"/>
                <a:ea typeface="Tahoma"/>
                <a:cs typeface="Tahoma"/>
                <a:sym typeface="Tahoma"/>
              </a:rPr>
              <a:t>) = </a:t>
            </a:r>
            <a:r>
              <a:rPr lang="en-US" sz="1050">
                <a:solidFill>
                  <a:srgbClr val="EC2027"/>
                </a:solidFill>
                <a:latin typeface="Arial"/>
                <a:ea typeface="Arial"/>
                <a:cs typeface="Arial"/>
                <a:sym typeface="Arial"/>
              </a:rPr>
              <a:t>0</a:t>
            </a:r>
            <a:r>
              <a:rPr lang="en-US" sz="1200" i="1">
                <a:solidFill>
                  <a:srgbClr val="EC2027"/>
                </a:solidFill>
                <a:latin typeface="Bookman Old Style"/>
                <a:ea typeface="Bookman Old Style"/>
                <a:cs typeface="Bookman Old Style"/>
                <a:sym typeface="Bookman Old Style"/>
              </a:rPr>
              <a:t>.</a:t>
            </a:r>
            <a:r>
              <a:rPr lang="en-US" sz="1050">
                <a:solidFill>
                  <a:srgbClr val="EC2027"/>
                </a:solidFill>
                <a:latin typeface="Arial"/>
                <a:ea typeface="Arial"/>
                <a:cs typeface="Arial"/>
                <a:sym typeface="Arial"/>
              </a:rPr>
              <a:t>25</a:t>
            </a:r>
            <a:endParaRPr sz="1050">
              <a:latin typeface="Arial"/>
              <a:ea typeface="Arial"/>
              <a:cs typeface="Arial"/>
              <a:sym typeface="Arial"/>
            </a:endParaRPr>
          </a:p>
        </p:txBody>
      </p:sp>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20"/>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P</a:t>
            </a:r>
            <a:r>
              <a:rPr lang="en-US" cap="small">
                <a:solidFill>
                  <a:srgbClr val="FFFFFF"/>
                </a:solidFill>
              </a:rPr>
              <a:t>roperties</a:t>
            </a:r>
            <a:r>
              <a:rPr lang="en-US">
                <a:solidFill>
                  <a:srgbClr val="FFFFFF"/>
                </a:solidFill>
              </a:rPr>
              <a:t> </a:t>
            </a:r>
            <a:r>
              <a:rPr lang="en-US" cap="small">
                <a:solidFill>
                  <a:srgbClr val="FFFFFF"/>
                </a:solidFill>
              </a:rPr>
              <a:t>of</a:t>
            </a:r>
            <a:r>
              <a:rPr lang="en-US">
                <a:solidFill>
                  <a:srgbClr val="FFFFFF"/>
                </a:solidFill>
              </a:rPr>
              <a:t> S</a:t>
            </a:r>
            <a:r>
              <a:rPr lang="en-US" cap="small">
                <a:solidFill>
                  <a:srgbClr val="FFFFFF"/>
                </a:solidFill>
              </a:rPr>
              <a:t>igmoid</a:t>
            </a:r>
            <a:r>
              <a:rPr lang="en-US">
                <a:solidFill>
                  <a:srgbClr val="FFFFFF"/>
                </a:solidFill>
              </a:rPr>
              <a:t> F</a:t>
            </a:r>
            <a:r>
              <a:rPr lang="en-US" cap="small">
                <a:solidFill>
                  <a:srgbClr val="FFFFFF"/>
                </a:solidFill>
              </a:rPr>
              <a:t>unction</a:t>
            </a:r>
            <a:endParaRPr/>
          </a:p>
        </p:txBody>
      </p:sp>
      <p:grpSp>
        <p:nvGrpSpPr>
          <p:cNvPr id="383" name="Google Shape;383;p20"/>
          <p:cNvGrpSpPr/>
          <p:nvPr/>
        </p:nvGrpSpPr>
        <p:grpSpPr>
          <a:xfrm>
            <a:off x="513702" y="799350"/>
            <a:ext cx="69291" cy="1912645"/>
            <a:chOff x="513702" y="799350"/>
            <a:chExt cx="69291" cy="1912645"/>
          </a:xfrm>
        </p:grpSpPr>
        <p:pic>
          <p:nvPicPr>
            <p:cNvPr id="384" name="Google Shape;384;p20"/>
            <p:cNvPicPr preferRelativeResize="0"/>
            <p:nvPr/>
          </p:nvPicPr>
          <p:blipFill rotWithShape="1">
            <a:blip r:embed="rId3">
              <a:alphaModFix/>
            </a:blip>
            <a:srcRect/>
            <a:stretch/>
          </p:blipFill>
          <p:spPr>
            <a:xfrm>
              <a:off x="513702" y="799350"/>
              <a:ext cx="69291" cy="69291"/>
            </a:xfrm>
            <a:prstGeom prst="rect">
              <a:avLst/>
            </a:prstGeom>
            <a:noFill/>
            <a:ln>
              <a:noFill/>
            </a:ln>
          </p:spPr>
        </p:pic>
        <p:pic>
          <p:nvPicPr>
            <p:cNvPr id="385" name="Google Shape;385;p20"/>
            <p:cNvPicPr preferRelativeResize="0"/>
            <p:nvPr/>
          </p:nvPicPr>
          <p:blipFill rotWithShape="1">
            <a:blip r:embed="rId4">
              <a:alphaModFix/>
            </a:blip>
            <a:srcRect/>
            <a:stretch/>
          </p:blipFill>
          <p:spPr>
            <a:xfrm>
              <a:off x="513702" y="1020762"/>
              <a:ext cx="69291" cy="69291"/>
            </a:xfrm>
            <a:prstGeom prst="rect">
              <a:avLst/>
            </a:prstGeom>
            <a:noFill/>
            <a:ln>
              <a:noFill/>
            </a:ln>
          </p:spPr>
        </p:pic>
        <p:pic>
          <p:nvPicPr>
            <p:cNvPr id="386" name="Google Shape;386;p20"/>
            <p:cNvPicPr preferRelativeResize="0"/>
            <p:nvPr/>
          </p:nvPicPr>
          <p:blipFill rotWithShape="1">
            <a:blip r:embed="rId5">
              <a:alphaModFix/>
            </a:blip>
            <a:srcRect/>
            <a:stretch/>
          </p:blipFill>
          <p:spPr>
            <a:xfrm>
              <a:off x="513702" y="1242187"/>
              <a:ext cx="69291" cy="69291"/>
            </a:xfrm>
            <a:prstGeom prst="rect">
              <a:avLst/>
            </a:prstGeom>
            <a:noFill/>
            <a:ln>
              <a:noFill/>
            </a:ln>
          </p:spPr>
        </p:pic>
        <p:pic>
          <p:nvPicPr>
            <p:cNvPr id="387" name="Google Shape;387;p20"/>
            <p:cNvPicPr preferRelativeResize="0"/>
            <p:nvPr/>
          </p:nvPicPr>
          <p:blipFill rotWithShape="1">
            <a:blip r:embed="rId6">
              <a:alphaModFix/>
            </a:blip>
            <a:srcRect/>
            <a:stretch/>
          </p:blipFill>
          <p:spPr>
            <a:xfrm>
              <a:off x="513702" y="1463598"/>
              <a:ext cx="69291" cy="69291"/>
            </a:xfrm>
            <a:prstGeom prst="rect">
              <a:avLst/>
            </a:prstGeom>
            <a:noFill/>
            <a:ln>
              <a:noFill/>
            </a:ln>
          </p:spPr>
        </p:pic>
        <p:pic>
          <p:nvPicPr>
            <p:cNvPr id="388" name="Google Shape;388;p20"/>
            <p:cNvPicPr preferRelativeResize="0"/>
            <p:nvPr/>
          </p:nvPicPr>
          <p:blipFill rotWithShape="1">
            <a:blip r:embed="rId7">
              <a:alphaModFix/>
            </a:blip>
            <a:srcRect/>
            <a:stretch/>
          </p:blipFill>
          <p:spPr>
            <a:xfrm>
              <a:off x="513702" y="1685023"/>
              <a:ext cx="69291" cy="69291"/>
            </a:xfrm>
            <a:prstGeom prst="rect">
              <a:avLst/>
            </a:prstGeom>
            <a:noFill/>
            <a:ln>
              <a:noFill/>
            </a:ln>
          </p:spPr>
        </p:pic>
        <p:pic>
          <p:nvPicPr>
            <p:cNvPr id="389" name="Google Shape;389;p20"/>
            <p:cNvPicPr preferRelativeResize="0"/>
            <p:nvPr/>
          </p:nvPicPr>
          <p:blipFill rotWithShape="1">
            <a:blip r:embed="rId8">
              <a:alphaModFix/>
            </a:blip>
            <a:srcRect/>
            <a:stretch/>
          </p:blipFill>
          <p:spPr>
            <a:xfrm>
              <a:off x="513702" y="2199868"/>
              <a:ext cx="69291" cy="69291"/>
            </a:xfrm>
            <a:prstGeom prst="rect">
              <a:avLst/>
            </a:prstGeom>
            <a:noFill/>
            <a:ln>
              <a:noFill/>
            </a:ln>
          </p:spPr>
        </p:pic>
        <p:pic>
          <p:nvPicPr>
            <p:cNvPr id="390" name="Google Shape;390;p20"/>
            <p:cNvPicPr preferRelativeResize="0"/>
            <p:nvPr/>
          </p:nvPicPr>
          <p:blipFill rotWithShape="1">
            <a:blip r:embed="rId9">
              <a:alphaModFix/>
            </a:blip>
            <a:srcRect/>
            <a:stretch/>
          </p:blipFill>
          <p:spPr>
            <a:xfrm>
              <a:off x="513702" y="2421280"/>
              <a:ext cx="69291" cy="69291"/>
            </a:xfrm>
            <a:prstGeom prst="rect">
              <a:avLst/>
            </a:prstGeom>
            <a:noFill/>
            <a:ln>
              <a:noFill/>
            </a:ln>
          </p:spPr>
        </p:pic>
        <p:pic>
          <p:nvPicPr>
            <p:cNvPr id="391" name="Google Shape;391;p20"/>
            <p:cNvPicPr preferRelativeResize="0"/>
            <p:nvPr/>
          </p:nvPicPr>
          <p:blipFill rotWithShape="1">
            <a:blip r:embed="rId10">
              <a:alphaModFix/>
            </a:blip>
            <a:srcRect/>
            <a:stretch/>
          </p:blipFill>
          <p:spPr>
            <a:xfrm>
              <a:off x="513702" y="2642704"/>
              <a:ext cx="69291" cy="69291"/>
            </a:xfrm>
            <a:prstGeom prst="rect">
              <a:avLst/>
            </a:prstGeom>
            <a:noFill/>
            <a:ln>
              <a:noFill/>
            </a:ln>
          </p:spPr>
        </p:pic>
      </p:grpSp>
      <p:sp>
        <p:nvSpPr>
          <p:cNvPr id="392" name="Google Shape;392;p20"/>
          <p:cNvSpPr txBox="1"/>
          <p:nvPr/>
        </p:nvSpPr>
        <p:spPr>
          <a:xfrm>
            <a:off x="334601" y="462350"/>
            <a:ext cx="5149200" cy="2697900"/>
          </a:xfrm>
          <a:prstGeom prst="rect">
            <a:avLst/>
          </a:prstGeom>
          <a:noFill/>
          <a:ln>
            <a:noFill/>
          </a:ln>
        </p:spPr>
        <p:txBody>
          <a:bodyPr spcFirstLastPara="1" wrap="square" lIns="0" tIns="53975" rIns="0" bIns="0" anchor="t" anchorCtr="0">
            <a:spAutoFit/>
          </a:bodyPr>
          <a:lstStyle/>
          <a:p>
            <a:pPr marL="25400" lvl="0" indent="0" algn="l" rtl="0">
              <a:lnSpc>
                <a:spcPct val="100000"/>
              </a:lnSpc>
              <a:spcBef>
                <a:spcPts val="0"/>
              </a:spcBef>
              <a:spcAft>
                <a:spcPts val="0"/>
              </a:spcAft>
              <a:buNone/>
            </a:pPr>
            <a:r>
              <a:rPr lang="en-US" sz="1050">
                <a:solidFill>
                  <a:srgbClr val="BF003F"/>
                </a:solidFill>
                <a:latin typeface="Arial"/>
                <a:ea typeface="Arial"/>
                <a:cs typeface="Arial"/>
                <a:sym typeface="Arial"/>
              </a:rPr>
              <a:t>Key Properties:</a:t>
            </a:r>
            <a:endParaRPr sz="1050">
              <a:latin typeface="Arial"/>
              <a:ea typeface="Arial"/>
              <a:cs typeface="Arial"/>
              <a:sym typeface="Arial"/>
            </a:endParaRPr>
          </a:p>
          <a:p>
            <a:pPr marL="322580" marR="1162050" lvl="0" indent="0" algn="l" rtl="0">
              <a:lnSpc>
                <a:spcPct val="144916"/>
              </a:lnSpc>
              <a:spcBef>
                <a:spcPts val="140"/>
              </a:spcBef>
              <a:spcAft>
                <a:spcPts val="0"/>
              </a:spcAft>
              <a:buNone/>
            </a:pPr>
            <a:r>
              <a:rPr lang="en-US" sz="1050">
                <a:solidFill>
                  <a:srgbClr val="1B1472"/>
                </a:solidFill>
                <a:latin typeface="Arial"/>
                <a:ea typeface="Arial"/>
                <a:cs typeface="Arial"/>
                <a:sym typeface="Arial"/>
              </a:rPr>
              <a:t>Range: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a:t>
            </a:r>
            <a:r>
              <a:rPr lang="en-US" sz="1200">
                <a:latin typeface="Lucida Sans"/>
                <a:ea typeface="Lucida Sans"/>
                <a:cs typeface="Lucida Sans"/>
                <a:sym typeface="Lucida Sans"/>
              </a:rPr>
              <a:t>∈ </a:t>
            </a:r>
            <a:r>
              <a:rPr lang="en-US" sz="1200">
                <a:latin typeface="Tahoma"/>
                <a:ea typeface="Tahoma"/>
                <a:cs typeface="Tahoma"/>
                <a:sym typeface="Tahoma"/>
              </a:rPr>
              <a:t>(</a:t>
            </a:r>
            <a:r>
              <a:rPr lang="en-US" sz="1050">
                <a:latin typeface="Arial"/>
                <a:ea typeface="Arial"/>
                <a:cs typeface="Arial"/>
                <a:sym typeface="Arial"/>
              </a:rPr>
              <a:t>0</a:t>
            </a:r>
            <a:r>
              <a:rPr lang="en-US" sz="1200" i="1">
                <a:latin typeface="Bookman Old Style"/>
                <a:ea typeface="Bookman Old Style"/>
                <a:cs typeface="Bookman Old Style"/>
                <a:sym typeface="Bookman Old Style"/>
              </a:rPr>
              <a:t>, </a:t>
            </a:r>
            <a:r>
              <a:rPr lang="en-US" sz="1050">
                <a:latin typeface="Arial"/>
                <a:ea typeface="Arial"/>
                <a:cs typeface="Arial"/>
                <a:sym typeface="Arial"/>
              </a:rPr>
              <a:t>1</a:t>
            </a:r>
            <a:r>
              <a:rPr lang="en-US" sz="1200">
                <a:latin typeface="Tahoma"/>
                <a:ea typeface="Tahoma"/>
                <a:cs typeface="Tahoma"/>
                <a:sym typeface="Tahoma"/>
              </a:rPr>
              <a:t>) </a:t>
            </a:r>
            <a:r>
              <a:rPr lang="en-US" sz="1200">
                <a:latin typeface="Lucida Sans"/>
                <a:ea typeface="Lucida Sans"/>
                <a:cs typeface="Lucida Sans"/>
                <a:sym typeface="Lucida Sans"/>
              </a:rPr>
              <a:t>→ </a:t>
            </a:r>
            <a:r>
              <a:rPr lang="en-US" sz="1050">
                <a:latin typeface="Arial"/>
                <a:ea typeface="Arial"/>
                <a:cs typeface="Arial"/>
                <a:sym typeface="Arial"/>
              </a:rPr>
              <a:t>perfect for probabilities! </a:t>
            </a:r>
            <a:endParaRPr sz="1050">
              <a:latin typeface="Arial"/>
              <a:ea typeface="Arial"/>
              <a:cs typeface="Arial"/>
              <a:sym typeface="Arial"/>
            </a:endParaRPr>
          </a:p>
          <a:p>
            <a:pPr marL="322580" marR="1162050" lvl="0" indent="0" algn="l" rtl="0">
              <a:lnSpc>
                <a:spcPct val="144916"/>
              </a:lnSpc>
              <a:spcBef>
                <a:spcPts val="140"/>
              </a:spcBef>
              <a:spcAft>
                <a:spcPts val="0"/>
              </a:spcAft>
              <a:buNone/>
            </a:pPr>
            <a:r>
              <a:rPr lang="en-US" sz="1050">
                <a:solidFill>
                  <a:srgbClr val="1B1472"/>
                </a:solidFill>
                <a:latin typeface="Arial"/>
                <a:ea typeface="Arial"/>
                <a:cs typeface="Arial"/>
                <a:sym typeface="Arial"/>
              </a:rPr>
              <a:t>Monotonic: </a:t>
            </a:r>
            <a:r>
              <a:rPr lang="en-US" sz="1050">
                <a:latin typeface="Arial"/>
                <a:ea typeface="Arial"/>
                <a:cs typeface="Arial"/>
                <a:sym typeface="Arial"/>
              </a:rPr>
              <a:t>Always increasing</a:t>
            </a:r>
            <a:endParaRPr sz="1050">
              <a:latin typeface="Arial"/>
              <a:ea typeface="Arial"/>
              <a:cs typeface="Arial"/>
              <a:sym typeface="Arial"/>
            </a:endParaRPr>
          </a:p>
          <a:p>
            <a:pPr marL="322580" marR="1945638" lvl="0" indent="0" algn="l" rtl="0">
              <a:lnSpc>
                <a:spcPct val="123800"/>
              </a:lnSpc>
              <a:spcBef>
                <a:spcPts val="50"/>
              </a:spcBef>
              <a:spcAft>
                <a:spcPts val="0"/>
              </a:spcAft>
              <a:buNone/>
            </a:pPr>
            <a:r>
              <a:rPr lang="en-US" sz="1050">
                <a:solidFill>
                  <a:srgbClr val="1B1472"/>
                </a:solidFill>
                <a:latin typeface="Arial"/>
                <a:ea typeface="Arial"/>
                <a:cs typeface="Arial"/>
                <a:sym typeface="Arial"/>
              </a:rPr>
              <a:t>Smooth: </a:t>
            </a:r>
            <a:r>
              <a:rPr lang="en-US" sz="1050">
                <a:latin typeface="Arial"/>
                <a:ea typeface="Arial"/>
                <a:cs typeface="Arial"/>
                <a:sym typeface="Arial"/>
              </a:rPr>
              <a:t>Differentiable everywhere </a:t>
            </a:r>
            <a:endParaRPr sz="1050">
              <a:latin typeface="Arial"/>
              <a:ea typeface="Arial"/>
              <a:cs typeface="Arial"/>
              <a:sym typeface="Arial"/>
            </a:endParaRPr>
          </a:p>
          <a:p>
            <a:pPr marL="322580" marR="1945638" lvl="0" indent="0" algn="l" rtl="0">
              <a:lnSpc>
                <a:spcPct val="123800"/>
              </a:lnSpc>
              <a:spcBef>
                <a:spcPts val="50"/>
              </a:spcBef>
              <a:spcAft>
                <a:spcPts val="0"/>
              </a:spcAft>
              <a:buNone/>
            </a:pPr>
            <a:r>
              <a:rPr lang="en-US" sz="1050">
                <a:solidFill>
                  <a:srgbClr val="1B1472"/>
                </a:solidFill>
                <a:latin typeface="Arial"/>
                <a:ea typeface="Arial"/>
                <a:cs typeface="Arial"/>
                <a:sym typeface="Arial"/>
              </a:rPr>
              <a:t>Symmetry: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200">
                <a:latin typeface="Lucida Sans"/>
                <a:ea typeface="Lucida Sans"/>
                <a:cs typeface="Lucida Sans"/>
                <a:sym typeface="Lucida Sans"/>
              </a:rPr>
              <a:t>−</a:t>
            </a:r>
            <a:r>
              <a:rPr lang="en-US" sz="1050" i="1">
                <a:latin typeface="Arial"/>
                <a:ea typeface="Arial"/>
                <a:cs typeface="Arial"/>
                <a:sym typeface="Arial"/>
              </a:rPr>
              <a:t>z</a:t>
            </a:r>
            <a:r>
              <a:rPr lang="en-US" sz="1200">
                <a:latin typeface="Tahoma"/>
                <a:ea typeface="Tahoma"/>
                <a:cs typeface="Tahoma"/>
                <a:sym typeface="Tahoma"/>
              </a:rPr>
              <a:t>) = </a:t>
            </a:r>
            <a:r>
              <a:rPr lang="en-US" sz="1050">
                <a:latin typeface="Arial"/>
                <a:ea typeface="Arial"/>
                <a:cs typeface="Arial"/>
                <a:sym typeface="Arial"/>
              </a:rPr>
              <a:t>1 </a:t>
            </a:r>
            <a:r>
              <a:rPr lang="en-US" sz="1200">
                <a:latin typeface="Lucida Sans"/>
                <a:ea typeface="Lucida Sans"/>
                <a:cs typeface="Lucida Sans"/>
                <a:sym typeface="Lucida Sans"/>
              </a:rPr>
              <a:t>−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a:t>
            </a:r>
            <a:endParaRPr sz="1200">
              <a:latin typeface="Tahoma"/>
              <a:ea typeface="Tahoma"/>
              <a:cs typeface="Tahoma"/>
              <a:sym typeface="Tahoma"/>
            </a:endParaRPr>
          </a:p>
          <a:p>
            <a:pPr marL="322580" marR="1945639" lvl="0" indent="0" algn="l" rtl="0">
              <a:lnSpc>
                <a:spcPct val="123800"/>
              </a:lnSpc>
              <a:spcBef>
                <a:spcPts val="50"/>
              </a:spcBef>
              <a:spcAft>
                <a:spcPts val="0"/>
              </a:spcAft>
              <a:buNone/>
            </a:pPr>
            <a:r>
              <a:rPr lang="en-US" sz="1050">
                <a:solidFill>
                  <a:srgbClr val="1B1472"/>
                </a:solidFill>
                <a:latin typeface="Arial"/>
                <a:ea typeface="Arial"/>
                <a:cs typeface="Arial"/>
                <a:sym typeface="Arial"/>
              </a:rPr>
              <a:t>Derivative: </a:t>
            </a:r>
            <a:r>
              <a:rPr lang="en-US" sz="1200" i="1">
                <a:latin typeface="Bookman Old Style"/>
                <a:ea typeface="Bookman Old Style"/>
                <a:cs typeface="Bookman Old Style"/>
                <a:sym typeface="Bookman Old Style"/>
              </a:rPr>
              <a:t>σ</a:t>
            </a:r>
            <a:r>
              <a:rPr lang="en-US" sz="1200" baseline="30000">
                <a:latin typeface="Lucida Sans"/>
                <a:ea typeface="Lucida Sans"/>
                <a:cs typeface="Lucida Sans"/>
                <a:sym typeface="Lucida Sans"/>
              </a:rPr>
              <a:t>r</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a:t>
            </a:r>
            <a:r>
              <a:rPr lang="en-US" sz="1050">
                <a:latin typeface="Arial"/>
                <a:ea typeface="Arial"/>
                <a:cs typeface="Arial"/>
                <a:sym typeface="Arial"/>
              </a:rPr>
              <a:t>1 </a:t>
            </a:r>
            <a:r>
              <a:rPr lang="en-US" sz="1200">
                <a:latin typeface="Lucida Sans"/>
                <a:ea typeface="Lucida Sans"/>
                <a:cs typeface="Lucida Sans"/>
                <a:sym typeface="Lucida Sans"/>
              </a:rPr>
              <a:t>−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a:t>
            </a:r>
            <a:endParaRPr sz="1200">
              <a:latin typeface="Tahoma"/>
              <a:ea typeface="Tahoma"/>
              <a:cs typeface="Tahoma"/>
              <a:sym typeface="Tahoma"/>
            </a:endParaRPr>
          </a:p>
          <a:p>
            <a:pPr marL="25400" lvl="0" indent="0" algn="l" rtl="0">
              <a:lnSpc>
                <a:spcPct val="100000"/>
              </a:lnSpc>
              <a:spcBef>
                <a:spcPts val="1019"/>
              </a:spcBef>
              <a:spcAft>
                <a:spcPts val="0"/>
              </a:spcAft>
              <a:buNone/>
            </a:pPr>
            <a:r>
              <a:rPr lang="en-US" sz="1050">
                <a:solidFill>
                  <a:srgbClr val="BF003F"/>
                </a:solidFill>
                <a:latin typeface="Arial"/>
                <a:ea typeface="Arial"/>
                <a:cs typeface="Arial"/>
                <a:sym typeface="Arial"/>
              </a:rPr>
              <a:t>Behavior:</a:t>
            </a:r>
            <a:endParaRPr sz="1050">
              <a:latin typeface="Arial"/>
              <a:ea typeface="Arial"/>
              <a:cs typeface="Arial"/>
              <a:sym typeface="Arial"/>
            </a:endParaRPr>
          </a:p>
          <a:p>
            <a:pPr marL="322580" marR="1290320" lvl="0" indent="0" algn="just" rtl="0">
              <a:lnSpc>
                <a:spcPct val="121100"/>
              </a:lnSpc>
              <a:spcBef>
                <a:spcPts val="30"/>
              </a:spcBef>
              <a:spcAft>
                <a:spcPts val="0"/>
              </a:spcAft>
              <a:buNone/>
            </a:pPr>
            <a:r>
              <a:rPr lang="en-US" sz="1050">
                <a:latin typeface="Arial"/>
                <a:ea typeface="Arial"/>
                <a:cs typeface="Arial"/>
                <a:sym typeface="Arial"/>
              </a:rPr>
              <a:t>When </a:t>
            </a:r>
            <a:r>
              <a:rPr lang="en-US" sz="1050" i="1">
                <a:latin typeface="Arial"/>
                <a:ea typeface="Arial"/>
                <a:cs typeface="Arial"/>
                <a:sym typeface="Arial"/>
              </a:rPr>
              <a:t>z </a:t>
            </a:r>
            <a:r>
              <a:rPr lang="en-US" sz="1200">
                <a:latin typeface="Lucida Sans"/>
                <a:ea typeface="Lucida Sans"/>
                <a:cs typeface="Lucida Sans"/>
                <a:sym typeface="Lucida Sans"/>
              </a:rPr>
              <a:t>→ </a:t>
            </a:r>
            <a:r>
              <a:rPr lang="en-US" sz="1200">
                <a:latin typeface="Tahoma"/>
                <a:ea typeface="Tahoma"/>
                <a:cs typeface="Tahoma"/>
                <a:sym typeface="Tahoma"/>
              </a:rPr>
              <a:t>+</a:t>
            </a:r>
            <a:r>
              <a:rPr lang="en-US" sz="1200">
                <a:latin typeface="Lucida Sans"/>
                <a:ea typeface="Lucida Sans"/>
                <a:cs typeface="Lucida Sans"/>
                <a:sym typeface="Lucida Sans"/>
              </a:rPr>
              <a:t>∞</a:t>
            </a:r>
            <a:r>
              <a:rPr lang="en-US" sz="1050">
                <a:latin typeface="Arial"/>
                <a:ea typeface="Arial"/>
                <a:cs typeface="Arial"/>
                <a:sym typeface="Arial"/>
              </a:rPr>
              <a:t>: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a:t>
            </a:r>
            <a:r>
              <a:rPr lang="en-US" sz="1200">
                <a:latin typeface="Lucida Sans"/>
                <a:ea typeface="Lucida Sans"/>
                <a:cs typeface="Lucida Sans"/>
                <a:sym typeface="Lucida Sans"/>
              </a:rPr>
              <a:t>→ </a:t>
            </a:r>
            <a:r>
              <a:rPr lang="en-US" sz="1050">
                <a:latin typeface="Arial"/>
                <a:ea typeface="Arial"/>
                <a:cs typeface="Arial"/>
                <a:sym typeface="Arial"/>
              </a:rPr>
              <a:t>1 (confident class 1) </a:t>
            </a:r>
            <a:endParaRPr sz="1050">
              <a:latin typeface="Arial"/>
              <a:ea typeface="Arial"/>
              <a:cs typeface="Arial"/>
              <a:sym typeface="Arial"/>
            </a:endParaRPr>
          </a:p>
          <a:p>
            <a:pPr marL="322580" marR="1290320" lvl="0" indent="0" algn="just" rtl="0">
              <a:lnSpc>
                <a:spcPct val="121100"/>
              </a:lnSpc>
              <a:spcBef>
                <a:spcPts val="30"/>
              </a:spcBef>
              <a:spcAft>
                <a:spcPts val="0"/>
              </a:spcAft>
              <a:buNone/>
            </a:pPr>
            <a:r>
              <a:rPr lang="en-US" sz="1050">
                <a:latin typeface="Arial"/>
                <a:ea typeface="Arial"/>
                <a:cs typeface="Arial"/>
                <a:sym typeface="Arial"/>
              </a:rPr>
              <a:t>When </a:t>
            </a:r>
            <a:r>
              <a:rPr lang="en-US" sz="1050" i="1">
                <a:latin typeface="Arial"/>
                <a:ea typeface="Arial"/>
                <a:cs typeface="Arial"/>
                <a:sym typeface="Arial"/>
              </a:rPr>
              <a:t>z </a:t>
            </a:r>
            <a:r>
              <a:rPr lang="en-US" sz="1200">
                <a:latin typeface="Lucida Sans"/>
                <a:ea typeface="Lucida Sans"/>
                <a:cs typeface="Lucida Sans"/>
                <a:sym typeface="Lucida Sans"/>
              </a:rPr>
              <a:t>→ −∞</a:t>
            </a:r>
            <a:r>
              <a:rPr lang="en-US" sz="1050">
                <a:latin typeface="Arial"/>
                <a:ea typeface="Arial"/>
                <a:cs typeface="Arial"/>
                <a:sym typeface="Arial"/>
              </a:rPr>
              <a:t>: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a:t>
            </a:r>
            <a:r>
              <a:rPr lang="en-US" sz="1200">
                <a:latin typeface="Lucida Sans"/>
                <a:ea typeface="Lucida Sans"/>
                <a:cs typeface="Lucida Sans"/>
                <a:sym typeface="Lucida Sans"/>
              </a:rPr>
              <a:t>→ </a:t>
            </a:r>
            <a:r>
              <a:rPr lang="en-US" sz="1050">
                <a:latin typeface="Arial"/>
                <a:ea typeface="Arial"/>
                <a:cs typeface="Arial"/>
                <a:sym typeface="Arial"/>
              </a:rPr>
              <a:t>0 (confident class 0) </a:t>
            </a:r>
            <a:endParaRPr sz="1050">
              <a:latin typeface="Arial"/>
              <a:ea typeface="Arial"/>
              <a:cs typeface="Arial"/>
              <a:sym typeface="Arial"/>
            </a:endParaRPr>
          </a:p>
          <a:p>
            <a:pPr marL="322580" marR="1290320" lvl="0" indent="0" algn="just" rtl="0">
              <a:lnSpc>
                <a:spcPct val="121100"/>
              </a:lnSpc>
              <a:spcBef>
                <a:spcPts val="30"/>
              </a:spcBef>
              <a:spcAft>
                <a:spcPts val="0"/>
              </a:spcAft>
              <a:buNone/>
            </a:pPr>
            <a:r>
              <a:rPr lang="en-US" sz="1050">
                <a:latin typeface="Arial"/>
                <a:ea typeface="Arial"/>
                <a:cs typeface="Arial"/>
                <a:sym typeface="Arial"/>
              </a:rPr>
              <a:t>When </a:t>
            </a:r>
            <a:r>
              <a:rPr lang="en-US" sz="1050" i="1">
                <a:latin typeface="Arial"/>
                <a:ea typeface="Arial"/>
                <a:cs typeface="Arial"/>
                <a:sym typeface="Arial"/>
              </a:rPr>
              <a:t>z </a:t>
            </a:r>
            <a:r>
              <a:rPr lang="en-US" sz="1200">
                <a:latin typeface="Tahoma"/>
                <a:ea typeface="Tahoma"/>
                <a:cs typeface="Tahoma"/>
                <a:sym typeface="Tahoma"/>
              </a:rPr>
              <a:t>= </a:t>
            </a:r>
            <a:r>
              <a:rPr lang="en-US" sz="1050">
                <a:latin typeface="Arial"/>
                <a:ea typeface="Arial"/>
                <a:cs typeface="Arial"/>
                <a:sym typeface="Arial"/>
              </a:rPr>
              <a:t>0: </a:t>
            </a:r>
            <a:r>
              <a:rPr lang="en-US" sz="1200" i="1">
                <a:latin typeface="Bookman Old Style"/>
                <a:ea typeface="Bookman Old Style"/>
                <a:cs typeface="Bookman Old Style"/>
                <a:sym typeface="Bookman Old Style"/>
              </a:rPr>
              <a:t>σ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 </a:t>
            </a:r>
            <a:r>
              <a:rPr lang="en-US" sz="1050">
                <a:latin typeface="Arial"/>
                <a:ea typeface="Arial"/>
                <a:cs typeface="Arial"/>
                <a:sym typeface="Arial"/>
              </a:rPr>
              <a:t>0</a:t>
            </a:r>
            <a:r>
              <a:rPr lang="en-US" sz="1200" i="1">
                <a:latin typeface="Bookman Old Style"/>
                <a:ea typeface="Bookman Old Style"/>
                <a:cs typeface="Bookman Old Style"/>
                <a:sym typeface="Bookman Old Style"/>
              </a:rPr>
              <a:t>.</a:t>
            </a:r>
            <a:r>
              <a:rPr lang="en-US" sz="1050">
                <a:latin typeface="Arial"/>
                <a:ea typeface="Arial"/>
                <a:cs typeface="Arial"/>
                <a:sym typeface="Arial"/>
              </a:rPr>
              <a:t>5 (uncertain)</a:t>
            </a:r>
            <a:endParaRPr sz="1050">
              <a:latin typeface="Arial"/>
              <a:ea typeface="Arial"/>
              <a:cs typeface="Arial"/>
              <a:sym typeface="Arial"/>
            </a:endParaRPr>
          </a:p>
          <a:p>
            <a:pPr marL="25400" lvl="0" indent="0" algn="l" rtl="0">
              <a:lnSpc>
                <a:spcPct val="100000"/>
              </a:lnSpc>
              <a:spcBef>
                <a:spcPts val="1019"/>
              </a:spcBef>
              <a:spcAft>
                <a:spcPts val="0"/>
              </a:spcAft>
              <a:buNone/>
            </a:pPr>
            <a:r>
              <a:rPr lang="en-US" sz="1050">
                <a:solidFill>
                  <a:srgbClr val="EC2027"/>
                </a:solidFill>
                <a:latin typeface="Arial"/>
                <a:ea typeface="Arial"/>
                <a:cs typeface="Arial"/>
                <a:sym typeface="Arial"/>
              </a:rPr>
              <a:t>The derivative property makes sigmoid ideal for gradient-based learning!</a:t>
            </a:r>
            <a:endParaRPr sz="1050">
              <a:latin typeface="Arial"/>
              <a:ea typeface="Arial"/>
              <a:cs typeface="Arial"/>
              <a:sym typeface="Arial"/>
            </a:endParaRPr>
          </a:p>
        </p:txBody>
      </p:sp>
      <p:grpSp>
        <p:nvGrpSpPr>
          <p:cNvPr id="393" name="Google Shape;393;p20"/>
          <p:cNvGrpSpPr/>
          <p:nvPr/>
        </p:nvGrpSpPr>
        <p:grpSpPr>
          <a:xfrm>
            <a:off x="0" y="3141936"/>
            <a:ext cx="5760262" cy="92075"/>
            <a:chOff x="0" y="3141936"/>
            <a:chExt cx="5760262" cy="92075"/>
          </a:xfrm>
        </p:grpSpPr>
        <p:sp>
          <p:nvSpPr>
            <p:cNvPr id="394" name="Google Shape;394;p2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95" name="Google Shape;395;p2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96" name="Google Shape;396;p2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97" name="Google Shape;397;p2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98" name="Google Shape;398;p2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11"/>
              </a:rPr>
              <a:t>D</a:t>
            </a:r>
            <a:r>
              <a:rPr lang="en-US" sz="600" u="sng" cap="small">
                <a:solidFill>
                  <a:schemeClr val="hlink"/>
                </a:solidFill>
                <a:latin typeface="Bookman Old Style"/>
                <a:ea typeface="Bookman Old Style"/>
                <a:cs typeface="Bookman Old Style"/>
                <a:sym typeface="Bookman Old Style"/>
                <a:hlinkClick r:id="rId11"/>
              </a:rPr>
              <a:t>eep</a:t>
            </a:r>
            <a:r>
              <a:rPr lang="en-US" sz="600" u="sng">
                <a:solidFill>
                  <a:schemeClr val="hlink"/>
                </a:solidFill>
                <a:latin typeface="Bookman Old Style"/>
                <a:ea typeface="Bookman Old Style"/>
                <a:cs typeface="Bookman Old Style"/>
                <a:sym typeface="Bookman Old Style"/>
                <a:hlinkClick r:id="rId11"/>
              </a:rPr>
              <a:t> L</a:t>
            </a:r>
            <a:r>
              <a:rPr lang="en-US" sz="600" u="sng" cap="small">
                <a:solidFill>
                  <a:schemeClr val="hlink"/>
                </a:solidFill>
                <a:latin typeface="Bookman Old Style"/>
                <a:ea typeface="Bookman Old Style"/>
                <a:cs typeface="Bookman Old Style"/>
                <a:sym typeface="Bookman Old Style"/>
                <a:hlinkClick r:id="rId11"/>
              </a:rPr>
              <a:t>earning</a:t>
            </a:r>
            <a:endParaRPr sz="600">
              <a:latin typeface="Bookman Old Style"/>
              <a:ea typeface="Bookman Old Style"/>
              <a:cs typeface="Bookman Old Style"/>
              <a:sym typeface="Bookman Old Style"/>
            </a:endParaRPr>
          </a:p>
        </p:txBody>
      </p:sp>
      <p:sp>
        <p:nvSpPr>
          <p:cNvPr id="399" name="Google Shape;399;p20"/>
          <p:cNvSpPr txBox="1">
            <a:spLocks noGrp="1"/>
          </p:cNvSpPr>
          <p:nvPr>
            <p:ph type="sldNum" idx="12"/>
          </p:nvPr>
        </p:nvSpPr>
        <p:spPr>
          <a:xfrm>
            <a:off x="4627902" y="3137675"/>
            <a:ext cx="4908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14</a:t>
            </a:fld>
            <a:r>
              <a:rPr lang="en-US"/>
              <a:t> / 100</a:t>
            </a:r>
            <a:endParaRPr/>
          </a:p>
        </p:txBody>
      </p:sp>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21"/>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405" name="Google Shape;405;p21"/>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406" name="Google Shape;406;p21"/>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407" name="Google Shape;407;p21"/>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408" name="Google Shape;408;p21"/>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409" name="Google Shape;409;p21"/>
          <p:cNvGrpSpPr/>
          <p:nvPr/>
        </p:nvGrpSpPr>
        <p:grpSpPr>
          <a:xfrm>
            <a:off x="343662" y="887310"/>
            <a:ext cx="302196" cy="873227"/>
            <a:chOff x="343662" y="887310"/>
            <a:chExt cx="302196" cy="873227"/>
          </a:xfrm>
        </p:grpSpPr>
        <p:pic>
          <p:nvPicPr>
            <p:cNvPr id="410" name="Google Shape;410;p21"/>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411" name="Google Shape;411;p21"/>
            <p:cNvPicPr preferRelativeResize="0"/>
            <p:nvPr/>
          </p:nvPicPr>
          <p:blipFill rotWithShape="1">
            <a:blip r:embed="rId6">
              <a:alphaModFix/>
            </a:blip>
            <a:srcRect/>
            <a:stretch/>
          </p:blipFill>
          <p:spPr>
            <a:xfrm>
              <a:off x="576567" y="1077239"/>
              <a:ext cx="69291" cy="69291"/>
            </a:xfrm>
            <a:prstGeom prst="rect">
              <a:avLst/>
            </a:prstGeom>
            <a:noFill/>
            <a:ln>
              <a:noFill/>
            </a:ln>
          </p:spPr>
        </p:pic>
        <p:pic>
          <p:nvPicPr>
            <p:cNvPr id="412" name="Google Shape;412;p21"/>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413" name="Google Shape;413;p21"/>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414" name="Google Shape;414;p21"/>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415" name="Google Shape;415;p21"/>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416" name="Google Shape;416;p21"/>
          <p:cNvGrpSpPr/>
          <p:nvPr/>
        </p:nvGrpSpPr>
        <p:grpSpPr>
          <a:xfrm>
            <a:off x="343662" y="1821865"/>
            <a:ext cx="302196" cy="1056691"/>
            <a:chOff x="343662" y="1821865"/>
            <a:chExt cx="302196" cy="1056691"/>
          </a:xfrm>
        </p:grpSpPr>
        <p:pic>
          <p:nvPicPr>
            <p:cNvPr id="417" name="Google Shape;417;p21"/>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418" name="Google Shape;418;p21"/>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419" name="Google Shape;419;p21"/>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420" name="Google Shape;420;p21"/>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421" name="Google Shape;421;p21"/>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422" name="Google Shape;422;p21"/>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423" name="Google Shape;423;p21"/>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424" name="Google Shape;424;p21"/>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425" name="Google Shape;425;p21"/>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426" name="Google Shape;426;p21"/>
          <p:cNvSpPr txBox="1"/>
          <p:nvPr/>
        </p:nvSpPr>
        <p:spPr>
          <a:xfrm>
            <a:off x="563023" y="391150"/>
            <a:ext cx="48627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latin typeface="Arial"/>
                <a:ea typeface="Arial"/>
                <a:cs typeface="Arial"/>
                <a:sym typeface="Arial"/>
              </a:rPr>
              <a:t> </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3333B2"/>
                </a:solidFill>
                <a:latin typeface="Bookman Old Style"/>
                <a:ea typeface="Bookman Old Style"/>
                <a:cs typeface="Bookman Old Style"/>
                <a:sym typeface="Bookman Old Style"/>
              </a:rPr>
              <a:t> </a:t>
            </a:r>
            <a:endParaRPr sz="1300">
              <a:solidFill>
                <a:srgbClr val="3333B2"/>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427" name="Google Shape;427;p21"/>
          <p:cNvGrpSpPr/>
          <p:nvPr/>
        </p:nvGrpSpPr>
        <p:grpSpPr>
          <a:xfrm>
            <a:off x="0" y="3141936"/>
            <a:ext cx="5760262" cy="92075"/>
            <a:chOff x="0" y="3141936"/>
            <a:chExt cx="5760262" cy="92075"/>
          </a:xfrm>
        </p:grpSpPr>
        <p:sp>
          <p:nvSpPr>
            <p:cNvPr id="428" name="Google Shape;428;p21"/>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29" name="Google Shape;429;p21"/>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30" name="Google Shape;430;p21"/>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31" name="Google Shape;431;p2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32" name="Google Shape;432;p2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433" name="Google Shape;433;p21"/>
          <p:cNvSpPr txBox="1">
            <a:spLocks noGrp="1"/>
          </p:cNvSpPr>
          <p:nvPr>
            <p:ph type="sldNum" idx="12"/>
          </p:nvPr>
        </p:nvSpPr>
        <p:spPr>
          <a:xfrm>
            <a:off x="4627902" y="3137675"/>
            <a:ext cx="5241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15</a:t>
            </a:fld>
            <a:r>
              <a:rPr lang="en-US"/>
              <a:t> / 100</a:t>
            </a:r>
            <a:endParaRPr/>
          </a:p>
        </p:txBody>
      </p:sp>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22"/>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he</a:t>
            </a:r>
            <a:r>
              <a:rPr lang="en-US">
                <a:solidFill>
                  <a:srgbClr val="FFFFFF"/>
                </a:solidFill>
              </a:rPr>
              <a:t> F</a:t>
            </a:r>
            <a:r>
              <a:rPr lang="en-US" cap="small">
                <a:solidFill>
                  <a:srgbClr val="FFFFFF"/>
                </a:solidFill>
              </a:rPr>
              <a:t>our</a:t>
            </a:r>
            <a:r>
              <a:rPr lang="en-US">
                <a:solidFill>
                  <a:srgbClr val="FFFFFF"/>
                </a:solidFill>
              </a:rPr>
              <a:t> C</a:t>
            </a:r>
            <a:r>
              <a:rPr lang="en-US" cap="small">
                <a:solidFill>
                  <a:srgbClr val="FFFFFF"/>
                </a:solidFill>
              </a:rPr>
              <a:t>omponents</a:t>
            </a:r>
            <a:endParaRPr/>
          </a:p>
        </p:txBody>
      </p:sp>
      <p:sp>
        <p:nvSpPr>
          <p:cNvPr id="439" name="Google Shape;439;p22"/>
          <p:cNvSpPr txBox="1"/>
          <p:nvPr/>
        </p:nvSpPr>
        <p:spPr>
          <a:xfrm>
            <a:off x="347294" y="869853"/>
            <a:ext cx="3776979"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A complete deep learning system for classification consists of:</a:t>
            </a:r>
            <a:endParaRPr sz="1050">
              <a:latin typeface="Arial"/>
              <a:ea typeface="Arial"/>
              <a:cs typeface="Arial"/>
              <a:sym typeface="Arial"/>
            </a:endParaRPr>
          </a:p>
        </p:txBody>
      </p:sp>
      <p:pic>
        <p:nvPicPr>
          <p:cNvPr id="440" name="Google Shape;440;p22"/>
          <p:cNvPicPr preferRelativeResize="0"/>
          <p:nvPr/>
        </p:nvPicPr>
        <p:blipFill rotWithShape="1">
          <a:blip r:embed="rId3">
            <a:alphaModFix/>
          </a:blip>
          <a:srcRect/>
          <a:stretch/>
        </p:blipFill>
        <p:spPr>
          <a:xfrm>
            <a:off x="456996" y="1209497"/>
            <a:ext cx="121259" cy="121259"/>
          </a:xfrm>
          <a:prstGeom prst="rect">
            <a:avLst/>
          </a:prstGeom>
          <a:noFill/>
          <a:ln>
            <a:noFill/>
          </a:ln>
        </p:spPr>
      </p:pic>
      <p:sp>
        <p:nvSpPr>
          <p:cNvPr id="441" name="Google Shape;441;p22"/>
          <p:cNvSpPr txBox="1"/>
          <p:nvPr/>
        </p:nvSpPr>
        <p:spPr>
          <a:xfrm>
            <a:off x="483946" y="1199647"/>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1</a:t>
            </a:r>
            <a:endParaRPr sz="600">
              <a:latin typeface="Bookman Old Style"/>
              <a:ea typeface="Bookman Old Style"/>
              <a:cs typeface="Bookman Old Style"/>
              <a:sym typeface="Bookman Old Style"/>
            </a:endParaRPr>
          </a:p>
        </p:txBody>
      </p:sp>
      <p:pic>
        <p:nvPicPr>
          <p:cNvPr id="442" name="Google Shape;442;p22"/>
          <p:cNvPicPr preferRelativeResize="0"/>
          <p:nvPr/>
        </p:nvPicPr>
        <p:blipFill rotWithShape="1">
          <a:blip r:embed="rId4">
            <a:alphaModFix/>
          </a:blip>
          <a:srcRect/>
          <a:stretch/>
        </p:blipFill>
        <p:spPr>
          <a:xfrm>
            <a:off x="456996" y="1430921"/>
            <a:ext cx="121259" cy="121259"/>
          </a:xfrm>
          <a:prstGeom prst="rect">
            <a:avLst/>
          </a:prstGeom>
          <a:noFill/>
          <a:ln>
            <a:noFill/>
          </a:ln>
        </p:spPr>
      </p:pic>
      <p:sp>
        <p:nvSpPr>
          <p:cNvPr id="443" name="Google Shape;443;p22"/>
          <p:cNvSpPr txBox="1"/>
          <p:nvPr/>
        </p:nvSpPr>
        <p:spPr>
          <a:xfrm>
            <a:off x="483946" y="1421071"/>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2</a:t>
            </a:r>
            <a:endParaRPr sz="600">
              <a:latin typeface="Bookman Old Style"/>
              <a:ea typeface="Bookman Old Style"/>
              <a:cs typeface="Bookman Old Style"/>
              <a:sym typeface="Bookman Old Style"/>
            </a:endParaRPr>
          </a:p>
        </p:txBody>
      </p:sp>
      <p:pic>
        <p:nvPicPr>
          <p:cNvPr id="444" name="Google Shape;444;p22"/>
          <p:cNvPicPr preferRelativeResize="0"/>
          <p:nvPr/>
        </p:nvPicPr>
        <p:blipFill rotWithShape="1">
          <a:blip r:embed="rId5">
            <a:alphaModFix/>
          </a:blip>
          <a:srcRect/>
          <a:stretch/>
        </p:blipFill>
        <p:spPr>
          <a:xfrm>
            <a:off x="456996" y="1652346"/>
            <a:ext cx="121259" cy="121259"/>
          </a:xfrm>
          <a:prstGeom prst="rect">
            <a:avLst/>
          </a:prstGeom>
          <a:noFill/>
          <a:ln>
            <a:noFill/>
          </a:ln>
        </p:spPr>
      </p:pic>
      <p:sp>
        <p:nvSpPr>
          <p:cNvPr id="445" name="Google Shape;445;p22"/>
          <p:cNvSpPr txBox="1"/>
          <p:nvPr/>
        </p:nvSpPr>
        <p:spPr>
          <a:xfrm>
            <a:off x="483946" y="1642483"/>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3</a:t>
            </a:r>
            <a:endParaRPr sz="600">
              <a:latin typeface="Bookman Old Style"/>
              <a:ea typeface="Bookman Old Style"/>
              <a:cs typeface="Bookman Old Style"/>
              <a:sym typeface="Bookman Old Style"/>
            </a:endParaRPr>
          </a:p>
        </p:txBody>
      </p:sp>
      <p:pic>
        <p:nvPicPr>
          <p:cNvPr id="446" name="Google Shape;446;p22"/>
          <p:cNvPicPr preferRelativeResize="0"/>
          <p:nvPr/>
        </p:nvPicPr>
        <p:blipFill rotWithShape="1">
          <a:blip r:embed="rId6">
            <a:alphaModFix/>
          </a:blip>
          <a:srcRect/>
          <a:stretch/>
        </p:blipFill>
        <p:spPr>
          <a:xfrm>
            <a:off x="456996" y="1873757"/>
            <a:ext cx="121259" cy="121259"/>
          </a:xfrm>
          <a:prstGeom prst="rect">
            <a:avLst/>
          </a:prstGeom>
          <a:noFill/>
          <a:ln>
            <a:noFill/>
          </a:ln>
        </p:spPr>
      </p:pic>
      <p:sp>
        <p:nvSpPr>
          <p:cNvPr id="447" name="Google Shape;447;p22"/>
          <p:cNvSpPr txBox="1"/>
          <p:nvPr/>
        </p:nvSpPr>
        <p:spPr>
          <a:xfrm>
            <a:off x="483946" y="1863907"/>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4</a:t>
            </a:r>
            <a:endParaRPr sz="600">
              <a:latin typeface="Bookman Old Style"/>
              <a:ea typeface="Bookman Old Style"/>
              <a:cs typeface="Bookman Old Style"/>
              <a:sym typeface="Bookman Old Style"/>
            </a:endParaRPr>
          </a:p>
        </p:txBody>
      </p:sp>
      <p:sp>
        <p:nvSpPr>
          <p:cNvPr id="448" name="Google Shape;448;p22"/>
          <p:cNvSpPr txBox="1"/>
          <p:nvPr/>
        </p:nvSpPr>
        <p:spPr>
          <a:xfrm>
            <a:off x="644626" y="1105826"/>
            <a:ext cx="3363595" cy="911225"/>
          </a:xfrm>
          <a:prstGeom prst="rect">
            <a:avLst/>
          </a:prstGeom>
          <a:noFill/>
          <a:ln>
            <a:noFill/>
          </a:ln>
        </p:spPr>
        <p:txBody>
          <a:bodyPr spcFirstLastPara="1" wrap="square" lIns="0" tIns="12050" rIns="0" bIns="0" anchor="t" anchorCtr="0">
            <a:spAutoFit/>
          </a:bodyPr>
          <a:lstStyle/>
          <a:p>
            <a:pPr marL="12700" marR="221615" lvl="0" indent="0" algn="l" rtl="0">
              <a:lnSpc>
                <a:spcPct val="138400"/>
              </a:lnSpc>
              <a:spcBef>
                <a:spcPts val="0"/>
              </a:spcBef>
              <a:spcAft>
                <a:spcPts val="0"/>
              </a:spcAft>
              <a:buNone/>
            </a:pPr>
            <a:r>
              <a:rPr lang="en-US" sz="1050">
                <a:solidFill>
                  <a:srgbClr val="1B1472"/>
                </a:solidFill>
                <a:latin typeface="Arial"/>
                <a:ea typeface="Arial"/>
                <a:cs typeface="Arial"/>
                <a:sym typeface="Arial"/>
              </a:rPr>
              <a:t>Data: </a:t>
            </a:r>
            <a:r>
              <a:rPr lang="en-US" sz="1050" i="1">
                <a:latin typeface="Arial"/>
                <a:ea typeface="Arial"/>
                <a:cs typeface="Arial"/>
                <a:sym typeface="Arial"/>
              </a:rPr>
              <a:t>d </a:t>
            </a:r>
            <a:r>
              <a:rPr lang="en-US" sz="1050">
                <a:latin typeface="Arial"/>
                <a:ea typeface="Arial"/>
                <a:cs typeface="Arial"/>
                <a:sym typeface="Arial"/>
              </a:rPr>
              <a:t>-dimensional input vectors and binary labels </a:t>
            </a:r>
            <a:r>
              <a:rPr lang="en-US" sz="1050">
                <a:solidFill>
                  <a:srgbClr val="1B1472"/>
                </a:solidFill>
                <a:latin typeface="Arial"/>
                <a:ea typeface="Arial"/>
                <a:cs typeface="Arial"/>
                <a:sym typeface="Arial"/>
              </a:rPr>
              <a:t>Model: </a:t>
            </a:r>
            <a:r>
              <a:rPr lang="en-US" sz="1050">
                <a:latin typeface="Arial"/>
                <a:ea typeface="Arial"/>
                <a:cs typeface="Arial"/>
                <a:sym typeface="Arial"/>
              </a:rPr>
              <a:t>Single neuron with sigmoid activation </a:t>
            </a:r>
            <a:r>
              <a:rPr lang="en-US" sz="1050">
                <a:solidFill>
                  <a:srgbClr val="1B1472"/>
                </a:solidFill>
                <a:latin typeface="Arial"/>
                <a:ea typeface="Arial"/>
                <a:cs typeface="Arial"/>
                <a:sym typeface="Arial"/>
              </a:rPr>
              <a:t>Objective Function: </a:t>
            </a:r>
            <a:r>
              <a:rPr lang="en-US" sz="1050">
                <a:latin typeface="Arial"/>
                <a:ea typeface="Arial"/>
                <a:cs typeface="Arial"/>
                <a:sym typeface="Arial"/>
              </a:rPr>
              <a:t>Binary cross-entropy loss</a:t>
            </a:r>
            <a:endParaRPr sz="1050">
              <a:latin typeface="Arial"/>
              <a:ea typeface="Arial"/>
              <a:cs typeface="Arial"/>
              <a:sym typeface="Arial"/>
            </a:endParaRPr>
          </a:p>
          <a:p>
            <a:pPr marL="12700" lvl="0" indent="0" algn="l" rtl="0">
              <a:lnSpc>
                <a:spcPct val="100000"/>
              </a:lnSpc>
              <a:spcBef>
                <a:spcPts val="480"/>
              </a:spcBef>
              <a:spcAft>
                <a:spcPts val="0"/>
              </a:spcAft>
              <a:buNone/>
            </a:pPr>
            <a:r>
              <a:rPr lang="en-US" sz="1050">
                <a:solidFill>
                  <a:srgbClr val="1B1472"/>
                </a:solidFill>
                <a:latin typeface="Arial"/>
                <a:ea typeface="Arial"/>
                <a:cs typeface="Arial"/>
                <a:sym typeface="Arial"/>
              </a:rPr>
              <a:t>Learning Algorithm: </a:t>
            </a:r>
            <a:r>
              <a:rPr lang="en-US" sz="1050">
                <a:latin typeface="Arial"/>
                <a:ea typeface="Arial"/>
                <a:cs typeface="Arial"/>
                <a:sym typeface="Arial"/>
              </a:rPr>
              <a:t>Stochastic gradient descent (SGD)</a:t>
            </a:r>
            <a:endParaRPr sz="1050">
              <a:latin typeface="Arial"/>
              <a:ea typeface="Arial"/>
              <a:cs typeface="Arial"/>
              <a:sym typeface="Arial"/>
            </a:endParaRPr>
          </a:p>
        </p:txBody>
      </p:sp>
      <p:sp>
        <p:nvSpPr>
          <p:cNvPr id="449" name="Google Shape;449;p22"/>
          <p:cNvSpPr txBox="1"/>
          <p:nvPr/>
        </p:nvSpPr>
        <p:spPr>
          <a:xfrm>
            <a:off x="347294" y="2101480"/>
            <a:ext cx="5066030" cy="392430"/>
          </a:xfrm>
          <a:prstGeom prst="rect">
            <a:avLst/>
          </a:prstGeom>
          <a:noFill/>
          <a:ln>
            <a:noFill/>
          </a:ln>
        </p:spPr>
        <p:txBody>
          <a:bodyPr spcFirstLastPara="1" wrap="square" lIns="0" tIns="12050" rIns="0" bIns="0" anchor="t" anchorCtr="0">
            <a:spAutoFit/>
          </a:bodyPr>
          <a:lstStyle/>
          <a:p>
            <a:pPr marL="12700" marR="5080" lvl="0" indent="0" algn="l" rtl="0">
              <a:lnSpc>
                <a:spcPct val="114599"/>
              </a:lnSpc>
              <a:spcBef>
                <a:spcPts val="0"/>
              </a:spcBef>
              <a:spcAft>
                <a:spcPts val="0"/>
              </a:spcAft>
              <a:buNone/>
            </a:pPr>
            <a:r>
              <a:rPr lang="en-US" sz="1050">
                <a:solidFill>
                  <a:srgbClr val="EC2027"/>
                </a:solidFill>
                <a:latin typeface="Arial"/>
                <a:ea typeface="Arial"/>
                <a:cs typeface="Arial"/>
                <a:sym typeface="Arial"/>
              </a:rPr>
              <a:t>Note: We use </a:t>
            </a:r>
            <a:r>
              <a:rPr lang="en-US" sz="1050" b="1">
                <a:solidFill>
                  <a:srgbClr val="EC2027"/>
                </a:solidFill>
                <a:latin typeface="Arial"/>
                <a:ea typeface="Arial"/>
                <a:cs typeface="Arial"/>
                <a:sym typeface="Arial"/>
              </a:rPr>
              <a:t>stochastic </a:t>
            </a:r>
            <a:r>
              <a:rPr lang="en-US" sz="1050">
                <a:solidFill>
                  <a:srgbClr val="EC2027"/>
                </a:solidFill>
                <a:latin typeface="Arial"/>
                <a:ea typeface="Arial"/>
                <a:cs typeface="Arial"/>
                <a:sym typeface="Arial"/>
              </a:rPr>
              <a:t>gradient descent instead of batch gradient descent for efficiency. (This is for learning purposes only.)</a:t>
            </a:r>
            <a:endParaRPr sz="1050">
              <a:latin typeface="Arial"/>
              <a:ea typeface="Arial"/>
              <a:cs typeface="Arial"/>
              <a:sym typeface="Arial"/>
            </a:endParaRPr>
          </a:p>
        </p:txBody>
      </p:sp>
      <p:grpSp>
        <p:nvGrpSpPr>
          <p:cNvPr id="450" name="Google Shape;450;p22"/>
          <p:cNvGrpSpPr/>
          <p:nvPr/>
        </p:nvGrpSpPr>
        <p:grpSpPr>
          <a:xfrm>
            <a:off x="0" y="3141936"/>
            <a:ext cx="5760262" cy="92075"/>
            <a:chOff x="0" y="3141936"/>
            <a:chExt cx="5760262" cy="92075"/>
          </a:xfrm>
        </p:grpSpPr>
        <p:sp>
          <p:nvSpPr>
            <p:cNvPr id="451" name="Google Shape;451;p22"/>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52" name="Google Shape;452;p22"/>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53" name="Google Shape;453;p22"/>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54" name="Google Shape;454;p2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55" name="Google Shape;455;p2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7"/>
              </a:rPr>
              <a:t>D</a:t>
            </a:r>
            <a:r>
              <a:rPr lang="en-US" sz="600" u="sng" cap="small">
                <a:solidFill>
                  <a:schemeClr val="hlink"/>
                </a:solidFill>
                <a:latin typeface="Bookman Old Style"/>
                <a:ea typeface="Bookman Old Style"/>
                <a:cs typeface="Bookman Old Style"/>
                <a:sym typeface="Bookman Old Style"/>
                <a:hlinkClick r:id="rId7"/>
              </a:rPr>
              <a:t>eep</a:t>
            </a:r>
            <a:r>
              <a:rPr lang="en-US" sz="600" u="sng">
                <a:solidFill>
                  <a:schemeClr val="hlink"/>
                </a:solidFill>
                <a:latin typeface="Bookman Old Style"/>
                <a:ea typeface="Bookman Old Style"/>
                <a:cs typeface="Bookman Old Style"/>
                <a:sym typeface="Bookman Old Style"/>
                <a:hlinkClick r:id="rId7"/>
              </a:rPr>
              <a:t> L</a:t>
            </a:r>
            <a:r>
              <a:rPr lang="en-US" sz="600" u="sng" cap="small">
                <a:solidFill>
                  <a:schemeClr val="hlink"/>
                </a:solidFill>
                <a:latin typeface="Bookman Old Style"/>
                <a:ea typeface="Bookman Old Style"/>
                <a:cs typeface="Bookman Old Style"/>
                <a:sym typeface="Bookman Old Style"/>
                <a:hlinkClick r:id="rId7"/>
              </a:rPr>
              <a:t>earning</a:t>
            </a:r>
            <a:endParaRPr sz="600">
              <a:latin typeface="Bookman Old Style"/>
              <a:ea typeface="Bookman Old Style"/>
              <a:cs typeface="Bookman Old Style"/>
              <a:sym typeface="Bookman Old Style"/>
            </a:endParaRPr>
          </a:p>
        </p:txBody>
      </p:sp>
      <p:sp>
        <p:nvSpPr>
          <p:cNvPr id="456" name="Google Shape;456;p22"/>
          <p:cNvSpPr txBox="1">
            <a:spLocks noGrp="1"/>
          </p:cNvSpPr>
          <p:nvPr>
            <p:ph type="sldNum" idx="12"/>
          </p:nvPr>
        </p:nvSpPr>
        <p:spPr>
          <a:xfrm>
            <a:off x="4627895" y="3137672"/>
            <a:ext cx="360000" cy="771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sz="500"/>
              <a:t>16</a:t>
            </a:fld>
            <a:r>
              <a:rPr lang="en-US" sz="500"/>
              <a:t> / 100</a:t>
            </a:r>
            <a:endParaRPr sz="500"/>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23"/>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M</a:t>
            </a:r>
            <a:r>
              <a:rPr lang="en-US" cap="small">
                <a:solidFill>
                  <a:srgbClr val="FFFFFF"/>
                </a:solidFill>
              </a:rPr>
              <a:t>atrix</a:t>
            </a:r>
            <a:r>
              <a:rPr lang="en-US">
                <a:solidFill>
                  <a:srgbClr val="FFFFFF"/>
                </a:solidFill>
              </a:rPr>
              <a:t> F</a:t>
            </a:r>
            <a:r>
              <a:rPr lang="en-US" cap="small">
                <a:solidFill>
                  <a:srgbClr val="FFFFFF"/>
                </a:solidFill>
              </a:rPr>
              <a:t>orm</a:t>
            </a:r>
            <a:r>
              <a:rPr lang="en-US">
                <a:solidFill>
                  <a:srgbClr val="FFFFFF"/>
                </a:solidFill>
              </a:rPr>
              <a:t> </a:t>
            </a:r>
            <a:r>
              <a:rPr lang="en-US" cap="small">
                <a:solidFill>
                  <a:srgbClr val="FFFFFF"/>
                </a:solidFill>
              </a:rPr>
              <a:t>of</a:t>
            </a:r>
            <a:r>
              <a:rPr lang="en-US">
                <a:solidFill>
                  <a:srgbClr val="FFFFFF"/>
                </a:solidFill>
              </a:rPr>
              <a:t> D</a:t>
            </a:r>
            <a:r>
              <a:rPr lang="en-US" cap="small">
                <a:solidFill>
                  <a:srgbClr val="FFFFFF"/>
                </a:solidFill>
              </a:rPr>
              <a:t>ata</a:t>
            </a:r>
            <a:endParaRPr/>
          </a:p>
        </p:txBody>
      </p:sp>
      <p:grpSp>
        <p:nvGrpSpPr>
          <p:cNvPr id="462" name="Google Shape;462;p23"/>
          <p:cNvGrpSpPr/>
          <p:nvPr/>
        </p:nvGrpSpPr>
        <p:grpSpPr>
          <a:xfrm>
            <a:off x="0" y="3141936"/>
            <a:ext cx="5760262" cy="92075"/>
            <a:chOff x="0" y="3141936"/>
            <a:chExt cx="5760262" cy="92075"/>
          </a:xfrm>
        </p:grpSpPr>
        <p:sp>
          <p:nvSpPr>
            <p:cNvPr id="463" name="Google Shape;463;p23"/>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64" name="Google Shape;464;p23"/>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65" name="Google Shape;465;p23"/>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66" name="Google Shape;466;p2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67" name="Google Shape;467;p2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468" name="Google Shape;468;p23"/>
          <p:cNvSpPr txBox="1">
            <a:spLocks noGrp="1"/>
          </p:cNvSpPr>
          <p:nvPr>
            <p:ph type="sldNum" idx="12"/>
          </p:nvPr>
        </p:nvSpPr>
        <p:spPr>
          <a:xfrm>
            <a:off x="4627902" y="3137675"/>
            <a:ext cx="5241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17</a:t>
            </a:fld>
            <a:r>
              <a:rPr lang="en-US"/>
              <a:t> / 100</a:t>
            </a:r>
            <a:endParaRPr/>
          </a:p>
        </p:txBody>
      </p:sp>
      <p:pic>
        <p:nvPicPr>
          <p:cNvPr id="469" name="Google Shape;469;p23"/>
          <p:cNvPicPr preferRelativeResize="0"/>
          <p:nvPr/>
        </p:nvPicPr>
        <p:blipFill>
          <a:blip r:embed="rId4">
            <a:alphaModFix/>
          </a:blip>
          <a:stretch>
            <a:fillRect/>
          </a:stretch>
        </p:blipFill>
        <p:spPr>
          <a:xfrm>
            <a:off x="152400" y="550235"/>
            <a:ext cx="5048249" cy="2435038"/>
          </a:xfrm>
          <a:prstGeom prst="rect">
            <a:avLst/>
          </a:prstGeom>
          <a:noFill/>
          <a:ln>
            <a:noFill/>
          </a:ln>
        </p:spPr>
      </p:pic>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24"/>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L</a:t>
            </a:r>
            <a:r>
              <a:rPr lang="en-US" cap="small">
                <a:solidFill>
                  <a:srgbClr val="FFFFFF"/>
                </a:solidFill>
              </a:rPr>
              <a:t>ogistic</a:t>
            </a:r>
            <a:r>
              <a:rPr lang="en-US">
                <a:solidFill>
                  <a:srgbClr val="FFFFFF"/>
                </a:solidFill>
              </a:rPr>
              <a:t> R</a:t>
            </a:r>
            <a:r>
              <a:rPr lang="en-US" cap="small">
                <a:solidFill>
                  <a:srgbClr val="FFFFFF"/>
                </a:solidFill>
              </a:rPr>
              <a:t>egression</a:t>
            </a:r>
            <a:r>
              <a:rPr lang="en-US">
                <a:solidFill>
                  <a:srgbClr val="FFFFFF"/>
                </a:solidFill>
              </a:rPr>
              <a:t> </a:t>
            </a:r>
            <a:r>
              <a:rPr lang="en-US" cap="small">
                <a:solidFill>
                  <a:srgbClr val="FFFFFF"/>
                </a:solidFill>
              </a:rPr>
              <a:t>as</a:t>
            </a:r>
            <a:r>
              <a:rPr lang="en-US">
                <a:solidFill>
                  <a:srgbClr val="FFFFFF"/>
                </a:solidFill>
              </a:rPr>
              <a:t> </a:t>
            </a:r>
            <a:r>
              <a:rPr lang="en-US" cap="small">
                <a:solidFill>
                  <a:srgbClr val="FFFFFF"/>
                </a:solidFill>
              </a:rPr>
              <a:t>a</a:t>
            </a:r>
            <a:r>
              <a:rPr lang="en-US">
                <a:solidFill>
                  <a:srgbClr val="FFFFFF"/>
                </a:solidFill>
              </a:rPr>
              <a:t> S</a:t>
            </a:r>
            <a:r>
              <a:rPr lang="en-US" cap="small">
                <a:solidFill>
                  <a:srgbClr val="FFFFFF"/>
                </a:solidFill>
              </a:rPr>
              <a:t>ingle</a:t>
            </a:r>
            <a:r>
              <a:rPr lang="en-US">
                <a:solidFill>
                  <a:srgbClr val="FFFFFF"/>
                </a:solidFill>
              </a:rPr>
              <a:t> N</a:t>
            </a:r>
            <a:r>
              <a:rPr lang="en-US" cap="small">
                <a:solidFill>
                  <a:srgbClr val="FFFFFF"/>
                </a:solidFill>
              </a:rPr>
              <a:t>euron</a:t>
            </a:r>
            <a:endParaRPr/>
          </a:p>
        </p:txBody>
      </p:sp>
      <p:grpSp>
        <p:nvGrpSpPr>
          <p:cNvPr id="475" name="Google Shape;475;p24"/>
          <p:cNvGrpSpPr/>
          <p:nvPr/>
        </p:nvGrpSpPr>
        <p:grpSpPr>
          <a:xfrm>
            <a:off x="0" y="3141936"/>
            <a:ext cx="5760262" cy="92075"/>
            <a:chOff x="0" y="3141936"/>
            <a:chExt cx="5760262" cy="92075"/>
          </a:xfrm>
        </p:grpSpPr>
        <p:sp>
          <p:nvSpPr>
            <p:cNvPr id="476" name="Google Shape;476;p2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7" name="Google Shape;477;p2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8" name="Google Shape;478;p2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79" name="Google Shape;479;p2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80" name="Google Shape;480;p2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481" name="Google Shape;481;p24"/>
          <p:cNvSpPr txBox="1">
            <a:spLocks noGrp="1"/>
          </p:cNvSpPr>
          <p:nvPr>
            <p:ph type="sldNum" idx="12"/>
          </p:nvPr>
        </p:nvSpPr>
        <p:spPr>
          <a:xfrm>
            <a:off x="4627901" y="3137675"/>
            <a:ext cx="444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18</a:t>
            </a:fld>
            <a:r>
              <a:rPr lang="en-US"/>
              <a:t> / 100</a:t>
            </a:r>
            <a:endParaRPr/>
          </a:p>
        </p:txBody>
      </p:sp>
      <p:pic>
        <p:nvPicPr>
          <p:cNvPr id="482" name="Google Shape;482;p24"/>
          <p:cNvPicPr preferRelativeResize="0"/>
          <p:nvPr/>
        </p:nvPicPr>
        <p:blipFill>
          <a:blip r:embed="rId4">
            <a:alphaModFix/>
          </a:blip>
          <a:stretch>
            <a:fillRect/>
          </a:stretch>
        </p:blipFill>
        <p:spPr>
          <a:xfrm>
            <a:off x="240575" y="536437"/>
            <a:ext cx="5093826" cy="2448838"/>
          </a:xfrm>
          <a:prstGeom prst="rect">
            <a:avLst/>
          </a:prstGeom>
          <a:noFill/>
          <a:ln>
            <a:noFill/>
          </a:ln>
        </p:spPr>
      </p:pic>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2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M</a:t>
            </a:r>
            <a:r>
              <a:rPr lang="en-US" cap="small">
                <a:solidFill>
                  <a:srgbClr val="FFFFFF"/>
                </a:solidFill>
              </a:rPr>
              <a:t>odel</a:t>
            </a:r>
            <a:r>
              <a:rPr lang="en-US">
                <a:solidFill>
                  <a:srgbClr val="FFFFFF"/>
                </a:solidFill>
              </a:rPr>
              <a:t> P</a:t>
            </a:r>
            <a:r>
              <a:rPr lang="en-US" cap="small">
                <a:solidFill>
                  <a:srgbClr val="FFFFFF"/>
                </a:solidFill>
              </a:rPr>
              <a:t>rediction</a:t>
            </a:r>
            <a:endParaRPr/>
          </a:p>
        </p:txBody>
      </p:sp>
      <p:sp>
        <p:nvSpPr>
          <p:cNvPr id="488" name="Google Shape;488;p25"/>
          <p:cNvSpPr txBox="1"/>
          <p:nvPr/>
        </p:nvSpPr>
        <p:spPr>
          <a:xfrm>
            <a:off x="347294" y="550162"/>
            <a:ext cx="4837430" cy="536575"/>
          </a:xfrm>
          <a:prstGeom prst="rect">
            <a:avLst/>
          </a:prstGeom>
          <a:noFill/>
          <a:ln>
            <a:noFill/>
          </a:ln>
        </p:spPr>
        <p:txBody>
          <a:bodyPr spcFirstLastPara="1" wrap="square" lIns="0" tIns="12050" rIns="0" bIns="0" anchor="t" anchorCtr="0">
            <a:spAutoFit/>
          </a:bodyPr>
          <a:lstStyle/>
          <a:p>
            <a:pPr marL="12700" marR="5080" lvl="0" indent="0" algn="l" rtl="0">
              <a:lnSpc>
                <a:spcPct val="159600"/>
              </a:lnSpc>
              <a:spcBef>
                <a:spcPts val="0"/>
              </a:spcBef>
              <a:spcAft>
                <a:spcPts val="0"/>
              </a:spcAft>
              <a:buNone/>
            </a:pPr>
            <a:r>
              <a:rPr lang="en-US" sz="1050">
                <a:solidFill>
                  <a:srgbClr val="BF003F"/>
                </a:solidFill>
                <a:latin typeface="Arial"/>
                <a:ea typeface="Arial"/>
                <a:cs typeface="Arial"/>
                <a:sym typeface="Arial"/>
              </a:rPr>
              <a:t>Model: </a:t>
            </a:r>
            <a:r>
              <a:rPr lang="en-US" sz="1050">
                <a:latin typeface="Arial"/>
                <a:ea typeface="Arial"/>
                <a:cs typeface="Arial"/>
                <a:sym typeface="Arial"/>
              </a:rPr>
              <a:t>A single neuron computes weighted sum and applies sigmoid activation. </a:t>
            </a:r>
            <a:r>
              <a:rPr lang="en-US" sz="1050">
                <a:solidFill>
                  <a:srgbClr val="BF003F"/>
                </a:solidFill>
                <a:latin typeface="Arial"/>
                <a:ea typeface="Arial"/>
                <a:cs typeface="Arial"/>
                <a:sym typeface="Arial"/>
              </a:rPr>
              <a:t>Prediction for input </a:t>
            </a:r>
            <a:r>
              <a:rPr lang="en-US" sz="1050" b="1">
                <a:solidFill>
                  <a:srgbClr val="BF003F"/>
                </a:solidFill>
                <a:latin typeface="Arial"/>
                <a:ea typeface="Arial"/>
                <a:cs typeface="Arial"/>
                <a:sym typeface="Arial"/>
              </a:rPr>
              <a:t>x</a:t>
            </a:r>
            <a:r>
              <a:rPr lang="en-US" sz="1050">
                <a:solidFill>
                  <a:srgbClr val="BF003F"/>
                </a:solidFill>
                <a:latin typeface="Arial"/>
                <a:ea typeface="Arial"/>
                <a:cs typeface="Arial"/>
                <a:sym typeface="Arial"/>
              </a:rPr>
              <a:t>:</a:t>
            </a:r>
            <a:endParaRPr sz="1050">
              <a:latin typeface="Arial"/>
              <a:ea typeface="Arial"/>
              <a:cs typeface="Arial"/>
              <a:sym typeface="Arial"/>
            </a:endParaRPr>
          </a:p>
        </p:txBody>
      </p:sp>
      <p:grpSp>
        <p:nvGrpSpPr>
          <p:cNvPr id="489" name="Google Shape;489;p25"/>
          <p:cNvGrpSpPr/>
          <p:nvPr/>
        </p:nvGrpSpPr>
        <p:grpSpPr>
          <a:xfrm>
            <a:off x="0" y="3141936"/>
            <a:ext cx="5760262" cy="92075"/>
            <a:chOff x="0" y="3141936"/>
            <a:chExt cx="5760262" cy="92075"/>
          </a:xfrm>
        </p:grpSpPr>
        <p:sp>
          <p:nvSpPr>
            <p:cNvPr id="490" name="Google Shape;490;p25"/>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91" name="Google Shape;491;p25"/>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92" name="Google Shape;492;p25"/>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93" name="Google Shape;493;p2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94" name="Google Shape;494;p2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495" name="Google Shape;495;p25"/>
          <p:cNvSpPr txBox="1">
            <a:spLocks noGrp="1"/>
          </p:cNvSpPr>
          <p:nvPr>
            <p:ph type="sldNum" idx="12"/>
          </p:nvPr>
        </p:nvSpPr>
        <p:spPr>
          <a:xfrm>
            <a:off x="4627903" y="3137675"/>
            <a:ext cx="543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19</a:t>
            </a:fld>
            <a:r>
              <a:rPr lang="en-US"/>
              <a:t> / 100</a:t>
            </a:r>
            <a:endParaRPr/>
          </a:p>
        </p:txBody>
      </p:sp>
      <p:pic>
        <p:nvPicPr>
          <p:cNvPr id="496" name="Google Shape;496;p25"/>
          <p:cNvPicPr preferRelativeResize="0"/>
          <p:nvPr/>
        </p:nvPicPr>
        <p:blipFill>
          <a:blip r:embed="rId4">
            <a:alphaModFix/>
          </a:blip>
          <a:stretch>
            <a:fillRect/>
          </a:stretch>
        </p:blipFill>
        <p:spPr>
          <a:xfrm>
            <a:off x="253213" y="1061487"/>
            <a:ext cx="5025595" cy="1746135"/>
          </a:xfrm>
          <a:prstGeom prst="rect">
            <a:avLst/>
          </a:prstGeom>
          <a:noFill/>
          <a:ln>
            <a:noFill/>
          </a:ln>
        </p:spPr>
      </p:pic>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26"/>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M</a:t>
            </a:r>
            <a:r>
              <a:rPr lang="en-US" cap="small">
                <a:solidFill>
                  <a:srgbClr val="FFFFFF"/>
                </a:solidFill>
              </a:rPr>
              <a:t>aking</a:t>
            </a:r>
            <a:r>
              <a:rPr lang="en-US">
                <a:solidFill>
                  <a:srgbClr val="FFFFFF"/>
                </a:solidFill>
              </a:rPr>
              <a:t> P</a:t>
            </a:r>
            <a:r>
              <a:rPr lang="en-US" cap="small">
                <a:solidFill>
                  <a:srgbClr val="FFFFFF"/>
                </a:solidFill>
              </a:rPr>
              <a:t>redictions</a:t>
            </a:r>
            <a:endParaRPr/>
          </a:p>
        </p:txBody>
      </p:sp>
      <p:grpSp>
        <p:nvGrpSpPr>
          <p:cNvPr id="502" name="Google Shape;502;p26"/>
          <p:cNvGrpSpPr/>
          <p:nvPr/>
        </p:nvGrpSpPr>
        <p:grpSpPr>
          <a:xfrm>
            <a:off x="0" y="3141936"/>
            <a:ext cx="5760262" cy="92075"/>
            <a:chOff x="0" y="3141936"/>
            <a:chExt cx="5760262" cy="92075"/>
          </a:xfrm>
        </p:grpSpPr>
        <p:sp>
          <p:nvSpPr>
            <p:cNvPr id="503" name="Google Shape;503;p2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04" name="Google Shape;504;p2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05" name="Google Shape;505;p2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06" name="Google Shape;506;p2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07" name="Google Shape;507;p2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pic>
        <p:nvPicPr>
          <p:cNvPr id="508" name="Google Shape;508;p26"/>
          <p:cNvPicPr preferRelativeResize="0"/>
          <p:nvPr/>
        </p:nvPicPr>
        <p:blipFill>
          <a:blip r:embed="rId4">
            <a:alphaModFix/>
          </a:blip>
          <a:stretch>
            <a:fillRect/>
          </a:stretch>
        </p:blipFill>
        <p:spPr>
          <a:xfrm>
            <a:off x="152400" y="550235"/>
            <a:ext cx="5362745" cy="2435037"/>
          </a:xfrm>
          <a:prstGeom prst="rect">
            <a:avLst/>
          </a:prstGeom>
          <a:noFill/>
          <a:ln>
            <a:noFill/>
          </a:ln>
        </p:spPr>
      </p:pic>
      <p:sp>
        <p:nvSpPr>
          <p:cNvPr id="509" name="Google Shape;509;p26"/>
          <p:cNvSpPr txBox="1">
            <a:spLocks noGrp="1"/>
          </p:cNvSpPr>
          <p:nvPr>
            <p:ph type="sldNum" idx="12"/>
          </p:nvPr>
        </p:nvSpPr>
        <p:spPr>
          <a:xfrm>
            <a:off x="4627903" y="3137675"/>
            <a:ext cx="543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20</a:t>
            </a:fld>
            <a:r>
              <a:rPr lang="en-US"/>
              <a:t> / 100</a:t>
            </a:r>
            <a:endParaRPr/>
          </a:p>
        </p:txBody>
      </p:sp>
    </p:spTree>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27"/>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B</a:t>
            </a:r>
            <a:r>
              <a:rPr lang="en-US" cap="small">
                <a:solidFill>
                  <a:srgbClr val="FFFFFF"/>
                </a:solidFill>
              </a:rPr>
              <a:t>inary</a:t>
            </a:r>
            <a:r>
              <a:rPr lang="en-US">
                <a:solidFill>
                  <a:srgbClr val="FFFFFF"/>
                </a:solidFill>
              </a:rPr>
              <a:t> C</a:t>
            </a:r>
            <a:r>
              <a:rPr lang="en-US" cap="small">
                <a:solidFill>
                  <a:srgbClr val="FFFFFF"/>
                </a:solidFill>
              </a:rPr>
              <a:t>ross</a:t>
            </a:r>
            <a:r>
              <a:rPr lang="en-US">
                <a:solidFill>
                  <a:srgbClr val="FFFFFF"/>
                </a:solidFill>
              </a:rPr>
              <a:t>-E</a:t>
            </a:r>
            <a:r>
              <a:rPr lang="en-US" cap="small">
                <a:solidFill>
                  <a:srgbClr val="FFFFFF"/>
                </a:solidFill>
              </a:rPr>
              <a:t>ntropy</a:t>
            </a:r>
            <a:r>
              <a:rPr lang="en-US">
                <a:solidFill>
                  <a:srgbClr val="FFFFFF"/>
                </a:solidFill>
              </a:rPr>
              <a:t> L</a:t>
            </a:r>
            <a:r>
              <a:rPr lang="en-US" cap="small">
                <a:solidFill>
                  <a:srgbClr val="FFFFFF"/>
                </a:solidFill>
              </a:rPr>
              <a:t>oss</a:t>
            </a:r>
            <a:endParaRPr/>
          </a:p>
        </p:txBody>
      </p:sp>
      <p:grpSp>
        <p:nvGrpSpPr>
          <p:cNvPr id="515" name="Google Shape;515;p27"/>
          <p:cNvGrpSpPr/>
          <p:nvPr/>
        </p:nvGrpSpPr>
        <p:grpSpPr>
          <a:xfrm>
            <a:off x="0" y="3141936"/>
            <a:ext cx="5760262" cy="92075"/>
            <a:chOff x="0" y="3141936"/>
            <a:chExt cx="5760262" cy="92075"/>
          </a:xfrm>
        </p:grpSpPr>
        <p:sp>
          <p:nvSpPr>
            <p:cNvPr id="516" name="Google Shape;516;p27"/>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7" name="Google Shape;517;p27"/>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8" name="Google Shape;518;p27"/>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19" name="Google Shape;519;p2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20" name="Google Shape;520;p2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521" name="Google Shape;521;p27"/>
          <p:cNvSpPr txBox="1">
            <a:spLocks noGrp="1"/>
          </p:cNvSpPr>
          <p:nvPr>
            <p:ph type="sldNum" idx="12"/>
          </p:nvPr>
        </p:nvSpPr>
        <p:spPr>
          <a:xfrm>
            <a:off x="4627903" y="3137675"/>
            <a:ext cx="5442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21</a:t>
            </a:fld>
            <a:r>
              <a:rPr lang="en-US"/>
              <a:t> / 100</a:t>
            </a:r>
            <a:endParaRPr/>
          </a:p>
        </p:txBody>
      </p:sp>
      <p:pic>
        <p:nvPicPr>
          <p:cNvPr id="522" name="Google Shape;522;p27"/>
          <p:cNvPicPr preferRelativeResize="0"/>
          <p:nvPr/>
        </p:nvPicPr>
        <p:blipFill>
          <a:blip r:embed="rId4">
            <a:alphaModFix/>
          </a:blip>
          <a:stretch>
            <a:fillRect/>
          </a:stretch>
        </p:blipFill>
        <p:spPr>
          <a:xfrm>
            <a:off x="152400" y="550235"/>
            <a:ext cx="5307274" cy="2435037"/>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512365F3-88D6-D0AC-C637-5ABACB158896}"/>
                  </a:ext>
                </a:extLst>
              </p14:cNvPr>
              <p14:cNvContentPartPr/>
              <p14:nvPr/>
            </p14:nvContentPartPr>
            <p14:xfrm>
              <a:off x="426600" y="382680"/>
              <a:ext cx="5260680" cy="2774520"/>
            </p14:xfrm>
          </p:contentPart>
        </mc:Choice>
        <mc:Fallback>
          <p:pic>
            <p:nvPicPr>
              <p:cNvPr id="2" name="Ink 1">
                <a:extLst>
                  <a:ext uri="{FF2B5EF4-FFF2-40B4-BE49-F238E27FC236}">
                    <a16:creationId xmlns:a16="http://schemas.microsoft.com/office/drawing/2014/main" id="{512365F3-88D6-D0AC-C637-5ABACB158896}"/>
                  </a:ext>
                </a:extLst>
              </p:cNvPr>
              <p:cNvPicPr/>
              <p:nvPr/>
            </p:nvPicPr>
            <p:blipFill>
              <a:blip r:embed="rId6"/>
              <a:stretch>
                <a:fillRect/>
              </a:stretch>
            </p:blipFill>
            <p:spPr>
              <a:xfrm>
                <a:off x="417240" y="373320"/>
                <a:ext cx="5279400" cy="2793240"/>
              </a:xfrm>
              <a:prstGeom prst="rect">
                <a:avLst/>
              </a:prstGeom>
            </p:spPr>
          </p:pic>
        </mc:Fallback>
      </mc:AlternateContent>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28"/>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otal</a:t>
            </a:r>
            <a:r>
              <a:rPr lang="en-US">
                <a:solidFill>
                  <a:srgbClr val="FFFFFF"/>
                </a:solidFill>
              </a:rPr>
              <a:t> L</a:t>
            </a:r>
            <a:r>
              <a:rPr lang="en-US" cap="small">
                <a:solidFill>
                  <a:srgbClr val="FFFFFF"/>
                </a:solidFill>
              </a:rPr>
              <a:t>oss</a:t>
            </a:r>
            <a:r>
              <a:rPr lang="en-US">
                <a:solidFill>
                  <a:srgbClr val="FFFFFF"/>
                </a:solidFill>
              </a:rPr>
              <a:t> F</a:t>
            </a:r>
            <a:r>
              <a:rPr lang="en-US" cap="small">
                <a:solidFill>
                  <a:srgbClr val="FFFFFF"/>
                </a:solidFill>
              </a:rPr>
              <a:t>unction</a:t>
            </a:r>
            <a:endParaRPr/>
          </a:p>
        </p:txBody>
      </p:sp>
      <p:grpSp>
        <p:nvGrpSpPr>
          <p:cNvPr id="528" name="Google Shape;528;p28"/>
          <p:cNvGrpSpPr/>
          <p:nvPr/>
        </p:nvGrpSpPr>
        <p:grpSpPr>
          <a:xfrm>
            <a:off x="0" y="3141936"/>
            <a:ext cx="5760262" cy="92075"/>
            <a:chOff x="0" y="3141936"/>
            <a:chExt cx="5760262" cy="92075"/>
          </a:xfrm>
        </p:grpSpPr>
        <p:sp>
          <p:nvSpPr>
            <p:cNvPr id="529" name="Google Shape;529;p2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30" name="Google Shape;530;p2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31" name="Google Shape;531;p2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32" name="Google Shape;532;p2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33" name="Google Shape;533;p2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534" name="Google Shape;534;p28"/>
          <p:cNvSpPr txBox="1">
            <a:spLocks noGrp="1"/>
          </p:cNvSpPr>
          <p:nvPr>
            <p:ph type="sldNum" idx="12"/>
          </p:nvPr>
        </p:nvSpPr>
        <p:spPr>
          <a:xfrm>
            <a:off x="4627903" y="3137675"/>
            <a:ext cx="59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22</a:t>
            </a:fld>
            <a:r>
              <a:rPr lang="en-US"/>
              <a:t> / 100</a:t>
            </a:r>
            <a:endParaRPr/>
          </a:p>
        </p:txBody>
      </p:sp>
      <p:pic>
        <p:nvPicPr>
          <p:cNvPr id="535" name="Google Shape;535;p28"/>
          <p:cNvPicPr preferRelativeResize="0"/>
          <p:nvPr/>
        </p:nvPicPr>
        <p:blipFill>
          <a:blip r:embed="rId4">
            <a:alphaModFix/>
          </a:blip>
          <a:stretch>
            <a:fillRect/>
          </a:stretch>
        </p:blipFill>
        <p:spPr>
          <a:xfrm>
            <a:off x="152400" y="550235"/>
            <a:ext cx="5280535" cy="243503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D86AEA95-B64E-51A0-F71C-56913EB0ECA3}"/>
                  </a:ext>
                </a:extLst>
              </p14:cNvPr>
              <p14:cNvContentPartPr/>
              <p14:nvPr/>
            </p14:nvContentPartPr>
            <p14:xfrm>
              <a:off x="861840" y="1061280"/>
              <a:ext cx="2654280" cy="1441440"/>
            </p14:xfrm>
          </p:contentPart>
        </mc:Choice>
        <mc:Fallback>
          <p:pic>
            <p:nvPicPr>
              <p:cNvPr id="2" name="Ink 1">
                <a:extLst>
                  <a:ext uri="{FF2B5EF4-FFF2-40B4-BE49-F238E27FC236}">
                    <a16:creationId xmlns:a16="http://schemas.microsoft.com/office/drawing/2014/main" id="{D86AEA95-B64E-51A0-F71C-56913EB0ECA3}"/>
                  </a:ext>
                </a:extLst>
              </p:cNvPr>
              <p:cNvPicPr/>
              <p:nvPr/>
            </p:nvPicPr>
            <p:blipFill>
              <a:blip r:embed="rId6"/>
              <a:stretch>
                <a:fillRect/>
              </a:stretch>
            </p:blipFill>
            <p:spPr>
              <a:xfrm>
                <a:off x="852480" y="1051920"/>
                <a:ext cx="2673000" cy="1460160"/>
              </a:xfrm>
              <a:prstGeom prst="rect">
                <a:avLst/>
              </a:prstGeom>
            </p:spPr>
          </p:pic>
        </mc:Fallback>
      </mc:AlternateContent>
    </p:spTree>
  </p:cSld>
  <p:clrMapOvr>
    <a:masterClrMapping/>
  </p:clrMapOvr>
  <p:transition>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29"/>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hy</a:t>
            </a:r>
            <a:r>
              <a:rPr lang="en-US">
                <a:solidFill>
                  <a:srgbClr val="FFFFFF"/>
                </a:solidFill>
              </a:rPr>
              <a:t> C</a:t>
            </a:r>
            <a:r>
              <a:rPr lang="en-US" cap="small">
                <a:solidFill>
                  <a:srgbClr val="FFFFFF"/>
                </a:solidFill>
              </a:rPr>
              <a:t>ross</a:t>
            </a:r>
            <a:r>
              <a:rPr lang="en-US">
                <a:solidFill>
                  <a:srgbClr val="FFFFFF"/>
                </a:solidFill>
              </a:rPr>
              <a:t>-E</a:t>
            </a:r>
            <a:r>
              <a:rPr lang="en-US" cap="small">
                <a:solidFill>
                  <a:srgbClr val="FFFFFF"/>
                </a:solidFill>
              </a:rPr>
              <a:t>ntropy</a:t>
            </a:r>
            <a:r>
              <a:rPr lang="en-US">
                <a:solidFill>
                  <a:srgbClr val="FFFFFF"/>
                </a:solidFill>
              </a:rPr>
              <a:t> L</a:t>
            </a:r>
            <a:r>
              <a:rPr lang="en-US" cap="small">
                <a:solidFill>
                  <a:srgbClr val="FFFFFF"/>
                </a:solidFill>
              </a:rPr>
              <a:t>oss</a:t>
            </a:r>
            <a:r>
              <a:rPr lang="en-US">
                <a:solidFill>
                  <a:srgbClr val="FFFFFF"/>
                </a:solidFill>
              </a:rPr>
              <a:t>?</a:t>
            </a:r>
            <a:endParaRPr/>
          </a:p>
        </p:txBody>
      </p:sp>
      <p:grpSp>
        <p:nvGrpSpPr>
          <p:cNvPr id="541" name="Google Shape;541;p29"/>
          <p:cNvGrpSpPr/>
          <p:nvPr/>
        </p:nvGrpSpPr>
        <p:grpSpPr>
          <a:xfrm>
            <a:off x="513702" y="737831"/>
            <a:ext cx="2964791" cy="2189083"/>
            <a:chOff x="513702" y="737831"/>
            <a:chExt cx="2964791" cy="2189083"/>
          </a:xfrm>
        </p:grpSpPr>
        <p:pic>
          <p:nvPicPr>
            <p:cNvPr id="542" name="Google Shape;542;p29"/>
            <p:cNvPicPr preferRelativeResize="0"/>
            <p:nvPr/>
          </p:nvPicPr>
          <p:blipFill rotWithShape="1">
            <a:blip r:embed="rId3">
              <a:alphaModFix/>
            </a:blip>
            <a:srcRect/>
            <a:stretch/>
          </p:blipFill>
          <p:spPr>
            <a:xfrm>
              <a:off x="513702" y="737831"/>
              <a:ext cx="69291" cy="69291"/>
            </a:xfrm>
            <a:prstGeom prst="rect">
              <a:avLst/>
            </a:prstGeom>
            <a:noFill/>
            <a:ln>
              <a:noFill/>
            </a:ln>
          </p:spPr>
        </p:pic>
        <p:pic>
          <p:nvPicPr>
            <p:cNvPr id="543" name="Google Shape;543;p29"/>
            <p:cNvPicPr preferRelativeResize="0"/>
            <p:nvPr/>
          </p:nvPicPr>
          <p:blipFill rotWithShape="1">
            <a:blip r:embed="rId4">
              <a:alphaModFix/>
            </a:blip>
            <a:srcRect/>
            <a:stretch/>
          </p:blipFill>
          <p:spPr>
            <a:xfrm>
              <a:off x="513702" y="921296"/>
              <a:ext cx="69291" cy="69291"/>
            </a:xfrm>
            <a:prstGeom prst="rect">
              <a:avLst/>
            </a:prstGeom>
            <a:noFill/>
            <a:ln>
              <a:noFill/>
            </a:ln>
          </p:spPr>
        </p:pic>
        <p:pic>
          <p:nvPicPr>
            <p:cNvPr id="544" name="Google Shape;544;p29"/>
            <p:cNvPicPr preferRelativeResize="0"/>
            <p:nvPr/>
          </p:nvPicPr>
          <p:blipFill rotWithShape="1">
            <a:blip r:embed="rId5">
              <a:alphaModFix/>
            </a:blip>
            <a:srcRect/>
            <a:stretch/>
          </p:blipFill>
          <p:spPr>
            <a:xfrm>
              <a:off x="513702" y="1104760"/>
              <a:ext cx="69291" cy="69291"/>
            </a:xfrm>
            <a:prstGeom prst="rect">
              <a:avLst/>
            </a:prstGeom>
            <a:noFill/>
            <a:ln>
              <a:noFill/>
            </a:ln>
          </p:spPr>
        </p:pic>
        <p:pic>
          <p:nvPicPr>
            <p:cNvPr id="545" name="Google Shape;545;p29"/>
            <p:cNvPicPr preferRelativeResize="0"/>
            <p:nvPr/>
          </p:nvPicPr>
          <p:blipFill rotWithShape="1">
            <a:blip r:embed="rId6">
              <a:alphaModFix/>
            </a:blip>
            <a:srcRect/>
            <a:stretch/>
          </p:blipFill>
          <p:spPr>
            <a:xfrm>
              <a:off x="513702" y="1288224"/>
              <a:ext cx="69291" cy="69291"/>
            </a:xfrm>
            <a:prstGeom prst="rect">
              <a:avLst/>
            </a:prstGeom>
            <a:noFill/>
            <a:ln>
              <a:noFill/>
            </a:ln>
          </p:spPr>
        </p:pic>
        <p:sp>
          <p:nvSpPr>
            <p:cNvPr id="546" name="Google Shape;546;p29"/>
            <p:cNvSpPr/>
            <p:nvPr/>
          </p:nvSpPr>
          <p:spPr>
            <a:xfrm>
              <a:off x="1607783" y="2117289"/>
              <a:ext cx="1870710" cy="809625"/>
            </a:xfrm>
            <a:custGeom>
              <a:avLst/>
              <a:gdLst/>
              <a:ahLst/>
              <a:cxnLst/>
              <a:rect l="l" t="t" r="r" b="b"/>
              <a:pathLst>
                <a:path w="1870710" h="809625" extrusionOk="0">
                  <a:moveTo>
                    <a:pt x="391307" y="809180"/>
                  </a:moveTo>
                  <a:lnTo>
                    <a:pt x="391307" y="765982"/>
                  </a:lnTo>
                </a:path>
                <a:path w="1870710" h="809625" extrusionOk="0">
                  <a:moveTo>
                    <a:pt x="761012" y="809180"/>
                  </a:moveTo>
                  <a:lnTo>
                    <a:pt x="761012" y="765982"/>
                  </a:lnTo>
                </a:path>
                <a:path w="1870710" h="809625" extrusionOk="0">
                  <a:moveTo>
                    <a:pt x="1130717" y="809180"/>
                  </a:moveTo>
                  <a:lnTo>
                    <a:pt x="1130717" y="765982"/>
                  </a:lnTo>
                </a:path>
                <a:path w="1870710" h="809625" extrusionOk="0">
                  <a:moveTo>
                    <a:pt x="1500419" y="809180"/>
                  </a:moveTo>
                  <a:lnTo>
                    <a:pt x="1500419" y="765982"/>
                  </a:lnTo>
                </a:path>
                <a:path w="1870710" h="809625" extrusionOk="0">
                  <a:moveTo>
                    <a:pt x="1870131" y="809180"/>
                  </a:moveTo>
                  <a:lnTo>
                    <a:pt x="1870131" y="765982"/>
                  </a:lnTo>
                </a:path>
                <a:path w="1870710" h="809625" extrusionOk="0">
                  <a:moveTo>
                    <a:pt x="0" y="393790"/>
                  </a:moveTo>
                  <a:lnTo>
                    <a:pt x="43201" y="393790"/>
                  </a:lnTo>
                </a:path>
                <a:path w="1870710" h="809625" extrusionOk="0">
                  <a:moveTo>
                    <a:pt x="0" y="0"/>
                  </a:moveTo>
                  <a:lnTo>
                    <a:pt x="43201"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47" name="Google Shape;547;p29"/>
            <p:cNvSpPr/>
            <p:nvPr/>
          </p:nvSpPr>
          <p:spPr>
            <a:xfrm>
              <a:off x="1629384" y="2904870"/>
              <a:ext cx="1828800" cy="0"/>
            </a:xfrm>
            <a:custGeom>
              <a:avLst/>
              <a:gdLst/>
              <a:ahLst/>
              <a:cxnLst/>
              <a:rect l="l" t="t" r="r" b="b"/>
              <a:pathLst>
                <a:path w="1828800" h="120000" extrusionOk="0">
                  <a:moveTo>
                    <a:pt x="0" y="0"/>
                  </a:moveTo>
                  <a:lnTo>
                    <a:pt x="1828281"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48" name="Google Shape;548;p29"/>
            <p:cNvSpPr/>
            <p:nvPr/>
          </p:nvSpPr>
          <p:spPr>
            <a:xfrm>
              <a:off x="3445520" y="2888675"/>
              <a:ext cx="32384" cy="32384"/>
            </a:xfrm>
            <a:custGeom>
              <a:avLst/>
              <a:gdLst/>
              <a:ahLst/>
              <a:cxnLst/>
              <a:rect l="l" t="t" r="r" b="b"/>
              <a:pathLst>
                <a:path w="32385" h="32385" extrusionOk="0">
                  <a:moveTo>
                    <a:pt x="0" y="0"/>
                  </a:moveTo>
                  <a:lnTo>
                    <a:pt x="12146" y="16195"/>
                  </a:lnTo>
                  <a:lnTo>
                    <a:pt x="0" y="32390"/>
                  </a:lnTo>
                  <a:lnTo>
                    <a:pt x="32390" y="16195"/>
                  </a:lnTo>
                  <a:lnTo>
                    <a:pt x="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49" name="Google Shape;549;p29"/>
            <p:cNvSpPr/>
            <p:nvPr/>
          </p:nvSpPr>
          <p:spPr>
            <a:xfrm>
              <a:off x="1629384" y="1940637"/>
              <a:ext cx="0" cy="964565"/>
            </a:xfrm>
            <a:custGeom>
              <a:avLst/>
              <a:gdLst/>
              <a:ahLst/>
              <a:cxnLst/>
              <a:rect l="l" t="t" r="r" b="b"/>
              <a:pathLst>
                <a:path w="120000" h="964564" extrusionOk="0">
                  <a:moveTo>
                    <a:pt x="0" y="964233"/>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50" name="Google Shape;550;p29"/>
            <p:cNvSpPr/>
            <p:nvPr/>
          </p:nvSpPr>
          <p:spPr>
            <a:xfrm>
              <a:off x="1613189" y="1920393"/>
              <a:ext cx="32384" cy="32384"/>
            </a:xfrm>
            <a:custGeom>
              <a:avLst/>
              <a:gdLst/>
              <a:ahLst/>
              <a:cxnLst/>
              <a:rect l="l" t="t" r="r" b="b"/>
              <a:pathLst>
                <a:path w="32385" h="32385" extrusionOk="0">
                  <a:moveTo>
                    <a:pt x="0" y="32390"/>
                  </a:moveTo>
                  <a:lnTo>
                    <a:pt x="16195" y="20244"/>
                  </a:lnTo>
                  <a:lnTo>
                    <a:pt x="32390" y="32390"/>
                  </a:lnTo>
                  <a:lnTo>
                    <a:pt x="16195" y="0"/>
                  </a:lnTo>
                  <a:lnTo>
                    <a:pt x="0" y="3239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51" name="Google Shape;551;p29"/>
          <p:cNvSpPr txBox="1"/>
          <p:nvPr/>
        </p:nvSpPr>
        <p:spPr>
          <a:xfrm>
            <a:off x="1909102" y="2907775"/>
            <a:ext cx="1550400" cy="159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850">
                <a:latin typeface="Arial"/>
                <a:ea typeface="Arial"/>
                <a:cs typeface="Arial"/>
                <a:sym typeface="Arial"/>
              </a:rPr>
              <a:t>0</a:t>
            </a:r>
            <a:r>
              <a:rPr lang="en-US" sz="950" i="1">
                <a:latin typeface="Bookman Old Style"/>
                <a:ea typeface="Bookman Old Style"/>
                <a:cs typeface="Bookman Old Style"/>
                <a:sym typeface="Bookman Old Style"/>
              </a:rPr>
              <a:t>.</a:t>
            </a:r>
            <a:r>
              <a:rPr lang="en-US" sz="850">
                <a:latin typeface="Arial"/>
                <a:ea typeface="Arial"/>
                <a:cs typeface="Arial"/>
                <a:sym typeface="Arial"/>
              </a:rPr>
              <a:t>2	0</a:t>
            </a:r>
            <a:r>
              <a:rPr lang="en-US" sz="950" i="1">
                <a:latin typeface="Bookman Old Style"/>
                <a:ea typeface="Bookman Old Style"/>
                <a:cs typeface="Bookman Old Style"/>
                <a:sym typeface="Bookman Old Style"/>
              </a:rPr>
              <a:t>.</a:t>
            </a:r>
            <a:r>
              <a:rPr lang="en-US" sz="850">
                <a:latin typeface="Arial"/>
                <a:ea typeface="Arial"/>
                <a:cs typeface="Arial"/>
                <a:sym typeface="Arial"/>
              </a:rPr>
              <a:t>4</a:t>
            </a:r>
            <a:r>
              <a:rPr lang="en-US" sz="850"/>
              <a:t>     </a:t>
            </a:r>
            <a:r>
              <a:rPr lang="en-US" sz="850">
                <a:latin typeface="Arial"/>
                <a:ea typeface="Arial"/>
                <a:cs typeface="Arial"/>
                <a:sym typeface="Arial"/>
              </a:rPr>
              <a:t>0</a:t>
            </a:r>
            <a:r>
              <a:rPr lang="en-US" sz="950" i="1">
                <a:latin typeface="Bookman Old Style"/>
                <a:ea typeface="Bookman Old Style"/>
                <a:cs typeface="Bookman Old Style"/>
                <a:sym typeface="Bookman Old Style"/>
              </a:rPr>
              <a:t>.</a:t>
            </a:r>
            <a:r>
              <a:rPr lang="en-US" sz="850">
                <a:latin typeface="Arial"/>
                <a:ea typeface="Arial"/>
                <a:cs typeface="Arial"/>
                <a:sym typeface="Arial"/>
              </a:rPr>
              <a:t>6</a:t>
            </a:r>
            <a:r>
              <a:rPr lang="en-US" sz="850"/>
              <a:t>      </a:t>
            </a:r>
            <a:r>
              <a:rPr lang="en-US" sz="850">
                <a:latin typeface="Arial"/>
                <a:ea typeface="Arial"/>
                <a:cs typeface="Arial"/>
                <a:sym typeface="Arial"/>
              </a:rPr>
              <a:t>0</a:t>
            </a:r>
            <a:r>
              <a:rPr lang="en-US" sz="950" i="1">
                <a:latin typeface="Bookman Old Style"/>
                <a:ea typeface="Bookman Old Style"/>
                <a:cs typeface="Bookman Old Style"/>
                <a:sym typeface="Bookman Old Style"/>
              </a:rPr>
              <a:t>.</a:t>
            </a:r>
            <a:r>
              <a:rPr lang="en-US" sz="850">
                <a:latin typeface="Arial"/>
                <a:ea typeface="Arial"/>
                <a:cs typeface="Arial"/>
                <a:sym typeface="Arial"/>
              </a:rPr>
              <a:t>8</a:t>
            </a:r>
            <a:endParaRPr sz="850">
              <a:latin typeface="Arial"/>
              <a:ea typeface="Arial"/>
              <a:cs typeface="Arial"/>
              <a:sym typeface="Arial"/>
            </a:endParaRPr>
          </a:p>
        </p:txBody>
      </p:sp>
      <p:sp>
        <p:nvSpPr>
          <p:cNvPr id="552" name="Google Shape;552;p29"/>
          <p:cNvSpPr txBox="1"/>
          <p:nvPr/>
        </p:nvSpPr>
        <p:spPr>
          <a:xfrm>
            <a:off x="3434796" y="2919921"/>
            <a:ext cx="86360" cy="15684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Arial"/>
                <a:ea typeface="Arial"/>
                <a:cs typeface="Arial"/>
                <a:sym typeface="Arial"/>
              </a:rPr>
              <a:t>1</a:t>
            </a:r>
            <a:endParaRPr sz="850">
              <a:latin typeface="Arial"/>
              <a:ea typeface="Arial"/>
              <a:cs typeface="Arial"/>
              <a:sym typeface="Arial"/>
            </a:endParaRPr>
          </a:p>
        </p:txBody>
      </p:sp>
      <p:grpSp>
        <p:nvGrpSpPr>
          <p:cNvPr id="553" name="Google Shape;553;p29"/>
          <p:cNvGrpSpPr/>
          <p:nvPr/>
        </p:nvGrpSpPr>
        <p:grpSpPr>
          <a:xfrm>
            <a:off x="1647869" y="1998135"/>
            <a:ext cx="1811655" cy="904881"/>
            <a:chOff x="1647869" y="1998135"/>
            <a:chExt cx="1811655" cy="904881"/>
          </a:xfrm>
        </p:grpSpPr>
        <p:sp>
          <p:nvSpPr>
            <p:cNvPr id="554" name="Google Shape;554;p29"/>
            <p:cNvSpPr/>
            <p:nvPr/>
          </p:nvSpPr>
          <p:spPr>
            <a:xfrm>
              <a:off x="1647869" y="1998135"/>
              <a:ext cx="1811655" cy="904875"/>
            </a:xfrm>
            <a:custGeom>
              <a:avLst/>
              <a:gdLst/>
              <a:ahLst/>
              <a:cxnLst/>
              <a:rect l="l" t="t" r="r" b="b"/>
              <a:pathLst>
                <a:path w="1811654" h="904875" extrusionOk="0">
                  <a:moveTo>
                    <a:pt x="0" y="0"/>
                  </a:moveTo>
                  <a:lnTo>
                    <a:pt x="18298" y="135446"/>
                  </a:lnTo>
                  <a:lnTo>
                    <a:pt x="36597" y="214968"/>
                  </a:lnTo>
                  <a:lnTo>
                    <a:pt x="54895" y="271424"/>
                  </a:lnTo>
                  <a:lnTo>
                    <a:pt x="73194" y="315289"/>
                  </a:lnTo>
                  <a:lnTo>
                    <a:pt x="91492" y="351115"/>
                  </a:lnTo>
                  <a:lnTo>
                    <a:pt x="128090" y="407656"/>
                  </a:lnTo>
                  <a:lnTo>
                    <a:pt x="164687" y="451564"/>
                  </a:lnTo>
                  <a:lnTo>
                    <a:pt x="201284" y="487434"/>
                  </a:lnTo>
                  <a:lnTo>
                    <a:pt x="237882" y="517760"/>
                  </a:lnTo>
                  <a:lnTo>
                    <a:pt x="274478" y="544034"/>
                  </a:lnTo>
                  <a:lnTo>
                    <a:pt x="311075" y="567189"/>
                  </a:lnTo>
                  <a:lnTo>
                    <a:pt x="347673" y="587910"/>
                  </a:lnTo>
                  <a:lnTo>
                    <a:pt x="384270" y="606696"/>
                  </a:lnTo>
                  <a:lnTo>
                    <a:pt x="420867" y="623824"/>
                  </a:lnTo>
                  <a:lnTo>
                    <a:pt x="457464" y="639574"/>
                  </a:lnTo>
                  <a:lnTo>
                    <a:pt x="494061" y="654157"/>
                  </a:lnTo>
                  <a:lnTo>
                    <a:pt x="530658" y="667739"/>
                  </a:lnTo>
                  <a:lnTo>
                    <a:pt x="567256" y="680435"/>
                  </a:lnTo>
                  <a:lnTo>
                    <a:pt x="603852" y="692369"/>
                  </a:lnTo>
                  <a:lnTo>
                    <a:pt x="640449" y="703619"/>
                  </a:lnTo>
                  <a:lnTo>
                    <a:pt x="677047" y="714246"/>
                  </a:lnTo>
                  <a:lnTo>
                    <a:pt x="731942" y="729225"/>
                  </a:lnTo>
                  <a:lnTo>
                    <a:pt x="786838" y="743130"/>
                  </a:lnTo>
                  <a:lnTo>
                    <a:pt x="841734" y="756114"/>
                  </a:lnTo>
                  <a:lnTo>
                    <a:pt x="896630" y="768296"/>
                  </a:lnTo>
                  <a:lnTo>
                    <a:pt x="951525" y="779763"/>
                  </a:lnTo>
                  <a:lnTo>
                    <a:pt x="1006425" y="790604"/>
                  </a:lnTo>
                  <a:lnTo>
                    <a:pt x="1061319" y="800870"/>
                  </a:lnTo>
                  <a:lnTo>
                    <a:pt x="1116214" y="810636"/>
                  </a:lnTo>
                  <a:lnTo>
                    <a:pt x="1171108" y="819932"/>
                  </a:lnTo>
                  <a:lnTo>
                    <a:pt x="1226003" y="828810"/>
                  </a:lnTo>
                  <a:lnTo>
                    <a:pt x="1280897" y="837315"/>
                  </a:lnTo>
                  <a:lnTo>
                    <a:pt x="1335792" y="845451"/>
                  </a:lnTo>
                  <a:lnTo>
                    <a:pt x="1390686" y="853268"/>
                  </a:lnTo>
                  <a:lnTo>
                    <a:pt x="1445591" y="860789"/>
                  </a:lnTo>
                  <a:lnTo>
                    <a:pt x="1463889" y="863268"/>
                  </a:lnTo>
                  <a:lnTo>
                    <a:pt x="1518783" y="870427"/>
                  </a:lnTo>
                  <a:lnTo>
                    <a:pt x="1573678" y="877334"/>
                  </a:lnTo>
                  <a:lnTo>
                    <a:pt x="1628572" y="884009"/>
                  </a:lnTo>
                  <a:lnTo>
                    <a:pt x="1683467" y="890466"/>
                  </a:lnTo>
                  <a:lnTo>
                    <a:pt x="1738361" y="896713"/>
                  </a:lnTo>
                  <a:lnTo>
                    <a:pt x="1793256" y="902769"/>
                  </a:lnTo>
                  <a:lnTo>
                    <a:pt x="1811554" y="904752"/>
                  </a:lnTo>
                </a:path>
              </a:pathLst>
            </a:custGeom>
            <a:noFill/>
            <a:ln w="952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55" name="Google Shape;555;p29"/>
            <p:cNvSpPr/>
            <p:nvPr/>
          </p:nvSpPr>
          <p:spPr>
            <a:xfrm>
              <a:off x="1647869" y="1998141"/>
              <a:ext cx="1811655" cy="904875"/>
            </a:xfrm>
            <a:custGeom>
              <a:avLst/>
              <a:gdLst/>
              <a:ahLst/>
              <a:cxnLst/>
              <a:rect l="l" t="t" r="r" b="b"/>
              <a:pathLst>
                <a:path w="1811654" h="904875" extrusionOk="0">
                  <a:moveTo>
                    <a:pt x="0" y="904746"/>
                  </a:moveTo>
                  <a:lnTo>
                    <a:pt x="54895" y="898749"/>
                  </a:lnTo>
                  <a:lnTo>
                    <a:pt x="109790" y="892562"/>
                  </a:lnTo>
                  <a:lnTo>
                    <a:pt x="164687" y="886179"/>
                  </a:lnTo>
                  <a:lnTo>
                    <a:pt x="219582" y="879575"/>
                  </a:lnTo>
                  <a:lnTo>
                    <a:pt x="274478" y="872747"/>
                  </a:lnTo>
                  <a:lnTo>
                    <a:pt x="329373" y="865676"/>
                  </a:lnTo>
                  <a:lnTo>
                    <a:pt x="365971" y="860783"/>
                  </a:lnTo>
                  <a:lnTo>
                    <a:pt x="384270" y="858340"/>
                  </a:lnTo>
                  <a:lnTo>
                    <a:pt x="439165" y="850696"/>
                  </a:lnTo>
                  <a:lnTo>
                    <a:pt x="494061" y="842771"/>
                  </a:lnTo>
                  <a:lnTo>
                    <a:pt x="548956" y="834515"/>
                  </a:lnTo>
                  <a:lnTo>
                    <a:pt x="603852" y="825905"/>
                  </a:lnTo>
                  <a:lnTo>
                    <a:pt x="658748" y="816877"/>
                  </a:lnTo>
                  <a:lnTo>
                    <a:pt x="713644" y="807423"/>
                  </a:lnTo>
                  <a:lnTo>
                    <a:pt x="768539" y="797501"/>
                  </a:lnTo>
                  <a:lnTo>
                    <a:pt x="823435" y="787050"/>
                  </a:lnTo>
                  <a:lnTo>
                    <a:pt x="878330" y="776008"/>
                  </a:lnTo>
                  <a:lnTo>
                    <a:pt x="933227" y="764312"/>
                  </a:lnTo>
                  <a:lnTo>
                    <a:pt x="988122" y="751874"/>
                  </a:lnTo>
                  <a:lnTo>
                    <a:pt x="1043021" y="738598"/>
                  </a:lnTo>
                  <a:lnTo>
                    <a:pt x="1097915" y="724334"/>
                  </a:lnTo>
                  <a:lnTo>
                    <a:pt x="1152810" y="709016"/>
                  </a:lnTo>
                  <a:lnTo>
                    <a:pt x="1189406" y="698077"/>
                  </a:lnTo>
                  <a:lnTo>
                    <a:pt x="1226003" y="686491"/>
                  </a:lnTo>
                  <a:lnTo>
                    <a:pt x="1262599" y="674190"/>
                  </a:lnTo>
                  <a:lnTo>
                    <a:pt x="1299195" y="661060"/>
                  </a:lnTo>
                  <a:lnTo>
                    <a:pt x="1335792" y="646996"/>
                  </a:lnTo>
                  <a:lnTo>
                    <a:pt x="1372388" y="631851"/>
                  </a:lnTo>
                  <a:lnTo>
                    <a:pt x="1408994" y="615442"/>
                  </a:lnTo>
                  <a:lnTo>
                    <a:pt x="1445591" y="597538"/>
                  </a:lnTo>
                  <a:lnTo>
                    <a:pt x="1482187" y="577800"/>
                  </a:lnTo>
                  <a:lnTo>
                    <a:pt x="1518783" y="555948"/>
                  </a:lnTo>
                  <a:lnTo>
                    <a:pt x="1555380" y="531316"/>
                  </a:lnTo>
                  <a:lnTo>
                    <a:pt x="1591976" y="503174"/>
                  </a:lnTo>
                  <a:lnTo>
                    <a:pt x="1628572" y="470306"/>
                  </a:lnTo>
                  <a:lnTo>
                    <a:pt x="1665169" y="430834"/>
                  </a:lnTo>
                  <a:lnTo>
                    <a:pt x="1701765" y="381402"/>
                  </a:lnTo>
                  <a:lnTo>
                    <a:pt x="1738361" y="315283"/>
                  </a:lnTo>
                  <a:lnTo>
                    <a:pt x="1756659" y="271422"/>
                  </a:lnTo>
                  <a:lnTo>
                    <a:pt x="1774958" y="214968"/>
                  </a:lnTo>
                  <a:lnTo>
                    <a:pt x="1793256" y="135452"/>
                  </a:lnTo>
                  <a:lnTo>
                    <a:pt x="1811554" y="0"/>
                  </a:lnTo>
                </a:path>
              </a:pathLst>
            </a:custGeom>
            <a:noFill/>
            <a:ln w="9525" cap="flat" cmpd="sng">
              <a:solidFill>
                <a:srgbClr val="EC202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56" name="Google Shape;556;p29"/>
          <p:cNvSpPr txBox="1"/>
          <p:nvPr/>
        </p:nvSpPr>
        <p:spPr>
          <a:xfrm>
            <a:off x="347294" y="444714"/>
            <a:ext cx="5020310" cy="2529205"/>
          </a:xfrm>
          <a:prstGeom prst="rect">
            <a:avLst/>
          </a:prstGeom>
          <a:noFill/>
          <a:ln>
            <a:noFill/>
          </a:ln>
        </p:spPr>
        <p:txBody>
          <a:bodyPr spcFirstLastPara="1" wrap="square" lIns="0" tIns="41900" rIns="0" bIns="0" anchor="t" anchorCtr="0">
            <a:spAutoFit/>
          </a:bodyPr>
          <a:lstStyle/>
          <a:p>
            <a:pPr marL="12700" lvl="0" indent="0" algn="l" rtl="0">
              <a:lnSpc>
                <a:spcPct val="100000"/>
              </a:lnSpc>
              <a:spcBef>
                <a:spcPts val="0"/>
              </a:spcBef>
              <a:spcAft>
                <a:spcPts val="0"/>
              </a:spcAft>
              <a:buNone/>
            </a:pPr>
            <a:r>
              <a:rPr lang="en-US" sz="1050">
                <a:solidFill>
                  <a:srgbClr val="BF003F"/>
                </a:solidFill>
                <a:latin typeface="Arial"/>
                <a:ea typeface="Arial"/>
                <a:cs typeface="Arial"/>
                <a:sym typeface="Arial"/>
              </a:rPr>
              <a:t>Advantages:</a:t>
            </a:r>
            <a:endParaRPr sz="1050">
              <a:latin typeface="Arial"/>
              <a:ea typeface="Arial"/>
              <a:cs typeface="Arial"/>
              <a:sym typeface="Arial"/>
            </a:endParaRPr>
          </a:p>
          <a:p>
            <a:pPr marL="309880" marR="188595" lvl="0" indent="0" algn="l" rtl="0">
              <a:lnSpc>
                <a:spcPct val="114599"/>
              </a:lnSpc>
              <a:spcBef>
                <a:spcPts val="50"/>
              </a:spcBef>
              <a:spcAft>
                <a:spcPts val="0"/>
              </a:spcAft>
              <a:buNone/>
            </a:pPr>
            <a:r>
              <a:rPr lang="en-US" sz="1050">
                <a:solidFill>
                  <a:srgbClr val="1B1472"/>
                </a:solidFill>
                <a:latin typeface="Arial"/>
                <a:ea typeface="Arial"/>
                <a:cs typeface="Arial"/>
                <a:sym typeface="Arial"/>
              </a:rPr>
              <a:t>Probabilistic interpretation: </a:t>
            </a:r>
            <a:r>
              <a:rPr lang="en-US" sz="1050">
                <a:latin typeface="Arial"/>
                <a:ea typeface="Arial"/>
                <a:cs typeface="Arial"/>
                <a:sym typeface="Arial"/>
              </a:rPr>
              <a:t>Derived from maximum likelihood estimation </a:t>
            </a:r>
            <a:r>
              <a:rPr lang="en-US" sz="1050">
                <a:solidFill>
                  <a:srgbClr val="1B1472"/>
                </a:solidFill>
                <a:latin typeface="Arial"/>
                <a:ea typeface="Arial"/>
                <a:cs typeface="Arial"/>
                <a:sym typeface="Arial"/>
              </a:rPr>
              <a:t>Appropriate for probabilities: </a:t>
            </a:r>
            <a:r>
              <a:rPr lang="en-US" sz="1050">
                <a:latin typeface="Arial"/>
                <a:ea typeface="Arial"/>
                <a:cs typeface="Arial"/>
                <a:sym typeface="Arial"/>
              </a:rPr>
              <a:t>Heavily penalizes confident wrong predictions </a:t>
            </a:r>
            <a:r>
              <a:rPr lang="en-US" sz="1050">
                <a:solidFill>
                  <a:srgbClr val="1B1472"/>
                </a:solidFill>
                <a:latin typeface="Arial"/>
                <a:ea typeface="Arial"/>
                <a:cs typeface="Arial"/>
                <a:sym typeface="Arial"/>
              </a:rPr>
              <a:t>Convex: </a:t>
            </a:r>
            <a:r>
              <a:rPr lang="en-US" sz="1050">
                <a:latin typeface="Arial"/>
                <a:ea typeface="Arial"/>
                <a:cs typeface="Arial"/>
                <a:sym typeface="Arial"/>
              </a:rPr>
              <a:t>Has a single global minimum for logistic regression</a:t>
            </a:r>
            <a:endParaRPr sz="1050">
              <a:latin typeface="Arial"/>
              <a:ea typeface="Arial"/>
              <a:cs typeface="Arial"/>
              <a:sym typeface="Arial"/>
            </a:endParaRPr>
          </a:p>
          <a:p>
            <a:pPr marL="309880" lvl="0" indent="0" algn="l" rtl="0">
              <a:lnSpc>
                <a:spcPct val="100000"/>
              </a:lnSpc>
              <a:spcBef>
                <a:spcPts val="185"/>
              </a:spcBef>
              <a:spcAft>
                <a:spcPts val="0"/>
              </a:spcAft>
              <a:buNone/>
            </a:pPr>
            <a:r>
              <a:rPr lang="en-US" sz="1050">
                <a:solidFill>
                  <a:srgbClr val="1B1472"/>
                </a:solidFill>
                <a:latin typeface="Arial"/>
                <a:ea typeface="Arial"/>
                <a:cs typeface="Arial"/>
                <a:sym typeface="Arial"/>
              </a:rPr>
              <a:t>Well-behaved gradients: </a:t>
            </a:r>
            <a:r>
              <a:rPr lang="en-US" sz="1050">
                <a:latin typeface="Arial"/>
                <a:ea typeface="Arial"/>
                <a:cs typeface="Arial"/>
                <a:sym typeface="Arial"/>
              </a:rPr>
              <a:t>Works well with sigmoid activation</a:t>
            </a:r>
            <a:endParaRPr sz="1050">
              <a:latin typeface="Arial"/>
              <a:ea typeface="Arial"/>
              <a:cs typeface="Arial"/>
              <a:sym typeface="Arial"/>
            </a:endParaRPr>
          </a:p>
          <a:p>
            <a:pPr marL="12700" lvl="0" indent="0" algn="l" rtl="0">
              <a:lnSpc>
                <a:spcPct val="100000"/>
              </a:lnSpc>
              <a:spcBef>
                <a:spcPts val="800"/>
              </a:spcBef>
              <a:spcAft>
                <a:spcPts val="0"/>
              </a:spcAft>
              <a:buNone/>
            </a:pPr>
            <a:r>
              <a:rPr lang="en-US" sz="1050">
                <a:solidFill>
                  <a:srgbClr val="BF003F"/>
                </a:solidFill>
                <a:latin typeface="Arial"/>
                <a:ea typeface="Arial"/>
                <a:cs typeface="Arial"/>
                <a:sym typeface="Arial"/>
              </a:rPr>
              <a:t>Loss behavior: </a:t>
            </a:r>
            <a:r>
              <a:rPr lang="en-US" sz="1050">
                <a:solidFill>
                  <a:srgbClr val="EC2027"/>
                </a:solidFill>
                <a:latin typeface="Arial"/>
                <a:ea typeface="Arial"/>
                <a:cs typeface="Arial"/>
                <a:sym typeface="Arial"/>
              </a:rPr>
              <a:t>Loss increases exponentially as prediction diverges from true label!</a:t>
            </a:r>
            <a:endParaRPr sz="1050">
              <a:latin typeface="Arial"/>
              <a:ea typeface="Arial"/>
              <a:cs typeface="Arial"/>
              <a:sym typeface="Arial"/>
            </a:endParaRPr>
          </a:p>
          <a:p>
            <a:pPr marL="1166495" lvl="0" indent="0" algn="l" rtl="0">
              <a:lnSpc>
                <a:spcPct val="100000"/>
              </a:lnSpc>
              <a:spcBef>
                <a:spcPts val="585"/>
              </a:spcBef>
              <a:spcAft>
                <a:spcPts val="0"/>
              </a:spcAft>
              <a:buNone/>
            </a:pPr>
            <a:r>
              <a:rPr lang="en-US" sz="850">
                <a:latin typeface="Arial"/>
                <a:ea typeface="Arial"/>
                <a:cs typeface="Arial"/>
                <a:sym typeface="Arial"/>
              </a:rPr>
              <a:t>Loss</a:t>
            </a:r>
            <a:endParaRPr sz="850">
              <a:latin typeface="Arial"/>
              <a:ea typeface="Arial"/>
              <a:cs typeface="Arial"/>
              <a:sym typeface="Arial"/>
            </a:endParaRPr>
          </a:p>
          <a:p>
            <a:pPr marL="0" lvl="0" indent="0" algn="l" rtl="0">
              <a:lnSpc>
                <a:spcPct val="100000"/>
              </a:lnSpc>
              <a:spcBef>
                <a:spcPts val="560"/>
              </a:spcBef>
              <a:spcAft>
                <a:spcPts val="0"/>
              </a:spcAft>
              <a:buNone/>
            </a:pPr>
            <a:endParaRPr sz="850">
              <a:latin typeface="Arial"/>
              <a:ea typeface="Arial"/>
              <a:cs typeface="Arial"/>
              <a:sym typeface="Arial"/>
            </a:endParaRPr>
          </a:p>
          <a:p>
            <a:pPr marL="1160780" lvl="0" indent="0" algn="l" rtl="0">
              <a:lnSpc>
                <a:spcPct val="100000"/>
              </a:lnSpc>
              <a:spcBef>
                <a:spcPts val="0"/>
              </a:spcBef>
              <a:spcAft>
                <a:spcPts val="0"/>
              </a:spcAft>
              <a:buNone/>
            </a:pPr>
            <a:r>
              <a:rPr lang="en-US" sz="850">
                <a:latin typeface="Arial"/>
                <a:ea typeface="Arial"/>
                <a:cs typeface="Arial"/>
                <a:sym typeface="Arial"/>
              </a:rPr>
              <a:t>4</a:t>
            </a:r>
            <a:endParaRPr sz="850">
              <a:latin typeface="Arial"/>
              <a:ea typeface="Arial"/>
              <a:cs typeface="Arial"/>
              <a:sym typeface="Arial"/>
            </a:endParaRPr>
          </a:p>
          <a:p>
            <a:pPr marL="0" lvl="0" indent="0" algn="l" rtl="0">
              <a:lnSpc>
                <a:spcPct val="100000"/>
              </a:lnSpc>
              <a:spcBef>
                <a:spcPts val="0"/>
              </a:spcBef>
              <a:spcAft>
                <a:spcPts val="0"/>
              </a:spcAft>
              <a:buNone/>
            </a:pPr>
            <a:endParaRPr sz="850">
              <a:latin typeface="Arial"/>
              <a:ea typeface="Arial"/>
              <a:cs typeface="Arial"/>
              <a:sym typeface="Arial"/>
            </a:endParaRPr>
          </a:p>
          <a:p>
            <a:pPr marL="0" lvl="0" indent="0" algn="l" rtl="0">
              <a:lnSpc>
                <a:spcPct val="100000"/>
              </a:lnSpc>
              <a:spcBef>
                <a:spcPts val="125"/>
              </a:spcBef>
              <a:spcAft>
                <a:spcPts val="0"/>
              </a:spcAft>
              <a:buNone/>
            </a:pPr>
            <a:endParaRPr sz="850">
              <a:latin typeface="Arial"/>
              <a:ea typeface="Arial"/>
              <a:cs typeface="Arial"/>
              <a:sym typeface="Arial"/>
            </a:endParaRPr>
          </a:p>
          <a:p>
            <a:pPr marL="1160780" lvl="0" indent="0" algn="l" rtl="0">
              <a:lnSpc>
                <a:spcPct val="100000"/>
              </a:lnSpc>
              <a:spcBef>
                <a:spcPts val="0"/>
              </a:spcBef>
              <a:spcAft>
                <a:spcPts val="0"/>
              </a:spcAft>
              <a:buNone/>
            </a:pPr>
            <a:r>
              <a:rPr lang="en-US" sz="850">
                <a:latin typeface="Arial"/>
                <a:ea typeface="Arial"/>
                <a:cs typeface="Arial"/>
                <a:sym typeface="Arial"/>
              </a:rPr>
              <a:t>2</a:t>
            </a:r>
            <a:endParaRPr sz="850">
              <a:latin typeface="Arial"/>
              <a:ea typeface="Arial"/>
              <a:cs typeface="Arial"/>
              <a:sym typeface="Arial"/>
            </a:endParaRPr>
          </a:p>
          <a:p>
            <a:pPr marL="0" lvl="0" indent="0" algn="l" rtl="0">
              <a:lnSpc>
                <a:spcPct val="100000"/>
              </a:lnSpc>
              <a:spcBef>
                <a:spcPts val="955"/>
              </a:spcBef>
              <a:spcAft>
                <a:spcPts val="0"/>
              </a:spcAft>
              <a:buNone/>
            </a:pPr>
            <a:endParaRPr sz="850">
              <a:latin typeface="Arial"/>
              <a:ea typeface="Arial"/>
              <a:cs typeface="Arial"/>
              <a:sym typeface="Arial"/>
            </a:endParaRPr>
          </a:p>
          <a:p>
            <a:pPr marL="3261359" lvl="0" indent="0" algn="l" rtl="0">
              <a:lnSpc>
                <a:spcPct val="100000"/>
              </a:lnSpc>
              <a:spcBef>
                <a:spcPts val="0"/>
              </a:spcBef>
              <a:spcAft>
                <a:spcPts val="0"/>
              </a:spcAft>
              <a:buNone/>
            </a:pPr>
            <a:r>
              <a:rPr lang="en-US" sz="850" i="1">
                <a:latin typeface="Arial"/>
                <a:ea typeface="Arial"/>
                <a:cs typeface="Arial"/>
                <a:sym typeface="Arial"/>
              </a:rPr>
              <a:t>y</a:t>
            </a:r>
            <a:r>
              <a:rPr lang="en-US" sz="950">
                <a:latin typeface="Tahoma"/>
                <a:ea typeface="Tahoma"/>
                <a:cs typeface="Tahoma"/>
                <a:sym typeface="Tahoma"/>
              </a:rPr>
              <a:t>ˆ </a:t>
            </a:r>
            <a:r>
              <a:rPr lang="en-US" sz="850">
                <a:latin typeface="Arial"/>
                <a:ea typeface="Arial"/>
                <a:cs typeface="Arial"/>
                <a:sym typeface="Arial"/>
              </a:rPr>
              <a:t>(prediction)</a:t>
            </a:r>
            <a:endParaRPr sz="850">
              <a:latin typeface="Arial"/>
              <a:ea typeface="Arial"/>
              <a:cs typeface="Arial"/>
              <a:sym typeface="Arial"/>
            </a:endParaRPr>
          </a:p>
        </p:txBody>
      </p:sp>
      <p:grpSp>
        <p:nvGrpSpPr>
          <p:cNvPr id="557" name="Google Shape;557;p29"/>
          <p:cNvGrpSpPr/>
          <p:nvPr/>
        </p:nvGrpSpPr>
        <p:grpSpPr>
          <a:xfrm>
            <a:off x="0" y="3141936"/>
            <a:ext cx="5760262" cy="92075"/>
            <a:chOff x="0" y="3141936"/>
            <a:chExt cx="5760262" cy="92075"/>
          </a:xfrm>
        </p:grpSpPr>
        <p:sp>
          <p:nvSpPr>
            <p:cNvPr id="558" name="Google Shape;558;p2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59" name="Google Shape;559;p2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0" name="Google Shape;560;p2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61" name="Google Shape;561;p2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62" name="Google Shape;562;p2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7"/>
              </a:rPr>
              <a:t>D</a:t>
            </a:r>
            <a:r>
              <a:rPr lang="en-US" sz="600" u="sng" cap="small">
                <a:solidFill>
                  <a:schemeClr val="hlink"/>
                </a:solidFill>
                <a:latin typeface="Bookman Old Style"/>
                <a:ea typeface="Bookman Old Style"/>
                <a:cs typeface="Bookman Old Style"/>
                <a:sym typeface="Bookman Old Style"/>
                <a:hlinkClick r:id="rId7"/>
              </a:rPr>
              <a:t>eep</a:t>
            </a:r>
            <a:r>
              <a:rPr lang="en-US" sz="600" u="sng">
                <a:solidFill>
                  <a:schemeClr val="hlink"/>
                </a:solidFill>
                <a:latin typeface="Bookman Old Style"/>
                <a:ea typeface="Bookman Old Style"/>
                <a:cs typeface="Bookman Old Style"/>
                <a:sym typeface="Bookman Old Style"/>
                <a:hlinkClick r:id="rId7"/>
              </a:rPr>
              <a:t> L</a:t>
            </a:r>
            <a:r>
              <a:rPr lang="en-US" sz="600" u="sng" cap="small">
                <a:solidFill>
                  <a:schemeClr val="hlink"/>
                </a:solidFill>
                <a:latin typeface="Bookman Old Style"/>
                <a:ea typeface="Bookman Old Style"/>
                <a:cs typeface="Bookman Old Style"/>
                <a:sym typeface="Bookman Old Style"/>
                <a:hlinkClick r:id="rId7"/>
              </a:rPr>
              <a:t>earning</a:t>
            </a:r>
            <a:endParaRPr sz="600">
              <a:latin typeface="Bookman Old Style"/>
              <a:ea typeface="Bookman Old Style"/>
              <a:cs typeface="Bookman Old Style"/>
              <a:sym typeface="Bookman Old Style"/>
            </a:endParaRPr>
          </a:p>
        </p:txBody>
      </p:sp>
      <p:sp>
        <p:nvSpPr>
          <p:cNvPr id="563" name="Google Shape;563;p29"/>
          <p:cNvSpPr txBox="1">
            <a:spLocks noGrp="1"/>
          </p:cNvSpPr>
          <p:nvPr>
            <p:ph type="sldNum" idx="12"/>
          </p:nvPr>
        </p:nvSpPr>
        <p:spPr>
          <a:xfrm>
            <a:off x="4627903" y="3137675"/>
            <a:ext cx="59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23</a:t>
            </a:fld>
            <a:r>
              <a:rPr lang="en-US"/>
              <a:t> / 100</a:t>
            </a:r>
            <a:endParaRPr/>
          </a:p>
        </p:txBody>
      </p:sp>
      <mc:AlternateContent xmlns:mc="http://schemas.openxmlformats.org/markup-compatibility/2006">
        <mc:Choice xmlns:p14="http://schemas.microsoft.com/office/powerpoint/2010/main" Requires="p14">
          <p:contentPart p14:bwMode="auto" r:id="rId8">
            <p14:nvContentPartPr>
              <p14:cNvPr id="2" name="Ink 1">
                <a:extLst>
                  <a:ext uri="{FF2B5EF4-FFF2-40B4-BE49-F238E27FC236}">
                    <a16:creationId xmlns:a16="http://schemas.microsoft.com/office/drawing/2014/main" id="{863DB213-80FF-EC28-8E09-A931A14E843C}"/>
                  </a:ext>
                </a:extLst>
              </p14:cNvPr>
              <p14:cNvContentPartPr/>
              <p14:nvPr/>
            </p14:nvContentPartPr>
            <p14:xfrm>
              <a:off x="1614960" y="246960"/>
              <a:ext cx="4046400" cy="1222200"/>
            </p14:xfrm>
          </p:contentPart>
        </mc:Choice>
        <mc:Fallback>
          <p:pic>
            <p:nvPicPr>
              <p:cNvPr id="2" name="Ink 1">
                <a:extLst>
                  <a:ext uri="{FF2B5EF4-FFF2-40B4-BE49-F238E27FC236}">
                    <a16:creationId xmlns:a16="http://schemas.microsoft.com/office/drawing/2014/main" id="{863DB213-80FF-EC28-8E09-A931A14E843C}"/>
                  </a:ext>
                </a:extLst>
              </p:cNvPr>
              <p:cNvPicPr/>
              <p:nvPr/>
            </p:nvPicPr>
            <p:blipFill>
              <a:blip r:embed="rId9"/>
              <a:stretch>
                <a:fillRect/>
              </a:stretch>
            </p:blipFill>
            <p:spPr>
              <a:xfrm>
                <a:off x="1605600" y="237600"/>
                <a:ext cx="4065120" cy="1240920"/>
              </a:xfrm>
              <a:prstGeom prst="rect">
                <a:avLst/>
              </a:prstGeom>
            </p:spPr>
          </p:pic>
        </mc:Fallback>
      </mc:AlternateContent>
    </p:spTree>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481A7-A003-09A2-521C-A1464BB7E78E}"/>
              </a:ext>
            </a:extLst>
          </p:cNvPr>
          <p:cNvSpPr>
            <a:spLocks noGrp="1"/>
          </p:cNvSpPr>
          <p:nvPr>
            <p:ph type="title"/>
          </p:nvPr>
        </p:nvSpPr>
        <p:spPr/>
        <p:txBody>
          <a:bodyPr/>
          <a:lstStyle/>
          <a:p>
            <a:endParaRPr lang="en-GB"/>
          </a:p>
        </p:txBody>
      </p:sp>
      <p:sp>
        <p:nvSpPr>
          <p:cNvPr id="3" name="Slide Number Placeholder 2">
            <a:extLst>
              <a:ext uri="{FF2B5EF4-FFF2-40B4-BE49-F238E27FC236}">
                <a16:creationId xmlns:a16="http://schemas.microsoft.com/office/drawing/2014/main" id="{4C23D6B8-81FA-2369-B73A-54C76BDCE154}"/>
              </a:ext>
            </a:extLst>
          </p:cNvPr>
          <p:cNvSpPr>
            <a:spLocks noGrp="1"/>
          </p:cNvSpPr>
          <p:nvPr>
            <p:ph type="sldNum" idx="12"/>
          </p:nvPr>
        </p:nvSpPr>
        <p:spPr/>
        <p:txBody>
          <a:bodyPr/>
          <a:lstStyle/>
          <a:p>
            <a:pPr marL="38100" lvl="0" indent="0" algn="l" rtl="0">
              <a:spcBef>
                <a:spcPts val="0"/>
              </a:spcBef>
              <a:spcAft>
                <a:spcPts val="0"/>
              </a:spcAft>
              <a:buNone/>
            </a:pPr>
            <a:fld id="{00000000-1234-1234-1234-123412341234}" type="slidenum">
              <a:rPr lang="en-US" smtClean="0"/>
              <a:t>24</a:t>
            </a:fld>
            <a:r>
              <a:rPr lang="en-US"/>
              <a:t> / 100</a:t>
            </a:r>
          </a:p>
        </p:txBody>
      </p:sp>
    </p:spTree>
    <p:extLst>
      <p:ext uri="{BB962C8B-B14F-4D97-AF65-F5344CB8AC3E}">
        <p14:creationId xmlns:p14="http://schemas.microsoft.com/office/powerpoint/2010/main" val="10067205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30"/>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F</a:t>
            </a:r>
            <a:r>
              <a:rPr lang="en-US" cap="small">
                <a:solidFill>
                  <a:srgbClr val="FFFFFF"/>
                </a:solidFill>
              </a:rPr>
              <a:t>rom</a:t>
            </a:r>
            <a:r>
              <a:rPr lang="en-US">
                <a:solidFill>
                  <a:srgbClr val="FFFFFF"/>
                </a:solidFill>
              </a:rPr>
              <a:t> B</a:t>
            </a:r>
            <a:r>
              <a:rPr lang="en-US" cap="small">
                <a:solidFill>
                  <a:srgbClr val="FFFFFF"/>
                </a:solidFill>
              </a:rPr>
              <a:t>atch</a:t>
            </a:r>
            <a:r>
              <a:rPr lang="en-US">
                <a:solidFill>
                  <a:srgbClr val="FFFFFF"/>
                </a:solidFill>
              </a:rPr>
              <a:t> </a:t>
            </a:r>
            <a:r>
              <a:rPr lang="en-US" cap="small">
                <a:solidFill>
                  <a:srgbClr val="FFFFFF"/>
                </a:solidFill>
              </a:rPr>
              <a:t>to</a:t>
            </a:r>
            <a:r>
              <a:rPr lang="en-US">
                <a:solidFill>
                  <a:srgbClr val="FFFFFF"/>
                </a:solidFill>
              </a:rPr>
              <a:t> S</a:t>
            </a:r>
            <a:r>
              <a:rPr lang="en-US" cap="small">
                <a:solidFill>
                  <a:srgbClr val="FFFFFF"/>
                </a:solidFill>
              </a:rPr>
              <a:t>tochastic</a:t>
            </a:r>
            <a:r>
              <a:rPr lang="en-US">
                <a:solidFill>
                  <a:srgbClr val="FFFFFF"/>
                </a:solidFill>
              </a:rPr>
              <a:t> G</a:t>
            </a:r>
            <a:r>
              <a:rPr lang="en-US" cap="small">
                <a:solidFill>
                  <a:srgbClr val="FFFFFF"/>
                </a:solidFill>
              </a:rPr>
              <a:t>radient</a:t>
            </a:r>
            <a:r>
              <a:rPr lang="en-US">
                <a:solidFill>
                  <a:srgbClr val="FFFFFF"/>
                </a:solidFill>
              </a:rPr>
              <a:t> D</a:t>
            </a:r>
            <a:r>
              <a:rPr lang="en-US" cap="small">
                <a:solidFill>
                  <a:srgbClr val="FFFFFF"/>
                </a:solidFill>
              </a:rPr>
              <a:t>escent</a:t>
            </a:r>
            <a:endParaRPr/>
          </a:p>
        </p:txBody>
      </p:sp>
      <p:grpSp>
        <p:nvGrpSpPr>
          <p:cNvPr id="569" name="Google Shape;569;p30"/>
          <p:cNvGrpSpPr/>
          <p:nvPr/>
        </p:nvGrpSpPr>
        <p:grpSpPr>
          <a:xfrm>
            <a:off x="0" y="3141936"/>
            <a:ext cx="5760262" cy="92075"/>
            <a:chOff x="0" y="3141936"/>
            <a:chExt cx="5760262" cy="92075"/>
          </a:xfrm>
        </p:grpSpPr>
        <p:sp>
          <p:nvSpPr>
            <p:cNvPr id="570" name="Google Shape;570;p3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1" name="Google Shape;571;p3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2" name="Google Shape;572;p3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73" name="Google Shape;573;p3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74" name="Google Shape;574;p3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575" name="Google Shape;575;p30"/>
          <p:cNvSpPr txBox="1">
            <a:spLocks noGrp="1"/>
          </p:cNvSpPr>
          <p:nvPr>
            <p:ph type="sldNum" idx="12"/>
          </p:nvPr>
        </p:nvSpPr>
        <p:spPr>
          <a:xfrm>
            <a:off x="4627902" y="3137675"/>
            <a:ext cx="5391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25</a:t>
            </a:fld>
            <a:r>
              <a:rPr lang="en-US"/>
              <a:t> / 100</a:t>
            </a:r>
            <a:endParaRPr/>
          </a:p>
        </p:txBody>
      </p:sp>
      <p:pic>
        <p:nvPicPr>
          <p:cNvPr id="576" name="Google Shape;576;p30"/>
          <p:cNvPicPr preferRelativeResize="0"/>
          <p:nvPr/>
        </p:nvPicPr>
        <p:blipFill>
          <a:blip r:embed="rId4">
            <a:alphaModFix/>
          </a:blip>
          <a:stretch>
            <a:fillRect/>
          </a:stretch>
        </p:blipFill>
        <p:spPr>
          <a:xfrm>
            <a:off x="152400" y="550235"/>
            <a:ext cx="5153716" cy="2435037"/>
          </a:xfrm>
          <a:prstGeom prst="rect">
            <a:avLst/>
          </a:prstGeom>
          <a:noFill/>
          <a:ln>
            <a:noFill/>
          </a:ln>
        </p:spPr>
      </p:pic>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31"/>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dirty="0">
                <a:solidFill>
                  <a:srgbClr val="FFFFFF"/>
                </a:solidFill>
              </a:rPr>
              <a:t>S</a:t>
            </a:r>
            <a:r>
              <a:rPr lang="en-US" cap="small" dirty="0">
                <a:solidFill>
                  <a:srgbClr val="FFFFFF"/>
                </a:solidFill>
              </a:rPr>
              <a:t>tochastic</a:t>
            </a:r>
            <a:r>
              <a:rPr lang="en-US" dirty="0">
                <a:solidFill>
                  <a:srgbClr val="FFFFFF"/>
                </a:solidFill>
              </a:rPr>
              <a:t> G</a:t>
            </a:r>
            <a:r>
              <a:rPr lang="en-US" cap="small" dirty="0">
                <a:solidFill>
                  <a:srgbClr val="FFFFFF"/>
                </a:solidFill>
              </a:rPr>
              <a:t>radient</a:t>
            </a:r>
            <a:r>
              <a:rPr lang="en-US" dirty="0">
                <a:solidFill>
                  <a:srgbClr val="FFFFFF"/>
                </a:solidFill>
              </a:rPr>
              <a:t> D</a:t>
            </a:r>
            <a:r>
              <a:rPr lang="en-US" cap="small" dirty="0">
                <a:solidFill>
                  <a:srgbClr val="FFFFFF"/>
                </a:solidFill>
              </a:rPr>
              <a:t>escent</a:t>
            </a:r>
            <a:r>
              <a:rPr lang="en-US" dirty="0">
                <a:solidFill>
                  <a:srgbClr val="FFFFFF"/>
                </a:solidFill>
              </a:rPr>
              <a:t> (SGD)</a:t>
            </a:r>
            <a:endParaRPr dirty="0"/>
          </a:p>
        </p:txBody>
      </p:sp>
      <p:sp>
        <p:nvSpPr>
          <p:cNvPr id="582" name="Google Shape;582;p31"/>
          <p:cNvSpPr txBox="1"/>
          <p:nvPr/>
        </p:nvSpPr>
        <p:spPr>
          <a:xfrm>
            <a:off x="347294" y="656652"/>
            <a:ext cx="5065395" cy="1014730"/>
          </a:xfrm>
          <a:prstGeom prst="rect">
            <a:avLst/>
          </a:prstGeom>
          <a:noFill/>
          <a:ln>
            <a:noFill/>
          </a:ln>
        </p:spPr>
        <p:txBody>
          <a:bodyPr spcFirstLastPara="1" wrap="square" lIns="0" tIns="35550"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Key Idea:</a:t>
            </a:r>
            <a:endParaRPr sz="1050">
              <a:latin typeface="Arial"/>
              <a:ea typeface="Arial"/>
              <a:cs typeface="Arial"/>
              <a:sym typeface="Arial"/>
            </a:endParaRPr>
          </a:p>
          <a:p>
            <a:pPr marL="12700" marR="5080" lvl="0" indent="0" algn="l" rtl="0">
              <a:lnSpc>
                <a:spcPct val="114700"/>
              </a:lnSpc>
              <a:spcBef>
                <a:spcPts val="0"/>
              </a:spcBef>
              <a:spcAft>
                <a:spcPts val="0"/>
              </a:spcAft>
              <a:buNone/>
            </a:pPr>
            <a:r>
              <a:rPr lang="en-US" sz="1050">
                <a:latin typeface="Arial"/>
                <a:ea typeface="Arial"/>
                <a:cs typeface="Arial"/>
                <a:sym typeface="Arial"/>
              </a:rPr>
              <a:t>Instead of computing gradient over entire dataset, use gradient from a </a:t>
            </a:r>
            <a:r>
              <a:rPr lang="en-US" sz="1050" b="1">
                <a:latin typeface="Arial"/>
                <a:ea typeface="Arial"/>
                <a:cs typeface="Arial"/>
                <a:sym typeface="Arial"/>
              </a:rPr>
              <a:t>single ran- dom example</a:t>
            </a:r>
            <a:r>
              <a:rPr lang="en-US" sz="1050">
                <a:latin typeface="Arial"/>
                <a:ea typeface="Arial"/>
                <a:cs typeface="Arial"/>
                <a:sym typeface="Arial"/>
              </a:rPr>
              <a:t>.</a:t>
            </a:r>
            <a:endParaRPr sz="1050">
              <a:latin typeface="Arial"/>
              <a:ea typeface="Arial"/>
              <a:cs typeface="Arial"/>
              <a:sym typeface="Arial"/>
            </a:endParaRPr>
          </a:p>
          <a:p>
            <a:pPr marL="12700" marR="3914140" lvl="0" indent="0" algn="l" rtl="0">
              <a:lnSpc>
                <a:spcPct val="114700"/>
              </a:lnSpc>
              <a:spcBef>
                <a:spcPts val="565"/>
              </a:spcBef>
              <a:spcAft>
                <a:spcPts val="0"/>
              </a:spcAft>
              <a:buNone/>
            </a:pPr>
            <a:r>
              <a:rPr lang="en-US" sz="1050">
                <a:solidFill>
                  <a:srgbClr val="BF003F"/>
                </a:solidFill>
                <a:latin typeface="Arial"/>
                <a:ea typeface="Arial"/>
                <a:cs typeface="Arial"/>
                <a:sym typeface="Arial"/>
              </a:rPr>
              <a:t>SGD Update Rule: </a:t>
            </a:r>
            <a:r>
              <a:rPr lang="en-US" sz="1050">
                <a:latin typeface="Arial"/>
                <a:ea typeface="Arial"/>
                <a:cs typeface="Arial"/>
                <a:sym typeface="Arial"/>
              </a:rPr>
              <a:t>At iteration </a:t>
            </a:r>
            <a:r>
              <a:rPr lang="en-US" sz="1050" i="1">
                <a:latin typeface="Arial"/>
                <a:ea typeface="Arial"/>
                <a:cs typeface="Arial"/>
                <a:sym typeface="Arial"/>
              </a:rPr>
              <a:t>t </a:t>
            </a:r>
            <a:r>
              <a:rPr lang="en-US" sz="1050">
                <a:latin typeface="Arial"/>
                <a:ea typeface="Arial"/>
                <a:cs typeface="Arial"/>
                <a:sym typeface="Arial"/>
              </a:rPr>
              <a:t>:</a:t>
            </a:r>
            <a:endParaRPr sz="1050">
              <a:latin typeface="Arial"/>
              <a:ea typeface="Arial"/>
              <a:cs typeface="Arial"/>
              <a:sym typeface="Arial"/>
            </a:endParaRPr>
          </a:p>
        </p:txBody>
      </p:sp>
      <p:pic>
        <p:nvPicPr>
          <p:cNvPr id="583" name="Google Shape;583;p31"/>
          <p:cNvPicPr preferRelativeResize="0"/>
          <p:nvPr/>
        </p:nvPicPr>
        <p:blipFill rotWithShape="1">
          <a:blip r:embed="rId3">
            <a:alphaModFix/>
          </a:blip>
          <a:srcRect/>
          <a:stretch/>
        </p:blipFill>
        <p:spPr>
          <a:xfrm>
            <a:off x="456996" y="1749640"/>
            <a:ext cx="121259" cy="121259"/>
          </a:xfrm>
          <a:prstGeom prst="rect">
            <a:avLst/>
          </a:prstGeom>
          <a:noFill/>
          <a:ln>
            <a:noFill/>
          </a:ln>
        </p:spPr>
      </p:pic>
      <p:sp>
        <p:nvSpPr>
          <p:cNvPr id="584" name="Google Shape;584;p31"/>
          <p:cNvSpPr txBox="1"/>
          <p:nvPr/>
        </p:nvSpPr>
        <p:spPr>
          <a:xfrm>
            <a:off x="483946" y="1739790"/>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1</a:t>
            </a:r>
            <a:endParaRPr sz="600">
              <a:latin typeface="Bookman Old Style"/>
              <a:ea typeface="Bookman Old Style"/>
              <a:cs typeface="Bookman Old Style"/>
              <a:sym typeface="Bookman Old Style"/>
            </a:endParaRPr>
          </a:p>
        </p:txBody>
      </p:sp>
      <p:pic>
        <p:nvPicPr>
          <p:cNvPr id="585" name="Google Shape;585;p31"/>
          <p:cNvPicPr preferRelativeResize="0"/>
          <p:nvPr/>
        </p:nvPicPr>
        <p:blipFill rotWithShape="1">
          <a:blip r:embed="rId4">
            <a:alphaModFix/>
          </a:blip>
          <a:srcRect/>
          <a:stretch/>
        </p:blipFill>
        <p:spPr>
          <a:xfrm>
            <a:off x="456996" y="1971052"/>
            <a:ext cx="121259" cy="121259"/>
          </a:xfrm>
          <a:prstGeom prst="rect">
            <a:avLst/>
          </a:prstGeom>
          <a:noFill/>
          <a:ln>
            <a:noFill/>
          </a:ln>
        </p:spPr>
      </p:pic>
      <p:sp>
        <p:nvSpPr>
          <p:cNvPr id="586" name="Google Shape;586;p31"/>
          <p:cNvSpPr txBox="1"/>
          <p:nvPr/>
        </p:nvSpPr>
        <p:spPr>
          <a:xfrm>
            <a:off x="483946" y="1961202"/>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2</a:t>
            </a:r>
            <a:endParaRPr sz="600">
              <a:latin typeface="Bookman Old Style"/>
              <a:ea typeface="Bookman Old Style"/>
              <a:cs typeface="Bookman Old Style"/>
              <a:sym typeface="Bookman Old Style"/>
            </a:endParaRPr>
          </a:p>
        </p:txBody>
      </p:sp>
      <p:pic>
        <p:nvPicPr>
          <p:cNvPr id="587" name="Google Shape;587;p31"/>
          <p:cNvPicPr preferRelativeResize="0"/>
          <p:nvPr/>
        </p:nvPicPr>
        <p:blipFill rotWithShape="1">
          <a:blip r:embed="rId5">
            <a:alphaModFix/>
          </a:blip>
          <a:srcRect/>
          <a:stretch/>
        </p:blipFill>
        <p:spPr>
          <a:xfrm>
            <a:off x="456996" y="2192477"/>
            <a:ext cx="121259" cy="121259"/>
          </a:xfrm>
          <a:prstGeom prst="rect">
            <a:avLst/>
          </a:prstGeom>
          <a:noFill/>
          <a:ln>
            <a:noFill/>
          </a:ln>
        </p:spPr>
      </p:pic>
      <p:sp>
        <p:nvSpPr>
          <p:cNvPr id="588" name="Google Shape;588;p31"/>
          <p:cNvSpPr txBox="1"/>
          <p:nvPr/>
        </p:nvSpPr>
        <p:spPr>
          <a:xfrm>
            <a:off x="483946" y="2182627"/>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3</a:t>
            </a:r>
            <a:endParaRPr sz="600">
              <a:latin typeface="Bookman Old Style"/>
              <a:ea typeface="Bookman Old Style"/>
              <a:cs typeface="Bookman Old Style"/>
              <a:sym typeface="Bookman Old Style"/>
            </a:endParaRPr>
          </a:p>
        </p:txBody>
      </p:sp>
      <p:sp>
        <p:nvSpPr>
          <p:cNvPr id="589" name="Google Shape;589;p31"/>
          <p:cNvSpPr txBox="1"/>
          <p:nvPr/>
        </p:nvSpPr>
        <p:spPr>
          <a:xfrm>
            <a:off x="619226" y="1648993"/>
            <a:ext cx="4708525" cy="690245"/>
          </a:xfrm>
          <a:prstGeom prst="rect">
            <a:avLst/>
          </a:prstGeom>
          <a:noFill/>
          <a:ln>
            <a:noFill/>
          </a:ln>
        </p:spPr>
        <p:txBody>
          <a:bodyPr spcFirstLastPara="1" wrap="square" lIns="0" tIns="51425" rIns="0" bIns="0" anchor="t" anchorCtr="0">
            <a:spAutoFit/>
          </a:bodyPr>
          <a:lstStyle/>
          <a:p>
            <a:pPr marL="38100" lvl="0" indent="0" algn="l" rtl="0">
              <a:lnSpc>
                <a:spcPct val="100000"/>
              </a:lnSpc>
              <a:spcBef>
                <a:spcPts val="0"/>
              </a:spcBef>
              <a:spcAft>
                <a:spcPts val="0"/>
              </a:spcAft>
              <a:buNone/>
            </a:pPr>
            <a:r>
              <a:rPr lang="en-US" sz="1050">
                <a:latin typeface="Arial"/>
                <a:ea typeface="Arial"/>
                <a:cs typeface="Arial"/>
                <a:sym typeface="Arial"/>
              </a:rPr>
              <a:t>Randomly select one example </a:t>
            </a:r>
            <a:r>
              <a:rPr lang="en-US" sz="1200">
                <a:latin typeface="Tahoma"/>
                <a:ea typeface="Tahoma"/>
                <a:cs typeface="Tahoma"/>
                <a:sym typeface="Tahoma"/>
              </a:rPr>
              <a:t>(</a:t>
            </a:r>
            <a:r>
              <a:rPr lang="en-US" sz="1050" b="1">
                <a:latin typeface="Arial"/>
                <a:ea typeface="Arial"/>
                <a:cs typeface="Arial"/>
                <a:sym typeface="Arial"/>
              </a:rPr>
              <a:t>x</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i="1">
                <a:latin typeface="Bookman Old Style"/>
                <a:ea typeface="Bookman Old Style"/>
                <a:cs typeface="Bookman Old Style"/>
                <a:sym typeface="Bookman Old Style"/>
              </a:rPr>
              <a:t>, </a:t>
            </a:r>
            <a:r>
              <a:rPr lang="en-US" sz="1050" i="1">
                <a:latin typeface="Arial"/>
                <a:ea typeface="Arial"/>
                <a:cs typeface="Arial"/>
                <a:sym typeface="Arial"/>
              </a:rPr>
              <a:t>y </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a:latin typeface="Tahoma"/>
                <a:ea typeface="Tahoma"/>
                <a:cs typeface="Tahoma"/>
                <a:sym typeface="Tahoma"/>
              </a:rPr>
              <a:t>)</a:t>
            </a:r>
            <a:endParaRPr sz="1200">
              <a:latin typeface="Tahoma"/>
              <a:ea typeface="Tahoma"/>
              <a:cs typeface="Tahoma"/>
              <a:sym typeface="Tahoma"/>
            </a:endParaRPr>
          </a:p>
          <a:p>
            <a:pPr marL="38100" marR="30480" lvl="0" indent="0" algn="l" rtl="0">
              <a:lnSpc>
                <a:spcPct val="121100"/>
              </a:lnSpc>
              <a:spcBef>
                <a:spcPts val="0"/>
              </a:spcBef>
              <a:spcAft>
                <a:spcPts val="0"/>
              </a:spcAft>
              <a:buNone/>
            </a:pPr>
            <a:r>
              <a:rPr lang="en-US" sz="1050">
                <a:latin typeface="Arial"/>
                <a:ea typeface="Arial"/>
                <a:cs typeface="Arial"/>
                <a:sym typeface="Arial"/>
              </a:rPr>
              <a:t>Compute gradient for this example: </a:t>
            </a:r>
            <a:r>
              <a:rPr lang="en-US" sz="1200">
                <a:latin typeface="Lucida Sans"/>
                <a:ea typeface="Lucida Sans"/>
                <a:cs typeface="Lucida Sans"/>
                <a:sym typeface="Lucida Sans"/>
              </a:rPr>
              <a:t>∇</a:t>
            </a:r>
            <a:r>
              <a:rPr lang="en-US" sz="1200" i="1">
                <a:latin typeface="Bookman Old Style"/>
                <a:ea typeface="Bookman Old Style"/>
                <a:cs typeface="Bookman Old Style"/>
                <a:sym typeface="Bookman Old Style"/>
              </a:rPr>
              <a:t>l</a:t>
            </a:r>
            <a:r>
              <a:rPr lang="en-US" sz="1200">
                <a:latin typeface="Tahoma"/>
                <a:ea typeface="Tahoma"/>
                <a:cs typeface="Tahoma"/>
                <a:sym typeface="Tahoma"/>
              </a:rPr>
              <a:t>(</a:t>
            </a:r>
            <a:r>
              <a:rPr lang="en-US" sz="1050" b="1">
                <a:latin typeface="Arial"/>
                <a:ea typeface="Arial"/>
                <a:cs typeface="Arial"/>
                <a:sym typeface="Arial"/>
              </a:rPr>
              <a:t>w</a:t>
            </a:r>
            <a:r>
              <a:rPr lang="en-US" sz="1200">
                <a:latin typeface="Tahoma"/>
                <a:ea typeface="Tahoma"/>
                <a:cs typeface="Tahoma"/>
                <a:sym typeface="Tahoma"/>
              </a:rPr>
              <a:t>; </a:t>
            </a:r>
            <a:r>
              <a:rPr lang="en-US" sz="1050" b="1">
                <a:latin typeface="Arial"/>
                <a:ea typeface="Arial"/>
                <a:cs typeface="Arial"/>
                <a:sym typeface="Arial"/>
              </a:rPr>
              <a:t>x</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i="1">
                <a:latin typeface="Bookman Old Style"/>
                <a:ea typeface="Bookman Old Style"/>
                <a:cs typeface="Bookman Old Style"/>
                <a:sym typeface="Bookman Old Style"/>
              </a:rPr>
              <a:t>, </a:t>
            </a:r>
            <a:r>
              <a:rPr lang="en-US" sz="1050" i="1">
                <a:latin typeface="Arial"/>
                <a:ea typeface="Arial"/>
                <a:cs typeface="Arial"/>
                <a:sym typeface="Arial"/>
              </a:rPr>
              <a:t>y </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a:latin typeface="Tahoma"/>
                <a:ea typeface="Tahoma"/>
                <a:cs typeface="Tahoma"/>
                <a:sym typeface="Tahoma"/>
              </a:rPr>
              <a:t>) </a:t>
            </a:r>
            <a:r>
              <a:rPr lang="en-US" sz="1050">
                <a:latin typeface="Arial"/>
                <a:ea typeface="Arial"/>
                <a:cs typeface="Arial"/>
                <a:sym typeface="Arial"/>
              </a:rPr>
              <a:t>(noisy gradient estimate) Update weights: </a:t>
            </a:r>
            <a:r>
              <a:rPr lang="en-US" sz="1050" b="1">
                <a:latin typeface="Arial"/>
                <a:ea typeface="Arial"/>
                <a:cs typeface="Arial"/>
                <a:sym typeface="Arial"/>
              </a:rPr>
              <a:t>w</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t </a:t>
            </a:r>
            <a:r>
              <a:rPr lang="en-US" sz="1200" baseline="30000">
                <a:latin typeface="Lucida Sans"/>
                <a:ea typeface="Lucida Sans"/>
                <a:cs typeface="Lucida Sans"/>
                <a:sym typeface="Lucida Sans"/>
              </a:rPr>
              <a:t>+</a:t>
            </a:r>
            <a:r>
              <a:rPr lang="en-US" sz="1050" baseline="30000">
                <a:latin typeface="Arial"/>
                <a:ea typeface="Arial"/>
                <a:cs typeface="Arial"/>
                <a:sym typeface="Arial"/>
              </a:rPr>
              <a:t>1</a:t>
            </a:r>
            <a:r>
              <a:rPr lang="en-US" sz="1200" baseline="30000">
                <a:latin typeface="Lucida Sans"/>
                <a:ea typeface="Lucida Sans"/>
                <a:cs typeface="Lucida Sans"/>
                <a:sym typeface="Lucida Sans"/>
              </a:rPr>
              <a:t>) </a:t>
            </a:r>
            <a:r>
              <a:rPr lang="en-US" sz="1200">
                <a:latin typeface="Tahoma"/>
                <a:ea typeface="Tahoma"/>
                <a:cs typeface="Tahoma"/>
                <a:sym typeface="Tahoma"/>
              </a:rPr>
              <a:t>= </a:t>
            </a:r>
            <a:r>
              <a:rPr lang="en-US" sz="1050" b="1">
                <a:latin typeface="Arial"/>
                <a:ea typeface="Arial"/>
                <a:cs typeface="Arial"/>
                <a:sym typeface="Arial"/>
              </a:rPr>
              <a:t>w</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t </a:t>
            </a:r>
            <a:r>
              <a:rPr lang="en-US" sz="1200" baseline="30000">
                <a:latin typeface="Lucida Sans"/>
                <a:ea typeface="Lucida Sans"/>
                <a:cs typeface="Lucida Sans"/>
                <a:sym typeface="Lucida Sans"/>
              </a:rPr>
              <a:t>) </a:t>
            </a:r>
            <a:r>
              <a:rPr lang="en-US" sz="1200">
                <a:latin typeface="Lucida Sans"/>
                <a:ea typeface="Lucida Sans"/>
                <a:cs typeface="Lucida Sans"/>
                <a:sym typeface="Lucida Sans"/>
              </a:rPr>
              <a:t>− </a:t>
            </a:r>
            <a:r>
              <a:rPr lang="en-US" sz="1200" i="1">
                <a:latin typeface="Bookman Old Style"/>
                <a:ea typeface="Bookman Old Style"/>
                <a:cs typeface="Bookman Old Style"/>
                <a:sym typeface="Bookman Old Style"/>
              </a:rPr>
              <a:t>η</a:t>
            </a:r>
            <a:r>
              <a:rPr lang="en-US" sz="1200">
                <a:latin typeface="Lucida Sans"/>
                <a:ea typeface="Lucida Sans"/>
                <a:cs typeface="Lucida Sans"/>
                <a:sym typeface="Lucida Sans"/>
              </a:rPr>
              <a:t>∇</a:t>
            </a:r>
            <a:r>
              <a:rPr lang="en-US" sz="1200" i="1">
                <a:latin typeface="Bookman Old Style"/>
                <a:ea typeface="Bookman Old Style"/>
                <a:cs typeface="Bookman Old Style"/>
                <a:sym typeface="Bookman Old Style"/>
              </a:rPr>
              <a:t>l</a:t>
            </a:r>
            <a:r>
              <a:rPr lang="en-US" sz="1200">
                <a:latin typeface="Tahoma"/>
                <a:ea typeface="Tahoma"/>
                <a:cs typeface="Tahoma"/>
                <a:sym typeface="Tahoma"/>
              </a:rPr>
              <a:t>(</a:t>
            </a:r>
            <a:r>
              <a:rPr lang="en-US" sz="1050" b="1">
                <a:latin typeface="Arial"/>
                <a:ea typeface="Arial"/>
                <a:cs typeface="Arial"/>
                <a:sym typeface="Arial"/>
              </a:rPr>
              <a:t>w</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t </a:t>
            </a:r>
            <a:r>
              <a:rPr lang="en-US" sz="1200" baseline="30000">
                <a:latin typeface="Lucida Sans"/>
                <a:ea typeface="Lucida Sans"/>
                <a:cs typeface="Lucida Sans"/>
                <a:sym typeface="Lucida Sans"/>
              </a:rPr>
              <a:t>)</a:t>
            </a:r>
            <a:r>
              <a:rPr lang="en-US" sz="1200">
                <a:latin typeface="Tahoma"/>
                <a:ea typeface="Tahoma"/>
                <a:cs typeface="Tahoma"/>
                <a:sym typeface="Tahoma"/>
              </a:rPr>
              <a:t>; </a:t>
            </a:r>
            <a:r>
              <a:rPr lang="en-US" sz="1050" b="1">
                <a:latin typeface="Arial"/>
                <a:ea typeface="Arial"/>
                <a:cs typeface="Arial"/>
                <a:sym typeface="Arial"/>
              </a:rPr>
              <a:t>x</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i="1">
                <a:latin typeface="Bookman Old Style"/>
                <a:ea typeface="Bookman Old Style"/>
                <a:cs typeface="Bookman Old Style"/>
                <a:sym typeface="Bookman Old Style"/>
              </a:rPr>
              <a:t>, </a:t>
            </a:r>
            <a:r>
              <a:rPr lang="en-US" sz="1050" i="1">
                <a:latin typeface="Arial"/>
                <a:ea typeface="Arial"/>
                <a:cs typeface="Arial"/>
                <a:sym typeface="Arial"/>
              </a:rPr>
              <a:t>y </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a:latin typeface="Tahoma"/>
                <a:ea typeface="Tahoma"/>
                <a:cs typeface="Tahoma"/>
                <a:sym typeface="Tahoma"/>
              </a:rPr>
              <a:t>)</a:t>
            </a:r>
            <a:endParaRPr sz="1200">
              <a:latin typeface="Tahoma"/>
              <a:ea typeface="Tahoma"/>
              <a:cs typeface="Tahoma"/>
              <a:sym typeface="Tahoma"/>
            </a:endParaRPr>
          </a:p>
        </p:txBody>
      </p:sp>
      <p:sp>
        <p:nvSpPr>
          <p:cNvPr id="590" name="Google Shape;590;p31"/>
          <p:cNvSpPr txBox="1"/>
          <p:nvPr/>
        </p:nvSpPr>
        <p:spPr>
          <a:xfrm>
            <a:off x="347294" y="2420174"/>
            <a:ext cx="5065395" cy="392430"/>
          </a:xfrm>
          <a:prstGeom prst="rect">
            <a:avLst/>
          </a:prstGeom>
          <a:noFill/>
          <a:ln>
            <a:noFill/>
          </a:ln>
        </p:spPr>
        <p:txBody>
          <a:bodyPr spcFirstLastPara="1" wrap="square" lIns="0" tIns="12050" rIns="0" bIns="0" anchor="t" anchorCtr="0">
            <a:spAutoFit/>
          </a:bodyPr>
          <a:lstStyle/>
          <a:p>
            <a:pPr marL="12700" marR="5080" lvl="0" indent="0" algn="l" rtl="0">
              <a:lnSpc>
                <a:spcPct val="114700"/>
              </a:lnSpc>
              <a:spcBef>
                <a:spcPts val="0"/>
              </a:spcBef>
              <a:spcAft>
                <a:spcPts val="0"/>
              </a:spcAft>
              <a:buNone/>
            </a:pPr>
            <a:r>
              <a:rPr lang="en-US" sz="1050">
                <a:solidFill>
                  <a:srgbClr val="EC2027"/>
                </a:solidFill>
                <a:latin typeface="Arial"/>
                <a:ea typeface="Arial"/>
                <a:cs typeface="Arial"/>
                <a:sym typeface="Arial"/>
              </a:rPr>
              <a:t>The noise in SGD actually helps escape local minima and often leads to better gen- eralization!</a:t>
            </a:r>
            <a:endParaRPr sz="1050">
              <a:latin typeface="Arial"/>
              <a:ea typeface="Arial"/>
              <a:cs typeface="Arial"/>
              <a:sym typeface="Arial"/>
            </a:endParaRPr>
          </a:p>
        </p:txBody>
      </p:sp>
      <p:grpSp>
        <p:nvGrpSpPr>
          <p:cNvPr id="591" name="Google Shape;591;p31"/>
          <p:cNvGrpSpPr/>
          <p:nvPr/>
        </p:nvGrpSpPr>
        <p:grpSpPr>
          <a:xfrm>
            <a:off x="0" y="3141936"/>
            <a:ext cx="5760262" cy="92075"/>
            <a:chOff x="0" y="3141936"/>
            <a:chExt cx="5760262" cy="92075"/>
          </a:xfrm>
        </p:grpSpPr>
        <p:sp>
          <p:nvSpPr>
            <p:cNvPr id="592" name="Google Shape;592;p31"/>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93" name="Google Shape;593;p31"/>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94" name="Google Shape;594;p31"/>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95" name="Google Shape;595;p3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96" name="Google Shape;596;p3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6"/>
              </a:rPr>
              <a:t>D</a:t>
            </a:r>
            <a:r>
              <a:rPr lang="en-US" sz="600" u="sng" cap="small">
                <a:solidFill>
                  <a:schemeClr val="hlink"/>
                </a:solidFill>
                <a:latin typeface="Bookman Old Style"/>
                <a:ea typeface="Bookman Old Style"/>
                <a:cs typeface="Bookman Old Style"/>
                <a:sym typeface="Bookman Old Style"/>
                <a:hlinkClick r:id="rId6"/>
              </a:rPr>
              <a:t>eep</a:t>
            </a:r>
            <a:r>
              <a:rPr lang="en-US" sz="600" u="sng">
                <a:solidFill>
                  <a:schemeClr val="hlink"/>
                </a:solidFill>
                <a:latin typeface="Bookman Old Style"/>
                <a:ea typeface="Bookman Old Style"/>
                <a:cs typeface="Bookman Old Style"/>
                <a:sym typeface="Bookman Old Style"/>
                <a:hlinkClick r:id="rId6"/>
              </a:rPr>
              <a:t> L</a:t>
            </a:r>
            <a:r>
              <a:rPr lang="en-US" sz="600" u="sng" cap="small">
                <a:solidFill>
                  <a:schemeClr val="hlink"/>
                </a:solidFill>
                <a:latin typeface="Bookman Old Style"/>
                <a:ea typeface="Bookman Old Style"/>
                <a:cs typeface="Bookman Old Style"/>
                <a:sym typeface="Bookman Old Style"/>
                <a:hlinkClick r:id="rId6"/>
              </a:rPr>
              <a:t>earning</a:t>
            </a:r>
            <a:endParaRPr sz="600">
              <a:latin typeface="Bookman Old Style"/>
              <a:ea typeface="Bookman Old Style"/>
              <a:cs typeface="Bookman Old Style"/>
              <a:sym typeface="Bookman Old Style"/>
            </a:endParaRPr>
          </a:p>
        </p:txBody>
      </p:sp>
      <p:sp>
        <p:nvSpPr>
          <p:cNvPr id="597" name="Google Shape;597;p31"/>
          <p:cNvSpPr txBox="1">
            <a:spLocks noGrp="1"/>
          </p:cNvSpPr>
          <p:nvPr>
            <p:ph type="sldNum" idx="12"/>
          </p:nvPr>
        </p:nvSpPr>
        <p:spPr>
          <a:xfrm>
            <a:off x="4627902" y="3137675"/>
            <a:ext cx="4782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26</a:t>
            </a:fld>
            <a:r>
              <a:rPr lang="en-US"/>
              <a:t> / 100</a:t>
            </a:r>
            <a:endParaRPr/>
          </a:p>
        </p:txBody>
      </p:sp>
    </p:spTree>
  </p:cSld>
  <p:clrMapOvr>
    <a:masterClrMapping/>
  </p:clrMapOvr>
  <p:transition>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32"/>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omputing</a:t>
            </a:r>
            <a:r>
              <a:rPr lang="en-US">
                <a:solidFill>
                  <a:srgbClr val="FFFFFF"/>
                </a:solidFill>
              </a:rPr>
              <a:t> </a:t>
            </a:r>
            <a:r>
              <a:rPr lang="en-US" cap="small">
                <a:solidFill>
                  <a:srgbClr val="FFFFFF"/>
                </a:solidFill>
              </a:rPr>
              <a:t>the</a:t>
            </a:r>
            <a:r>
              <a:rPr lang="en-US">
                <a:solidFill>
                  <a:srgbClr val="FFFFFF"/>
                </a:solidFill>
              </a:rPr>
              <a:t> G</a:t>
            </a:r>
            <a:r>
              <a:rPr lang="en-US" cap="small">
                <a:solidFill>
                  <a:srgbClr val="FFFFFF"/>
                </a:solidFill>
              </a:rPr>
              <a:t>radient</a:t>
            </a:r>
            <a:r>
              <a:rPr lang="en-US">
                <a:solidFill>
                  <a:srgbClr val="FFFFFF"/>
                </a:solidFill>
              </a:rPr>
              <a:t> </a:t>
            </a:r>
            <a:r>
              <a:rPr lang="en-US" cap="small">
                <a:solidFill>
                  <a:srgbClr val="FFFFFF"/>
                </a:solidFill>
              </a:rPr>
              <a:t>for</a:t>
            </a:r>
            <a:r>
              <a:rPr lang="en-US">
                <a:solidFill>
                  <a:srgbClr val="FFFFFF"/>
                </a:solidFill>
              </a:rPr>
              <a:t> SGD</a:t>
            </a:r>
            <a:endParaRPr/>
          </a:p>
        </p:txBody>
      </p:sp>
      <p:pic>
        <p:nvPicPr>
          <p:cNvPr id="603" name="Google Shape;603;p32"/>
          <p:cNvPicPr preferRelativeResize="0"/>
          <p:nvPr/>
        </p:nvPicPr>
        <p:blipFill>
          <a:blip r:embed="rId3">
            <a:alphaModFix/>
          </a:blip>
          <a:stretch>
            <a:fillRect/>
          </a:stretch>
        </p:blipFill>
        <p:spPr>
          <a:xfrm>
            <a:off x="0" y="446650"/>
            <a:ext cx="5765800" cy="2776301"/>
          </a:xfrm>
          <a:prstGeom prst="rect">
            <a:avLst/>
          </a:prstGeom>
          <a:noFill/>
          <a:ln>
            <a:noFill/>
          </a:ln>
        </p:spPr>
      </p:pic>
    </p:spTree>
  </p:cSld>
  <p:clrMapOvr>
    <a:masterClrMapping/>
  </p:clrMapOvr>
  <p:transition>
    <p:fade thruBlk="1"/>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2020"/>
        <p:cNvGrpSpPr/>
        <p:nvPr/>
      </p:nvGrpSpPr>
      <p:grpSpPr>
        <a:xfrm>
          <a:off x="0" y="0"/>
          <a:ext cx="0" cy="0"/>
          <a:chOff x="0" y="0"/>
          <a:chExt cx="0" cy="0"/>
        </a:xfrm>
      </p:grpSpPr>
      <p:pic>
        <p:nvPicPr>
          <p:cNvPr id="2021" name="Google Shape;2021;p106"/>
          <p:cNvPicPr preferRelativeResize="0"/>
          <p:nvPr/>
        </p:nvPicPr>
        <p:blipFill rotWithShape="1">
          <a:blip r:embed="rId3">
            <a:alphaModFix/>
          </a:blip>
          <a:srcRect/>
          <a:stretch/>
        </p:blipFill>
        <p:spPr>
          <a:xfrm>
            <a:off x="0" y="7"/>
            <a:ext cx="5759866" cy="3239902"/>
          </a:xfrm>
          <a:prstGeom prst="rect">
            <a:avLst/>
          </a:prstGeom>
          <a:noFill/>
          <a:ln>
            <a:noFill/>
          </a:ln>
        </p:spPr>
      </p:pic>
      <p:sp>
        <p:nvSpPr>
          <p:cNvPr id="2022" name="Google Shape;2022;p106"/>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t>R</a:t>
            </a:r>
            <a:r>
              <a:rPr lang="en-US" cap="small"/>
              <a:t>eferences</a:t>
            </a:r>
            <a:endParaRPr/>
          </a:p>
        </p:txBody>
      </p:sp>
      <p:grpSp>
        <p:nvGrpSpPr>
          <p:cNvPr id="2023" name="Google Shape;2023;p106"/>
          <p:cNvGrpSpPr/>
          <p:nvPr/>
        </p:nvGrpSpPr>
        <p:grpSpPr>
          <a:xfrm>
            <a:off x="0" y="748068"/>
            <a:ext cx="5760262" cy="2485943"/>
            <a:chOff x="0" y="748068"/>
            <a:chExt cx="5760262" cy="2485943"/>
          </a:xfrm>
        </p:grpSpPr>
        <p:pic>
          <p:nvPicPr>
            <p:cNvPr id="2024" name="Google Shape;2024;p106"/>
            <p:cNvPicPr preferRelativeResize="0"/>
            <p:nvPr/>
          </p:nvPicPr>
          <p:blipFill rotWithShape="1">
            <a:blip r:embed="rId4">
              <a:alphaModFix/>
            </a:blip>
            <a:srcRect/>
            <a:stretch/>
          </p:blipFill>
          <p:spPr>
            <a:xfrm>
              <a:off x="513702" y="748068"/>
              <a:ext cx="69291" cy="69291"/>
            </a:xfrm>
            <a:prstGeom prst="rect">
              <a:avLst/>
            </a:prstGeom>
            <a:noFill/>
            <a:ln>
              <a:noFill/>
            </a:ln>
          </p:spPr>
        </p:pic>
        <p:pic>
          <p:nvPicPr>
            <p:cNvPr id="2025" name="Google Shape;2025;p106"/>
            <p:cNvPicPr preferRelativeResize="0"/>
            <p:nvPr/>
          </p:nvPicPr>
          <p:blipFill rotWithShape="1">
            <a:blip r:embed="rId5">
              <a:alphaModFix/>
            </a:blip>
            <a:srcRect/>
            <a:stretch/>
          </p:blipFill>
          <p:spPr>
            <a:xfrm>
              <a:off x="513702" y="1336408"/>
              <a:ext cx="69291" cy="69291"/>
            </a:xfrm>
            <a:prstGeom prst="rect">
              <a:avLst/>
            </a:prstGeom>
            <a:noFill/>
            <a:ln>
              <a:noFill/>
            </a:ln>
          </p:spPr>
        </p:pic>
        <p:pic>
          <p:nvPicPr>
            <p:cNvPr id="2026" name="Google Shape;2026;p106"/>
            <p:cNvPicPr preferRelativeResize="0"/>
            <p:nvPr/>
          </p:nvPicPr>
          <p:blipFill rotWithShape="1">
            <a:blip r:embed="rId6">
              <a:alphaModFix/>
            </a:blip>
            <a:srcRect/>
            <a:stretch/>
          </p:blipFill>
          <p:spPr>
            <a:xfrm>
              <a:off x="513702" y="1924748"/>
              <a:ext cx="69291" cy="69291"/>
            </a:xfrm>
            <a:prstGeom prst="rect">
              <a:avLst/>
            </a:prstGeom>
            <a:noFill/>
            <a:ln>
              <a:noFill/>
            </a:ln>
          </p:spPr>
        </p:pic>
        <p:pic>
          <p:nvPicPr>
            <p:cNvPr id="2027" name="Google Shape;2027;p106"/>
            <p:cNvPicPr preferRelativeResize="0"/>
            <p:nvPr/>
          </p:nvPicPr>
          <p:blipFill rotWithShape="1">
            <a:blip r:embed="rId7">
              <a:alphaModFix/>
            </a:blip>
            <a:srcRect/>
            <a:stretch/>
          </p:blipFill>
          <p:spPr>
            <a:xfrm>
              <a:off x="513702" y="2329637"/>
              <a:ext cx="69291" cy="69291"/>
            </a:xfrm>
            <a:prstGeom prst="rect">
              <a:avLst/>
            </a:prstGeom>
            <a:noFill/>
            <a:ln>
              <a:noFill/>
            </a:ln>
          </p:spPr>
        </p:pic>
        <p:sp>
          <p:nvSpPr>
            <p:cNvPr id="2028" name="Google Shape;2028;p10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29" name="Google Shape;2029;p10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30" name="Google Shape;2030;p10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031" name="Google Shape;2031;p106"/>
          <p:cNvSpPr txBox="1"/>
          <p:nvPr/>
        </p:nvSpPr>
        <p:spPr>
          <a:xfrm>
            <a:off x="644626" y="651051"/>
            <a:ext cx="4724400" cy="2160905"/>
          </a:xfrm>
          <a:prstGeom prst="rect">
            <a:avLst/>
          </a:prstGeom>
          <a:noFill/>
          <a:ln>
            <a:noFill/>
          </a:ln>
        </p:spPr>
        <p:txBody>
          <a:bodyPr spcFirstLastPara="1" wrap="square" lIns="0" tIns="21575" rIns="0" bIns="0" anchor="t" anchorCtr="0">
            <a:spAutoFit/>
          </a:bodyPr>
          <a:lstStyle/>
          <a:p>
            <a:pPr marL="12700" marR="5080" lvl="0" indent="0" algn="l" rtl="0">
              <a:lnSpc>
                <a:spcPct val="108700"/>
              </a:lnSpc>
              <a:spcBef>
                <a:spcPts val="0"/>
              </a:spcBef>
              <a:spcAft>
                <a:spcPts val="0"/>
              </a:spcAft>
              <a:buNone/>
            </a:pPr>
            <a:r>
              <a:rPr lang="en-US" sz="1050">
                <a:latin typeface="Arial"/>
                <a:ea typeface="Arial"/>
                <a:cs typeface="Arial"/>
                <a:sym typeface="Arial"/>
              </a:rPr>
              <a:t>Zhang, A., Lipton, Z. C., Li, M., &amp; Smola, A. J. (2023). </a:t>
            </a:r>
            <a:r>
              <a:rPr lang="en-US" sz="1050" i="1">
                <a:latin typeface="Arial"/>
                <a:ea typeface="Arial"/>
                <a:cs typeface="Arial"/>
                <a:sym typeface="Arial"/>
              </a:rPr>
              <a:t>Dive into Deep Learning</a:t>
            </a:r>
            <a:r>
              <a:rPr lang="en-US" sz="1050">
                <a:latin typeface="Arial"/>
                <a:ea typeface="Arial"/>
                <a:cs typeface="Arial"/>
                <a:sym typeface="Arial"/>
              </a:rPr>
              <a:t>. Cambridge University Press. Chapter 4 (Linear Neural Networks for Classification). </a:t>
            </a:r>
            <a:r>
              <a:rPr lang="en-US" sz="1200" u="sng">
                <a:solidFill>
                  <a:schemeClr val="hlink"/>
                </a:solidFill>
                <a:latin typeface="Cambria"/>
                <a:ea typeface="Cambria"/>
                <a:cs typeface="Cambria"/>
                <a:sym typeface="Cambria"/>
                <a:hlinkClick r:id="rId8"/>
              </a:rPr>
              <a:t>https://d2l.ai/</a:t>
            </a:r>
            <a:endParaRPr sz="1200">
              <a:latin typeface="Cambria"/>
              <a:ea typeface="Cambria"/>
              <a:cs typeface="Cambria"/>
              <a:sym typeface="Cambria"/>
            </a:endParaRPr>
          </a:p>
          <a:p>
            <a:pPr marL="12700" marR="95885" lvl="0" indent="0" algn="l" rtl="0">
              <a:lnSpc>
                <a:spcPct val="108700"/>
              </a:lnSpc>
              <a:spcBef>
                <a:spcPts val="340"/>
              </a:spcBef>
              <a:spcAft>
                <a:spcPts val="0"/>
              </a:spcAft>
              <a:buNone/>
            </a:pPr>
            <a:r>
              <a:rPr lang="en-US" sz="1050">
                <a:latin typeface="Arial"/>
                <a:ea typeface="Arial"/>
                <a:cs typeface="Arial"/>
                <a:sym typeface="Arial"/>
              </a:rPr>
              <a:t>Goodfellow, I., Bengio, Y., &amp; Courville, A. (2016). </a:t>
            </a:r>
            <a:r>
              <a:rPr lang="en-US" sz="1050" i="1">
                <a:latin typeface="Arial"/>
                <a:ea typeface="Arial"/>
                <a:cs typeface="Arial"/>
                <a:sym typeface="Arial"/>
              </a:rPr>
              <a:t>Deep Learning</a:t>
            </a:r>
            <a:r>
              <a:rPr lang="en-US" sz="1050">
                <a:latin typeface="Arial"/>
                <a:ea typeface="Arial"/>
                <a:cs typeface="Arial"/>
                <a:sym typeface="Arial"/>
              </a:rPr>
              <a:t>. MIT Press. Chapter 6 (Deep Feedforward Networks). </a:t>
            </a:r>
            <a:r>
              <a:rPr lang="en-US" sz="1200" u="sng">
                <a:solidFill>
                  <a:schemeClr val="hlink"/>
                </a:solidFill>
                <a:latin typeface="Cambria"/>
                <a:ea typeface="Cambria"/>
                <a:cs typeface="Cambria"/>
                <a:sym typeface="Cambria"/>
                <a:hlinkClick r:id="rId9"/>
              </a:rPr>
              <a:t>https://www.deeplearningbook.org/</a:t>
            </a:r>
            <a:endParaRPr sz="1200">
              <a:latin typeface="Cambria"/>
              <a:ea typeface="Cambria"/>
              <a:cs typeface="Cambria"/>
              <a:sym typeface="Cambria"/>
            </a:endParaRPr>
          </a:p>
          <a:p>
            <a:pPr marL="12700" marR="148590" lvl="0" indent="0" algn="l" rtl="0">
              <a:lnSpc>
                <a:spcPct val="114700"/>
              </a:lnSpc>
              <a:spcBef>
                <a:spcPts val="270"/>
              </a:spcBef>
              <a:spcAft>
                <a:spcPts val="0"/>
              </a:spcAft>
              <a:buNone/>
            </a:pPr>
            <a:r>
              <a:rPr lang="en-US" sz="1050">
                <a:latin typeface="Arial"/>
                <a:ea typeface="Arial"/>
                <a:cs typeface="Arial"/>
                <a:sym typeface="Arial"/>
              </a:rPr>
              <a:t>Bishop, C. M. (2006). </a:t>
            </a:r>
            <a:r>
              <a:rPr lang="en-US" sz="1050" i="1">
                <a:latin typeface="Arial"/>
                <a:ea typeface="Arial"/>
                <a:cs typeface="Arial"/>
                <a:sym typeface="Arial"/>
              </a:rPr>
              <a:t>Pattern Recognition and Machine Learning</a:t>
            </a:r>
            <a:r>
              <a:rPr lang="en-US" sz="1050">
                <a:latin typeface="Arial"/>
                <a:ea typeface="Arial"/>
                <a:cs typeface="Arial"/>
                <a:sym typeface="Arial"/>
              </a:rPr>
              <a:t>. Springer. Chapter 4 (Linear Models for Classification).</a:t>
            </a:r>
            <a:endParaRPr sz="1050">
              <a:latin typeface="Arial"/>
              <a:ea typeface="Arial"/>
              <a:cs typeface="Arial"/>
              <a:sym typeface="Arial"/>
            </a:endParaRPr>
          </a:p>
          <a:p>
            <a:pPr marL="12700" marR="207645" lvl="0" indent="0" algn="l" rtl="0">
              <a:lnSpc>
                <a:spcPct val="108700"/>
              </a:lnSpc>
              <a:spcBef>
                <a:spcPts val="375"/>
              </a:spcBef>
              <a:spcAft>
                <a:spcPts val="0"/>
              </a:spcAft>
              <a:buNone/>
            </a:pPr>
            <a:r>
              <a:rPr lang="en-US" sz="1050">
                <a:latin typeface="Arial"/>
                <a:ea typeface="Arial"/>
                <a:cs typeface="Arial"/>
                <a:sym typeface="Arial"/>
              </a:rPr>
              <a:t>Murphy, K. P. (2022). </a:t>
            </a:r>
            <a:r>
              <a:rPr lang="en-US" sz="1050" i="1">
                <a:latin typeface="Arial"/>
                <a:ea typeface="Arial"/>
                <a:cs typeface="Arial"/>
                <a:sym typeface="Arial"/>
              </a:rPr>
              <a:t>Probabilistic Machine Learning: An Introduction</a:t>
            </a:r>
            <a:r>
              <a:rPr lang="en-US" sz="1050">
                <a:latin typeface="Arial"/>
                <a:ea typeface="Arial"/>
                <a:cs typeface="Arial"/>
                <a:sym typeface="Arial"/>
              </a:rPr>
              <a:t>. MIT Press. Chapter 10 (Logistic Regression). </a:t>
            </a:r>
            <a:r>
              <a:rPr lang="en-US" sz="1200" u="sng">
                <a:solidFill>
                  <a:schemeClr val="hlink"/>
                </a:solidFill>
                <a:latin typeface="Cambria"/>
                <a:ea typeface="Cambria"/>
                <a:cs typeface="Cambria"/>
                <a:sym typeface="Cambria"/>
                <a:hlinkClick r:id="rId10"/>
              </a:rPr>
              <a:t>https://probml.github.io/pml-book/</a:t>
            </a:r>
            <a:endParaRPr sz="1200">
              <a:latin typeface="Cambria"/>
              <a:ea typeface="Cambria"/>
              <a:cs typeface="Cambria"/>
              <a:sym typeface="Cambria"/>
            </a:endParaRPr>
          </a:p>
        </p:txBody>
      </p:sp>
      <p:sp>
        <p:nvSpPr>
          <p:cNvPr id="2032" name="Google Shape;2032;p10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033" name="Google Shape;2033;p10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11"/>
              </a:rPr>
              <a:t>D</a:t>
            </a:r>
            <a:r>
              <a:rPr lang="en-US" sz="600" u="sng" cap="small">
                <a:solidFill>
                  <a:schemeClr val="hlink"/>
                </a:solidFill>
                <a:latin typeface="Bookman Old Style"/>
                <a:ea typeface="Bookman Old Style"/>
                <a:cs typeface="Bookman Old Style"/>
                <a:sym typeface="Bookman Old Style"/>
                <a:hlinkClick r:id="rId11"/>
              </a:rPr>
              <a:t>eep</a:t>
            </a:r>
            <a:r>
              <a:rPr lang="en-US" sz="600" u="sng">
                <a:solidFill>
                  <a:schemeClr val="hlink"/>
                </a:solidFill>
                <a:latin typeface="Bookman Old Style"/>
                <a:ea typeface="Bookman Old Style"/>
                <a:cs typeface="Bookman Old Style"/>
                <a:sym typeface="Bookman Old Style"/>
                <a:hlinkClick r:id="rId11"/>
              </a:rPr>
              <a:t> L</a:t>
            </a:r>
            <a:r>
              <a:rPr lang="en-US" sz="600" u="sng" cap="small">
                <a:solidFill>
                  <a:schemeClr val="hlink"/>
                </a:solidFill>
                <a:latin typeface="Bookman Old Style"/>
                <a:ea typeface="Bookman Old Style"/>
                <a:cs typeface="Bookman Old Style"/>
                <a:sym typeface="Bookman Old Style"/>
                <a:hlinkClick r:id="rId11"/>
              </a:rPr>
              <a:t>earning</a:t>
            </a:r>
            <a:endParaRPr sz="600">
              <a:latin typeface="Bookman Old Style"/>
              <a:ea typeface="Bookman Old Style"/>
              <a:cs typeface="Bookman Old Style"/>
              <a:sym typeface="Bookman Old Style"/>
            </a:endParaRPr>
          </a:p>
        </p:txBody>
      </p:sp>
      <p:sp>
        <p:nvSpPr>
          <p:cNvPr id="2034" name="Google Shape;2034;p106"/>
          <p:cNvSpPr txBox="1">
            <a:spLocks noGrp="1"/>
          </p:cNvSpPr>
          <p:nvPr>
            <p:ph type="sldNum" idx="12"/>
          </p:nvPr>
        </p:nvSpPr>
        <p:spPr>
          <a:xfrm>
            <a:off x="4627900" y="3137675"/>
            <a:ext cx="5955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r>
              <a:rPr lang="en-US"/>
              <a:t>100/100</a:t>
            </a:r>
            <a:endParaRPr/>
          </a:p>
        </p:txBody>
      </p:sp>
    </p:spTree>
  </p:cSld>
  <p:clrMapOvr>
    <a:masterClrMapping/>
  </p:clrMapOvr>
  <p:transition>
    <p:fade thruBlk="1"/>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3247868A9EF043AAFD763B509A33CB" ma:contentTypeVersion="32" ma:contentTypeDescription="Create a new document." ma:contentTypeScope="" ma:versionID="49e29cc773250fb22efa7541fc8a4712">
  <xsd:schema xmlns:xsd="http://www.w3.org/2001/XMLSchema" xmlns:xs="http://www.w3.org/2001/XMLSchema" xmlns:p="http://schemas.microsoft.com/office/2006/metadata/properties" xmlns:ns2="921d7e3d-ccf6-4c0a-83b2-6e8132303dda" xmlns:ns3="9e209dda-a78e-49a0-9b2f-f7ca81c34b7c" targetNamespace="http://schemas.microsoft.com/office/2006/metadata/properties" ma:root="true" ma:fieldsID="8e323d0c1f05f1d80d7a271d7d64525c" ns2:_="" ns3:_="">
    <xsd:import namespace="921d7e3d-ccf6-4c0a-83b2-6e8132303dda"/>
    <xsd:import namespace="9e209dda-a78e-49a0-9b2f-f7ca81c34b7c"/>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1d7e3d-ccf6-4c0a-83b2-6e8132303dda"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e209dda-a78e-49a0-9b2f-f7ca81c34b7c"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a0018add-e23d-4441-b071-bb6fc52e56ca}" ma:internalName="TaxCatchAll" ma:showField="CatchAllData" ma:web="9e209dda-a78e-49a0-9b2f-f7ca81c34b7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elf_Registration_Enabled xmlns="921d7e3d-ccf6-4c0a-83b2-6e8132303dda" xsi:nil="true"/>
    <DefaultSectionNames xmlns="921d7e3d-ccf6-4c0a-83b2-6e8132303dda" xsi:nil="true"/>
    <Is_Collaboration_Space_Locked xmlns="921d7e3d-ccf6-4c0a-83b2-6e8132303dda" xsi:nil="true"/>
    <Teams_Channel_Section_Location xmlns="921d7e3d-ccf6-4c0a-83b2-6e8132303dda" xsi:nil="true"/>
    <AppVersion xmlns="921d7e3d-ccf6-4c0a-83b2-6e8132303dda" xsi:nil="true"/>
    <LMS_Mappings xmlns="921d7e3d-ccf6-4c0a-83b2-6e8132303dda" xsi:nil="true"/>
    <Invited_Students xmlns="921d7e3d-ccf6-4c0a-83b2-6e8132303dda" xsi:nil="true"/>
    <Math_Settings xmlns="921d7e3d-ccf6-4c0a-83b2-6e8132303dda" xsi:nil="true"/>
    <Templates xmlns="921d7e3d-ccf6-4c0a-83b2-6e8132303dda" xsi:nil="true"/>
    <FolderType xmlns="921d7e3d-ccf6-4c0a-83b2-6e8132303dda" xsi:nil="true"/>
    <Owner xmlns="921d7e3d-ccf6-4c0a-83b2-6e8132303dda">
      <UserInfo>
        <DisplayName/>
        <AccountId xsi:nil="true"/>
        <AccountType/>
      </UserInfo>
    </Owner>
    <Teachers xmlns="921d7e3d-ccf6-4c0a-83b2-6e8132303dda">
      <UserInfo>
        <DisplayName/>
        <AccountId xsi:nil="true"/>
        <AccountType/>
      </UserInfo>
    </Teachers>
    <Students xmlns="921d7e3d-ccf6-4c0a-83b2-6e8132303dda">
      <UserInfo>
        <DisplayName/>
        <AccountId xsi:nil="true"/>
        <AccountType/>
      </UserInfo>
    </Students>
    <Student_Groups xmlns="921d7e3d-ccf6-4c0a-83b2-6e8132303dda">
      <UserInfo>
        <DisplayName/>
        <AccountId xsi:nil="true"/>
        <AccountType/>
      </UserInfo>
    </Student_Groups>
    <Distribution_Groups xmlns="921d7e3d-ccf6-4c0a-83b2-6e8132303dda" xsi:nil="true"/>
    <TeamsChannelId xmlns="921d7e3d-ccf6-4c0a-83b2-6e8132303dda" xsi:nil="true"/>
    <IsNotebookLocked xmlns="921d7e3d-ccf6-4c0a-83b2-6e8132303dda" xsi:nil="true"/>
    <NotebookType xmlns="921d7e3d-ccf6-4c0a-83b2-6e8132303dda" xsi:nil="true"/>
    <CultureName xmlns="921d7e3d-ccf6-4c0a-83b2-6e8132303dda" xsi:nil="true"/>
    <Invited_Teachers xmlns="921d7e3d-ccf6-4c0a-83b2-6e8132303dda" xsi:nil="true"/>
    <Has_Teacher_Only_SectionGroup xmlns="921d7e3d-ccf6-4c0a-83b2-6e8132303dda" xsi:nil="true"/>
    <lcf76f155ced4ddcb4097134ff3c332f xmlns="921d7e3d-ccf6-4c0a-83b2-6e8132303dda">
      <Terms xmlns="http://schemas.microsoft.com/office/infopath/2007/PartnerControls"/>
    </lcf76f155ced4ddcb4097134ff3c332f>
    <TaxCatchAll xmlns="9e209dda-a78e-49a0-9b2f-f7ca81c34b7c" xsi:nil="true"/>
  </documentManagement>
</p:properties>
</file>

<file path=customXml/itemProps1.xml><?xml version="1.0" encoding="utf-8"?>
<ds:datastoreItem xmlns:ds="http://schemas.openxmlformats.org/officeDocument/2006/customXml" ds:itemID="{6B515926-CAB1-45BE-BD48-4953E3762F5D}"/>
</file>

<file path=customXml/itemProps2.xml><?xml version="1.0" encoding="utf-8"?>
<ds:datastoreItem xmlns:ds="http://schemas.openxmlformats.org/officeDocument/2006/customXml" ds:itemID="{076313EC-60CF-438B-A839-D518744BAB5D}"/>
</file>

<file path=customXml/itemProps3.xml><?xml version="1.0" encoding="utf-8"?>
<ds:datastoreItem xmlns:ds="http://schemas.openxmlformats.org/officeDocument/2006/customXml" ds:itemID="{EF5C81C3-7080-48D6-A7FC-D5B83FA14417}"/>
</file>

<file path=docMetadata/LabelInfo.xml><?xml version="1.0" encoding="utf-8"?>
<clbl:labelList xmlns:clbl="http://schemas.microsoft.com/office/2020/mipLabelMetadata">
  <clbl:label id="{87ba5c36-b7cf-4793-bbc2-bd5b3a9f95ca}"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248</TotalTime>
  <Words>1650</Words>
  <Application>Microsoft Office PowerPoint</Application>
  <PresentationFormat>Custom</PresentationFormat>
  <Paragraphs>307</Paragraphs>
  <Slides>28</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Bookman Old Style</vt:lpstr>
      <vt:lpstr>Verdana</vt:lpstr>
      <vt:lpstr>Tahoma</vt:lpstr>
      <vt:lpstr>Cambria</vt:lpstr>
      <vt:lpstr>Arial</vt:lpstr>
      <vt:lpstr>Google Sans</vt:lpstr>
      <vt:lpstr>Lucida Sans</vt:lpstr>
      <vt:lpstr>Office Theme</vt:lpstr>
      <vt:lpstr>PowerPoint Presentation</vt:lpstr>
      <vt:lpstr>PowerPoint Presentation</vt:lpstr>
      <vt:lpstr>Table of Contents</vt:lpstr>
      <vt:lpstr>What is Classification?</vt:lpstr>
      <vt:lpstr>Examples of Classification Problems</vt:lpstr>
      <vt:lpstr>Types of Classification</vt:lpstr>
      <vt:lpstr>Table of Contents</vt:lpstr>
      <vt:lpstr>Binary Classification Problem</vt:lpstr>
      <vt:lpstr>Binary Classification:  Visual Example</vt:lpstr>
      <vt:lpstr>Why Not Use Linear Regression?</vt:lpstr>
      <vt:lpstr>Table of Contents</vt:lpstr>
      <vt:lpstr>What is Logistic Regression?</vt:lpstr>
      <vt:lpstr>The Sigmoid Activation Function</vt:lpstr>
      <vt:lpstr>Properties of Sigmoid Function</vt:lpstr>
      <vt:lpstr>Table of Contents</vt:lpstr>
      <vt:lpstr>The Four Components</vt:lpstr>
      <vt:lpstr>Matrix Form of Data</vt:lpstr>
      <vt:lpstr>Logistic Regression as a Single Neuron</vt:lpstr>
      <vt:lpstr>Model Prediction</vt:lpstr>
      <vt:lpstr>Making Predictions</vt:lpstr>
      <vt:lpstr>Binary Cross-Entropy Loss</vt:lpstr>
      <vt:lpstr>Total Loss Function</vt:lpstr>
      <vt:lpstr>Why Cross-Entropy Loss?</vt:lpstr>
      <vt:lpstr>PowerPoint Presentation</vt:lpstr>
      <vt:lpstr>From Batch to Stochastic Gradient Descent</vt:lpstr>
      <vt:lpstr>Stochastic Gradient Descent (SGD)</vt:lpstr>
      <vt:lpstr>Computing the Gradient for SGD</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Aakash Goel (DSAI)</cp:lastModifiedBy>
  <cp:revision>4</cp:revision>
  <dcterms:modified xsi:type="dcterms:W3CDTF">2026-02-27T16:33:38Z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0x010100483247868A9EF043AAFD763B509A33CB</vt:lpwstr>
  </property>
</Properties>
</file>