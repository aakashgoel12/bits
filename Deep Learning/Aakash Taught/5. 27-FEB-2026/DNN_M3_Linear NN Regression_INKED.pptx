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ink/ink1.xml" ContentType="application/inkml+xml"/>
  <Override PartName="/ppt/notesSlides/notesSlide6.xml" ContentType="application/vnd.openxmlformats-officedocument.presentationml.notesSlide+xml"/>
  <Override PartName="/ppt/ink/ink2.xml" ContentType="application/inkml+xml"/>
  <Override PartName="/ppt/ink/ink3.xml" ContentType="application/inkml+xml"/>
  <Override PartName="/ppt/notesSlides/notesSlide7.xml" ContentType="application/vnd.openxmlformats-officedocument.presentationml.notesSlide+xml"/>
  <Override PartName="/ppt/ink/ink4.xml" ContentType="application/inkml+xml"/>
  <Override PartName="/ppt/notesSlides/notesSlide8.xml" ContentType="application/vnd.openxmlformats-officedocument.presentationml.notesSlide+xml"/>
  <Override PartName="/ppt/ink/ink5.xml" ContentType="application/inkml+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ink/ink6.xml" ContentType="application/inkml+xml"/>
  <Override PartName="/ppt/notesSlides/notesSlide12.xml" ContentType="application/vnd.openxmlformats-officedocument.presentationml.notesSlide+xml"/>
  <Override PartName="/ppt/ink/ink7.xml" ContentType="application/inkml+xml"/>
  <Override PartName="/ppt/notesSlides/notesSlide13.xml" ContentType="application/vnd.openxmlformats-officedocument.presentationml.notesSlide+xml"/>
  <Override PartName="/ppt/ink/ink8.xml" ContentType="application/inkml+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ink/ink9.xml" ContentType="application/inkml+xml"/>
  <Override PartName="/ppt/notesSlides/notesSlide17.xml" ContentType="application/vnd.openxmlformats-officedocument.presentationml.notesSlide+xml"/>
  <Override PartName="/ppt/ink/ink10.xml" ContentType="application/inkml+xml"/>
  <Override PartName="/ppt/notesSlides/notesSlide18.xml" ContentType="application/vnd.openxmlformats-officedocument.presentationml.notesSlide+xml"/>
  <Override PartName="/ppt/ink/ink11.xml" ContentType="application/inkml+xml"/>
  <Override PartName="/ppt/ink/ink12.xml" ContentType="application/inkml+xml"/>
  <Override PartName="/ppt/ink/ink13.xml" ContentType="application/inkml+xml"/>
  <Override PartName="/ppt/ink/ink14.xml" ContentType="application/inkml+xml"/>
  <Override PartName="/ppt/notesSlides/notesSlide19.xml" ContentType="application/vnd.openxmlformats-officedocument.presentationml.notesSlide+xml"/>
  <Override PartName="/ppt/ink/ink15.xml" ContentType="application/inkml+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3" r:id="rId1"/>
  </p:sldMasterIdLst>
  <p:notesMasterIdLst>
    <p:notesMasterId r:id="rId29"/>
  </p:notesMasterIdLst>
  <p:sldIdLst>
    <p:sldId id="256" r:id="rId2"/>
    <p:sldId id="257" r:id="rId3"/>
    <p:sldId id="258" r:id="rId4"/>
    <p:sldId id="280" r:id="rId5"/>
    <p:sldId id="281" r:id="rId6"/>
    <p:sldId id="282" r:id="rId7"/>
    <p:sldId id="302" r:id="rId8"/>
    <p:sldId id="283" r:id="rId9"/>
    <p:sldId id="284" r:id="rId10"/>
    <p:sldId id="285" r:id="rId11"/>
    <p:sldId id="287" r:id="rId12"/>
    <p:sldId id="288" r:id="rId13"/>
    <p:sldId id="289" r:id="rId14"/>
    <p:sldId id="290" r:id="rId15"/>
    <p:sldId id="291" r:id="rId16"/>
    <p:sldId id="292" r:id="rId17"/>
    <p:sldId id="293" r:id="rId18"/>
    <p:sldId id="294" r:id="rId19"/>
    <p:sldId id="295" r:id="rId20"/>
    <p:sldId id="303" r:id="rId21"/>
    <p:sldId id="304" r:id="rId22"/>
    <p:sldId id="305" r:id="rId23"/>
    <p:sldId id="296" r:id="rId24"/>
    <p:sldId id="297" r:id="rId25"/>
    <p:sldId id="298" r:id="rId26"/>
    <p:sldId id="299" r:id="rId27"/>
    <p:sldId id="301" r:id="rId28"/>
  </p:sldIdLst>
  <p:sldSz cx="5765800" cy="3244850"/>
  <p:notesSz cx="5765800" cy="3244850"/>
  <p:embeddedFontLst>
    <p:embeddedFont>
      <p:font typeface="Cambria" panose="02040503050406030204" pitchFamily="18" charset="0"/>
      <p:regular r:id="rId30"/>
      <p:bold r:id="rId31"/>
      <p:italic r:id="rId32"/>
      <p:boldItalic r:id="rId33"/>
    </p:embeddedFont>
    <p:embeddedFont>
      <p:font typeface="Cambria Math" panose="02040503050406030204" pitchFamily="18" charset="0"/>
      <p:regular r:id="rId34"/>
    </p:embeddedFont>
    <p:embeddedFont>
      <p:font typeface="Georgia" panose="02040502050405020303" pitchFamily="18" charset="0"/>
      <p:regular r:id="rId35"/>
      <p:bold r:id="rId36"/>
      <p:italic r:id="rId37"/>
      <p:boldItalic r:id="rId38"/>
    </p:embeddedFont>
    <p:embeddedFont>
      <p:font typeface="Lucida Sans" panose="020B0602030504020204" pitchFamily="34" charset="0"/>
      <p:regular r:id="rId39"/>
      <p:bold r:id="rId40"/>
      <p:italic r:id="rId41"/>
      <p:boldItalic r:id="rId42"/>
    </p:embeddedFont>
    <p:embeddedFont>
      <p:font typeface="Segoe UI" panose="020B0502040204020203" pitchFamily="34" charset="0"/>
      <p:regular r:id="rId43"/>
      <p:bold r:id="rId44"/>
      <p:italic r:id="rId45"/>
      <p:boldItalic r:id="rId46"/>
    </p:embeddedFont>
    <p:embeddedFont>
      <p:font typeface="Tahoma" panose="020B0604030504040204" pitchFamily="34" charset="0"/>
      <p:regular r:id="rId47"/>
      <p:bold r:id="rId48"/>
    </p:embeddedFont>
    <p:embeddedFont>
      <p:font typeface="Verdana" panose="020B0604030504040204" pitchFamily="34" charset="0"/>
      <p:regular r:id="rId49"/>
      <p:bold r:id="rId50"/>
      <p:italic r:id="rId51"/>
      <p:boldItalic r:id="rId5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880">
          <p15:clr>
            <a:srgbClr val="000000"/>
          </p15:clr>
        </p15:guide>
        <p15:guide id="2" pos="216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25CBA27-72C7-434D-87B0-B6F36C1D0E5A}">
  <a:tblStyle styleId="{B25CBA27-72C7-434D-87B0-B6F36C1D0E5A}" styleName="Table_0">
    <a:wholeTbl>
      <a:tcTxStyle b="off" i="off">
        <a:font>
          <a:latin typeface="Calibri"/>
          <a:ea typeface="Calibri"/>
          <a:cs typeface="Calibri"/>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5696" autoAdjust="0"/>
  </p:normalViewPr>
  <p:slideViewPr>
    <p:cSldViewPr snapToGrid="0">
      <p:cViewPr varScale="1">
        <p:scale>
          <a:sx n="196" d="100"/>
          <a:sy n="196" d="100"/>
        </p:scale>
        <p:origin x="269" y="115"/>
      </p:cViewPr>
      <p:guideLst>
        <p:guide orient="horz" pos="2880"/>
        <p:guide pos="21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0.fntdata"/><Relationship Id="rId21" Type="http://schemas.openxmlformats.org/officeDocument/2006/relationships/slide" Target="slides/slide20.xml"/><Relationship Id="rId34" Type="http://schemas.openxmlformats.org/officeDocument/2006/relationships/font" Target="fonts/font5.fntdata"/><Relationship Id="rId42" Type="http://schemas.openxmlformats.org/officeDocument/2006/relationships/font" Target="fonts/font13.fntdata"/><Relationship Id="rId47" Type="http://schemas.openxmlformats.org/officeDocument/2006/relationships/font" Target="fonts/font18.fntdata"/><Relationship Id="rId50" Type="http://schemas.openxmlformats.org/officeDocument/2006/relationships/font" Target="fonts/font21.fntdata"/><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notesMaster" Target="notesMasters/notesMaster1.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3.fntdata"/><Relationship Id="rId37" Type="http://schemas.openxmlformats.org/officeDocument/2006/relationships/font" Target="fonts/font8.fntdata"/><Relationship Id="rId40" Type="http://schemas.openxmlformats.org/officeDocument/2006/relationships/font" Target="fonts/font11.fntdata"/><Relationship Id="rId45" Type="http://schemas.openxmlformats.org/officeDocument/2006/relationships/font" Target="fonts/font16.fntdata"/><Relationship Id="rId53"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2.fntdata"/><Relationship Id="rId44" Type="http://schemas.openxmlformats.org/officeDocument/2006/relationships/font" Target="fonts/font15.fntdata"/><Relationship Id="rId52" Type="http://schemas.openxmlformats.org/officeDocument/2006/relationships/font" Target="fonts/font2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1.fntdata"/><Relationship Id="rId35" Type="http://schemas.openxmlformats.org/officeDocument/2006/relationships/font" Target="fonts/font6.fntdata"/><Relationship Id="rId43" Type="http://schemas.openxmlformats.org/officeDocument/2006/relationships/font" Target="fonts/font14.fntdata"/><Relationship Id="rId48" Type="http://schemas.openxmlformats.org/officeDocument/2006/relationships/font" Target="fonts/font19.fntdata"/><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font" Target="fonts/font22.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4.fntdata"/><Relationship Id="rId38" Type="http://schemas.openxmlformats.org/officeDocument/2006/relationships/font" Target="fonts/font9.fntdata"/><Relationship Id="rId46" Type="http://schemas.openxmlformats.org/officeDocument/2006/relationships/font" Target="fonts/font17.fntdata"/><Relationship Id="rId20" Type="http://schemas.openxmlformats.org/officeDocument/2006/relationships/slide" Target="slides/slide19.xml"/><Relationship Id="rId41" Type="http://schemas.openxmlformats.org/officeDocument/2006/relationships/font" Target="fonts/font12.fntdata"/><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7.fntdata"/><Relationship Id="rId49" Type="http://schemas.openxmlformats.org/officeDocument/2006/relationships/font" Target="fonts/font20.fntdata"/></Relationships>
</file>

<file path=ppt/ink/ink1.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951.42279" units="1/cm"/>
          <inkml:channelProperty channel="Y" name="resolution" value="1522.63013" units="1/cm"/>
          <inkml:channelProperty channel="T" name="resolution" value="1" units="1/dev"/>
        </inkml:channelProperties>
      </inkml:inkSource>
      <inkml:timestamp xml:id="ts0" timeString="2026-02-27T14:47:57.563"/>
    </inkml:context>
    <inkml:brush xml:id="br0">
      <inkml:brushProperty name="width" value="0.05292" units="cm"/>
      <inkml:brushProperty name="height" value="0.05292" units="cm"/>
      <inkml:brushProperty name="color" value="#FF0000"/>
    </inkml:brush>
  </inkml:definitions>
  <inkml:trace contextRef="#ctx0" brushRef="#br0">6393 2782 0,'0'0'0,"0"0"16,-2-3-16,-2-5 16,-3-7-16,-3-6 15,0 0-15,-3 1 16,-2 0-16,-4 0 15,-11-3 1,-12 2-16,-10 0 16,-5 2-16,-1 2 15,-3 1-15,-3 1 16,-3 4-16,-5 3 16,-5 1-16,-3 4 15,2 3-15,-2 5 16,-1 2-1,-3 3-15,-2-1 16,1 0-16,2 2 16,-3 3-16,4 1 15,-2-2-15,-2 2 16,7-2-16,-6 1 16,12-4-16,-5 0 15,7-2-15,2 1 16,-4-1-16,10-2 15,-1 1 1,1-1-16,4 0 16,-3-1-16,3 2 15,-2 0-15,0 4 16,1 1-16,-2 0 16,1 2-16,0 1 15,0 0-15,6-2 16,-1 0-16,6 0 15,2-2 1,3 0-16,2-1 16,0 1-16,2-1 15,1 1-15,3 2 16,1 2-16,1 1 16,0 2-16,-5 5 15,-5 3-15,-4 7 16,-1 5-16,-3 8 15,-5 6 1,3-2-16,2 5 16,5 1-16,0 5 15,5 3-15,2 0 16,4 0-16,4 2 16,6-2-16,7 0 15,4 1-15,4-3 16,7 2-16,5-2 15,6-1-15,5-3 16,4-2 0,8-2-16,5-2 15,3 0-15,5-3 16,2-5-16,6 2 16,4-3-16,2 1 15,4-1-15,2-2 16,2-1-16,2-4 15,0-1 1,3-2-16,6 0 16,-6-5-16,7-3 15,2-2-15,0-3 16,6 1-16,-1-2 16,2-1-16,3 1 15,4-1-15,2-1 16,1-2-16,6-2 15,2-2-15,4-2 16,-5-4 0,2-2-16,-2-1 15,2-2-15,1 0 16,-2 0-16,3-1 16,-2-3-16,1 0 15,-2-1-15,3-1 16,-2-2-16,0-2 15,-1-2 1,-5-2-16,5-1 16,-3-4-16,1-2 15,-3-1-15,1-1 16,2-3-16,0-3 16,0-4-16,-4-6 15,-5 0-15,-2-3 16,-12 3-16,-2-6 15,-5-3-15,-8 3 16,-4-3 0,-7-1-16,-6-3 15,-2-3-15,-5-1 16,-4-2-16,-8 1 16,-7-2-16,-7 2 15,-5-2-15,-6-1 16,-3-1-16,-5-3 15,-2 4-15,-3 0 16,-4-3 0,-2 3-16,-3-4 15,-1 6-15,-1-2 16,-1 4-16,-3-3 16,-2 3-16,-1 1 15,-1 0-15,-2 5 16,-3-1-16,0 2 15,0 1 1,0 5-16,1 2 16,-1 4-16,0 1 15,-4-1-15,0 3 16,-1 1-16,-1 5 16,-2 3-16,0 3 15,-1 3-15,1 1 16,0 2-16,-3 3 15,1 3-15,2 4 16,-2 4-16,0 4 16,0 3-1</inkml:trace>
  <inkml:trace contextRef="#ctx0" brushRef="#br0" timeOffset="2333.69">9839 1586 0,'0'0'0,"0"0"0,0 0 16,2 0-16,-2 0 15,24 9-15,0 2 16,2 6-16,2 7 16,1 2-16,-2 1 15,-1 1-15,-2-3 16,-3 3 0,-5 0-16,-4 0 15,-4 1-15,-4-1 16,-4-2-16,-2-2 15,-6-1-15,-6 3 16,-7-1-16,-3-4 16,-2-2-16,0-7 15,4-5 1,3-4-16,2-5 16,4-3-16,2-5 15,3-8-15,9-13 16,15-19-16,16-8 15,11-1-15,8 4 16,3-1-16,0 5 16,-5 7-16,-7 8 15,-9 9-15,-6 6 16,-7 3 0,-6 6-16,-4 5 15,-10 7-15,10-9 16,-10 9-16</inkml:trace>
  <inkml:trace contextRef="#ctx0" brushRef="#br0" timeOffset="2849.41">10622 1682 0,'0'0'0,"0"0"0,0 1 16,0-1-16,-6 19 15,-5 8-15,-8 4 16,-5 7 0,-1 4-16,0-4 15,7 2-15,5-8 16,2-3-16,3-3 15,3-5-15,2-4 16,6-5-16,4 0 16,8-4-16,11-6 15,8-6-15,1-5 16,-1-7 0,-4-4-16,-1-7 15,-3-4-15,-3-6 16,-7 3-16,-5 0 15,-6 5-15,-6 3 16,-5 1-16,-4 2 16,-3 1-16,-9 5 15,-8 5-15,-3 5 16,-5 5-16,8 6 16,5 3-1,6-2-15,8-1 16,11-4-16</inkml:trace>
  <inkml:trace contextRef="#ctx0" brushRef="#br0" timeOffset="3532.39">10966 1527 0,'0'0'0,"1"3"0,-1-3 0,0 0 16,2 12-16,0 0 15,2 9-15,-2 5 16,-3 10-16,-4 9 16,-4 3-16,-4 3 15,-2 1-15,1-3 16,2-7 0,3-8-16,2-10 15,3-1-15,2 0 16,7-2-16,3-3 15,3-6-15,7-5 16,10-8-16,8-7 16,8-6-16,2-5 15,-3 1-15,-3-3 16,-6-3-16,-9-2 16,-3 1-16,-6 3 15,-5 4 1,-3 3-16,-4 4 15,-2 2-15,-2 9 16,2-9-16,-2 9 16,0 0-16,0 0 15,0 0-15,-12 18 16,5 6-16,2 2 16,3-4-1,2-3-15,4 2 16,2 0-16,8 0 15,5-3-15,1-5 16,5-4-16,-1-5 16,2-5-16,6-5 15,5-4-15,2-4 16,-3-2-16,-7-6 16,-5-10-1,-3-3-15,-3-3 16,-5 1-16,-3 4 15,0 1-15,-4-1 16,-1 5-16,-4 4 16,0 6-16,-2 4 15,0 1-15,0 2 16</inkml:trace>
  <inkml:trace contextRef="#ctx0" brushRef="#br0" timeOffset="4215.24">11942 2043 0,'0'0'0,"9"-3"0,-9 3 0,14-6 16,18-12-16,11-9 16,5-7-16,-5 0 15,-9 1-15,-5 3 16,-3 0 0,-2-1-16,-5 1 15,-4 3-15,-5 3 16,-4 0-16,-3 3 15,-4 2-15,-4 3 16,-6 3-16,-6-1 16,-10 3-16,-7 1 15,-1 4-15,2 4 16,6 2-16,3 2 16,5 2-16,4 0 15,3 2 1,5 0-16,1 5 15,5 4-15,8 5 16,8 6-16,12 2 16,5 2-16,4-1 15,1-2-15,-1-3 16,0-3-16,0 0 16,-3-2-16,-7 1 15,-7 5 1,-5-4-16,-6-2 15,-2 0-15,-6 1 16,-6 9-16,-12 6 16,-9 0-16,-5-1 15,-4-11-15,5-3 16,-5-1-16,3-5 16,6-4-1,6-4-15,9-3 16,12-3-16,0 0 15</inkml:trace>
  <inkml:trace contextRef="#ctx0" brushRef="#br0" timeOffset="4547.89">12800 2120 0,'0'0'0,"0"4"0,0-4 0,-4 18 16,-3 7-16,-7 7 15,-3 6 1,-5 3-16,-4 0 15,2-6-15,3-5 16,4-7-16,4-5 16,0 0-16,4-3 15,6-1-15,8-3 16</inkml:trace>
  <inkml:trace contextRef="#ctx0" brushRef="#br0" timeOffset="5014.83">13485 1671 0,'-4'1'0,"-7"4"0,-9 3 0,-22 11 15,-4 5 1,2-2-16,4 0 15,5 2-15,7 3 16,6 6-16,5 5 16,6-2-16,5-5 15,6 0-15,5 6 16,5 0-16,9-1 16,8-3-16,6-5 15,7-4 1,7-4-16,6-5 15,4-5-15,12-5 16,-8-4-16,4-5 16,10-6-16,-7-9 15,9-7-15</inkml:trace>
  <inkml:trace contextRef="#ctx0" brushRef="#br0" timeOffset="5549.49">14098 1932 0,'0'0'0,"0"0"16,0 0-16,-8 1 15,-8 3-15,-8 1 16,-7 3-16,1 0 16,1 1-16,2 2 15,4-2-15,2 1 16,4-2-1,5 1-15,3-1 16,2 1-16,5 2 16,4-2-16,9 0 15,13 2-15,11 1 16,12-7-16,0-2 16,-7-9-16,1 0 15,-8 2-15,1-1 16,-2-3-1,-8-2-15,-4-4 16,-8 2-16,-4-2 16,-6-3-16,-4-5 15,-7-2-15,-2 1 16,-5 2-16,-3 3 16,-1 4-16,-6 2 15,-1 3-15,0 3 16,3 3-1,3 2-15,3 3 16,1 2-16,3 2 16,0 2-16,4 0 15,5 3-15,1-1 16,7-2-16</inkml:trace>
  <inkml:trace contextRef="#ctx0" brushRef="#br0" timeOffset="5949.28">14652 1585 0,'0'0'0,"0"0"0,0 0 0,0 0 0,-2 1 15,-1 7-15,-3 7 16,-1 13-16,-1 9 16,0 2-16,-1-1 15,2 4-15,-2-2 16,0 3-16,1-3 16,1-6-16,-1-6 15,0-4-15,1-4 16,0 1-16,1-3 15,1-3 1,0-2-16,3-2 16,3-2-16,9 3 15,9 2-15,10 1 16,5-2-16,4-8 16,4-3-16,5-4 15,-2-2-15,-5-5 16,-1-5-16</inkml:trace>
  <inkml:trace contextRef="#ctx0" brushRef="#br0" timeOffset="7282.04">14911 1921 0,'0'0'0,"0"0"16,-2 2-16,-4 6 15,-3 3-15,0 4 16,2 0-16,2 0 16,4-2-16,2-1 15,4 1-15,7 1 16,9 0-1,9-6-15,0-7 0,0-5 16,-6-2 0,-4-2-16,-4 2 15,-2-1-15,-2 1 16,0 1-16,-12 5 16,13-6-16,-13 6 15,0 0-15,0 0 16,0 0-1,0 0-15,10 1 16,-10 8-16,3 3 16,-1 5-16,0 0 15,0 0-15,0-2 16,-1-3-16,2-2 16,3 0-16,4-2 15,1-2-15,2-2 16,3-5-16,2-7 15,0-6-15,-1-6 16,-3 3 0,-1 1-16,-1 0 15,0 0-15,-1 3 16,-1 3-16,-4 3 16,-6 7-16,5-7 15,-5 7-15,0 0 16,0 0-16,9 7 15,-3 5 1,-1 7-16,1 1 16,1 2-16,-2-5 15,0-2-15,-3-7 16,-2-8-16,5 8 16,-5-8-16,19-1 15,-1-9-15,-2-2 16,-2-4-16,-3 1 15,-2 0 1,0 2-16,-3 2 16,0 2-16,-1 2 15,-5 7-15,6-9 16,-6 9-16,11 2 16,-2 5-16,1 5 15,-1 4-15,1 0 16,3 2-16,-3-2 15,-3-5 1,-1-4-16,-6-7 16,21 7-16,0-9 15,3-3-15,-5 1 16,-6 0-16,-13 4 16,13-3-16,-13 3 15,0 0-15,15 1 16,-15-1-16,10 6 15,-10-6-15,13 8 16,-13-8-16,21 8 16,-4-11-1,7-6-15,-24 9 16,12-14-16,-7-5 16,-4-2-16,-4 0 15,-13-25-15,9 30 16,2 6-16,5 10 15,-5-8-15,5 8 16,0 0 0,-6 6-16,0 8 15,3 11-15,3 7 16,3 4-16,3 0 16,0-3-16,-1-6 15,4 3 1,-9-24-1,3 6-15,-2 1 16,0-3 0,0-1-16,-2 20 15,-19-7-15,-20-4 16,-28-5-16</inkml:trace>
  <inkml:trace contextRef="#ctx0" brushRef="#br0" timeOffset="8916.33">15835 1554 0,'0'0'0,"0"-3"0,0 3 0,0 0 0,0-19 0,-1-2 0,1 21 0,-2-23 0,-18-5 0,20 28 0,-71-66 0,38 35 0,-7-3 0,-11-6 16,-6 0-16,6 7 16,-9-2-16,0 9 15,-12-3-15,-9 0 16,5 6-16,-12 0 15,10 8-15,-6 5 16,4 2-16,-2 8 16,-2 2-1,-1 2-15,-3 2 16,10-2-16,-4 3 16,11-2-16,0 3 15,-6 3-15,14-1 16,-1 1-16,5 1 15,6 2-15,-2 0 16,2 3 0,6 2-16,3 0 15,0 8-15,3 1 16,5-1-16,0 1 16,5-3-16,-2-1 15,-3 7-15,7-5 16,1 3-16,-2 12 15,7-13-15,-4 7 16,1-1-16,2-3 16,-5 17-1,10 3-15,3-6 16,2 5-16,4-3 16,2 3-16,0 0 15,2-2-15,0 2 16,0-1-16,3-3 15,2 4-15,2 2 16,1 7-16,0 11 16,4-3-1,3-5-15,2-9 16,8-6-16,-4-20 16,6 4-16,7 9 15,2-8-15,12 14 16,-2-13-16,3-3 15,4-1-15,0-9 16,8-2 0,9 0-16,1 2 15,8 1-15,-6-1 16,5 3-16,8-3 16,-7-8-16,-6-4 15,9-1-15,12-2 16,4-3-16,17-1 15,-28-2-15,-2 0 16,8-1-16,-15-1 16,17 1-16,-13-1 15,3-1 1,-1-1-16,-11-1 16,13-10-16,-14-4 15,0-3-15,-9 2 16,-9 4-16,-1 0 15,-1 0-15,-3-6 16,-5 2-16,4-5 16,1-1-16,-34 19 15,17-14 1,0-8-16,-6 1 16,0-4-16,-6-5 15,-4-7-15,-4-3 16,-4 10-16,-1-3 15,0-4-15,-1-6 16,0 4-16,0 8 16,0-11-16,0 3 15,0 0 1,0 7-16,0-1 16,0-5-16,-1 1 15,0 1-15,0 5 16,-1 1-16,-3-9 15,-1-3-15,-1 7 16,-3 1-16,-14 9 16,6 4-16,-35-44 15,31 46 1,-3-4-16,-3 2 16,-6 5-16,-4 2 15,-1 3-15,3 3 16,1 3-16,3 2 15,0 3-15,2 1 16,3 2-16,4 1 16,6 1-16,2 1 15,4 0 1</inkml:trace>
  <inkml:trace contextRef="#ctx0" brushRef="#br0" timeOffset="11582.32">15008 3376 0,'0'0'0,"0"1"0,0-1 0,0 0 15,-4 7-15,4-7 16,-6 15-16,2 3 15,0 5-15,1 8 16,0 3-16,1 3 16,1 1-16,-1-4 15,1 2-15,-1 1 16,1 1 0,-1-2-16,0-1 0,0-3 15,0-3 1,2-4-16,-1-4 15,0-5-15,0-1 16,0-3-16,1-2 16,-1-3-16,1-7 15,0 9-15,0-9 16,0 0 0,1 7-16,-1-7 15,0 0-15,0 0 16,0 0-16,0 0 15,0 0-15,0 0 16,0 0-16,0 0 16,0 0-16,0 0 15,0 0-15,0 0 16,0 0-16,1-9 16,-1 9-16,0-12 15,0 5 1,0-1-16</inkml:trace>
  <inkml:trace contextRef="#ctx0" brushRef="#br0" timeOffset="13049.14">4029 2314 0,'0'0'0,"0"0"15,0 0-15,0 0 16,0 0-16,-1 3 16,-2 5-16,-4 11 15,-1 10-15,-2 7 16,2-1-16,-2 5 16,1 1-16,1-4 15,1-5-15,0 1 16,1-2-1,1 2-15,1-3 16,2-5-16,-1 0 16,-1-2-16,1-1 15,2-4-15,-1-4 16,1-5-16,-1-1 16,2-8-16,-1 7 15,1-7 1,0 0-16,0 0 15,0 0-15,0 0 16,-21 1-16,1-5 16,-7-3-16,-4-3 15,0-2-15,-2 0 16,3-5-16,1 1 16,1-1-16,5 0 15,3 0 1,4 2-16,4 2 15,3 3-15,1 2 16,1 0-16,3 1 16,4 7-16,-6-9 15,6 9-15,0 0 16,0 0-16,12 5 16,1 2-16,4 10 15,3 4-15,2 3 16,1 2-16,3-3 15,3-4 1,2-3-16,3-2 16,0-6-16,4 0 15,3-5-15,-2-3 16,2-5-16,2-7 16,4-6-16,0-3 15,-1-6-15,2-3 16,0-2-1,-3 1-15,-2 0 16,-8 1-16,-5 6 16,-2-1-16,-6 5 15,0 3-15,4-1 16,8-3-16</inkml:trace>
  <inkml:trace contextRef="#ctx0" brushRef="#br0" timeOffset="15298.47">14999 3455 0,'0'0'0,"0"0"15,0 0-15,0 0 16,0 0-1,-2 1-15,2-1 16,0 0-16,-15 8 16,0 0-16,-5 2 15,-2 0-15,2 1 16,2-2-16,1-1 16,5-1-16,1-2 15,11-5-15,-16 8 16,16-8-16,0 0 15,-12 6-15,12-6 16,0 0 0,0 0-16,0 0 15,0 0-15,0 0 16,5-12-16,13-9 16,6-4-16,4 0 15,2 2 1,-4 4-16,-2 2 0,-6 3 15,-5 5-15,-13 9 16,14-9 0,-14 9-16,0 0 15,0 0-15,0 0 16,0 0-16,0 0 16,8 13-16,-7 1 15,-2 2-15,-1 5 16,1 4-16,-1 4 15,0 6-15,1 5 16,0 8 0,0 0-16,-1 7 15,1-5-15,1 1 16,1 2-16,0-5 16,0-2-16,0-8 15,0-5-15,0-7 16,-1-3-16,0-4 15,0-1-15,-1-3 16,-1-4-16,-2-1 16,-1-2-16,-6 2 15,-8-1 1,-7-1-16,-6-1 16,-2-4-16,0-3 15,1-1-15,2-2 16,4 0-16,4 2 15,3-1-15,2 1 16,2 0 0,3 0-16,13 1 15,-16-2-15,16 2 16,0 0-16,-9 0 16,9 0-16,0 0 15,0 0-15,0 0 16,0 0-16,0 0 15,30-3-15,15 0 16,6 2 0,1 2-16,4 0 15,-2 1-15,0 0 16,-2-1-16,-3 1 16,-4-1-16,-7 0 15,-7-1-15,-5 0 16,-5 0-16,0 0 15,-5 0-15,-2 0 16,-4 0-16,-10 0 16,14 0-1,-14 0-15,0 0 16,13 0-16,-13 0 16,14 0-16</inkml:trace>
  <inkml:trace contextRef="#ctx0" brushRef="#br0" timeOffset="17450.11">9531 2275 0,'0'0'0,"0"0"0,0 0 0,0 0 15,4 3-15,-4-3 16,29 11-16,5-2 15,10-4-15,6-2 16,-2-4-16,4 0 16,0 0-16,2 1 15,4-1-15,2 0 16,4 2 0,1 1-16,-2 2 15,6 0-15,-5 1 16,-1 2-16,0 2 15,-2 1-15,3 3 16,-1 0-16,1 1 16,3 1-16,-1-2 15,4 1 1,0 0-16,1-1 16,2-2-16,-1-4 15,2-1-15,1-2 16,-1 1-16,0-1 15,-3 0-15,-1-1 16,-2 4-16,2 1 16,-1 1-1,-1 0-15,1 1 16,-6-2-16,-1 0 16,-2-1-16,-7 0 15,-6-1-15,-2 0 16,-5 1-16,-5 1 15,-4 3-15,-9-4 16,-3-1-16,-2-1 16,-2-2-16,0-1 15,-1 0-15,-1-3 16,-4 1 0,-9 0-16,14 3 15,-14-3-15,11 9 16,-11-9-16,0 0 15,6 7-15,-6-7 16,4 7-16,-4-7 16,0 0-16,0 0 15,0 0 1,0 0-16,0 0 16,0 0-16,0 7 15,0-7-15,0 0 16,0 0-16,0 0 15,0 0-15,0 0 16,0 0-16,0 0 16,0 0-16,0 0 15,0 0 1,-4 6-16,4-6 16,0 0-16,0 0 15,0 0-15,0 0 16,0 0-16,0 0 15,0 0-15,0 0 16,0 0-16,0 0 16,0 0-16,0 0 15,0 0-15,0 0 16,0 0 0,0 0-16,-2-8 15,-1 1-15,3 7 16</inkml:trace>
  <inkml:trace contextRef="#ctx0" brushRef="#br0" timeOffset="18615.18">8835 1456 0,'0'0'0,"0"0"0,0 0 0,-1 2 16,-3 7-16,-6 18 15,-7 15-15,-3 8 16,0-3-16,3-2 16,0-5-1,1 1-15,2-6 16,3-4-16,4-7 15,3-8-15,2-5 16,1-3-16,1-8 16,1 8-16,-1-8 15,16-2-15,5-6 16,2-7-16,-2-3 16,-1 0-1,2-4-15,-2-5 16,-1 0-16,-3-4 15,-4 1-15,-3 5 16,-2 1-16,-1 5 16,-1 1-16,-2 4 15,-1 1-15,0 5 16,-2 8 0,2-8-16,-2 8 15,0 0-15,0 0 16,0 0-16,0 0 15,0 0-15,21 18 16,-4 5-16,4 6 16,-1 2-16,1-1 15,1 3-15,1-1 16,1-1-16,0 1 16,-1-2-1,-3-2-15,-2-4 16,-6-5-16,-2-6 15,0-3-15,1-2 16,-2-1-16,-9-7 16,13 9-16,-13-9 15,11 4-15,-11-4 16,15-4-16,-5-4 16,2-11-16,6-11 15,-3-4 1,0-3-16,1-5 15,-1-5-15,-3-4 16,-2 3-16,-3 6 16,0 2-16,1 2 15,-3 4-15,0 9 16,-3 7 0,1 5-16,-2 3 15,1 3-15,-1 0 16,-1 7-16,1-8 15,-1 8-15,2-11 16,3 3-16,5-3 16</inkml:trace>
  <inkml:trace contextRef="#ctx0" brushRef="#br0" timeOffset="19782.43">8871 1503 0,'0'0'0,"0"0"0,0 2 15,0-2-15,0 0 16,-3 12-16,0 2 16,-4 6-16,-1 8 15,-2 6 1,-3 1-16,-7 5 15,-4 2-15,-4 3 16,-2-2-16,-2 5 16,0-2-16,3-3 15,-1 2-15,4-4 16,3 1-16,6-3 16,7-10-16,5-6 15,3-6-15,3-4 16,1-6-1,-2-7-15,5 6 16,-5-6-16,23-13 16,0-12-16,4-13 15,0-4-15,-2-2 16,-3 1-16,-1-2 16,-2-1-16,-4 7 15,-2 3 1,-2 2-16,-1 1 15,-1 0-15,0 0 16,-1 2-16,1 3 16,-1 5-16,0 7 15,-1 4-15,-1 5 16,-6 7-16,6-10 16,-6 10-16,0 0 15,10-7 1,-10 7-16,0 0 15,17 7-15,-5 5 16,3 12-16,1 5 16,-2 3-16,1 0 15,-3-3-15,2 2 16,0 1-16,3-1 16,2-1-16,1-4 15,0-4-15,0-4 16,-3-4-1,1-2-15,-4-3 16,1-3-16,-3-1 16,-1-1-16,-11-4 15,16 6-15,-16-6 16,13 3-16,-13-3 16,11 2-16,-11-2 15,13-4 1,-13 4-16,17-15 15,-7 0-15,0-5 16,-1-2-16,-1-4 16,-2-2-16,0-2 15,-1-5-15,2-8 16,-1-2-16,0 1 16,2-1-16,0 7 15,2-3-15,-1 6 16,-2 6-1,0 5-15,-3 7 16,0 4-16,-1 3 16,0 2-16,-2 2 15,2 0-15,-1-1 16</inkml:trace>
  <inkml:trace contextRef="#ctx0" brushRef="#br0" timeOffset="21266.61">2511 3703 0,'0'0'0,"0"0"0,0 0 16,0 0-16,12-1 16,11-5-16,14-2 15,10 1-15,3 0 16,3 2-16,5-1 16,1 2-16,1 2 15,-1-2-15,-1 2 16,-3-1-16,-4 0 15,-3-1 1,-3 1-16,-4-1 16,-5 2-16,-11 1 15</inkml:trace>
  <inkml:trace contextRef="#ctx0" brushRef="#br0" timeOffset="21650.92">2551 4056 0,'0'0'0,"0"0"0,0 0 16,0 0-16,11 1 16,15 1-16,20-1 15,12-5-15,3-4 16,3-5-16,-6 0 15,-2 2 1,-1 0-16,-5 2 16,0 2-16,-3 7 15,-3 1-15,-6 3 16,-6-2-16</inkml:trace>
  <inkml:trace contextRef="#ctx0" brushRef="#br0" timeOffset="22015.79">2413 4703 0,'0'0'0,"3"-3"0,-3 3 0,0 0 0,25-11 16,15-2-16,15 1 15,4 1-15,-1 1 16,1 1-16,4-1 15,-3 1-15,4 2 16,1 0 0,5-1-16,-1 0 15,1-1-15</inkml:trace>
  <inkml:trace contextRef="#ctx0" brushRef="#br0" timeOffset="23764.72">9655 1351 0,'0'-1'0,"0"1"0,0 0 0,-5-17 0,-5-8 16,-4-5 0,-1 3-16,-3 4 15,-1 1-15,-2 4 16,-5 2-16,-5 1 16,-7 0-16,-8 2 15,-7 3-15,-5 4 16,4 4-16,-1 3 15,0 4-15,-1 4 16,-5 5-16,-3 4 16,-2 6-16,2 4 15,-3 5 1,2 2-16,1 4 16,4 1-16,4 1 15,6-1-15,2 4 16,7-2-16,1 7 15,5 1-15,5-2 16,4 2-16,7-4 16,3 2-1,5 3-15,5-1 16,3 3-16,6 0 16,4 1-16,6 1 15,4-1-15,7 3 16,3-3-16,5-4 15,4-2-15,3 0 16,2-4-16,7 6 16,0-9-1,4-7-15,1-3 16,2-7-16,3 0 16,5-1-16,-2-6 15,0-5-15,1-9 16,-4-4-16,1-3 15,-4-3-15,-2-6 16,-5-4-16,-2-1 16,-3-3-16,-1-3 15,-2-7 1,-3-3-16,-4-6 16,-1-2-16,-3-4 15,-1-4-15,1-7 16,-4-3-16,-2-1 15,-4-1-15,-5-3 16,-4-2-16,-5 2 16,-6 4-1,-3-2-15,-3 3 16,-4-1-16,-4 1 16,-1 5-16,-2 4 15,-4 2-15,-3 2 16,0 2-16,-3 1 15,0 2-15,-3 1 16,0 4-16,0 6 16,1 3-1,1 3-15,3 5 0,1 3 16,2 2 0,2 3-16,2 2 15,5 3-15,2 2 16,12 5-16,-16-6 15,16 6-15,-12-3 16,12 3-16,0 0 16,0 0-16,0 0 15,-10-3 1</inkml:trace>
  <inkml:trace contextRef="#ctx0" brushRef="#br0" timeOffset="50681.4">13462 3190 0,'0'0'0,"-3"-7"0,-3-1 0,-8-9 15,-1 2-15,1 4 16,-1 2-1,0 0-15,-2-1 16,-2 0-16,2 3 16,0 0-16,1 4 15,4 2-15,3 1 16,9 0-16,-17 1 16,17-1-16,-26 10 15,-8 7 1,-22 16-16,-6 7 15,4 2-15,4 3 16,11 2-16,-3 4 16,5-1-16,-5 7 15,0 4-15,5 2 16,4-5-16,7-7 16,3 7-16,8 4 15,7 13-15,5-15 16,9 1 15,9-9-31,5-9 16,8-1-16,1-13 15,2-4-15,-2-6 16,-1-8-16,2-5 16,5-4-16,6-9 15,4-9-15,3-6 16,6-13-1,5 1-15,3-9 16,-4-7-16,-1-3 16,-2-3-16,-5-1 15,-4-2-15,-11 0 16,-5-6-16,-8 7 16,-2-2-16,-5 3 15,-2 7 1,-5-2-16,-9 3 15,-5 3-15,0 5 16,-5-1-16,1 4 16,-7 3-16,-14 6 15,-3 9-15,-11 9 16,-6 6-16,-7 14 16,-3 11-16,6 4 15</inkml:trace>
</inkml:ink>
</file>

<file path=ppt/ink/ink2.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951.42279" units="1/cm"/>
          <inkml:channelProperty channel="Y" name="resolution" value="1522.63013" units="1/cm"/>
          <inkml:channelProperty channel="T" name="resolution" value="1" units="1/dev"/>
        </inkml:channelProperties>
      </inkml:inkSource>
      <inkml:timestamp xml:id="ts0" timeString="2026-02-27T14:48:25.062"/>
    </inkml:context>
    <inkml:brush xml:id="br0">
      <inkml:brushProperty name="width" value="0.05292" units="cm"/>
      <inkml:brushProperty name="height" value="0.05292" units="cm"/>
      <inkml:brushProperty name="color" value="#FF0000"/>
    </inkml:brush>
  </inkml:definitions>
  <inkml:trace contextRef="#ctx0" brushRef="#br0">7352 2464 0,'0'0'0,"0"0"0,0 0 15,0 0-15,0 0 16,10 1-16,8 1 16,12 0-16,8 1 15,4 0-15,2 1 16,4 0-16,5-1 16,5 3-1,6-4-15,3-3 16,6-4-16,3-4 15,1 1-15,0-3 16,-4 0-16,-3 1 16,-4 2-16,0-1 15,-7 1-15,3 2 16,-3 1-16,-1 0 16,-3 1-1,-4 0-15,-8 0 16,-5 0-16,-9 0 15,-8-1-15,-6 2 16,-4 0-16,-11 3 16,15-8-16,-9 0 15,0-5-15,0-7 16,-4-4-16,-2-1 16,-5-2-1,-4-8-15,-2-8 16,-3-1-16,0-1 15,-1 1-15,-2-3 16,0 1-16,0 1 16,-2 1-16,-1 3 15,-2 3-15,-4 0 16,-4 2-16,-3 8 16,-6 1-16,-8 4 15,-9 6 1,-11 2-16,-2 7 15,-7 1-15,1 5 16,1 3-16,-2 1 16,3 1-16,2-2 15,5 1-15,2 0 16,5-1-16,4-3 16,5-1-1,4-3-15,1 1 16,1-2-16,4 1 15,-1 1-15,2 0 16,-1 0-16,4 0 16,5 3-16,4 0 15,2 2-15,3 4 16,2 3-16,1 2 16,1 3-16,1 4 15,2 5 1,0 6-16,3 6 15,0 4-15,5 3 16,2 6-16,3 3 16,2 3-16,1 0 15,1 3-15,1 3 16,0-2-16,-2 2 16,1-2-16,2-4 15,0-2-15,0-6 16,1-6-1,2-4-15,-1-4 16,3-3-16,2-4 16,0-4-16,0-2 15,2-4-15,2 1 16,1-5-16,5-1 16,8-5-16,4-6 15,7-2-15,1-6 16,-2-1-1,0-2-15,1-1 16,-3-1-16,-5 2 16,-5 3-16</inkml:trace>
</inkml:ink>
</file>

<file path=ppt/ink/ink3.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951.42279" units="1/cm"/>
          <inkml:channelProperty channel="Y" name="resolution" value="1522.63013" units="1/cm"/>
          <inkml:channelProperty channel="T" name="resolution" value="1" units="1/dev"/>
        </inkml:channelProperties>
      </inkml:inkSource>
      <inkml:timestamp xml:id="ts0" timeString="2026-02-27T14:41:10.934"/>
    </inkml:context>
    <inkml:brush xml:id="br0">
      <inkml:brushProperty name="width" value="0.05292" units="cm"/>
      <inkml:brushProperty name="height" value="0.05292" units="cm"/>
      <inkml:brushProperty name="color" value="#FF0000"/>
    </inkml:brush>
  </inkml:definitions>
  <inkml:trace contextRef="#ctx0" brushRef="#br0">7734 4797 0,'0'0'0,"0"0"0,0 0 0,0 0 0,0 0 16,0 2-16,0-2 15,0 0-15,1 6 16,-1 1 0,2 5-16,0 4 15,0 2-15,1 0 16,-1-1-16,0 1 16,1 1-16,0 5 15,3 1-15,1-1 16,2-2-16,1 1 15,2-1-15,2-2 16,1-1-16,0-2 16,1-5-1,1-1-15,1-4 16,6-3-16,9-5 16,6-7-16,7-6 15,0-6-15,-5 1 16,-4-2-16,-1 2 15,1-3-15,2-1 16,4-2-16,3-2 16,4-3-1,3-2-15,3-5 16,1-3-16,-1-3 16,2-4-16,-6 3 15,-1 1-15,-5 3 16,-4 5-16,1 0 15,-3 6-15,0 2 16,0 0-16,-4 3 16,-1 0-16,-2 2 15,-3 2 1,1-1-16,-1 2 16,-2 0-16,0 0 15,-2 3-15,-2-1 16,-4 5-16,-1 1 15,-3 1-15,-4 2 16,-1 2-16,-11 6 16,13-6-1,-13 6-15,0 0 16,10-5-16,-10 5 16,0 0-16,0 0 15,0 0-15,0 0 16,0 0-16,0 0 15,0 0-15,0 0 16,0 0-16,0 0 16,0 0-1,0 0-15,0 0 16,0 0-16,0 0 16,0 0-16,0 0 15,0 0-15,0 0 16,0 0-16,0 0 15,0 0-15,0 0 16,0 0-16</inkml:trace>
  <inkml:trace contextRef="#ctx0" brushRef="#br0" timeOffset="3065.28">5729 5708 0,'0'-1'0,"0"1"0,0 0 0,0 0 0,-12-12 15,-5 3-15,-3-2 16,-2-2-16,-3 1 16,2-2-1,0 2-15,1-1 0,2 4 16,-2-1 0,-6 1-16,-5-1 15,-1 1-15,1 1 16,-1 1-16,-1 1 15,-3 0-15,-2 1 16,2 2-16,1 0 16,4 0-16,0 0 15,-1 1-15,-3 0 16,0-1 0,1 1-16,-1-1 15,-3-1-15,1 1 16,2 0-16,1 1 15,2-1-15,-6 0 16,3 1-16,-3 0 16,6 2-16,-1 2 15,-5 1-15,2 3 16,1 1 0,0 2-16,0 0 15,0-1-15,1 1 16,6-1-16,-1-3 15,2-1-15,0-2 16,1 0-16,4 0 16,0-1-16,1 1 15,0-1-15,4 1 16,-1 0 0,1-1-16,-2 1 15,0 0-15,1 1 16,1 5-16,-2 3 15,3 0-15,1-2 16,2 0-16,3-1 16,2-1-16,1-1 15,1 0-15,0 1 16,1 1 0,-1-1-16,1 2 15,0 1-15,0 1 16,-1 0-16,1 1 15,0 0-15,3-3 16,-1 1-16,2-1 16,0-2-16,-1 0 15,1 1-15,0 0 16,-1 2 0,0 1-16,-1 1 15,0 1-15,-1 1 16,2 0-16,-2 0 15,1-1-15,-1 1 16,2 0-16,-1 0 16,-1-1-1,0 4-15,0-1 16,0 2-16,0-1 16,-1-2-16,2-1 15,-1 0-15,-1-1 16,2 1-16,-1-2 15,1-2-15,-1 3 16,1-2-16,1-1 16,0 1-16,1 1 15,3 1-15,2 2 16,2 1-16,2-1 16,3 2-1,2-2-15,2-2 16,7-2-16,6 0 15,5 0-15,0 0 16,1 0-16,0-1 16,4-2-16,5 1 15,4-4-15,0-1 16,-1-1-16,3-1 16,1 2-1,-2-2-15,4 1 16,1 1-16,3-2 15,4 0-15,0-2 16,-2 0-16,1 0 16,-2 0-16,-1 0 15,0 0-15,1 0 16,0 0-16,-1 0 16,-2 0-1,3 0-15,0 0 16,-1 0-16,3 0 15,-4 0-15,0 0 16,1 0-16,-4 0 16,1 2-16,-3 1 15,-3-1-15,2 0 16,0 0-16,4 1 16,0 0-16,0-1 15,1 0 1,-4 1-16,2 0 15,1-1-15,3-2 16,-1-2-16,-3-2 16,1 0-16,6-1 15,10-1-15,0 0 16,-8 1-16,2-1 16,-3 0-1,-4 1-15,-1 0 16,1 0-16,0 1 15,-1 1-15,0 0 16,-1-1-16,1 1 16,0 1-16,0-2 15,-3 0-15,0 0 16,4-3 0,0-1-16,0-4 0,0-5 15,0 1 1,2-3-16,-7 4 15,-2-3-15,-8 2 16,-3-1-16,1-5 16,-3 0-16,1-4 15,-8 1-15,-4 1 16,-3-2-16,-6 4 16,-3-1-16,-3-3 15,-3-2 1,-4-2-16,-3 0 15,-5 6-15,-3-1 16,-6 3-16,-7 0 16,-8 0-16,-4 1 15,-5 1-15,-2 0 16,-4 3-16,-7 0 16,0 5-1,-7 2-15,1 2 16,-4 4-16,-5-1 15,1 3-15,-3 2 16,0-1-16,2 2 16,1-1-16,2 0 15,4 0-15,-3-1 16,-2-3-16,7-1 16,-4 2-16,3-1 15,1 1-15,-6 0 16,6 0-1,6 1-15,1 0 16,5 3-16,-5 2 16,-1 2-16,4 0 15,1 3-15,3-3 16,3 3-16,3-2 16,0 0-1,4 0-15,0 0 16,1-1-16,2 0 15,3 0-15,4 0 16,4 0-16,1-3 16,3-1-16,2-3 15,3 0-15,12 2 16,-16-8-16,16 8 16,-8-12-16</inkml:trace>
  <inkml:trace contextRef="#ctx0" brushRef="#br0" timeOffset="6433.07">5548 5653 0,'0'-2'0,"0"2"16,0-11-16,0-3 16,0-1-16,0-2 15,0 0-15,-1 2 16,-1 4-16,-2 4 15,0 1-15,-5-2 16,-4-2 0,-5 0-16,-11 1 31,-5 5-31,0 7 16,1 1-16,8 2 15,-5 2-15,-3 3 16,-4 4-16,2 4 15,2 2 1,1 3-16,-1 6 16,-1 3-16,2 0 15,5-1-15,4 0 16,3 3-16,3 2 16,2 0-16,0 1 15,3 0-15,0 2 16,3 0-16,3 2 15,4 0-15,2-2 16,3 6 0,3 2-16,3-3 15,0-2-15,2-2 16,1 3-16,0-1 16,0-2-16,-2-6 15,3-4-15,6-2 16,4-3-16,2-5 15,2-6-15,2-4 16,5-3 0,5-5-16,0-8 15,3-8-15,2-5 16,5-5-16,-1-3 16,0-10-16,-5-6 15,-4-3-15,2-4 16,0-4-16,-2-4 15,-4-1-15,-6-4 16,-4 3-16,-2-5 16,-6 1-1,-5 5-15,-6 3 16,-4 4-16,-7-1 16,-3 4-16,-5 1 15,-3 5-15,-8 5 16,-4 4-16,-10 6 15,-6 1-15,-1 5 16,-1 2 0,-3 6-16,-2 5 15,5 6-15,3 3 16,9 6-16,6 0 16,4 1-16</inkml:trace>
  <inkml:trace contextRef="#ctx0" brushRef="#br0" timeOffset="7316.48">10888 4703 0,'0'0'0,"-2"-4"0,2 4 0,0 0 0,-9-10 15,2 2-15,-3 1 16,-6 4-16,-6 1 16,-3 3-1,-3 3-15,2 3 16,2 3-16,1 2 16,4 4-16,1 5 15,1 3-15,1 4 16,4 5-16,0 6 15,4 6-15,2 11 16,3 6-16,1 5 16,-2 7-1,2 4-15,-1 2 16,-5 0-16,-6-3 16,1-1-16,0-8 15,3-11-15,0-4 16,6-8-16,6-3 15,5-8-15,6-9 16,10-5-16,8-5 16,14-10-1,7-10-15,10-14 16,0-8-16,-1-4 16</inkml:trace>
  <inkml:trace contextRef="#ctx0" brushRef="#br0" timeOffset="7850.52">11413 4725 0,'0'0'0,"0"0"16,-3 0-16,3 0 16,-27 3-16,2 4 15,1 3-15,-1 9 16,1 8-16,2 5 15,3-3-15,5-4 16,4-2-16,3-1 16,2-2-16,4-3 15,3-5 1,6-2-16,7-1 16,11-4-16,9-4 15,5-6-15,-4-6 16,-8 0-16,-4-2 15,-2-3-15,-2-3 16,-2-2-16,-5 0 16,-3 0-16,-7 0 15,-5-1 1,-4 1-16,-2 3 16,-2 4-16,-3 3 15,-4 2-15,-6 2 16,-4 7-16,-1 2 15,0 11-15,2 4 16</inkml:trace>
  <inkml:trace contextRef="#ctx0" brushRef="#br0" timeOffset="8383.09">11310 5553 0,'0'0'0,"0"0"0,0 0 0,-2 3 16,2-3-16,-12 19 15,-5 5-15,-1 9 16,4 3-16,5-7 16,3-6-16,2-6 15,2-5 1,1-2-16,1-10 16,2 10-16,-2-10 15,12 1-15,4-4 16,2-6-16,1-6 15,-3 0-15,-5 0 16,-4 1-16,-3-2 16,-5-5-16,-6-3 15,-5 0 1,-3 1-16,-1 4 16,-4-2-16,-2 2 15,-1 0-15,3 2 16,4 6-16,4 2 15,12 9-15,-15-10 16,15 10-16</inkml:trace>
  <inkml:trace contextRef="#ctx0" brushRef="#br0" timeOffset="8999.69">11725 4520 0,'0'0'0,"0"0"0,0 0 16,0 0-16,0 0 15,5 0-15,12 0 16,13 0 0,4 0-16,-9 0 15,-5 0-15,-5 0 16,-3 1-16,-1 4 15,0 3-15,0 9 16,-3 10-16,-3 12 16,-4 4-16,-8 7 15,-2 7-15,-4 10 16,-4 6 0,0 1-16,-1 7 15,0 0-15,4-2 16,8 39-1,2-12 1,10 8-16,-1-28 16,1-38-16,0-5 15,-2-9-15,0 8 16,0-1-16,-10-6 16,-1-9-1,-11-7-15,-12-2 16,-6-2-16,-4-6 15,7-7-15,3-5 16,2-2-16,0-9 16,4-15-16</inkml:trace>
  <inkml:trace contextRef="#ctx0" brushRef="#br0" timeOffset="9517.09">12212 5252 0,'0'0'0,"-3"1"15,3-1-15,0 0 16,0 0-16,0 0 16,0 0-16,11 3 15,14 0-15,5-5 16,2 0 0,1-4-16,-3-1 15,6-3-15,-4 0 16,-4 1-16,-4 0 15,-3 3-15,-6 1 16,-2 0-16,-13 5 16,14-6-16</inkml:trace>
  <inkml:trace contextRef="#ctx0" brushRef="#br0" timeOffset="10683.69">12778 5056 0,'0'0'0,"0"-2"16,0-5-16,4-12 16,7-3-1,6-5-15,4 3 16,0 6-16,2 1 15,0 8-15,3 8 16,-3 2-16,-4 3 16,-3 4-16,-5 2 15,-3 6-15,-1 14 16,-5 4-16,-5 9 16,-4 2-16,-4 4 15,-4 1 1,3-2-16,-2-5 15,3-6-15,1-4 16,3-8-16,3-8 16,1-4-16,0-5 15,3-8-15,0 0 16,0 0-16,-3-10 16,5-14-16,12-13 15,7-8 1,8-4-16,-2 4 15,-6 10-15,-1 6 16,-3 5-16,1 2 16,1 0-16,-1 2 15,-6 8-15,-2 4 16,-10 8-16,14-6 16,-14 6-1,13 0-15,-13 0 16,20 19-16,-9-1 15,-1 9-15,-4 6 16,-3 9-16,-2 9 16,-5 7-16,-3 2 15,-6 7-15,-3-5 16,-4 16-16,2-15 16,-2 1-16,-9 21 31,8-25-16,0 0-15,14-31 16,14-14-16,9-3 16,15-6-16,13-12 15,19-20-15,11-9 16,9-21-16,1-7 16,7-11-16,6-17 15</inkml:trace>
  <inkml:trace contextRef="#ctx0" brushRef="#br0" timeOffset="12516.99">6679 6334 0,'0'0'0,"0"0"0,0 0 0,0 0 15,0 0-15,0 0 16,2-2-1,-2 2-15,16-1 16,1 1-16,5 0 16,4 0-16,1 0 15,4 0-15,4 0 16,2 0-16,2 0 16,-2 0-16,-1 1 15,4 1-15,1-1 16,2 0-1,-2 0-15,-2 1 16,2-1-16,0 1 16,-2 0-16,0-2 15,-3-2-15,1 0 16,-2-1-16,-7 0 16,-2 0-16,-5 1 15,-3 0-15,-4 1 16,-3-1-16,-11 2 15,13-2 1,-13 2-16,0 0 16,0 0-16,10 0 15,-10 0-15,0 0 16,0 0-16,-11 0 16,-23 5-16,-14 2 15,-1 1-15,-1 0 16,-1 0-1,0 1-15,0-1 16,-1-1-16,2 1 16,4-2-16,4-3 15,2 0-15,-4-1 16,4-1-16,4 0 16,2 0-16,2-1 15,2-1-15,2-1 16,4 0-1,1-1-15,5 1 16,4-2-16,4 2 16,10 2-16,-15-3 15,15 3-15,0 0 16,-10-4-16,10 4 16,0 0-16,2-7 15,9-4-15,19-7 16,11-1-16,5-1 15,2 3 1,4 0-16,3 2 16,0 1-16,-3 2 15,-1 0-15,-6 2 16,-2 2-16,-4 3 16,-6 1-16,-3 1 15,-5 1-15,-5 1 16,-4 0-16,-4 0 15,-2 1 1,1-2-16,7-3 16</inkml:trace>
</inkml:ink>
</file>

<file path=ppt/ink/ink4.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951.42279" units="1/cm"/>
          <inkml:channelProperty channel="Y" name="resolution" value="1522.63013" units="1/cm"/>
          <inkml:channelProperty channel="T" name="resolution" value="1" units="1/dev"/>
        </inkml:channelProperties>
      </inkml:inkSource>
      <inkml:timestamp xml:id="ts0" timeString="2026-02-27T14:38:51.739"/>
    </inkml:context>
    <inkml:brush xml:id="br0">
      <inkml:brushProperty name="width" value="0.05292" units="cm"/>
      <inkml:brushProperty name="height" value="0.05292" units="cm"/>
      <inkml:brushProperty name="color" value="#FF0000"/>
    </inkml:brush>
  </inkml:definitions>
  <inkml:trace contextRef="#ctx0" brushRef="#br0">963 5620 0,'0'0'0,"0"0"0,0 0 0,3 0 15,7-3-15,16-1 16,12-5-16,1 0 16,-3 1-16,-4 0 15,-8 3-15,-6 1 16,-6 1-16,-12 3 16,14-2-16,-14 2 15,0 0-15,0 0 16,0 0-1,0 0-15,0 0 16,0 0-16,0 0 16,0 0-16,0 0 15,0 0-15,0 0 16,-4 7-16,4-7 16,0 0-16,-12 4 15,12-4-15,0 0 16,-19 3-1,-26 9-15,-49 20 16,-6 9-16,34-6 16,7 12-1,18-5 1,5-2-16,5-4 16,11-13-16,2-2 15,3-3-15,3-2 16,4-2-1,1 3-15,1 3 16,2 6-16,-1 3 16,2 0-16,0-2 15,-1 0-15,3-1 16,2 2-16,3 5 16,1 6-16,2 5 15,2-2 1,0 3-16,4 5 15,1 1-15,-1 1 16,1 3-16,-1 2 16,-5-1-16,-3-2 15,-3-3-15,1 3 16,-1-4-16,-1-7 16,0-5-16,0-6 15,-1 3-15,1-1 16,5-6-1,2-5-15,0-5 16,0-6-16,9 1 16,11-2-16,6-3 15,5-6-15,-3-8 16,5-8-16,10-6 16,7-7-16</inkml:trace>
  <inkml:trace contextRef="#ctx0" brushRef="#br0" timeOffset="2863.14">1123 5821 0,'0'0'0,"0"0"0,1-1 0,-1 1 16,0 0 0,9-10-16,-9 10 0,15-9 15,-6 6 1,2 2-16,2 4 16,0 5-16,-1 3 15,-4 9-15,-4 3 16,-6 2-16,-5 7 15,-2 2-15,-5 6 16,-1 0-16,0-1 16,2-7-1,3-8-15,1-4 16,0-6-16,2-1 16,0-3-16,2-4 15,5-6-15,0 0 16,-5 7-16,5-7 15,0 0-15,0 0 16,0 0-16,0 0 16,0 0-1,7-7-15,3 0 16,6-5-16,5-3 16,5 1-16,4-1 15,-3 5-15,-5 2 16,-2 2-16,-3-1 15,1 3-15,-2 0 16,0 0-16,-2 2 16,-1 0-1,1 1-15,0-1 16,-1 1-16,4 0 16</inkml:trace>
  <inkml:trace contextRef="#ctx0" brushRef="#br0" timeOffset="4430.16">1205 6473 0,'0'0'0,"0"0"16,2-1-16,-2 1 16,16-10-16,-1 1 15,1-2 1,1 2-16,-2 0 16,0 0-16,-2 1 15,0 3-15,1 1 16,2 5-16,1 5 15,-3 3-15,-2 4 16,-7 6-16,-6 10 16,-6 6-16,-4 3 15,-2-5 1,1-4-16,-2 0 16,0-1-16,2-4 15,6-7-15,2-5 16,3-6-16,1-6 15,0 8-15,0-8 16,0 0-16,11 3 16,2-7-16,3-5 15,5-4-15,1-1 16,0 1-16,2-1 16,-3 5-1,2 2-15,-3 7 16,-4 6-16,-5 1 15,-1 4-15,0 4 16,-4 8-16,-6 5 16,-11 3-16,-1 4 15,-9 8 1,-8-1-16,-3-3 31,-3-7-31,6-9 0,3-3 0,4-4 16,4-5-16,1-3 15,2-7-15,1-5 16,1-10-16</inkml:trace>
  <inkml:trace contextRef="#ctx0" brushRef="#br0" timeOffset="5197.35">1496 5400 0,'0'0'0,"0"0"16,3-3-16,4-4 15,11-6-15,10-5 16,5 3-16,-1 3 16,-5 6-16,-3 2 15,-4 4-15,-1 6 16,0 3-16,2 10 16,-1 8-1,-3 9-15,-6 13 16,-1 3-16,-5 8 15,-4 4-15,0 7 16,-1 10-16,1-1 16,5 0-16,6 0 15,-1-8-15,3 10 16,9 24 15,-2-9-31,5-5 16,-8-28-16,-5-22 15,0 6 17,-1-5-32,0 1 0,-2-6 0,-7-6 0,-5-1 15,-7-1-15,-3-2 16,-4-2 0,0-5-16,2-6 15,1-4-15,-2-4 16,-3-3-16,-6-4 15,0-2-15,5-1 16,3 0-16,2-2 16</inkml:trace>
  <inkml:trace contextRef="#ctx0" brushRef="#br0" timeOffset="6630.56">2154 6042 0,'0'0'0,"2"0"16,-2 0-16,26-5 15,4-1-15,2-2 16,2 1-16,7-2 16,2 0-16,0 0 15,-5 2-15,4 0 16,1-1-16,1 1 16,-6 2-1,-6 0-15,2 0 16,2 0-16,0-1 15,-4 2-15,-6 1 16,0-1-16,-3 1 16,3-1-16,-3 0 15,-2-1-15,-3 1 16,-4 0-16,0 1 16,-2-2-16,-12 5 15,17-11-15,-11 2 16,-2 1-1,-2 0-15,-6 2 16,-10-4-16,-8-2 16,-4-1-16,1 2 15,6 5-15,3 0 16,2 2-16,-1 0 16,-1 0-16,-1-1 15,1 1 1,3 1-16,13 3 15,-18-5-15,18 5 16,-10-3-16,10 3 16,0 0-16,0 0 15,17 4-15,-4 0 16,3-1-16,0 2 16,2 2-16,1 9 15,0 7-15,-3 2 16,-4-3-1,-5-4-15,-4-1 16,-3 9-16,-2 3 16,-5 3-16,-3-4 15,-2-1-15,-3-2 16,2-6-16,-4-1 16,4-11-16</inkml:trace>
  <inkml:trace contextRef="#ctx0" brushRef="#br0" timeOffset="7213.88">2276 5607 0,'0'0'0,"0"0"0,0 0 0,0 0 0,0 0 16,2-2-16,-2 2 15,33-22-15,7 1 16,3 3-1,-1-1-15,-5 2 16,-2 2-16,-5 2 16,-7 3-16,-6 2 15,-5 2-15,-12 6 16,0 0-16,0 0 16,-13 2-1,-24 23 1,1 3-1,10-4-15,16-15 16,10-9-16,-8 11 16,8-11-16,-6 9 15,6-9-15,-4 12 16,4-1-16,1 4 16,2 2-1,1-1-15,1 4 0,1 2 16,0 1-1,0-2-15,-2-2 16,1-2-16,-2-5 16,0 0-16,2 3 15</inkml:trace>
  <inkml:trace contextRef="#ctx0" brushRef="#br0" timeOffset="7946.52">3455 5317 0,'0'0'0,"0"0"0,-3-2 16,3 2-16,-16-13 15,0 2-15,-3 0 16,-3 4-16,-5 8 16,-2 2-16,3 4 15,6-1-15,6-1 16,1 2-16,2 0 15,1 2 1,1 1-16,2 4 16,1 7-16,3 13 15,4 4-15,2 2 16,4-2-16,1 9 16,-2 2-16,3 3 15,-2-4-15,1-2 16,1 12-1,0-2-15,-2 0 16,1-7-16,-1 0 16,2-6-16,3 0 15,4-13-15,-1-8 16,2-4-16,0-7 16,2-5-16,6-3 15,13-3-15,7-4 16,-3-4-1,-6-3-15,-5-1 16,6-4-16,1-4 16,-14 5-16</inkml:trace>
  <inkml:trace contextRef="#ctx0" brushRef="#br0" timeOffset="8596.58">3634 5585 0,'0'0'0,"0"0"16,1-1-16,-1 1 16,12-14-16,9-1 15,8 0-15,1 5 16,-8 4-16,-3 2 15,-4 3 1,-1 1-16,-2 3 16,-3 0-16,-1 4 15,-1 3-15,-3 10 16,-4 11-16,-3 10 16,-5-4-16,0-5 15,-1-5-15,-1-5 16,2 0-16,0-6 15,3-5 1,1-3-16,4-8 16,-3 9-16,3-9 15,0 0-15,0 0 16,0 0-16,24-2 16,2-8-16,10-6 15,0 2-15,-1-1 16,-8 3-16,-1 3 15,-4-2-15,-2 1 16,-6 3 0,-14 7-16,14-10 15,-14 10-15</inkml:trace>
  <inkml:trace contextRef="#ctx0" brushRef="#br0" timeOffset="9296.98">4390 5389 0,'0'0'0,"0"0"15,0-3-15,0 3 16,8-16-16,4 2 16,9-2-16,4 3 15,-1 3-15,-3 4 16,-4 1-16,-1 2 15,0 0 1,-2 0-16,-4 1 16,-10 2-16,12 2 15,-12-2-15,8 13 16,-7-3-16,-2 6 16,-2 6-16,-2 4 15,-1 3-15,0 0 16,2-6-16,0-5 15,4-8-15,0-3 16,4 0-16,2-1 16,7 1-1,6 1-15,6-1 16,4-1-16,-5 0 16,-2-4-16,-8 0 15,-3 0-15,-11-2 16,15 6-16,-15-6 15,5 7-15,-5-7 16,-1 11 0,-4-1-16,-4-3 15,-7 0-15,-6 2 16,-4 0-16,0-2 16,3-1-16,2-4 15,6-2-15,3-2 16,12 2-16,-18-8 15</inkml:trace>
  <inkml:trace contextRef="#ctx0" brushRef="#br0" timeOffset="9814.82">4696 5024 0,'0'0'0,"3"-2"16,-3 2-16,23-18 15,7 2-15,12 6 16,3 2-16,-1 3 15,-9 2 1,-5 5-16,-2 6 0,-2 4 16,-5 0-1,-4 5-15,0 3 16,-1 8-16,-1 3 16,-5 5-16,-4 10 15,1 6-15,-4 6 16,1 6-16,-2-6 15,0-5-15,2-9 16,3-5-16,16 20 31,0-1-15,6 1-16,-5-17 16,-8-16-16,-2-2 15,-4-7-15,-7-1 16,-11 3-16,-14 3 15,-10 3-15,-13 5 16,-19-2 0,-8 3-16</inkml:trace>
  <inkml:trace contextRef="#ctx0" brushRef="#br0" timeOffset="14447.62">2906 6815 0,'0'0'0,"0"0"15,-2-2-15,2 2 16,-6-10-16,-1 1 16,0 0-16,-3-1 15,0 0-15,-2 1 16,-6 0-16,-2 4 16,-3 4-1,1 4-15,2 3 0,4 2 16,3 1-1,1 2-15,2 1 16,-1 9-16,3 13 16,-1 5-16,4 1 15,1-3-15,3-2 16,0 7-16,1 5 16,0 1-16,0-3 15,1 6 1,0 1-16,1-2 15,1-6-15,1-8 16,2 5-16,0 5 16,1-3-16,-2-7 15,-1-9-15,-1 0 16,0 6-16,2 8 16,3-3-16,3-13 15,3-10 1,1-10-16,6-7 15,4-4-15,8-11 16,3-4-16,11-8 16</inkml:trace>
  <inkml:trace contextRef="#ctx0" brushRef="#br0" timeOffset="15663.06">3177 6945 0,'1'-3'0,"-1"3"16,4-16-16,3 0 15,6-2-15,3 0 16,3 3-16,8 1 16,3 2-16,0 1 15,-4 4 1,-10 2-16,-3 3 15,-3 3-15,-10-1 16,13 9-16,-10 0 16,-3 10-16,-2 10 15,-6 6-15,-4 0 16,-4-1-16,-2-3 16,1-2-16,1-5 15,3-6-15,3-2 16,2-3-16,3-2 15,2-3-15,3-8 16,-3 7 0,3-7-16,0 0 15,0 0-15,-2 7 16,2-7-16,0 0 16,0 0-16,0 0 15,0 0-15,0 0 16,0 0-16,0 0 15,0 0 1,2 7-16,-2-7 16,0 0-16,0 0 15,0 0-15,0 0 16,0 0-16,10 5 16,-10-5-16,0 0 15,13 4-15,-1-2 16,1 0-1,0-2-15,-3-1 16,-10 1-16,20-10 16,-8 1-16,1-1 15,2-2-15,-2 1 16,-1 4-16,0 1 16,-12 6-16,15-6 15,-15 6-15,18-7 16,-18 7-16</inkml:trace>
  <inkml:trace contextRef="#ctx0" brushRef="#br0" timeOffset="16530.04">4049 6790 0,'0'0'0,"1"-4"15,-1 4-15,15-13 16,3 4-16,2 3 15,-1 1 1,-2 1-16,-3 3 16,-2 0-16,-12 1 15,18 3-15,-18-3 16,11 10-16,-8-1 16,-1 3-16,-2 4 15,-3 1-15,-2 0 16,1-2-16,-1-1 15,0 2 1,-1-1-16,2 0 16,4 0-16,2-4 15,1-3-15,2-1 16,1-1-16,4-1 16,1-2-16,2 0 15,1 0-15,-1 0 16,-1 1-16,-12-4 15,11 5-15,-8 2 16,-7 4 0,-7 3-16,-7 8 15,-5-2-15,-11 1 16,-7 0-16,0-8 16,7-1-16,8-4 15,1 0-15,1 0 16,2-1-16</inkml:trace>
  <inkml:trace contextRef="#ctx0" brushRef="#br0" timeOffset="17047.75">3430 7415 0,'0'0'0,"0"0"0,0 2 0,0-2 15,5 12-15,-1-1 16,1 0-16,1 0 16,4-3-16,4-2 15,3-2-15,3-6 16,-2-2-16,-3-5 15,-1-2 1,-2 1-16,-2 1 16,-3 2-16,-7 7 15,10-9-15,-10 9 16,0 0-16,12 1 16,-3 10-16,3 12 15,1 5-15,-2 1 16,-2-1-16,-1-4 15,0-2 1,-2-5-16</inkml:trace>
  <inkml:trace contextRef="#ctx0" brushRef="#br0" timeOffset="18162.95">4139 7431 0,'0'0'0,"0"0"0,0-2 15,0 2-15,2-7 16,-2 7-16,4-11 15,0 4-15,0-1 16,2 1-16,5-1 16,3-3-16,5-1 15,0 0 1,-1 3-16,-3 1 16,0 1-16,-4 1 15,-11 6-15,15-8 16,-15 8-16,0 0 15,0 0-15</inkml:trace>
  <inkml:trace contextRef="#ctx0" brushRef="#br0" timeOffset="18663.75">4040 7433 0,'0'0'0,"0"0"16,0 0-16,0 0 15,0 0-15,-1 2 16,1-2-16,-1 8 16,-1 5-16,-1 8 15,0 8 1,1-1-16,0-6 16,1-4-16,-1-4 15,1-2-15,0-4 16,1-1-16,0-7 15,0 0-15,0 0 16,12 7-16,6-10 16,3 1-16,2-2 15,-2-1 1,2 1-16,1-1 16,3-2-16,0 4 15,-6 3-15,-3 1 16,-5 1-16,-3 3 15,-10-5-15,14 10 16,-11-3-16,-1 6 16,-1 8-16,-2 1 15,-2 1 1,-8-5-16,-10-2 16,-11-1-16,-5-5 15,10-6-15,6-1 16,8-2-16,3-1 15,10 0-15</inkml:trace>
  <inkml:trace contextRef="#ctx0" brushRef="#br0" timeOffset="19129.48">4308 6619 0,'0'0'0,"3"-4"16,-3 4-16,17-19 16,9-2-16,6-1 15,3 4 1,0 9-16,-5 7 16,-1 8-16,-5 4 15,-5 2-15,-3 6 16,-2 14-16,-1 11 15,-3 13-15,-6 9 16,-1-5-16,-1 9 16,0 1-16,4 5 15,4-5-15,7 30 32,6 9-17,1-21-15</inkml:trace>
  <inkml:trace contextRef="#ctx0" brushRef="#br0" timeOffset="19962.87">4891 7199 0,'0'0'0,"5"-1"15,-5 1-15,22-2 16,4 1 0,12-3-16,7 2 15,-2-1-15,-3 0 16,0-7-16,6-7 15,3-6-15,-8 3 16,-2 1-16,3-1 16,-3 4-16,0 4 15,-11 4-15,-8 3 16,-2 1 0,-5 2-16,-3 0 15,-10 2-15,13-2 16,-13 2-16,0 0 15,0 0-15,0 0 16,0 0-16,0 0 16,-26 5-16,-6-3 15,-5-3-15,6-1 16,8 0 0,7-1-16,2 1 15,4 0-15,10 2 16,-14-3-16,14 3 15,0 0-15,0 0 16,0 0-16,0 0 16,0 0-16,-5-6 15,5 6-15,18 1 16,1 3-16,8 0 16,-2 3-1,-6-2-15,-7 0 16,-12-5-16,10 8 15,-9 1-15,0 2 16,-3 4-16,-8 5 16,1-6-16,-9 5 15,-17-7-15</inkml:trace>
  <inkml:trace contextRef="#ctx0" brushRef="#br0" timeOffset="20496.34">4867 6729 0,'0'0'0,"0"0"0,0 0 0,0-2 0,0 2 16,0 0-16,6-15 16,8-3-16,11-9 15,4-1-15,6 3 16,6 1-16,-8 7 16,-4 3-1,-8 4-15,-8 3 16,-4 1-16,-9 6 15,1-6 1,-21 12 0,-22 14-16,4 5 15,19-9 1,8-6-16,3 2 0,3 6 16,1 7-1,3 1-15,2 0 16,1-4-16,3 1 15,4 4-15,3 4 16,1 1-16,0 0 16,-1-3-16,0 1 15,-2-2-15,-2-6 16,-4-8-16,-1-6 16</inkml:trace>
  <inkml:trace contextRef="#ctx0" brushRef="#br0" timeOffset="21030.67">5861 6457 0,'0'0'0,"0"-2"15,0 2-15,-3-10 16,-1 1-16,-8-1 15,-9-2-15,-4 1 16,-1 5-16,2 5 16,2 4-16,-2 5 15,2 3-15,2 4 16,0 5-16,1 6 16,2 3-1,5 4-15,5-1 16,6 6-16,7 7 15,4 2-15,6 2 16,-2-11-16,0 2 16,2 5-16,0 4 15,0 7-15,-5-9 16,-2 4-16,-2 14 16,-4-5-16,-2-3 15,0 9 1,-1-10-16</inkml:trace>
  <inkml:trace contextRef="#ctx0" brushRef="#br0" timeOffset="22530.13">6041 6674 0,'0'0'0,"0"0"0,4-4 16,-4 4-16,22-16 16,-6 2-16,5 1 15,6 2-15,3 3 16,-2 4-16,-5 3 16,-6 2-16,-4 3 15,-2 1-15,-3 3 16,-3 7-1,-1 8-15,-4 5 16,-4 1-16,-2-2 16,-4 0-16,-5-2 15,2-4-15,3-4 16,3-6-16,3-3 16,4-8-16,-8 11 15,8-11-15,-3 8 16,3-8-1,2 7-15,-2-7 16,24 3-16,0-5 16,4-4-16,8-3 15,6-1-15,-1-1 16,-5 1-16,-9 2 16,-1-1-16,-2 2 15,-5 1-15,-3 2 16,-16 4-1</inkml:trace>
  <inkml:trace contextRef="#ctx0" brushRef="#br0" timeOffset="23799.51">6268 7236 0,'0'0'0,"0"0"16,0 0-16,7-3 15,2-2-15,9-4 16,8-4-16,3-2 15,0 6 1,-5 4-16,-6 2 16,-4 2-16,-4 2 15,-10-1-15,14 7 16,-10 1-16,-3 7 16,-4 5-16,-3 2 15,-1 2-15,0-2 16,2-4-16,-1-2 15,3-7 1,1-2-16,2-7 16,-3 8-16,3-8 15,-1 6-15,1-6 16,7 14-16,3-4 16,0-3-16,6 1 15,5 0-15,-3-2 16,-5 0-1,-13-6-15,13 4 0,-13-4 16,0 0 0,-1 7-16,-13 3 15,-12 0-15,-7 2 16,-7-3-16,-2-4 16,0 1-16,4-3 15,-2 1-15,-2-2 16,4-2-16,9-2 15,5-2 1,2-1-16</inkml:trace>
  <inkml:trace contextRef="#ctx0" brushRef="#br0" timeOffset="25763.07">6786 6443 0,'0'0'0,"0"0"0,-2 3 15,2-3-15,-1 14 16,-1-1-16,4 6 15,2 4-15,3 3 16,0-4 0,1-2-16,-1-3 15,2-2-15,2-2 16,1-2-16,4-1 16,3-2-16,2-3 15,4-4-15,3-5 16,-3-3-16,-2-2 15,-4-2-15,1-3 16,0-2-16,0-4 16,-1-1-16,-6-1 15,-2 3 1,-4 1-16,-4 1 16,-4 0-16,-2 0 15,-1 2-15,2 5 16,-2 2-16,4 8 15,-3-10-15,3 10 16,0 0-16,0 0 16,-6-6-1,6 6-15,0 0 16,0 0-16,0 0 16,-6 6-16,4 3 15,2 4-15,2 7 16,1 1-16,0 1 15,1 0-15,0 3 16,1 1-16,-1-3 16,0-4-16,1-6 15,-2-4 1,-3-9-16,8 10 16,-8-10-16</inkml:trace>
  <inkml:trace contextRef="#ctx0" brushRef="#br0" timeOffset="43814.7">10254 6271 0,'0'0'0,"0"2"0,0-2 16,0 0-16,0 9 15,0-9-15,0 0 16,0 0-16</inkml:trace>
  <inkml:trace contextRef="#ctx0" brushRef="#br0" timeOffset="45179.27">9157 4899 0,'0'0'0,"0"0"0,0-2 0,0 2 15,4-8-15,-1 1 16,2-1-16,1-2 16,3 4-1,2-2-15,4 1 0,6 0 16,7 0-1,7-1-15,4-2 16,4 0-16,1-2 16,-3 3-16,-2-1 15,-2 1-15,-1 0 16,0 1-16,-6 4 16,-4-1-16,-4 3 15,-4-1-15,-3 1 16,1 1-1,4-1-15,4 0 16</inkml:trace>
  <inkml:trace contextRef="#ctx0" brushRef="#br0" timeOffset="47465.44">12943 4300 0,'0'0'0,"0"0"0,0 0 0,0 0 16,5 0-1,9 2-15,11 2 16,10-1-16,5 0 16,3-3-16,-1 0 15,2-2-15,0 0 16,2 0-16,3-3 16,1 1-16,2-3 15,-2-1-15,4-3 16,0-1-1,-1-3-15,3-5 0,4-7 16,1-2 0,2-3-16,-2-1 15,-3 1-15,2-4 16,-4-2-16,-2-1 16,-4-1-16,-3 0 15,-4-8-15,-3-1 16,-4 2-16,-5 2 15,-4 1-15,-5-3 16,-6 0 0,-1-2-16,-2-1 15,-3-5-15,-1-2 16,-2 2-16,-3-3 16,-1 4-16,-6-2 15,-1 3-15,-5-6 16,0 4-16,-2-2 15,-1 0-15,-3 1 16,-2 0 0,-3 0-16,-4 0 15,1 4-15,-5-1 16,-1 5-16,-1 4 16,-5-1-16,-1 4 15,-7 1-15,-2 2 16,4 6-16,-3 0 15,1 3-15,0 1 16,-2 0 0,2 3-16,-1 2 15,-1 0-15,3 4 16,-1 3-16,-2 2 16,-2 3-16,-1 4 15,-5 2-15,-1 4 16,-4 4-16,0 3 15,-3 4-15,0 2 16,-2 4 0,-3 3-16,4 4 15,-2 5-15,1 1 16,5 2-16,-1 1 16,4-1-16,2 2 15,5 1-15,5 4 16,5 1-16,3-1 15,3 2-15,1 7 16,6-1 0,4 3-16,3 0 15,5 3-15,4 1 16,0-3-16,2-2 16,1 3-16,2 1 15,1-1-15,3 1 16,0 0-16,2 2 15,3-1-15,3-7 16,0 3 0,2 4-16,1 3 15,-1 0-15,0-2 16,1 2-16,-1 1 16,1-2-16,1 1 15,9-4-15,1-6 16,0-4-16,2 0 15,0-1-15,1 0 16,6 1 0,0-6-16,3-3 15,4 2-15,-6-5 16,2 3-16,3 0 16,-6-8-16,0-4 15,-6-5-15,-2-4 16,3 0-16,5-2 15,3-5-15,0-5 16,-2-7 0,-2-2-16,12-8 15,2-8-15,16-6 16</inkml:trace>
  <inkml:trace contextRef="#ctx0" brushRef="#br0" timeOffset="51496.35">14156 4285 0,'0'0'0,"3"-2"0,-3 2 0,7-9 15,0 1-15,5-4 16,4 0-16,6 0 16,4-1-16,5 0 15,0 3 1,3 0-16,2 1 15,-2 2-15,-3 1 16,-5 3-16,-6 3 16,-3 3-16,-2 1 15,-3 4-15,-6 2 16,-4 5-16,-6 7 16,-2 5-1,-11 10 1,-2 2-1,0-6-15,1-4 16,8-13-16,2-5 16,2-3-16,6-8 15,0 0-15,-2 6 16,2-6-16,0 0 16,18 5-1,0-3-15,1 2 16,4 0-16,0 1 15,1 4-15,0 4 16,-5 3-16,-5 2 16,-4-1-16,-3 1 15,-3-6-15,-1 0 16,-6 3-16,-9 2 16,-7 4-1,-11 2-15,-6-8 16,-8-4-16,-8-1 15,-4-10-15,6 2 16,3-7-16,0-2 16,3-12-16,11-6 15,9 2-15,9-8 16,1-5-16,0-14 16</inkml:trace>
  <inkml:trace contextRef="#ctx0" brushRef="#br0" timeOffset="52462.59">14713 4321 0,'0'0'0,"0"0"0,0 0 15,0 2-15,0-2 16,7 12-16,2 4 16,4 6-16,2-2 15,1-1 1,5 0-16,1 1 15,4-1-15,-1-1 16,1-2-16,1 0 16,0-1-16,-1-1 15,-2 0-15,-3-2 16,-1 0-16,0-2 16,-2 1-1,2 0-15,-2 0 16,-4-4-16,-2 0 15,-12-7-15,10 6 16,-10-6-16,0 0 16,0 0-16</inkml:trace>
  <inkml:trace contextRef="#ctx0" brushRef="#br0" timeOffset="52829.51">14956 4370 0,'0'0'0,"0"0"0,0 0 0,0 0 0,0 0 16,0 2-16,0-2 16,-1 13-16,-1 1 15,1 2-15,-1 2 16,1 1-1,-1 4-15,0 4 16,-1 4-16,-5 9 16,-1 2-16,-3-4 15,1-8-15,0-4 16,0-3-16,-1 4 16,0-2-16,2-2 15,4-7-15,2-6 16,3-3-1,1-7-15,0 0 16,0 0-16,15-12 16</inkml:trace>
  <inkml:trace contextRef="#ctx0" brushRef="#br0" timeOffset="53113.26">15309 4329 0,'0'0'0,"0"0"16,0 2-16,0-2 16,0 6-16,0 6 15,0 12-15,0 8 16,1 3-16,1 3 15,1-1 1,0 2-16,0 1 16,0 0-16,-1-2 15,0-1-15,1-6 16,-2 2-16</inkml:trace>
  <inkml:trace contextRef="#ctx0" brushRef="#br0" timeOffset="54247.73">11740 6433 0,'0'0'0,"0"0"0,0 0 16,0 0-16,-3 0 16,3 0-16,0 0 15,0 0-15,-11-9 16,11 9-16,0 0 16,1-9-16,-1 9 15,13-14-15,3 3 16,9-2-16,5-1 15,7 1 1,-3 3-16,-6 2 16,-9 5-16,-3 0 15,-5 4-15,0 2 16,2 3-16,-3 3 16,-4 3-16,-4 1 15,-4 5-15,-5 3 16,-5 3-16,-4-4 15,4-5 1,7-8-16,5-7 16,-8 10-16,8-10 15,-10 7-15,10-7 16,0 0-16,0 0 16,0 10-16,8 1 15,7 4-15,3-3 16,-5-4-16,0-2 15,1-4-15,-2 0 16,-12-2 0,13 1-16,-13-1 15,0 0-15,-4 9 16,-5 1-16,-10 2 16,-14 1-16,-8-2 15,7-7-15,7-1 16,7-1-16,-6-1 15,-2 0 1,2 0-16,7 0 16,8-1-16,11 0 15,0 0-15,0 0 16,0 0-16</inkml:trace>
  <inkml:trace contextRef="#ctx0" brushRef="#br0" timeOffset="54562.5">12210 6424 0,'2'2'0,"-2"-2"16,13 10 0,4 7-16,6 5 15,2 2-15,0 0 16,-3-4-16,0 0 16,-2-1-16,0 0 15,4 1-15,0-3 16,-2-6-16,-3-8 15,-9-7 1,1-5-16,-11 9 16</inkml:trace>
  <inkml:trace contextRef="#ctx0" brushRef="#br0" timeOffset="54846.43">12393 6428 0,'-1'2'0,"-3"7"0,4-9 0,-4 11 16,-6 18-16,0 6 16,-1 0-16,2-7 15,2-7-15,3-4 16,-1-4-16,0 3 15,-1 0-15,2-3 16,-1 2 0,-2 6-16</inkml:trace>
  <inkml:trace contextRef="#ctx0" brushRef="#br0" timeOffset="55116.35">12677 6347 0,'0'0'0,"0"0"0,0 0 16,0 3-16,1 5 15,1 10-15,4 11 16,1 4 0,0-1-16,0 0 15,0 3-15,4 7 16,14 2 0</inkml:trace>
  <inkml:trace contextRef="#ctx0" brushRef="#br0" timeOffset="67579.49">12795 4877 0,'-1'3'0,"1"-3"0,-2 8 0,0-1 16,-4 6-16,-1 12 15,1 4-15,1-5 16,2-6-16,0 0 16,1 1-16,-1 2 15,1-1-15,1-2 16,0-2-1,0-4-15,1 0 16,-2-4-16</inkml:trace>
  <inkml:trace contextRef="#ctx0" brushRef="#br0" timeOffset="67946.17">12718 5483 0,'0'0'0,"0"0"16,0 0-16,0 0 16,0 0-16,0 0 15,0 0-15,1 2 16,0 5-16,1 3 16,-1 2-16,0 9 15,-1-3-15,0 8 16,-1-1-16,-1-14 15,-1-4 1,3-7-16</inkml:trace>
  <inkml:trace contextRef="#ctx0" brushRef="#br0" timeOffset="68228.91">12720 5792 0,'-2'6'0,"-1"2"0,1 0 16,-4 7-16,3 1 16,2-2-16,-2 1 15,3-3-15,-1 1 16,-1 8-1,1-1-15,-1 3 16,1-2-16,-1-2 16,2-4-16,-1-8 15,1-7-15,1 8 16</inkml:trace>
  <inkml:trace contextRef="#ctx0" brushRef="#br0" timeOffset="69329.25">13331 4903 0,'0'0'0,"0"0"0,-1-2 15,1 2-15,-3-15 16,3 15-16,-1-9 15,1 9 1,0 0-16,0 0 16,0 0-16,0 0 15,0 0-15,0 0 16,0 0-16,0 0 16,0 0-16,0 0 15,-9 6-15,5 3 16,-4 4-1,1 0-15,4-2 16,-2 1-16,3 1 16,1-5-16,1-8 15,1 9-15,-1-9 16,2 13-16,0-3 16,0-3-16,-2-7 15,1 7-15,-1-7 16,0 0-16,0 0 15,0 0-15,0 0 16</inkml:trace>
  <inkml:trace contextRef="#ctx0" brushRef="#br0" timeOffset="69862.64">13165 5280 0,'0'2'0,"0"-2"0,0 0 0,0 0 15,3 8 1,-3-8-16,0 0 16,14 9-16,-14-9 15,17 11-15,-17-11 16,19 10-16,-9-4 16,-1-1-16,-9-5 15,15 15-15,-11 0 16,-1 2-16,-6 7 15,-5 3-15,-5-4 16,-3 1 0,-1 0-16,1-5 15,3-1 1,3-4 0,3-4-16,3-4 15,4-6-15,0 8 16,0-8-16,18 5 15,4-1-15,5-4 16,-3-4 0,-4 1-16,-4 1 15,-5-1-15,-11 3 16,11-2-16</inkml:trace>
  <inkml:trace contextRef="#ctx0" brushRef="#br0" timeOffset="70312.56">13090 5870 0,'0'0'0,"0"0"15,1-1-15,-1 1 16,16-17-16,-5 5 15,-1 4-15,0 2 16,0 3-16,3 4 16,-1 2-1,-2 1-15,-10-4 16,14 12-16,-10-3 16,-4 4-16,-1 2 15,-3-3-15,1-1 16,1-1-16,0-3 15,2-7-15,-3 11 16,7 5 15,2 8-31,1 2 16,-4-8-16,-4-5 16,-6-1-16,-4 1 15,-7 0-15,-6-3 16,-15-5-16,-1-3 15,-8-19 1,14 0-16,3-14 0</inkml:trace>
  <inkml:trace contextRef="#ctx0" brushRef="#br0" timeOffset="70830.45">12647 4803 0,'0'0'0,"0"0"16,0 0-16,-3 5 16,3-5-1,0 0-15,-14 3 16,14-3-16,-24-2 16,-1 3-16,-8 5 15,4-1-15,4-1 16,5 9-16,2 6 15,2 3-15,3 15 16,3 8-16,4 9 16,6 3-1,2-1-15,1 3 16,0 2-16,0 0 16,1 12-16,-2-10 15,0 40 1,-11-3-1,-1-4-15,0-3 16,4-41-16,0 4 16,1-12-1</inkml:trace>
  <inkml:trace contextRef="#ctx0" brushRef="#br0" timeOffset="71463.52">13598 4998 0,'0'0'0,"0"0"0,0 0 16,4 0-16,-4 0 15,24-5-15,-5 2 16,-2 5-16,-2 1 16,-2 5-16,1 4 15,-2 9 1,-2 12-16,-5 7 16,-5 9-16,-3 1 15,-3-1-15,-6 7 16,1 5-16,-2 4 15,-1 6-15,4-10 16,2 34 15,4 14-31,2-21 16,3 1-16,0-43 16,0-14-16,-1 2 15,0-12-15,-9 0 16,-3-6-16,-5-3 15,-11-8-15,4-2 16,-2-4-16,0-6 16,8 0-16,3 0 15</inkml:trace>
  <inkml:trace contextRef="#ctx0" brushRef="#br0" timeOffset="72629.05">13933 6170 0,'0'0'0,"0"0"0,4-2 0,9-7 16,7 0 0,7 3-16,-3 5 15,-7 1-15,2 2 16,-19-2-16,15 12 15,-8-3-15,-5 4 16,-1 0-16,-3 6 16,-5 4-16,-5 1 15,-5 0-15,1-4 16,-2-3 0,5-5-16,0 0 15,-4 4-15,4-4 16,3-2-16,4-3 15,6-7-15,-6 8 16,6-8-16,-3 7 16,3-7-16,-2 8 15,2-8-15,0 0 16,0 0 0,8 7-16,8-3 15,2 0-15,3-1 16,2-2-16,-1-3 15,3 0-15,-10 0 16,7-2-16,7 0 16,2 1-16,-15 3 15,-16 0-15,0 0 16,10 2 0,-10-2-16,0 0 15,-18 12-15</inkml:trace>
  <inkml:trace contextRef="#ctx0" brushRef="#br0" timeOffset="73862.14">13926 6561 0,'0'0'0,"0"-5"0,0 5 0,2-8 0,5-8 16,1-4-1,7 3-15,2 2 16,4 2-16,-2 4 15,-5 4-15,0 0 16,-3 3-16,4-1 16,-3 3-16,-12 0 15,26 7 1,-8 1-16,6 2 16,-1 1-16,-7-2 15,2 1-15,-7 2 16,1 0-16,-5 1 15,2 3-15,-3 4 16,-4 8-16,-3-3 16,-17 9-16,-3-9 15,-9-10-15,2 5 16,3-5-16,0-2 16,1-6-16,-9-6 15,-2-7 1,8 2-16,-1-3 15,1-7-15,5 5 16,0-1-16,2 1 16,0 2-16,2-1 15,1 2-15,4 4 16</inkml:trace>
  <inkml:trace contextRef="#ctx0" brushRef="#br0" timeOffset="74596.09">13917 6479 0,'0'0'0,"0"0"0,0 0 0,0 0 15,0 0-15,6-4 16,-6 4-16,24-12 16,-13 5-16,-1-1 15,-1-2-15,0-1 16,-2 1-1,-2 0-15,0 2 16,-5 2-16,-2-2 16,-3 1-16,5 7 15,-8-9-15</inkml:trace>
  <inkml:trace contextRef="#ctx0" brushRef="#br0" timeOffset="75246.25">14345 6201 0,'0'0'0,"2"3"16,3 5-16,14 10 16,16 14-16,1-2 15,4 0-15,1-1 16,-3-5-1,0-2-15,-9-4 16,0 0-16,-3 1 16,-4 2-16,0-1 15,-6-3-15,-4-6 32</inkml:trace>
  <inkml:trace contextRef="#ctx0" brushRef="#br0" timeOffset="75563.05">14706 6228 0,'0'0'0,"0"0"0,0 0 0,0 0 0,-2 2 0,-2 6 15,-7 14 1,-6 11-16,-1 5 16,-3 5-16,0 0 15,-2 6-15,3-7 16,-1-1-16,4-9 16,2-2-16,0-1 15,1-1-15,4-9 16,6-11-1,4-8-15,0 0 16,6 8-16</inkml:trace>
  <inkml:trace contextRef="#ctx0" brushRef="#br0" timeOffset="76129.39">15022 6178 0,'0'0'0,"0"0"16,4-1-16,-4 1 15,15-4-15,-3 3 16,2 2-1,2 5-15,1 5 16,-1 5-16,-2 4 16,-2 2-16,-6 1 15,-7 2-15,-4 4 16,-4-2-16,-1 1 16,-3-1-16,-4 0 15,-1 1-15,0-5 16,3-3-16,4-4 15,-1-2 1,3 0-16,0 0 16,5 0-16,1-4 15,1-4-15,2-6 16,-1 10-16,1-10 16,0 0-16,14 4 15,1-5 1,3-1-16,5-2 15,5-1-15,4-2 16,0 0-16,-5 1 16,0 1-16,-3 1 15,-2-2-15,-4 2 16,-1-1-16,-3 4 16,-1-1-16</inkml:trace>
  <inkml:trace contextRef="#ctx0" brushRef="#br0" timeOffset="78028.91">15346 5988 0,'0'-2'0,"0"2"0,0 0 0,0 0 0,0-7 16,0 7-16,1-13 16,0 3-16,-1 0 15,-2 3-15,-3-2 16,-4-3-16,-3-3 15,-6-6 1,-3-1-16,-3 3 16,-8 0-16,-3 4 15,-2 1-15,1 2 16,1 2-16,-5 2 16,-4 0-16,2 0 15,6 2-15,1 2 16,-2 1-16,-2 1 15,0 2-15,5-1 16,1 0 0,-6 1-16,-2-1 15,2 0-15,1 2 16,1 2-16,-7 1 16,1 1-16,-4 0 15,9-2-15,-4 6 16,0-1-16,3 0 15,1-1-15,2 2 16,-3 3 0,0 0-16,1 3 15,8-1-15,4 0 16,-1 3-16,2-1 16,-5 3-16,-6 6 15,2 10-15,5 4 16,4-4-16,5-3 15,0 0 1,3-1-16,1-1 16,-1 1-16,5 3 15,1 1-15,1 0 16,3-3-16,0-3 16,1 6-16,1 1 15,-3 6-15,2 5 16,0-5-16,1-9 15,1 2-15,3-12 16,0 9 0,2-2-16,4-2 15,3 12-15,-1-8 16,8 11-16,-2-10 16,4-4-16,0-14 15,0-1-15,2 0 16,6 4-16,9 14 15,-4-8-15,1 4 16,4-6-16,5-5 16,4 4-1,1-5-15,2-6 16,-17-3-16,8 0 16,-4-3-16,4 0 15,12-2-15,-4-2 16,7 0-16,3-4 15,-3-1-15,-9-3 16,2 0-16,-6 0 16,0 1-1,6-1-15,4-1 16,1-4-16,-5-1 16,-7 3-16,8-3 15,0 0-15,-1 1 16,-1-4-16,-6 0 15,0-4 1,0-2-16,-3 1 16,-4-5-16,-5 4 15,-4 2-15,-1 0 16,1 0-16,3-4 16,0-2-16,-4-4 15,-5 0-15,-1 3 16,-5 5-16,0 0 15,-4 2-15,-1-2 16,0-6 0,-3-1-16,-3-1 15,0 7-15,-1 3 16,-1 1-16,-1 1 16,-2-3-16,-1-3 15,0-4-15,-2 0 16,1 1-16,2 2 15,1 1-15,0 5 16,0-1-16,0-1 16,1-1-1,-2 2-15,1 4 16,-1 4-16,1 0 16,-1 1-16,-2-3 15,-1-1-15,-1 2 16,1 0-16,0 3 15,2 2-15,1 0 16,0 3-16,2 0 16,3 6-1,-8-10-15,8 10 16,-7-6-16,7 6 16,0 0-16,-7-8 15,7 8-15</inkml:trace>
  <inkml:trace contextRef="#ctx0" brushRef="#br0" timeOffset="79662.97">14789 5728 0,'0'0'0,"2"-3"16,-2 3-16,8-14 16,-1-4-16,3-7 15,0-2-15,0 2 16,-2 2-16,-2 0 15,0-4-15,-2-6 16,0-3-16,-1 0 16,1 1-16,-2 2 15,0 2-15,0-4 16,-2 1 0,0 2-16,0 4 15,0 6-15,0 3 16,-1 3-16,-1 0 15,1 3-15,-1 2 16,1 2-16,-2 1 16,1 2-16,2 6 15,-15-8 1,-16 17 0,-20 16-1,-6 15-15,14-4 16,15-8-16,6-5 15,6-6-15,4-6 16,5-3-16,7-8 16,0 0-16,0 0 15,3-14 1,17-25-16,11-8 16,-4 9-16,-7 13 15,-3 6-15,-3 4 16,-1 3-16,0 0 15,-2 6-15,-1 4 16,3 2-16,2 3 16,2 4-16,2 3 15,0 2-15,2 4 16,-2 0-16,2 4 16,1 0-1,-3-1-15,-1-3 16,-1 1-16,4-7 15</inkml:trace>
  <inkml:trace contextRef="#ctx0" brushRef="#br0" timeOffset="82996.25">14927 6922 0,'0'0'0,"0"0"0,0 0 0,-3 2 0,3-2 0,0 0 16,0 0-1,0 0-15,0 0 16,0 0-16,0 0 15,23 5-15,-3-4 16,5 0-16,5-4 16,6-4-16,7-6 15,3-7-15,-3 1 16,-2-6-16,0 0 16,4-4-16,2-6 15,-4 1-15,-4-1 16,-7 3-1,-3 2-15,-6 4 16,3 1-16,-2 0 16,-6 1-16,-4-1 15,-5-1-15,-6-1 16,-6-2-16,-10-6 16,-9 1-16,-7-5 15,0 4 1,3 3-16,1 3 15,2 5-15,1 3 16,-2-2-16,1 3 16,-3 0-16,2 1 15,0 3-15,2 2 16,-2 1-16,-1 1 16,-2 1-16,-1 5 15,-3 4-15,-1 5 16,-1 4-1,0 4-15,-1 3 16,2 4-16,0 6 16,4 1-16,2 6 15,-1 6-15,3 2 16,0 5-16,5-3 16,4 3-1,3-1-15,4 6 0,4-1 16,4-2-1,4 3-15,2-5 16,6 3-16,1-4 16,3-5-16,-1-5 15,3 1-15,2 1 16,5 1-16,5-1 16,-2-12-16,2-6 15,-4-5-15,-1-6 16,8-3-1,5-3-15,3-1 16,-2-3-16,-7-2 16,-4-8-16,1 0 15,0-3-15,-2 0 16,-3 1-16,-4-1 16,-6 3-1,-3 2-15,-4 4 0,-7 8 16,7-10-1,-7 10-15,3-11 16,-3 11-16,-2-9 16,2 9-16,-11-10 15,11 10-15,-16-8 16,16 8-16,-11-6 16</inkml:trace>
  <inkml:trace contextRef="#ctx0" brushRef="#br0" timeOffset="84262.69">14649 3943 0,'0'0'0,"-2"0"0,2 0 15,-18-1-15,0-1 16,-4-2-16,1 1 15,-2-1 1,-3 0-16,-5 2 16,-5 6-16,-3 5 15,4 3-15,1 2 16,0 2-16,3 2 16,-1 3-16,1 2 15,-3 3-15,3 3 16,1 5-16,1 3 15,1 0 1,2 3-16,3 0 16,3 6-16,3 3 15,4-1-15,4 2 16,4-2-16,4 4 16,6-3-16,3-2 15,3-3-15,5 0 16,4 1-1,0-4-15,1-5 0,1-2 16,-1-4 0,6-2-16,2-1 15,3-7-15,8-8 16,2-7-16,12-10 16,-1-9-16,-2-4 15,5-9-15,-4 0 16,6-10-1,-5-7-15,1-5 16,-2-2-16,-3-5 16,-5 0-16,-12 3 15,-1-3-15,-7 8 16,-5 1-16,-12 1 16,-8 5-16,-10 0 15,-3 4-15,-8 0 16,-9-1-16,-6 3 15,-8 0-15,-5 7 16,-2 4 0,-6 3-16,-1 4 15,0 3-15,1 2 16,7 3-16,5 2 16,7 0-16,4 2 15,3 0-15</inkml:trace>
  <inkml:trace contextRef="#ctx0" brushRef="#br0" timeOffset="86846.16">1169 1938 0,'0'0'0,"-1"-2"0,1 2 0,0 0 0,-7-8 15,0 0-15,-1-1 16,-5 1-16,-5 2 16,-5 3-1,-2 3-15,-3 5 16,-3 2-16,2 6 16,-4 6-16,-3 3 15,2 5-15,1 1 16,7 6-16,5 4 15,5-3-15,4 0 16,6-5-16,2 1 16,7 0-16,2 0 15,4-5 1,4-7-16,3-5 16,5-5-16,6-6 15,1-10-15,4-10 16,5-9-16,5-6 15,-3 0-15,-3-6 16,-10 2-16,-7 2 16,-6 6-16,-4 6 15,-3 4-15,0 2 16,-3 1 0,0 4-16,-1 2 15,-1 2-15,-1 7 16,1-7-16,-1 7 15,0 0-15,0 0 16,-1 11-16,-4 20 16,0 14-16,-1 4 15,3-7 1,9 2-16,4-2 16,3-4-16,7-7 15,5-9-15,4-5 16,7-8-16,-1-7 15,7-15-15,1-3 16,-3-5-16,-1-5 16,-8 4-16,1-2 15,-2-2 1</inkml:trace>
  <inkml:trace contextRef="#ctx0" brushRef="#br0" timeOffset="87279.25">1543 2009 0,'0'0'0,"0"0"15,0 0 1,0 0-16,0 0 16,0 2-16,0-2 15,4 17-15,2 0 16,4 5-16,6 3 15,3 0-15,4 0 16,2-3-16,-3-3 16,1-2-16,0-3 15,1-1-15,3-2 16,-3-3 0,-1-3-16,-6-2 15,-2-2-15,-3-1 16</inkml:trace>
  <inkml:trace contextRef="#ctx0" brushRef="#br0" timeOffset="87579.48">1823 1912 0,'0'0'0,"0"0"15,0 0-15,-4 4 16,-5 5-16,-7 9 16,-5 6-16,0 6 15,-1 6 1,1 6-16,3 0 16,1-1-16,3-7 15,1-2-15,1-3 16,0-1-16,2-1 15,-1-1-15,2-6 16,3-3-16,2-7 16,4-3-16</inkml:trace>
  <inkml:trace contextRef="#ctx0" brushRef="#br0" timeOffset="88279.94">2096 1891 0,'0'0'0,"0"0"0,0 0 16,0 0-1,0 6-15,0 8 16,0 12-16,0 9 15,0 4-15,0 4 16,0-3-16,0-3 16,0-8-16,0-4 15,2 0-15,0-1 16,0-3 0,1 1-16,-1-4 15,0-4-15,1-4 16,-2-2-16,-1-8 15,2 8-15,-2-8 16,0 0-16,0 0 16,0 0-16,0 0 15,-2-10-15,1-2 16,-1-5-16,2-1 16,2-1-1,5-3-15,5-3 16,1 1-16,3 3 15,-2 6-15,2 5 16,2 4-16,3 4 16,0 3-16,2 3 15,-3 2-15,-3 5 16,-1 3-16,-4 5 16,-3 1-1,-5 1-15,-7 3 16,1 0-16,-4 4 15,-2-2-15,-5 0 16,-5-1-16,-5-5 16,-5-5-16,0-6 15,0-5-15,4-4 16,8-2 0,0-4-16,3-1 15,0-9-15,0-5 16,2-4-16</inkml:trace>
  <inkml:trace contextRef="#ctx0" brushRef="#br0" timeOffset="88728.9">2362 1594 0,'0'0'0,"0"0"0,2 2 15,5 7-15,14 12 16,10 15-16,5 6 16,-2 5-16,-1 4 15,-2 3-15,-2 0 16,-9 0-16,-6 6 16,-6-6-1,-8 2-15,-6-4 16,-12 1-16,-9 3 15,-4-2-15,-6-5 16,-10 7-16,-8 3 16,-11-1-16,-7 1 15</inkml:trace>
  <inkml:trace contextRef="#ctx0" brushRef="#br0" timeOffset="89213.15">748 1731 0,'0'0'0,"0"0"0,0 0 15,0 0-15,-1 2 16,0 6-16,-4 17 16,-4 21-16,-4 13 15,1 8-15,-2 1 16,2 1-16,4 2 16,3-3-1,3-4-15,4 1 16,4-5-16,4 0 15,4-7-15,6-6 16,5-3-16,11-4 16</inkml:trace>
  <inkml:trace contextRef="#ctx0" brushRef="#br0" timeOffset="89861.88">1548 1385 0,'0'0'0,"0"0"0,-2 5 16,-3 13-16,-7 20 16,-2 10-16,2-3 15,1-7 1,1-3-16,1-5 15,2-7-15,3-10 16,4-13-16,-1 7 16,1-7-16,11-11 15,9-20-15,9-14 16,-1-7-16,3-7 16,-2 5-16,-3 5 15,-1 3 1,-5 8-16,-3 6 15,-4 9-15,-3 8 16,-2 6-16,-8 9 16,18-9-16,-6 9 15,2 4-15,3 8 16,2 4-16,1 6 16,0 2-16,-4-2 15,-1 0 1,-2-3-16,0 2 15,1 0-15,2 3 16,-1 0-16,-2-3 16,-2-1-16,-5-2 15,-1 0-15,0 1 16</inkml:trace>
  <inkml:trace contextRef="#ctx0" brushRef="#br0" timeOffset="90146.71">1593 1429 0,'0'0'0,"0"0"0,0 0 15,0 0-15,0 0 16,0 0-16,8 2 16,5 0-16,8-1 15,3-2-15,0 0 16,3-1-16,4 0 16,0 1-16,0 1 15,-8 0-15,-3 6 16</inkml:trace>
  <inkml:trace contextRef="#ctx0" brushRef="#br0" timeOffset="90962.34">804 1619 0,'0'0'0,"0"0"0,2 3 15,-2-3 1,18 16-16,1 3 16,4-1-16,5 1 15,3-4-15,1-2 16,4-3-16,0-1 16,2-2-16,2-4 15,0-5 1,4-6-16,0-2 15,-1 1-15,-1 0 16,-3 0-16,1-1 16,0 4-16,2 3 15,-1 3-15,-3 1 16,2 1-16,-6 1 16,2 0-16,-2-1 15,0 1-15,0-1 16,0 1-1,-1-3-15,2 0 16,-3 0-16,-2-2 16,2 1-16,1 1 15,1-2-15,5-1 16,-2 0-16,4-3 16,-1-2-16,-5-1 15,0-2-15,-1 1 16,2-1-1,-3 2-15,-2 2 16,-5 1-16,-3 1 16,3 0-16,7-1 15,6-2-15</inkml:trace>
  <inkml:trace contextRef="#ctx0" brushRef="#br0" timeOffset="92029.76">3888 1481 0,'0'0'0,"0"0"0,-1 2 15,0 5-15,-1 7 16,-1 7 0,1 3-16,-1 3 15,0 5-15,-1 5 16,1-2-16,-1-1 16,0-5-16,3-5 15,0-4-15,-1-3 16,1 0-16</inkml:trace>
  <inkml:trace contextRef="#ctx0" brushRef="#br0" timeOffset="92814.16">3863 1559 0,'0'0'0,"-3"-1"0,3 1 0,0 0 0,-6-7 15,6 7-15,-13-12 16,8 3-16,-2-1 16,1-3-16,0-6 15,4-7-15,4-1 16,5-3-16,5-1 15,2 2-15,0 5 16,-1 3 0,2 4-16,1 2 15,2 3-15,2 2 16,3 4-16,-1 4 16,-1 6-16,-1 3 15,-1 4-15,-3 5 16,-5 2-16,-6 5 15,-9 2-15,-2 0 16,-8 6-16,-3 1 16,0 0-1,-1-3-15,1-6 16,1-4-16,3-3 16,1-5-16,4-3 15,8-8-15,-7 8 16,7-8-16,0 0 15,0 0-15,0 0 16,0 0 0,0 0-16,14 5 15,-4-5-15,0 2 16,3 0-16,3 1 16,-1 4-16,3 1 15,-1 3-15,-4 2 16,-3 1-16,-4 3 15,-4 3-15,-5 3 16,-5 1 0,-3 0-16,-3-2 15,1-2-15,-1-2 16,0-3-16,-3-2 16,-2-3-16,-5-8 15,-3-4-15,-1-7 16,3-2-16,1-7 15,-1-3-15,2-2 16,3-2-16,5 7 16</inkml:trace>
  <inkml:trace contextRef="#ctx0" brushRef="#br0" timeOffset="94746.57">3815 2088 0,'0'0'0,"0"0"15,-2-1-15,2 1 16,0 0-16,-14-6 15,-1 7-15,-15 11 16,-10 9-16,0 6 16,-5 8-1,6 0-15,1 4 16,3 0-16,11-6 16,7-6-16,7-4 15,5-4-15,9 3 16,8 1-16,13-4 15,8-1-15,5-9 16,8 1-16,3-4 16,2 0-16,-5-3 15,-1-1-15,0-2 16,-4-3 0,0-1-16,-5 1 15</inkml:trace>
  <inkml:trace contextRef="#ctx0" brushRef="#br0" timeOffset="95029.45">4197 2222 0,'0'0'0,"0"0"0,0 0 0,7 5 16,9 6-16,8 7 15,4 4 1,-1-1-16,-2-1 16,-3-1-16,-4-5 15,-1-2-15,1-5 16,-3-6-16</inkml:trace>
  <inkml:trace contextRef="#ctx0" brushRef="#br0" timeOffset="95295.81">4396 2167 0,'0'0'0,"0"0"0,0 0 0,-3 3 16,-4 3-16,-11 11 16,-15 16-16,-8 13 15,-3 5-15,6-2 16,-7 9 0,4-5-16,3-4 15,7-8-15,11-16 16,4-4-16</inkml:trace>
  <inkml:trace contextRef="#ctx0" brushRef="#br0" timeOffset="96061.79">4912 2273 0,'0'0'0,"2"-3"0,-2 3 0,0 0 16,0 0-16,6-7 16,-6 7-1,0 0-15,-2-8 16,-11 2-16,-12-2 15,-6 1-15,6 1 16,4 4-16,3 1 16,0 2-16,-1 3 15,-1 3-15,-2 4 16,2 4 0,2 5-16,0 7 15,3 3-15,7-2 16,7-4-16,7 3 15,12 1 1,1-4 0,8-9-16,9-15 15,-7-14-15,7-14 16,0-1-16,-8 0 16,-1 0-1,-7-1-15,-3-1 16,-1 1-16,-3-2 15,0-5-15,-4-2 16,-2 2-16,-4 9 16,-2 6-16,-1 8 15,-1 3-15,0 4 16,1 7-16,-1-8 16,1 8-16,0 0 15,0 0 1,-17 13-16,4 12 15,0 7-15,4 5 16,2 7-16,4 7 16,5-1-16,4-2 15,5-10-15,0-7 16,9 6-16,9-5 16,3-3-1,-1-8-15,-2-11 16,-2-9-16,9-11 15,6-6-15,6-13 16,-6-7-16</inkml:trace>
  <inkml:trace contextRef="#ctx0" brushRef="#br0" timeOffset="96379.93">5283 1952 0,'0'0'0,"0"0"0,0 0 0,0 0 0,0 0 16,0 0-16,4 4 16,6 10-16,11 14 15,4 15 1,0 8-16,0 3 15,-4 7-15,-7 0 16,-11-2-16,-8 8 16,-14-2-16,-9 0 15,-14-5-15,-13 1 16,-15-4-16</inkml:trace>
  <inkml:trace contextRef="#ctx0" brushRef="#br0" timeOffset="96929.87">3624 1929 0,'0'0'0,"0"0"16,-2 1-16,2-1 15,-6 8-15,-4 4 16,-6 7-16,-7 8 16,-2 7-1,-2 7-15,3 2 16,4-3-16,2 2 15,4 5-15,5-1 16,5 1-16,4 0 16,4 1-16,4 1 15,3 1-15,7-5 16,11-1-16,5-2 16,3-7-1,0-2-15,7-12 16,0-10-16,17-15 31</inkml:trace>
  <inkml:trace contextRef="#ctx0" brushRef="#br0" timeOffset="97745.94">3033 1559 0,'0'0'0,"0"0"0,0 0 0,0-1 15,0 1 1,0 0-16,0 0 15,0 0-15,0 0 16,0 0-16,0 0 16,0 0-16,0 0 15,0 0-15,0 0 16,0 0-16,0 0 16,0 0-16,-3 9 15,3-9-15,0 0 16,0 0-16,0 0 15,0 0 1,0 0-16,15-5 16,-7-4-16,-2-2 15,-2 1-15,-4 2 16,0 8-16,0 0 16</inkml:trace>
  <inkml:trace contextRef="#ctx0" brushRef="#br0" timeOffset="98762.19">5811 1688 0,'0'0'0,"0"0"16,5 1-16,9-1 15,12-1-15,7 1 16,6 0-1,2 0-15,1 0 16,1 0-16,-5 0 16,1 0-16,-1 1 15,-2-1-15,-3 0 16,-6 0-16,-5 0 16,-6 0-16,-4 0 15,-12 0-15</inkml:trace>
  <inkml:trace contextRef="#ctx0" brushRef="#br0" timeOffset="99162.68">5923 1979 0,'0'0'0,"0"0"15,0 0-15,0 0 16,0 0-16,0 0 16,3 1-16,-3-1 15,28 1 1,2 1-16,1 0 15,-3 0-15,3-2 16,5-3-16,7-1 16,-6 0-16,-6 0 15,-1 2-15,-1-4 16,3-1-16,-1-1 16,-6 0-16,-3 3 15,-4-1-15,-1 0 16,-1 1-16</inkml:trace>
  <inkml:trace contextRef="#ctx0" brushRef="#br0" timeOffset="99613">6134 1581 0,'0'0'0,"3"0"0,-3 0 0,0 0 15,0 0-15,0 0 16,0 0-16,10 4 16,-10-4-16,19 13 15,0 2-15,7 3 16,-1 3-16,1 1 15,2 1 1,3 3-16,1 1 16,-2-2-16,-3-2 15,-2-1-15,-2-3 16,-3 3-16,-3-1 16,-2 1-16,-3 4 15,-6-1-15,-6 7 16,-10 7-16,-16 5 15,-14 4-15,-10-3 16,-7-5 0,12-14-16,9-7 15,4-7-15</inkml:trace>
  <inkml:trace contextRef="#ctx0" brushRef="#br0" timeOffset="100028.92">5959 1492 0,'0'0'0,"0"0"16,1 3-16,-1 4 15,-2 8-15,-6 15 16,-6 7-16,-2 6 16,-2 2-16,-1-2 15,-1 4-15,1-4 16,2-2-16,3-8 15,3-8-15,4-6 16,2-5 0,3-3-16,3 1 15,8 2-15,9 3 16,9 6-16,14 4 16,0-1-16,3 3 15,-2-3-15</inkml:trace>
  <inkml:trace contextRef="#ctx0" brushRef="#br0" timeOffset="101329.73">7099 1418 0,'0'0'0,"0"0"0,0 0 0,0 0 15,1 3-15,-1-3 16,3 21-16,-1 5 16,-3 13-16,-1 0 15,0 5-15,-1 4 16,0 1-16,1-1 15,0-4-15,-1 0 16,1-1-16,0-3 16,1-8-1,-1-5-15,2-5 16,-2-6-16,2-5 16,0-3-16,0-1 15,0-7-15,0 8 16,0-8-16,0 0 15,12 2-15,4-6 16,9-10 0,2-6-16,-1-2 15,-2-2-15,-2-1 16,-2 4-16,-4 3 16,-2 4-16,5 5 15,1 5-15,1 4 16,-2 5-16,-1 7 15,-5 3-15,-1 4 16,-6 1-16,-14 7 31,-14 7-15,-13 5-16,-8-4 16,11-12-16,-3-4 15,1-7-15,0-2 16,0-5-16,3-3 15,5-6-15,4-6 16,5-4-16,5-3 16</inkml:trace>
  <inkml:trace contextRef="#ctx0" brushRef="#br0" timeOffset="103080.15">2275 2612 0,'0'0'0,"0"0"0,0 0 16,0 0-1,-1 2-15,1-2 16,0 0-16,-3 10 16,-1 2-16,-2 8 15,0 4-15,1 2 16,0 2-16,-1 2 15,-1 5-15,-1 5 16,-1 4-16,-3 4 16,-1-1-16,-1-1 15,0-5 1,1-1-16,1-3 16,4-8-16,1-6 15,4-7-15,2-3 16,1-1-16,2-1 15,4 1-15,3-2 16,8 0-16,6 0 16,4-3-16,4-4 15,3-1-15,8-3 16,4-1 0,-2 0-16,0 0 15,6-1-15,3 0 16,5 0-16,6-1 15,-4-1-15,0 1 16,5-3-16,-5 2 16,1-1-16,10-1 15,-12 2 1,3-1-16,5 0 16,-9 3-16,0 0 15,-1 1-15,-3 0 16,0-1-16,0 1 15,-4-1-15,-2 1 16,0 0-16,-7 1 16,-3 0-16,-3 0 15,2 0 1,-1 0-16,-4 1 16,-4 1-16,-5-1 15,1 0-15,-2 0 16,-2-1-16,0 1 15,-4-1-15,-4 0 16,-12 1-16,18-6 16,-11-3-16,3-4 15,0-4-15,-3-2 16,-2-1-16,-1-1 16,-1-7-1,-2-12-15,-1-5 16,-2-2-16,0 8 15,-2 8-15,0 6 16,0 3-16,0 3 16,1 2-16,-1 4 15,1 3-15,0 2 16,3 8 0,-8-9-16,-4 9 15,-11 2-15,-9 7 16,-6 7-16,-3 4 15,1 1-15,2 0 16,7-3-16,4-2 16,8-3-16,6-3 15,4-3 1,9-7-16,-8 7 16,8-7-16,0 0 15,13-14-15,13-15 16,8-5-16,2 2 15,-1 3-15,-2 4 16,0 1-16,-5 5 16,-1 6-16,0 4 15,0 4-15,-2 6 16,-1 6 0,1 11-16,-1 1 15,0 5-15,-1 2 16,-2 0-16,0 0 15,-2-3-15,1 3 16,-1-4-16</inkml:trace>
  <inkml:trace contextRef="#ctx0" brushRef="#br0" timeOffset="103728.84">2222 2585 0,'0'0'0,"0"0"0,-6 0 15,-5 0-15,-8 7 16,-6 8-16,-2 9 15,-1 7-15,3 3 16,3-3-16,6-6 16,4-6-16,6-8 15,2-3-15,4-8 16,0 0-16,0 0 16,28-16-1,22-30-15,5-6 16,-6 5-16,-8 8 15,-11 11-15,-3 10 16,3 16-16,1 10 16,4 10-16,2 8 15,3 8-15,4 10 16</inkml:trace>
  <inkml:trace contextRef="#ctx0" brushRef="#br0" timeOffset="104545.49">7577 1837 0,'0'0'0,"0"0"16,0 0-16,3 0 16,-3 0-16,23 3 15,7 0-15,10 1 16,0-1-16,-5-2 16,-5-3-16,-5 2 15,-2-2 1,-3 1-16,-3 1 15,-5-1-15,-12 1 16</inkml:trace>
  <inkml:trace contextRef="#ctx0" brushRef="#br0" timeOffset="104812.71">7549 2127 0,'0'0'0,"0"0"16,0 0-16,0 0 15,5 2-15,10-1 16,11 1-16,5-3 16,1-1-16,3-5 15,-2-1 1,1-1-16,-3 0 15,-1 1-15,2-1 16,2 3-16</inkml:trace>
  <inkml:trace contextRef="#ctx0" brushRef="#br0" timeOffset="105279.96">8212 1930 0,'0'0'0,"0"-1"15,0 1-15,0 0 16,4-7-16,-4 7 16,25-7-16,0 7 15,5 0-15,2 1 16,1 1-16,-4 0 16,-3-1-16,-4-1 15,-4-3-15,-6 0 16</inkml:trace>
  <inkml:trace contextRef="#ctx0" brushRef="#br0" timeOffset="105528.74">8092 2160 0,'0'0'0,"0"0"0,0 0 0,0 0 0,0 0 16,0 0-16,4 2 16,9 2-16,18-3 15,6-5-15,4-4 16,1 0-16,2-2 16,-4 2-16,-3 0 15,-1 1-15,-4 0 16,0 1-1</inkml:trace>
  <inkml:trace contextRef="#ctx0" brushRef="#br0" timeOffset="105928.57">8982 1841 0,'0'0'0,"0"0"16,-1-2-16,1 2 16,0 0-16,-16-4 15,-8 5-15,-11 10 16,-2 4-16,0 8 16,4 7-16,1 2 15,2 3-15,3 1 16,5 0-1,4 0-15,6-2 16,7-2-16,7-2 16,11-5-16,4-5 15,7 0-15,9-2 16,4-2-16,4-5 16,0-6-16,-6-5 15,-3-2 1,-6 0-16,-4 0 0,-5-1 15,-4-1 1</inkml:trace>
  <inkml:trace contextRef="#ctx0" brushRef="#br0" timeOffset="106828.58">9596 1740 0,'0'0'0,"0"0"0,0 0 15,12 3 1,9 4-16,12 2 16,14 3-16,10-4 15,8-8-15,7-1 16,-7-5-16,-7 0 16,-5-1-16,-9 0 15,-4 3-15,-3-1 16,-3 1-16,-3 1 15,-5 1 1,-2 2-16,-7 2 16,-6 0-16</inkml:trace>
  <inkml:trace contextRef="#ctx0" brushRef="#br0" timeOffset="107145.87">9611 2043 0,'0'0'0,"0"0"16,0 0-16,2 1 16,9-1-16,15 2 15,13-2-15,15-2 16,1-1-16,4-2 15,-5 0-15,1 0 16,1-2 0,-4 0-16,1-2 15,-5 2-15,-7 1 16,-9 1-16,-8 0 16,-3-2-16,-1-1 15,-1-3-15</inkml:trace>
  <inkml:trace contextRef="#ctx0" brushRef="#br0" timeOffset="107595.83">10013 1544 0,'0'0'0,"0"0"16,0 0-16,0 0 15,0 0-15,4 3 16,6 6-16,8 3 16,2 4-16,2 0 15,0 1-15,1 0 16,0 4-16,-2 2 15,-2 2-15,1 1 16,-2 2-16,-1 1 16,-1 4-1,-1 3-15,-5 1 16,-3 0-16,-3 1 16,-6 0-16,-8 1 15,-8 0-15,-8-3 16,-7-5-16,-11-3 15,-2-6-15,-7-3 16,-2-4-16,-3-4 16,4 0-1</inkml:trace>
  <inkml:trace contextRef="#ctx0" brushRef="#br0" timeOffset="109978.92">1121 2546 0,'0'0'0,"0"0"16,0 0-1,0 0-15,-2 5 16,-2 2-16,-4 13 16,-8 13-16,-3 9 15,0-3-15,2-1 16,-2 1-16,0 2 15,-3 4-15,2 3 16,-2 4-16,2 1 16,1 4-16,3 1 15,5-2 1,1 0-16,2-1 16,4-1-16,2-4 15,2-7-15,4 0 16,1-5-16,0-4 15,2-7-15,-2-5 16,-1-5-16,0-3 16,-2-4-16,2-1 15,-1-1 1,1-1-16,2-1 16,2 2-16,2 0 15,2 1-15,5 1 16,4 0-16,8 0 15,7 0-15,8-2 16,3-2-16,7-4 16,3-2-16,4-2 15,7 1 1,-1-2-16,3-2 16,8-1-16,1-1 15,6 1-15,0-2 16,3 1-16,5-1 15,3 4-15,2 2 16,3 2-16,1-1 16,2 1-16,1 0 15,-2-4 1,-2 0-16,0-2 16,-3-1-16,0 0 15,-4 1-15,1-1 16,-2 2-16,2 3 15,-8 4-15,3 1 16,-3 2-16,-2-1 16,2 0-16,-2 1 15,-2-1-15,-6-1 16,0 0 0,-7 0-16,4 1 15,-6-2-15,-3-2 16,-4-1-16,-4-2 15,-6 0-15,-5-1 16,-3 0-16,-5-4 16,-2-3-16,-7-4 15,-3-3 1,-4-5-16,-2-2 16,-1-3-16,-2-7 15,-4-3-15,-3-5 16,-3-5-16,-1-4 15,-3-2-15,-2-5 16,-2 2-16,0 0 16,-1 2-16,2 4 15,-1 4-15,1 6 16,0 2 0,-1 2-16,-1 3 15,-1 1-15,1 3 16,0 2-16,0-2 15,-1-1-15,-1 4 16,0 1-16,-1 8 16,1 2-16,2 5 15,-1 3-15,3 8 16</inkml:trace>
  <inkml:trace contextRef="#ctx0" brushRef="#br0" timeOffset="110995.67">11010 1626 0,'0'0'0,"0"0"0,-2-2 15,2 2-15,-28-10 16,0 4-16,-9 4 16,-4 4-1,-5 9-15,-1 6 16,2 5-16,2 5 16,6 2-16,0 2 15,6 1-15,5-3 16,4 1-16,5 1 15,6-1-15,6-4 16,2-6-16,5-3 16,5-4-16,8-3 15,9-3-15,8-6 16,3-11 0,3-9-16,-2-8 0,0-7 15,-2-2 1,-7 2-16,-3 0 15,-5 3-15,-4 0 16,-3 3-16,-5 5 16,-2 8-16,-3 6 15,-2 9-15,2-8 16,-2 8 0,0 0-16,0 15 15,0 9-15,0 8 16,0 5-16,0 1 15,3-1-15,8-1 16,5-4-16,7-4 16,6-7-16,3-3 15,13-14-15,3-1 16,3-13 0,2-8-16,-5-8 15</inkml:trace>
  <inkml:trace contextRef="#ctx0" brushRef="#br0" timeOffset="111296.3">11285 1630 0,'0'0'0,"0"0"0,0 0 0,0 0 0,4 5 16,6 8-16,10 13 16,7 9-16,3 0 15,-2 0-15,5 3 16,1-1-16,1-1 16,-3-7-1,-3-5-15,-4-7 16,-2-10-16</inkml:trace>
  <inkml:trace contextRef="#ctx0" brushRef="#br0" timeOffset="111545.54">11601 1587 0,'0'0'0,"0"0"0,-6 4 16,-10 7-16,-16 15 16,-8 11-16,-4 7 15,0 0-15,-1 1 16,3-3-16,6-6 16,7-4-16,7-6 15,6-5 1,8-6-16,4-4 15,4-3-15</inkml:trace>
  <inkml:trace contextRef="#ctx0" brushRef="#br0" timeOffset="112229.65">12253 1789 0,'3'-2'0,"-3"2"0,0 0 0,12-11 0,-4 0 15,-2 2-15,-10-3 16,-15-4-16,-25-4 16,-14 3-1,1 7-15,0 11 16,4 4-16,2 6 15,-2 7-15,6 3 16,3 6-16,9 3 16,9-2-16,5 5 15,5 0-15,6-2 16,8 2-16,10-6 16,9-3-16,7-5 15,2-5 1,7-5-16,10-6 15,3-7-15,1-8 16,-8-10-16,-3-2 16,0-12-16,-3-6 15,-5-5-15,-2-2 16,-2-6-16,0-2 16,-4-2-16,-3 6 15,-4 6 1,-4 2-16,-3 12 15,-2 7-15,-3 8 16,0 6-16,-1 5 16,0 7-16,-2-9 15,2 9-15,-16 6 16,-6 15-16,-9 18 16,3 14-16,6 13 15,8 6 1,10 7-16,14-1 15,8-10-15,10-7 16,17-6-16,13-8 16,19-6-16,23-13 15,4-18-15,14-23 16</inkml:trace>
  <inkml:trace contextRef="#ctx0" brushRef="#br0" timeOffset="116412.98">13688 4620 0,'0'0'0,"-4"-4"15,4 4-15,-23-18 16,-1 2-16,-2 0 16,-1 1-16,-1 2 15,-11-1-15,-6 0 16,-1 1-16,-3 0 15,-2 0-15,-4-1 16,-5 0 0,10 2-16,-3 1 15,6 2-15,3 2 16,1 2-16,6 2 16,-2 2-16,0 1 15,-2 4-15,-5 2 16,-1 5-16,-3 6 15,-1 4-15,-1 4 16,2 1 0,-1 8-16,6 2 15,0 4-15,4-1 16,4-2-16,0 4 16,4 3-16,2 7 15,1 3-15,4-5 16,1 1-16,3-3 15,2-2-15,2 7 16,3 1 0,3 2-16,4-5 15,2-4-15,0 3 16,3 0-16,2-6 16,2-5-16,3-1 15,1 6-15,1 1 16,0-4-16,-1-9 15,5-1-15,5-3 16,3-4-16,-1-2 16,1 1-1,1 2-15,1 0 16,-2-3-16,-4-2 16,-1-3-16,4 3 15,6 0-15,5 0 16,4-6-16,-4-5 15,1 0-15,-2-2 16,6 2-16,-1 0 16,-1 0-16,2 1 15,-3 2 1,-4 2-16,-5-2 16,3 2-16,3-2 15,7-1-15,4-1 16,-7-4-16,1-1 15,0-1-15,-3 0 16,-3-1 0,-1 0-16,-3 0 15,-1 0-15,2 2 16,0-1-16,1 3 16,1-1-16,-4 2 15,-3 2-15,2 4 16,-3-1-16,-2 1 15,-2-1-15,-4-3 16,2 1-16,6 1 16,4-2-1,-1-2-15,2-2 16,3-2-16,2-2 16,9-1-16,-5-7 15,-1 0-15,6-1 16,-7 1-16,13-2 15,3-1-15,-10-5 16,-6-1-16,-4 3 16,5-5-16,1-4 15,6-4 1,-6-2-16,-3 1 16,-6 0-16,-7 3 15,-3 2-15,4-6 16,3-7-16,1-7 15,-1-1-15,-3 1 16,0-7-16,-1-3 16,-4 1-1,-3 1-15,-1 10 16,-1 1-16,2 2 16,0-10-1,-4-10 1,-8-6-16,-4 4 15,0 14-15,0 5 16,1 7-16,0 5 16,-3 4-1,-5 0-15,-1-9 16,-3 2-16,1 1 16,2 10-16,-4-4 15,2 1-15,1 1 16,-5-11-16,3 2 15,3-3-15,3 10 16,4 3-16,-3 9 16,-5 0-1,-3-5-15,2 6 16,-6-7-16,4 4 16,2 1-16,1-4 15,7 9-15,-3-3 16,4 2-16,9 9 15,0 0-15</inkml:trace>
  <inkml:trace contextRef="#ctx0" brushRef="#br0" timeOffset="117612.97">14290 7242 0,'0'0'0,"0"0"0,-1-2 16,1 2-16,0 0 15,0 0-15,0 0 16,-2-6-16,2 6 16,0 0-16,-4 9 15,-2 14 1,-3 17-16,0 3 16,3 9-16,-2 2 15,5 4-15,-4 7 16,-1-1-16,-4-1 15,3-7-15,-1 11 32,6-6-32,2-8 15,0-22 1,2-20-16,-2-2 16,2-9-16,-4 7 15,4-7-15,-8-14 16,-3-6-16,-2-5 15,0 1-15,-1 3 16,2 5-16,1 3 16,2 5-16,9 8 15,-11-7 1,11 7-16,0 0 16,-12 7-16,12-7 15,-4 12-15,8-1 16,1 3-16,4 2 15,11-2-15,1-11 16,5-8-16,3-2 16,-1-5-16,-2 1 15,16-13-15,-2-9 16,3-6 0,-14 12-16</inkml:trace>
  <inkml:trace contextRef="#ctx0" brushRef="#br0" timeOffset="117895.24">14576 7349 0,'0'0'0,"0"0"0,4-1 0,5-2 16,9-1-16,3-1 15,0 0 1,0 1-16,0 1 16,-4 1-16,-4 2 15,-3 0-15,-10 0 16</inkml:trace>
  <inkml:trace contextRef="#ctx0" brushRef="#br0" timeOffset="118079.12">14582 7540 0,'0'2'0,"2"8"0,-2-10 0,2 18 0,2 16 16,0 1-16,-1-13 15,-2-3-15,0-1 16,2 1-16,-2-4 16,0-7-16</inkml:trace>
  <inkml:trace contextRef="#ctx0" brushRef="#br0" timeOffset="118711.93">13989 8040 0,'6'0'0,"4"2"0,2 0 0,9 5 16,-4 6 0,-4 6-16,-8 2 15,-10 13-15,-3 0 16,-6 14-16,3-4 15,2-15-15,4-5 16,0-13-16,4-1 16,-1-4-16,2-6 15,-2 10-15,2-10 16,0 0-16,-3 8 16,3-8-1,0 6-15,0-6 16,0 9-16,0-9 15,0 0-15,21 4 16,12-1-16,8 0 16,-11-4-16,-5-1 15</inkml:trace>
  <inkml:trace contextRef="#ctx0" brushRef="#br0" timeOffset="119995.47">14242 8110 0,'0'0'0,"0"0"0,-3-2 0,3 2 15,0 0-15,0 0 16,0 0-16,0 0 15,-4 8-15,4-8 16,8 12-16,3 7 16,9 8-16,5 1 15,-2 0-15,1-1 16,1 0-16,3 1 16,2 0-1,0-1-15,-1-1 16,-2-1-16,-2-3 15,0 0-15,-1-1 16,0 0-16,-3-1 16,-2-5-16,-3-3 15,-3-5-15,-1-1 16,-12-6 0</inkml:trace>
  <inkml:trace contextRef="#ctx0" brushRef="#br0" timeOffset="120345.93">14542 8130 0,'0'0'0,"-1"3"0,1-3 0,0 0 0,-4 12 16,-2 2-16,-5 13 16,-5 10-16,1 4 15,-6 6-15,0-5 16,0 1-16,-3 0 16,1-6-16,-2 1 15,2-4-15,2-2 16,3-5-1,4-7-15,7-10 32,7-10-32,0 0 15,0 0-15</inkml:trace>
  <inkml:trace contextRef="#ctx0" brushRef="#br0" timeOffset="120945.43">14713 8197 0,'0'0'0,"1"-3"0,-1 3 0,0 0 15,9-9-15,0 1 16,4-1-16,1 2 16,4 1-16,0 2 15,1 2-15,1 1 16,-1 1-1,0 2-15,-1 5 16,-2 3-16,-2 5 16,-4 2-16,-5 3 15,-9 8-15,-4 4 16,-8 3-16,-2-5 16,2-7-16,3-3 15,3-6-15,4-4 16,1-3-1,5-7-15,-4 6 16,4-6-16,0 0 16,11 10-16,4-6 15,7-1-15,6-2 16,4 0-16,-1 1 16,-5 0-16,-3 1 15,-6 1-15,0 4 16,-4 0-1,-2 3-15,-6-3 16,-2 1-16,-3 2 16,-4 4-16,-4 0 15,-8 2-15,-7-2 16,-9 1-16,-2-1 16,-3-2-16,-2-4 15,-1-5-15,1-3 16,6-1-1,6 0-15,7 0 16,3 0-16,5-2 16</inkml:trace>
  <inkml:trace contextRef="#ctx0" brushRef="#br0" timeOffset="122079.27">14902 8037 0,'0'0'0,"-8"-8"0,-3-4 16,-14-15-16,-10-8 15,-2 10-15,-1-2 16,-7-1-16,-1 3 15,-4 3-15,-7 1 16,2 3 0,-4 0-16,0 1 15,2 7-15,-3 5 16,12 6-16,-5 6 16,-3 2-16,-13 6 31,-5 2-31,14 2 15,4 16 1,18-8-16,-2 9 16,3 2-16,7 0 15,4 0-15,5 7 16,6 3-16,2 0 16,3 3-16,6-5 15,4 4-15,5 2 16,9 0-1,6 0-15,8-2 16,5-6-16,11-2 16,4-4-16,-1-6 15,11 2-15,-1-11 16,13 0-16,1 0 16,-8-4-16,1 0 15,0-1-15,4-1 16,-6-9-1,11-2-15,-13-4 16,-1-4-16,5 0 16,-10-1-16,9-5 15,-5-2-15,-10-1 16,2-11-16,-6 4 16,1-1-16,3 0 15,-5 2-15,-7 1 16,-7-10-16,-9 1 15,-3-1 1,-3-2-16,-6 2 16,-3-3-16,-5-4 15,-5-6-15,-4-1 16,-4-3-16,-4 4 16,-5-3-16,-5-2 15,-1 3-15,-6-2 16,-3 0-16,0 2 15,-2 1-15,4 6 16,4 8 0,1 3-16,3 3 15,2 1-15,3 5 16,1 4-16,3 2 16,3 4-16,4 3 15,11 1-15,-16 0 16,16 0-16,-10 2 15,10-2 1,0 0-16,0 0 16,0 0-16,0 0 15</inkml:trace>
  <inkml:trace contextRef="#ctx0" brushRef="#br0" timeOffset="123728.67">14932 8335 0,'0'0'0,"0"0"15,6 0-15,-6 0 16,25-11-16,-2-3 16,5-6-16,7-8 15,0-2-15,9-9 16,-2-1-16,-4 3 15,3-3-15,-4 0 16,3-2-16,1-3 16,-5 4-1,1-2-15,-2-2 16,-1-1-16,0-6 16,9-2-16,1-7 15,-1-4-15,-3 3 16,-7 1-16,0 0 15,-25 34-15,6-52 16,-9 13 0,0-7-16,-1 10 15,0-10-15,-1 9 16,0-6-16,-1 2 16,-2 4-16,0 0 15,0-1-15,0 6 16,-8-7-16,-36-37 15,28 52-15,-9-13 16,3 9 0,-2 1-16,-2 2 15,1 5-15,2 3 16,0 2-16,0 0 16,2 1-16,6 0 15,3 3-15,0 2 16,2 4-16,1 3 15,1 1-15,2-1 16,-1-2 0,0 1-16,1 4 15,1 3-15,1 2 16,-1-2-16,0 0 16,-1-3-16,-1 1 15,0 1-15,2 3 16,-1 1-16,1 2 15,0-2-15,-1 0 16,2-2 0,-2 3-16,-1 0 15,1 1-15,0 2 16,0 2-16,1 1 16,-1-1-16,0 2 15,0 0-15,0 0 16,0 0-16,0 1 15,1 1-15,0 2 16,2 0 0,3 8-16,-6-10 15,6 10-15,-3-6 16,3 6-16,0 0 16,0 0-16,-9-8 15,9 8-15,-21 3 16,0 7-16,-2 4 15,2 3-15,2 1 16,2 1 0,0 1-16,3 0 15,4-4-15,2-4 16,3-4-16,5-8 16,-4 10-16,4-10 15,0 0-15,0 0 16,0 0-16,0 0 15,15-13-15,7-14 16,1-6 0,-1-1-16,1 0 15,-1 1-15,-3 4 16,-3 5-16,-5 7 16,-5 8-16,-2 2 15,-4 7-15,6-8 16,-6 8-16,0 0 15,0 0-15,10 1 16,4 8-16,4 8 16,4 3-1,2 3-15,1 1 16,2 0-16,1-3 16,1-3-16,-3-4 15,0-2-15,1-3 16,-2-3-16,-2 0 15,-6-3-15,-4-1 16,-13-2-16,15 3 16,-15-3-1,0 0-15,11 3 16,-11-3-16,0 0 16,0 0-16,0 0 15,10 0-15,-10 0 16,0 0-16,0 0 15,0 0-15,0 0 16,0 0-16,0 0 16,0 0-1,0 0-15,0 0 16,4-7-16</inkml:trace>
  <inkml:trace contextRef="#ctx0" brushRef="#br0" timeOffset="124896.65">14310 4831 0,'0'0'0,"0"0"0,0 0 16,0 0-16,0 0 15,2 1-15,-2-1 16</inkml:trace>
  <inkml:trace contextRef="#ctx0" brushRef="#br0" timeOffset="128745.51">12297 7991 0,'0'0'0,"4"-2"0,-4 2 16,13-6-16,-1 0 16,3-4-16,3-2 15,-4 3-15,-3 1 16,-11 8-16,14-9 16,-14 9-16</inkml:trace>
  <inkml:trace contextRef="#ctx0" brushRef="#br0" timeOffset="130695.18">11865 8075 0,'0'0'0,"0"0"0,3-1 16,-3 1-16,15-6 15,6-1-15,12-1 16,8 1-1,3 1-15,-2 1 16,1 0-16,5 0 16,2-1-16,0 0 15,0 1-15,1-1 16,5-1-16,0 2 16,0 1-16,1-1 15,-1 1 1,0 0-16,-1 2 15,-1 0-15,-2-1 16,-2 1-16,-2 0 16,-1 1-16,-3 1 15,-1 0-15,-6 0 16,-1 0-16,1-3 16,0-2-16,-1-1 15,-1-4-15,-1-3 16,1-4-16,-4-1 15,-4 1 1,0-1-16,-3-1 16,-1 0-16,-1-2 15,-2 0-15,-1-6 16,-2-2-16,-3 1 16,-2-1-16,-4-5 15,0-5-15,1-2 16,-2 1-16,-1 3 15,1-2-15,0-2 16,-2-5 0,-4 2-16,-3 1 15,-2-3-15,0 0 16,-5 0-16,0-1 16,-4 3-16,0-5 15,-3-2-15,0-1 16,0 2-16,-1 5 15,-1-1-15,-2 1 16,-1 3 0,-1 2-16,0 6 15,0 5-15,-1 4 16,1 3-16,-3 2 16,0 2-16,0 3 15,3 2-15,-3 0 16,-1 3-16,-3-1 15,-1 1-15,2 0 16,0 1 0,1 1-16,-1-1 15,0 0-15,0 0 16,1 2-16,-2 0 16,-4 1-16,1 1 15,2 1-15,1-1 16,1 1-16,-5-1 15,-2 0 1,-2 1-16,-1 0 16,4 1-16,0 0 15,-1-1-15,-2 1 16,3 1-16,2-1 16,1 0-16,0-1 15,2-1-15,2 0 16,2 0-16,0 0 15,-2-2 1,0 0-16,2 1 16,2 2-16,1-2 15,-1 2-15,-2 4 16,-8 3-16,0 4 16,2 0-16,-1 3 15,1 1-15,4 3 16,1 1-16,3 1 15,2 2-15,-1 3 16,-1 3 0,2 4-16,-3 8 15,2 5-15,2 2 16,1 0-16,2-1 16,2 0-16,2 1 15,3-1-15,5 2 16,1 1-16,2-2 15,2 4-15,2-2 16,2 1 0,0-1-16,1-2 15,-1 0-15,2 0 16,-1-1-16,1-2 16,1 3-16,0-1 15,3-2-15,1 4 16,0-2-16,1 0 15,1 1-15,-1-4 16,0-5 0,1 5-16,5 10 31,-2 4-31,-5-7 16,0-8-16,-5-13 15,3 2-15,1-4 16,-4-5-16,1-1 15,-2-3-15,-1-2 16,1 0 0,-1-2-16,0 1 15,-1-2-15,-3-1 16,0-8-16,-4 11 16,4-11-16,-4 10 15,4-10-15,1 7 16,-1-7-16,5 6 15,-5-6-15,0 0 16,18 6-16,4-5 16,5-1-1,8-3-15,-1-6 16,0-10-16,1 5 16,-9-1-16,0 0 15,-2 1-15,-4-2 16,-6 7-16,-3 3 15,-11 6-15,14-3 16,-9-6-16</inkml:trace>
  <inkml:trace contextRef="#ctx0" brushRef="#br0" timeOffset="132412.85">8381 7968 0,'0'0'0,"0"0"0,0 0 0,0 2 16,0-2-16,0 0 16,0 7-16,0-7 15,0 0 1,10 8-16,-10-8 16,24-1-16,3-10 15,4-5-15,-1-3 16,-5 4-16,-3-1 15,-3 4-15,1-3 16,3 0-16,3-2 16,0-1-1,1-3-15,-4-5 16,-2-3-16,-2-2 16,-2 0-16,0-2 15,0-1-15,-3-1 16,-2 2-16,-4 3 15,-2 5-15,-2 2 16,-3 1-16,-1 2 16,-1 2-1,-2 2-15,-2 1 16,0 0-16,-2 1 16,0 1-16,-1 2 15,-1 1-15,-1 0 16,-2 0-16,-2 2 15,-1 0-15,-1 3 16,-4-1-16,-1 2 16,-1-2-16,2 3 15,1-1-15,2 2 16,1 0 0,-1 0-16,-3 0 15,-3 1-15,-1 2 16,-3 1-16,4 2 15,0 5-15,-1 9 16,0 3-16,1 3 16,3-2-16,4-2 15,1 3-15,2 3 16,3 4 0,3 2-16,3 0 15,3 3-15,2 3 16,1 2-16,1-3 15,5 0-15,2 0 16,3-5-16,-1-7 16,1-1-16,0-1 15,1-1 1,2-2-16,4-4 16,2-3-16,2-3 15,0-6-15,0-7 16,21-27-1</inkml:trace>
</inkml:ink>
</file>

<file path=ppt/ink/ink5.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951.42279" units="1/cm"/>
          <inkml:channelProperty channel="Y" name="resolution" value="1522.63013" units="1/cm"/>
          <inkml:channelProperty channel="T" name="resolution" value="1" units="1/dev"/>
        </inkml:channelProperties>
      </inkml:inkSource>
      <inkml:timestamp xml:id="ts0" timeString="2026-02-27T14:42:08.250"/>
    </inkml:context>
    <inkml:brush xml:id="br0">
      <inkml:brushProperty name="width" value="0.05292" units="cm"/>
      <inkml:brushProperty name="height" value="0.05292" units="cm"/>
      <inkml:brushProperty name="color" value="#FF0000"/>
    </inkml:brush>
  </inkml:definitions>
  <inkml:trace contextRef="#ctx0" brushRef="#br0">11650 3217 0,'0'0'0,"0"0"0,0 0 16,0 3-16,0-3 15,9 16-15,-2-4 16,2 2-16,0-1 16,3 2-16,0 2 15,2-1-15,-1-1 16,-1-2-16,-2-4 16,-2-3-16,3-1 15,0-2-15,1-2 16,3-3-1,5-3-15,4-6 16,3-3-16,6-6 16,6-4-16,9-4 15,4-4-15,2 0 16,-3 0-16,-4 0 16,0 2-16,1-3 15,1 1-15,5-5 16,0 0-1,6-4-15,0 0 16,5-2-16,3-4 16,-4 4-16,-3 0 15,-5 7-15,-11 6 16,-6 6-16,-8 5 16,-3 3-16,-2 1 15,-4 1 1,-3 3-16,-3 2 15,-4 2-15,-12 7 16,14-8-16,-14 8 16,0 0-16,0 0 15,11-3-15,-11 3 16,0 0-16,0 0 16,0 0-16,0 0 15,0 0-15</inkml:trace>
  <inkml:trace contextRef="#ctx0" brushRef="#br0" timeOffset="2299.54">2807 7299 0,'0'0'0,"0"0"0,0 0 0,-2 0 15,2 0-15,0 0 16</inkml:trace>
</inkml:ink>
</file>

<file path=ppt/ink/ink6.xml><?xml version="1.0" encoding="utf-8"?>
<inkml:ink xmlns:inkml="http://www.w3.org/2003/InkML">
  <inkml:definitions>
    <inkml:context xml:id="ctx0">
      <inkml:inkSource xml:id="inkSrc0">
        <inkml:traceFormat>
          <inkml:channel name="X" type="integer" max="1920" units="cm"/>
          <inkml:channel name="Y" type="integer" max="1200" units="cm"/>
          <inkml:channel name="T" type="integer" max="2.14748E9" units="dev"/>
        </inkml:traceFormat>
        <inkml:channelProperties>
          <inkml:channelProperty channel="X" name="resolution" value="55.65217" units="1/cm"/>
          <inkml:channelProperty channel="Y" name="resolution" value="55.81395" units="1/cm"/>
          <inkml:channelProperty channel="T" name="resolution" value="1" units="1/dev"/>
        </inkml:channelProperties>
      </inkml:inkSource>
      <inkml:timestamp xml:id="ts0" timeString="2026-02-27T14:59:40.352"/>
    </inkml:context>
    <inkml:brush xml:id="br0">
      <inkml:brushProperty name="width" value="0.05292" units="cm"/>
      <inkml:brushProperty name="height" value="0.05292" units="cm"/>
      <inkml:brushProperty name="color" value="#FF0000"/>
    </inkml:brush>
    <inkml:context xml:id="ctx1">
      <inkml:inkSource xml:id="inkSrc1">
        <inkml:traceFormat>
          <inkml:channel name="X" type="integer" max="32767" units="cm"/>
          <inkml:channel name="Y" type="integer" max="32767" units="cm"/>
          <inkml:channel name="T" type="integer" max="2.14748E9" units="dev"/>
        </inkml:traceFormat>
        <inkml:channelProperties>
          <inkml:channelProperty channel="X" name="resolution" value="951.42279" units="1/cm"/>
          <inkml:channelProperty channel="Y" name="resolution" value="1522.63013" units="1/cm"/>
          <inkml:channelProperty channel="T" name="resolution" value="1" units="1/dev"/>
        </inkml:channelProperties>
      </inkml:inkSource>
      <inkml:timestamp xml:id="ts1" timeString="2026-02-27T14:59:40.787"/>
    </inkml:context>
    <inkml:brush xml:id="br1">
      <inkml:brushProperty name="width" value="0.05292" units="cm"/>
      <inkml:brushProperty name="height" value="0.05292" units="cm"/>
      <inkml:brushProperty name="color" value="#FFC000"/>
    </inkml:brush>
  </inkml:definitions>
  <inkml:trace contextRef="#ctx0" brushRef="#br0">0 7156 0</inkml:trace>
  <inkml:trace contextRef="#ctx1" brushRef="#br0">2426 7162 0,'0'0'0,"0"0"0,0 0 0,3 0 0</inkml:trace>
  <inkml:trace contextRef="#ctx1" brushRef="#br1" timeOffset="-34114.09">11679 5096 0,'0'0'0,"0"0"0,0 0 16,0-2-16,0 2 15,0 0 1,0 0-16,0 0 16,5-7-16,-5 7 15,16-7-15,5-3 16,9-2-16,4 1 16,-6 2-16,-5 4 15,-1 0-15,-3 3 16,-2 0-16,-4 2 15,-2 1-15,-11-1 16,14 4 0,-14-4-16,14 7 15,-7 0-15,-1 1 16,0 4-16,1 4 16,0 5-16,2 2 15,-2 2-15,0 0 16,-1-2-16,0 4 15,-1 3-15,-1-1 16,1 4 0,-1-1-16,-2 1 15,1 3-15,-2-3 16,0 2-16,-1 3 16,-1 0-16,0 2 15,0-1-15,-1-3 16,1 1-16,0 1 15,-1 2 1,1 1-16,-1-3 16,1 0-16,1-3 15,1 0-15,2-1 16,0 0-16,0-3 16,1-3-16,-1-3 15,0 1-15,0 1 16,0 1-16,-1 3 15,1 1-15,0 2 16,-3-2 0,-2 5-16,-2 5 15,0 0-15,-5-1 32,-9-3-32,-3-11 15,-11-6-15,4-8 16,1-10-16,3-3 15,-2-3-15,-16-3 16,-7 0 0,-3-1-16,-2-1 15,-2 2-15,-3 7 16,-4 4-16,3 3 16,7-1-16,6 0 15,10-2-15,6-2 16,3 1-16,4-1 15,5 0-15,7-2 16,12-1 0,-17 2-16,17-2 15,0 0-15,-10 0 16,10 0-16,0 0 16,0 0-16,0 0 15,0 0-15,0 0 16,0 0-16,0 0 15,0 0-15,0 0 16,0 0 0,0 0-16,0 0 15,0 0-15,0 0 16,0 0-16,0 0 16,0 0-16,0 0 15,0 0-15,0 0 16,0 0-16,0 0 15,0 0-15,0 0 16,0 0-16,0 0 16,0 0-1,0 0-15,0 0 16,0 0-16,0 0 16,0 0-16,0 0 15,0 0-15,0 0 16</inkml:trace>
  <inkml:trace contextRef="#ctx1" brushRef="#br1" timeOffset="-32380.51">8342 6452 0,'0'0'0,"-3"-2"16,3 2-16,-15-8 15,-5-1-15,-3-4 16,-2 0-16,2 1 16,-1-1-1,-3 0-15,-7 2 16,-2 5-16,2 4 16,3 4-16,4 1 15,-5 3-15,0 1 16,0 1-16,0 0 15,8 1-15,1 3 16,-1 1-16,1 3 16,-1 3 15,1 1-31,3-1 16,3 0-16,3-5 15,4 0-15,1-1 16,0 4-16,0 3 15,2 5-15,1 4 16,1 4-16,0 0 16,2 0-1,2-6-15,1 1 0,1 5 16,2 1 0,1 1-16,0-4 15,-1-7-15,3-2 16,5-2-16,4 2 15,2 0-15,0-2 16,3 0-16,-2-3 16,0-1-16,2 0 15,4 2 1,1 1-16,-1-3 16,3 1-16,10-3 15,6-2-15,-2-3 16,-10-5-16,-8-4 15,3 0-15,12-3 16,6-1-16,-2-1 16,-11-3-16,0-7 15,-2-1 1,0 0-16,0 0 16,-4 1-16,3 0 15,0 0-15,-7-3 16,2-16-16,2 4 15,-1-4-15,-5 6 16,-5 5-16,-2-7 16,-2-7-1,0-4-15,-5 4 0,-2-5 16,-3 0 0,0 0-16,-2 4 15,-1 7-15,-6 5 16,-3-2-16,-2 1 15,0 4-15,-5 3 16,-6 2-16,-4 1 16,-1 2-16,1 5 15,-4 5 1,-7 2-16,-3 3 16,2 5-16,6 1 15,-6 11-15,-1 2 16</inkml:trace>
  <inkml:trace contextRef="#ctx1" brushRef="#br1" timeOffset="-31713.36">6815 6910 0,'0'0'15,"0"0"-15,0 0 0,0 0 16,6 1 0,7 1-16,11 0 15,5 1-15,8 0 16,2-2-16,4-1 15,4-1-15,0-6 16,0-1-16,-3-5 16,0 1-16,-2-1 15,-3 1-15,-7 2 16,-7 3-16,-8 1 16,-3 0-1,-14 6-15,16-7 16,-16 7-16,11-4 15,-11 4-15</inkml:trace>
  <inkml:trace contextRef="#ctx1" brushRef="#br1" timeOffset="-30398.09">8556 5337 0,'0'0'0,"0"0"0,-3-2 16,3 2-16,-17-15 15,0 1-15,-2-1 16,-2 2-16,-2 0 16,-5 1-16,-2 0 15,-1 1-15,-2-1 16,0 1 0,2 0-16,3 2 15,2-1-15,1 3 16,2 2-16,4 2 15,5 2-15,1 2 16,0 2-16,2 0 16,-3 6-16,-3 2 15,-3 7-15,-1 2 16,2 1-16,4-2 16,3-3-1,2-3-15,2 1 16,1-1-16,-1 1 15,2 0-15,1 1 16,1 2-16,-1 0 16,3 2-16,0 1 15,1 3-15,1 1 16,0-1 0,1 3-16,-1 0 15,1 0-15,1 1 16,1-3-16,-1 0 15,0 3-15,0 0 16,0 2-16,1 1 16,-1 1-16,0 2 15,1 1-15,5-1 32,4-1-32,4-2 15,14-4 1,5-6-16,7-12 15,5-5-15,1-9 16,14-12-16,-1-7 16,10-16-16,-3-3 15,-5-9-15,-10 9 16,-7-2 0,-8 5-16,-3-1 0,-7 0 15,-15 0 1,-7-6-16,-4 1 15,-15-4-15,-6 8 16,-9 5-16,-9 7 16,-2 6-16,-11 2 15,-6 11-15,-1 6 16,-1 12-16,9 6 16,8 5-16,10 11 15</inkml:trace>
  <inkml:trace contextRef="#ctx1" brushRef="#br1" timeOffset="-29213.09">12555 4577 0,'1'-2'0,"-1"2"16,1-9-16,-1 9 16,0 0-16,-6 7 15,-17 25 1,-9 12-16,2 3 15,6-7-15,10-11 32,7-9-32,5-10 15,5-2-15,3-2 16,-6-6-16,13 6 16,-5-13-16,4-12 15,5-9 1,0-5-16,4-9 15,1-1-15,-4 4 16,-1 5-16,-5 11 16,-3 5-16,-3 4 15,0 3-15,-2 3 16,-4 8-16,3-8 16,-3 8-16,17 2 15,9 7-15,3 7 16,-1 5-1,-1 5-15,0 4 16,0 1-16,-4-5 16,-4-5-16,0-2 15,2-5-15,5-6 16,-1-6-16,-2-6 16,0-10-16,-1-3 15,-3-4-15,-5-4 16,-5 1-1,-3-1-15,-2-1 16,-3 6-16,-1 4 31,0 7-31,0 9 16,-2-8-16,2 8 16,0 0-16,0 0 15,-5 12-15,14 30 16,4-1-1,5 9-15,-1-4 16,-8-23-16,2 5 16,-11-28-16,9 7 15,-9-7-15,14-2 16,-14 2-16,15-5 16,-15 5-16,21-3 15,-6 8 1,4 18-16,-6-9 15,-6-5-15,10 20 16,-9-18-16,-3-2 16</inkml:trace>
  <inkml:trace contextRef="#ctx1" brushRef="#br1" timeOffset="-29046.38">13441 4788 0,'0'-18'0,"2"-4"16,-2 14-16,0-10 16,0 6-16,0 12 15,0-6-15,0 6 16,0 0-16,11-2 16</inkml:trace>
  <inkml:trace contextRef="#ctx1" brushRef="#br1" timeOffset="-28847.15">13647 4823 0,'0'0'0,"-5"2"0,5-2 0,-20 10 16,-4-2-16,-6-7 15,7 6 1,5-5-16,7 7 16</inkml:trace>
  <inkml:trace contextRef="#ctx1" brushRef="#br1" timeOffset="-28381.18">13738 4735 0,'0'0'0,"3"20"0,-3-20 0,4 30 0,3 22 16,-3-17-16,4-15 15,4-12-15,0 1 16,-2-6-16,12-18 16,4-15-16,-2 8 15,-8 8-15,-5 6 16,3-7-1,-2-25-15,-4 4 16,-5 5-16,-6 3 16,-2-13-1,-2 10 1,1 12-16,2 12 16,4 7-16,0 0 15,-13-5-15,6 13 16,-5 12-1,0 17-15,5 13 16,13 8-16,11-7 16,12-2-16,4-10 15,5-7-15,4-1 16,3-4-16,-3-4 16,-12-8-16,-10-6 15,-8-5-15,-12-4 16</inkml:trace>
  <inkml:trace contextRef="#ctx1" brushRef="#br1" timeOffset="-28147.02">12954 5171 0,'0'0'0,"0"0"0,0 0 16,4 2-16,19 5 15,52-5-15,34 0 16,30-9-16,19-3 16,19 1-16,10-1 15</inkml:trace>
  <inkml:trace contextRef="#ctx1" brushRef="#br1" timeOffset="-10464.61">8142 1913 0,'0'0'0,"0"0"0,0 0 0,4 0 15,12 0-15,22 0 16,22-2 0,14-1-16,12-6 15,21-5-15,4 0 16,15-4-16,5 0 16,9-1-16,-4 3 15,10 4-15,-4 3 16,12 4-16,7 0 15,-1 0-15,-4 1 16,2 0-16,5-1 16,4 5-1,9 0-15,-7 0 16,-2 0-16,-17 0 16,8 0-16,-1 0 15,10 0-15,-5 0 16,-6 0-16,-11 0 15,0 0-15,-5 0 16,-12 0-16,2 0 16,-15-1-1,4 0-15,-1 0 16,-15 0-16,4 2 16,-14-1-16,-3 0 15,-4 0-15,-12 0 16,0 0-16,-16 0 15,-5 0-15,-8 0 16,-6 0-16,-5-1 16,-2-1-1,-3 1-15,-3 1 16,-4-1-16,-3 0 16,-3 0-16,-4 0 15,-12 1-15,17-1 16,-17 1-16,13-3 15,-13 3-15,10-3 16,-10 3-16,10-5 16,-10 5-16,8-7 15,-8 7 1,0 0-16,9-9 16,-9 9-16,0 0 15,0 0-15,5-8 16,-5 8-16,0 0 15,0 0-15,0 0 16,0 0-16,0 0 16,1-6-16,-1 6 15,0 0 1,0-7-16,-5-2 16,0-7-16,-2-3 15,-1 0-15,-2-4 16,0-5-16,-4-3 15,0-3-15,1 3 16,2 1-16,3 2 16,3 4-1,3 3-15,2 5 16,0 5-16,0 2 16,0 9-16,2-8 15,-2 8-15,0 0 16,0 0-16,-1 8 15,-2 15-15,-3 18 16,2 17-16,-1 6 16,2 4-1,0 0-15,1-3 16,-1 1-16,2-5 16,-1-2-16,3 2 15,1-1-15,0 2 16,1 1-16,-1 4 15,-1 0-15,-10-1 16</inkml:trace>
  <inkml:trace contextRef="#ctx1" brushRef="#br1" timeOffset="-9847.26">8179 1502 0,'0'0'0,"0"0"0,0 0 0,0 0 16,0 0-16,0 0 15,-2 4-15,-1 7 16,-2 23-16,-3 33 16,0 24-1,1 2-15,1 16 16,2-3-16,-1 1 16,1-9-16,0-6 15,0-6-15,1-3 16,0 1-16,0 0 15,-2 17-15</inkml:trace>
  <inkml:trace contextRef="#ctx1" brushRef="#br1" timeOffset="1886.2">10888 968 0,'0'0'0,"0"0"0,0 1 16,0-1-16,0 8 16,-3-1-16,2 3 15,0 1-15,-1-1 16,-1 1-16,0 3 15,-2 13 1,-5 18-16,0 21 16,2 12-16,3 4 15,1 16-15,0 5 16,2 8-16,-2 8 16,-1 2-16,2 13 15,-1 6-15,1 23 16,-7 21-16,-3 27 15,-5 25 1</inkml:trace>
  <inkml:trace contextRef="#ctx1" brushRef="#br1" timeOffset="5869.49">9004 2115 0,'0'0'0,"0"0"0,0 0 15,-1 2-15,1-2 16,-5 18 0,-3 5-16,-4 9 15,-3 7-15,-2 4 16,-1 1-16,2-2 15,1-7-15,3-3 16,3-6-16,5-4 16,3-5-16,4-1 15,7 0-15,10-1 16,6-8 0,15-9-16,41-36 31</inkml:trace>
  <inkml:trace contextRef="#ctx1" brushRef="#br1" timeOffset="6102.85">8746 2404 0,'0'0'0,"0"0"0,0 0 0,0 0 0,0 0 16,0 0-16,0 0 16,11-5-16,21-8 15,22-5-15,10 3 16,-4 5 0,2 5-16,1 1 15</inkml:trace>
  <inkml:trace contextRef="#ctx1" brushRef="#br1" timeOffset="6851.79">11911 1539 0,'0'0'0,"0"0"0,0 0 16,0 0-16,-3 2 15,3-2-15,-7 13 16,-2 4-16,-3 14 15,-2 8-15,0 14 16,2 4-16,2 2 16,1 4-16,2-3 15,0 6-15,-1 0 16,1-4-16</inkml:trace>
  <inkml:trace contextRef="#ctx1" brushRef="#br1" timeOffset="7836.37">11107 2092 0,'0'0'0,"0"0"0,0 0 15,0 0 1,-2 6-16,0 4 15,-2 6-15,0 1 16,1 2-16,0-3 16,3 5-1,1-3 1,2-2-16,-1-6 16,-2-10-16,20 3 15,8-12 1,18-12-16,-5-13 15,-9 0-15,-5 4 16,-4 2-16,-4 5 16,-2 3-16,-4 4 15,-5 7-15,-8 9 16,13-10-16,-13 10 16,25-2-16</inkml:trace>
  <inkml:trace contextRef="#ctx1" brushRef="#br1" timeOffset="8435.27">11531 2058 0,'0'0'0,"0"0"0,0 0 0,0 0 0,0 0 16,0 0-16,-4 0 16,4 0-16,-9 7 15,0 1 1,-6 7-16,-2 4 15,2 1-15,2-5 16,7-4-16,0-2 16,2-1-16,2-2 15,2-6-15,2 7 16,11-5-16,18-7 16,8-7-16,-7-3 15,-10-4-15,-9 4 16,-4 5-1,-4 3-15,-5 7 16,0 0-16,0 0 16,7 10-16,-3 12 15,-2-3-15,0-1 16,-1-6-16,0-2 16,-1-10-16,-1 9 15,1-9 1,0 0-16,5-9 15,13-21-15,8-11 16,-2 1-16,0 1 16,-7 11-16,-4 1 31,-5 6-31,-5 6 16,-1 7-16,-2 8 15,0 0-15,0 0 16,-23 30-16,-3 13 15,1 7 1,6-2-16,6 3 16,14-9-16,10-7 15,6-9-15,25-4 16</inkml:trace>
  <inkml:trace contextRef="#ctx1" brushRef="#br1" timeOffset="11951.7">12410 1982 0,'0'0'0,"4"-3"0,-4 3 16,27-15-16,13-2 15,17 0-15,11-1 16,4 3-16,-6 4 15,-8 4-15,-11 1 16,-14 1-16,-10 2 16,-6 2-1,-17 1-15,12-1 16</inkml:trace>
  <inkml:trace contextRef="#ctx1" brushRef="#br1" timeOffset="12168.39">12745 1940 0,'0'0'0,"0"0"16,-1 3-16,-1 4 16,-4 7-1,-1 7-15,-3 6 16,-1 3-16,-1 3 16,1 1-16,-2-1 15,4-3-15,2-5 16,0 3-16,5-5 15,5-1-15,9-3 16,6-6-16,18-3 16</inkml:trace>
  <inkml:trace contextRef="#ctx1" brushRef="#br1" timeOffset="12702.37">13032 2178 0,'0'0'0,"8"-2"0,6 1 0,14-4 16,4-1-16,-5-4 15,-5-9-15,-5 4 16,-5-1-16,-7 3 15,-3-1-15,-5 1 16,-1 3-16,-4 2 16,-4 2-16,-7 7 15,-7 7 1,-5 11-16,-1 11 16,7-1-16,9 4 15,7-4-15,8 1 16,7-3-16,1-4 15,1-6-15,6-5 16,7-4-16,17-11 16,11-9-16,7-11 15,8-9 1,-15 3-16,4-6 16,-18 4-16,-6 3 15,-9 5-15,-7 8 16,-5 5-16,-8 10 15,5-7-15,-5 7 32,-29 12-32,-13 17 15,10 2 1,15-6-16,6 9 16</inkml:trace>
  <inkml:trace contextRef="#ctx1" brushRef="#br1" timeOffset="13052.66">13734 2096 0,'0'0'0,"0"0"0,0 0 0,0 0 15,0 0-15,-1 5 16,-1 8-16,-2 11 15,-2 5-15,-6 8 16,-8 1-16,-11 7 16,6-11-16</inkml:trace>
  <inkml:trace contextRef="#ctx1" brushRef="#br1" timeOffset="13302.32">13545 2262 0,'0'0'0,"0"0"15,0 0-15,12 0 16,25 0-16,42-3 16,4-5-16,3-2 15</inkml:trace>
  <inkml:trace contextRef="#ctx1" brushRef="#br1" timeOffset="13735.41">13345 2274 0,'0'0'0,"-1"3"0,-4 6 0,-16 30 16,-31 43 0,-29 16-16,9-13 15</inkml:trace>
  <inkml:trace contextRef="#ctx1" brushRef="#br1" timeOffset="15169.46">13883 1884 0,'0'0'0,"0"-1"0,0 1 16,-1-10-16,-9-14 15,-7 0-15,-11-15 16,0 4-16,-1 5 16,-9-2-16,-8 15 15,-8-2-15,-4 4 16,4-1 0,7 2-16,8 3 15,10 2-15,7 4 16,-5-1-16,-20-4 15,-41-9-15,-39-2 16,-15 33-16,20 3 16,26 4-16,33-4 15,10-2-15,-7 7 16,0 18-16,0 3 16,11-2-1,11-10-15,0 0 16,3 0-16,-1 1 15,8 2-15,0 2 16,5-1-16,8 2 16,-2 7-16,7 3 15,3 2-15,2 3 16,9 4-16,5-2 16,10-1-16,6 10 15,11-8 1,11 5-16,7-5 15,20-15-15,3 18 16,0-8-16,2 0 16,2-29-16,90-16 31,-27 0-31,35-17 16,-41-1-1,-48-5-15,27-10 16,-24 4-16,6-3 15,-1-12-15,-6-10 16,-3-4-16,-13-7 16,-7 4-16,-19 5 15,-12-2-15,-17 3 16,-9 3-16,-14 0 16,-7 6-16,-14-2 15,-13 0 1,-11-7-16,-20 1 15,-10 4-15,-10 2 16,-3 5-16,3 7 16,6 5-16,14 7 15,12 4-15,16 5 16,11 4-16,9 2 16,5 2-16,3 1 15,11 3 1,-17-4-16,17 4 15,-11-3-15,11 3 16,0 0-16,-12-5 16,12 5-16</inkml:trace>
  <inkml:trace contextRef="#ctx1" brushRef="#br1" timeOffset="15935.89">12986 1454 0,'0'0'0,"0"0"16,-1 1-16,1-1 15,0 0-15,-4 8 16,4-8-16,-4 13 16,1-6-16,1 2 15,1 2-15,0 2 16,1-1-16,1-1 16,0-2-16,3 0 15,4 0 1,7 0-16,15 1 15,21-5-15,18-5 16,11-9-16,6-6 16,4-9-16,10-8 15,11-4-15,2-3 16,16-5-16,-10 3 16,5 0-16,-10 1 15,-9 5-15,-9 4 16,-13 1-1,-16 5-15,-15 3 16,-14 5-16,-2 2 16,5-3-16,23-5 15</inkml:trace>
  <inkml:trace contextRef="#ctx1" brushRef="#br1" timeOffset="17851.97">11155 1509 0,'0'0'0,"0"0"0,0 0 16,0 0-1,0 1-15,0-1 0,0 0 16,3 10-16,-1-3 15,-1 3 1,2 2-16,2 1 16,3 1-16,1-2 15,2 0-15,3-4 16,16-4-16,20-6 16,16-8-16,14-11 15,-6-4-15,-2-3 16,-5 1-1,-11 3-15,-11 4 0,-6 3 16,-11 5 0,-4 2-16,-5 2 15,-6 4-15,-13 4 16,15-6-16,-15 6 16,23-3-16,1 10 15</inkml:trace>
  <inkml:trace contextRef="#ctx1" brushRef="#br1" timeOffset="21435.01">9296 1632 0,'0'0'0,"-6"-2"15,6 2-15,-30-13 16,4 3-16,3 1 16,3-1-1,2 0-15,0-1 16,3 0-16,0-2 15,1 2-15,3 1 16,4 4-16,7 6 16,-9-9-16,9 9 15,0 0-15,0 0 16,0 0 0,0 0-16,0 0 15,0 0-15,10 13 16,5 3-16,4 4 15,4-3-15,15-2 16,18-12-16,38-26 16,35-35-16,20-15 15</inkml:trace>
  <inkml:trace contextRef="#ctx1" brushRef="#br1" timeOffset="110984.39">9090 1343 0,'0'0'0,"0"0"0,0 0 0,0 0 15,0 0-15,-1 2 16,1-2-16,0 0 16,1 8-16,3-2 15,0 3 1,3 3-16,1 1 16,2 2-16,0-1 15,2 0-15,4-2 16,7-2-16,12-4 15,13-12-15,16-10 16,8-15-16,7-3 16,-3-4-16,-11 7 15,-9 2-15,-10 7 16,-12 6 0,-7 4-16,-3 4 15,0 4-15,-3 7 16</inkml:trace>
  <inkml:trace contextRef="#ctx1" brushRef="#br1" timeOffset="111401.24">11057 1301 0,'0'0'0,"0"0"0,0 0 0,0 0 16,0 2-16,0-2 15,6 14-15,-1 1 16,8 3-16,6-2 16,9-5-16,13-4 15,17-9-15,15-15 16,8-10 0,5-7-16,0-1 15,-10 2-15,-8 5 16,-8 3-16,-8 8 15,-1 8-15,-5 4 16</inkml:trace>
  <inkml:trace contextRef="#ctx1" brushRef="#br1" timeOffset="111801.27">12525 1336 0,'0'0'0,"0"0"16,0 0-16,0 2 16,0-2-16,3 11 15,2 1-15,6 4 16,10-2-16,12-2 16,20-9-1,27-11-15,19-19 16,21-9-16,7-16 15,10-4-15,-3-1 16,1 2-16,-14 11 16,1 12-16,-17 25 15</inkml:trace>
  <inkml:trace contextRef="#ctx1" brushRef="#br1" timeOffset="-201347.38">13218 5744 0,'0'0'0,"0"0"0,0 0 0,1 3 0,-1-3 15,9 12 1,2 4-16,4 2 16,4 3-16,4 0 15,0-2-15,3 1 16,4-2-16,3 1 16,0-3-16,-3-2 15,3 0-15,0-1 16,4-1-1,0 0-15,-1 0 16,-2-1-16,-4-3 16,1 2-16,-4-3 15,1 1-15,-2-2 16,-4-1-16,-4-1 16,-5-2-16,-3-1 15,-10-1-15,14 3 16,-14-3-1,0 0-15,13 3 16,-13-3-16</inkml:trace>
  <inkml:trace contextRef="#ctx1" brushRef="#br1" timeOffset="-199313.11">14125 6169 0,'0'0'0,"0"0"16,1-3-16,2-6 16,3-6-16,4-4 15,1 4-15,1 3 16,-3 5-16,2 3 15,2 4-15,1 4 16,1 7 0,-2 3-16,-1 6 15,-5 6-15,-3 6 16,-3 2-16,-3-4 16,1-5-16,-1-7 15,0-4-15,-1-5 16,1-1-16,2-8 15,0 9-15,0-9 16,0 0-16,15-17 16,31-38-1,9-11-15,-9 13 16,-8 7-16,-13 16 16,-9 12-16,-5 5 15,-5 7-15,-6 6 16,0 0-16,0 0 15,0 0 1,11 14-16,-9 12 0,-5 6 16,0 3-16,-6 7 15,-4 8 1,-1 1-16,2-9 16,5-16-16,11-17 31,24-8-31,41-25 15,2-19-15,-28 16 16,-4 2-16,-15 8 16,-10 8-1,-14 9-15,0 0 16</inkml:trace>
  <inkml:trace contextRef="#ctx1" brushRef="#br1" timeOffset="-198980.63">13958 6799 0,'0'-9'0,"7"1"0,5-8 15,31-14-15,32 4 16,5-10-16,24 1 16,-5 1-1,4 6-15,0 9 16,-18 7-16,-3 1 16,-19 4-16,-10 1 15,-13 1-15,-11 1 16,-8 3-16,-7 2 15,-14-1-15,11 2 16</inkml:trace>
  <inkml:trace contextRef="#ctx1" brushRef="#br1" timeOffset="-197597.67">14220 7000 0,'-5'0'0,"5"0"15,0 0-15,0 0 16,0 0-16,-13 0 16,13 0-16,0 0 15,-7 15-15,3 8 16,5 10 0,-3 5-16,1-1 15,-1-3-15,-1 0 16,1-3-16,0-7 15,17-2 1,5-6 0,2-6-16,9-13 15,0-14-15,11-23 16,2-15 0,-10 1-16,-5-2 15,-11 17-15,-5 11 16,-7 12-16,-2 6 15,-1 2-15,-3 8 16,3-7-16</inkml:trace>
  <inkml:trace contextRef="#ctx1" brushRef="#br1" timeOffset="-196830.78">14623 7046 0,'0'0'0,"0"0"16,0 0-16,-8 1 15,-7 3-15,-5 14 16,-4 13 0,7 0-16,4-2 15,10 5-15,1-7 16,5-2-16,5-6 15,-8-19-15,11 7 16,-11-7-16,18-15 16,-5 2-16,2-6 15,3-3 1,-6 6-16,-3 5 16,-4 4-16,-5 7 15,0 0-15,14 2 16,-6 9-16,0 0 15,-1 4-15,1-2 16,1-1-16,5-5 16,3-7-16,-4 2 15,8-13-15,8-11 16,12-14-16,-6-6 16,-7-3-1,-4-3-15,-8 2 16,-4 9-16,-7 5 31,-10 0-31,0 6 16,-3 6-16,3 10 15,0 4-15,5 6 16,-7-8 0,7 8-16,0 0 15,-17 22-15,4 23 16,1 19-16,4 7 15,4-3-15,4 8 16,1-11-16,2-8 16</inkml:trace>
  <inkml:trace contextRef="#ctx1" brushRef="#br1" timeOffset="-189031.24">14822 5829 0,'0'0'0,"0"0"0,0 0 0,-2-2 15,2 2-15,0 0 16,0 0-16,-11-12 15,3 2-15,-2-2 16,-1-2-16,0-1 16,-3-1-16,1 0 15,-1 0 1,-2 0-16,-5-1 16,-3 2-16,-3 0 15,0 0-15,-1 2 16,3 2-16,4 2 15,2 5-15,0 3 16,0 2-16,-1 3 16,-1 2-16,-9 7 15,-14 13 1,-5 7-16,7-1 16,12-6-16,8-4 15,-4 7-15,4 7 16,-2 1-16,7-1 15,4-10-15,-4 9 16,3-1-16,-4 7 16,0 6-16,2-6 15,-2 6-15,1-1 16,1-3-16,1 3 16,0 3-1,2-4-15,-1 2 16,1 14-16,5 6 15,4 2-15,1-11 16,1-23-16,1-4 16,0 1-16,-1 10 15,1 20 1,1-10-16,2 8 16,-1 8-16,0 3 15,1 18-15,-1-1 31,9-2-31,5-20 16,3-6-16,-2-26 16,4-6-16,3-2 15,2-1-15,14 1 16,9-5 0,-5-9-16,-6-10 15,-9 0-15,2-1 16,9-2-16,8-4 15,0-6-15,-8-3 16,5 0-16,9-10 16,0-3-16,10-6 15,-12 0-15,-4 2 16,2-11 0,-13-6-16,8-2 15,-6-3-15,4-3 16,-2-6-16,-7 4 15,1-7-15,-5 7 16,1-5-16,-1-1 16,-3-7-16,-5-4 15,-3 8-15,-4-4 16,-4 3 0,-1 2-16,-3-4 15,-2 6-15,-1 1 16,-2-2-16,-1 10 15,-4-2-15,-2 5 16,-2 2-16,-4 0 16,-9-5-16,-5 0 15,0 8-15,0 6 16,0 3 0,-3 1-16,-7-4 15,-1 8-15,-2 5 16,-1 4-16,2 4 15,-5 0-15,-2 4 16,-2 2-16,3 4 16,-1 2-16,-3 2 15,4 8-15,-2 2 16,-2 4 0,1 5-16,3 2 15</inkml:trace>
  <inkml:trace contextRef="#ctx1" brushRef="#br1" timeOffset="-184646.97">15055 7046 0,'0'0'0,"0"0"0,0 0 15,0 0-15,0 0 16,0 0-16,-3 2 15,3-2 1,0 0-16,0 0 16,0 0-16,0 0 15,0 0-15,0 0 16,0 0-16,0 0 16,-2 9-16,4 1 15,-1 2-15,1 3 16,1 1-16,1 1 15,0-4-15,1-1 16,-1-2 0,0-3-16,1-1 15,-5-6-15,10 10 16,-10-10-16,9 6 16,-9-6-16,0 0 15,11 4-15,-11-4 16,0 0-16,13-4 15,-13 4-15,0 0 16,12-7 0,-12 7-16,0 0 15,0 0-15,0 0 16,0 0-16,0 0 16,13-2-16,-13 2 15,14 7-15,-14-7 16,20 9-16,-9-4 15,1 1 17,2 0-32,1 0 15,1-2-15,0-3 16,-1-2-16,0-3 16,0-4-16,-1-3 15,0-2-15,-3-1 16,-3 0-16,-4 1 15,-1 1-15,-3 1 16,0 3-16,0 8 16,-2-10-1,2 10-15,0 0 16,-5-7-16,5 7 16,0 0-16,-16 12 15,8 3-15,3 0 16,3 2-16,3-2 15,2 0 1,6 2-16,2 0 16,5-2-16,6-1 15,7-3-15,9-4 16,0-2-16,159 3 31</inkml:trace>
  <inkml:trace contextRef="#ctx1" brushRef="#br1" timeOffset="-182931.53">14943 7663 0,'0'0'0,"0"0"16,0 0-16,0 0 16,0 0-16,0 0 15,0 0 1</inkml:trace>
  <inkml:trace contextRef="#ctx1" brushRef="#br1" timeOffset="-182064.74">14829 7678 0,'0'0'0,"0"0"0,0 0 0,0 0 15,0 0-15,0 0 16,0 0-16,0 0 16,0 0-16,4 0 15,-4 0 1,12-1-16,1 0 16,1-1-16,1 0 15,-1 1-15,-1 0 16,-3 1-16,-10 0 15,14 0-15,-14 0 16,10 1-16,-10-1 16,0 0-16,12 9 15,-9-1-15,-3 4 16,-3 8 0,-5 4-16,-4 3 15,-1-1-15,1-4 16,2-2-16,1-3 15,3-6-15,1-1 16,2-3-16,3-7 16,-5 11-16,5-11 15,0 0-15,-2 7 16,2-7 0,12 10-16,7-4 15,17-8-15,14-3 16,13-13-16,-3-2 15,-9 3-15,-14 2 16,-5 2-16,-6 1 16,-2-1-16</inkml:trace>
  <inkml:trace contextRef="#ctx1" brushRef="#br1" timeOffset="-180447.01">13810 8013 0,'1'-6'0,"-1"6"0,0 0 15,0-6-15,0 6 16,0 0-16,0 0 16,6 11-16,4 16 15,2 6 1,0 3-16,-2 3 15,-1 11-15,1 0 32,-6-7-32</inkml:trace>
  <inkml:trace contextRef="#ctx1" brushRef="#br1" timeOffset="-179397.54">14105 8134 0,'0'0'0,"0"0"0,0 0 0,0 0 15,1 2 1,1 6-16,2 5 15,2 4-15,-2 2 16,3-1-16,3-1 16,0-2-16,1-2 15,-2-2-15,2-2 16,1-3-16,2-3 16,4-6-16,3-7 15,-1-6 1,-2-4-16,-3-2 15,-6 4-15,-4 4 16,0 2-16,-3 4 16,-2 8-16,2-11 15,-2 11-15,-1-8 16,1 8-16,-2-7 16,2 7-16,-8-8 15,0 2-15,-6-2 16,-4-1-1,0 1-15,5 4 16,13 4-16,-14-4 16,14 4-16,0 0 15,0 0-15,0 0 16,17-12-16,5 2 16,3 3-16,-4 3 15,-2 2 1,-3 1-16,0 2 15,0 2-15,-3 0 16,1 1-16,-1 0 16,-1 0-16,1 0 15,-2 0-15,1 1 16,-3 1-16,6 1 16,-1 3-1,2 0-15,-2-1 16,-5-1-16,0-2 15,-2 1-15,-1 0 16,1 0-16,0 1 16,0 2-16,1 2 15,1 2-15,-3-2 16,0-4-16,-6-8 16,8 10-16,-8-10 15,9 4-15,1-12 16,3-16-1,4-12-15,-6-2 16,-4 10-16,-4 8 16,-3 5-16,0 4 15,-2 1-15,-3 0 16,-2-1-16,-1 1 16,-1 2-16,-3 0 31,-2 2-16,-3 1-15,-2 2 16,3 1-16,-1 2 16,-2 1-16,0 1 15,-5-1-15,-2 1 16,-8 0-16,-4 2 16,5 1-1,10-1-15</inkml:trace>
</inkml:ink>
</file>

<file path=ppt/ink/ink7.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951.42279" units="1/cm"/>
          <inkml:channelProperty channel="Y" name="resolution" value="1522.63013" units="1/cm"/>
          <inkml:channelProperty channel="T" name="resolution" value="1" units="1/dev"/>
        </inkml:channelProperties>
      </inkml:inkSource>
      <inkml:timestamp xml:id="ts0" timeString="2026-02-27T15:06:32.547"/>
    </inkml:context>
    <inkml:brush xml:id="br0">
      <inkml:brushProperty name="width" value="0.05292" units="cm"/>
      <inkml:brushProperty name="height" value="0.05292" units="cm"/>
      <inkml:brushProperty name="color" value="#FF0000"/>
    </inkml:brush>
  </inkml:definitions>
  <inkml:trace contextRef="#ctx0" brushRef="#br0">10872 1464 0,'0'0'0,"0"0"0,0 0 0,0-469 0,0 938 16,-1-467-16,1-2 15,-6 19-15,0 11 16,0 14-16,0 8 16,3 6-16,0-2 15,3 0 1,0-3-16,2-5 15,-1-3-15,1-2 16,2-3-16,-1-5 16,1-7-16,1-3 15,-1-1-15,2-3 16,-1 2-16,0-4 16,-1-3-16,1-3 15,-2-4 1,1-3-16,-4-6 15</inkml:trace>
  <inkml:trace contextRef="#ctx0" brushRef="#br0" timeOffset="700.2">11244 1700 0,'0'0'0,"0"0"0,0 0 0,0 0 15,0 0-15,-3 1 16,3-1-1,-9 12-15,-4 10 16,-1 12-16,1 9 16,6 3-16,2 4 15,4-3-15,2-2 16,4 0-16,6-7 16,11-7-1,11-16 1,12-18-1,8-19-15,2-7 16,-11 3-16,8-11 16,-10-6-16,-13-4 15,-7 1-15,-13 0 16,-5 2-16,-4-1 16,-7 5-16,-3 9 15,-11 6-15,-9 5 16,-2 3-16,-11 11 15,-4 6-15,-3 5 16,6 10 0,6 3-16,10 5 15,7 4-15,7-6 16,6-1-16,4-3 16,5-1-16,5-1 15</inkml:trace>
  <inkml:trace contextRef="#ctx0" brushRef="#br0" timeOffset="1050.35">11895 1360 0,'0'0'0,"0"0"0,0 0 16,-1 2-16,-1 7 15,-3 13-15,0 21 16,4 15-16,-1 9 16,1 5-16,-3-1 15,-2 3-15,0-7 16,-2 18-1,1-13 1,2-13 0,1-16-16,2-23 15,2-9-15,0-11 16,0 0-16</inkml:trace>
  <inkml:trace contextRef="#ctx0" brushRef="#br0" timeOffset="1316.61">11935 1820 0,'0'0'0,"2"-4"15,-2 4-15,11-17 16,6 1-16,9-8 16,10-5-16,7-3 15,-1 1-15,-2 2 16,0 0-16,1 2 15,-1 2 1,-7 3-16,-7 5 16,-8 6-16,-8 4 15,-10 7-15,10-6 16,-10 6-16,0 0 16</inkml:trace>
  <inkml:trace contextRef="#ctx0" brushRef="#br0" timeOffset="1566.94">11865 1865 0,'0'0'0,"0"0"0,0 0 0,0 0 16,0 0-16,3 6 15,7 7-15,11 11 16,8 5-16,3 1 15,2-1-15,5 4 16,-2-1 0,-5-3-16,-3-5 15,-5-4-15,-1-5 16,0-3-16,6-5 16,8-4-16,3-11 15</inkml:trace>
  <inkml:trace contextRef="#ctx0" brushRef="#br0" timeOffset="2733.47">11519 347 0,'0'0'0,"0"0"0,0 0 15,0 0-15,-1 3 16,-1 7 0,-1 10-16,-1 11 15,3 4-15,2 0 16,1-3-16,3-3 16,1-5-16,1-3 15,0-4-15,1-6 16,1-1-16,10-9 15,12-8-15,10-7 16,-2-9-16,-7 0 16,-7 0-1,-5 0-15,-3 1 16,-3 0-16,-3 3 16,-2 1-16,-3 2 15,-2 5-15,-2 2 16,-2 9-16,2-9 15,-2 9-15,0 0 16,0 0-16,0 0 16,-2 6-1,-1 24-15,1 13 16,-1 16-16,0 6 16,0 0-16,0 7 15,1-7-15,-1 21 31,-6 4-31,-3-23 16,-3-16-16,1-26 16,0-10-1,-2-2-15,-4-2 16,1-3-16,-1-4 16,0-6-16,-3-3 15,0-7-15,3-5 16,7 0-16,10-8 15,8-3-15,10-8 16,12-7-16,6 1 16,11-2-1,6 3-15,-1 9 16,6 3-16,-4 4 16,-6 5-16,-3 2 15,-7 4-15,-7 3 16,-9 3-16,-7 2 15,-12 6-15</inkml:trace>
  <inkml:trace contextRef="#ctx0" brushRef="#br0" timeOffset="3334.32">10625 945 0,'0'0'0,"0"0"0,0 0 0,0 0 0,0 0 16,4 1-16,12 1 15,23 5-15,24 3 16,14 2-16,5 0 16,7-2-1,0-5-15,7-2 16,0-2-16,6-2 16,3-1-16,5 0 15,15-1-15,-1 0 16,4 1-16,-4 0 15,-10 0-15,10 1 16,-11 2-16,8 6 16,-1 1-1,-2 1-15,3-1 16,-8 0-16,-4-2 16,-2 0-16,-6 0 15,-5-1-15,-7 0 16,-9-2-16,-5-3 15,-4-2-15,-5-3 16,-8-2-16,-15 0 16,-9 1-1,-7-1-15,-11 1 16,-6-1-16,-3-2 16,-4-3-16</inkml:trace>
  <inkml:trace contextRef="#ctx0" brushRef="#br0" timeOffset="3883.59">12780 213 0,'0'0'0,"0"1"0,0-1 16,0 0-16,-1 11 15,-3 15-15,0 14 16,-2 8-16,2 4 15,0 7-15,1 32 16,3-6-16,2 5 16,2 2-16,0-7 15,1 15 1,-2-3-16,0-12 16,2 3-16,-3 10 15,-1 3-15,-1 11 16,-1-11-16,-1 3 15,-2 1-15,1-6 16,0-3-16,-1-8 16,1-6-16,1-12 15,-1 1-15,2-22 16,0-9 0,0 8-16,1-6 15,2 4-15,1-7 16,-1-14-16,1-6 15,0-3-15,0-1 16,2-2-16,-5-13 16</inkml:trace>
  <inkml:trace contextRef="#ctx0" brushRef="#br0" timeOffset="4583.21">11941 1797 0,'0'0'0,"0"0"0,0 0 0,0 0 16,-5 1 0,-5 1-16,-11 5 15,-8 7-15</inkml:trace>
  <inkml:trace contextRef="#ctx0" brushRef="#br0" timeOffset="6434.97">13268 352 0,'0'0'0,"0"0"0,0 2 16,0-2-16,1 14 15,0 3-15,2 3 16,0 7 0,-1 5-16,2 3 15,1 10-15,-1-13 16,2-13-16,4 8 15,0-11-15,4 0 16,1 1-16,7-4 16,3 1-16,2-2 15,0-11-15,-3-3 16,4-7-16,6-20 16,-4 5-1,-4-10-15,-10 3 16,-4 10-16,-4-4 15,-2 9-15,-6 16 16,3-9-16,-3 9 16,0 0-16,0 0 15,0 0-15,0 0 16,0 0-16,0 0 16,0 0-1,-2 19-15,-5 17 16,1 24-16,1-6 15,3-4-15,-4 31 32,0-12-32,-8 3 15,1-25-15,5-22 16,1-9-16,1-5 16,-3 1-16,0 0 15,-6 2 1,-9-7-16,-1-6 15,-2-6-15,4-8 16,6 0-16,1-1 16,2-2-16,5 2 15,2-1-15,3-1 16,4 0-16,4-8 16,16-6-1,9-9-15,10 3 16,6 5-16,4 2 15,4 3-15,6-2 16,-1 0-16,-12 5 16,-4-3-16,-13 6 15,-6 0-15,-9 6 16,-6 5-16</inkml:trace>
  <inkml:trace contextRef="#ctx0" brushRef="#br0" timeOffset="7103.25">13705 118 0,'0'0'0,"0"0"0,0 0 15,-3 0-15,3 0 16,-11 7-16,-4 2 16,-4 3-16,-2 1 15,2 2-15,3 0 16,0-1-16,5-1 16,1-3-1,2 0-15,4-2 16,4-8-16,-7 9 15,7-9-15,0 0 16,0 0-16,-3 7 16,3-7-16,0 0 15,20-3-15,20-16 16,3-5-16,-7 1 16,-7 2-16,-5 4 15,-6 3 1,-4 4-16,-4 2 15,-10 8-15,10-8 16,-10 8-16,0 0 16,0 0-16,12-5 15,1 12-15,8 6 16,5 6-16,0 6 16,-1-1-16,-4-2 15,0 0 1,1-1-16,-1-4 15,1-1-15</inkml:trace>
  <inkml:trace contextRef="#ctx0" brushRef="#br0" timeOffset="10866.77">13295 1542 0,'0'0'0,"0"0"0,0 0 16,0 2-16,0-2 15,-5 15-15,0 3 16,-2 10-16,2 5 15,0 6 1,0-3-16,2-3 16,0-3-16,0-7 15,2 0-15,-2-1 16,1 1-16,1-1 16,-1-3-16,1-2 15,0-3-15,1-1 16,0-3-16</inkml:trace>
  <inkml:trace contextRef="#ctx0" brushRef="#br0" timeOffset="11550.88">13352 1793 0,'0'0'0,"0"0"16,0 0-16,0 0 15,0 0-15,0 0 16,0 1-16,0-1 16,0 0-16,0 0 15,0 0-15,0 0 16,12-3 0,10-6-16,12-5 15,4-3-15,-6 0 16,-3 0-16,-1 0 15,-4 3-15,-4 2 16,-1 0-16,-5 3 16,-4 3-16,-10 6 15</inkml:trace>
  <inkml:trace contextRef="#ctx0" brushRef="#br0" timeOffset="11816.65">13293 1786 0,'0'0'0,"0"0"0,0 0 0,0 0 0,0 0 16,0 0-16,0 0 16,7 4-16,4 2 15,4 2-15,7 5 16,6 5-16,2 2 15,4 5-15,-4-2 16,-2-3-16,-3-2 16,-5-4-16,5-2 15,3-3 1,-2-2-16,-6-2 16,-10-3-16,-10-2 15</inkml:trace>
  <inkml:trace contextRef="#ctx0" brushRef="#br0" timeOffset="12167.5">13102 1547 0,'0'0'15,"0"0"-15,0 0 0,0 0 16,-2 2 0,2-2-16,-3 20 15,0 11-15,-2 14 16,2 7-16,-1 2 15,1-3-15,-1-5 16,-3-3-16,-2-5 16,4-3-1</inkml:trace>
  <inkml:trace contextRef="#ctx0" brushRef="#br0" timeOffset="13634.29">14285 300 0,'0'0'0,"0"0"0,0 0 15,-4 3-15,-4 4 16,-8 13-16,-3 18 15,-2 11-15,1 10 16,3-2-16,3 3 16,-1 11-16,6-5 15,0 17-15,0 3 16,0 4-16,-3 15 16,3-7-1,-2 6-15,1 2 16,2 5-16,5-5 15,0 11-15,0-11 16,-1 4-16,-3-4 16,2-6-16,-1-1 15,5-25-15,2-7 16,-1-16-16,1-2 16,0 0-16,1-11 15,-1-14 1,0-10-16,-1-14 15,0 0-15,0 0 16,0 0-16</inkml:trace>
  <inkml:trace contextRef="#ctx0" brushRef="#br0" timeOffset="14166.79">13719 1036 0,'0'0'0,"0"0"0,0 0 16,0 0-16,0 0 16,5 1-1,8 2-15,19 3 16,15 3-16,6 1 15,14 1-15,7-1 16,16-4-16,10-3 16,-4-5-16,14-1 15,-12-3-15,-7 2 16,0-2-16,-4 1 16,2 0-1,-7 1-15,-4 0 16,-3 1-16,-9 3 15,-7 0-15,-8 0 16,-6 1-16,-8 0 16,-7 1-16,-5-2 15,-5 1-15,-2 0 16</inkml:trace>
  <inkml:trace contextRef="#ctx0" brushRef="#br0" timeOffset="17768.38">14320 1819 0,'2'0'0,"-2"0"0,18-1 16,2-1-16,6 0 15,1 0-15,0-2 16,-2 1-16,-4 0 16,-1-2-16,-5 2 15,-3 0-15,-1 0 16,0-1-16,-11 4 15,14-4-15,-14 4 16,0 0-16,12-3 16</inkml:trace>
  <inkml:trace contextRef="#ctx0" brushRef="#br0" timeOffset="18666.9">14930 1668 0,'0'0'0,"0"0"0,0 0 0,0-3 0,0 3 15,1-10-15,-1 2 16,0-1-16,0 2 16,0-1-16,-1-2 15,-4-1-15,0 1 16,-4 0-16,-1 3 15,-3 0-15,-3 0 16,-6 3-16,-5 1 16,1 3-16,4 4 15,4 0 1,4 2-16,2 6 16,3 5-16,1 4 15,7 3-15,2-2 16,3-3-16,6-2 15,5-6-15,3-1 16,4-3-16,0-5 16,-3-1-1,4-9-15,-3-2 16,-2-4-16,-4-1 16,-4 4-16,-2 0 15,-2 2-15,-6 9 16,8-8-16,-8 8 15,0 0-15,0 0 16,0 0-16,10-5 16,-10 5-1,3 14-15,-2 5 16,-4 7-16,-3 4 16,0 0-16,-1-1 15,-1 2-15,0 5 16,-1-3-16,0 0 31,3-6-31,1-10 16,2-4-1,1-6-15,2-7 16,0 8-16</inkml:trace>
  <inkml:trace contextRef="#ctx0" brushRef="#br0" timeOffset="19283.16">15167 1611 0,'0'0'0,"0"0"15,0 0-15,0 0 16,0 0-16,0 0 16,-3 5-1,-5 10-15,-5 14 16,-5 10-16,1-4 16,3-4-16,0 3 31,3 0-31,3-4 15,3-7-15,4-10 16,0-6-16,1-7 16,11 9-16,1-4 15,2-4 1,-14-1-16,12 0 16,-12 0-16,0 0 15,2-6-15,-2-1 16,-3 0-16,1-2 15,-1-1-15,0-2 16,0 3-16,1-1 16,2 2-16,4-4 15,7-4-15,10-2 16,7 0 0,-1 4-16,0 1 15,-1 1-15,-2 2 16,-4 1-16,-3 1 15,-6 2-15,-11 6 16,15-6-16,-15 6 16,0 0-1,0 0-15,-19-9 0</inkml:trace>
  <inkml:trace contextRef="#ctx0" brushRef="#br0" timeOffset="19500.38">15103 1842 0,'0'0'0,"0"0"0,0 0 0,5 3 16,5 1-16,8 3 16,4 3-16,-1 1 15,-3 4-15,-1 1 16,-1-2-16,0 0 15,-1-3-15,4-3 16,4-1-16</inkml:trace>
  <inkml:trace contextRef="#ctx0" brushRef="#br0" timeOffset="22884.66">14375 1380 0,'0'0'0,"0"0"0,0 0 16,0 0-16,0 0 16,0 0-16,-5 5 15,-1 4-15,-7 8 16,-5 5-16,-5 7 16,-2 3-16,0-1 15,0 1-15,7-5 16,6 2-1,0 8-15,6 0 16,4 9-16,2 0 16,3 3-16,3 1 15,5-4-15,1-1 16,3-2-16,0 0 16,1-2-16,1-5 15,4-4 1,20-4-1,10-5 1,2-2-16,0-9 16,-16-5-16</inkml:trace>
  <inkml:trace contextRef="#ctx0" brushRef="#br0" timeOffset="23400.79">15292 1539 0,'0'0'0,"0"0"0,0 0 16,1 3-16,1 6 16,3 10-16,3 12 15,5 6-15,3 6 16,1 3-1,-2-5-15,-1-2 16,1 3-16,-2-4 16,-2 0-16,-3-3 15,-4-4-15,-2 8 16,-2 1-16,-1-1 16,-2-7-16,-6-1 31,-11 2-16,-4-3-15,-6-2 16,6-7-16,4-7 16,3-3-16,0-5 15,-1-3-15</inkml:trace>
  <inkml:trace contextRef="#ctx0" brushRef="#br0" timeOffset="24016.29">15443 1337 0,'0'0'0,"1"-2"16,-1 2-16,0 0 16,17-13-16,1 8 15,8 3-15,1 4 16,3 4-16,-1 1 15,-6-1 1,-1 1-16,-3 1 16,-3 2-16,-5-1 15,-4 2-15,-2 3 16,-5 4-16,-5 8 16,-5 3-16,-6-1 15,-4 0-15,-9-3 16,0-1-16,3-3 15,6-6 1,9-4-16,3-2 16,1-3-16,7-6 15,-5 7-15,5-7 16,0 0-16,22 10 16,9-7-16,8-5 15,6-1-15,4-2 16,-1 1-16,0 0 15,-35 3-15,9 0 16,7 0 0,1 0-16</inkml:trace>
  <inkml:trace contextRef="#ctx0" brushRef="#br0" timeOffset="25149.55">14264 2331 0,'0'0'0,"0"0"0,0 0 15,0 0-15,3 0 16,10 3-16,14 5 16,13 2-16,8-1 15,12-2-15,5-2 16,2-4-16,7-2 15,-4 1-15,-1-2 16,1 1 0,-4 0-16,-3 1 15,0-1-15,-3 0 16,-6 2-16,0 3 16,-7 0-16,-6 0 15,-4 0-15,-9 0 16,-5-2-16,-6 0 15,-4 0-15,-3-2 16,-10 0-16,17 3 16,-17-3-16,13 1 15,-13-1 1,0 0-16,12 1 16,-12-1-16,0 0 15,0 0-15,0 0 16,0 0-16,0 0 15,0 0-15,0 0 16,0 0 0,11-1-16,-11 1 15,0 0-15,0 0 16,0 0-16,0 0 16,0 0-16,0 0 15,0 0-15,0 0 16,0 0-16,0 0 15,0 0-15,0 0 16,0 0 0,0 0-16,0 0 15,0 0-15,0 0 16,0 0-16,0 0 16,0 0-16,0 0 15,0 0-15,0 0 16,0 0-16,0 0 15,0 0-15,0 0 16,0 0-16,0 0 16,0 0-1,0 0-15</inkml:trace>
  <inkml:trace contextRef="#ctx0" brushRef="#br0" timeOffset="25832.33">14778 2441 0,'0'0'0,"0"0"0,0 0 0,0 0 0,0 0 15,0 3-15,0-3 16,-8 18-16,-3 9 16,-1 9-16,-2 6 15,-1 3-15,2 3 16,3-5-16,0 1 15,0 6 1,-1 6 0,1 1-1,3-12-15,5-16 16,1-8-16,0-5 16,1-2-16,0-5 15,0-9-15,0 9 16,0-9-16,0 0 15,0 0-15,0 0 16,0 0 0,0 0-16,-17-5 15,-2-7-15,1 1 16,-1 0-16,4 5 16,0 4-16,4 1 15,11 1-15,-14 3 16,14-3-16,-9 12 15,7-2-15,4 3 16,5-1-16,12 3 16,5-2-16,7-6 15,2-4 1,6-8-16,3-6 16,-1-1-16,0-6 15,3-5-15</inkml:trace>
  <inkml:trace contextRef="#ctx0" brushRef="#br0" timeOffset="26350.05">14617 3527 0,'0'0'0,"-8"2"0,-1 1 15,-10 2-15,-2 0 16,1 0-16,1 3 16,1 4-16,6 1 15,3 1 1,4 1-16,3 0 16,3-1-16,7 2 15,7-1-15,5 6 16,2 1-16,-3-1 15</inkml:trace>
  <inkml:trace contextRef="#ctx0" brushRef="#br0" timeOffset="26766.57">14777 3708 0,'0'0'0,"0"0"0,0 0 0,2-2 0,-2 2 16,16-9 0,-16 9-16,14-7 15,-14 7-15,0 0 16,0 0-16,0 0 15,0 0-15,-26 0 16,5 2-16,0 1 16</inkml:trace>
  <inkml:trace contextRef="#ctx0" brushRef="#br0" timeOffset="27599.96">15026 3645 0,'0'0'0,"0"0"0,0 0 0,0 0 15,-6 6-15,-5 4 16,-5 9-16,-2 9 15,3 8-15,2 2 16,1 4-16,2-4 16,2-1-16,0-5 15,3-6-15,1-6 16,1-2 0,1-4-16,1-2 15,-1-2-15,2-10 31</inkml:trace>
  <inkml:trace contextRef="#ctx0" brushRef="#br0" timeOffset="28749.79">15222 3758 0,'0'0'0,"0"0"0,0 0 16,0 0 0,0 6-16,-1 9 15,-2 10-15,1 1 16,-2 6-16,-7 3 15,-4 4-15,0-4 16,5-9-16,2-6 16,5-9-16,1-4 31,2-7-31,0 0 16,-11 4-1,11-4-15,0 0 16,-7-15-16,12-1 15,7-3-15,5 0 16,8 0-16,1-1 16,-3 5-16,-1 3 15,-3 4-15,-4 3 16,-4 1-16,-11 4 16,0 0-1,0 0-15,-14 9 16,-13 6-16,0-3 15,-1-1-15,2 0 16,5-2-16,4-1 16,7-1-16,10-7 15,-8 14-15,9-3 16,4 3-16,1 0 16,4 0-1,1 1-15,3 0 16,1-2-16,5 5 15,7 1-15,-1 1 16</inkml:trace>
  <inkml:trace contextRef="#ctx0" brushRef="#br0" timeOffset="29266.82">15484 3933 0,'0'0'0,"0"0"0,0 0 16,3 7-16,0 6 16,2 6-1,-2 4-15,-4-2 16,0-2-16,1-3 15,0-5-15,0-5 16,0-6-16,0 0 16,0 0-16,0 0 15,0 0-15,0-8 16,4-5-16,10-6 16,3 1-16,12-2 15,5 2 1,-7 6-16,-3 6 15,-6 3-15,-18 3 16,13 0-16,-13 0 16,-3 9-16,-8 1 15,-12 1-15,-2-2 16,6-4 0,5-1-16,0 0 0,0 1 15,2 3 1,5 1-16,3-1 15,3 1-15,1 3 16,1 1-16,3-1 16,-1 5-16</inkml:trace>
  <inkml:trace contextRef="#ctx0" brushRef="#br0" timeOffset="30100.43">15509 3538 0,'-4'-4'0,"-4"-7"0,-6-6 16,-19-21-16,-11-1 15,-9-3-15,-12 4 16,-4 8-16,-7 6 16,-12 5-16,-1 5 15,-10 8 1,0 5-16,4 4 15,3 6-15,3 5 16,-3 8-16,12 4 16,-3 3-16,25 1 15,9 7-15,7-5 16,14 2-16,3 2 16,8 1-16,13 25 15,8-6 1,20 17-16,11 2 15,20-3-15,3 0 16,16-13-16,6-10 16,6-4-16,6-3 15,60 2 1,-17-12 0,2-14-16,-16-13 15,-47-15-15,10-4 16,-2-2-1,-13-5-15,-3 1 16,-3-3-16,-6 0 16,2-2-16,-5-2 15,-10-2-15,-2 0 16,-33 20-16,7-14 16,-2-13-16,-6-4 15,-3-3 1,-5-7-16,-1-4 15,-52-41-15,29 52 16,-16-13-16,-4 4 16,-7 1-16,-5 6 15,2 1-15,-5 5 16,-14 4-16,-13 0 16,-8 10-1,-6 3-15,13 11 16,2 5-16,26 8 15</inkml:trace>
  <inkml:trace contextRef="#ctx0" brushRef="#br0" timeOffset="35549.39">9133 1627 0,'0'0'0,"0"0"0,0 0 16,0 0-16,5 3 16,6 1-16,8 4 15,10 6 1,10 3-16,7 0 16,11-1-16,6-5 15,11 0-15,1-5 16,0-4-16,4-1 15,-2-4-15,1-1 16,-3-2-16,-6-1 16,-3 1-16,-4 1 15,-7 0-15,-3 0 16,-9 3-16,-4 0 16,-4 2-1,-8 1-15,-7 0 16,-8-1-16,-12 0 15,11 0-15,-11 0 16,0 0-16,0 0 16,0 0-16,0 0 15,0 0-15,0 0 16,-20-17 0,-4 3-16,-6 0 15,0-1-15,1 1 16,1 0-16,-1 0 15,1 1-15,2 0 16,2 1-16,3 0 16,4 2-16,3 2 15,2 1-15,12 7 16,-14-10 0,14 10-16,0 0 15,-10-7-15,10 7 16,0 0-16,0 0 15,0 0-15,0 0 16,18 8-16,6 9 16,5 5-16,3-1 15,-1 4-15,-2-1 16,-3 1-16,-3 1 16,-4-3-1,-3 4-15,-3-1 16,-5 0-16,-4 2 15,-5-1-15,-3 1 16,-5 0-16,-8 2 16,-9 2-16,-16 6 15,-23 7-15,-24 4 16,-11 0 0</inkml:trace>
  <inkml:trace contextRef="#ctx0" brushRef="#br0" timeOffset="41050.18">9088 1887 0,'0'0'0,"0"0"0,0 0 16,0 0-16,0-2 16,0 2-16,0 0 15,0 0-15,0 0 16,0 0-16,0 0 15,0 0-15,2-6 16,-2 6 0,12 0-16,-2 0 15,5 0-15,4 0 16,5 1-16,2 1 16,2 1-16,4 2 15,6 1-15,2-1 16,6 2-16,3-2 15,2-3-15,-2-4 16,-3 0-16,-4 0 16,-2 1-1,-1-1-15,-4 0 16,-4 1-16,-5 1 16,-1 2-16,-1 2 15,-1 2-15,-2 0 16,0-1-16,-1 1 15,0 0-15,3-2 16,3 2-16,-1-4 16,0 0-16,-1 0 15,-1-4 1,-1 0-16,-2-2 16,-3-2-16,-1 3 15,-2-1-15,0 0 16,0-2-16,1 1 15,-3-1-15,-1 2 16,-11 4-16,17-9 16,-17 9-1,15-9-15,-15 9 16,12-11-16,-12 11 16,6-9-16,-6 9 15,7-7-15,-7 7 16,0 0-16,6-8 15,-6 8-15,0 0 16,0 0-16,0 0 16,4-7-16,-4 7 15,0 0 1,0 0-16,0 0 16</inkml:trace>
  <inkml:trace contextRef="#ctx0" brushRef="#br0" timeOffset="45200.12">9849 2850 0,'0'0'0,"0"0"0,0 0 15,0 1-15,0-1 16,3 12-16,0 5 16,3 6-16,-1 0 15,0 0-15,0-1 16,-1-4 0,0 4-16,1-2 15,0-1-15,2 0 16,-1-7-16,1 1 15,-1-3-15,2-1 16,2-1-16,6-3 16,8-2-16,15-9 15,14-12-15,15-15 16,8-14-16,1-6 16,-3-1-16,-4 1 15,-1 4 1,-3-1-16,0 5 15,-1 3-15,-1 2 16,-1 5-16,1 1 16,-4 5-16,-4 2 15,-6 3-15,-3 3 16,-4 1-16,-6 4 16,-4 1-1,-7 5-15,-5 4 16,-9 3-16,-12 3 15,15-2-15,-15 2 16,0 0-16,12-3 16,-12 3-16,0 0 15,0 0-15,0 0 16,9 4-16,-9-4 16,0 0-16,0 0 15,0 0 1,5 6-16,-5-6 15,0 0-15,0 0 16,3 7-16,-3-7 16,0 0-16,1 9 15,-1-9-15,0 7 16,0-7-16,0 8 16,0-8-16,0 9 15,0-9 1,0 0-16,0 8 15,0-8-15,0 0 16,0 6-16,0-6 16,0 0-16,0 0 15,0 0-15,0 0 16,0 0-16,0 0 16,0 7-16,0-7 15,0 0 1,0 0-16,0 0 15,0 0-15,0 0 16,0 0-16,0 0 16,0 0-16,0 0 15,0 0-15,0 0 16,-4 6-16,4-6 16,0 0-1,0 0-15,0 0 16,0 0-16,0 0 15,0 0-15,-2 7 16,2-7-16,0 0 16,0 0-16,2 6 15,-2-6-15,0 0 16,4 8-16,-4-8 16,0 0-16,0 0 15,0 0 1,3 6-16,-3-6 15,0 0-15,0 0 16,0 0-16,0 0 16,0 0-16,0 0 15,7 7-15,-7-7 16,0 0-16,0 0 16,0 0-16,0 0 15,0 0-15,0 0 16,0 0-1,0 0-15,0 0 16,0 0-16,0 0 16,0 0-16,0 0 15,0 0-15,0 0 16,0 0-16,0 0 16,0 0-16,0 0 15,0 0 1,0 0-16,0 0 0,0 0 15,0 0 1,0 0-16,0 0 16,0 0-16,0 0 15,0 0-15,0 0 16,0 0-16,0 0 16,-5-9-16</inkml:trace>
  <inkml:trace contextRef="#ctx0" brushRef="#br0" timeOffset="69466.84">12684 5795 0,'2'-3'0,"-2"3"0,18-13 0,0 1 16,-2 1-16,-3 4 16,-3 2-16,0 2 15,0 3-15,5 8 16,3 6-1,3 8-15,-2 0 16,-3 0-16,0 3 16,0-2-16,-2 1 15,-3-2-15,-2-3 16,-2-1-16,-1-5 16,0 1-16,0-1 15,-1-2-15,0 1 16,-1-2-1,-4-10-15,4 8 16,-4-8-16,0 0 16,0 0-16,0 0 15,0 0-15,-11 1 16,-7 2-16,-6 5 16,-4 2-16,-1 3 15,2 0-15,2 2 16,6-3-1,6-5-15,2 0 0,0 0 16,-1 0-16,-4-1 16,4-2-1,2-1-15,10-3 16,-14 0-16,14 0 16,-19-9-16,10 0 15,3-2-15,-1-5 16,2-1-16,1 4 15,2 4 1,1 2-16,-1 0 16,0-1-16,0 0 15,0 1-15,2 7 16,-4-11-16,4 11 16,-3-8-16,3 8 15,-3-8-15,3 1 16,7-6-1,6-5-15,5-1 16,0 2-16,-5 5 16,-3 2-16,-3 3 15,-7 7-15,10-10 16,-10 10-16,0 0 16,5-6-16,-5 6 15,0 0-15,2-8 16,0-2-16</inkml:trace>
  <inkml:trace contextRef="#ctx0" brushRef="#br0" timeOffset="70666.59">12843 5143 0,'0'0'0,"0"0"0,0 0 0,0 0 0,0 2 15,0-2-15,-5 15 16,-1 7 0,1 6-16,1 5 15,3 2-15,1 2 16,1 1-16,1 0 16,1 0-16,0-3 15,1-3-15,0-2 16,0-5-16,2-3 15,-1-5-15,0-3 16,0-5-16,-5-9 16,10 10-1,-10-10-15</inkml:trace>
  <inkml:trace contextRef="#ctx0" brushRef="#br0" timeOffset="72082.5">11701 5613 0,'0'0'0,"0"0"16,3 0-16,-3 0 16,11 0-16,1-2 15,7 1 1,-1 0-16,2-1 16,7 0-16,10-1 15,8 2-15,1-1 16,-3 0-16,4 0 15,2 1-15,-2 0 16,0 1-16,-3 2 16,4 1-1,-1 0-15,-7-1 16,3 0-16,1 1 16,-3-1-16,-6-1 15,-6 2-15,-2-1 16,-2 2-16,-3 1 15,-6 0-15,-5-1 16,-11-4-16,13 3 16,-13-3-16,0 0 15,0 0-15,0 0 16,0 0 0,0 0-16,-16-14 15,1 1-15,1 2 16,0 0-16,-1 1 15,-3 1-15,-1 0 16,0 0-16,0 3 16,4 1-16,1 1 15,4 2-15,10 2 16,-11-4 0,11 4-16,0 0 15,0 0-15,0 0 16,0 0-16,-2 9 15,18 3-15,7 2 16,3-2-16,-5-1 16,2 0-16,-2 0 15,-7 7 1,-11 9-16,-15 5 16,-28 13-16,-27 1 15</inkml:trace>
  <inkml:trace contextRef="#ctx0" brushRef="#br0" timeOffset="72932.71">13579 5666 0,'0'0'0,"0"0"0,0 0 0,-3 2 0,3-2 16,0 0-16,-18 4 15,9-5-15,-3-4 16,-3-2-16,-3-2 16,-7-1-16,-4-3 15,0 2-15,-1 2 16,-1 4 0,-4 4-16,-4 5 15,-1 1-15,-2 4 16,10-1-16,5 4 15,7 0-15,4-2 16,2 0-16,5-1 16,9-9-16,-6 10 15,6-10 1,0 0-16,9-7 16,8-10-16,5-5 15,-2 2-15,-3 3 16,-1 1-16,-1 1 15,2-1-15,-1 3 16,-4 6-16,-12 7 16,13-2-16,-13 2 15,3 9-15,-11 6 16,-7 3 0,-6 7-16,-6 0 15,2-2-15,2-3 16,5-5-16,2-4 15,0-4-15,5-2 16,11-5-16,-10 4 16,10-4-16,0 0 15,0 0-15,-2 11 16,4 3 0</inkml:trace>
  <inkml:trace contextRef="#ctx0" brushRef="#br0" timeOffset="75265.63">12715 6261 0,'0'0'0,"10"-3"16,8-1-16,29-6 16,8-1-16,-3 1 15,4 5-15,-6 1 16,-5 3-16,-8-2 16,-8 2-16,3 1 15,-2-1 1,2 1-16,-3 1 15,-3 0-15,5 2 16,-2-2-16,2 1 16,-4-2-16,-3-2 15,1 0-15,0-1 16,-1 1-16,-5-2 16,3 2-16,2-1 15,1-1 1,5 0-16,-6 1 15,0-1-15,-3 2 16,-8 0-16,-2 1 16,-11 1-16,15-1 15,-15 1-15,0 0 16,0 0-16,0 0 16,0 0-16,2-8 15,-16-1 1,-8-1-16,-2 4 15,1 1-15,2 3 16,2 0-16,0 0 16,1 1-16,3 0 15,1-1-15,14 2 16,-15-1-16,15 1 16,0 0-16,-12 0 15,12 0-15,0 0 16,0 0-1,0 0-15,0 0 16,7 6-16,2 2 16,4 0-16,1-1 15,3 4-15,6-2 16,3-2-16,-2-1 16,-8-2-16,-16-4 15,12 3 1,-12-3-16,-4 13 15,-9 10-15,-21 9 16,-7 7-16,-9 5 16</inkml:trace>
  <inkml:trace contextRef="#ctx0" brushRef="#br0" timeOffset="92548.84">12548 2339 0,'0'0'0,"0"0"0,0 0 0,2 0 16,10-5-16,32-7 15,41 0-15,16 3 16,9 1-16,5 2 16,9 1-16,-1 0 15,5-2-15,-4 3 16,-2-1-1,-5 0-15,-3 1 16,-4 0-16,-6 3 16,-3 1-16,-7 1 15,-3 2-15,2 1 16,-5-1-16,-6 2 16,-5 0-16,-7 0 15,-5 0-15,-10 1 16,-7-2-1,-11 1-15,-11-3 16,-9 0-16,-6-1 16,-11-1-16,0 0 15,11 0-15,-11 0 16,0 0-16,0 0 16,0 0-16,0 0 15,0 0-15,0 0 16,3 7-1,-3-7-15,0 0 16,0 0-16,0 0 16,0 0-16,0 0 15,0 0-15,0 0 16,0 0-16,0 0 16,0 0-16,0 0 15,0 0-15,0 0 16,0 0-16,0 0 15,0 0 1,0 0-16,0 0 16,0 0-16,0 0 15,0 0-15,0 0 16,0 0-16,0 0 16,0 0-16,0 0 15,0 0-15,0 0 16,0 0-1,0 0-15,0 0 16,0 0-16,0 0 16,0 0-16,0 0 15,0 0-15,0 0 16,0 0-16,0 0 16,0 0-16,0 0 15,0 0-15,0 0 16,0 0-16,0 0 15,0 0-15,0 0 16,0 0 0,0 0-16,0 0 15,10 4-15,-10-4 16,0 0-16,0 0 16,0 0-16,0 0 15,0 0-15,0 0 16,2 7-1,-2-7-15,0 0 16,0 0-16,0 0 16,0 0-16,0 0 15,0 0-15,0 0 16,0 0-16,0 0 16,0 0-16,0 0 15,0 0-15,5 6 16,-5-6-16,0 0 15,0 0-15,0 0 16,0 0-16,0 0 16,0 7-1,0-7-15,0 0 16,0 0-16</inkml:trace>
  <inkml:trace contextRef="#ctx0" brushRef="#br0" timeOffset="95766.62">10046 7208 0,'0'0'0,"0"0"15,0 0-15,0 0 16,0 0-16,0 0 16,0 1-16,0-1 15,0 0-15,0 7 16,0-7-16,0 0 15,4 10-15,-1-1 16,3 5-16,-1 2 16,1 1-16,0 0 15,1 0 1,1 2-16,1 1 16,3 0-16,1 0 15,-1 0-15,-1-4 16,1 1-16,1-3 15,-2 0-15,2 0 16,-2-3-16,1-1 16,0 0-16,-2-4 15,0 0 1,0-3-16,1 0 16,3-3-16,2-4 15,9-8-15,4-6 16,6-10-16,3-5 15,5-7-15,1-1 16,1-1-16,3-2 16,-2 2-16,2-4 15,-1 5 1,2 1-16,1 2 16,-6 5-16,0 1 15,-2 1-15,3 0 16,-1 0-16,-3 3 15,-1 1-15,-3 2 16,-1 1-16,-2 0 16,-2 4-1,-2 1-15,-5 3 16,1 1-16,-4 2 16,-3 1-16,1 1 15,-3 1-15,-2 1 16,-2 2-16,-3 1 15,-10 6-15,13-7 16,-13 7-16,0 0 16,11-6-16,-11 6 15,0 0 1,0 0-16,0 0 16,0 0-16,0 0 15,0 0-15,10-2 16,-10 2-16,0 0 15,0 0-15,0 0 16,0 0-16,0 0 16,0 0-1,0 0-15,0 0 16,0 0-16,0 0 16,0 0-16,0 0 15,0 0-15,0 0 16,0 0-16,0 0 15,0 0-15,0 0 16,0 0-16,0 0 16,0 0-16,0 0 15,0 0-15,0 0 16,0 0 0,0 0-16,0 0 15,0 0-15,0 0 16,0 0-16,0 0 15,0 0-15,0 0 16,0 0-16,0 0 16,0 0-16,0 0 15,0 0 1,0 0-16,0 0 16,0 0-16,0 0 15,0 0-15,0 0 16,0 0-16,0 0 15,0 0-15,0 0 16,0 0-16,0 0 16,0 0-16,0 0 15,0 0 1,0 0-16,0 0 16,0 0-16,0 0 15,0 0-15,0 0 16,0 0-16,0 0 15,0 0-15,0 0 16,0 0-16,3 7 16,-3-7-16,0 0 15,0 0-15,0 0 16,0 0 0,0 0-16,0 0 15,0 0-15,0 0 16,0 0-16,0 0 15,0 0-15,0 0 16,0 0-16,0 0 16,0 0-16,0 0 15,0 0 1,0 0-16,0 6 16,0-6-16,0 0 15,0 0-15,0 0 16,0 0-16,0 0 15,0 0-15,0 7 16,0-7-16,0 0 16,0 0-16,0 0 15,0 0-15,0 0 16,0 0 0,0 0-16,0 0 15,0 0-15,0 0 16,0 0-16,0 0 15,0 0-15,0 0 16,0 0-16,0 0 16,0 0-16,0 0 15,0 0-15,0 0 16,0 0-16,0 0 16,0 0-1,0 0-15,0 0 16,0 0-16,0 0 15,0 0-15,0 0 16,0 0-16,0 0 16,0 0-16,0 0 15,0 0-15,0 0 16,0 0 0,0 0-16,0 0 15,0 0-15,0 0 16,0 0-16,0 0 15,-13-13-15,7 3 16</inkml:trace>
  <inkml:trace contextRef="#ctx0" brushRef="#br0" timeOffset="122765.06">2892 6837 0,'0'0'0,"0"0"0,0 0 0,0 0 0,3 2 16,-3-2-1,18 4-15,6 2 16,13 0-16,8-3 16,6-3-16,5-3 15,4-2-15,1 1 16,4-2-16,-3-1 16,6 1-16,3-1 15,-2 0-15,4 0 16,0 1-16,1 3 15,8 2 1,-4 2-16,5 1 16,-1 1-16,-3 0 15,3 0-15,-5-1 16,5 0-16,-3-2 16,-5-2-16,4-1 15,-8 0-15,3 0 16,-3 2-16,-6-1 15,-3 1 1,-1-1-16,-4 1 16,-3-1-16,-6 1 15,-5 0-15,-4 1 16,-5 0-16,-5 2 16,-4 0-16,-4 1 15,-3 0-15,-1 1 16,-3 0-16,-3 0 15,-10-4-15,14 6 16,-14-6 0,0 0-16,11 7 15,-11-7-15,0 0 16,0 0-16,5 7 16,-5-7-16,0 0 15,0 0-15,0 0 16,2 7-16,-2-7 15,0 0 1,0 0-16,0 0 16,0 0-16,0 0 15,0 6-15,0-6 16,0 0-16,0 0 16,0 0-16,0 0 15,0 0-15,0 0 16,0 0-16,-12 0 15,12 0-15</inkml:trace>
  <inkml:trace contextRef="#ctx0" brushRef="#br0" timeOffset="123899.88">4767 2170 0,'0'0'0,"0"0"0,0 0 15,0 0-15,0 2 16,0-2-16,0 0 15,0 0-15,13 6 16,2-2 0,16-1-16,15-2 15,5-2-15,7-2 16,0 1-16,2 0 16,4 0-16,1-1 15,0 1-15,3-1 16,-1 1-16,0-1 15,3 3-15,-1 0 16,0 1-16,1-1 16,-3 2-1,-4-1-15,-4 2 16,-4 0-16,-3 1 16,-8 1-16,-5 0 15,-7 1-15,-5-1 16,-5 1-16,-3-2 15,-5 0-15,-1-1 16,-2 1-16,-1-1 16,2 0-1,9 2-15</inkml:trace>
  <inkml:trace contextRef="#ctx0" brushRef="#br0" timeOffset="135414.98">1849 2219 0,'0'0'0,"0"0"0,0 0 0,0 0 0,3 1 16,7 0-16,20 3 15,31-2-15,19-6 16,21-4-16,14-4 16,10-4-16,7-1 15,-4 0-15,-7 6 16</inkml:trace>
  <inkml:trace contextRef="#ctx0" brushRef="#br0" timeOffset="136097.94">2318 4604 0,'0'0'0,"0"0"0,0 0 16,14 5-16,33-4 16,46-3-16,21-14 15,19-9 1,6-4-16</inkml:trace>
  <inkml:trace contextRef="#ctx0" brushRef="#br0" timeOffset="136448.19">2136 6830 0,'0'0'0,"0"0"0,0 3 15,0-3-15,6 8 16,4 0-16,28-1 16,40 7-16,28-11 15</inkml:trace>
</inkml:ink>
</file>

<file path=ppt/ink/ink8.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951.42279" units="1/cm"/>
          <inkml:channelProperty channel="Y" name="resolution" value="1522.63013" units="1/cm"/>
          <inkml:channelProperty channel="T" name="resolution" value="1" units="1/dev"/>
        </inkml:channelProperties>
      </inkml:inkSource>
      <inkml:timestamp xml:id="ts0" timeString="2026-02-27T15:09:00.195"/>
    </inkml:context>
    <inkml:brush xml:id="br0">
      <inkml:brushProperty name="width" value="0.05292" units="cm"/>
      <inkml:brushProperty name="height" value="0.05292" units="cm"/>
      <inkml:brushProperty name="color" value="#FF0000"/>
    </inkml:brush>
  </inkml:definitions>
  <inkml:trace contextRef="#ctx0" brushRef="#br0">10046 733 0,'0'0'0,"0"0"0,0 0 0,0 0 0,0 0 16,0 0-16,0 0 16,0 0-16,0 0 15,0 0-15,1 3 16,-1-3-16,4 13 15,-1-2-15,3 3 16,0-2-16,0-2 16,1 0-16,-1-4 15,-6-6 1,14 11-16,-1-9 16,5-1-16,8-4 15,7-4-15,12-4 16,6-7-16,9-7 15,-2-2-15,-1-4 16,-4 1-16,-7 5 16,-6 2-16,-8 8 15,-10 2-15,-4 3 16,-5 2 0,1 1-16,-4 1 15,-10 6-15,15-8 16,-15 8-16,0 0 15,0 0-15,0 0 16,10-5-16,4 4 16</inkml:trace>
  <inkml:trace contextRef="#ctx0" brushRef="#br0" timeOffset="8566.62">11615 3919 0,'0'0'0,"-1"-1"0,1 1 0,-5-8 16,0-1-16,-2-4 16,-2-3-16,-3-1 15,-1-1-15,-2-1 16,-2 1-16,-3-2 15,-4 0-15,1 2 16,-4-1-16,-3-2 16,-3 2-16,-4-2 15,1 2 1,0 0-16,-3-1 16,4 1-16,-1 0 15,3 2-15,0 0 16,-1 1-16,1 1 15,-2 0-15,3 4 16,-1 0-16,2 2 16,1 2-16,2 0 15,0 2-15,3 0 16,1 1 0,4 1-16,3 1 15,2-1-15,2 1 16,-2 2-16,0 0 15,-3 2-15,-8 2 16,-7 2-16,-11 4 16,-2 2-1,1 0-15,2 1 16,8 0-16,4 0 16,5-1-16,4 0 15,0 2-15,0 0 16,1 2-16,1-1 15,1 0-15,0-1 16,1 1-16,1 1 16,-1 3-16,1 3 15,1 0 1,1 3-16,0-1 16,-1 4-16,2-1 15,-1 1-15,3-1 16,-1 2-16,0 2 15,3-1-15,1 0 16,2 0-16,1-1 16,4 0-16,1 0 15,4 5 1,2-2-16,3-1 16,3-2-16,2-3 15,3-2-15,3-3 16,0-1-16,2 0 15,1-1-15,2 0 16,1-1-16,2-3 16,5 0-16,4-2 15,3-2 1,6-4-16,3-3 16,3-3-16,-3-2 15,2 0-15,0-2 16,0 1-16,3 0 15,-5-2-15,5-3 16,1-3-16,2-1 16,-2 0-16,-3-1 15,-1 1-15,2-1 16,4-1 0,-4-1-16,-3 0 15,-3-1-15,-1 1 16,-1-1-16,-3-1 15,-2-5-15,-3-4 16,-1-3-16,-3 1 16,-6 1-16,-3 2 15,-6 1-15,0-3 16,-3-1-16,-5-4 16,-3 1-1,-5 5-15,-2 1 16,-4 2-16,-2-1 15,-7-4-15,-5-4 16,-5-3-16,-4 1 16,1 4-16,-3 3 15,-1 2 1,-5 4-16,-11 2 0,-15 2 16,-17 13-1,-14 7-15</inkml:trace>
  <inkml:trace contextRef="#ctx0" brushRef="#br0" timeOffset="29250.72">12354 4143 0,'0'0'0,"0"0"0,-1 2 16,0 5-16,-4 8 15,-2 12-15,-3 8 16,0 3-1,2 3-15,0-1 0,1 4 16,1 4-16,0 4 16,1 7-1,2-2-15,2 2 16,1-1-16,3 2 16,1 4-16,1-5 15,1 6-15,1-4 16,1 3-16,0-1 15,2 5-15,-1-4 16,-1 0-16,0-1 16,-1-7-1,-1 1-15,-1-6 16,-2-4-16,-2-7 16,0-1-16,-1-6 15,0-7-15,0-7 16,0-8-16,0-4 15,0-7-15,0 0 16,0 0 0</inkml:trace>
  <inkml:trace contextRef="#ctx0" brushRef="#br0" timeOffset="30332.6">12276 4270 0,'0'0'0,"0"0"16,0 0-16,0 0 15,0 0-15,0 0 16,0 0-16,0 0 16,3-2-16,-3 2 15,27-13 1,11-4-16,18-4 16,-1 6-16,0 0 15,-2 3-15,-6 1 16,-5 2-16,-6 4 15,-9 2-15,-4 1 16,-3 2-16,0 2 16,1 1-1,1 2-15,0 3 16,-2 3-16,-4 2 16,-1 4-16,-5 2 15,1 4-15,0 5 16,-2 2-16,0 2 15,-2-1-15,-3 7 16,0 4-16,-2 5 16,-2 2-16,0-1 15,0 7 1,0 2-16,0 6 16,0 2-16,0-1 15,0 5-15,0-7 16,0 2-16,1 3 15,1 26 1,0 1 0,0-17-1,0-2-15,-2-44 0,1-6 16,-1 13 0,1 7-16,0 9 15,-3-23-15,1-11 16,0-10-16,-2 3 15,0 10-15,1-11 16,2-12-16,0 0 16,0 0-16,-22 0 15,1-2-15,-9 8 16,2 0 0,0 2-16,4 0 15,0-1-15,-13 2 16,-7-14-16,5 5 15,6-1-15,6-2 16,-8-9-16,-2 1 16,3 0-16,5 4 15,4 13 1,5-7-16,-2 3 16,0 0-16,2 1 15,1-3-15,7-4 16,12 4-16,-12-2 15,12 2-15</inkml:trace>
  <inkml:trace contextRef="#ctx0" brushRef="#br0" timeOffset="32217.22">13156 4956 0,'0'0'0,"0"0"0,0-1 16,0 1-16,0 0 15,0 0-15,25-14 16,6-2-16,3-1 16,6 3-16,7 7 15,3-2-15,-1 2 16,-3 5 0,-7 2-16,2 1 15,-7-1-15,-2 1 16,-4-1-16,-3 0 15,-4 0-15,-5 0 16,-2 3-16,-4-1 16,-10-2-16,11 3 15,-11-3-15,0 0 16,12-9-16,-12 9 16,0 0-16,-9-12 15,-9-5 1,-6 7-16,-5-2 15,2 8-15,2 1 16,2 1-16,5 1 16,6-1-16,12 2 15,-17-15-15,17 15 16,-6-7-16,6 7 16,0 0-1,0-8-15,0 8 16,17-7-16,0 6 15,9 6-15,0-1 16,-4 10-16,-4-7 16,-1 10-16,-6 1 15,-4-3-15,-9 6 16,-16 8 15,-26 15-31,-2-4 16,-3 2-16,21-18 15,10-9-15</inkml:trace>
  <inkml:trace contextRef="#ctx0" brushRef="#br0" timeOffset="32950.25">14182 4702 0,'0'0'0,"0"0"0,0 0 15,0 0-15,0 1 16,0-1-16,0 11 16,-2 5-16,1 11 15,-1 7-15,0 2 16,0 4-16,4-4 16,8-4-16,14-1 31,7-3-16,14-12-15,2-10 16,-8-12-16,-1-12 16,-12 6-16,-4-1 15,-4 0-15,-3-1 16,-3 2-16,-3-1 16,-3 3-16,-1-1 15,-1 1 1,-1 2-16,-3 8 15,1-10-15,-1 10 16,0 0-16,0 0 16,-7 15-16,1 7 15,-2 17-15,-2 11 16,-4 24 0,0-3-1,-10 16-15,5-9 16</inkml:trace>
  <inkml:trace contextRef="#ctx0" brushRef="#br0" timeOffset="33666.67">14115 4515 0,'0'0'0,"0"0"0,0 0 15,0 0-15,0 0 16,12-3-16,30-6 16,36-6-16,-4 3 15,-3 1 1,-6 1-16,-3 2 15,-5 0-15,-8 1 16,-7 1-16,-6 1 16,-6-1-16,-4 3 15,-4-1-15,-2 2 16,-1 2-16</inkml:trace>
  <inkml:trace contextRef="#ctx0" brushRef="#br0" timeOffset="35149.56">14372 5380 0,'0'0'0,"-2"-2"0,2 2 16,0 0 0,-7-10-16,7 10 15,-11-12-15,6 4 16,-2-1-16,-2 1 16,-1-2-16,1 1 15,-1-1-15,2 0 16,4-5-16,4-6 15,2-3 1,10-2-16,10 0 16,8 0-16,10 2 15,0 3-15,5 3 16,1 2-16,-2 3 16,-1 2-16,-3 3 15,-6 3-15,-5 1 16,-4 1-16,-8 0 15,-5 2 1,-12 1-16,12-2 16,-12 2-16,0 0 15,0 0-15</inkml:trace>
  <inkml:trace contextRef="#ctx0" brushRef="#br0" timeOffset="37050.14">14911 4197 0,'0'0'0,"0"-3"16,0 3-16,-3-12 15,1 4-15,-1-1 16,0-1 0,-1-1-16,-2 0 15,-2 1-15,-1 0 16,2 3-16,7 7 16,-13-9-16,13 9 15,-11-5-15,11 5 16,-12-2-16,-2 1 15,-22 1 1,-26 0-16,-9 2 16,11 3-16,12 1 15,5 2-15,3 2 16,2 1-16,5 2 16,3 0-16,6-3 15,5-1-15,1-1 16,3 0-16,-2 2 15,-2 1-15,0-1 16,-2 3 0,0-1-16,-3 1 15,1 0-15,-1 0 16,1 0-16,2 0 16,-1 3-16,1 2 15,0 2-15,1 3 16,2 1-16,1 4 15,0 3-15,3 0 16,2 0-16,-1-3 16,2 4-1,-1 2-15,1 0 16,1 4-16,0 7 16,2 1-16,1 0 15,4-2-15,1-4 16,0 6-16,2 0 15,1-2-15,2-1 16,0-3-16,4 0 16,3-3-1,2-2-15,4-6 16,15 8 0,6 0-1,15-3-15,-6-10 16,-7-8-16,11-3 15,0 0-15,6-1 16,-3-6-16,-6-5 16,3-5-1,1 0-15,-1-2 16,5-5-16,-6-4 16,-4-3-16,4-2 15,-5 2-15,0 0 16,-3-1-16,-11 3 15,-4-4-15,-3-4 16,-4-1-16,1-5 16,-1-1-1,-1-2-15,1-6 16,2-7-16,-3 1 16,0-5-16,-6 4 15,-4-2-15,-4-3 16,-4 5-16,-1 0 15,-4 6-15,-2-5 16,-3-1-16,-1 6 16,-1 1-1,-2 3-15,-1 0 16,-2-3-16,-2 3 16,2 6-16,-2 1 15,0 2-15,2 3 16,1 2-16,-1 1 15,0 4 1,1 0-16,1 3 0,0 3 16,3 2-1,2 1-15,10 8 16,-15-8-16,15 8 16,-10-7-16,10 7 15,-13-8-15</inkml:trace>
  <inkml:trace contextRef="#ctx0" brushRef="#br0" timeOffset="41934.28">14101 3924 0,'-1'2'0,"1"-2"15,0 0-15,-5 10 16,5-10-16,-3 9 16,3-9-16,-2 10 15,1-1-15,0 3 16,1 3-16,-1 0 16,1 2-16,1-1 15,0-2-15,0 0 16,0-2-16,-1-2 15,1-2 1,-1-1-16,2 1 16,1-1-16,1 1 15,3 0-15,3-2 16,-1 0-16,2-2 16,1-1-16,5-2 15,6-2-15,14-5 16,6-6-1,17-8-15,8-6 16,14-8-16,7-5 16,-7-1-16,-1 0 15,-11 6-15,-11 3 16,-6 5-16,-4 3 16,-4 3-16,-1 0 15,-4 3-15,-5 2 16,-3 2-16,-7 5 15,-5 3 1,-5 2-16,-5 0 16,-10 3-16,11-2 15,-11 2-15,0 0 16,0 0-16,0 0 16,0 0-16</inkml:trace>
  <inkml:trace contextRef="#ctx0" brushRef="#br0" timeOffset="45950.5">14112 4045 0,'0'0'0,"3"-2"0,-3 2 15,0 0 1,0 0-16,3-8 16,-3 8-16,0-9 15,0 9-15,1-8 16,-1 8-16,-3-7 15,3 7-15,-15-13 16,6 7-16,0-1 16,-1 0-16,0 0 15,-1 0 1,-2 3-16,-3 2 16,-5 6-16,-4 6 15,2 2-15,7 1 16,-1 7-16,4-2 15,2 4-15,2 0 16,3-1-16,3 0 16,3-2-16,4 1 15,3 0-15,4-1 16,4-3 0,2-2-16,0-5 15,5 0-15,3-2 16,1-1-16,8-3 15,-3-3-15,7-5 16,5-3-16,-5-1 16,4-2-16,3-5 15,5-4-15,4-4 16,-3-1 0,3 0-16,4-4 15,2-1-15,2-3 16,-8-1-16,-3 0 15,-5 5-15,-3 1 16,-2 3-16,2 5 16,-5 5-16,-4 2 15,-6 3-15,-5 2 16,-6 1-16,-6 3 31,-11 4-15,13-5-16,-13 5 15</inkml:trace>
  <inkml:trace contextRef="#ctx0" brushRef="#br0" timeOffset="49316.26">4979 2876 0,'0'0'0,"-1"-3"0,1 3 0,-6-11 16,-1 1-16,-5-3 15,-3 1-15,-5 1 16,-2 1-16,-3 2 16,0 1-16,-1 0 15,-1 3-15,-1 3 16,-3 1-1,-1 0-15,-2 2 16,-1 0-16,-7 4 16,-3 6-16,-4 4 15,0 3-15,0 4 16,-5 5-16,-2 9 16,-2 7-16,2 4 15,4 2 1,4 1-16,5 3 15,4 2-15,5 3 16,2-1-16,4 1 16,5-1-16,5-3 15,6-3-15,7 2 16,10-4-16,3 3 16,6 0-16,6-5 15,4-5 1,6 2-16,6-2 15,8 1-15,4-4 16,1-11-16,2-1 16,1-7-16,3-6 15,5-4-15,2-11 16,-4-6-16,1-9 16,-1-9-16,-5-4 15,1-9-15,-3-7 16,1-9-16,3-9 15,-12 2 1,-5 1-16,-10 4 16,-9-2-16,-5 1 15,-3-1-15,-6 1 16,-3-3-16,-4 0 16,-4 1-16,-6 1 15,-2 4-15,-7 1 16,-7 4-1,-4 4-15,-3 2 16,-3 3-16,-2 3 16,-3 5-16,-2 5 15,3 7-15,1 5 16,-3 3-16,-1 6 16,-5 10-16</inkml:trace>
  <inkml:trace contextRef="#ctx0" brushRef="#br0" timeOffset="51715.9">15574 4154 0,'0'0'0,"0"0"0,-3 1 0,3-1 16,-17 8-1,1 3-15,-1 4 0,1 4 16,1 1 0,-1 0-16,-1 2 15,-1 1-15,-3 3 16,-1 1-16,-3 4 16,0 0-16,2-3 15,0-3-15,4-7 16,1-1-16,-2 2 15,-1-4-15,2-1 16,2-4-16,7-6 16,10-4-1,-13 5-15,13-5 16,0 0-16,0 0 16,0 0-16,0-11 15,6-3-15,2-2 16,-2-1-16,0-1 15,-2-2 1,-3 2-16,1 2 0,-1 1 16,1 1-16,-1 5 15,-1 9 1,0-10-16,0 10 16,0 0-16,0-7 15,0 7-15,0 0 16,-4 7-16,0 3 15,-1 5-15,2 7 16,2 0 0,0-1-16,2-5 15,-1-4-15,2-2 16,-1-4-16,-1-6 16,7 9-16,-7-9 15,34-2-15,12-8 16,16-9-16,9-6 15,227-94-15</inkml:trace>
  <inkml:trace contextRef="#ctx0" brushRef="#br0" timeOffset="56215.27">12527 1747 0,'0'0'0,"0"0"15,0 0-15,-2-3 16,2 3-16,-6-7 16,6 7-16,0 0 15,0 0 1,-10-2-16,10 2 15,-9 9-15,-1 7 16,-5 15-16,3 15 16,3 3-16,3 3 15,4-4-15,2-5 16,0 1-16,0-9 16,0-4-16,0-7 15,0-7 16,1-6-31,-1-11 16,0 0-16,0 0 16,14-8-16,3-18 15,7-18-15,-5-14 16,0-1-16,-6 6 16,-1 5-16,1-7 15,-6 22 1,1-3-16,-1 4 15,-4 10-15,1-2 16,-3 9-16,-1 15 16,0 0-16,0 0 15,0 0-15,12 13 16,3 12-16,5 7 16,2 1-16,0-1 15,2 1 1,-3-4-16,-3-1 15,-3-7-15,-5-6 16,-3-6-16,-7-9 16,21 7-16,-2-13 15,5-5-15,3-12 16,-2-7-16,-3 3 16,-3-8-16,-5 9 15,-5 8 1,-2 4-16,-4 7 15,-3 7-15,5-7 16,-5 7-16,0 0 16,2 8-16,3 15 15,3 16-15,1 15 16,-3 4-16,-1 6 16,-1-9-16,-2-7 15,0-6-15,0-8 16</inkml:trace>
  <inkml:trace contextRef="#ctx0" brushRef="#br0" timeOffset="56582.71">13336 1733 0,'0'0'0,"0"0"16,-1 5-16,-4 10 15,-4 16-15,1 12 16,-2 3-16,2 2 16,-1-2-16,1 1 15,1-4-15,2-4 16,-1-4-1,2-10-15,2-6 16,1-6-16,2-3 16,3-1-16,8-1 15,15 0-15,26-4 16,12-6-16,15-12 16,0-3-16,2-5 15,3-1-15,-8 0 16</inkml:trace>
  <inkml:trace contextRef="#ctx0" brushRef="#br0" timeOffset="59416.39">13951 1709 0,'0'0'0,"0"0"0,-3-3 16,-7-9-16,-3-5 15,-9-8-15,-1-4 16,-5-4-16,-8-7 15,2 1-15,1 5 16,-7-3 0,-4 10-16,-7-4 15,-7-2-15,-1-1 16,0 0-16,-8-4 16,1 8-16,-8 12 15,-8-2-15,12 7 16,-17-1-16,10 7 15,-4-2 1,-1 3-16,7 4 16,-6 4-16,9 5 15,7 1-15,6 1 16,6 3-16,0 4 16,3 5-16,-3 5 15,5 3-15,3 1 16,6 1-16,-1 3 15,2 5-15,-1 7 16,3 2-16,1 9 16,4 2-1,1 9-15,3 5 16,3 0-16,2 2 16,8-2-16,13 3 15,6-5-15,10 6 16,5-3-16,5-4 15,16 1-15,11-3 16,15-5-16,15-3 16,3-8-1,15 0-15,5-10 16,2-4-16,12-8 16,8-14-16,-8-3 15,19-8-15,-11-9 16,1-8-16,6-2 15,-10-11-15,-6-6 16,6-6 0,-22-2-16,1-3 15,-4-9-15,-4-5 16,-1-4-16,-13 5 16,-2-8-16,-21-3 15,-10-5-15,-17 8 16,-14 6-16,-14 1 15,-6 0-15,-15-4 16,-11 1-16,-7 4 16,-4 2-16,-1 4 15,-1 5 1,0 6-16,0 4 16,1 4-16,2 3 15,1 4-15,6 5 16,2 5-16,5 3 15,7 5 1,5 1-16,2 2 0,11 2 16,-13-1-1,13 1-15,-10 1 16,10-1-16,0 0 16,-11 2-16,11-2 15,0 0-15,0 0 16,0 0-16,-6 7 15,6-7-15,0 0 16,0 0 0,0 0-16,0 0 15,0 0-15,0 0 16,12 11-16</inkml:trace>
  <inkml:trace contextRef="#ctx0" brushRef="#br0" timeOffset="61682.72">14124 2349 0,'0'0'0,"0"-2"16,0 2-16,-2-7 16,1 0-16,0-3 15,1-2-15,2-3 16,6 0 0,9-3-16,12 1 15,7-1-15,10 2 16,8 2-16,2 2 15,6 4-15,-6 3 16,-3 4-16,-4 1 16,-4 3-16,-5 1 15,-5 5-15,-5 1 16,-3 4 0,-3 3-16,-4 1 15,-1 3-15,-5 1 16,-1 4-16,-2 7 15,-1 2-15,-3 5 16,-2 0-16,1 2 16,-3 9-16,0 2 15,-1 5-15,-2 8 16,-2 0 0,1 3-16,-1 6 15,1-6-15,-1 3 16,1-3-16,-1-6 15,3-2-15,1-8 16,-1-7-16,1-6 16,0-8-16,-1-2 15,0-2-15,0-5 16,0 0-16,-1-5 16,0 1-1,0 0-15,-1 0 16,0-2-16,0-2 15,1 2-15,-1 3 16,2 0-16,0 5 16,1-5-16,-1-8 31,1-1-15,0-3-16,0-2 15,-2-6-15,2 7 16,-2-7-16,0 0 15,0 0-15,0 0 16,-1 7-16,1-7 16,-15 3-16,0-11 15,-1-2 1,-2-2-16,2 0 16,-2-1-16,0-2 15,0 2-15,3 0 16,5 5-16,-1-1 15,2 2-15,1 0 16,1 1-16,7 6 16,-9-11-16,9 11 15,-7-7-15,7 7 16,-3-6-16,3 6 16,0 0-16,0 0 15,0 0 1,0 0-16,0 0 15,24 9-15,-1 4 16,2 2-16,-3-2 16,-1 0-16,2 0 15,0 0-15,1 2 16,-3-3 0,-1 0-16,-3-2 15,2-1-15,-1-5 16,1-5-16,2 0 15,0-6-15,1-6 16,4-6-16,2-4 16,3-6-16,1 0 15,2-8-15,1-6 16,-2-2-16,-2 4 16,-5 6-1,-2 2-15,-3 3 16</inkml:trace>
  <inkml:trace contextRef="#ctx0" brushRef="#br0" timeOffset="62883.51">14809 2061 0,'0'0'0,"0"0"0,0 0 15,-3-3-15,3 3 16,0 0-16,0 0 16,-17-3-16,-6 3 15,-11 3 1,-3 4-16,1-1 15,2 2-15,2 1 16,3 1-16,5-1 16,4-1-16,2-1 15,3 1-15,1-1 16,2-1-16,2 1 16,10-7-1,-15 8-15,15-8 16,0 0-16,-11 8 15,11-8-15,0 0 16,0 0-16,-10 6 16,10-6-16,0 0 15,0 0-15,0 0 16,0 0-16,-3 7 16,3-7-16,0 0 15,0 12 1,0-2-16,0 3 15,2 5-15,2 8 16,5 6-16,5 5 16,2 3-16,1-4 15,2-2-15,0-2 16,0 0-16,-1-3 16,-1-4-16,0-3 15,-3-5-15,-3-4 16,-2-3-1,-3-3-15,-6-7 16,0 0-16,10 7 16</inkml:trace>
  <inkml:trace contextRef="#ctx0" brushRef="#br0" timeOffset="64516.25">14120 2298 0,'0'0'0,"0"0"16,-3-2-16,3 2 15,0 0-15,-9-7 16,9 7-1,0 0-15,0 0 16,11-11-16,20 0 16,7-3-16,5 2 15,-5 0-15,-2 2 16,0-1-16,1 1 16,-9 3-16,-7 1 15,-2 0-15,-1 1 16,-3-2-16,-3 3 15,-12 4 1,12-5-16,-12 5 16,0 0-16,0 0 15,0 0-15,-12 5 16,-22 5-16,-12 3 16,0-2-16,8-2 15,6-2-15,4-1 16,-2 0-16,7-2 15,6 0 1,5-2-16,12-2 16,0 0-16,-13 2 15,13-2-15,0 0 16,0 0-16,30-14 16,30-7-16,-1 3 15,-9 5-15,-7 2 16,-9 1-1,-9 3-15,-6 3 16,-8 1-16,-11 3 16,11-2-16,-11 2 15,0 0-15</inkml:trace>
  <inkml:trace contextRef="#ctx0" brushRef="#br0" timeOffset="65866.13">13891 1757 0,'1'-2'0,"-1"2"16,0 0-16,-1-11 15,1 11-15,0 0 16,1-13-16,1 7 16,2-10-16,0-2 15,1 0-15,-1-5 16,1 3-16,-1 3 15,2-10-15,-1 1 16,-1 5-16,-1-2 16,-2 4-1,1-2-15,-2-2 16,0 6-16,0 2 16,-2-2-16,-1-5 15,-1 3-15,1 6 16,3 13-16,0 0 15,0 0-15,0 0 16,-4 11 0,1 0-16</inkml:trace>
  <inkml:trace contextRef="#ctx0" brushRef="#br0" timeOffset="113714.83">9926 4212 0,'0'0'0,"0"0"0,0 0 0,0 0 15,0 0-15,2 0 16,-2 0-16,18 2 16,4 1-16,9 1 15,5 0 1,8 2-16,8 1 16,7 2-16,9 1 15,2 0-15,10-1 16,6-9-16,5-1 15,5-4-15,-2-2 16,4 0-16,-2-1 16,-1-1-16,0-1 15,-3 2-15,0-4 16,3 0-16,-1-1 16,6 1-1,7-3-15,-1-2 16,16-3-16,-5-1 15</inkml:trace>
  <inkml:trace contextRef="#ctx0" brushRef="#br0" timeOffset="116798.44">11404 3739 0,'0'0'0,"0"0"0,0 0 0,0 0 0,0 0 0,0 0 15,0 2 1,0-2-16,0 0 15,0 8-15,2 0 16,0 3-16,1 4 16,1 2-16,2-1 15,3 1-15,6-2 16,11-5-16,10-7 16,18-16-16,22-22 15,14-8 1,12-20-16,-4 0 15,5-3-15,-14 9 16,-16 11-16,-15 9 16,-19 12-16,-12 8 15,-10 6-15,-6 6 16,-11 5-16,12-6 16,-12 6-16,0 0 15,0 0 1,0 0-16,9-2 15,-9 2-15,0 0 16,0 0-16,0 0 16,0 0-16,0 0 15,0 0-15,0 0 16,0 0-16,0 0 16,0 0-16,0 0 15,0 0-15,0 0 16,0 0-1,0 0-15,0 0 16,0 0-16,0 0 16,0 0-16,0 0 15,0 0-15,0 0 16,0 0-16,0 0 16,0 0-16,0 0 15,0 0 1,0 0-16,0 0 15,0 0-15,0 0 16,0 0-16,0 0 16,0 0-16,0 0 15,0 0-15,0 0 16,0 0-16,0 0 16,0 0-16,0 0 15,0 0-15,0 0 16,0 0-1,0 0-15,0 0 16,0 0-16,0 0 16,0 0-16,0 0 15,1 6-15,-1-6 16,0 0-16,0 0 16,0 0-16,0 0 15,0 0-15,0 0 16,0 0-16,0 0 15,0 0 1,0 0-16,0 0 16,0 0-16,0 0 15,0 0-15,0 0 16,0 0-16,0 0 16,0 0-16,0 0 15,0 0-15,0 0 16,0 0-1,0 0-15,0 0 16,0 0-16,0 0 16,0 0-16,0 0 15,0 0-15,0 0 16,0 0-16,0 0 16,0 0-16,0 0 15,0 0-15,0 0 16,0 0-16,0 0 15,0 0 1,0 0-16,0 0 16,0 0-16,0 0 15,0 0-15,0 0 16,0 0-16,0 0 16,15 2-16</inkml:trace>
  <inkml:trace contextRef="#ctx0" brushRef="#br0" timeOffset="118032.43">12008 2458 0,'0'0'0,"0"0"0,4 3 0,12 4 0,27 3 16,26-6 0,13-3-16,2-1 15,9-1-15,5-5 16,3-3-16,14-7 16,-1-2-16,5-4 15,2 1-15,-13 1 16,4 1-16,-16 2 15,-9 2 1,-12 2-16,-16 5 16,-6 2-16,-13 3 15,-3 2-15,-2-1 16,2 1-16,-1 2 16</inkml:trace>
  <inkml:trace contextRef="#ctx0" brushRef="#br0" timeOffset="123198.04">10264 4214 0,'0'0'0,"0"0"0,0 0 15,0 0-15,4 0 16,6-1-16,13-1 16,14 0-16,8-1 15,4 1-15,4 0 16,4-1-16,3 0 16,2 1-1,2 0-15,1-1 16,2 0-16,1-1 15,-1-3-15,-2 0 16,-1-2-16,-6 0 16,2-1-16,-5 0 15,-5 3-15,-7-1 16,-4 1-16,-9 2 16,-2 2-16,-6 0 15,-5 0 1,-5 1-16,-12 2 15,15-2-15,-15 2 16,0 0-16,0 0 16,11 0-16,-11 0 15,0 0-15,0 0 16,0 0-16,0 0 16,0 0-16,0 0 15,-7-6 1</inkml:trace>
  <inkml:trace contextRef="#ctx0" brushRef="#br0" timeOffset="124548.15">9902 4229 0,'0'0'0,"0"0"0,0 0 0,7 0 0,12 0 16,23-3-16,17-2 16,5-1-1,4 0-15,3-1 16,2-1-16,4 1 15,2-2-15,-3 0 16,2-2-16,3 0 16,-3 0-16,7 0 15,-11 1-15,0 0 16,-2 3-16,-8 1 16,2 1-16,-4 0 15,-6 1 1,-3 1-16,-6 0 15,-6 1-15,-2 0 16,-5 1-16,-5 0 16,-4-2-16,-5-1 15,1-4-15,-1-1 16,1-2-16,0-5 16,3-4-16,-2-3 15,-1-3 1,-3-1-16,-3-2 15,-2-2-15,-4-5 16,-1 1-16,-5 4 16,-3 4-16,-3 4 15,-4 0-15,-6 1 16,-5-2-16,-10 0 16,-7 0-16,-6 1 15,-7 3-15,-2 0 16,0 2-1,-2 4-15,1 3 16,-2 3-16,0 1 16,-2 2-16,-1 0 15,0 2-15,-3 1 16,1 1-16,0 1 16,-1 0-16,4 2 15,0 0-15,3-1 16,0 1-16,-2-1 15,1 1 1,0 0-16,1-1 16,1 1-16,-2-1 15,1 2-15,-1 1 16,1 3-16,-1 5 16,2 2-16,4 1 15,0 2 1,5-2-16,2 3 15,5 3-15,2 1 16,1 0-16,2 1 16,2 3-16,5 10 15,2 2-15,5 1 16,2 0-16,4 1 16,5 2-16,3 1 15,6-4-15,3-5 16,6-2-1,6 2-15,5 0 16,8 2-16,1-6 16,12 0-16,6-3 15,3-5-15,13 0 16,-2-5-16,2-4 16,6-4-16,-4-7 15,2-1-15,8-5 16,-10-3-16,2-2 15,-3-1 1,-11 1-16,-1-2 16,-5 1-16,-5 1 15,-1-2-15,-4 0 16,-5-4-16,5-5 16,-2-4-16</inkml:trace>
  <inkml:trace contextRef="#ctx0" brushRef="#br0" timeOffset="128581.39">11329 3152 0,'0'0'0,"0"0"0,0 0 0,-2-2 15,2 2-15,0 0 16,0 0-16,0 0 16,0 0-1,0 0-15,0 0 0,0 0 16,-5 6 0,7 3-16,1 4 15,2 1-15,0 1 16,2 0-16,1-1 15,2 0-15,1 0 16,2 1-16,0-3 16,1-2-16,3-3 15,10-6 1,12-6-16,16-13 16,12-13-16,7-11 15,2-9-15,-2-1 16,-5 1-16,-8 5 15,-6 4-15,-6 5 16,-8 6-16,-10 7 16,-5 5-1,-8 5-15,-4 5 16,-14 9-16,16-9 16,-16 9-16,0 0 15,0 0-15,12-7 16,-12 7-16,34-10 15</inkml:trace>
  <inkml:trace contextRef="#ctx0" brushRef="#br0" timeOffset="145231.57">8552 4678 0,'0'0'0,"-5"-2"0,5 2 0,-31 0 16,2 5 0,-2 5-16,1 2 15,2 1-15,-6 6 16,2 0-16,2 3 15,4 1-15,6 0 16,3-1-16,2 1 16,6-1-16,2-2 15,3 5-15,6 2 16,4 0 0,7 5-16,6-9 15,4-3-15,5-1 16,0-7-16,1-5 15,7-3-15,2-7 16,2-2-16,-1-5 16,-6-3-16,-2-4 15,-3-1-15,-1 0 16,-3-2 0,-2 1-16,-4-1 15,-6-3-15,-4-1 16,-1-2-16,-4-3 15,0 2-15,-3 1 16,-3 0-16,-3-1 16,-5 3-16,-2 1 15,1 3-15,1 5 16,0 2-16,0 3 16,-2 4-1,-3 5-15,2 2 16,0 5-16,0 6 15,-1 1-15</inkml:trace>
  <inkml:trace contextRef="#ctx0" brushRef="#br0" timeOffset="145615.23">9266 4597 0,'0'0'0,"0"0"0,0 0 16,-1 2-16,-3 7 15,-9 15 1,-7 18-16,-8 15 15,-1 1-15,1 1 16,3-10-16,-2 9 31,5-3-31,9-8 16,3-13-16,9-20 16,1-14-1,1 8-15,-1-8 16,20-11-16,2-2 15,-1-4-15,-6 3 16,-5 4-16,-1-2 16,-5 0-16</inkml:trace>
  <inkml:trace contextRef="#ctx0" brushRef="#br0" timeOffset="146214.91">8894 4950 0,'0'0'0,"0"0"16,0 0-16,0 0 16,3 0-16,-3 0 15,21-2-15,9-1 16,17-2-16,4 0 16,2-2-1,-5-2-15,-3-2 0,-4 0 16,-8 3-1,-5 1-15,-7 1 16,-5 2-16,-4 1 16,-12 3-16,12-1 15,-12 1-15,4 11 16,-4 5-16,-6 8 16,-2 6-1,-3 0-15,-2 1 16,1-5-16,1-2 15,4-8-15,2-4 16,1-4-16,4-8 16,7 10-16,16-12 15,13-10-15,-5-1 16,-9-3-16,-3-5 16,-1-1-16,-3 0 15,-4 3 1,-4 3-16,-2-2 15,-5 1-15,-5 4 16,-10-1 0,-12 4-1,-4 1-15,5 6 16,7 4-16,5 3 16,4 2-16,4 1 15,3 1 1,8 0-16,10 1 15,12-9-15</inkml:trace>
  <inkml:trace contextRef="#ctx0" brushRef="#br0" timeOffset="146964.35">9981 4646 0,'0'0'0,"1"-1"0,-1 1 15,0 0-15,0 0 16,0 0-16,0 0 16,-3 8-16,-9 18 15,-8 10-15,-3 7 16,0-4-16,3-5 16,5-7-16,4-11 15,5-5 1,6-11-16,0 0 0,2-7 15,18-32 1,13-19-16,1 10 16,-3 8-16,2 3 15,-8 11-15,-6 5 16,-3 7-16,-4 8 16,3 10 15,2 12-31,-2 10 15,-1 13-15,-5 0 16,-6 7-16,-3 4 16,-5-3-16,0-8 15,0-1-15,0 3 16,-1-1-16,1-3 16,-1-10-16,-2-1 15,-6-5-15,-8 0 16,-8 1-1,-3-2-15,-8-1 16,3-10-16,3-3 16,3-3-16,6-1 15,5 0-15,1 0 16,6-2-16,3 1 16,11-1-16,-10 2 15,10-2-15,0 0 16,2 6-1,16 1-15,19-2 16,15-10-16,6 0 16,1-5-16,-6-2 15,-6 0-15,-5 2 16,-8 1-16,1 2 16,-7 0-16,-7-1 15,-3 2-15,-6 1 16,-12 5-1,12-5-15,-12 5 16</inkml:trace>
  <inkml:trace contextRef="#ctx0" brushRef="#br0" timeOffset="148232.28">8150 5416 0,'0'0'0,"0"0"0,6-2 15,12-4-15,25-1 16,16 2-16,13 1 16,6 0-16,9 1 15,4 1 1,4 1-16,4 2 15,3 1-15,8 2 16,-4 0-16,18 0 16,-11 0-16,5 2 15,-6-2-15,-2-1 16,12-1-16,-17-4 16,-4-3-16,-23 0 15,-18 0-15,-6 0 16,-10 1-16,-6-1 15,2 0 1,-3-2-16,-3-4 16,1-12-16,-6-4 15,-1-6-15,6-9 16,-1 0-16,6-16 16,-3-3-16,-12 9 15,0-2-15,-8 6 16,-7-1-1,-4-3-15,-7 12 16,-3-1-16,-4-6 16,-1 0-16,-11 2 15,-15 5-15,-9 3 16,-12-4-16,-4 5 16,-5 1-16,-10 5 15,-1 7-15,-1 5 16,-4 4-1,12 4-15,-9 1 16,10 0-16,6 2 16,4 0-16,3 0 15,-1-2-15,-1-3 16,-4-2-16,4 0 16,-3 0-16,-3 0 15,2 0-15,-1 4 16,2 1-1,6 1-15,3 1 16,0-1-16,-2 1 16,1-1-16,-3 2 15,-3 4-15,2 3 16,-1 5-16,5 2 16,5 2-16,2 0 15,4 2-15,7-3 16,3 2-16,3 1 15,-2 3 1,-1 5-16,2 7 16,-2 6-16,3 10 15,-1 5-15,0 10 16,5 1-16,2 5 16,4 2-16,3 0 15,1 6-15,3-6 16,1 10-1,3-8-15,3-3 16,4-1-16,2-9 16,2-2-16,-1-8 15,0-11-15,1-3 16,4-4-16,2-3 16,3-4-16,1-6 15,5-4-15,6-8 16,9-4-16,15-11 15,9-8-15,4-10 16</inkml:trace>
  <inkml:trace contextRef="#ctx0" brushRef="#br0" timeOffset="150731.29">9591 5990 0,'0'0'0,"-1"-1"16,1 1-16,0 0 15,0 0-15,0 0 16,20-10-16,0 4 16,5 2-16,3 0 15,0 1 1,5 1-16,1-1 16,-3 2-16,-7 1 15,-7-1-15,-5 0 16,-2 1-16,-10 0 15,17-2-15,-17 2 16,15-1-16</inkml:trace>
  <inkml:trace contextRef="#ctx0" brushRef="#br0" timeOffset="151965.04">10342 5825 0,'0'0'0,"3"-3"0,-3 3 15,16-15-15,5 1 16,1 2-16,-3 5 15,-1 2-15,0 5 16,2 6-16,3 9 16,5 11-16,4 8 15,-4 0-15,-6-6 16,-6-6-16,-2-2 16,-3-5-1,2 5-15,1-2 16,8-2-16,5-7 15,3-13-15,1-4 16,-4-8-16,0-6 16,-6 2-16,-5-3 15,-5-5-15,-7 0 16,-4 0 0,-3 8-16,-5 5 15,-3 4-15,-13 5 16,-11 1-16,-9 6 15,-3 12-15,-1 7 16,-2 14-16,3 3 16,6 0-16,5-1 15,-1 6-15,-1 4 16,4-2 0,7-9-16,6-8 15,4-6-15,3-3 16,4-5-16,2-6 15,8-7-15,-19 2 16,4-8-16,-1-8 16,1-12-16,4-6 15,1-10-15,2-2 16,3 8-16,2 5 16,4-4 15,8-3-31,4-5 15,4 3-15,12-5 16</inkml:trace>
  <inkml:trace contextRef="#ctx0" brushRef="#br0" timeOffset="156014.67">7340 4978 0,'0'0'0,"0"0"0,0 0 0,0 0 15,0 0-15,0 0 16,10-4 0,4 0-16,3 0 15,2 0-15,4 2 16,5 3-16,6 2 16,1 0-16,-2-1 15,-2 1-15,0 2 16,0-1-1,-1 0-15,0 0 16,-1-1-16,-4-3 16,-2-2-16,-3 0 15,2 0-15,-4 1 16,-3 0-16,-4 1 16,-11 0-16,13 0 15,-13 0-15,0 0 16,0 0-16,10 0 15,-10 0-15,0 0 16,0 0 0,0 0-16,-6-10 15,-3 0-15,-4-2 16,-4 1-16,-4 0 16,-5-1-16,-4 2 15,1 2-15,4 1 16,7 3-16,4-1 15,3 1-15,1 0 16,10 4 0,-14-7-16,14 7 15,0 0-15,-10-8 16,10 8-16,0 0 16,0 0-16,0 0 15,13 13-15,-4-5 16,4 2-16,5 2 15,2-1-15,-1-1 16,-3-1 0,-3-2-16,-1 0 15,-1 0-15,2 0 16,-3 1-16,-1 3 16,-3-1-16,-3 2 15,-2-1-15,-5 7 16,-7 5-16,-14 5 15,-8 3-15,-6-2 16,3-5 0,10-7-16,5-4 15,9-4-15</inkml:trace>
  <inkml:trace contextRef="#ctx0" brushRef="#br0" timeOffset="159365.18">11859 6490 0,'0'0'0,"0"0"0,0 0 15,0 5-15,0 7 16,0 11-16,0 11 16,0 6-16,-1 2 15,-1 1-15,0 3 16,1-1 0,-1-1-16,1-4 15,-1-1-15,1-1 16,-1-5-16,2-5 15,-1-3-15,0-1 16,0-3-16</inkml:trace>
  <inkml:trace contextRef="#ctx0" brushRef="#br0" timeOffset="160015.06">12362 6846 0,'0'0'0,"0"0"0,0 0 0,0 0 0,0 0 16,0 0-16,-2 0 15,2 0-15,0 0 16,0 0-16,15-5 16,4 0-16,5 0 15,1 1 1,0 0-16,-2 0 15,-2 1-15,-5 2 16,-3 0-16,-4 1 16,-9 0-16,15 1 15</inkml:trace>
  <inkml:trace contextRef="#ctx0" brushRef="#br0" timeOffset="160548.73">12792 7043 0,'0'0'0,"0"0"0,0 0 0,0 0 0,0 0 16,9 1-16,18 0 15,17-1 1,15-3-16,11-3 15,10-2-15,16-4 16,10-2-16,7-2 16,7-1-16,3 0 15,-6 1-15,9 1 16,-11 4-16,1 0 16,-5 1-1,-15 6-15,-9 0 16,-10 3-16,-15 2 15,-7 0-15,-14 1 16,-12-1-16,-7 0 16,-7-1-16,-15 0 15,14 0-15,-14 0 16,0 0 0</inkml:trace>
  <inkml:trace contextRef="#ctx0" brushRef="#br0" timeOffset="161366.54">13677 7502 0,'0'0'0,"0"0"0,-5-4 0,-3-7 16,-9-5-16,-2-3 16,1 2-16,-2 1 15,2 2-15,0 1 16,-4 0-16,-1 1 16,-1 4-16,-3 4 15,1 4-15,2 5 16,4 1-1,5 2-15,6-1 16,9-7-16</inkml:trace>
  <inkml:trace contextRef="#ctx0" brushRef="#br0" timeOffset="162516.19">13462 7440 0,'0'0'0,"0"0"0,0 0 0,0 0 15,0 0-15,0 0 16,0 0-16,0 1 16,0-1-16,0 0 15,0 0-15,0 0 16,-3 8-16,3-8 16,0 0-16,0 0 15,0 0-15,0 0 16,0 0-1,-6 6-15,6-6 16,-8 7-16,-6 2 16,-5 5-16,2-1 15,0 0-15,1 1 16,-2 5-16,1 7 16,4 5-16,5 1 15,6 2-15,5 0 16,4-3-1,2-2-15,5-3 16,7-4-16,4-3 16,9-9-16,-2-1 15,-1-8-15,0-4 16,-5-2-16,-2-2 16,-5-1-16,-3-1 15,-3-5-15,-3-5 16,-4-3-1,-5 0-15,-4-1 16,-6-5-16,-5-4 16,-6-2-16,-2 2 15,4 5-15,2 4 16,1 4-16,2 3 16,5 6-16,1 2 15,7 8-15,-8-8 16,8 8-16,0 0 15,0 0 1,0 0-16,0 0 16,4 21-16</inkml:trace>
  <inkml:trace contextRef="#ctx0" brushRef="#br0" timeOffset="162715.03">13898 7759 0,'0'0'0,"0"0"16,0 0-16,0 0 15,0 2-15,0-2 16,0 0-16,0 0 15,0 0-15</inkml:trace>
  <inkml:trace contextRef="#ctx0" brushRef="#br0" timeOffset="163199.74">14331 7451 0,'0'0'0,"0"0"15,0 0-15,0 0 16,0 0-16,-2 1 16,2-1-16,-16 8 15,-7 0-15,-10 0 16,6-1-16,3-1 15,2 2 1,5 5-16,4 2 16,4 4-16,4 3 15,5 2-15,6 5 16,6 0-16,4 4 16,5-1-16,2-1 15,0-3-15,-1 1 31,-5-7-15,-10 4-16,-12 5 16,-5-7-16,-18 10 15,8-9-15,-1-7 16,-7 1-16,-3-17 16,5-2-16,2-15 15,4-1-15,9-3 16,2-4-16</inkml:trace>
  <inkml:trace contextRef="#ctx0" brushRef="#br0" timeOffset="163497.79">14277 7536 0,'0'0'0,"0"0"16,0 0-16,0 0 15,0-2-15,0 2 16,16-15 0,14-3-16,26-3 15,4 3-15,1 5 16,-5 1-16,-6 4 16,-9 1-16,-9 1 15,-10 3-15,-8 0 16,-14 3-16,15-2 15,-15 2-15,0 0 16</inkml:trace>
  <inkml:trace contextRef="#ctx0" brushRef="#br0" timeOffset="164798.81">10807 2903 0,'0'0'0,"0"0"0,0 0 0,-3 2 16,3-2-16,0 0 15,0 0-15,-6 7 16,6-7-16,0 0 16,0 0-1,1 11-15,3-3 16,1 5-16,5 2 16,11 0-16,11 0 15,12-9-15,16-14 16,7-13-16,11-13 15,3-11-15,-5-4 16,-5 0-16,-10 4 16,-11 4-1,-8 7-15,-5 5 16,-6 4-16,-4 2 16,1 5-16,8 2 15</inkml:trace>
  <inkml:trace contextRef="#ctx0" brushRef="#br0" timeOffset="166133.54">13482 6581 0,'0'-6'0,"0"6"0,-3-12 0,0 0 16,-1 1-16,-1-3 16,-5-1-16,-2 1 15,0 1-15,2 4 16,-2 3-16,-3 0 15,-7 1-15,-9 2 16,-6 0-16,-2 6 16,2 5-1,5 1-15,5 7 16,2 2-16,5-2 16,0 16-16,6-5 15,8 15-15,2-8 16,9 0-16,20 13 31,14-9-31,18-2 16,-5-23-1,-10-11-15,1-6 16,0-4-16,-3-2 16,-4-5-16,-11-1 15,-4-6-15,-3-3 16,-6-1-16,-5 0 15,-4 2-15,-3 4 16,-5 0-16,-4-2 16,-3 0-16,-4-1 15,-3 3-15,1 2 16,0 3 0,5 6-16,1 2 15,12 7-15,-14-6 16,14 6-16,0 0 15,-10-3-15,10 3 16,0 0-16,0 0 16,-9 9-16</inkml:trace>
  <inkml:trace contextRef="#ctx0" brushRef="#br0" timeOffset="166315.21">13727 6643 0,'0'0'0,"0"0"0,0 0 0,0 0 0,0 0 16,0 0 0,0 0-16,0 0 15,0 0-15,0 0 16</inkml:trace>
  <inkml:trace contextRef="#ctx0" brushRef="#br0" timeOffset="166832.21">14103 6395 0,'0'0'0,"0"0"15,0 0 1,-6 1-16,-8 0 16,-4 1-16,1 4 15,-1 2-15,3 3 16,1 2-16,4 3 15,1 3-15,3-1 16,4 4-16,5 1 16,6 3-16,6 3 15,5 2 1,0-1-16,2-3 16,-2-1-16,-3-5 15,-2-2-15,-5-4 16,-3-4-16,-1-1 15,-4 0-15,-2-2 16,-4 2-16,-7 2 16,-9 2-1,-7-2-15,-6-5 16,3-7-16,4-5 16,3-2-16,5-1 15,2 0-15,1-4 16,-1-5-16,4-8 15,4-4-15</inkml:trace>
  <inkml:trace contextRef="#ctx0" brushRef="#br0" timeOffset="167130.72">14042 6411 0,'0'0'0,"0"0"16,0 0-16,0 0 15,0 1-15,0-1 16,0 0-16,11 2 16,16-4-1,24-8-15,5-4 16,-3-5-16,0 2 16,-4 0-16,-7 3 15,-9 1-15,-8 4 16,-8 3-16,-6 0 15,-11 6-15,12-5 16,-12 5-16</inkml:trace>
  <inkml:trace contextRef="#ctx0" brushRef="#br0" timeOffset="168315.01">13116 8044 0,'0'0'0,"0"0"0,5 0 15,8-8-15,14-11 16,16-14-16,7-7 16,3-1-1,4-3-15,2-2 16,4-1-16,-2 1 15,-2 4-15,-1 5 16,4 0-16,-2 3 16,4-5-16,5-2 15,-1 0-15,7-8 16,-5 3-16,1 0 16,-6 3-1,-6 6-15,-4 5 16,-9 6-16,0 1 15,-1 2-15,0 1 16,2-1-16,-1 1 16,-1 0-16,3-1 15,-5 0-15,-3 1 16,-5 2-16,-5 0 16,-4 5-16,-1-1 15,-3 2-15,-2 1 16,0 1-1,-2 0-15,-4 3 16,-2 2-16,-1 0 16,-11 7-16,16-10 15,-16 10-15,0 0 16,7-8-16,-7 8 16,0 0-1</inkml:trace>
  <inkml:trace contextRef="#ctx0" brushRef="#br0" timeOffset="169347.91">11781 7774 0,'0'0'0,"0"0"0,0 0 16,0 3-1,-3 7-15,-2 15 16,0 12-16,1 13 16,-1 7-16,0-2 15,1 1-15,0-4 16,1-6-16,-2-5 16,1-7-16,-1-10 15,2-7 1,3-10-1,0-7 1</inkml:trace>
  <inkml:trace contextRef="#ctx0" brushRef="#br0" timeOffset="169614.8">12008 8105 0,'0'0'0,"0"0"16,-3 0-16,3 0 15,0 0-15,0 0 16,0 0-16,6 8 16,8-1-1,-2-1-15,0-2 0,0-1 16,2-2-1,7-1-15,0-4 16,1-3-16</inkml:trace>
  <inkml:trace contextRef="#ctx0" brushRef="#br0" timeOffset="169864.28">12403 7863 0,'0'-2'0,"0"2"0,0 0 16,0 0-16,0 0 15,0 19-15,-1 15 16,-3 19-16,0 6 16,-2-4-16,1-6 15,1-12-15,0-4 16,0-4-1,1-3-15,2-4 16,0-6-16</inkml:trace>
  <inkml:trace contextRef="#ctx0" brushRef="#br0" timeOffset="170181.88">12618 8172 0,'0'0'0,"0"0"0,0 0 0,0 0 0,0 0 16,3 0-16,-3 0 16,26-2-16,2-1 15,4 1-15,4-3 16,1-2-1,0 0-15,-2 1 16,-2 0-16,-5 0 16,-8 2-16,-2 1 15,-5 1-15,-13 2 16,12-3-16,-12 3 16</inkml:trace>
  <inkml:trace contextRef="#ctx0" brushRef="#br0" timeOffset="170380.88">12671 8371 0,'0'0'0,"0"0"16,0 0-16,0 0 15,0 0-15,11-5 16,10-4-16,9-5 15,7-1 1,0 5-16,5 0 16,-1 2-16,-9 3 15</inkml:trace>
  <inkml:trace contextRef="#ctx0" brushRef="#br0" timeOffset="170864.39">13357 8259 0,'-1'-2'0,"1"2"0,0 0 15,-11-10-15,11 10 16,-26-12-16,4 12 15,-5 3 1,-3 6-16,6 4 16,4 3-16,1 3 15,5 0-15,4 13 16,3 1-16,7 5 16,3-6-16,4-8 15,3-6-15,11-4 16,8-5-16,9-3 15,7-6 1,-5-10-16,-2-6 16,5-12-16,-10 1 15,-4-4-15,-4 5 16,-12 2-16,-3 0 16,-5-1-16,-5 2 15,-8 1 1,-9 2-16,-33-2 31,-35 5-31,0 16 16,-2 14-16</inkml:trace>
  <inkml:trace contextRef="#ctx0" brushRef="#br0" timeOffset="173297.64">15045 7422 0,'0'0'0,"-3"0"16,3 0-16,-20-17 15,-4 1-15,-3 0 16,-2 3-16,-1-1 15,0 3-15,-4 1 16,0 0 0,-2 2-16,-4 1 15,-5-1-15,-4 0 16,0 0-16,0 0 16,3 0-16,-1 1 15,0 0-15,-1-1 16,2 2-16,4-1 15,-2-2-15,3-3 16,1-1-16,2 3 16,1 0-1,-1-1-15,1 1 16,3 0-16,4 2 16,1-2-16,1 0 15,2 1-15,3 0 16,2 2-16,0-1 15,-5 1-15,-2 0 16,-4-1-16,-3 4 16,2 4-1,-2 3-15,3 3 16,4 0-16,2 2 16,-2 3-16,-1 2 15,0 6-15,1-1 16,2 3-16,1-1 15,0 0-15,2 0 16,0-2-16,1 3 16,2 0-16,2 2 15,2 0 1,3 1-16,1-2 16,-3 5-16,3 1 15,-4 4-15,2 3 16,2 0-16,1 1 15,-1 3-15,2-469 16,2 934 0,3-474-16,-2 4 0,2 4 15,8 7 17,6 3-32,6-8 15,4 1-15,-3-14 16,7-15-16,3 2 15,2 0-15,8 3 16,-1-1-16,5-3 16,6-8-1,0-3-15,6-1 16,2-6-16,-4 4 16,5 6-16,9 10 15,-17-11-15,4 0 16,-8-9-16,2 2 15,7-1-15,7 1 16,3 0-16,-2 2 16,-11 6-1,-5 0-15,3 0 16,10 0-16,1 1 16,-9-1-16,-6-1 15,-8 0-15,6 0 16,3-2-16,-4-2 15,4-3-15,-12-1 16,10-3 0,5-3-16,-2-4 15,-4-7-15,-7-1 16,-2-5-16,2-6 16,-2-1-16,-8 3 15,-3-2-15,-8 5 16,-5-1-16,-3-5 15,-6-1-15,-6-4 16,-3 0-16,0 9 16,-2 1 15,0 1-31,0 1 16,2 5-16,4 9 15,2 4-15,0 2 16,2 0-16,2 7 15,-3-9-15,3 9 16,0 0-16,-2-9 16,2 9-16,0 0 15,0 0 1,-4-8-16,-3-2 16,-5-2-16,-2-1 15,4 3-15</inkml:trace>
  <inkml:trace contextRef="#ctx0" brushRef="#br0" timeOffset="174182.06">14679 6401 0,'0'0'0,"0"0"0,0 3 0,1 6 16,0 8-16,0 3 16,1 3-16,-1 1 15,0 0-15,1-2 16,0-3 0,-1-4-16,0-2 15,2 0-15,1-2 16,2 0-16,3-5 15,8-1-15,8-5 16,5-3-16,4-5 16,3-6-16,4-6 15,4-5-15,0-7 16,1-4 0,-2-2-16,-1-3 15,-4 4-15,-3 1 16,-1 1-16,-5 5 15,0 2-15,-7 5 16,-7 6-16,-4 5 16,-4 4-16,-8 8 15,10-10-15,-10 10 16,0 0 0,7-8-16,-7 8 15,4-7-15</inkml:trace>
  <inkml:trace contextRef="#ctx0" brushRef="#br0" timeOffset="184548.02">13699 8240 0,'0'0'0,"-1"-2"0,1 2 0,-9-13 16,1-1-16,0 2 16,2 3-16,0 1 15,-1 0-15,-2-1 16,-2 0-16,0-1 16,-1 2-1,0 4-15,-1-1 0,0 2 16,-2 1-1,-3-1-15,-2 0 16,-3-1-16,-4 1 16,1 5-16,-2 2 15,3 1-15,1-1 16,1 1-16,-2-1 16,1 2-1,-1 1-15,2 0 16,1-1-16,3 0 15,-2 1-15,1 1 16,-1 4-16,1 1 16,0 1-16,2 0 15,0 2-15,2 2 16,2-1-16,2 2 16,3-1-16,1 2 15,0 3 1,2-2-16,2 0 15,2 0-15,2-2 16,0 1-16,2 1 16,4 3-16,1-3 15,2-2-15,-1-4 16,3 1-16,4 2 16,2 2-1,3-1-15,-1-3 0,-2-3 16,1-1-1,5 3-15,8-1 16,3-1-16,1-4 16,-1-8-16,-1 3 15,12-5-15,2-2 16,-1-2-16,-5-6 16,-6 2-16,4-3 15,4-2 1,-4 0-16,-4-1 15,-5-1-15,-3-1 16,-3 0-16,-1-4 16,-7-2-16,-3 0 15,-4 3-15,-3-1 16,0-1-16,-5 1 16,-4-9-1,-9-6 1,-3-1-1,-3 2-15,-1 9 16,-2 0-16,-2 4 16,2 6-16,-2 0 15,-3 0-15,-3-1 16,-2-2-16,4 4 16,0-1-16,2 3 15,0 2-15,2 0 16,5 3-1,1 1-15,6 2 16,1 1-16,10 4 16,-12-5-16,12 5 15,0 0-15,-17-18 16,11 9-16</inkml:trace>
  <inkml:trace contextRef="#ctx0" brushRef="#br0" timeOffset="185598.44">8185 5206 0,'0'0'0,"0"1"0,0-1 16,0 0-16,0 0 16,0 7-16,0-7 15,0 0-15,0 0 16,0 7-16,0-7 15,0 0 1,13 4-16,5-2 16,6 0-16,4 0 15,1-2-15,-2 0 16,-3 0-16,0-2 16,-2 0-16,0 0 15,0 0-15,-2 1 16,0-1-1,-3 0-15,-3 2 16,-2 1-16,-3 0 16,-9-1-16,16 3 15,-16-3-15,10 3 16,-10-3-16,0 0 16,0 0-16,0 0 15,0 0-15,0 0 16,0 0-16,0 0 15</inkml:trace>
  <inkml:trace contextRef="#ctx0" brushRef="#br0" timeOffset="185947.51">8141 5317 0,'0'0'0,"0"0"0,0 0 0,0 0 16,-2 1-16,2-1 15,0 0-15,0 0 16,0 0 0,0 0-16,0 0 15,0 0-15,32-5 16,5-2-16,3-1 16,4-2-16,-2 1 15,2-1-15,3 0 16,0 0-1,0 1-15,0 0 16,-5 0-16,-1 2 16,-5 2-16,-7 2 15,-6 2-15,-5-1 16,-5 1-16,-3 0 16,-10 1-16,0 0 15,11-1-15,-11 1 16</inkml:trace>
  <inkml:trace contextRef="#ctx0" brushRef="#br0" timeOffset="190448.13">13763 5577 0,'0'0'0,"1"-1"16,-1 1-16,0 0 16,0 0-16,5-7 15,-5 7-15,0 0 16,0 0 0,7-7-16,-7 7 15,11-3-15,4-1 16,10-1-16,10 2 15,3 3-15,-2 0 16,3 0-16,1-5 16,2-5-16,3 0 15,-3 1-15,2-1 16,2-1 0,7 0-16,6 0 15,0 2-15,2-2 16,-4 2-16,1-2 15,-1 2-15,-5 0 16,-6 2-16,-4 0 16,-4 2-16,-2-1 15,-2 1-15,-6 1 16,-2 1 0,-4 0-16,-2 1 15,0 0-15,0-1 16,-2 0-16,0 2 15,-4-2-15,-4 3 16,-10 0-16,13-2 16,-13 2-16,0 0 15,0 0-15,0 0 16,10-3-16,-10 3 16,0 0-1,0 0-15</inkml:trace>
  <inkml:trace contextRef="#ctx0" brushRef="#br0" timeOffset="195597.46">14394 452 0,'0'0'0,"0"0"0,0 0 15,0 2-15,0-2 16,1 10-16,-1 7 16,2 5-16,-1 5 15,0 1-15,1 0 16,0 6-16,-1 0 15,-2 0-15,-1-5 16,0 1-16,-2 2 16,-1 2-16,2-1 15,0-3 1,-1-2-16,2 0 16,-2 1-16,-2-2 15,2-4-15,0-3 16,1-6-16,0-2 15,3-5-15,0-7 16</inkml:trace>
  <inkml:trace contextRef="#ctx0" brushRef="#br0" timeOffset="196113.6">14643 781 0,'0'0'0,"0"0"16,-3 1-16,3-1 16,0 0-16,0 0 15,0 0 1,0 0-16,0 0 16,0 0-16,0 0 15,14-5-15,8-1 16,8 1-16,0 0 15,-4 1-15,-4 2 16,-4-1-16,-2 1 16,-4 2-1,-2-1-15,-10 1 16,12 0-16,-12 0 16,0 0-16,0 0 15,11 0-15,-11 0 16,0 0-16,10 1 15,2-1-15</inkml:trace>
  <inkml:trace contextRef="#ctx0" brushRef="#br0" timeOffset="198763.66">15230 570 0,'0'0'0,"0"0"0,0 0 0,0 0 16,-1 2-16,1-2 16,0 0-16,0 0 15,0 0-15,0 0 16,0 0-16,0 0 16,0 0-1,-11 3-15,11-3 16,0 0-16,-10 8 15,10-8-15,-14 12 16,5-2-16,1 4 16,2 4-16,2 1 15,4 0-15,2-1 16,1-2-16,5-2 16,3 0-16,3-1 15,3-4-15,3 0 16,2-2-1,-1 0-15,-1-2 16,-1-1-16,-4-1 16,-1-2-16,-2-1 15,-12 0-15,14-2 16,-14 2-16,12-9 16,-7 1-1,-1 1-15,-1 0 16,-1-3-16,0-1 15,-2 0-15,-2-2 16,-1 0-16,-1-4 16,-2-1-16,-1 2 15,-2 1-15,2 4 16,2 4-16,-1 0 16,-1 0-16,0 1 15,-2-1 1,0 0-16,9 7 15,-18-11-15,6 7 16,0 2-16,2 0 16,10 2-16,-10-2 15</inkml:trace>
  <inkml:trace contextRef="#ctx0" brushRef="#br0" timeOffset="198997.4">15637 728 0,'0'0'0,"0"0"0,0 0 15,0 0 1,0 0-16,0 0 15,0 0-15,0 0 16,0 0-16,0 0 16,1-3-16</inkml:trace>
  <inkml:trace contextRef="#ctx0" brushRef="#br0" timeOffset="199913.65">15564 450 0,'0'0'0,"0"0"16,0 0-16,2 2 15,-2-2-15,0 0 16,0 0-16,0 0 16,13-4-1,2-1-15,12-1 0,8-1 16,0 2-1,-4 0-15,-5 0 16,-26 5-16,0 0 16,11 0-16,-11 0 15,0 0-15,11 0 16,-11 0-16,0 0 16,0 0-16,13 10 15,-8-3-15,0 3 16,-3 1-1,-1 1-15,-1 1 16,-1 4-16,-5 4 16,1-3-16,0 1 15,1-4-15,1-5 16,1-2-16,-1-1 16,3-7-16,-4 11 15,4-11 1,-1 7-16,1-7 15,-2 8-15,2-8 16,0 0-16,0 0 16,-1 7-16,1-7 15,0 0-15,0 6 16,0-6-16,1 8 16,-1-8-16,5 13 15,-3-4-15,1 0 16,0 1-16,-1 0 15,0 1 1,0-3-16,-2 3 16,1 0-16,0 4 15,-1 3-15,0-4 16,-1 1-16,-2-1 16,-21 28-16,13-22 15,-2-6 1,-1-4-16,-1-3 15,1-1-15,1-3 16,2-2-16,11-1 16,-16 1-16,16-1 15,-10-1-15,10 1 16,0 0-16,0 0 16</inkml:trace>
  <inkml:trace contextRef="#ctx0" brushRef="#br0" timeOffset="200663.79">14978 1075 0,'0'0'0,"0"0"0,0 0 0,2-1 15,-2 1-15,0 0 16,17-4-16,4 0 16,10-3-16,10-1 15,6-1-15,4-1 16,-4 3-16,-2 2 15,-8 2 1,-5 4-16,-2 2 16,-1-1-16,-4 1 15,-1-2-15,-3 1 16,0 0-16,0-1 16,2 1-16,8-1 15,2-1-15,0-2 16,-3-2-16,-7 0 15,-2 0 1,-4 0-16,-2 2 16,-2 0-16,-13 2 15,0 0-15,10 0 16,-10 0-16</inkml:trace>
  <inkml:trace contextRef="#ctx0" brushRef="#br0" timeOffset="201497.4">15099 1388 0,'0'0'0,"0"0"0,0 0 0,0 0 15,0-3-15,0 3 16,-9-15-16,0 2 16,-3 1-16,-1 2 15,-1 2-15,2 2 16,0 2-16,-1 1 15,-1 2 1,0 1-16,0 2 16,1 1-16,1 3 15,1 2-15,-1 2 16,3 4-16,1 1 16,3 1-16,2 1 15,3-3-15,4-2 16,4 0-16,4 1 15,4-2-15,3-3 16,0 0 0,0-2-16,-4 0 15,-1-4-15,-3 0 16,0-4-16,0-1 16,4-6-16,1-3 15,-1-4-15,-3 0 16,-1-2-16,-4 2 15,-2 1-15,-4-1 16,-2 4 0,-2-1-16,-1 1 15,-1 1-15,-1 2 16,0 2-16,0 0 16,6 7-16,-11-9 15,11 9-15,0 0 16,-11-7-1,11 7-15,0 0 16,0 0-16,0 0 16</inkml:trace>
  <inkml:trace contextRef="#ctx0" brushRef="#br0" timeOffset="201681.24">15280 1423 0,'0'0'0,"0"0"16,0 0-16,0 0 15,0 0-15,0 0 16,0 0-16,0 0 16,0 0-16,0 0 15</inkml:trace>
  <inkml:trace contextRef="#ctx0" brushRef="#br0" timeOffset="202213.48">15588 1222 0,'0'0'0,"0"0"0,0 0 15,-3 0-15,3 0 16,-17 2-16,1 1 16,-2 0-16,3 3 15,0-1-15,4 2 16,1 3-16,3 1 15,1 3 1,2-1-16,1 2 16,3-3-16,3 0 15,2 2-15,2 3 16,2-1-16,0 1 16,-1-4-16,1 0 15,-2-2-15,-2-2 16,1 0-16,-1 1 15,-3 2 1,-3 5-16,-6 1 16,-2 0-16,-2-1 15,0-7-15,0-2 16,0-3-16,0-2 16,0 0-16,11-3 15,-16 0-15,16 0 16,-11-8-16,6-1 15</inkml:trace>
  <inkml:trace contextRef="#ctx0" brushRef="#br0" timeOffset="202513.73">15553 1224 0,'0'0'0,"0"0"0,0 0 0,0 0 16,0 0-16,0 0 16,0 0-1,0 0-15,0 0 16,2 0-16,-2 0 16,26 0-16,8 0 15,4-1-15,-4 0 16,-9 0-16,-4 1 15,-5-1-15,-16 1 16,0 0 0,14 0-16</inkml:trace>
  <inkml:trace contextRef="#ctx0" brushRef="#br0" timeOffset="203764.28">14941 2053 0,'0'0'0,"0"0"16,0-2-16,0 2 16,0 0-16,0 0 15,0 0-15,0 0 16,0 0-16,0 0 15,0 0-15,6 9 16,-2 1-16,1 3 16,0 2-16,-2 2 15,0 2 1,0-2-16,-2-1 16,1-1-16,-1 1 15,-1 2-15,1 2 16,-1-1-16,1-4 15,0-1-15,0 0 16,2 0-16,4 2 16,2-1-16</inkml:trace>
  <inkml:trace contextRef="#ctx0" brushRef="#br0" timeOffset="204130.27">15176 2241 0,'0'0'0,"0"0"0,0 0 15,0 0 1,-2 2-16,2-2 16,0 0-16,0 0 15,0 0-15,0 0 16,0 0-16,10-1 15,3-4-15,3 1 16,1-1-16,1-2 16,3-3-16</inkml:trace>
  <inkml:trace contextRef="#ctx0" brushRef="#br0" timeOffset="204630.18">15333 2154 0,'0'0'0,"0"0"0,0 0 0,6-2 0,-6 2 16,22-7 0,-6 3-16,2 3 15,-1 2-15,-1 1 16,-4 1-16,0 0 15,-12-3-15,16 9 16,-16-9-16,9 10 16,-9-10-16,3 13 15,-5-4-15,-2 2 16,-4 0-16,-2 2 16,-3-2-1,2-1-15,0-2 16,11-8-16,-12 9 15,12-9-15,0 0 16,0 0-16,3 7 16,11-2-16,5 2 15,2-2 1,-1-1-16,-1 0 0,-2-2 16,-5-1-1,-12-1-15,10 5 16,-10-5-16,0 13 15,-8 2-15,-7 6 16,-1-3-16,-1-1 16,2-6-16,-4-1 15</inkml:trace>
  <inkml:trace contextRef="#ctx0" brushRef="#br0" timeOffset="204864.42">15240 2464 0,'0'0'0,"0"0"0,2 1 0,-2-1 15,19 5-15,7-1 16,9-2 0,1-3-16,1-1 15,0-1-15,-1 0 16,-1 0-16,-4 1 15,-1 0-15,-3-1 16,-7 1-16,3 0 16</inkml:trace>
  <inkml:trace contextRef="#ctx0" brushRef="#br0" timeOffset="205314.71">15618 2651 0,'0'0'0,"0"0"16,-3 0-16,-8-2 16,-11-2-1,-7-2-15,2 2 16,6 1-16,5 2 15,3 1-15,2 1 16,11-1-16,-15 4 16,15-4-16,-7 7 15,7-7-15,0 10 16,3 1 0,4 4-16,3 2 15,3-3-15,2 4 16,0-1-16,-4-3 15,-3-2-15,-3-4 16,-3 0-16,-4 2 16,-7 4-16,-3 2 15,-5-2-15,2-2 16,1-3-16,2-2 16,1-1-1,2-4-15,-3-2 16</inkml:trace>
  <inkml:trace contextRef="#ctx0" brushRef="#br0" timeOffset="205531.2">15479 2679 0,'0'0'0,"0"0"15,2-3-15,-2 3 16,22-8-16,0 2 15,7 0-15,2 3 16,-1 0-16,-1 0 16,3 1-16,1 0 15,-2-1-15,-4 1 16,-8 1-16</inkml:trace>
  <inkml:trace contextRef="#ctx0" brushRef="#br0" timeOffset="206513.61">15125 3175 0,'0'0'0,"0"0"0,0 0 16,0 0-16,0 0 16,0 0-16,-2 4 15,-1 3-15,-1 3 16,0 2-16,0 0 16,1 3-1,-1-2-15,1-2 16,0 1-16,0-3 15,2 0-15,0-3 16,1-6-16,2 12 16,-2-12-16,12 12 15</inkml:trace>
  <inkml:trace contextRef="#ctx0" brushRef="#br0" timeOffset="206780.34">15272 3264 0,'0'0'0,"0"0"15,0 0 1,9-2-16,10-1 15,5-1-15,1 0 16,-5 2-16,-4 1 16,-5 0-16,-11 1 15,16-1-15,-16 1 16,0 0-16</inkml:trace>
  <inkml:trace contextRef="#ctx0" brushRef="#br0" timeOffset="209114.21">15595 3260 0,'0'0'0,"0"0"0,0 0 0,0 0 16,0 0 0,0 0-16,-5-1 15,5 1-15,0 0 16,-14 5-16,14-5 16,0 0-16,-15 10 15,15-10-15,-7 6 16,7-6-16,-3 7 15,3-7-15,4 15 16,3-5 0,1 0-16,-1-3 15,-7-7-15,17 5 16,-7-5-16,-10 0 16,15-5-16,-15 5 15,10-9-15,-10 9 16,3-9-1,-3 9-15,-3-8 0,3 8 16,-3-8 0</inkml:trace>
  <inkml:trace contextRef="#ctx0" brushRef="#br0" timeOffset="209264.57">15770 3331 0,'0'0'0,"0"0"15,0 0-15</inkml:trace>
  <inkml:trace contextRef="#ctx0" brushRef="#br0" timeOffset="211165.81">15250 3778 0,'0'0'0,"0"0"0,0-2 0,0 2 15,0 0-15,7-7 16,-7 7-16,25-14 16,3 3-16,4 2 15,0 0 1,-8 5-16,-6 1 16,-2 1-16,-1 2 15</inkml:trace>
  <inkml:trace contextRef="#ctx0" brushRef="#br0" timeOffset="211347.43">15205 3950 0,'0'0'0,"0"0"0,0 0 15,3-2-15,-3 2 16,25-15-16,-4 4 15,7 0-15,2 2 16,-1 1 0</inkml:trace>
  <inkml:trace contextRef="#ctx0" brushRef="#br0" timeOffset="211781.27">15516 3884 0,'0'0'0,"0"0"16,0 0-16,0 0 16,-3 0-16,3 0 15,0 0-15,-13 3 16,13-3-16,-16 9 15,9-2-15,0 1 16,3 2-16,2 2 16,4 0-16,1-2 15,4-3-15,4-4 16,6-2 0,4-6-16,4-2 15,-1-1-15,-6-1 16,-3 1-16,-6 0 15,-2 0-15,-2 1 16,-5 7-16,2-11 16,-2 11-16,-5-9 15,5 9 1,-18-5-16,6 4 16</inkml:trace>
  <inkml:trace contextRef="#ctx0" brushRef="#br0" timeOffset="211914.53">15632 3896 0,'0'0'0,"0"0"16,0 0-16,0 0 16</inkml:trace>
  <inkml:trace contextRef="#ctx0" brushRef="#br0" timeOffset="212397.11">15727 3751 0,'0'0'0,"0"0"0,0 0 0,0 0 0,0 0 16,2 1-16,-2-1 15,6 14-15,-1-1 16,-2 8-16,-2 5 15,0 3-15,0-3 16,1-8-16,-2-5 16,0-6-16,0-7 15,5 10-15,-5-10 16,0 0 0,0 0-16,12 2 15,-12-2-15,17-2 16,-7-1-16,-10 3 15,12-7-15,-12 7 16,0 0-16,11-6 16,-11 6-16,0 0 15,0 0-15,0 0 16,0 0-16,0 0 16,2 24-1,-2 5-15,0 4 16,0-2-16,0 1 15,0 6-15,0-2 16,0-7-16,0-6 16,-1-4-16,-2 5 15</inkml:trace>
  <inkml:trace contextRef="#ctx0" brushRef="#br0" timeOffset="213280.61">15597 4099 0,'0'0'0,"0"0"0,0 0 16,0 0-16,0 0 16,0 0-16,0 0 15,1 2-15,-1-2 16</inkml:trace>
  <inkml:trace contextRef="#ctx0" brushRef="#br0" timeOffset="-213565.84">14414 8005 0,'2'-4'0,"3"-6"0,4-8 0,9-17 16,2-2-1,4-5-15,1-1 16,4-7-16,5-7 16,-6 4-16,4-1 15,-2 4-15,-3 8 16,-3 5-16,4-6 31,0 2-31,-2 0 16,0 2-16,-8 7 15,1-3 1,-2-1-16,1-1 16,-2 2-16,1 1 15,-1 1-15,-2 2 16,2-1-16,1-3 16,-2 1-16,2 0 15,0-2-15,0 1 16,1 0-1,-1 0-15,-1 2 16,0-1-16,1 2 16,0-2-16,-1 0 15,1 2-15,-2 1 16,-1 3-16,1 1 16,0-2-16,0 1 15,-1 2-15,2-3 16,0-2-16,0-1 15,0-2 1,-2 2-16,0 0 16,-1 2-16,0 1 15,-3 4-15,-1 3 16,-2 2-16,-2-2 16,1-2-16,0-3 15,0-2-15,-1 1 16,1 3-1,-2 0-15,1 2 16,-1 4-16,-2 2 16,0 6-16,0 4 15,-2 7-15,1-8 16,-1 8-16,0 0 16,-8-8-16,-27 15 15</inkml:trace>
  <inkml:trace contextRef="#ctx0" brushRef="#br0" timeOffset="-211366.53">13926 8309 0,'0'0'0,"0"0"15,3 1-15,11 2 16,13 2-16,11-1 16,-1-11-16,11-9 15,4 0-15,-4 1 16,9-3-16,-6 0 15,4-3 1,5-6-16,-2 3 16,5-4-16,-6 1 15,-2-1-15,-4 2 16,-2 0-16,-3 2 16,7-4-1,2 1 1,-5 3-16,-6 3 15,-18 9-15,-5 2 16,-2 1-16,0 1 16,-3 1-1,-1-1-15,-1-2 16,1-4-16,0 0 16,2-7-16,-2-2 15,-2-4-15,-1 1 16,-1 0-16,-1 0 15,-1-2-15,1-2 16,0 0 0,2-8-16,1-6 15,0-3-15,0-3 16,-2-2-16,3-4 16,-1-1-16,0 1 15,0 0-15,-2 5 16,1 1-16,-1-1 15,2 0-15,-2-1 16,2-1 0,0-3-16,0 2 15,-1-1-15,0-3 16,-1-5-16,1-1 16,0-4-16,1 3 15,0 1-15,0 4 16,0 4-16,-1 8 15,-2 3-15,0 3 16,-1 5-16,-2 2 16,1 6-1,-4 0-15,-1-4 16,-2-1-16,0-2 16,-1 1-16,1 4 15,1-2-15,-2-2 16,1-4-16,1 1 15,0 4 1,0 4-16,-2 3 16,1 0-16,1-1 15,-2-2-15,1-3 16,0-1-16,0 1 16,1-4-16,0-1 15,4-1-15,1 2 16,-1 4-16,-3 4 15,1 3-15,0 3 16,0 0 0,-1 0-16,0 0 15,-3 0-15,-1-5 16,-2 1-16,1 1 16,-2 0-16,2 0 15,-1-1-15,1 2 16,-1 0-16,2 2 15,-3 3-15,2 0 16,0 2 0,1 1-16,0-3 15,-1 1-15,2 0 16,0 3-16,0 1 16,0 0-16,0 2 15,0 2-15,0 1 16,-1 2-16,0 0 15,0 1-15,1 7 16,-1-11 0,1 11-16,-3-7 15,3 7-15,0 0 16,0 0-16,-7-6 16,7 6-16,0 0 15,0 0-15,-10 1 16,-4 5-16,-6 5 15,-3 4-15,4-1 16,0 2-16,1 2 16,4 1-16,0-1 15,2 1 1,3-2-16,0-1 16,1 1-16,1 0 15,0 0-15,2-2 16,2-3-16,1-1 15,2-5-15,0-6 16,-1 7 0,1-7-16,0 0 15,0 0-15,0 0 16,0 0-16,0 0 16,18-21-16,2-11 15,4-6-15,0-1 16,2 3-16,-5 8 15,-4 5-15,-6 7 16,-2 3-16,-2 5 16,-3 1-16,-4 7 15,5-9 1,-5 9-16,0 0 16,4-8-16,-4 8 15,0 0-15,0 0 16,0 0-16,0 0 15,18-4-15,-2 9 16,2 2-16,1 3 16,1-1-16,-1 3 15,-19-12 1,12 6-16,2 0 16,4 1-16,2 2 15,0 0-15,-2-1 16,-4 1-16,-5 0 15,-1-3-15,-2 1 16,-6-7-16,11 13 16,-5-5-16</inkml:trace>
  <inkml:trace contextRef="#ctx0" brushRef="#br0" timeOffset="-203966.51">8325 2350 0,'0'0'0,"0"0"0,0 0 15,0 0-15,0 0 16,-4 3-16,-1 6 16,-5 7-1,-3 8-15,0 4 16,1 4-16,4-1 16,1-3-16,2-4 15,3-4-15,0-3 16,0-2-16,0-3 15,1-1-15,0 0 16,0-3 0,0-1-16,1-7 15,0 0-15</inkml:trace>
  <inkml:trace contextRef="#ctx0" brushRef="#br0" timeOffset="-203662.13">8475 2526 0,'0'0'0,"0"0"16,0 0-16,0 0 15,0 0-15,0 0 16,0 2-16,0-2 15,0 0-15,0 0 16,18 9-16,2-4 16,7-4-1,3-1-15,2 0 16,-1 0-16,-2 0 16,-3 0-16,-3-1 15,-5 0-15,-1-3 16,1 1-16,2 0 15,6-2-15</inkml:trace>
  <inkml:trace contextRef="#ctx0" brushRef="#br0" timeOffset="-202381.54">9583 2348 0,'0'0'0,"0"0"15,0-2-15,0 2 16,-4-8-16,4 8 15,-3-11-15,3 11 16,-6-12-16,6 12 16,-9-9-16,9 9 15,-15-10-15,2 8 16,-4 2 0,-3 3-16,-3 2 15,4 0-15,-1 2 16,-1 3-16,2 0 15,1 2-15,3-1 16,2 0-16,0 1 16,3 0-16,-1 0 15,2 1 1,1 0-16,1 1 16,2 0-16,0 1 15,2 0-15,2-2 16,3-1-16,4 1 15,1 0-15,3-2 16,4-4-16,4-2 16,7-1-16,3-3 15,1-3 1,0-3-16,2-4 16,1-2-16,0-1 15,-2-1-15,-1-1 16,-2 2-16,-2-2 15,-4 2-15,-4 0 16,-5 1-16,-1 1 16,-3 0-16,-3 1 15,-3-2-15,-2-2 16,-1-5 0,-7-2-16,-4-2 15,-8 1-15,-7-1 16,-5 1-16,-1 4 15,-3 6-15,-9 5 16,-7 5-16,-13 18 16</inkml:trace>
  <inkml:trace contextRef="#ctx0" brushRef="#br0" timeOffset="-201148.46">8994 2741 0,'0'0'0,"0"0"15,0 0-15,0-1 16,0 1-16,0 0 15,14-4-15,7 3 16,5-1-16,3 2 16,2-1-16,7 1 15,5 0-15,7 0 16,2-2-16,5-4 16,2-2-1,1 0-15,6-2 16,-5 3-16,7-2 15,1 0-15,-1 0 16,7 1-16,-2 1 16,0 0-16,-4 0 15,-4 0-15,-6 1 16,-7-2-16,-4-1 16,-5-4-1,-9 2-15,-5-1 16,-9 3-16,-5 3 15,-4 1-15,-11 5 16</inkml:trace>
  <inkml:trace contextRef="#ctx0" brushRef="#br0" timeOffset="-200466.53">9434 2907 0,'0'0'0,"0"0"0,-3-1 0,3 1 16,0 0-16,0 0 15,-12 0-15,12 0 16,-19 6-16,5 5 16,-1 7-16,0 2 15,4 1-15,2-2 16,3 0-16,3-1 16,2 0-16,4 2 15,4 0 1,5-1-16,5-5 15,5-7-15,4-7 16,3-3-16,-1-6 16,-5-1-16,-1-3 15,-3-3-15,-2-1 16,-2-1-16,-3-1 16,-3 1-16,-5-1 15,-3 0 1,-2 4-16,-3 0 15,-2 3-15,-1 2 16,1 3-16,6 7 16,-12-10-16,12 10 15,-11 1-15</inkml:trace>
  <inkml:trace contextRef="#ctx0" brushRef="#br0" timeOffset="-200332.82">9715 2989 0,'0'0'0,"0"0"0,0 0 0,0 0 0,0 0 15,0 0-15,1 2 16,-1-2-16,0 0 16</inkml:trace>
  <inkml:trace contextRef="#ctx0" brushRef="#br0" timeOffset="-199900.14">10109 2831 0,'0'0'0,"0"0"16,0 0-16,-3 1 16,3-1-16,0 0 15,-15 9-15,4-2 16,-1 1-16,-1 3 16,4 2-16,0 3 15,5 2-15,6 5 16,4 3-16,3-2 15,1-2 1,-1-3-16,-1-2 31,-2-2-31,1-3 16,-4-4-16,0-1 16,-3-7-16,-4 14 15,-5-1 1,-5-1-16,-3-4 15,-2-5-15,2-3 16,7-1-16</inkml:trace>
  <inkml:trace contextRef="#ctx0" brushRef="#br0" timeOffset="-199683.12">10060 2888 0,'0'0'0,"0"0"0,0 0 0,4-2 0,6-4 16,12-7-16,17-4 15,6-1-15,-1 4 16,-4 1-16,-6 2 16,-4 0-16,-6 2 15,-7 3 1,-4 1-16</inkml:trace>
  <inkml:trace contextRef="#ctx0" brushRef="#br0" timeOffset="-197782.52">9796 2132 0,'0'0'0,"-3"-2"0,3 2 0,0 0 0,-12-11 15,-2 2-15,-4 3 16,-6 2-1,-4 2-15,-7 6 16,-2 3-16,2 3 16,-2 3-16,3 2 15,1 0-15,1 0 16,1 1-16,0 2 16,0 5-16,-2 6 15,-1 6-15,0 2 16,2 1-16,0 2 15,5 1 1,3 3-16,4-1 16,2-1-16,3-2 15,2-1-15,3-1 16,3 0-16,1 0 16,2 4-16,3-2 15,2 3-15,6 1 16,1 0-16,1 2 15,3 0 1,-1-1-16,3-5 16,2-5-16,1-9 15,8-1-15,6-2 16,6-5-16,0-3 16,1-2-16,6-3 15,4-2-15,5-1 16,-1-5-16,2-2 15,2-3-15,2-3 16,4-2 0,-3-2-16,-2-4 15,4-3-15,-2 1 16,4-5-16,1-3 16,-4-7-16,0-4 15,5-3-15,-5 1 16,3-1-16,-5-1 15,-5-5-15,-6-2 16,-4 0 0,-5-6-16,-8 2 15,-3-7-15,-6 7 16,-7 0-16,-6-1 16,-12 2-16,-9 0 15,-2 2-15,-11 0 16,-5 3-16,-9 4 15,-3 6-15,-2 4 16,-2 4 0,-3 3-16,3 3 15,3 3-15,2 2 16,6 2-16,2 3 16,3 2-16,5 4 15,1 5-15,-3 5 16,-2 5-16,-1 4 15</inkml:trace>
  <inkml:trace contextRef="#ctx0" brushRef="#br0" timeOffset="-196716.29">10398 2404 0,'0'0'0,"0"0"16,0 0-16,5 0 15,6 0-15,6 1 16,5 1-16,4-2 15,9-3-15,3-2 16,-2-2-16,-7 2 16,-4-2-1,-4-1-15,-4 0 16,-7 4-16,-10 4 16</inkml:trace>
  <inkml:trace contextRef="#ctx0" brushRef="#br0" timeOffset="-196515.83">10513 2557 0,'0'0'0,"0"0"0,0 0 16,0 0-16,-1 1 16,1-1-16,0 0 15,25-5-15,5-4 16,10-4-16,6-3 15,5-4-15,-3 2 16,-3 2-16</inkml:trace>
  <inkml:trace contextRef="#ctx0" brushRef="#br0" timeOffset="-195850.48">11019 2060 0,'0'0'0,"0"0"0,0 0 0,0 0 15,0 5 1,-2 3-16,-1 11 16,-2 6-16,1 4 15,-2 1-15,3 1 16,5-1-16,2-2 15,1-5-15,0-1 16,-1-7-16,0-1 16,2-3-16</inkml:trace>
  <inkml:trace contextRef="#ctx0" brushRef="#br0" timeOffset="-195583.33">11267 2218 0,'0'0'0,"2"-1"0,-2 1 16,16-5-16,5 0 15,5-2-15,-4 2 16,-3 1-16,-5 1 16,-2 0-1,-12 3-15,16-3 16,-16 3-16,0 0 16,9-1-16</inkml:trace>
  <inkml:trace contextRef="#ctx0" brushRef="#br0" timeOffset="-195115.8">11585 2175 0,'0'0'0,"0"0"16,0 0-16,0 0 15,0 0-15,0 0 16,-3 3-16,0 4 16,-4 6-16,-2 5 15,-1 1 1,3-3-16,2-3 0,2-1 16,1-3-1,3-2-15,-1-7 16,5 9-16,-5-9 15,21-1-15,-4-4 16,-1-4-16,-2 1 16,-2-2-16,-3-2 15,-2-1 1,-2-1-16,-3-2 0,-3-1 16,-2 2-1,-5 1-15,-3 2 16,-4 3-16,0 3 15,-2 4-15,3 5 16,4 3-16</inkml:trace>
  <inkml:trace contextRef="#ctx0" brushRef="#br0" timeOffset="-194828.96">11816 2279 0,'0'0'0,"0"0"0,0 0 16,0 0-16,7-1 15,4-1-15,5 2 16,2 2-16,1-1 16,-2 1-16,1 0 15,-4-2-15,-4 0 16,-10 0 0</inkml:trace>
  <inkml:trace contextRef="#ctx0" brushRef="#br0" timeOffset="-194633.52">11733 2496 0,'0'0'0,"0"0"0,0 0 0,0 0 16,0 0-16,10-3 15,11-7-15,10-2 16,7-5-16,6 0 15,0-1-15,-3 2 16,-9 1-16,0-4 16</inkml:trace>
  <inkml:trace contextRef="#ctx0" brushRef="#br0" timeOffset="-194416.28">12177 2208 0,'0'0'0,"0"0"15,0 0-15,0 0 16,-3 3-16,-1 4 16,-1 3-16,0 10 15,0 6 1,0 5-16,1 4 16,0 1-16,1 1 15,0-3-15,1-2 16</inkml:trace>
  <inkml:trace contextRef="#ctx0" brushRef="#br0" timeOffset="-193699.78">12179 2026 0,'0'0'0,"-5"-2"0,5 2 15,-24-10-15,1 1 16,-3 4 0,1 4-16,-1 2 15,1 5-15,1 4 16,-1 4-16,3 4 15,1 3-15,0 4 16,3 3-16,2 0 16,3-2-16,4 2 15,1 10-15,0 5 16,3 0 0,2-7-16,5 11 31,15 13-31,0-3 15,4-9-15,2-14 16,2-4-16,30 9 16,3 2-16,-5-19 15,-8-5-15,-11-7 16,9-3-16,4-4 16,-2-6-16,3-24 15,-3-8 1,-3 7-16,10-8 15,-16 14-15,7-6 16,1-3-16,-12-9 16,-9-25-16,-8 19 15,-9-2-15,-12 7 16,-3-2-16,-7 1 16,-7 0-16,-3 3 15,-7 3 1,-3 7-16,-8 4 15,-5 5-15,-7 4 16,-2 4-16,-4 4 16,-3 3-16,2 4 15,8 2-15,11 4 16,3 2-16,0 8 16,9 4-1</inkml:trace>
  <inkml:trace contextRef="#ctx0" brushRef="#br0" timeOffset="-192982.41">11972 1908 0,'0'0'0,"0"0"0,0 0 15,-1 2-15,1-2 16,0 0-16,1 6 16,-1-6-16,0 0 15,-2 8-15,2-8 16,0 9-16,3-2 16,0 0-1,-3-7-15,8 8 16,-8-8-16,0 0 15,7 8-15,-7-8 16,27 1-16,15-22 16,12-8-16,10-18 15,5-8-15,4-5 16,4-5-16,0-2 16,-2-2-16,-11 8 15,-9 4 1,-15 14-16,-10 12 15,-8 9-15,-9 7 16,-3 5-16,-2 1 16,-1 3-16,2-3 15,7-7-15,13-8 16</inkml:trace>
  <inkml:trace contextRef="#ctx0" brushRef="#br0" timeOffset="-186164.85">10464 5023 0,'0'0'0,"0"0"0,0 0 16,0 0-16,0 0 16,0 1-16,0-1 15,0 0 1,0 0-16,0 0 0,0 0 16,19 12-1,10-1-15,18-6 16,10-2-16,8-3 15,-1-1-15,4-3 16,-1 1-16,-2-1 16,-4-1-16,0-2 15,-8 0-15,-6 2 16,-6 0-16,-6 0 16,-6-1-1,-6-1-15,-5 2 16,-4 0-16,-2-1 15,6-3-15</inkml:trace>
  <inkml:trace contextRef="#ctx0" brushRef="#br0" timeOffset="-184100.01">7347 5032 0,'0'0'0,"0"0"0,0 0 15,0 1-15,0-1 16,0 0-16,6 7 16,3 0-16,5 4 15,7 1-15,9 2 16,2-2-16,5-1 16,1-4-16,2-1 15,-4-2-15,-3 0 16,-5-1-1,-5 0-15,0 0 16,0-2-16,-1 0 16,-1 0-16,1-1 15,-1-1-15,0 0 16,-2-1-16,-2 0 16,-4-1-16,-13 3 15,15-5-15,-15 5 16,0 0-1,0 0-15,0 0 16,2-12-16,-11-1 16,-9-4-16,-5-3 15,-3-1-15,-2 1 16,1-2-16,0 2 16,1 1-16,1 0 15,-1-1-15,5 2 16,3 0-1,6 2-15,3 4 16,2 2-16,3 2 16,4 8-16,-5-10 15,5 10-15,0 0 16,0 0-16,14-2 16,8 10-1,5 10-15,2 5 16,-2 4-16,-4 5 15,-4 5-15,-5-1 16,-7-3-16,-13 12 31,-17 10-31,-12 9 16,-12 0-16</inkml:trace>
  <inkml:trace contextRef="#ctx0" brushRef="#br0" timeOffset="-182066.89">1582 5836 0,'-2'-1'0,"2"1"0,-7-7 15,-2-1-15,-1-1 16,1-2 0,-2-1-16,2 1 15,0-2-15,1 0 16,1 2-16,-2-3 16,2 2-16,-1-1 15,-1 4-15,-5 1 16,-4 5-16,-4 3 15,-1 6-15,3 3 16,3 2 0,4 1-16,1 2 15,0 6-15,0 4 16,1 6-16,3 1 16,1 3-16,2 3 15,3 0-15,2 3 16,2 1-16,1-3 15,1 1-15,1 2 16,-1 3 0,1 5-16,0 2 15,-1 0-15,-3 0 16,-5-2-16,-1-2 16,-2-4-16,-2-1 15,0-3-15,0-4 16,1-2-16,1-4 15,1 0-15,-1-1 16,0-2-16,0-1 16,-1-4-1,1 1-15,0-4 16,1-3-16,3-4 16,-1-4-16,4-7 15,-3 9-15,3-9 16,0 0-16,0 0 15,0 0-15,10 3 16,10-10 0,7-12-16,2-6 15,1-3-15,-1-4 16,1-5-16,5-7 16,-1 0-16</inkml:trace>
  <inkml:trace contextRef="#ctx0" brushRef="#br0" timeOffset="-179632.64">2033 7518 0,'0'0'0,"0"0"0,0 0 15,0 0-15,5-2 16,-5 2-16,0 0 16,15-2-16,-15 2 15,20-1-15,-8-1 16,-1 2-16,1-1 15,-1 0-15,-1 0 16,2 1-16,3 2 16,2 1-1,2 0-15,-1 1 16,-1-1-16,1-1 16,2-2-16,0-4 15,0-1-15,-1 0 16,-2 0-16,-1 0 15,0 2-15,-1-1 16,2-1 0,-1 1-16,-1 1 15,-1 1-15,-1 0 16,2 0-16,-1 1 16,2-1-16,3 0 15,-3 0-15,2 0 16,2-1-16,-1-2 15,-1 1-15,-2 1 16,-2 0-16,3 0 16,0-1-16,2 1 15,-2 0 1,-2-1-16,3 2 16,2 1-16,0 0 15,-1 0-15,-3 0 16,-1 0-16,1 0 15,4 1-15,0 0 16,-1 0-16,-1 0 16,0 0-16,-1 0 15,0 0 1,-5 0-16,-1 0 16,0 0-16,-1 0 15,1-1-15,0 0 16,0-2-16,1 0 15,1 0-15,-1-1 16,1 2-16,-2-2 16,1 2-1,-2 0-15,2 1 16,-1 0-16,0 0 16,-1 0-16,-10 1 15,14-1-15,-14 1 16,9-2-16,-9 2 15,0 0-15,0 0 16,13-9-16,-13 9 16,8-10-16,-2-5 15,-1-5 1,-1-6-16,-1 0 16,-1-1-16,-1-4 15,0-4-15,1-4 16,-1 1-16,-1 5 15,-2 3-15,-1 0 16,-1 1-16,-1-7 16,1 3-16,-2 4 15,1 1 1,-1 4-16,-2 2 16,-2 1-16,0 2 15,-4 1-15,-2 3 16,-4 1-16,-3 3 15,-1 3-15,-3 2 16,-4 2-16,-5 2 16,-4 3-16,0 3 15,-3 2-15,-4 3 16,5 1 0,-1 1-16,4 2 15,2-2-15,-4 1 16,-2 1-16,-17 2 31,-2-4-31,5-4 16,5-4-16,22-3 15,0-1-15,-1-1 16,0 0 0,-3-1-16,6 1 15,3-1-15,0-1 16,4 0-16,1 0 15,1 0-15,3 1 16,3 2-16,1 1 16,0 2-16,1 3 15,0 2-15,1 4 16,-2 4 0,1 6-16,1 6 15,2 2-15,1 2 16,3-3-16,3 3 15,1 8-15,1 3 16,1-2-16,-1-5 16,0-7-1,0 1-15,1 4 0,1 0 16,0-1 0,1-6-16,-2-9 15,1-2-15,4-3 16,0-2-16,9-1 15,5-4-15,8-7 16,15-11-16</inkml:trace>
  <inkml:trace contextRef="#ctx0" brushRef="#br0" timeOffset="-161233.02">11098 7043 0,'0'0'0,"0"0"0,0 0 0,0 0 16,0 2-16,0-2 15,0 0-15,0 0 16,0 0-16,0 0 16,0 0-16,0 7 15,0-7-15,3 10 16,1 2-1,2 8-15,1-2 16,2-1-16,-2-4 16,0-2-16,0-2 15,0 0-15,-1-2 16,-6-7-16,10 10 16,-10-10-16,17 7 15,-3-9-15,8-5 16,7-10-1,7-10-15,4-9 16,-1-3-16,-6 3 16,-2 1-16,-3 2 15,-1 1-15,-5 5 16,-3 4-16,-2 2 16,-2 2-16,0 1 15,-2 3-15,-2 1 16,-1 1-16,-1 2 15,-2 1 1,0 0-16,4-2 16,10-6-16</inkml:trace>
</inkml:ink>
</file>

<file path=ppt/ink/ink9.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951.42279" units="1/cm"/>
          <inkml:channelProperty channel="Y" name="resolution" value="1522.63013" units="1/cm"/>
          <inkml:channelProperty channel="T" name="resolution" value="1" units="1/dev"/>
        </inkml:channelProperties>
      </inkml:inkSource>
      <inkml:timestamp xml:id="ts0" timeString="2026-02-27T15:43:11.334"/>
    </inkml:context>
    <inkml:brush xml:id="br0">
      <inkml:brushProperty name="width" value="0.05292" units="cm"/>
      <inkml:brushProperty name="height" value="0.05292" units="cm"/>
    </inkml:brush>
    <inkml:brush xml:id="br1">
      <inkml:brushProperty name="width" value="0.05292" units="cm"/>
      <inkml:brushProperty name="height" value="0.05292" units="cm"/>
      <inkml:brushProperty name="color" value="#00B0F0"/>
    </inkml:brush>
    <inkml:brush xml:id="br2">
      <inkml:brushProperty name="width" value="0.05292" units="cm"/>
      <inkml:brushProperty name="height" value="0.05292" units="cm"/>
      <inkml:brushProperty name="color" value="#FFC000"/>
    </inkml:brush>
  </inkml:definitions>
  <inkml:trace contextRef="#ctx0" brushRef="#br0">10319 1943 0,'0'0'0,"0"0"0,0 0 0,-1 5 16,-1 7-16,-3 24 15,1 26-15,1 14 16,1 9 0,2 8-16,0 12 15,0 4-15,0 7 16,-3 9-16,-5 8 16,-6 5-16,-3 10 15,2-1-15,0 2 16,-1 4-1,0-2-15,-1 4 16,2-5-16,-1-5 16,3-4-16,2-4 15,5-7-15,2-6 16,4-8-16,0-12 16,2-7-16,-1-11 15,0-11-15,1-6 16,2-9-16,-1-11 15,1-12 1,-1-8-16,-1-8 16,-1-6-16</inkml:trace>
  <inkml:trace contextRef="#ctx0" brushRef="#br0" timeOffset="949.41">10502 1728 0,'0'0'0,"0"0"0,-1-2 16,1 2 0,0 0-16,0 0 15,-11-4-15,11 4 16,0 0-16,-18 9 16,-22 18-16,-30 24 15,-1 5-15,14-8 16,8-4-16,2 4 15,1 5-15,1 2 16,2 0 0,4-2-16,5-5 15,7-4-15,7-10 16,7-8-16,3-7 16,4-6-16,2-4 15,4-9-15,-3 9 16,3-9-16,0 0 15,0 0 1,0 0-16,0 0 16,0 0-16,9-31 15,32-36-15,45-43 16,12-1-16,-9 16 16,-18 23-16,-26 25 15,-9 9-15,-3 2 16,3-6-16,3-5 15,-5 5-15,-11 14 16,-7 8 0,-4 8-16,-2 3 15,4 5-15,3 3 16,3 3-16,2 5 16,3 6-16,0 6 15,6 8-15,0 7 16,3 8-16,1 6 15,-1 6 1,0 7-16,-2 1 16,-1 2-16,-2-2 15,-3-2-15,-1-3 16,0-4-16,-3-4 16,0-5-16,-1-5 15,-1-3-15,3 2 16,3 4-16,2-3 15</inkml:trace>
  <inkml:trace contextRef="#ctx0" brushRef="#br0" timeOffset="2232.32">9900 5479 0,'0'0'0,"0"0"0,1-3 15,-1 3-15,18-16 16,13-5 0,15 1-16,10 2 15,8 4-15,6 4 16,6 3-16,2 2 16,4-1-16,8 1 15,5 1-15,2 1 16,3 2-16,4 1 15,6 4-15,3 0 16,1 3-16,4 1 16,0 0-1,9 1-15,5 0 16,3 0-16,2 0 16,-2 0-16,-2-2 15,-3 1-15,1-1 16,-7 0-16,7-2 15,-8 2-15,-1 0 16,-2 2-16,-5 1 16,-6 1-1,4 1-15,-14-2 16,4 0-16,-10-1 16,-6-1-16,-3-1 15,-7 0-15,2 0 16,-14-4-16,0-2 15,-6-2-15,-7-1 16,-6 0-16,-11-1 16,-8 0-1,-3-1-15,-5-1 16,-5-1-16,-4 2 16,-10 4-16,8-11 15,-11 2-15,-10-5 16,-11-8-16,-16-5 15,-8 2-15,2 3 16,-4 4-16,0 2 16,-3 1-1,0 2-15,7 1 16,1 0-16,4 2 16,4 0-16,6 1 15,5 2-15,8 2 16,5 0-16,13 5 15,-14-4-15,14 4 16,0 0-16,0 0 16,0 0-16,0 0 15,10 0 1,23 10-16,14 7 16,3 2-16,3 3 15,5 2-15,-5 0 16,2 1-16,-6 2 15,-5-3-15,-5 0 16,-9-2-16,-6 0 16,-7-1-1,-7 4-15,-11 6 16,-17 12-16,-26 17 16,-29 8-16,-1-2 15,-14-5-15,3-5 16,1-8-16,2-7 15,15-9 1,6-10-16</inkml:trace>
  <inkml:trace contextRef="#ctx0" brushRef="#br0" timeOffset="2899.64">8307 1969 0,'0'0'0,"-1"1"0,1-1 0,-2 9 0,-8 24 16,-11 36-16,1 5 16,0 5-16,5-8 15,3 0-15,4-12 16,2-6 0,3-11-16,1-10 15,2-10-15,2-4 16,1-2-16,4 0 15,6-1-15,6 1 16,10-2-16,7-7 16,6-5-16,4-6 15,2-5 1,-2-1-16,-5-2 16,-3-4-16</inkml:trace>
  <inkml:trace contextRef="#ctx0" brushRef="#br0" timeOffset="4033">8695 2400 0,'0'0'0,"0"0"0,0 0 15,-2 0-15,2 0 16,0 0-16,-13 4 15,13-4-15,-10 9 16,10-9-16,-9 10 16,6-4-16,0 2 15,3 1 1,4 2-16,8-1 16,3-3-16,6-7 15,-1-3-15,1-14 31,-3-12-31,-6-6 16,-8-3-16,-4 11 16,-6 6-16,-2 5 15,-3 4-15,-7 5 16,0 5 0,-6 7-16,2 6 15,1 6-15,5 4 16,6 2-16,9 0 15,9-1-15,11 0 16,10-3-16,6-10 16,10-7-16,9-8 15,3-10 1,3-6-16,-5-10 16,0 0-16,-8-2 15,-5 2-15,-6 2 16,-5 0-16,-5-1 15,-8 7-15,-8 3 16,-5 5-16,-4 4 16,-5 1-16,-7-1 15,-6 3-15,-9 8 16,0 12 0,1 11-16,2 9 15,6 3-15,9 6 16,3 4-16,9 4 15,5 0-15,5 2 16,8-8-16,1-7 16,-1-9-16,2-5 15,-6-4-15,-1-3 16,-1-2-16,-6-6 16,0 1-1,1 0-15,-2-2 16,-9-5-16,22-5 15,-6-11-15,1-4 16,7-11-16,2-8 16,1-9-16,-2-5 15,-3 2 1,-6 4-16,-3 4 16,-5 3-16,-4 4 15,-3 7-15,-1 10 16,-2 5-16,1 5 15,-3 2-15,4 7 16,-10-3-16,-1 11 16,-3 6-16,5 16 15,1 5-15,15 11 16,-1-4-16,2 2 16,4 9-1,-2-2-15,0-5 16,-1-12-16,-3-11 15,-2-5-15,-2 3 16,-22 23-16,-2 6 16,-16 3-16,-10-6 15,-2-3-15,-6 1 16,10-8-16,10-8 16,5-5-16,10-5 15</inkml:trace>
  <inkml:trace contextRef="#ctx0" brushRef="#br0" timeOffset="5065.89">13853 6446 0,'0'0'0,"0"0"0,0 0 0,1-2 16,-1 2-16,15-14 15,8 1-15,23-2 16,9 2-16,3 4 16,6 3-16,-11 1 15,2 4-15,2-3 16,-7 2-16,-3-1 16,-10 1-16,-14 0 15,-8 0 1,-15 2-16</inkml:trace>
  <inkml:trace contextRef="#ctx0" brushRef="#br0" timeOffset="5299.96">14034 6486 0,'0'0'0,"0"2"0,0-2 0,-3 6 0,-3 12 16,0 12-16,3 23 16,3-4-16,0 16 15,0-25-15,0 3 16,0 8-16,0-19 16,0 6-1,-2-16-15,-4-6 16,3-9-16</inkml:trace>
  <inkml:trace contextRef="#ctx0" brushRef="#br0" timeOffset="5498.85">13791 7026 0,'0'-4'0,"0"4"16,7-8-16,11-5 15,29 3-15,16-4 16,1 0-16,17-6 16,-6-10-16,-8 5 15,7-4-15,-11 0 16</inkml:trace>
  <inkml:trace contextRef="#ctx0" brushRef="#br0" timeOffset="5765.88">14563 6563 0,'-2'3'0,"2"-3"16,-7 7-16,-3 11 15,-3 18 1,0 13-16,4 1 15,3-5-15,6 1 16,1 6-16,4-6 16,-1-1-16,4-20 15,4-6-15,1-14 32</inkml:trace>
  <inkml:trace contextRef="#ctx0" brushRef="#br0" timeOffset="6217.64">14345 6941 0,'2'-1'0,"-2"1"0,0 0 0,0 0 0,13-4 16,8 3-1,17 1-15,2-1 16,8 0-16,5-4 16,3-13-16,12-4 15,-7-2-15,-5-1 16,-7-2-16,-5-2 16,-7 0-16,-11 8 15,-8 3-15,-11 2 16,-5 5-1,-9-1-15,-8 3 16,-13 8-16,-3 10 16,0 6-16,2 10 15,8-2-15,-1 5 16,13 6-16,5 6 16,12 12-16,7-9 15,-2-8 1,14-9-16,0-9 15,8 1-15,9-11 16,3-17-16</inkml:trace>
  <inkml:trace contextRef="#ctx0" brushRef="#br0" timeOffset="6548.88">15047 6755 0,'0'0'0,"0"0"16,0 0-16,0 0 15,3 5-15,3 4 16,4 9-16,0 6 16,-2 1-16,-5-2 15,-1-6-15,-2-5 16,-2 6-1,0-6-15,-1-2 16,3-10-16,0 0 16,0 0-16,0 0 15,-9-11-15,13-10 16,6-9-16,7-1 16,4-3-16,0 11 15,-1 1-15,-9 10 16</inkml:trace>
  <inkml:trace contextRef="#ctx0" brushRef="#br0" timeOffset="7282.66">15385 6849 0,'0'0'0,"0"0"0,-3 0 16,3 0-16,-23 11 16,-1 10-16,1 9 15,5-4-15,4-5 16,7-9-16,2-3 16,5-9-16,-2 8 15,2-8-15,22 0 16,13-9-1,2-9-15,-11 3 16,-11 6-16,-5 3 16,6 11-16,6 9 15,0 1-15,-4 2 16,-5 2-16,-3-5 16,-4-6-16,-6-8 15,0 0-15,18-13 16,8-17-1,0-6-15,-3 1 16,-8-2-16,-3 3 16,-4 3-16,-5 9 15,-3 7-15,0 9 16,0 6-16,0 0 16,-9 7-16,-12 17 15,-9 21 1,2 4-16,3 1 0,5-3 15,3-6 1,1-7-16,6-12 16,1-7-16,4-6 15,-2-2-15,7-7 16,0 0-16,0 0 16,20-16-16,8-8 15,2-11-15,2 6 16,1 0-16,-7 5 15,-10 11 1,-4 5-16,1 5 16,1 3-16,2 5 15,-1 5-15,3 7 16,0 2-16,-1 7 16,-1-2-16,-4 1 15</inkml:trace>
  <inkml:trace contextRef="#ctx0" brushRef="#br0" timeOffset="8048.88">10634 5166 0,'0'0'0,"0"0"0,0 0 0,0 0 16,0 0-16,0 0 16,1 2-16,-1-2 15,2 9-15,3 1 16,0 10-16,3 10 15,-3 3-15,-3 0 16,-2-1 0,-2 0-16,1-5 15,1 3-15,-1-2 16,0 3-16,-1 6 16,0 1-16</inkml:trace>
  <inkml:trace contextRef="#ctx0" brushRef="#br0" timeOffset="8565.91">10545 5869 0,'0'0'0,"0"0"0,0 0 16,0 0-16,1 2 15,1 7-15,2 7 16,4 11 0,1 12-16,-3-3 15,-1 7-15,-1-3 16,-1-2-16,-2 0 16,0-2-16,1 0 15,0 2-15</inkml:trace>
  <inkml:trace contextRef="#ctx0" brushRef="#br0" timeOffset="9149.69">11534 5243 0,'0'0'0,"-1"1"0,1-1 0,0 0 15,0 0-15,-2 12 16,1 2-16,-1 10 15,1 13-15,1 4 16,0 7 0,0 0-16,0 3 15,0 0-15,0 11 16,-3-1-16</inkml:trace>
  <inkml:trace contextRef="#ctx0" brushRef="#br0" timeOffset="9582.54">11480 6133 0,'0'0'0,"0"0"0,0 0 15,0 0-15,0 0 16,4 0-16,8 0 16,11 0-1,3 0-15,-3 5 16,-4 2-16,-4 5 16,-4 8-16,-5 12 15,-4 10-15,-11 11 16,-8-2-16,-3 1 15,-5-3-15,1-8 16,6-10-16,4-9 16,6-9-1,2-4-15,6-9 16,-3 9-16,3-9 16,32 7-16,4-7 15,4-10-15,6-14 16,5 0-16,1-8 15,-4 5-15</inkml:trace>
  <inkml:trace contextRef="#ctx0" brushRef="#br0" timeOffset="9982.39">12480 5156 0,'0'0'0,"0"0"0,0 0 0,0 0 15,0 0 1,0 4-16,0 6 16,0 15-16,0 13 15,0 5-15,0 3 16,0 6-16,-2 5 15,-4 19-15,-4 1 16,0-19-16</inkml:trace>
  <inkml:trace contextRef="#ctx0" brushRef="#br0" timeOffset="10499.25">12446 6187 0,'0'0'0,"0"0"0,5 0 15,-5 0-15,20-8 16,4-1-16,-1 3 15,-2 3-15,-4 2 16,-1 1 0,-2 2-16,-1 4 0,-4 0 15,-4 10 1,-8 4-16,-4 14 16,-3 7-16,-5-2 15,-6-2-15,1-2 16,4-7-16,-2 4 15,7 6-15,7-4 16,2-1-16,8-16 16,7-7-16,1-3 15,3 2 1,-3 5-16,-9 0 16,-4 12-16,-4-1 15,-9 7-15,-7 12 16,8-34-16,-10-3 15,-2-5-15,-3-9 16,1 5-16,11 1 16,0 1-16,1-5 15,-1-18-15,9-23 16</inkml:trace>
  <inkml:trace contextRef="#ctx0" brushRef="#br0" timeOffset="10832.72">13216 5342 0,'0'0'0,"0"0"15,0 0-15,0 0 16,0 0-16,2 2 16,-2-2-16,-2 13 15,1 10-15,-2 20 16,0 4 0,0 3-16,0 15 15,3 3-15,0 16 16,3-7-16,0-20 15</inkml:trace>
  <inkml:trace contextRef="#ctx0" brushRef="#br0" timeOffset="11231.86">13156 6282 0,'0'0'0,"0"0"15,0 0-15,0 0 16,0 3 0,0 9-16,2 17 15,1 11-15,1 5 16,3-6-16,2-7 15,4-4-15,3-11 16,4-11-16,3-9 16,-1-12-16,0-5 15,-6 2 1,-6 2-16,-2 2 16,-3 3-16,-2 5 15,-3 6-15,0 0 16,0 0-16,1 16 15,-2 40-15,-7 5 16,2-3-16,-1-6 16,7-16-16</inkml:trace>
  <inkml:trace contextRef="#ctx0" brushRef="#br1" timeOffset="30482.37">10639 2324 0,'0'0'0,"0"0"0,0 0 0,3 0 15,-3 0 1,0 0-16,0 0 15,0 0-15,0 0 16,0 0-16,0 0 16,0 0-16,5 8 15,-5-8-15,4 10 16,-1-3-16,-1 2 16,0-4-16,0 2 15,0 0-15,0-1 16,0 3-1,1-1-15,0 1 16,-1 0-16,-1 1 16,0 2-16,1 2 15,0 2-15,-1-4 16,-1-4-16,1 0 16,-1-1-16,1 1 15,0-1-15,-1 3 16,1 2-16,1 1 15,-1-1 1,0-2-16,-1-2 16,1 1-16,0-1 15,0 0-15,-1 0 16,1-1-16,-1 2 16,1-2-16,0-1 15,0 1-15,-1 0 16,2 2-1,0 3-15,0-2 16,-2-2-16,0 0 16,1-1-16,0 2 15,2 2-15,-1 0 16,1-1-16,-2-1 16,0 0-16,1-1 15,-2-8-15,2 11 16,-2-11-1,1 11-15,-1-11 16,3 12-16,-1-6 16,0 1-16,-2-7 15,3 11-15,-3-11 16,2 10-16,1-4 16,-1 1-16,-1-1 15,1 2-15,-2-8 16,2 11-16,0-3 15,1 2 1,-1-1-16,0-1 16,0 0-16,1-1 15,-1 0-15,1 3 16,1 0-16,0 2 16,-1-1-16,1-2 15,-1-1-15,-1 0 16,1-1-1,-1 0-15,0 1 16,1 1-16,0 1 16,0-1-16,-1-1 15,2 0-15,-1 0 16,-1-2-16,0 1 16,0 0-16,1 0 15,0 0-15,0 2 16,0-2-16,-3-7 15,5 11 1,-5-11-16,5 8 16,-5-8-16,4 8 15,-4-8-15,4 7 16,-4-7-16,4 11 16,-4-11-16,5 10 15,-5-10-15,3 8 16,-3-8-16,0 0 15,2 8-15,-2-8 16,0 0 0,2 9-16,-2-9 15,0 0-15,3 8 16,-3-8-16,0 0 16,2 7-16,-2-7 15,0 0-15,0 0 16,1 8-16,-1-8 15,0 0-15,0 0 16,0 0 0,0 0-16,0 6 15,0-6-15,0 0 16,0 0-16,0 0 16,0 0-16,0 0 15,0 0-15,0 7 16,0-7-16,0 0 15,0 0-15,0 0 16,0 0 0,0 0-16,0 0 15,0 0-15,0 0 16,0 0-16,0 6 16,0-6-16,0 0 15,0 0-15,0 0 16,0 0-16,0 0 15,0 0 1,1 8-16,-1-8 16,0 0-16,0 0 15,3 7-15,-3-7 16,0 0-16,0 0 16,3 6-16,-3-6 15,0 0-15,0 0 16,0 0-16,3 6 15,-3-6 1,0 0-16,0 0 16,0 0-16,0 0 15,0 0-15,0 0 16,1 7-16,-1-7 16,0 0-16,0 0 15,0 0-15,0 0 16,3 6-16,-3-6 15,0 0-15,0 0 16,0 0 0,2 7-16,-2-7 15,0 0-15,0 0 16,4 7-16,-4-7 16,0 0-16,3 9 15,-3-9-15,2 9 16,-2-9-16,2 6 15,-2-6-15,3 9 16,-3-9 0,3 9-16,-3-9 15,3 8-15,-3-8 16,3 7-16,-3-7 16,0 0-16,4 8 15,-4-8-15,0 0 16,3 7-16,-3-7 15,0 0 1,3 8-16,-3-8 16,0 0-16,3 6 15,-3-6-15,0 0 16,0 0-16,3 9 16,-3-9-16,0 0 15,2 7-15,-2-7 16,0 0-16,2 7 15,-2-7-15,0 0 16,0 0 0,6 7-16,-6-7 15,0 0-15,6 9 16,-6-9-16,0 0 16,0 0-16,7 7 15,-7-7-15,0 0 16,0 0-16,2 7 15,-2-7-15,0 0 16,0 0-16,5 9 16,-5-9-1,0 0-15,0 0 16,4 7-16,-4-7 16,0 0-16,0 0 15,0 0-15,4 7 16,-4-7-16,0 0 15,0 0-15,3 8 16,-3-8 0,0 0-16,3 6 15,-3-6-15,0 0 16,0 0-16,3 9 16,-3-9-16,0 0 15,2 6-15,-2-6 16,0 0-16,4 8 15,-4-8-15,0 0 16,4 6-16,-4-6 16,0 0-16,0 0 15,3 7 1,-3-7-16,0 0 16,0 0-16,0 0 15,0 0-15,0 0 16,0 0-16,2 7 15,-2-7-15,0 0 16,0 0-16,0 0 16,0 0-1,0 0-15,0 0 16,0 0-16,0 0 16,4 6-16,-4-6 15,0 0-15,0 0 16,0 0-16,0 0 15,0 0-15,0 0 16,2 6 0,-2-6-16,0 0 15,0 0-15,0 0 16,0 0-16,0 0 16,0 0-16,0 0 15,0 0-15,0 0 16,0 0-16,0 0 15,0 0-15,0 0 16,0 0 0,0 0-16,0 0 15,4 7-15,-4-7 16,0 0-16,0 0 16,0 0-16,0 0 15,0 0-15,0 0 16,0 0-16,0 0 15,0 0-15,0 0 16,0 0-16,0 0 16,0 0-16,0 0 15,0 0 1,0 0-16,0 0 16,0 0-16,0 0 15,0 0-15,0 0 16,0 0-16,0 0 15,0 0-15,0 0 16,0 0 0,0 0-16,0 0 15,0 0-15,0 0 16,0 0-16,9 6 16,-9-6-16,0 0 15,0 0-15,0 0 16,0 0-16,0 0 15,0 0-15,0 0 16,0 0-16,0 0 16,0 0-16,0 0 15,0 0 1,0 0-16,0 0 16,0 0-16,0 0 15,0 0-15,0 0 16,0 0-16,0 0 15,0 0-15,0 0 16,0 0-16,0 0 16,0 0-16,0 0 15,0 0 1,0 0-16,0 0 16,0 0-16,0 0 15,0 0-15,0 0 16,0 0-16,0 0 15,0 0-15,0 0 16,0 0-16,0 0 16,0 0-16,0 0 15,0 0 1,0 0-16,0 0 16,0 0-16,0 0 15,0 0-15,0 0 16,0 0-16,0 0 15,0 0-15,0 0 16,0 0-16,0 0 16,0 0-1,0 0-15,0 0 16,0 0-16,0 0 16,0 0-16,0 0 15,0 0-15,0 0 16,0 0-16,0 0 15,0 0-15,0 0 16,0 0-16,0 0 16,0 0-16,0 0 15,0 0 1,0 0-16,0 0 16,0 0-16,0 0 15,0 0-15,0 0 16,0 0-16,0 0 15,0 0-15,0 0 16,0 0-16,0 0 16,0 0-1,0 0-15,0 0 16,0 0-16,0 0 16,0 0-16,0 0 15,0 0-15,0 0 16,0 0-16,0 0 15,0 0-15,0 0 16,0 0-16,0 0 16,0 0-16,0 0 15,0 0 1,0 0-16,0 0 16,0 0-16,0 0 15,0 0-15,0 0 16,0 0-16,0 0 15,0 0-15,0 0 16,0 0-16,0 0 16,0 0-16,0 0 15,0 0-15,0 0 16,0 0 0,0 0-16,0 0 15,0 0-15,0 0 16,0 0-16,0 0 15,0 0-15,0 0 16,0 0-16,0 0 16,0 0-16,0 0 15,0 0-15,0 0 16,0 0 0,0 0-16,0 0 15,0 0-15,0 0 16,0 0-16,0 0 15,0 0-15,0 0 16,0 0-16,0 0 16,0 0-16,0 0 15,0 0-15,0 0 16,0 0 0,0 0-16,0 0 15,0 0-15,0 0 16,0 0-16,0 0 15,0 0-15,0 0 16,0 0-16,0 0 16,0 0-16,0 0 15,0 0-15,0 0 16,0 0 0,0 0-16,0 0 15,0 0-15,0 0 16,0 0-16,0 0 15,0 0-15,0 0 16,0 0-16,0 0 16,0 0-16,0 0 15,0 0-15,0 0 16,0 0 0,0 0-16,0 0 15,0 0-15,0 0 16,0 0-16,0 0 15,0 0-15,0 0 16,0 0-16,0 0 16,0 0-16,0 0 15,0 0-15,0 0 16,0 0-16,0 0 16,0 0-1,0 0-15,0 0 16,0 0-16,0 0 15,0 0-15,0 0 16,0 0-16,0 0 16,0 0-16,0 0 15,0 0-15,0 0 16,0 0 0,0 0-16,1 7 15,-1-7-15,0 0 16,0 7-16,0-7 15,2 6-15,-2-6 16,3 8-16,-3-8 16,3 11-16,-1-3 15,1-1-15,-3-7 16,3 10-16,-3-10 16,4 12-1,0-5-15,-4-7 16,4 11-16,-4-11 15,4 11-15,-4-11 16,3 10-16,-3-10 16,3 8-16,-3-8 15,3 8-15,-3-8 16,3 7 0,-3-7-16,0 0 15,3 11-15,-3-11 16,2 11-16,-2-11 15,2 9-15,-2-9 16,2 11-16,-2-11 16,3 11-16,-3-11 15,1 9-15,-1-9 16,0 0-16,3 8 16,-3-8-1,0 0-15,2 9 16,-2-9-16,0 0 15,4 8-15,-4-8 16,0 0-16,2 9 16,-2-9-16,0 0 15,5 9-15,-5-9 16,0 0-16,4 8 16,-4-8-1,0 0-15,0 0 16,6 7-16,-6-7 15,1 7-15,-1-7 16,0 0-16,2 8 16,-2-8-16,0 0 15,0 0-15,3 7 16,-3-7 0,0 0-16,0 0 15,0 0-15,0 0 16,0 0-16,4 6 15,-4-6-15,0 0 16,0 0-16,0 0 16,0 0-16,0 0 15,0 0-15,0 0 16,0 0-16,0 0 16,0 0-1,3 7-15,-3-7 16,0 0-16,0 0 15,0 0-15,0 0 16,6 7-16,-6-7 16,0 0-16,0 0 15,3 6-15,-3-6 16,0 0 0,7 9-16,-7-9 15,4 7-15,-4-7 16,4 6-16,-4-6 15,5 7-15,-5-7 16,0 0-16,7 7 16,-7-7-16,0 0 15,0 0-15,6 9 16,-6-9-16,0 0 16,5 8-16,-5-8 15,4 7 1,-4-7-16,0 0 15,6 8-15,-6-8 16,0 0-16,7 7 16,-7-7-16,0 0 15,6 7-15,-6-7 16,0 0-16,5 8 16,-5-8-1,0 0-15,0 0 16,7 8-16,-7-8 15,0 0-15,6 8 16,-6-8-16,6 8 16,-6-8-16,7 7 15,-7-7-15,5 7 16,-5-7-16,7 6 16,-7-6-1,5 7-15,-5-7 16,6 9-16,-6-9 15,6 12-15,-6-12 16,4 10-16,-4-10 16,5 7-16,-5-7 15,4 6-15,-4-6 16,6 8-16,-6-8 16,5 7-16,-5-7 15,5 7-15,-5-7 16,6 7-1,-6-7-15,0 0 16,11 10-16,-11-10 16,10 6-16,-10-6 15,0 0-15,11 8 16,-11-8-16,0 0 16,9 7-1,-9-7-15,0 0 16,6 7-16,-6-7 15,0 0-15,7 8 16,-7-8-16,0 0 16,0 0-16,6 7 15,-6-7-15,0 0 16,0 0-16,5 6 16,-5-6-16,0 0 15,0 0 1,0 0-16,0 0 15,0 0-15,6 8 16,-6-8-16,0 0 16,4 6-16,-4-6 15,0 0-15,0 0 16,6 7-16,-6-7 16,0 0-16,0 0 15,0 0 1,0 0-16,4 7 15,-4-7-15,0 0 16,0 0-16,0 0 16,0 0-16,0 0 15,0 0-15,6 6 16,-6-6-16,0 0 16,0 0-16,0 0 15,0 0 1,0 0-16,0 0 15,5 7-15,-5-7 16,0 0-16,0 0 16,0 0-16,0 0 15,0 0-15,0 0 16,6 7-16,-6-7 16,0 0-16,7 6 15,-7-6-15,0 0 16,9 8-1,-9-8-15,0 0 16,7 8-16,-7-8 16,0 0-16,7 8 15,-7-8-15,6 7 16,-6-7-16,8 9 16,-5-3-16,1 1 15,-4-7-15,6 10 16,-6-10-1,6 8-15,-6-8 16,6 9-16,-6-9 16,6 6-16,-6-6 15,7 7-15,-7-7 16,0 0-16,14 9 16,-14-9-16,14 8 15,-14-8-15,11 7 16,-11-7-1,0 0-15,13 7 16,-13-7-16,0 0 16,10 7-16,-10-7 15,0 0-15,9 6 16,-9-6-16,0 0 16,0 0-16,13 7 15,-13-7-15,0 0 16,12 5-1,-12-5-15,0 0 16,11 5-16,-11-5 16,0 0-16,10 5 15,-10-5-15,0 0 16,0 0-16,12 7 16,-12-7-16,0 0 15,14 8-15,-14-8 16,0 0-1,12 9-15,-12-9 16,0 0-16,0 0 16,12 7-16,-12-7 15,0 0-15,0 0 16,12 6-16,-12-6 16,0 0-16,0 0 15,14 7-15,-14-7 16,0 0-1,12 5-15,-12-5 16,0 0-16,12 6 16,-12-6-16,11 5 15,-11-5-15,0 0 16,10 7-16,-10-7 16,0 0-16,15 8 15,-15-8-15,12 8 16,-12-8-1,14 8-15,-14-8 16,15 9-16,-15-9 16,12 5-16,-12-5 15,10 4-15,-10-4 16,16 6-16,-16-6 16,14 7-16,-14-7 15,10 4-15,-10-4 16,0 0-1,14 7-15,-14-7 16,10 5-16,-10-5 16,0 0-16,16 7 15,-16-7-15,16 6 16,-16-6-16,11 4 16,-11-4-16,0 0 15,10 6 1,-10-6-16,0 0 15,11 5-15,-11-5 16,0 0-16,0 0 16,0 0-16,12 3 15,-12-3-15,0 0 16,0 0-16,14 3 16,-14-3-16,0 0 15,13 3-15,-13-3 16,10 3-1,-10-3-15,10 2 16,-10-2-16,11 4 16,-11-4-16,14 3 15,-14-3-15,12 3 16,-12-3-16,10 1 16,-10-1-16,14 2 15,-14-2-15,13 2 16,-13-2-16,12 1 15,-12-1 1,13 3-16,-13-3 16,13 5-16,-13-5 15,16 5-15,-16-5 16,14 6-16,-14-6 16,14 6-16,-14-6 15,18 6-15,-18-6 16,19 5-1,-19-5-15,16 2 16,-16-2-16,12 2 16,-12-2-16,12 3 15,-12-3-15,9 5 16,-9-5-16,0 0 16,12 6-16,-12-6 15,0 0-15,10 9 16,-10-9-1,9 7-15,-9-7 0,10 7 16,-10-7 0,13 8-16,-13-8 15,22-3-15,-8-3 16,-14 6-16,18-6 16,-18 6-16,16-1 15,-16 1-15,18 0 16,-9 1-16,1 2 15,-10-3-15,17 5 16,-17-5 0,12 4-16,-12-4 15,14 2-15,-14-2 16,16 1-16,-16-1 16,14 1-16,-14-1 15,13 1-15,-13-1 16,11 2-1,-11-2-15,14 8 16,-14-8-16,0 0 16,11 5-16,-11-5 15,0 0-15,10 6 16,-10-6-16,0 0 16,8 6-16,-8-6 15,0 0-15,0 0 16,0 0-16,10-2 15,-10 2-15,0 0 16,0 0 0,10-3-16,-10 3 15,0 0-15,0 0 16,5-6-16,-5 6 16,0 0-16,0 0 15,0 0-15,0 0 16,0 0-16,12 3 15,-12-3 1,0 0-16,12 9 16,-12-9-16,0 0 15,12-2-15,-12 2 16,9-7-16,-9 7 16,0 0-16,0 0 15,12 9-15,-12-9 16,0 0-16,0 0 15,0 0 1,0 0-16,10 10 16</inkml:trace>
  <inkml:trace contextRef="#ctx0" brushRef="#br1" timeOffset="31748.45">11085 2474 0,'0'0'0,"0"0"0,0 0 16</inkml:trace>
  <inkml:trace contextRef="#ctx0" brushRef="#br1" timeOffset="38581.22">6652 5769 0,'0'0'0,"0"0"0,0 0 0,-2 5 0</inkml:trace>
  <inkml:trace contextRef="#ctx0" brushRef="#br2" timeOffset="48282.04">10978 2255 0,'0'0'0,"0"0"0,0 0 16,0 0-16,0 1 16,0-1-16,0 0 15,0 0-15,0 0 16,0 0-16,0 0 15,0 0 1,0 7-16,0-7 16,0 0-16,0 0 15,0 0-15,0 0 16,0 0-16,0 0 16,0 0-16,0 0 15,0 0 1,0 0-16,2 7 15,-2-7-15,5 8 16,-2-1-16,0 0 16,1 1-16,0-1 15,-2-1-15,-2-6 16,6 11-16,-6-11 16,3 10-16,-3-10 15,6 12-15,-4-6 16,0 1-1,0 0-15,1 0 16,-1 2-16,0-1 16,-1 0-16,1-2 15,-2-6-15,3 11 16,-3-11-16,3 10 16,0-2-16,0-1 15,0 3-15,0 0 16,-1-1-1,0-2-15,0 0 16,0-1-16,1 1 16,-1 1-16,1-1 15,-3-7-15,3 10 16,-3-10-16,4 11 16,-1-3-16,1 0 15,-1 0 1,-1-2-16,-2-6 15,4 12-15,-1-5 16,0 0-16,-2-1 16,-1-6-16,4 7 15,-4-7-15,3 6 16,-3-6-16,3 7 16,-3-7-16,4 6 15,-4-6-15,0 0 16,4 8-1,-4-8-15,4 7 0,-4-7 16,5 7 0,-5-7-16,0 0 15,0 0-15,4 7 16,-4-7-16,0 0 16,0 0-16,2 8 15,-2-8-15,0 0 16,0 0-1,0 0-15,1 7 16,-1-7-16,0 0 16,0 0-16,0 0 15,0 0-15,0 0 16,2 7-16,-2-7 16,0 0-16,0 0 15,0 0 1,2 8-16,-2-8 15,0 7-15,0-7 16,0 8-16,0-8 16,0 6-16,0-6 15,0 12-15,2-4 16,0 0-16,-1 0 16,1 1-16,-1 0 15,0-1-15,1 0 16,0-1-16,-1 0 15,1 0-15,-1 0 16,-1-7 0,3 10-16,-3-10 15,3 8-15,-3-8 16,3 10-16,-3-10 16,2 9-16,-2-9 15,5 12-15,-2-5 16,-1 1-1,2-1-15,-2 0 16,-2-7-16,4 9 16,-4-9-16,3 9 15,-3-9-15,4 9 16,-4-9-16,5 12 16,-5-12-16,5 9 15,-5-9-15,3 7 16,-3-7-16,3 6 15,-3-6 1,3 7-16,-3-7 16,0 0-16,4 8 15,-4-8-15,0 0 16,0 0-16,4 7 16,-4-7-16,0 0 15,0 0-15,0 0 16,4 6-16,-4-6 15,0 0 1,0 0-16,0 0 16,4 6-16,-4-6 15,0 0-15,0 0 16,0 0-16,0 0 16,4 8-16,-4-8 15,0 0-15,1 9 16,-1-9-16,3 7 15,-3-7 1,1 6-16,-1-6 16,0 0-16,2 8 15,-2-8-15,0 0 16,3 8-16,-3-8 16,0 0-16,1 8 15,-1-8-15,0 0 16,4 7-16,-4-7 15,0 0 1,2 7-16,-2-7 16,0 0-16,3 8 15,-3-8-15,0 0 16,4 7-16,-4-7 16,3 6-16,-3-6 15,4 10-15,0-3 16,-1-1-16,0 1 15,-1 0-15,-2-7 16,4 13 0,-4-13-16,5 11 15,-5-11-15,5 12 16,-2-4-16,0-1 16,0 0-16,0 0 15,-1 0-15,-2-7 16,5 11-1,-3-4-15,3-1 16,-1 2-16,0 0 16,0-1-16,0 0 15,-4-7-15,8 11 16,-8-11-16,5 9 16,-5-9-16,4 7 15,-4-7-15,5 7 16,-5-7-16,0 0 15,6 8-15,-6-8 16,0 0 0,0 0-16,6 7 15,-6-7-15,0 0 16,8 8-16,-8-8 16,0 0-16,7 9 15,-7-9-15,0 0 16,0 0-16,6 6 15,-6-6 1,0 0-16,0 0 16,6 7-16,-6-7 15,0 0-15,0 0 16,7 7-16,-7-7 16,0 0-16,6 10 15,-6-10-15,9 12 16,-9-12-16,7 12 15,-7-12 1,6 9-16,-6-9 16,6 11-16,-6-11 15,7 13-15,-3-6 16,-1-1-16,1 1 16,-2 0-16,2 1 15,-2-2-15,-2-6 16,4 12-16,-4-12 15,5 10-15,-5-10 16,5 10 0,-5-10-16,7 12 15,-7-12-15,6 10 16,-6-10-16,5 7 16,-5-7-16,7 6 15,-7-6-15,6 6 16,-6-6-16,0 0 15,7 9 1,-7-9-16,0 0 16,7 7-16,-7-7 15,0 0-15,8 10 16,-8-10-16,8 8 16,-8-8-16,5 8 15,-5-8-15,6 9 16,-6-9-16,7 11 15,-4-5-15,0 2 16,1-1-16,-4-7 16,5 10-1,-5-10-15,5 10 16,-5-10-16,6 14 16,-2-7-16,0 0 15,1 1-15,0-2 16,-5-6-16,7 10 15,-7-10-15,10 12 16,-2-4 15,2 3-31,3 1 16,0 2-16,-2-4 16,1 1-16,-1-1 15,0-1-15,1 1 16,1 0-16,-2 0 15,1-1-15,-1 1 16,0-2 0,-1 1-16,2-2 15,-1 1-15,0 0 16,-2 0-16,1-1 16,0 0-16,0 1 15,-1-1-15,0-1 16,0 1-16,-2-1 15,2 1-15,-1 0 16,2 0-16,0 0 16,-3-1-1,-7-6-15,14 11 16,-14-11-16,13 10 16,-13-10-16,14 10 15,-14-10-15,12 8 16,-12-8-16,8 7 15,-8-7-15,0 0 16,10 6-16,-10-6 16,0 0-1,0 0-15,9 7 16,-9-7-16,0 0 16,0 0-16,5 6 15,-5-6-15,0 0 16,0 0-16,7 8 15,-7-8-15,0 0 16,0 0-16,6 6 16,-6-6-1,0 0-15,7 8 16,-7-8-16,0 0 16,7 8-16,-7-8 15,0 0-15,7 7 16,-7-7-16,0 0 15,9 8-15,-9-8 16,10 7 0,-10-7-16,11 8 15,-11-8-15,11 6 16,-11-6-16,10 7 16,-10-7-16,12 7 15,-12-7-15,12 6 16,-12-6-16,19 6 15,-9-3-15,-10-3 16,17 3-16,-17-3 16,17 3-1,-17-3-15,20 3 16,-8-1-16,-2 0 16,-10-2-16,14 2 15,-14-2-15,9 1 16,-9-1-16,0 0 15,0 0-15,0 0 16,12 3 0,-12-3-16,0 0 15,0 0-15,0 0 16,0 0-16,0 0 16,0 0-16,0 0 15,0 0-15,0 0 16,0 0-16,9 0 15,-9 0-15,0 0 16,0 0-16,0 0 16,0 0-1,0 0-15,0 0 16,0 0-16,0 0 16,0 0-16,0 0 15,0 0-15,10 0 16,-10 0-16,0 0 15,0 0-15,0 0 16,0 0-16,0 0 16,0 0-1,0 0-15,10 6 16,-10-6-16,11 4 16,-1-1-16,0 1 15,3 1-15,-2-2 16,1 0-16,-1-1 15,2 2-15,1-1 16,-1 0-16,-1 1 16,0-3-1,0 2-15,3 0 16,0-1-16,1 0 16,1 0-16,0 0 15,1-1-15,-1 1 16,-2 0-16,0-1 15,-3 1-15,-2-1 16,-10-1-16,16 2 16,-16-2-16,13 2 15,-13-2 1,13 1-16,-13-1 16,11 2-16,-11-2 15,11 1-15,-11-1 16,10 1-16,-10-1 15,11 3-15,-11-3 16,12 5 0,-12-5-16,0 0 15,11 6-15,-11-6 16,0 0-16,0 0 16,0 0-16,9 7 15,-9-7-15,0 0 16,0 0-16,0 0 15,0 0-15,0 0 16,5 6-16,-5-6 16,0 0-16,0 0 15,0 0 1,0 0-16,0 0 16,0 0-16,0 0 15,0 0-15,0 0 16,0 0-16,0 0 15,0 0-15,0 0 16,0 0-16,0 0 16,0 0-1,0 0-15,0 0 16,0 0-16,0 0 16,0 0-16,0 0 15,0 0-15,0 0 16,0 0-16,0 7 15,0-7-15,0 0 16,0 0-16,0 0 16,0 0-1,0 0-15,0 0 16,0 0-16,0 0 16,0 0-16,0 0 15,0 0-15,0 0 16,0 0-16,0 0 15,0 0-15,0 0 16,0 0-16,0 0 16,0 0-16,0 0 15,0 0-15,0 0 16,0 0 0,0 0-16,0 0 15</inkml:trace>
  <inkml:trace contextRef="#ctx0" brushRef="#br2" timeOffset="54948.31">12751 4184 0,'0'0'0,"0"2"0,0-2 0,0 0 16,0 0-16,1 7 15,-1-7-15,0 0 16,0 0-16,0 0 15,0 0-15,0 0 16,2 7 0,-2-7-16,0 0 15,0 0-15,0 0 16,0 0-16,0 0 16,0 0-16,4 6 15,-4-6-15,0 0 16,0 0-16,0 0 15,13 4-15,-13-4 16,16 2 0,-5-2-16,3-1 15,2-1-15,-1-1 16,1-3-16,0-1 16,-2 0-16,1-1 15,-1 0-15,1 0 16,0 0-16,1-1 15,1 0-15,1 0 16,-3 1 0,0 0-16,-2 0 15,2 1-15,-1-2 16,1 1-16,-1-1 16,0 1-16,-2 0 15,0 0-15,-3 0 16,1 1-16,-2 0 15,-8 7-15,16-11 16,-16 11 0,14-11-16,-6 4 15,-1 1-15,2-1 16,-2-1-16,1 1 16,0 0-16,0 0 15,-1-1-15,-1 1 16,1 1-16,-1-1 15,2 0 1,-1-1-16,2 0 16,0-1-16,0 2 15,1-1-15,0 0 16,0 0-16,0 0 16,0 1-16,0 0 15,-2 0-15,4 0 16,0-1-16,1 0 15,2-1-15,-3 1 16,0 0 0,1 1-16,-2-1 15,1-1-15,-1-1 16,2 0-16,1-1 16,-1 0-16,1 0 15,-1 1-15,0-1 16,0 1-16,-2 2 15,-1-2-15,1 2 16,2-2 0,0 0-16,-3 1 15,1 1-15,-3 1 16,0-1-16,0 1 16,-2 0-16,-6 7 15,11-11-15,-11 11 16,8-8-16,-8 8 15,0 0-15,7-6 16,-7 6 0,0 0-16,0 0 15,9-6-15,-9 6 16,0 0-16,9-10 16,-9 10-16,0 0 15,10-7-15,-10 7 16,0 0-16,12-11 15,-4 4-15,-2 1 16,1-1-16,-7 7 16,13-12-1,-6 5-15,0-1 16,2 0-16,0 0 16,1-1-16,0 0 15,0 0-15,2 0 16,-1 1-16,-2 1 15,-9 7-15,14-9 16,-14 9-16,10-7 16,-10 7-1,0 0-15,14-6 16,-14 6-16,0 0 16,0 0-16,0 0 15,0 0-15,10-4 16,-10 4-16,0 0 15,0 0-15,0 0 16,0 0-16,0 0 16,0 0-1,10-6-15,-10 6 16,12-8-16,-12 8 16,17-11-16,-17 11 15,15-12-15,-6 6 16,1-1-16,1 2 15,0-2-15,0 3 16,-1-1 0,2 0-16,-2 0 15,1 0-15,-2 1 16,-9 4-16,19-8 16,-19 8-16,17-8 15,-17 8-15,14-5 16,-14 5-16,12-5 15,-12 5-15,0 0 16,13-8 0,-13 8-16,0 0 15,10-6-15,-10 6 16,0 0-16,11-10 16,-11 10-16,8-7 15,-8 7-15,11-10 16,-4 4-16,0-1 15,-1 1-15,1-1 16,-7 7-16,11-11 16,-3 4-1,-1 1-15,1-2 16,-1 2-16,0-1 16,1 1-16,0-2 15,1 1-15,0-1 16,0 0-16,-1 1 15,0 0-15,0-1 16,-2 1-16,0 1 16,0-1-1,1 0-15,-1 0 16,1 0-16,-1 0 16,0 0-16,1 0 15,1-2-15,1 0 16,-1 0-16,-2 2 15,1-1-15,0 1 16,-1 0-16,0 0 16,1 1-1,-2-1-15,-5 7 16,10-11-16,-10 11 16,12-13-16,-6 7 15,1-2-15,0 1 16,-2 0-16,-5 7 15,10-11-15,-10 11 16,10-10-16,-10 10 16,10-11-1,-10 11-15,9-9 16,-9 9-16,7-8 16,-7 8-16,7-8 15,-7 8-15,8-8 16,-8 8-16,7-9 15,-7 9-15,11-12 16,-11 12-16,9-9 16,-9 9-16,9-10 15,-9 10 1,9-9-16,-9 9 16,6-7-16,-6 7 15,0 0-15,7-8 16,-7 8-16,0 0 15,6-7-15</inkml:trace>
  <inkml:trace contextRef="#ctx0" brushRef="#br1" timeOffset="60064.9">12487 4630 0,'0'0'0,"0"0"15,0 0-15,0 0 16,0 0-16,0 1 16,0-1-16,0 0 15,0 0-15,0 0 16,0 0-16,0 0 16,0 0-16,0 6 15,0-6 1,0 0-16,0 0 15,4 7-15,-4-7 16,9 6-16,-9-6 16,14 10-16,-14-10 15,19 12-15,-6-5 16,-1-1-16,1 1 16,-1-1-16,1-1 15,-2 0-15,0-2 16,-2 1-1,2 0-15,-2-1 16,2 0-16,-1 0 16,1-1-16,-2 1 15,2-1-15,0 0 16,2 1-16,-2 0 16,1-1-16,0 0 15,1 1 1,-2-1-16,1 0 15,1 1-15,-1-1 16,0 0-16,0 0 16,3-1-16,1 1 15,0 0-15,2-1 16,1 1-16,1 0 16,0-1-16,2-1 15,-2 0-15,2 0 16,1 0-1,0 0-15,0 0 16,2 0-16,1 0 16,-1 0-16,0 0 15,-1 0-15,1 0 16,-2 1-16,0 0 16,-2 0-16,2 0 15,0 0-15,-1 0 16,-1 0-1,0 0-15,-1 0 16,0 0-16,-1-1 16,0 1-16,-2-1 15,3 0-15,-1 0 16,0-1-16,-1-2 16,-2 0-16,0 1 15,-1 0-15,0-1 16,-3 1-16,2-1 15,-2 1 1,-1 0-16,-11 2 16,16-3-16,-16 3 15,0 0-15,12-1 16,-12 1-16,0 0 16,0 0-16,0 0 15,0 0-15,0 0 16,0 0-1,0 0-15,10 0 16,-10 0-16,0 0 16,0 0-16,0 0 15,0 0-15,0 0 16,0 0-16,0 0 16,0 0-16,0 0 15,0 0-15,0 0 16,0 0-16,0 0 15,0 0 1,0 0-16,0 0 16,9 0-16,-9 0 15,0 0-15,0 0 16,0 0-16,0 0 16,0 0-16,0 0 15,0 0-15,0 0 16,16-2-1,-6 0-15,0 1 16,0 0-16,1 0 16,0-1-16,3 1 15,1 0-15,3 1 16,-3 0-16,-1 0 16,-2 1-16,-1 0 15,-1 0-15,0 0 16,0 0-16,0 1 15,-1 1 1,-9-3-16,18 5 16,-18-5-16,14 5 15,-14-5-15,10 3 16,-10-3-16,0 0 16,0 0-16,0 0 15,0 0-15,0 0 16,0 0-16,0 0 15</inkml:trace>
  <inkml:trace contextRef="#ctx0" brushRef="#br1" timeOffset="64999.58">12850 2518 0,'0'0'0,"0"0"0,0 0 0,0 0 16,0 0-16,0 0 15,0 0-15,-2 2 16,2-2-16,0 0 15,0 0-15,0 0 16,0 0-16,0 0 16,0 0-16,-5 6 15,5-6 1,0 9-16,0 0 16,0 1-16,0 1 15,0 1-15,0 0 16,0 1-16,0 0 15,0 0-15,0 0 16,0 1-16,-2 0 16,0 2-1,1-1-15,0-2 16,-1 2-16,0-1 16,1 1-16,0 0 15,1-1-15,1 0 16,-1 2-16,1-2 15,0 2-15,0 0 16,0 2-16,0-1 16,-1 2-1,1-2-15,-1 2 16,1-3-16,1-1 16,0-1-16,0 0 15,-1 0-15,0-1 16,1 1-16,-1 2 15,0 1-15,-1 2 16,0 0-16,0 2 16,0 1-16,0 0 15,0-3-15,0 0 16,0 0 0,0 1-16,-1 1 15,0 2-15,0 0 16,0-2-16,1 2 15,-1-3-15,0-1 16,1-1-16,-2 0 16,2-1-1,-1 2-15,-1 0 16,1 1-16,-1-2 16,1 2-16,-1 0 15,0 1-15,1-2 16,-1 1-16,1-2 15,0 3-15,-1-2 16,0-1-16,1 0 16,-1 0-1,1 0-15,0-1 16,0 0-16,-1 1 16,0-2-16,1 3 15,-1-1-15,1 2 16,-1-1-16,0 0 15,1 0-15,-1 1 16,1 0-16,-1 1 16,1 0-16,-1 0 15,1 0-15,0 1 16,-1-1 0,1-2-16,0-1 15,-1 0-15,0-1 16,1 2-16,-1-2 15,1 2-15,-1-1 16,1-1-16,-1 1 16,0-1-16,1-1 15,0-2-15,-1 0 16,1-1 0,0 0-16,0 0 15,0-1-15,1 1 16,0 0-16,1 0 15,-1-1-15,0-1 16,0 0-16,0 1 16,0 0-16,0 0 15,0 0-15,0-2 16,0 1 0,0 0-16,0 2 15,0-1-15,0 0 16,0 2-16,0-1 15,0 2-15,0 0 16,0 1-16,0 0 16,0 0-16,0 2 15,0 0-15,0-1 16,0 0 0,0-1-16,0 1 15,0 1-15,-1 0 16,0 1-16,0 0 15,-1-1-15,0 1 16,1 1-16,-1-1 16,1-1-16,-1 0 15,1 0-15,-1 0 16,1 1 0,0-1-16,-1 2 15,1 1-15,-1-1 16,1 0-16,1-1 15,0 0-15,0 0 16,0-1-16,0 2 16,0 1-16,0-1 15,0-1-15,0 1 16,0-1 0,0 2-16,0-1 15,0-1-15,0 0 16,-1 1-16,0 1 15,-2 0-15,1-2 16,0 1-16,-1 0 16,1 1-16,0 2 15,0 3-15,0 1 16,0 0-16,-1-2 16,1-2-1,-1-1-15,2 2 16,-2-1-16,1 5 15,0 1-15,0 0 16,-1-2-16,2-1 16,-1-1-16,1 2 15,-1 2 1,1 2-16,0 1 0,-1-1 16,1-4-1,0 1-15,0 3 16,1 4-16,-1 1 15,0-1-15,1-2 16,-1-2-16,0 4 16,-1 2-16,0 2 15,0 0-15,0-3 16,0-2 0,-1 2-16,-1 2 15,2-1-15,-1 0 16,0-3-16,0 2 15,0 1-15,0 0 16,0 1-16,2-3 16,-1 1-16,0 1 15,1-1-15,0 0 16,-1-2 0,2-1-16,0 1 15,0-1-15,0 0 16,0 1-16,0 1 15,1-4-15,0 0 16,-1-2-16,1 0 16,0-3-16,-1 2 15,1-2 1,0-2-16,0-2 16,0-2-16,-1-2 15,1-1-15,-1-1 16,1-1-16,-1-3 15,0 0-15,0-2 16,-1-1-16,1-2 16,-1 0-16,1-7 15,-1 9-15,1-9 16,0 0-16,-3 7 16,3-7-1,0 0-15,0 0 16,0 0-16,0 0 15,0 0-15,0 0 16,0 0-16,0 0 16,0 0-16,0-14 15</inkml:trace>
  <inkml:trace contextRef="#ctx0" brushRef="#br1" timeOffset="68848.11">12796 2541 0,'0'0'0,"0"0"16,0 0-16,0 0 16,0 0-16,0-2 15,0 2-15,0 0 16,0 0-16,0 0 16,0-8-16,0 8 15,0 0 1,3-11-16,1 2 15,2-4-15,3-5 16,1 4-16,1-1 16,2 2-16,4 0 15,4-2-15,1 3 16,-1 2-16,0 4 16,-1 3-16,-3 2 15,1 2 1,-3 1-16,-2 0 15,-1 1-15,-1 1 16,0 0-16,-2 3 16,1 1-16,0 4 15,0 1-15,-1 3 16,-1 1-16,-1-2 16,-3 3-16,2 2 15,-4 2-15,0 0 16,-1 3-1,1-1-15,-1 0 16,-1 1-16,0-2 16,-1 0-16,-1-1 15,0 1-15,-1 0 16,-2 0-16,0 0 16,-1-1-16,-1-1 15,0 4-15,-2-2 16,0 1-1,-1-2-15,-1 0 16,0-2-16,0-2 16,-2 1-16,-1 2 15,-2 0-15,0 0 16,3-3-16,-2-1 16,2 0-16,-1 0 15,1-1 1,-1 0-16,2-2 15,1-1-15,1-1 16,-1 0-16,0 2 16,-3 0-16,1 2 15,0-1-15,1 0 16,1 0-16,0-2 16,1 2-16,-1-1 15,1 1-15,0 2 16,0-3-1,1 1-15,-1-1 16,2 0-16,0-1 16,0 0-16,0 1 15,0 0-15,0 0 16,2 0-16,0-1 16,0 0-16,2-1 15,1 1-15,-1-3 16,1 0-1,0-1-15,0 0 16,0 1-16,0-1 16,0 3-16,-1-2 15,1-1-15,0-1 16,1 1-16,-1-1 16,2 2-1,0-1-15,1 2 16,0 0-16,1 1 15,0 1-15,2 1 16,0 0-16,1 0 16,1 1-16,-2 1 15,2 0-15,0-1 16,1 0-16,-1 0 16,0 2-16,3 1 15,-2 2-15,0-1 16,2-1-1,-1-3-15,0 1 16,1-2-16,1 1 16,-1 1-16,2 2 15,1 0-15,0 0 16,-1-2-16,0 0 16,-1-1-16,2 1 15,-1 1-15,1 1 16,-1-3-1,-1 0-15,0-1 16,-1 1-16,1-1 16,0 1-16,1 0 15,1 1-15,-1 1 16,0-3-16,0 1 16,-2 0-16,1 1 15,-1 0-15,0 0 16,-1 0-1,-1 1-15,0-1 16,0 1-16,-2-1 16,-1-1-16,0-1 15,-2 0-15,0 0 16,-2 2-16,0 2 16,-2-1-16,0-1 15,-1 2-15,-3-1 16,0 3-1,-2 0-15,-1 0 16,-1 1-16,-1 0 16,-1-2-16,0-2 15,1-2-15,0-1 16,-2 0-16,1-2 16,0 0-16,1-2 15,0 1-15,1 0 16,-1 0-1,2 0-15,0 1 16,1-1-16,-1 2 16,-1 1-16,-2 2 15,-1 3-15,0-1 16,1 0-16,-1 1 16,0 0-16,-3 0 15,1 1-15,0-1 16,1-1-1,0 0-15,0 1 16,-1-1-16,2 0 16,1-2-16,1-1 15,3-1-15,0-1 16,1 0-16,2-1 16,0 0-16,2 0 15,-2 0-15,3 0 16,0-1-16,1 2 15,1 1 1,2 2-16,1-1 16,1 2-16,0-1 15,3 1-15,0 0 16,1 0-16,0 1 16,2 3-16,1 0 15,0 1-15,-1 1 16,1-2-16,0 2 15,0 2 1,3 2-16,-1-1 16,1 0-16,0-1 15,0 0-15,1 1 16,0 0-16,-1-2 16,1-2-16,0 1 15,-1 1-15,3 1 16,-2-1-16,0-1 15,0-1 1,0 0-16,1 2 16,0-2-16,0-1 15,-1 0-15,2 1 16,-1 1-16,0 0 16,-1 0-16,-3-4 15,1 0-15,-1-1 16,0 2-16,0 0 15,0 0-15,-2-1 16,-1 0 0,0-2-16,-2 0 15,-1 0-15,-1-1 16,-1 0-16,-1-2 16,-2 0-16,0 1 15,-2 2-15,-1 0 16,-1-1-16,-1-1 15,-1 1 1,-2 0-16,0 0 16,-1 2-16,-3-1 15,2-1-15,-2-1 16,1-2-16,1-3 16,1 0-16,2-2 15,0 0-15,0-1 16,1 1-1,0-2-15,-1 2 16,0-1-16,-1 2 16,-1 1-16,-1 1 15,0 1-15,-3 0 16,1 2-16,-1 2 16,-2 1-16,0 2 15,0 1-15,0 0 16,-1 1-16,-1 1 15,0-1-15,1 0 16,1-2-16,1 0 16,0 1-1,1-2-15,1-3 16,1-1-16,2-1 16,-1-2-16,3-2 15,1 0-15,2-1 16,0-2-16,4-6 15,-5 11 1,5-11-16,-3 9 16,3-9-16,-3 13 15,2-5-15,1 1 16,0 1-16,0 0 16,0-1-16,0 1 15,0 0-15,0 0 16,0-1-16,0 1 15,0-1-15,0-2 16,0 4 0,0 0-16,-1 0 15,0 0-15,0 1 16,0 1-16,0 1 16,-1 1-16,1 1 15,-1 1-15,1-2 16,-1-1-16,2-2 15,-1 0-15,0-2 16,1-1 0,-1-1-16,1-2 15,0 0-15,1 2 16,0-1-16,1 1 16,2 1-16,4 3 15,5 1-15,2-1 16,4-1-16,2-4 15,0-1 1,4-3-16,-1-1 16,2-1-16,0 0 15,-3-1-15,-1-1 16,-4 0-16,-3 1 16,-6-1-16,-9 1 15,11 0-15,-11 0 16,0 0-16,0 0 15,4-7-15,-8-1 16</inkml:trace>
  <inkml:trace contextRef="#ctx0" brushRef="#br1" timeOffset="76314.53">12737 4691 0,'0'0'0,"0"0"0,0 0 0,-3 0 15,3 0 1,0 0-16,0 0 16,0 0-16,0 0 15,0 0-15,0 0 16,0 0-16,0 0 16,0 0-16,17 0 15,-7 0-15,1 1 16,-11-1-16,18 2 15,-18-2 1,13 3-16,-13-3 16,14 3-16,-14-3 15,12 4-15,-12-4 16,17 6-16,-17-6 16,20 6-16,-8-2 15,0 0-15,5 0 16,2-2-1,1 0-15,-1-2 16,-3 0-16,-1-1 16,-1 1-16,0 0 15,0 0-15,1 0 16,0-1-16,1 0 16,0 0-16,2-2 15,0 1-15,-2 0 16,-3 0-16,-2 0 15,-11 2-15,15-2 16,-15 2 0,11-1-16,-11 1 15,11-2-15,-11 2 16,15-2-16,-15 2 16,20 0-16,-9 0 15,3 0-15,2 0 16,3 0-16,1 0 15,-1 0 1,-2 1-16,0 0 16,-1 1-16,1-1 15,0 2-15,1 0 16,0-1-16,2 0 16,1 1-16,0 0 15,-2 0-15,-2-1 16,0 0-16,-2 0 15,1 1 1,-1 0-16,1-1 16,1 1-16,3 0 15,-1 0-15,-1-1 16,-3 1-16,-1-1 16,-2-1-16,2 1 15,-2 0-15,1-1 16,-1 1-1,0 0-15,1-1 0,1 1 16,0 2 0,0-1-16,-1 0 15,-1-1-15,-1 1 16,0 0-16,-11-3 16,19 4-16,-19-4 15,18 5-15,-18-5 16,18 5-16,-8-2 15,-10-3 1,17 4-16,-17-4 16,13 4-16,-13-4 15,13 3-15,-13-3 16,13 4-16,-13-4 16,13 3-16,-13-3 15,12 1-15,-12-1 16,13 2-16,-13-2 15,14 1 1,-14-1-16,14 2 16,-14-2-16,14 2 15,-14-2-15,13 2 16,-13-2-16,15 1 16,-15-1-16,15 2 15,-15-2-15,0 0 16,10 2-16,-10-2 15,0 0-15,0 0 16,0 0-16,0 0 16,10 3-1,-10-3-15,0 0 16,0 0-16,0 0 16,0 0-16,0 0 15,0 0-15,0 0 16,0 0-16</inkml:trace>
  <inkml:trace contextRef="#ctx0" brushRef="#br1" timeOffset="77347.91">14362 4521 0,'0'0'0,"0"0"0,0 0 16,0 0-16,1 3 15,-1-3-15,5 15 16,-1-1 0,2 4-16,2 4 15,2 0-15,0-3 16,1 3-16,1-2 16,4 2-16,1 1 15,0-1-15,1-1 16,-2-1-16,2-1 15,0 1-15,-1-1 16,-1-2-16,-1-3 16,-1-2-1,-2-2-15,-3-2 16,-9-8-16,14 10 16,-14-10-16,0 0 15,10 7-15,-10-7 16,0 0-16,0 0 15,0 0-15,0 0 16</inkml:trace>
  <inkml:trace contextRef="#ctx0" brushRef="#br1" timeOffset="79081.6">14708 4920 0,'0'0'0,"0"0"0,0 0 16,4-2 0,-4 2-16,16-4 0,1-2 15,13-7 1,9-12-16,8-7 16,-1-5-16,2-3 15,-1-1-15,-1 0 16,-3 3-16,-5 3 15,0 2-15,-2 5 16,0 5-16,-1 4 16,-7 3-16,3-1 15,0 1-15,0-1 16,0 0 0,0 1-16,-2 0 15,-2 2-15,-6 3 16,-2 2-16,-4 1 15,-2 3-15,-13 5 16,14-7-16,-14 7 16,0 0-1,11-5-15,-11 5 16,0 0-16,0 0 16,0 0-16,0 0 15,0 0-15,9 0 16,-9 0-16,0 0 15,0 0-15,0 0 16,0 0-16,0 0 16,0 0-16,0 0 15,0 0 1,0 0-16,0 0 16,0 0-16,0 0 15,0 0-15,0 0 16,0 0-16,0 0 15,0 0-15,0 0 16,0 0-16,0 0 16,0 0-16,0 0 15,0 0 1,0 0-16,0 0 16,0 0-16,0 0 15,0 0-15,0 0 16,0 0-16,0 0 15,0 0-15,0 0 16,0 0-16,0 0 16,0 0-16,0 0 15,0 0 1,0 0-16,0 0 16,0 0-16,0 0 15,0 0-15,0 0 16,0 0-16,0 0 15,0 0-15,0 0 16,0 0-16,0 0 16,0 0-16,0 0 15,0 0-15,0 0 16,0 0 0,0 0-16,0 0 15,0 0-15,0 0 16,-3 6-16,3-6 15,0 0-15,0 0 16,0 0-16,0 0 16,0 0-16,0 0 15,0 0-15,0 0 16,0 0 0,0 0-16,0 0 15,0 0-15,0 0 16,0 0-16,0 0 15,0 0-15,0 0 16,0 0-16,0 0 16,0 0-16,0 0 15,0 0 1,0 0-16,0 0 16,0 0-16,0 0 15,0 0-15,0 0 16,0 0-16</inkml:trace>
  <inkml:trace contextRef="#ctx0" brushRef="#br1" timeOffset="101481.55">15053 2485 0,'0'0'0,"0"-2"0,0 2 0,-4-10 15,-1-2 1,-2-2-16,-5-3 16,-4 2-16,-6 0 15,-2 3-15,-1 3 16,-2 1-16,-7 0 15,-5 3-15,-8 3 16,-8 6-16,-3 5 16,-2 5-16,-2 1 15,0 3 1,-1 5-16,-3 5 16,-5 4-16,-1 4 15,-4 2-15,-3 3 16,-1 1-16,-5 7 15,5 0-15,-4 3 16,3 3-16,-1 0 16,3-3-1,1 3-15,4-2 16,3 2-16,4 0 16,5-3-16,-3 5 15,6-3-15,-1 2 16,1 2-16,4-2 15,0 4-15,4 0 16,2 1-16,4-2 16,-2 0-16,4-6 15,1 2 1,3-4-16,7-7 16,-1 4-16,8-5 15,4 2-15,2 0 16,4-4-16,3 0 15,5-4-15,4-3 16,8-4-16,4 0 16,4-1-16,1-7 15,1-3 1,10 1-16,10-1 16,8-4-16,2-5 15,12-5-15,1-6 16,10-3-16,13-8 15,-5-7-15,19-7 16,-2-9-16,8-9 16,5-6-16,0-5 15,1 0-15,-2 0 16,7-5 0,-4-6-16,6-7 15,2-1-15,1-3 16,5-3-16,-12 5 15,0-6-15,-8 3 16,-3-6-16,-12 8 16,-3-1-16,-3-1 15,-6-1-15,-2-2 16,-9 6 0,-6 6-16,-7-4 15,-3-1-15,-9 4 16,-5-1-16,-8 9 15,-8 0-15,-8 4 16,-5 5-16,-8-1 16,-8 4-16,-11 4 15,-12 5 1,-13 3-16,-20 4 16,-24 12-16,-29 11 15,-17 16-15,-27 16 16,-17 10-16,-16 23 15,-29 17-15,-28 18 16,-144 136 0</inkml:trace>
</inkml:ink>
</file>

<file path=ppt/ink/ink10.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951.42279" units="1/cm"/>
          <inkml:channelProperty channel="Y" name="resolution" value="1522.63013" units="1/cm"/>
          <inkml:channelProperty channel="T" name="resolution" value="1" units="1/dev"/>
        </inkml:channelProperties>
      </inkml:inkSource>
      <inkml:timestamp xml:id="ts0" timeString="2026-02-27T15:19:20.603"/>
    </inkml:context>
    <inkml:brush xml:id="br0">
      <inkml:brushProperty name="width" value="0.05292" units="cm"/>
      <inkml:brushProperty name="height" value="0.05292" units="cm"/>
      <inkml:brushProperty name="color" value="#FF0000"/>
    </inkml:brush>
    <inkml:brush xml:id="br1">
      <inkml:brushProperty name="width" value="0.05292" units="cm"/>
      <inkml:brushProperty name="height" value="0.05292" units="cm"/>
      <inkml:brushProperty name="color" value="#00B050"/>
    </inkml:brush>
    <inkml:brush xml:id="br2">
      <inkml:brushProperty name="width" value="0.05292" units="cm"/>
      <inkml:brushProperty name="height" value="0.05292" units="cm"/>
      <inkml:brushProperty name="color" value="#00B0F0"/>
    </inkml:brush>
    <inkml:brush xml:id="br3">
      <inkml:brushProperty name="width" value="0.05292" units="cm"/>
      <inkml:brushProperty name="height" value="0.05292" units="cm"/>
      <inkml:brushProperty name="color" value="#EE0000"/>
    </inkml:brush>
    <inkml:brush xml:id="br4">
      <inkml:brushProperty name="width" value="0.05292" units="cm"/>
      <inkml:brushProperty name="height" value="0.05292" units="cm"/>
      <inkml:brushProperty name="color" value="#FFC000"/>
    </inkml:brush>
  </inkml:definitions>
  <inkml:trace contextRef="#ctx0" brushRef="#br0">11235 2131 0,'0'0'0,"0"0"0,0 4 0,-3 10 15,-1 15-15,0 10 16,1 1-16,2-2 15,1 4-15,0 1 16,0 1-16,1-4 16,0-5-16,1-2 15,0 3-15,0 0 16,0-3 0,1-1-16,-1-5 15,0-1-15,-1-1 16,0-1-16,1-2 15,1-3-15,-1 0 16,0-4-16,0-5 16,0-4-16,-2-6 15,7 7-15</inkml:trace>
  <inkml:trace contextRef="#ctx0" brushRef="#br0" timeOffset="1632.62">11268 2414 0,'0'0'0,"0"0"0,-2 2 0,2-2 16,-3 12-16,1-3 15,-1 1-15,2 5 16,0 6 0,1 5-16,2 8 15,-1 4-15,1 1 16,-1 1-16,1-3 15,-1 6-15,1 3 16,-1 0-16,0 0 16,-1-3-16,-1 4 15,1 2-15,0-3 16,0-4 0,0-4-16,1 2 15,2-1-15,0-2 16,1-3-16,0-3 15,0-2-15,1-1 16,0-4-16,1-2 16,-1-6-16,-1-2 15,-1-3-15,1-1 16,1-1-16,0 0 16,2 0-1,5 2-15,3 2 16,5 1-16,6-1 15,8 1-15,6-1 16,8-2-16,7 1 16,6-4-16,12 1 15,8-1-15,7-2 16,2-3-16,8-2 16,3-2-1,3-1-15,-2-1 16,-3-1-16,-3-1 15,-6 1-15,-1 0 16,-7 0-16,0 1 16,-8 1-16,-2 0 15,-6 3-15,-7 0 16,-5 0-16,-6 0 16,-5-1-16,-1 0 15,-5 0 1,-4 0-16,-4 0 15,-5 0-15,-5 0 16,-3-1-16,-2 0 16,-14 1-16,14-3 15,-14 3-15,0 0 16,0 0-16,11-10 16,-11 10-16,-2-15 15,-11 0-15,-12-6 16,-8 2-1,-3 0-15,1 4 16,6 3-16,1 0 16,4 3-16,0 0 15,4 1-15,3 1 16,2 1-16,5 2 16,10 4-1,-15-7-15,15 7 16,0 0-16,0 0 15,0 0-15,0 0 16,0 0-16,33 13 16,2 6-16,7 4 15,0 2-15,0 0 16,0 1-16,-4-1 16,-7 2-16,-6-2 15,-5-1 1,-7 2-16,-5 2 15,-6 6-15,-13 9 16,-22 11-16,-33 14 16,-14 1-16,-10-9 15,-4 0 1,16-24 0</inkml:trace>
  <inkml:trace contextRef="#ctx0" brushRef="#br0" timeOffset="2582.73">11302 2324 0,'0'-5'0,"0"-7"16,1-9-16,1-19 16,1 0-16,3-3 15,-1 2 1,1 1-16,-3-2 15,-4-1-15,-3-4 16,-3 2-16,-1 4 16,-1 1-16,1 4 15,0-1-15,0 2 16,1 6-16,2 5 16,0 4-16,2 6 15,1 2-15,1 3 16,-1 3-16,2 6 15,-3-8 1,3 8-16,-10-6 16,-1 6-16,-11 10 15,-15 13-15,-11 12 16,-6 9-16,-2 1 16,12-8-16,10-7 15,13-9 1,10-8-16,11-13 15,-4 7-15,4-7 16,28-23-16,29-20 16,9-7-16,-13 4 15,-4-3-15,-11 10 16,-11 11-16,-7 7 16,-4 4-16,-2 3 15,-1 1-15,7 7 16,6 10-1,1 6-15,4 8 16,-1 10-16</inkml:trace>
  <inkml:trace contextRef="#ctx0" brushRef="#br0" timeOffset="3349.68">13286 4263 0,'0'0'0,"0"0"16,0 0-16,0 0 16,0 0-16,5-2 15,17-1-15,25-4 16,12-1-16,5 0 16,0 0-16,-2-3 15,-7-1-15,-10 2 16,-8 3-16,-13 2 15,-3 2-15,-6 1 16,-1 0 0,-14 2-16</inkml:trace>
  <inkml:trace contextRef="#ctx0" brushRef="#br0" timeOffset="3567.71">13467 4406 0,'0'0'0,"0"0"0,0 0 0,0 0 15,3 4-15,4 7 16,6 20-16,1 2 16,-1 6-16,2-2 15,-5-8-15,3 3 16,2 6-1,8 21-15,-13-32 0,9 3 16,-2-12 0</inkml:trace>
  <inkml:trace contextRef="#ctx0" brushRef="#br0" timeOffset="3815.84">13375 4918 0,'2'-5'0,"-1"-13"0,-1 18 0,0 0 16,2-12-16,-2 12 15,0 0-15,4-10 16,7-3-16,17 5 16,27-11-16,16-3 15,-4 4-15,9-9 16,-10-20-16,-9 24 15,0-10 1,-11 4-16</inkml:trace>
  <inkml:trace contextRef="#ctx0" brushRef="#br0" timeOffset="4050.14">14005 4312 0,'3'2'0,"-3"-2"0,13 7 16,-6 6-16,-1 21 16,1 31-16,-7-13 15,-3-13-15,-3-13 16</inkml:trace>
  <inkml:trace contextRef="#ctx0" brushRef="#br0" timeOffset="4299.77">14039 4564 0,'0'0'0,"9"-1"0,-9 1 0,16-3 0,25-6 15</inkml:trace>
  <inkml:trace contextRef="#ctx0" brushRef="#br0" timeOffset="4599.95">14179 4362 0,'-2'1'0,"-1"9"16,-3 2-16,-3 17 15,4 4-15,8 6 16,5-1-16,4-5 16,-3-10-1</inkml:trace>
  <inkml:trace contextRef="#ctx0" brushRef="#br0" timeOffset="4951.5">14638 4287 0,'0'0'0,"0"0"0,0 0 0,0 0 16,0 0-16,4 4 16,3 5-16,9 13 15,6 8-15,3 0 16,5 3-16,-2 1 15,2 1-15,-14-1 16</inkml:trace>
  <inkml:trace contextRef="#ctx0" brushRef="#br0" timeOffset="5150.18">14835 4290 0,'1'-2'0,"6"-5"15,3-5-15,8-15 16,0-1-16,-5 6 16,-4 7-16,-3 5 15,-1 2-15,3 0 16</inkml:trace>
  <inkml:trace contextRef="#ctx0" brushRef="#br0" timeOffset="7332.9">10285 1350 0,'0'0'0,"0"0"0,0 0 16,0 0-16,2 4 15,1 4-15,5 10 16,3 7-16,3 6 16,3 1-1,3-2-15,4 1 0,-1-4 16,2-5-16,3 2 16,-1-2-1,-2-1-15,0-2 16,-3-2-16,-3-4 15,-1 1-15,-3-4 16,-3-1-16</inkml:trace>
  <inkml:trace contextRef="#ctx0" brushRef="#br0" timeOffset="7882.37">10636 1436 0,'0'0'0,"0"0"0,0 0 0,0 0 0,0 0 15,0 0 1,0 0-16,-2 6 15,-1 5-15,-2 6 16,0 1-16,-2 1 16,0-2-16,-2 1 15,2-3 1,-1-1-16,-1 1 0,0 0 16,1-3-1,1-2-15,2-2 16,0-1-16,1 0 15,-1-1-15,1 0 16,4-6-16,-7 11 16,7-11-16,-7 10 15,7-10-15,-6 13 16,2 0 0,1 2-16,0 2 15,0-1-15,1 1 16,2 4-16,0 3 15,0 0-15,1 0 16,0-2-16,2 2 16,-2-4-16,1-1 15,0-3-15,0 0 16,2 0-16,3 3 16,2 3-1</inkml:trace>
  <inkml:trace contextRef="#ctx0" brushRef="#br0" timeOffset="9382.93">11301 2369 0,'0'0'0,"-2"-2"16,2 2-16,-5-18 15,4-2-15,7-3 16,4-5-16,4-3 16,2-1-1,-2 4-15,0-1 0,0 0 16,1 1-1,-3 0-15,-3 9 16,-2 4-16,-1 2 16,-1 5-16,-5 8 15,5-10-15,-5 10 16,0 0-16,0 0 16</inkml:trace>
  <inkml:trace contextRef="#ctx0" brushRef="#br0" timeOffset="10333.67">11392 2043 0,'0'0'0,"0"0"0,0 0 15,0 0-15,0 0 16,0 1-1,-2 6-15,-4 6 16,-2 8-16,-4 7 16,-5 4-16,-6 2 15,-2 3-15,1-4 16,1 2-16,3-5 16,4-7-16,5-7 15,3-5-15,2-2 16,6-9-1,-6 10-15,6-10 16,0 6-16,0-6 16</inkml:trace>
  <inkml:trace contextRef="#ctx0" brushRef="#br0" timeOffset="14050.31">11588 1744 0,'0'0'0,"0"0"0,0 0 16,0 0-16,-1 2 15,1-2-15,1 10 16,-1 0-16,2 3 16,0 1-16,-1 3 15,1 2 1,-1 0-16,0-2 16,1 0-16,-1 2 15,1 2-15,-1 0 16,1-1-16,0-2 15,0 7-15,1 4 16,-1 1-16,0 1 16,0-3-16,0-6 15,1 0 1,0-5-16,0-2 16,1 0-16,2 0 15,1 3-15,2 1 16,1-1-16,-1-5 15,-1 0-15,1-1 16,0 1-16,4 3 16,1 2-16,-1-2 15,0-2 1,-2-3-16,-1 0 16,0 0-16,-2-2 15,2 2-15,2 1 16,-1 1-16,2 1 15,-1-1-15,-1-1 16,-1 0-16,1 0 16,2 1-16,1 2 15,0 1 1,-1-3-16,-2 0 16,-1-2-16,0 0 15,-2-2-15,0-1 16,1 2-16,3 4 15,1 1-15,1 1 16,-4-5-16,0 1 16,-1-1-16,0-1 15,1 3 1,2-1-16,2 3 16,1-2-16,-1-1 15,-4-4-15,0 0 16,-1-2-16,0 1 15,2 0-15,-1-1 16,1 0-16,3 3 16,2 2-16,3 2 15,0-2 1,-3-1-16,-1 0 16,2-1-16,-2 1 15,1 0-15,0-1 16,-1-1-16,1 2 15,0-2-15,5 1 16,2 0-16,0 0 16,-2-3-16,-4 0 15,-3-1-15,1-1 16,-3 1 0,0-1-16,2 0 15,1 1-15,4 2 16,4 1-16,-1-2 15,-1-2-15,-4 0 16,-3-3-16,-1 0 16,1 1-16,-2-1 15,2 1 1,3-1-16,3 1 16,3-1-16,1 1 15,-3-1-15,-3-1 16,-4 0-16,1 0 15,-3 0-15,0 0 16,-1 0-16,2 0 16,2 0-16,1 1 15,0 0 1,-2 1-16,-14-2 16,19 4-16,-9-3 15,2 1-15,2-2 16,0 0-16,5-1 15</inkml:trace>
  <inkml:trace contextRef="#ctx0" brushRef="#br0" timeOffset="18433.27">13042 3160 0,'0'0'0,"0"0"0,0 0 15,0 0-15,0 0 16,0 0-16,0 0 16,5 0-16,-5 0 15,17 0-15,-2 0 16,6-1-1,0 0-15,2-2 16,-2 1-16,-2-1 16,-2 2-16,-2-1 15,-1 0-15,-1 0 16,3 2-16,1 0 16,-3 0-16,1 2 15,-3 0 1,1 0-16,2-1 15,2 1-15,-1-1 16,-1 1-16,-1-1 16,1 1-16,0-1 15,0-1-15,3 0 16,-1-1-16,1 1 16,0-2-16,2 1 15,-1 1-15,-1-1 16,-2 0-1,-2 1-15,0-1 16,1 0-16,1 0 16,0 1-16,2-2 15,-2 1-15,-2-1 16,2 1-16,-1 0 16,0 1-16,-2-1 15,-2 0 1,-11 1-16,17-1 15,-17 1-15,17-2 16,-17 2-16,18-2 16,-18 2-16,17-2 15,-17 2-15,12-3 16,-12 3-16,10-1 16,-10 1-16,13-2 15,-13 2-15,15-2 16,-15 2-16,16-1 15,-16 1 1,17-2-16,-7 2 16,2-2-16,-1 2 15,1-1-15,0 0 16,3-1-16,0-1 16,1-1-16,-2 1 15,-2-1-15,-1 0 16,0 1-1,-1-1-15,1 1 16,3-1-16,0-1 16,2 1-16,-1 0 15,0 1-15,0-1 16,0 2-16,2-1 16,-4 2-16,0 0 15,-1 1-15,-1-2 16,-1 1-16,-10 1 15,17 0 1,-17 0-16,20 3 16,-10-1-16,-10-2 15,17 3-15,-17-3 16,17 3-16,-17-3 16,18 4-16,-18-4 15,17 3-15,-17-3 16,14 2-16,-14-2 15,0 0 1,11 2-16,-11-2 16,0 0-16,0 0 15,0 0-15,0 0 16,0 0-16,10-1 16,-10 1-16,0 0 15,0 0-15,0 0 16,0 0-16,0 0 15,0 0 1,0 0-16,0 0 16,0 0-16,0 0 15,0 0-15,0 0 16,0 0-16,0 0 16,0 0-16,0 0 15,0 0-15,0 0 16,9 0-16,-9 0 15,0 0 1</inkml:trace>
  <inkml:trace contextRef="#ctx0" brushRef="#br0" timeOffset="25382.15">1778 3523 0,'-1'-1'0,"1"1"0,0 0 0,-11-14 16,3 7-16,-2-2 15,0 3 1,-3-2-16,-4 1 16,-3 0-16,-1 2 15,-3 3-15,0 2 16,0 1-16,2 1 16,2-1-16,1 2 15,0 0-15,1 1 16,-1 2-1,0 3-15,0 3 16,0 5-16,2 7 16,0 0-16,3 2 15,3-3-15,3-1 16,4 1-16,1 2 16,5 5-16,2 0 15,4-1-15,3-1 16,4 0-1,3 2-15,1-3 16,-2-6-16,5 1 31,12-1-31,9 0 16,-1-6-16,-10-8 16,-8-5-16,-4-4 15,0-7-15,-1-2 16,1-6-16,-3-1 15,2-2 1,1-2-16,0-2 16,-1-5-16,-3 0 15,-5-2-15,-1 3 16,-2-3-16,-2-9 16,-2 1-16,-3 0 15,-1 6-15,-1 8 16,-2 2-1,-5-1-15,-3 3 16,-8 2-16,-1 5 16,-4 6-16,-5 4 15,-10 8-15,-11 10 16,-6 11-16,4 11 16,5 3-16</inkml:trace>
  <inkml:trace contextRef="#ctx0" brushRef="#br0" timeOffset="31331.96">8879 3904 0,'0'0'0,"0"0"0,-2-1 0,2 1 15,0 0-15,0 0 16,0 0 0,0 0-16,0 0 15,0 0-15,11-4 16,2 6-16,2 0 15,3-1-15,2 1 16,3-1-16,3 1 16,0 0-16,4 2 15,-2-1 1,1 2-16,2 3 16,1 2-16,0 0 15,0 0-15,1 1 16,3-1-16,1-5 15,3-1-15,-3-8 16,1-3-16,-1-1 16,-2-2-16,-2 1 15,-2-1-15,-4 0 16,-4 1 0,-4 1-16,-2 0 15,0-1-15,2-1 16,0-2-16,3-3 15,-2-2-15,-2-2 16,-3-1-16,0-1 16,1-3-16,-3 1 15,-4 2-15,-4-1 16,-3-3-16,-4-2 16,-2-1-1,-2 4-15,2 1 16,-3 0-16,-2 1 15,-5 1-15,-2 1 16,-1 2-16,2 1 16,-2 0-16,-1 0 15,-2-1-15,0-2 16,0 0 0,-4-1-16,1 0 15,-2 3-15,3 1 16,1 3-16,-3-1 15,-1 2-15,-5-2 16,0 2-16,-2 0 16,0 3-16,-2 0 15,-2 1-15,-3 2 16,-2 1-16,-4 1 16,-2 3-16,0 4 15,-2 1 1,-3 1-16,1 2 15,-1 1-15,3 0 16,0 1-16,-1 0 16,2 0-16,1-1 15,5-1-15,1-1 16,-3-1-16,0-2 16,5 1-1,0 0-15,0-1 16,-3 0-16,3 1 15,4-1-15,3 0 16,0-2-16,-4 0 16,1-1-16,3 1 15,5 0-15,3 0 16,-4 0-16,0 1 16,-3 0-1,1 2-15,4 0 16,4 2-16,2 0 15,3 2-15,1 0 16,-2 2-16,-2 6 16,1-1-16,1 2 15,1 3-15,-1 0 16,-1 2-16,3-2 16,5-1-1,1-4-15,2 2 16,2 0-16,0 1 15,2 5-15,0 4 16,4 2-16,0-2 16,0-3-16,4-4 15,0-2-15,2 1 16,2 3-16,3-1 16,2 1-1,0-2-15,2-1 16,1 1-16,2-1 15,2-1-15,-4-3 16,0-2-16,2 2 16,1-1-16,5-1 15,5 0-15,-1-4 16,1-3-16,-5-2 16,1-1-1,3-2-15,2 0 16,4-3-16,-3-1 15,-3-1-15,-5 2 16,0-1-16,-2 1 16,2 0-16,6-2 15,0 3-15,-4 0 16,-4 2-16,-4 0 16,0 0-1,0 0-15,3 0 16,4 0-16,4 0 15,-1 0-15,-5 1 16,-5 0-16,-3 1 16,0 1-16,-1 0 15,-1 1-15,0-1 16,3 2-16,2-1 16,5 2-16,1-2 15,-6-2 1,-1-2-16,-4 0 15,-2 0-15,-10 0 16,16-2-16,-16 2 16,13-2-16,-13 2 15,12-1-15,-12 1 16,13-2-16,-13 2 16,14-3-16,-14 3 15,14-6 1,-14 6-16,10-6 15,-10 6-15,12-6 16,-12 6-16,16-8 16,-16 8-16,17-5 15,-17 5-15,15 0 16,-15 0-16,16 0 16,-16 0-16,14 2 15,-14-2 1,17 1-16,-17-1 15,18 2-15,-9-2 16,1 1-16,1 1 16,3 3-16</inkml:trace>
  <inkml:trace contextRef="#ctx0" brushRef="#br0" timeOffset="36284.05">3617 4501 0,'0'0'0,"0"0"0,0 0 15,0 0-15,0 0 16,0 0-16,0 0 15,0 0-15,0 0 16,5 2 0,6 0-16,4 2 0,0-1 15,1 0 1,1 0-16,1 0 16,3 0-16,3 0 15,3-2-15,-1 0 16,-2-1-16,-2 0 15,0 0-15,0 0 16,5 0-16,3 0 16,1 0-1,-3 0-15,-5 0 16,-3 0-16,1 0 16,-1 0-16,3 0 15,3 0-15,1 0 16,-2 0-16,-4 0 15,-1 0-15,0 0 16,1 0-16,3 0 16,4 0-16,1 0 15,-1 0 1,-3 0-16,0 0 16,-1 0-16,3-1 15,5 1-15,1-4 16,-2 2-16,-3-2 15,-4 1-15,-1-1 16,2-1-16,4 0 16,1 0-16,-2 1 15,-2 0 1,-4 2-16,0-1 16,1 0-16,3 2 15,0-2-15,-2 1 16,-2 1-16,-3 2 15,-1 0-15,-1 1 16,0 0-16,-2 1 16,0-1-1,3 1-15,3 0 16,1 1-16,-2-2 16,-2 1-16,-2-1 15,-1 1-15,-2-2 16,2 1-16,-1 0 15,3-1-15,4 1 16,3-1 0,-2-1-16,-3 0 0,-5-1 15,-2 1 1,0 0-16,-2 0 16,3 0-16,0 0 15,4 0-15,4 0 16,0 0-16</inkml:trace>
  <inkml:trace contextRef="#ctx0" brushRef="#br0" timeOffset="37367.76">7818 4545 0,'0'0'0,"0"0"0,2-2 15,-2 2-15,6-12 16,-1 2-16,4-1 15,6-5-15,6-3 16,4 0-16,3 0 16,3-3-16,7-4 15,4-3 1,2-1-16,0 0 16,0 0-16,-3-3 15,-4 0-15,-2 1 16,-5 5-16,-4 5 15,-7 3-15,-3 4 16,-1 3-16,-3 1 16,2-2-16,8-2 15</inkml:trace>
  <inkml:trace contextRef="#ctx0" brushRef="#br0" timeOffset="40583.08">3226 5070 0,'0'0'0,"0"0"16,0 0-16,0 0 15,0 0-15,0 0 16,0 0-16,0 0 16,0 0-16,0 0 15,0 0-15,2 0 16,-2 0-16,0 0 16,13 4-16,-1-1 15,2 2 1,1-2-16,-1 2 15,2-1-15,-1 0 16,3-1-16,3 0 16,2-1-16,2 1 15,-2-1-15,0 0 16,-4 1-16,0 0 16,-1 0-1,1 2-15,3 0 16,1 1-16,1 0 15,-4-1-15,-2 0 16,0-1-16,-2 0 16,3 0-16,2 1 15,2 0-15,1 0 16,1 0-16,2-2 16,-3-1-16,4-1 15,-2 1-15,4 0 16,0-1-1,4-1-15,-3-1 16,1 0-16,0 0 16,-2 0-16,2 0 15,1 0-15,-2 1 16,-1-2-16,2 2 16,-3-1-16,4 0 15,0 1-15,0-1 16,-1 0-1,2 0-15,0 1 16,4 0-16,-1 0 16,-2 0-16,0 0 15,-1 0-15,1 0 16,-1 0-16,0 0 16,0 0-16,2 0 15,0 0-15,0-1 16,-2-1-1,-3-2-15,-4 2 16,2 0-16,1-1 16,0 0-16,1 1 15,-3 0-15,0-1 16,0 2-16,0 0 16,2 1-16,0 0 15,0 0-15,-4 0 16,-3 0-1,-1 0-15,1 0 16,4 1-16,1 0 16,1-1-16,1 1 15,-2 0-15,5-2 16,1-1-16,1-1 16,2-2-16,-2 2 15,-1-3 1,-1 2-16,1-1 15,1 0-15,-1 0 16,1 1-16,-1 1 16,5 0-16,1 2 15,-1 1-15,4 0 16,-2 0-16,3 0 16,-2 0-16,-2 1 15,-3-1-15,0 0 16,0 1-1,0 1-15,-2 1 16,-1-1-16,2 1 16,0 0-16,3 1 15,0-1-15,1 0 16,0 0-16,4 0 16,-1 1-16,3-1 15,0 0-15,1 0 16,0 0-1,0-2-15,-2-1 16,-2-3-16,-2 2 16,-2-2-16,-2 1 15,1 1-15,-3-1 16,1 1-16,-1-1 16,0 0-16,-2 0 15,0 1-15,1 1 16,1 1-16,-3 0 15,0 2 1,-1 0-16,3-1 16,2 2-16,1-1 15,-1 0-15,-2 0 16,2-1-16,-1 0 16,1 1-16,0 0 15,-2-1-15,2 0 16,2 1-16,3-1 15,6 2 1,4-3-16,9-6 16</inkml:trace>
  <inkml:trace contextRef="#ctx0" brushRef="#br0" timeOffset="58999.44">9653 4435 0,'0'0'0,"0"0"0,-4-4 16,-4-3-16,-2-4 15,1 2-15,0 3 16,9 6-16,-20-8 15,5 10 1,-4 5-16,-3 9 0,2 2 16,-2 2-1,1 2-15,3 1 16,1 3-16,4 1 16,4-1-16,4 1 15,6-1-15,4-2 16,3-2-16,2-4 15,2-4-15,1-2 16,12-11 15,9-8-31,7-18 16,-2-8-16,-13 0 16,-9-2-16,-5 8 15,-7-2-15,-5 0 16,-3 0-16,-4 4 15,-5 2-15,-1 3 16,1 3-16,0 3 16,4 7-1,8 7-15,-10-7 16,10 7-16,0 0 16,0 0-16</inkml:trace>
  <inkml:trace contextRef="#ctx0" brushRef="#br0" timeOffset="59182.96">9934 4492 0,'0'0'0,"0"0"0,0 0 0,0 0 0,0 0 15,0 2-15,0-2 16,0 0-16,10 12 15</inkml:trace>
  <inkml:trace contextRef="#ctx0" brushRef="#br0" timeOffset="59649.01">10301 4465 0,'0'0'0,"0"0"0,0 0 0,-3 1 0,3-1 0,-16 6 16,-3 2 0,-3 11-16,1 6 15,4 1-15,2 6 16,3-2-16,4-1 15,4-1-15,10-4 16,7-3-16,1-2 16,4-8-16,1-7 15,12-15 17,10-17-32,-1-7 15,-9-5-15,-13 11 16,-10-8-16,-5 3 15,-4 0-15,-7 4 16,0 6-16,-4 3 16,3 6-16,-1 5 15,10 10-15,-13-9 16,13 9 0,-17 5-16,7 4 15,5-2-15</inkml:trace>
  <inkml:trace contextRef="#ctx0" brushRef="#br0" timeOffset="59898.38">10690 4283 0,'0'0'0,"0"0"0,0 0 0,0 0 0,0 4 16,0 9-16,0 18 15,0 17-15,0 4 16,-1 3-16,-3-2 16,1-1-16,-1-9 15,1-5-15,1-10 16,0 0 15,0-2-31</inkml:trace>
  <inkml:trace contextRef="#ctx0" brushRef="#br0" timeOffset="61149.33">9454 5047 0,'0'0'0,"0"0"0,0 0 0,4 1 16,-4-1-16,26 7 15,1 0-15,13 1 16,9-3-16,5-2 16,7 1-16,-2-3 15,11 0-15,4-2 16,-3 0-16,10-3 16,-6 0-1,2-4-15,2-1 16,-11 1-16,4 0 15,-1 0-15,-1 1 16,4 2-16,-4 2 16,1 1-16,-5 0 15,-1 1-15,-7-1 16,-2-1-16,-1-2 16,-8-3-16,-4 1 15,-6 0 1,-6 2-16,2-1 15,0 2-15,-4 2 16,-2 1-16,-5 2 16,-2 1-16,-2 1 15,-4 0-15,-2-1 16,-12-2-16,15 4 16,-15-4-1,0 0-15,9 2 16,-9-2-16,0 0 15,0 0-15,0 0 16,0 0-16,0 0 16,0 0-16,0 0 15,-10 2-15,-20-7 16,-10-2-16,4 2 16,7 0-1,2 0-15,5 0 16,-2 0-16,-1-1 15,3 1-15,4 1 16,5 2-16,3 0 16,10 2-16,-12-3 15,12 3-15,0 0 16,0 0-16,0 0 16,0 0-1,0 0-15,0 0 16,0 0-16,36 10 15,-4-2-15,0 3 16,-1 1-16,-4 0 16,-2-2-16,-6 0 15,-4 0-15,-4 4 16,-8 1-16,-12 8 16,-30 18-1</inkml:trace>
  <inkml:trace contextRef="#ctx0" brushRef="#br0" timeOffset="68964.63">12074 4776 0,'0'0'0,"-2"-2"0,2 2 16,0 0-16,-11-5 16,11 5-16,-11-3 15,11 3 1,-15 0-16,15 0 15,-21 5-15,6 3 16,-3 4-16,2-2 16,4 0-16,1 0 15,3 0-15,3 0 16,0 3-16,5 3 16,3 2-1,2-2-15,2-2 16,-1-2-16,2 0 15,0-2-15,1-3 16,2-1-16,1-2 16,1-3-16,3 1 15,4-2-15,4-2 16,1-4 0,-5-6-16,-4 1 15,-6-1-15,-4-3 16,-2-2-16,-3-1 15,-1 2-15,0 2 16,-3 1-16,-1 2 16,-3-1-16,-1 0 15,-1 2-15,-3-1 16,3 4-16,9 7 16,-15-10-16,15 10 15,-10-4-15,10 4 16,0 0-1,0 0-15,-7 10 16,11 1-16,16 8 31</inkml:trace>
  <inkml:trace contextRef="#ctx0" brushRef="#br0" timeOffset="69132.19">12278 4889 0,'0'0'0,"2"-2"16,-2 2-16,0 0 16,0 0-16,0 0 15,0 0-15,0 0 16,7-7-16,-7 7 16,0 0-16</inkml:trace>
  <inkml:trace contextRef="#ctx0" brushRef="#br0" timeOffset="69482.83">12512 4754 0,'0'0'0,"0"0"0,0 0 0,0 0 15,0 2-15,0-2 16,-2 14-16,0 4 16,1 7-16,-1 0 15,1 1-15,0-1 16,0 0-16,0 1 16,0 0-16,0 0 15,1-2 1,0-3-16,0-2 15,0-1-15,0-3 16,0-4-16,0 0 31,0-1-31,1 0 16</inkml:trace>
  <inkml:trace contextRef="#ctx0" brushRef="#br0" timeOffset="71732.66">12750 5414 0,'0'0'0,"0"0"0,0 0 0,0 0 0,0 0 16,0 0-16,0 0 16,0 0-16,0 0 15,3 2-15,-3-2 16,8 6-1,-8-6-15,9 9 16,-9-9-16,0 0 16,5 8-16,-5-8 15,10 15-15,-3-5 16,-1-1-16,-2-2 16,2-1-16,-6-6 15,11 8-15,-11-8 16,18 6-16,-18-6 15,16 5 1,-16-5-16,15 5 16,-15-5-16,17 9 15,-6-3-15,-11-6 16,12 7-16,-12-7 16,11 4-16,-11-4 15,14 7-15,-14-7 16,11 6-16,-11-6 15,10 7 1,-10-7-16,9 10 16,-9-10-16,7 8 15,-7-8-15,11 12 16,-11-12-16,13 9 16,-13-9-16,15 9 15,-15-9-15,15 7 16,-15-7-1,17 8-15,-17-8 16,16 7-16,-16-7 16,11 6-16,-11-6 15,12 5-15,-12-5 16,18 6-16,-18-6 16,14 5-16,-14-5 15,14 5-15,-14-5 16,0 0-16,17-9 15,-17 9-15,9-8 16,-9 8 0,0 0-16,12-1 15,-12 1-15,0 0 16,0 0-16,11-1 16,-11 1-16,0 0 15,0 0-15,12 1 16,-12-1-16,0 0 15,5 6 1,-5-6-16,0 0 16,0 0-16,0 0 15,10 2-15,-10-2 16,0 0-16,6 8 16,-6-8-16,0 0 15,0 0-15,12 3 16,-12-3-1,13-3-15,-13 3 16,16-1-16,-16 1 16,17 6-16,-17-6 15,10 5-15,-10-5 16,0 0-16,0 0 16,12 0-16,-12 0 15,0 0-15,0 0 16,9 7-16,-9-7 15,0 0 1,0 0-16,0 0 16,0 0-16,0 0 15,11 3-15,-11-3 16,0 0-16,13-2 16,-13 2-16,15-3 15,-15 3-15,18 0 16,-8 0-16,1 2 15,2-2 1,1 0-16,-3 0 16,1 5-16,4 4 15,-2 1-15,-14-10 16,20-7-16,-20 7 16,17-10-16,-17 10 15,15 6-15,-15-6 16,13 9-16,-13-9 15,0 0 1,10 4-16,-10-4 0,0 0 16,0 0-1,7 7-15,-7-7 16</inkml:trace>
  <inkml:trace contextRef="#ctx0" brushRef="#br0" timeOffset="73565.87">13806 5650 0,'0'-2'0,"0"2"0,0 0 0,0 0 16,0 0-1,0 0-15,0 0 16,0 0-16,-10 6 16,5 1-16,-2 0 15,7-7-15,-14 13 16,5-1-16,3 1 15,-1 3-15,4 6 32,11 20-17,3 14-15,6-8 16,-5-24-16,-5-11 16,-1-5-16,8-5 15,5-8-15,6-5 16,2-11-16,-11 3 15,-4-3-15,-4-3 16,-6 3 0,-1 1-16,-2 1 15,-2 3-15,-4 0 16,1 3-16,0 2 16,1 3-16,5 8 15,-6-9-15,6 9 16,0 0-16,0 0 15,0 0-15,-8 8 16</inkml:trace>
  <inkml:trace contextRef="#ctx0" brushRef="#br0" timeOffset="73733.92">14073 5754 0,'0'0'0,"0"0"0,0 0 16,0 0-16,0 0 16,0 0-1,0 3-15</inkml:trace>
  <inkml:trace contextRef="#ctx0" brushRef="#br0" timeOffset="74199.62">14357 5760 0,'0'0'0,"0"0"0,0 0 15,-1 3-15,1-3 16,-4 8-16,3 1 16,-1 1-16,0 3 15,0 0-15,5 0 16,1 1 0,3-3-16,-2-4 15,-5-7-15,9 8 16,-9-8-16,15 6 15,3-6-15,5-9 16,0-10-16,-5-4 16,-6-3-16,-2 5 15,-4 3 1,-3 2-16,-4 3 31,-3 3-31,-7 2 16,-3 3-16,-6 0 15,1 6-15,6 4 16,4 2-16,4 1 16</inkml:trace>
  <inkml:trace contextRef="#ctx0" brushRef="#br0" timeOffset="76815.8">14711 5669 0,'0'0'0,"0"0"0,0 0 0,0 0 16,0 0-16,0 0 15,0 4-15,-3 14 16,-4 21-16,-2 10 16,2 7-16,0 3 15,2 2-15,2-1 16,2-11-16,2-4 31,1-6-15,1-12-16,2-5 15,-2-8-15,-1-2 16,2 0-16</inkml:trace>
  <inkml:trace contextRef="#ctx0" brushRef="#br0" timeOffset="77465.83">13778 6450 0,'0'0'0,"-1"-2"16,1 2-16,0 0 16,0 0-16,0 0 15,0 0-15,-8 13 16,-3 14-16,0 8 16,2-11-1,5-9-15,1-5 16,3-3-16,0 24 15,11 21-15,6-1 16,0-37-16,6-26 16,11-41-16,-5-18 15,-12 37-15,-7 3 16,-2 7-16,-5 4 16,-4 1-16,-4 2 15,-3 4-15,0 4 31,8 9-15,-17-7-16,5 9 16,12-2-16</inkml:trace>
  <inkml:trace contextRef="#ctx0" brushRef="#br0" timeOffset="77632.73">14159 6536 0,'0'0'0,"0"0"0,1-2 0,-1 2 16,0 0-16,0 0 16,0 0-16</inkml:trace>
  <inkml:trace contextRef="#ctx0" brushRef="#br0" timeOffset="78499.14">14395 6521 0,'0'0'0,"0"0"0,0 0 0,0 0 0,0 0 16,0 0-16,-2 1 15,2-1-15,-11 17 16,1 0-16,3 11 16,2 6-16,3 1 15,5 0-15,3-3 31,7 2-15,5-17-16,2-13 16,4-11-16,3-14 15,-2 3-15,-6-1 16,-4 0-16,-6-2 16,-5 1-16,-3 0 15,-2 1-15,-4 4 16,-6 0-16,-6-2 15,-5 4 1,2 1-16,4 5 16,5 1-16,11 6 15,-12-2-15,12 2 16,0 0-16,6 13 16,9 1-16,13 1 15,16 0-15,6-4 16,0-6-16,-3 0 15,-3-3 1,-7 0-16,-7-1 16,-9-1-16,-8 0 15,-3 0-15,-10 0 16,11 10-16,-9 8 16,-2 10-16,-5 4 15,-5 0-15,0-3 16,-1-2-1,-2 0-15,8-15 16,-4 7-16,5-4 16,7-4-16,4-5 15,11-10-15,8-8 16,-4 1-16,-4 0 16,-2-8-16,-4-13 15,-1-8-15,-6-4 16,-8 9-16,0 10 15,-2 8 1,-1 2-16,-2 6 16,-3 2-16,-3 3 15,-3 4-15,5 2 16,12-2-16,-14 9 16</inkml:trace>
  <inkml:trace contextRef="#ctx0" brushRef="#br0" timeOffset="78732.57">15225 6440 0,'0'0'0,"0"0"0,0 0 0,0 2 16,0-2-16,-2 21 16,-1 5-16,-1 11 15,1 10-15,0-1 16,0 1-1,-1-2-15,0-2 16,-3 3-16,-3-2 16,-3 0-16</inkml:trace>
  <inkml:trace contextRef="#ctx0" brushRef="#br0" timeOffset="83282.67">818 5702 0,'0'0'0,"0"0"0,0 0 0,0 0 16,0 0-16,0 0 16,4-1-1,8-1-15,15-4 16,12-10-16,5-6 15,2-3-15,-2-2 16,-1 0-16,-4 2 16,-6 4-16,-5 4 15,-8 4-15,-1 3 16,-3 1 0,-4 3-16,2 2 15,-2 3-15,5 1 16</inkml:trace>
  <inkml:trace contextRef="#ctx0" brushRef="#br0" timeOffset="152131">13297 1362 0,'0'0'0,"0"5"0,0 5 15,-2 19-15,0 20 16,-1 6-16,1 2 16,0 2-1,0 1-15,-1 0 16,3-2-16,3-3 15,1 1-15,2-1 16,-2-5-16,3-7 16,-1-4-16,1-5 15,0-3-15,-1-5 16</inkml:trace>
  <inkml:trace contextRef="#ctx0" brushRef="#br0" timeOffset="152948.04">13266 1329 0,'0'0'0,"0"0"0,0 0 15,0 0-15,0 0 16,0 0-16,2-2 16,6-5-16,32-15 15,44-5 1,9 0-16,-3 7 15,-13 5-15,-9 4 16,-7 4-16,-12 3 16,-10 2-16,-9 2 15,-7 2-15,-4 0 16,-3 2-16,-1 2 16,2 5-16,2 4 15,-1 4 1,-4 3-16,-3 5 15,-1 4-15,0 4 16,-2 0-16,-1 0 16,1 2-16,0 5 15,1 3-15,1 4 16,2-1-16,2-2 16,4-2-16,0-8 15,2 4 1,-1 0-1,-5-4 1,-12-7-16,-10-10 16,-5-4-16,-5 2 15,-4-1-15,-15 1 16,-16 0-16,-6-3 16,-3-1-16,4-2 15,-14 2-15,5-3 16,-1-2-1,-5 1-15,9-2 16,2 0-16,4-3 16,10-3-16,4-2 15,10-2-15,9 1 16,0-5-16,8 0 16,6 2-16,11 5 15,-12-6 1,12 6-16,0 0 15,0 0-15,0 0 16,0 0-16</inkml:trace>
  <inkml:trace contextRef="#ctx0" brushRef="#br0" timeOffset="153964.63">12333 1657 0,'0'0'0,"0"3"0,0-3 0,0 0 15,11 5-15,9-4 16,19-2-1,6-1-15,3 1 16,2 2-16,10 10 16,-2-4-16,-4 1 15,9-3-15,-1-7 16,2-5-16,6-1 16,-12-1-16,-1 3 15,2 1-15,-8 2 16,-3-1-16,-3-4 15,-12 4 1,-3 5-16,0 5 16,-2-4-16,-4 2 15,-6-3-15,-3-2 16,-5-3-16,1-5 16,-5 1-16,-6 8 15,7-6-15,-7 6 16,0 0-1,-17-11-15,-14-4 16,-6 7-16,-5 4 16,2-3-16,-2 1 15,3 1-15,10 1 16,4 4-16,7 2 16,4-2-16,2 0 15,2-4-15,0 1 16,10 3-16,-12-8 15,6-4 1,6 12-16,-2-8 16,14 3-16,8-4 15,8-3-15,0 4 16,2 17-16,3 11 16,-4-4-16,-7-4 15,-8-4-15,-4-2 16,0 4-16,-3 6 15,-4-2 1,-8 16-16,-23 26 16,-18 17-16,-26 25 15</inkml:trace>
  <inkml:trace contextRef="#ctx0" brushRef="#br0" timeOffset="162114.7">14576 1393 0,'0'0'0,"0"3"0,0-3 0,0 21 16,0 6-16,0 7 15,0 5-15,0 1 16,0-1-16,0-1 16,0 2-16,0-5 15,0-2-15,0-3 16,0 1-16,0 1 15,0-3 1,0-2-16,0-5 16,0-2-16,1-1 15</inkml:trace>
  <inkml:trace contextRef="#ctx0" brushRef="#br0" timeOffset="162613.85">14936 1714 0,'0'-1'0,"0"1"0,-2-9 16,2 9-16,-3-7 15,3 7-15,0 0 16,0 0-16,-13-3 15,4 7 1,-6 7-16,1 3 16,1 2-16,4 2 15,-1 3-15,5 7 16,3-1-16,2-2 16,4 2-16,2-4 15,7-1-15,6 0 16,1-10-16,9-9 15,3-6-15,12-9 16,0-2 0,-10-1-16,-7-4 15,-11-3-15,-7-5 16,-5 0-16,-7-1 16,-9-2-16,-6 2 15,-5 1-15,-5-1 16,-15 0 15,-1 5-31,1 6 16,4 9-16,12 7 15,3 1-15,8 0 16,16 0-16</inkml:trace>
  <inkml:trace contextRef="#ctx0" brushRef="#br0" timeOffset="162947.78">15010 1170 0,'-9'-3'0,"-11"-4"0,-6 1 0,-35-8 15,3 5-15,0 6 16,-4 5-16,0 6 16,3 1-1,-5 7-15,2 4 16,2 6-16,5 6 16,7-3-16,2 3 15,9 3-15,5 6 16,7 14-16,5-7 15,4 8 1</inkml:trace>
  <inkml:trace contextRef="#ctx0" brushRef="#br0" timeOffset="163346.6">15402 1588 0,'-1'-9'0,"-7"-13"0,-4-10 16,-20-27 0,-4 8-16,-8 2 15,-7 4-15,-8 2 16,-5 6-16,-4 5 16,0 6-16,-5 6 15,3 7-15,1 3 16,-2 4-16,8 6 15,-6 5-15,-4 8 16,6 12-16</inkml:trace>
  <inkml:trace contextRef="#ctx0" brushRef="#br0" timeOffset="191280.05">9943 5740 0,'0'0'0,"0"0"0,0 0 0,0 0 16,-2 1-16,2-1 15,-5 22-15,-4 11 16,1 15-16,0 4 16,4 0-16,-2 2 15,3-4-15,3-5 16,3-9-1,3-4-15,0-6 16,3-9-16,7-9 16,5-8-16,9-10 15,2-6-15,-1-13 16,-5-5-16,-6 4 16,-6 7-1,-5 6-15,-1 5 0,-2 4 31,5 7-15,8 7-16,5 6 16,-1 6-16,-2 3 15,-2 0-15,-2-2 16,-4-5-16,-1-1 16,4-3-16,4-7 15,8-11-15,0-12 16,2-14-1,1-7-15,-9 2 16,-4-8-16,-5 3 16,-6 3-16,-4 9 15,-3 11-15,0 7 16,-1 6-16,1 8 16,-2-10-16,2 10 15,0 0-15,0 0 16</inkml:trace>
  <inkml:trace contextRef="#ctx0" brushRef="#br0" timeOffset="191497.08">10740 5917 0,'0'0'0,"0"0"0,0 0 0,5 1 0,6 3 16,8 1-16,2 0 15,0 1 1,0-3-16,9-3 16,5-1-16,2-2 15,-6 1-15,-3 0 16,-5-1-16</inkml:trace>
  <inkml:trace contextRef="#ctx0" brushRef="#br0" timeOffset="191697.4">10700 6226 0,'0'0'0,"0"0"0,0 0 0,0 0 16,0 0-16,6 1 15,14 2-15,12-8 16,4-6-16,-1-3 15,0 1 1,1-4-16</inkml:trace>
  <inkml:trace contextRef="#ctx0" brushRef="#br0" timeOffset="192197.09">11194 5848 0,'0'0'0,"0"0"16,0 0-16,-3 6 16,0 5-16,1 13 15,-2 14-15,1 4 16,-4 5-16,1-4 16,1-8-16,1-9 31,7-8-31,8-7 15,5-9 1,7-10-16,2-13 16,-2 0-16,-7 4 15,-5 5-15,-4 4 16,-7 8-16,0 0 16,19 2-16,-5 16 15,1 9-15,-7-5 16,-1 6-16,1 1 15,2-3-15,3-3 16,2-11 0,2-9-16,5-9 15,3-12-15,1-4 16,-6-10-16,-6-1 16,-4 1-16,-6 6 15,-5 9-15,1 5 16,-2 1-16,1 3 15,1 8 1,-4-9-16,4 9 16</inkml:trace>
  <inkml:trace contextRef="#ctx0" brushRef="#br0" timeOffset="192431.5">11697 6122 0,'4'-1'0,"-4"1"15,14-2-15,3-3 16,2 0-16,7-1 16,0-2-16,-3-1 15,-2 1-15,-1-1 16,-1 1-16,-2 1 15,-4 1-15</inkml:trace>
  <inkml:trace contextRef="#ctx0" brushRef="#br0" timeOffset="194414.42">12261 5874 0,'0'0'0,"2"-3"0,-2 3 0,0 0 16,17-21-16,2 0 15,3 0-15,2 6 16,-4 7-16,2 6 15,1 9-15,-1 6 16,-3 9-16,-7 7 16,-7 3-1,-8 5-15,-3 3 16,-4 0-16,0-4 16,-1-6-16,2-9 15,1-7-15,4-7 16,4-7-16,0 0 15,-10-1-15,6-17 16,1-9-16,6-5 16,7-3-1,6-1-15,3 1 16,5 0-16,-1 5 16,-2 6-16,-2 7 15,-3 6-15,-1 7 16,2 6-16,2 8 15,-1 11-15,-1 7 16,-7 13-16,-8 6 16,-7 11-1,-12 3-15,-11 4 16,-10 8-16,-8-4 16,-1 0-16,3-8 15,4-6-15,-1-4 16,9-12-16,9-11 15,14-15 1,11-5 0,10-1-16,18-5 15,13-1 1,22-25-16,1-7 16,4-21-16,-17 17 15,-13 8-15,-7 5 16</inkml:trace>
  <inkml:trace contextRef="#ctx0" brushRef="#br0" timeOffset="196580.05">13115 5913 0,'0'-7'0,"2"-11"0,-1 7 15,0-10-15,-1 21 16,0 0 0,0 0-16,0 0 15,0 0-15,-1-9 16,1 0-16,1 3 15,-1 6-15,0 0 16,0 0-16,14 3 16,-14-3-16,21 8 15,-4-1 1,-1 0-16,6 4 16,-2 7-16,-1 3 15,-6-1-15,-1 1 16,-7 3-16,-2-1 15,-2-8-15,-1-6 16,0-9-16,0 9 16,0-9-1,0 0-15,-2 8 16,2-8-16,-3 6 16,3-6-16,0 0 15,0 0-15,0 0 16,0 0-16,0 0 15,0 0-15,-9 5 16,9-5-16,0 0 16,0 0-1,0 0-15,0 0 16,0 0-16,0 0 16,0 0-16,0 0 15,0 0-15,0 0 16,0 0-16,0 0 15,0 0-15,0 0 16,0 0-16,0 0 16,-6-10-16,0-2 31,-7-5-15,1-1-16,2 4 15,4 6-15,2 2 16,4 6-16,-7-10 15,7 10-15,0 0 16,0 0-16,-4-7 16,4 7-16,0 0 15,0 0 1,0-7-16,0 7 16,0 0-16,0 0 15,0 0-15,0 0 16,0 0-16,0 0 15,0 0-15,0 0 16,0 0-16,0 0 16,0 0-16,0 0 15,0 0-15,0 0 16,0 0 0,0 0-16,0 0 15,0 0-15,0 0 16,0 0-16,0 0 15,0 0-15,0 0 16,0 0-16,0 0 16,0 0-16,0 0 15,0 0 1,0 0-16,0 0 16,0-7-16,0 7 15,0 0-15,0 0 16,-13 9-16,-3 11 15,-11 13-15,-11 15 16,0 1-16,4-3 16,0-1-16,5-8 15,7-7-15,6-6 16,9-12 0,7-12-16,-6 9 15,6-9-15,0 0 16,-2-18-16,8-7 15,3-5-15,7-6 16,6-5-16,3-2 16,0 4-16,-2 6 15,1 5 1,-1 3-16,1 5 16,-6 5-16,-3 4 15,-2 3-15,-1 2 16,7 4-16,3 5 15,4 6-15,2 8 16,-5 9-16,-1 4 16,-3 1-16,-4 0 15,-2-2-15,-3-2 16,-4-4 0,-1-5-16,-2-6 15,-2-2-15,-1-2 16,-1-1-16,-3 0 15,-13 5-15,-13 4 16,-15-4-16,-5 0 16,1-4-16,3-1 15,1 1-15,4-2 16,8-1-16,3 1 16,7-3-1,6-3-15,5-1 16,12 1-16,-15-7 15,13-1-15,4-5 16,11-3-16,12-5 16</inkml:trace>
  <inkml:trace contextRef="#ctx0" brushRef="#br0" timeOffset="197181.2">13530 5978 0,'0'0'0,"4"0"0,-4 0 15,22 0-15,10 0 16,5 0-16,-5 0 16,-8 0-16,-6-1 15,-5 0-15,-3 0 16,-10 1 0,11-3-16,-11 3 0,0 0 15,0 0 1,0 0-16,0 0 15,0 0-15,-11 2 16,11-2-16,-20 18 16,7 5-16,1 5 15,2 1-15,2 6 16,-1 2-16,3-4 16,-1-1-1,2-8-15,0-2 16,1-2-16,0-6 15,0-3-15,2-5 16,2-6-16,-4 7 16,4-7-16,-11 2 15,-5-3-15,-8 0 16,-3-4-16,6 0 16,4 0-1,2 0-15,0-1 16,-1-1-16,-2-2 15,4 1-15,14 8 16</inkml:trace>
  <inkml:trace contextRef="#ctx0" brushRef="#br0" timeOffset="197647.51">13679 5982 0,'0'0'0,"0"0"0,0 0 0,2-1 0,-2 1 15,22-2-15,-1 1 16,8 0-16,3 1 16,0 1-16,-6-1 15</inkml:trace>
  <inkml:trace contextRef="#ctx0" brushRef="#br0" timeOffset="199531.31">13276 5629 0,'0'0'0,"0"0"16,0 0-16,0 0 16,0 0-16,7 2 15,11 2-15,16-1 16,9-2-16,6 1 16,1-1-16,2 1 15,2-1-15,-4 1 16,-3 4-16,-2 3 15,-3 4 1,0 1-16,-6 0 16,-3 1-16,-4 0 15,-6-1-15,1 2 16,-4 1-16,-1 5 16,-5 2-16,-5 2 15,-3 0-15,-4-2 16,-2-3-1,-3-1-15,-1-1 16,0 0-16,-4-1 16,0-1-16,0 0 15,1-5-15,0 1 16,-1 1-16,1 1 16,-2 2-16,1 0 15,-1-3-15,1 2 16,-1 2-16,2 2 15,-1 1 1,2-2-16,1 0 16,1 1-16,0 5 15,-1 3-15,-1 4 16,1 3-16,1 1 16,2 4-16,-1-1 15,1-1-15,1-3 16,2-1-16,1-2 15,0-5 1,1-1-16,1-1 16,2-3-16,1-4 15,0-3 1,3 3 0,2-1-16,5 6 15,2 0-15,2 6 16,0 5-1,-3-2-15,0-1 16,-3-8-16,10 4 16,0 4-16,0 0 15,-3-3-15,-5-3 16,4 2-16,-1 0 16,13-3-16,0-2 15,-2-3-15,10 7 16,-4-4-1,7-4-15,3-6 0,2-5 16,7 1 0,3-3-16,3-1 15,1-2-15,-2-5 16,-1-3-16,2-3 16,-3 0-16,0 0 15,-3 1-15,-1-1 16,-2 5-1,-1 5-15,0 1 16,-8 1-16,-3 1 16,-1-1-16,-5-1 15,2 1-15,-5-2 16,6 1-16,-4-1 16,-9-1-16,-12-1 15,-1-1-15</inkml:trace>
  <inkml:trace contextRef="#ctx0" brushRef="#br0" timeOffset="201997.23">10369 6408 0,'0'-1'0,"0"1"0,5-10 0,3-1 16,7-5-16,3 2 15,-2 2-15,0 4 16,2 5-16,-4 4 15,-2 4-15,-1 10 16,0 5-16,-3 13 16,-7 10-1,-5 2-15,-5-4 16,-1-7-16,0-7 16,2-10-16,1-4 15,3-5-15,4-8 16,0 0-16,0 0 15,0 0-15,8-23 16,5-5-16,2 1 16,1 3-16,0 3 15,-2 7 17,0 8-32,-1 7 15,2 9-15,-5 9 16,-3 8-16,-7 8 15,-4 2-15,-4-2 16,0-7-16,2-7 16,1-6-1,5-15-15,0 0 16,0 0-16,0 0 16</inkml:trace>
  <inkml:trace contextRef="#ctx0" brushRef="#br0" timeOffset="202714.21">10708 6613 0,'0'0'0,"0"0"0,1 1 15,-1-1-15,0 0 16,0 0-16,15 1 15,-2-13-15,4-14 16,-1-1-16,-3-1 16,-7 8-1,-6 7-15,-3 3 16,-5 4-16,-4 4 16,-4 9-16,-4 13 15,-1 6-15,2 4 16,4-2-16,5 2 15,4-3-15,7-3 16,4-3-16,1-9 16,4-8-1,11-11-15,13-17 16,8-3-16,-14 5 16,-7 2-16,-7 8 15,-5 3-15,-9 9 16,9-8-16,-9 8 15,0 0-15,15 10 16,-7 2-16,1 3 16,-3 1-16,-3-2 15,-2 0 1,1-2-16,-1-4 16,-1-8-16,8 9 15,-8-9-15,11 6 16,-11-6-16,10 1 15,-10-1-15,12 14 16,-2 1-16,2 4 16,-1-5-16,1-8 15,7-4 1,-4-5-16,4-10 16,1-3-16,3-10 15,-5-10-15,-2-1 16,-8-6-16,-7 6 15,-2 9-15,-3 5 16,-4 9-16,-2 5 16,-3 8-16</inkml:trace>
  <inkml:trace contextRef="#ctx0" brushRef="#br0" timeOffset="204414.51">11571 6464 0,'0'0'0,"0"0"0,-4 5 16,-5 8-16,-1 8 15,3 0-15,4-8 16,1-4-16,4-2 16,8-1-1,9-4-15,6-9 16,1-12-16,2-9 15,6-8-15,-4 2 16,-6 4-16,-10 4 16,-8 3-16,-2 4 15,-5 9 17,1 10-32,-27 0 15,-5 16-15,7 4 16,0 8-16,7 12 15,5 2-15,5 1 16,7-9-16,2-8 16,3-3-16,4-3 15,2-5-15,5-4 16,5-5 0,7-5-16,7-3 15,-4-4-15,-5-2 16,-7 0-16,-5 2 15,-4 0-15,-9 6 16,14-8-16,-14 8 16,0 0-16,0 0 15,0 0 1,10-6-16,-10 6 0,0 0 16,0 0-1,0 0-15,0 0 16,6-7-16,-6 7 15,0 0-15,2-7 16,-2 7-16,0 0 16,0 0-16,-12-5 15,12 5-15,-18 9 16,4 1 0,1 3-16,4-2 15,2 3-15,5 0 16,3-2-16,3-2 15,-4-10-15,27-5 16,7-21-16,17-31 16,-2-1-16,-16-6 15,-5-5-15,-13 18 16,-2 8-16,-4 10 16,-3 15-16,-3 7 15,-3 11 1,0 0-16,0 0 15,-12 29-15,-6 21 16,-4 12-16,-1-2 16,-1 6-16,3-7 15,8-14-15,11-4 16,11-8-16,1-16 16,10-13-16,11-7 15,28-24 1,20-16-16</inkml:trace>
  <inkml:trace contextRef="#ctx0" brushRef="#br1" timeOffset="210696.65">10415 5324 0,'0'0'0,"-7"-3"0,7 3 16,-18-6-16,4 1 16,-2 2-16,-2 1 15,-2 1-15,-1 1 16,-2 1-16,-6 1 15,-2 1-15,-1 3 16,2-1-16,0 2 16,-4 4-16,0 2 15,-3 3 1,-1 2-16,2 3 16,0 1-16,1 3 15,1 0-15,2-1 16,5 2-16,1 0 15,4 2-15,-1 4 16,4 2-16,2-2 16,-1 1-16,2-1 15,1 2 1,3 1-16,2 2 16,2-1-16,2 1 15,5 4-15,2 1 16,3 4-16,4-1 15,1-1-15,0 3 16,1-3-16,0 0 16,6 17 15,3 7-31,2 0 16,1-7-16,-4-24 15,2 0-15,5-2 16,2 4-16,1-2 15,-1-3-15,0-2 16,-1-7-16,11 4 16,1-1-16,-1-1 15,5 3 1,-9-4-16,0 0 16,-7-6-16,4 4 15,11 7-15,4-2 16,-3-7-16,1-7 15,4-5-15,6 4 16,-1 0-16</inkml:trace>
  <inkml:trace contextRef="#ctx0" brushRef="#br1" timeOffset="211547.5">11289 6473 0,'-1'-3'0,"1"3"0,-7-14 15,-5-6-15,-7-7 16,-6-9-16,-5-3 16,-3-2-16,5 7 15,2 2-15,-2 0 16,1-1 0,2 1-16,0-4 15,5 1-15,2 0 16,3 1-16,3 4 15,1 0-15,-1-2 16,2-1-16,0 1 16,3-2-16,0-1 15,3-8-15,1-1 16,0 3 0,1 7-16,0 3 15,0 2-15,1 2 16,-3 2-16,-3 5 15,-5 0-15,-2 2 16,-5 3-16,-8 4 16,-4 2-16,-5 4 15,4 1-15,8 1 16,6 0 0,5 2-16,13 1 15,-13 0-15,13 0 16,0 0-16,-10 0 15,10 0-15,0 0 16,0 0-16,0 0 16,0 0-16,0 0 15,0 0-15,0 0 16,0 0-16,0 0 16,0 0-1,0 0-15,0 0 31</inkml:trace>
  <inkml:trace contextRef="#ctx0" brushRef="#br1" timeOffset="-214281.57">12457 6860 0,'0'0'0,"2"0"0,-2 0 16,20-3-16,4-2 16,6-3-16,7-1 15,10-3 1,6-2-16,9 0 15,4 2-15,4 3 16,9-1-16,-2 3 16,-1 0-16,0 1 15,-2 3-15,-5-1 16,-2 1-16,-2 0 16,-5 1-16,-7-1 15,-13 1-15,-9 1 16,-9-1-1,-10 1-15,-12 1 16,10 0-16,-10 0 16,0 0-16,-34 0 15,-28 2-15,-12 2 16,-2 1-16,-11 1 16,-3 1-16,-5 2 15,-4 1 1,8 0-16,11-1 15,6 1-15,0-2 16,6 1-16,4-2 16,9-1-16,9-3 15,11-1-15,8-2 16,10 0-16,6 0 16,11 0-16,-12-1 15,12 1-15,0 0 16,17-6-1,32-6-15,27 0 16,4 2-16,14 2 16,14 0-16,-2 5 15,4 1-15,-6 1 16,-8 0-16,-5-1 16,-9 2-16,-10-1 15,-9 0-15,-12 1 16,-11 0-1,-13-1-15,-10 0 16,-7 0-16,-10 1 16,0 0-16,0 0 15,-10 0-15,-46 2 16,-25 1-16,-8 1 16,-3 0-16,-3 1 15,-2 1 1,5 0-16,5 2 15,7-3-15,1 1 16,10-1-16,5-1 16,7-1-16,11 0 15,10-2-15,10 0 16,9 0-16,7-1 16,10 0-16,0 0 15,-10 0-15,10 0 16,13-4-1,35-8-15,30 0 16,2 5-16,11 0 16,7-1-16,3 1 15,-3 0-15,-6 2 16,-4 3-16,-10-1 16,-8 3-16,-9 0 15,-11 3-15,-12-2 16,-11 0-16,-12 0 15,-4 0 1,-11-1-16,0 0 16,0 0-16,-7 8 15,-34 7-15,-31-6 16,-12-1-16,-6-6 16,-8 0-16,2-1 15,1 0-15,1 0 16,8 1-16,7 1 15,8-1 1,8-1-16,12 1 16,9-1-16,13 0 15,11-1-15,7 1 16,11-1-16,-12 2 16,12-2-16,0 0 15,0 0-15,21-1 16,48-6-1,23-3-15,3 0 16,3 0-16,6-1 16,-2 1-16,-4 3 15,-3 3-15,-9 2 16,-8 1-16,-13 1 16,-6 0-16,-13 0 15,-11 0-15,-11-1 16,-9 1-16,-15 0 15,13-1 1,-13 1-16,0 0 16,0 0-16,-53 0 15,-30 0-15,0 0 16,-8-1-16,-1 0 16,4 0-16,-4 0 15,9 2-15,-4 1 16,5 2-1,9 2-15,9 0 16,10 0-16,8-2 16,12-1-16,10 0 15,9-2-15,15-1 16,-13 3-16,13-3 16,0 0-16,0 0 15,11-3-15,35-4 16,27-5-16,0 0 15,2 3 1,2 5-16,1 0 16,-6 1-16,5-1 15,-11 1-15,-8 1 16,-7 1-16,-12 2 16,-6 0-16,-7 2 15,-10-1-15,-4 0 16,-12-2-16,12 1 15,-12-1-15,0 0 16,0 0 0,0 0-16,0 0 15,0 0-15,0 0 16,0 0-16,0 0 16,0 0-16,0 0 15,0 0-15,0 0 16,0 0-16,0 0 15,0 0 1,0 0-16,0 0 16,0 0-16,0 0 15,0 7-15,0-7 16,0 0-16,0 0 16,0 0-16,0 0 15,0 0-15,0 0 16,0 0-16,0 0 15,0 0-15,0 0 16,0 0 0</inkml:trace>
  <inkml:trace contextRef="#ctx0" brushRef="#br1" timeOffset="-211298.25">12751 7233 0,'0'0'0,"0"0"0,0 0 0,0 0 16,1-4-16,-1 4 15,11-19-15,1-4 16,4-9 0,4-5-16,-2 0 15,2-1-15,0-1 16,-1 1-16,1-2 15,2-2-15,-2-3 16,-1-4-16,6-27 31,2-12-15,-1-4-16,-4 11 16,-5 24-16,-1-2 15,2-5-15,0-3 16,0 4-16,8-8 15,3 7-15,5-13 16,5 0-16,-2 7 16,-1 9-1,-5 18-15,-4 4 16,-4 6-16,0-2 16,-4 4-16,-4 4 15,-2-3-15,-4 1 16,0-3-16,-1 3 15,-4 4-15,2 1 16,-3 1-16,0 4 16,0 1-16,-2 3 15,-1 3 1,-1-3-16,0-1 16,1 0-16,-2 2 15,2 3-15,-1 1 16,-1-1-16,2 3 15,0 8-15,-2-10 16,2 10-16,-2-7 16,2 7-16,-14-10 15,-18 1-15,-30 4 16,5 7 0,12 5-16,9 5 15,11 0-15,1 5 16,4-1-16,7-3 15,5-3-15,4-4 16,4-6-16,0 0 16,3 6-16,19-10 15,16-3-15,6-7 16,-4-1 0,1 1-16,-2 0 15,-4 1-15,-2-2 16,-4 2-16,-1 0 15,-6 2-15,1 5 16,0 5-16,1 5 16,0-1-16,-4 6 15,-1 2-15,2 5 16,2 7 0,-1 0-16,-2 2 15,-2-4-15,-2-3 16,-4-4-16,0-3 15,2-1-15,6-5 16</inkml:trace>
  <inkml:trace contextRef="#ctx0" brushRef="#br1" timeOffset="-210732.84">14178 4907 0,'0'0'0,"0"0"15,0 0-15,-4 0 16,4 0-16,-32 11 15,3 6-15,-3 11 16,4 0-16,10-5 16,-1 6-16,5 0 15,3 3 1,3-5-16,7-2 16,0-4-16,3-4 15,10 2-15,12-1 16,6 1-16,14-3 15,-10-9-15,3-5 16,10-5-16,-8-3 16,5-3-16,-11-3 15,-3-2-15,-6-4 16,-2-2-16,-9 0 16,-5-3-1,-5-1-15,-13-12 31,-7-5-31,-6 2 16,-11 7-16,3 12 16,-7 7-16,-3 3 15,4 4-15,3 5 16,2 4 0,3 7-16,-1 6 15</inkml:trace>
  <inkml:trace contextRef="#ctx0" brushRef="#br1" timeOffset="-209316.27">12135 7255 0,'0'0'0,"-1"-1"0,1 1 16,0 0-16,0 0 16,0 0-16,-9 8 15,-5 15 1,-3 16-16,2 10 15,3 8-15,2 0 16,4 1-16,3 1 16,5-7-16,2-5 15,9-3 1,5-15 0,7-8-16,2-14 15,-4-8 1,1-5-16,3-11 15,-1 3-15,5-8 16,-2-1-16,-3 3 16,-5 0-16,-6 9 15,-8 3-15,-7 8 16,15-7-16,-3 15 16,3 14-16,1 18 15,-2-3 1,-8-19-16,0-1 15,4 4-15,5 14 16,-1-2-16,-8-19 16,-1-6-16,6 1 15,4-5 1,-1-6-16,6-17 0,5-25 16,-9 20-1,0-1-15,-3-6 16,-6-4-16,-3-16 15,-3 0-15,-1 14 16,0 2-16,-2 4 16,0 6-16,-1 3 15,-1 2-15,1 5 16,1 4-16,0 4 16,2 7-16,0 0 15,0 0 1,0 0-16,0 0 15,12 18-15,5 7 16</inkml:trace>
  <inkml:trace contextRef="#ctx0" brushRef="#br1" timeOffset="-208482.63">12809 7761 0,'0'-5'0,"0"5"0,0 0 15,0 0-15,11 2 16,-11-2-16,18 10 16,-7 3-16,1 34 15,3 13 1,-9-7-16,-6-20 15,0 13-15,-6 1 16,-4 8-16,1-10 16,-2-10-16,-2-5 15,6-15-15,0-1 16,2 1-16,2-7 16,3-8-16,0 0 15,4-7-15,5-12 16,0-22-1,1-14-15,-1 12 16,3 7-16,6-9 16,1 3-16,2-5 15,-1 2-15,-10 28 16,0 4-16,-10 13 16,15-5-16,-15 5 15,10-1-15,-3 12 16,8 25-1,1 20-15,-8-18 16,-11 0-16,-6-6 16,1-5-16,-1-1 15,6-13-15,2-5 16,1 2-16,2-1 16,0 3-16</inkml:trace>
  <inkml:trace contextRef="#ctx0" brushRef="#br1" timeOffset="-207717.22">13344 7947 0,'1'-7'0,"-1"7"0,-7-10 16,-3 0-16,-3-3 15,-3 1-15,-2-2 16,-3 5-16,1 11 16,3 4-16,1 0 15,-1 19-15,0 7 16,-3 14-1,11 24-15,2-36 16,5 11-16,18-2 16,-11-17-16,2-5 15,-1-8-15,2-4 16,10-3-16,12-11 16,1-7-16,1-13 15,3-6-15,-12 1 16,-2 6-1,-3 1-15,-7 10 16,-3 3-16,-1 1 16,-7 9-16,9-12 15,-9 12-15,0 0 16,3 14-16,-3 21 16,-1 0-16,-1-5 15,2-15-15,0-4 16,0-11-1,4 10-15,-4-10 16,0 0-16,20-2 16,3-8-16,-5 0 15,-8-3-15,-1 2 16,1-6-16,-3 3 16,-7 14-16,0 0 15,0 0-15,13 6 16</inkml:trace>
  <inkml:trace contextRef="#ctx0" brushRef="#br1" timeOffset="-207482.69">13731 8050 0,'-1'-8'0,"-1"-21"0,2 22 16,0 7-16,0 0 15,0 0-15,0 0 16,0 0-16,0 0 16,6-11-16</inkml:trace>
  <inkml:trace contextRef="#ctx0" brushRef="#br1" timeOffset="-207134.24">13925 7847 0,'1'-5'0,"0"-14"15,0 11-15,0-1 16,3 0-16,-4 9 16,24-15-16,7 4 15,8 0-15,-3 1 16,-6 3-16,-6 1 15,-1 1 1,5-2-16,-7 1 16,-3 2-16,-18 4 15,0 0-15</inkml:trace>
  <inkml:trace contextRef="#ctx0" brushRef="#br1" timeOffset="-206900.58">13817 8026 0,'1'-6'0,"-1"6"0,1-6 16,-1 6-16,0 0 16,19-6-16,6 1 15,11-1-15,3 0 16,0-8-16,6-3 15,-5 2 1,9-4-16,-11 6 16,-5 2-16,-2 2 15,3-2-15</inkml:trace>
  <inkml:trace contextRef="#ctx0" brushRef="#br1" timeOffset="-206166.79">14532 7495 0,'0'0'0,"0"0"15,0 3-15,0-3 16,-3 18-16,-4 8 16,-3 21-16,-6 16 15,1 2-15,-2 11 16,6-5-16,6-20 31,6-23-31,2-18 16,-3-10-1,21-9-15,-4-11 16,5-16-16,-8 6 16,-1 3-16,-4 6 15,-4 9-15,1 1 16,-6 11-16,0 0 15,0 0 1,-8 7-16,-2 11 16,6 20-16,3 13 15,7 4-15,2-11 16,-2-19-16,-2-7 16,1 0-16,0-6 15,4-4-15,9-6 16,6-9-16,7-8 15,-7-17-15,-4-14 16,1-3-16,-6 2 16,-2 6-1,1-2-15,-4 6 16,-3 8-16,-3 5 16,-1 11-16,-2 3 15,-1 10-15,1-9 16,-1 9-16,0 0 15,-10 19-15,4 8 16,2 7 0</inkml:trace>
  <inkml:trace contextRef="#ctx0" brushRef="#br1" timeOffset="-204967.26">15142 7977 0,'1'-2'0,"9"-11"0,5-7 16,11-26 0,-3-3-16,-12 14 15,-4 9-15,-4 6 16,-3 8-16,-2 1 16,-4 4-16,-7 5 15,-9 10-15,-9 14 16,-1 11-16,2 25 15,3-1-15,8 53 32,3-16-17,14-16-15,7-16 16,6-32-16,6-5 16,3-8-16,9-10 15,7-15-15,2-12 16,4-4-16,-9-3 15,-1-7-15,-6 1 16,-9 6 0,-6 3-16,-7 9 15,-3 2-15,-6 3 16,-7 1-16,-7 1 16,-5 8-16,-2 10 15,-3 10-15,-1 12 16,5 9-16,4-2 15,6 3-15,8-6 16,4-8-16,9-2 16,7-6-1,3-10-15,9-10 16,16-23-16,19-35 16,4-7-16,-1-13 15,-17-4-15,-7-13 31,-9 16-31,-10 14 16,-9 19-16,-7 24 16,-2 7-1,-1 6-15,-1 9 16,0-8-16,0 8 16,-14 8-16,-18 29 15,-1 31-15,10 15 16,2 18-16,10-9 15,3-2-15,4-12 16,5-19-16,11-6 16,8-21-1,12-11-15,28-11 16,19-22-16,0-9 16,-43 3-16,22-50 15,68-228-15</inkml:trace>
  <inkml:trace contextRef="#ctx0" brushRef="#br1" timeOffset="-204316.68">14822 8045 0,'-12'1'0,"-5"2"0,-4 0 16,-16 9-16,3 14 16,-1 12-1,-5 10-15,5 5 16,5-10-16,7 2 16,6-5-16,7-5 15,12-11-15,7-10 16,8-7-16,13-15 15,8-24-15,7-17 16,-7 6-16,-6-2 31,-7 6-15,-9 11-16,-6 7 16,-8 9-16,-6 2 15,-8 1-15,-8-3 16,-12 6-16,-8 4 15,1 4-15</inkml:trace>
  <inkml:trace contextRef="#ctx0" brushRef="#br1" timeOffset="-196748.06">14523 4895 0,'0'0'0,"0"0"0,0 0 0,0 0 16,0 0-16,-4-1 15,4 1-15,-16-12 16,2 1-16,-3-3 16,-4-3-16,-3 1 15,-2 1-15,0 1 16,2 3-16,-7 3 15,-2 4-15,-5-2 16,1 1-16,5 0 16,0-1-1,0 0-15,-7 2 16,-3 1-16,1 10 16,9-5-16,-1 1 15,2 0-15,-11-1 31,-9 10-15,2 10-16,3 0 0,11-4 16,1-1-1,-1 1-15,1 1 16,1-1-16,-1 2 16,0 0-16,1 4 15,1 0-15,4 1 16,3-1-16,-1 1 15,-1 1-15,2-1 16,-1 0 0,3-3-16,1-2 15,1 1-15,3 0 16,1-1-16,3-1 16,2-1-16,1 0 15,0 0-15,2 0 16,0 2-16,0 2 15,2-1-15,-1 0 16,2 0 0,0 4-16,-2 0 15,1-1-15,1-3 16,0 2-16,1 1 16,0 7-16,0-1 15,1-5-15,-1-2 16,1-5-16,2-2 15,-3-2-15,1-1 16,-2 0 0,0 3-16,-3 3 15,-3 1-15,-2 2 16,0-2-16,0-3 16,-3 4-16,-1-1 15,1-3-15,2-1 16,3-3-16,1-2 15,0 3-15,3 3 16,2 8-16,1 1 16,1-2-1,3-8-15,0-2 16,2-3-16,1-1 16,0-2-16,0-1 15,-2-7-15,5 10 16,-5-10-16,4 13 15,-1-6-15,1 1 16,3 4-16,2 3 16,4 2-1,-1-1-15,2 1 16,-3-2-16,0-1 16,0 0-16,0 0 15,-2-2-15,-1 1 16,-1-1-16,-1-1 15,-1-1-15,0-1 16,0 2-16,2 3 16,2-1-16,1-1 15,4 0 1,8 0-16,9 0 16,8-4-16,-2-3 15,-1-5-15,2-3 16,-2 1-16,2-2 15,-3 2-15,-6 0 16,-1 0-16,4 2 16,4 3-16,-1 0 15,-5 0 1,-6 0-16,-2-3 16,2-7-16,1 3 15,-2-1-15,-1 1 16,-7 2-16,-4 0 15,-1 0-15,2 1 16,-2-2-16,1-2 16,-1 0-1,-10 5-15,17-9 16,-17 9-16,12-11 16,-5 5-16,1-3 15,4-5-15,2-2 16,4-3-16,-2 1 15,2-1-15,3-4 16,-1 1-16,-1 1 16,-5 5-16,1 1 15,2-4 1,6-6-16,6-5 16,5-3-16,-2 4 15,-4 2-15,2 1 16,5 5-16,2-1 15,-3 3-15,1 0 16,-5 0-16,1-3 16,-2-5-1,-2-1-15,1-2 16,-2 0-16,-2-3 16,-3-3-16,-4-5 15,0-1-15,-2 2 16,0 1-16,2-3 15,-1-2-15,0 4 16,-1-4-16,-7-4 16,-1 1-16,-5 1 15,-3 5 1,0 3-16,-2 3 16,0-2-16,0-1 15,0 0-15,0 7 16,0 6-16,1 7 15,0 5-15,0 4 16,1 2-16,-1-1 16,-2-3-16,-7-11 15,-13-20-15,-22-24 16</inkml:trace>
  <inkml:trace contextRef="#ctx0" brushRef="#br1" timeOffset="-195667.23">1235 6399 0,'0'0'0,"0"0"0,0 0 0,0 0 16,0 0 0,0 2-16,0-2 15,0 0-15,0 0 16,17 11-16,-1-3 15,6 0-15,5-3 16,1-3-16,0-4 16,-1-1-16,-1-1 15,1-3 1,-3 3-16,-2-2 16,-2 3-16,-3-1 15,-2 0-15,-1 1 16,-3 1-16,-1-1 15,-10 3-15,17-2 16,-6 0-16,-11 2 16</inkml:trace>
  <inkml:trace contextRef="#ctx0" brushRef="#br1" timeOffset="-192650.4">12822 6388 0,'0'0'0,"0"0"0,0 0 16,0 0-16,0 0 16,0 0-16,0 0 15,0 0-15,0 0 16,0 0-16,10 2 16,18 7-1,29 8-15,10-4 16,3-2-16,-5-5 15,1 0-15,-5-2 16,-2-2-16,-5 0 16,-6-1-16,-8 0 15,-9-1-15,-12 0 16,-7 0-16,-12 0 16,11 0-1,-11 0-15,0 0 16,0 0-16,0 0 15,-15-6-15,-32 3 16,-20 0-16,-4 4 16,2 1-16,-6 2 15,6 1-15,6 0 16,-2 1-16,10 0 16,5-1-16,8-1 15,12-1 1,10 0-16,5-2 15,15-1-15,-15 2 16,15-2-16,0 0 16,0 0-16,36 5 15,29 2-15,14-4 16,-1 0-16,8-3 16,0 0-16,-8 0 15,6 0 1,-12 0-16,-2 0 15,-9 0-15,-12 0 16,-12 0-16,-10-1 16,-10-1-16,-6 1 15,-11 1-15,10-2 16,-10 2-16,0 0 16,0 0-16,-34-11 15,-23 3 1,-11 3-16,2 2 15,-1 1-15,-4 2 16,9 1-16,3 0 16,3 0-16,11 1 15,9-2-15,10 1 16,12-1-16,14 0 16,-15 2-16,15-2 15,0 0 1,0 0-16,0 0 15,0 0-15,19 0 16,41-6-16,12-1 16,-6 0-16,0 1 15,-1 0-15,-4 2 16,-2 2-16,-6 2 16,-6 3-16,-9 0 15,-9 2 1,-8-1-16,-8-1 15,-13-3-15,14 3 16,-14-3-16,0 0 16,0 0-16,0 0 15,0 0-15,-21 12 16,-24-5-16,-15-4 16,-7-4-16,-4-4 15,-8-4 1,-2-1-16,5-2 15,11 2-15,11 1 16,16 4-16,11 1 16,9 2-16,6 0 15,12 2-15,-14-1 16,14 1-16,0 0 16,0 0-16,0 0 15,0 0-15,0 0 16,0 0-1,5-8-15,26 0 16,41 4-16,2 3 16,5 3-16,-10 0 15,0 1-15,-4 5 16,-8-2-16,-6-1 16,-6 0-1,-8-1-15,-8 1 16,-9-2-16,-8-1 15,-12-2-15,13 3 16,-13-3-16,0 0 16,0 0-16,0 0 15,0 0-15,0 0 16,0 0-16,0 0 16,0 0-16,0 0 15,7 6-15,-7-6 16,0 0-16,0 0 15,0 0 1,0 0-16,0 0 16,0 0-16,0 0 15,-10 1-15,10-1 16,0 0-16,0 0 16,0 0-16,0 0 15,0 0 1,0 0-16,0 0 15,0 0-15,0 0 16,0 0-16,0 0 16,0 0-16,0 0 15,0 0-15,0 0 16,0 0-16,0 0 16,0 0-16,0 0 15,0 0-15,0 0 16,0 0-1,0 0-15,0 0 16,0 0-16,0 0 16,0 0-16,0 0 15,0 0-15,0 0 16,0 0-16,0 0 16,0 0-16,0 0 15,0 0-15,0 0 16,0 0-16,0 0 15,0 0 1,0 0-16,0 0 16,0 0-16,0 0 15,0 0-15,0 0 16,0 0-16,0 0 16,0 0-16,0 0 15,0 0-15,0 0 16,0 0-1,0 0-15,0 0 16,0 0-16,0 0 16,0 0-16,0 0 15,0 0-15,0 0 16,0 0-16,0 0 16,0 0-16,0 0 15,0 0-15,0 0 16,0 0-1,0 0-15,0 0 0,0 0 16,-5-9 0,12-6-16</inkml:trace>
  <inkml:trace contextRef="#ctx0" brushRef="#br1" timeOffset="-185565.89">14640 5332 0,'0'0'0,"0"0"0,0 0 0,-3 0 15,3 0-15,0 0 16,0 0-1,0 0-15,0 0 16,0 0-16,0 0 16,13-2-16,1 0 15,5-2-15,1 1 16,0 0-16,0 0 16,2-1-1,2 1-15,-1-1 16,-2 0-16,-3 1 15,-2 0-15,-3 1 16,-2 0-16,-11 2 16,18-3-16,-18 3 15,18-3-15,-8 1 16,1 0-16,1 1 16,2-1-1,0 0-15,-1 1 16,1-1-16,-1 1 15,-2-1-15,-11 2 16,16-4-16,-16 4 16,11-3-16,-11 3 15,0 0-15,0 0 16,0 0-16,0 0 16,10-6-1,-10 6-15,0 0 16,0 0-16,0 0 15,0 0-15,0 0 16,-2-7-16,2 7 16,0 0-16,0 0 15,-8-8-15,8 8 16,0 0-16,-10-6 16,10 6-16,-13-8 15,13 8 1,-20-11-16,6 5 15,-3 0-15,-1 3 16,-1 0-16,0 2 16,1 0-16,1 1 15,4-1-15,2 1 16,11 0-16,-14 0 16,14 0-16,0 0 15,0 0 1,0 0-16,-10 0 15,10 0-15,0 0 16,0 0-16,0 0 16,0 0-16,0 0 15,0 0-15,0 0 16,0 0-16,0 0 16,0 0-16,0 0 15,17 0-15,-2 2 16,3 1-16,2 3 15,1 1 1,0 2-16,-4-1 16,-4-2-16,-3 0 15,-10-6-15,11 7 16,-11-7-16,0 0 16,6 8-16,-6-8 15,0 7 1,-2 0-16,0 3 15,-3 1-15,-3 3 16,-2 0-16,-3 0 16,1 2-16,-2-1 15,0 1-15,1 0 16,1-2-16,1-1 16,1-2-16,1 0 15,0-1-15,2 0 16,2 0-1</inkml:trace>
  <inkml:trace contextRef="#ctx0" brushRef="#br1" timeOffset="-172950.54">13880 5717 0,'0'0'0,"-1"-2"0,1 2 0,0 0 0,0 0 15,0 0 1,-6-7-16,6 7 16,-8-9-16,2 0 15,-4-3-15,-6-4 16,-4-3-16,-6-1 15,-1 2-15,-2 3 16,3 4-16,-2 2 16,-2 1-16,2 1 15,-7 2 1,-1 3-16,2 2 16,-5 3-16,4 0 15,-2 3-15,2 3 16,2 1-16,-2 3 15,3 2-15,1 2 16,3 0-16,3 2 16,2 2-16,0-1 15,1 2-15,4-3 16,0 1 0,1 1-16,1 2 15,1 0-15,3 0 16,2-2-16,0 0 15,1 4-15,1 1 16,0 0-16,3-4 16,-2-1-16,2-2 15,0-3 1,0 1-16,0 1 16,0 2-16,-1-1 15,0 2-15,2 1 16,2 3-16,4 2 15,0-1-15,1 3 16,4 0-16,2 2 16,2 0-16,3-2 15,2-1 1,3-3-16,2 1 16,5 0-16,0-2 15,17-7 1,12-13-1,5 5-15,3-10 16,-14 1-16,5-4 16,4-9-16,-4 1 15,0-7-15,-6 1 16,2-9 0,0-3-16,0 0 15,-2 0-15,-1-2 16,-8 0-16,-8 0 15,-6 1-15,-5 6 16,-4 2-16,-5 4 16,-4-1-16,-3-6 15,-3-3-15,-1 1 16,-5 0 0,-2 7-16,-6-2 15,-2-1-15,-5 1 16,-4-2-16,-2-1 15,2-1-15,5 7 16,4 5-16,5 7 16,-1-2-16,2 1 15,-1 0-15,10 9 16,-10-10-16,10 10 16,0 0-1,0 0-15,0 0 16,0 0-16,-10-5 15,10 5-15,0 0 16,0 0-16,0 0 16,0 0-16,0 0 15,0 0-15,-3-7 16,3 7 0,0-12-16,2-8 15,-1-2-15</inkml:trace>
  <inkml:trace contextRef="#ctx0" brushRef="#br1" timeOffset="-168983.16">6393 6462 0,'0'0'0,"0"0"0,0 0 16,0 0-16,0 0 15,4 0-15,-4 0 16,19 2-16,3 1 16,9 0-16,2 0 15,5-1 1,2-1-16,2 0 15,0-2-15,5-1 16,1-3-16,1-1 16,0-2-16,0-2 15,-1-1-15,1 1 16,-3 1-16,1 0 16,1-1-16,-1 2 15,-1 2 1,-1 4-16,1 1 15,-1 1-15,1 1 16,-2 1-16,0 2 16,2 0-16,2 0 15,3 0-15,1 0 16,1 1-16,-1-1 16,1 3-16,2 3 15,-2 1-15,5 2 16,-3-2-1,-1 1-15,1-1 16,-2-3-16,-1-4 16,-1 0-16,-1-4 15,1 0-15,0-2 16,-1-1-16,2-2 16,0 0-16,-1 0 15,3 0 1,-3 1-16,-1-1 15,1 1-15,-1 3 16,2 1-16,0-1 16,-2 1-16,0 0 15,0 0-15,-3 0 16,-2-1-16,-3-2 16,-1-3-16,-2-1 15,-1-2 1,-3 1-16,-4 0 15,-4 1-15,-4 0 16,-6 0-16,-4 3 16,-13 4-16,15-6 15,-15 6-15,0 0 16,10-3-16,-10 3 16,0 0-16,0 0 15,0 0-15,0 0 16,0 0-1,0 0-15,0 0 16,0 0-16,0 0 16,0 0-16,0 0 15,0 0-15,0 0 16,0 0-16,0 0 16,0 0-16,0-9 15,-4-2-15,-5-11 16,-1-4-16,0 0 15,0-1 1,2 0-16,-1-4 16,1-4-16,2-1 15,0-2-15,1 3 16,-1-2-16,0 0 16,0-2-16,0-5 15,0-2-15,-1-1 16,1 4-1,1 4-15,-2-1 16,-4 2-16,-3 2 16,-4-1-16,-6 4 15,-6-1-15,-9 2 16,-8 4-16,-12 4 16,-10 2-16,-10 8 15,-9 4-15,-4 7 16,-1 3-1,0 7-15,-2 4 16,1 4-16,-4 2 16,2 0-16,-4 3 15,-6 1-15,0 1 16,-2 0-16,6-3 16,6 1-16,0 0 15,10-1-15,-4 1 16,10-2-16,2 0 15,2-1 1,2-1-16,-3 1 16,6-1-16,-1-2 15,7-4-15,3-3 16,2-2-16,-1-2 16,2 0-16,4-1 15,0-1-15,5-2 16,-1-1-1,4-3-15,4-1 16,-2 0-16,-1-1 16,1 1-16,0-1 15,4 2-15,-1-1 16,-2 0-16,2 1 16,3 0-16,1 0 15,1 1-15,0-1 16,3-1-16,3-1 15,3 3 1,-1-1-16,-3-3 16,0 1-16,2 0 15,2 0-15,1 1 16,0-1-16,1 1 16,2 0-16,1 1 15,2-1-15,-1 2 16,0 0-16,-3 0 15,-1 1 1,0 1-16,2 0 16,0 2-16,0 3 15,-1 3-15,2 0 16,4 0-16,3-1 16,1-1-16,1 0 15,0 2-15,0 1 16,0 1-16,2 0 15,2 0 1,2 1-16,0 1 16,1 1-16,0 2 15,1 3-15,0 4 16,1-1-16,0 6 16,0-2-1,1 2-15,1 4 0,1-1 16,0 3-16,1 2 15,-1 0 1,1-1-16,-2 4 16,0-5-16,0 2 15,-1-2-15,0 0 16,1-1-16,-1-1 16,1-1-16,0-1 15,2-4-15,1-1 16,3-6-16,2 0 15,2 1 1,2-3-16,1 2 16,3 0-16,4 0 15,3-3-15,1-3 16,1 0-16,2-1 16,0-1-16,4 0 15,1-1-15,1-1 16,-1-2-16,4 0 15,1-1 1,3 0-16,3 1 16,-2-2-16,0 2 15,1-1-15,0-1 16,0-2-16,0-1 16,-2 1-16,0 0 15,1 0-15,-1 0 16,1 0-16,-3 0 15,-5 0-15,-2 0 16,2 0 0,-1 0-16,4 0 15,-4 0-15,-3 1 16,2 0-16,0 1 16,3-1-16,-1 1 15,-4-5-15,-1-1 16,-3-1-1,2 0-15,1-2 16,0-1-16,-3 1 16,-2 0-16,0 0 15,-3 2-15,-1 0 16,-4 1-16,-2 0 16,-10 4-16,17-5 15,-17 5-15,11-5 16,-11 5-16,0 0 15,0 0 1,11-2-16,-11 2 16,0 0-16,0 0 15,0 0-15,0 0 16,0 0-16,0 0 16</inkml:trace>
  <inkml:trace contextRef="#ctx0" brushRef="#br1" timeOffset="-159683.41">8385 6433 0,'0'0'0,"0"0"0,0 0 0,0 0 15,2 2-15,-2-2 16,0 0-16,0 0 15,20 11-15,3-4 16,11 0 0,6-3-16,5-4 15,2-3-15,2-1 16,0-1-16,-1 1 16,3-1-16,-1-2 15,-3 0-15,0-1 16,-2 0-16,-2 1 15,-2 0 1,-4 1-16,-2 1 0,-2-1 16,-5 1-1,-3 1-15,-3 0 16,-4 3-16,-3-2 16,-2 1-16,-13 2 15,15-2-15,-15 2 16,0 0-16,9-3 15,-9 3-15,0 0 16,0 0-16,0 0 16,0 0-1,0 0-15,0 0 16,0 0-16,0 0 16,0 0-16,0 0 15,0 0-15,0 0 16,0 0-16,0 0 15,0 0-15,0 0 16,0 0-16,0 0 16,0 0-16,0 0 15,0 0 1,0 0-16,0 0 16,0 0-16,0 0 15,0 0-15,0 0 16,0 0-16,10 0 15,-10 0-15,0 0 16,0 0-16,0 0 16,0 0-1,0 0-15,0 0 16,0 0-16,0 0 16,0 0-16,0 0 15,0 0-15,0 0 16,0 0-16,0 0 15,0 0-15,0 0 16</inkml:trace>
  <inkml:trace contextRef="#ctx0" brushRef="#br1" timeOffset="-148983.2">8863 4940 0,'0'0'0,"0"0"0,0 0 0,0 0 15,0 0-15,-3 2 16,3-2-16,-11 17 16,-2 2-1,-1 6-15,-2 3 16,0 7-16,2 3 15,0 0-15,2 0 16,3-5-16,-1 0 16,1-2-16,2-2 15,0 1-15,2-4 16,1 2 0,2-4-16,-1-1 15,0-5-15,2-5 16,-1-2-16,2-2 15,-1-1-15,1-8 16,-2 10-16,2-10 16,-1 7-16,1-7 15,0 0-15,0 0 16,-1 6-16,1-6 16,0 0-1,0 0-15,-11-5 16,-10-6-16,-5-3 15,2-4-15,1-1 16,1-3-16,2 2 16,5 2-16,3 5 15,3 3-15,2 3 16,7 7-16,-8-9 16,8 9-1,0 0-15,-6-7 16,6 7-16,0 0 15,0 0-15,0 21 16,1 5-16,4 5 16,2 1-16,1-3 15,0-3-15,0-5 16,0-4-16,2-3 16,1-2-16,4-4 15,8-5 1,13-10-16,12-8 15,1-10-15,0-2 16,-4-4-16,-2 3 16,-3 1-16,-7 2 15,-6 6-15,-7 5 16,-4 2-16,-3 2 16,3-2-16,3-1 15</inkml:trace>
  <inkml:trace contextRef="#ctx0" brushRef="#br1" timeOffset="-144665.23">2099 7022 0,'0'0'0,"0"0"0,0-2 16,0 2-16,0 0 15,0 0-15,-1-6 16,1 6-16,0 0 15,0 0-15,15-3 16,1 2-16,2 0 16,4 1-1,4 1-15,6 1 16,4 0-16,2-1 16,1 1-16,2-1 15,5 1-15,3-1 16,-2 0-16,4 0 15,-1-1-15,-1 0 16,-3 0-16,-5 0 16,1 0-16,-2 0 15,-5 2 1,-8-1-16,-3 0 16,-4 0-16,1 0 15,4 0-15,0 0 16,7-3-16,5-4 15,6-11-15</inkml:trace>
  <inkml:trace contextRef="#ctx0" brushRef="#br1" timeOffset="-143667.74">6252 6852 0,'0'0'0,"0"0"16,0 0-16,0 0 15,0 0-15,0 0 16,0 0-16,0 0 15,0 0-15,4 1 16,-4-1-16,22 6 16,-2 1-16,3 0 15,6 1 1,4-1-16,-1 0 16,3-2-16,-4-1 15,0 0-15,3 0 31,-3-1-31,-6-1 16,-6-1-16,-19-1 16</inkml:trace>
  <inkml:trace contextRef="#ctx0" brushRef="#br1" timeOffset="-140783.56">763 6195 0,'0'0'0,"0"0"15,0 0-15,0 0 16,0 0-16,0 0 16,0 0-16,0 0 15,0 0-15,1 2 16,-1-2 0,0 0-16,10 2 15,1 0-15,8-1 16,2-1-16,6-3 15,1 0-15,5-1 16,0 0-16,-2 1 16,-2 0-16,0-1 15,0 1 1,2 0-16,0 0 16,-3 0-16,-5 1 15,-4 0-15,-3 2 16,-5-1-16,-11 1 15,16 0-15,-16 0 16,0 0-16,0 0 16,0 0-16,0 0 15,0 0-15,0 0 16,0-7 0,-12-3-16,-5-6 15,-2 0-15,-3-2 16,1 2-16,1 0 15,-2-1-15,3 3 16,0 0-16,4 2 16,4 3-16,2 1 15,1 1-15,8 7 16,-6-8 0,6 8-16,0 0 15,-4-6-15,4 6 16,9-7-16,6 1 15,7 2-15,7 2 16,0 4-16,0 1 16,-2 1-16,-5 1 15,-1 1-15,-4 1 16,0 2-16,-4 0 16,-1 0-16,-3-2 15,-3 0 1,-6-7-16,10 12 15,-10-12-15,7 9 16,-7-9-16,4 10 16,-4-10-16,1 6 15,-1-6-15,0 0 16,0 7-16,0-7 16,0 0-1,0 0-15,-4 6 16,4-6-16,0 0 15,0 0-15,0 0 16,0 0-16,0 0 16,0 0-16,0 0 15,0 0-15,0 0 16,0 0 0,0 0-16,0 0 15,0 0-15,-10 5 16,10-5-16,0 0 15,0 0-15,0 0 16,0 0-16,0 0 16,0 0-16,0 0 15,-4 7-15,4-7 16,0 0-16,0 0 16,0 0-16,0 0 15,0 0 1,0 6-16,0-6 15,0 0-15,0 0 16,0 0-16,0 0 16,6 10-16,-6-10 15,7 9-15,-7-9 16,10 11-16,-4-4 16,-1 0-16,2 1 15,-1-1 1,1 0-16,-7-7 15,9 11-15,-9-11 16,8 8-16,-8-8 16,6 9-16,-6-9 15,4 11-15,-4-3 16,-3 4-16,-2 2 16,-8 9-16,-14 13 15,-16 14 1,-8 6-16,1-4 15,3-3-15,2-5 16,2 0-16,3-5 16,6-4-16,4-5 15,6-8-15,2-5 16,3-5-16,5-6 16,0-1-16,4-2 15,10-3 1,-14 3-16,14-3 15,0 0-15,0 0 16</inkml:trace>
  <inkml:trace contextRef="#ctx0" brushRef="#br1" timeOffset="-138816.71">2001 6340 0,'0'0'0,"0"0"0,0 0 15,0 0-15,0 0 16,3 1-1,-3-1-15,17 3 16,3 1-16,5 1 16,3 0-16,3 0 15,-2 1-15,0 3 16,6 1-16,0 0 16,1 1-16,1-2 15,1 2-15,3-1 16,4-4-16,1-3 15,-2-1-15,1 0 16,-2-1 0,1 2-16,1-3 15,0 0-15,2 0 16,-2-3-16,0 0 16,0-1-16,-1-1 15,-4-1-15,-1 0 16,-6 3-1,0-2-15,1 1 16,-1 1-16,-1 1 16,-4 1-16,-3 1 15,0 2-15,0 1 16,0-1-16,0 3 16,-1-2-16,-3 0 15,-1 0-15,2-2 16,-4 0-16,3 0 15,1 0 1,2-1-16,3 1 16,1 0-16,1 0 15,2-3-15,3 0 16,2-2-16,0-1 16,1-1-16,-6 1 15,0-2-15,0 0 16,2 0-16,-1 1 15,1-1-15,-7 2 16,-2-1 0,-3 3-16,0-2 15,-2 1-15,0 1 16,-4 0-16,-1 1 16,0-1-16,-1 0 15,1 3-15,0 0 16,0 2-16,1 0 15,3 1-15</inkml:trace>
  <inkml:trace contextRef="#ctx0" brushRef="#br1" timeOffset="-137033.59">748 6830 0,'0'0'0,"0"0"0,0 0 0,0 0 0,0 0 16,0 0-16,0 0 15,3 0-15,-3 0 16,24 0-16,4 0 15,7 0-15,2 0 16,3 0-16,-3 2 16,-2-1-1,0-1-15,0 1 16,2 0-16,-2 0 16,-2-1-16,-3-3 15,0-1-15,-3-1 16,-1 0-16,-5 1 15,-3 0-15,-6 2 16,-12 2 0,15-4-16,-15 4 15,0 0-15,0 0 16,0 0-16,7-8 16,-7 8-16,-11-15 15,1 6-15,-3-1 16,-4-1-16,0 1 15,-1 1-15,2 0 16,3 1-16,3 2 16,10 6-1,-12-6-15,12 6 16,0 0-16,-9-7 16,9 7-16,0 0 15,7-6-15,7 3 16,10 1-16,3 2 15,-2 1-15,-1 0 16,0 2-16,0 1 16,-3 3-16,-6 1 15,-4 4 1,-4 5-16,-7 12 16,-12 17-16,-11 16 15,-11 11-15,2-13 16,4-12-16,4-11 15,5-10-15,6-10 16,4-7-16</inkml:trace>
  <inkml:trace contextRef="#ctx0" brushRef="#br1" timeOffset="-131850.21">14559 3126 0,'0'0'0,"2"3"0,-2-3 0,0 0 16,0 0-16,0 0 15</inkml:trace>
  <inkml:trace contextRef="#ctx0" brushRef="#br1" timeOffset="-126217.96">14099 3075 0,'0'0'0,"0"0"0,0 2 15,0-2-15,0 0 16,0 0-16,0 0 16,0 0-16,0 6 15,0-6-15,0 0 16,0 0-16,0 0 15,0 0-15,0 0 16,0 0-16,0 0 16,0 0-1,0 0-15,19-1 16,-8 0-16,2 0 16,0-1-16,0 1 15,3-1-15,-2 1 16,4-1-16,1 0 15,1 1 1,2 0-16,-4 1 16,-1 0-16,-1 0 15,-3 0-15,0 1 16,-2-1-16,-11 0 16,19 0-16,-19 0 15,14 0-15,-14 0 16,10 0-16,-10 0 15,0 0-15,0 0 16,9 1 0,-9-1-16,0 0 15,0 0-15,0 0 16,0 0-16,10 6 16,-10-6-16,0 0 15,0 0-15,0 0 16,0 0-16,0 0 15,0 0-15,0 0 16,0 0 0,0 0-16,9 5 15,-9-5-15,0 0 16,0 0-16,15 2 16,-15-2-16,20 4 15,-9-3-15,0 0 16,0-1-16,2-1 15,0 0 1,-1 1-16,2-1 16,-2 0-16,1 1 15,1-2-15,-1 1 16,2 0-16,-1 1 16,1 0-16,2 0 15,-1 0-15,0 0 16,0 0-16,-2 0 15,-3 0-15,0 0 16,-11 0 0,18 0-16,-18 0 15,16 0-15,-16 0 16,13 0-16,-13 0 16,12 2-16,-12-2 15,0 0-15,12 3 16,-12-3-16,0 0 15,11 2-15,-11-2 16,0 0-16,0 0 16,10 4-1,-10-4-15,0 0 16,0 0-16,12 3 16,-12-3-16,0 0 15,15 2-15,-15-2 16,14-1-16,-14 1 15,17-2-15,-17 2 16,16-4 0,-16 4-16,15-3 15,-5 2-15,2 0 16,1-2-16,0 1 16,3 1-16,0-1 15,-1 1-15,0 0 16,-1-1-16,-1 0 15,-1 1-15,-2 1 16,0-1-16,0 0 16,-10 1-1,18-2-15,-18 2 16,17-1-16,-17 1 16,13-2-16,-13 2 15,13-2-15,-13 2 16,14 0-16,-14 0 15,16 1-15,-16-1 16,17 2-16,-17-2 16,15 1-16,-15-1 15,14 2 1,-14-2-16,12 2 16,-12-2-16,14 0 15,-14 0-15,10 0 16,-10 0-16,11 0 15,-11 0-15,11 0 16,-11 0-16,13 0 16,-13 0-1,14 0-15,-14 0 16,15 0-16,-15 0 16,15 0-16,-15 0 15,17 0-15,-17 0 16,20 0-16,-9 0 15,0 0-15,-1 0 16,2 0-16,-1 0 16,1 0-1,-12 0-15,17 0 16,-17 0-16,13 0 16,-13 0-16,0 0 15,11 0-15,-11 0 16,0 0-16,0 0 15,0 0-15,0 0 16,10 0-16,-10 0 16,0 0-16,0 0 15,0 0 1,0 0-16,0 0 16,0 0-16,0 0 15,0 0-15,0 0 16,0 0-16,0 0 15,-10 4-15,10-4 16,0 0-16,0 0 16,0 0-1,-10 2-15,10-2 16,0 0-16,0 0 16,0 0-16,0 0 15,0 0-15,-10 0 16,10 0-16,0 0 15,0 0-15,0 0 16,0 0-16,0 0 16,0 0-16,0 0 15,-10 0 1,10 0-16,0 0 16,0 0-16,0 0 15,0 0-15,0 0 16,-11 5-16,11-5 15,0 0-15,0 0 16,0 0-16,0 0 16,0 0-16,-10 5 15,10-5-15,0 0 16,0 0 0,0 0-16,0 0 15,0 0-15,0 0 16,-11 0-16,11 0 15,-25 1-15,-8-4 16,-2 0-16,11 0 16,9 2-16,2 0 15,-5-1 1,-6-1-16,0 1 16,4 0-16,6 1 15,14 1-15,-15-1 16,15 1-16,-11-2 15,11 2-15,-9-2 16,9 2-16,-12-1 16,12 1-16,-26-4 15,2 0-15,0 1 16,6 1 0,6 0-16,2 1 15,10 1-15,-22-4 16,8 3-16,-1 0 15,1 0-15,3 0 16,-4 1-16,-5-1 16,-2 0-16,0 0 15,5 2-15,1 0 16,0 0 0,0-1-16,0 1 15,4 0-15,12-1 16,-19 1-16,19-1 15,-18 2-15,6-1 16,0-1-16,-1-1 16,1 1-16,-1 0 15,0 0 1,1 0-16,-1 0 0,2 0 16,-2 0-1,-1 0-15,-1 0 16,-3-1-16,-3 0 15,-5-2-15,-1 1 16,0-1-16,-2 2 16,-2 0-16,-5 0 15,1 1 1,2 0-16,5 2 0,5-1 16,3 2-1,3-1-15,1-1 16,4 1-16,0-1 15,1 1-15,11-2 16,-16 2-16,16-2 16,-11 1-16,11-1 15,0 0 1,0 0-16,-11 0 16,11 0-16,0 0 15,0 0-15,0 0 16,0 0-16,0 0 15,0 0-15,0 0 16,0 0-16,0 0 16,0 0-16,0 0 15,0 0 1,0 0-16,0 0 16,0 0-16,24-9 15,11 5-15,15 3 16,1 3-16,-7 1 15,0 0-15,5 0 16,-1 1-16,0-1 16,1 0-16,1 0 15,-1-2-15,1 0 16,-2-1-16,1 0 16,-1-1-1,-4 1-15,-4 0 16,4-2-16,-2 0 15,0 1-15,-3-1 16,1 1-16,-1-1 16,1 1-16,-2-2 15,-2 2-15,4 1 16,1 0 0,0 1-16,-4 1 15,-5-1-15,-1-1 16,1 1-16,-6 0 15,-7 0-15,-7-1 16,-12 0-16,15 0 16,-15 0-16,0 0 15,0 0-15,0 0 16,0 0-16,7 8 16,-7-8-1,-20 5-15,-23 0 16,-21-4-16,12-2 15,3 0-15,-3-2 16,-1 1-16,-3-1 16,2 1-16,-3-1 15,2 1-15,-2 0 16,2-1 0,-2 0-16,-1 1 15,-1 0-15,0 0 16,0-1-16,1 1 15,-1-1-15,7 1 16,2-1-16,6 2 16,5 0-16,0 1 15,4-1-15,3 1 16,6 1-16,7-1 16,5 1-1,14-1-15,-18 0 16,18 0-16,0 0 15,-11 0-15,11 0 16,0 0-16,0 0 16,0 0-16,0 0 15,0 0-15,27 1 16,24-1-16,18 2 16,-5 0-1,1 2-15,8-1 16,-1 0-16,1 0 15,4-1-15,-6-2 16,2-1-16,-4-1 16,-6 1-16,-3-1 15,-3 1-15,-7-1 16,-5 1-16,-9 0 16,-8 1-1,-4 0-15,-4 0 16,-7-2-16,-13 2 15,15-2-15,-15 2 16,0 0-16,0 0 16,0 0-16,0 0 15,-21 12-15,-40-2 16,-23-2-16,-2-4 16,-4-1-1,-12-1-15,-9 1 16,5-1-16,-5 1 15,11-1-15,4-1 16,7 0-16,6-1 16,8 2-16,12-1 15,9-1-15,14 0 16,13 1-16,9 1 16,7 0-1,11-2-15,-11 0 16,11 0-16,0 0 15,0 0-15,0 0 16,0 0-16,24-15 16,34 0-16,18 0 15,8 5-15,-4 1 16,18 4-16,-2 0 16,0 2-16,-1 0 15,-2-1 1,-6 2-16,-5 0 15,-8 1-15,-6 0 16,-7 1-16,-11-1 16,-9 1-16,-8 1 15,-10 0-15,-6 1 16,-7-1-16,-10-1 16,11 2-1,-11-2-15,0 0 16,0 0-16,0 0 15,0 0-15,0 0 16,8 7-16,-8-7 16,0 0-16,0 0 15,0 0-15,0 0 16,0 0 0,0 0-16,0 0 15,0 0-15,0 0 16,0 0-16,0 0 15,0 0-15,0 0 16,0 0-16,0 0 16,0 0-16,0 0 15,0 0-15,0 0 16,0 0-16,0 0 16,0 0-1,0 0-15,0 0 16,0 0-16,0 0 15,0 0-15,0 0 16,0 0-16,0 0 16,0 0-16,0 0 15,0 0-15,0 0 16,0 0-16,0 0 16,0 0-1,0 0-15,0 0 16</inkml:trace>
  <inkml:trace contextRef="#ctx0" brushRef="#br1" timeOffset="-124452.2">14532 3025 0,'0'0'0,"0"0"16,0 0-16,1 1 15,-1-1 1,0 0-16,0 0 15,0 0-15,0 0 16,6 9-16,-2-3 16,3 3-16,1 2 15,1 3-15,1-1 16,1 2-16,2 1 16,-1-3-1,0 0-15,1 2 16,3 0-16,1 2 15,0-1-15,-1-1 16,-2-2-16,0 0 16,-3-2-16,1 0 15,-1-1-15,2 2 16,-1 1-16,0-2 16,0-1-16,-2-1 15,1 0-15,0-1 16,1 0-1,2 1-15,3 1 16,1 0-16,1 0 16,-1 0-16,0-1 15,3 1-15,1-1 16,3 1-16,0-1 16,-1 0-16,0-1 15,-2-2-15,1 0 16,-1-1-1,1 1-15,0-2 16,-3-1-16,-1-2 16,-2 1-16,-2-1 15,-2-1-15,-1 0 16,-1 0-16,-11 0 16,17 0-16,-17 0 15,16 0-15,-16 0 16,12 0-1,-12 0-15,0 0 16,11 0-16,-11 0 16,0 0-16,0 0 15,0 0-15,0 0 16,0 0-16,0 0 16,0 0-16,10 5 15,-10-5-15,0 0 16,0 0-1,0 0-15,0 0 16,0 0-16,0 0 16,0 0-16,0 0 15,0 0-15,0 0 16,0 0-16,0 0 16,0 0-16,0 0 15,0 0-15,0 0 16,0 0-1,0 0-15,0 0 16,0 0-16,0 0 16,0 0-16,0 0 15,0 0-15,0 0 16,0 0-16,0 0 16,0 0-16,0 0 15,0 0 1,0 0-16,0 0 0,0 0 15,0 0 1,0 0-16,0 0 16,0 0-16,0 0 15,0 0-15,0 0 16,0 0-16,0 0 16,0 0-16,0 0 15,0 0-15,0 0 16,0 0-1,0 0-15,0 0 16,0 0-16,0 0 16,0 0-16,0 0 15,0 0-15,0 0 16,0 0-16,0 0 16,0 0-16,0 0 15,0 0-15,0 0 16,0 0-1,0 0-15,0 0 16,0 0-16,0 0 16,0 0-16,0 0 15,0 0-15,0 0 16,0 0-16,0 0 16,0 0-16,0 0 15,0 0-15,0 0 16,0 0-16,0 0 15,0 0-15,0 0 16,0 0 0,0 0-16,0 0 15,0 0-15,0 0 16,0 0-16,0 0 16,0 0-16,0 0 15,0 0-15,0 0 16,0 0-16,0 0 15</inkml:trace>
  <inkml:trace contextRef="#ctx0" brushRef="#br1" timeOffset="-123001.41">15605 2840 0,'0'0'0,"-4"-4"0,4 4 0,-22-11 15,3 0-15,-2 0 16,1-1-16,0-1 16,-2-1-16,-1-2 15,-3-1-15,-2-1 16,-2 0-16,1-1 15,-3 2 1,-1 1-16,-2 2 16,-4 1-16,-2-1 15,-4 1-15,-1 4 16,-4 2-16,0 2 16,-2 0-16,-5 1 15,-1 3-15,0 1 16,-1 4-16,1-1 15,-3 3-15,0 0 16,0 2 0,0 1-16,4-1 15,7 0-15,7 3 16,6 2-16,7 0 16,1-1-16,6 1 15,5-2-15,0 0 16,-1 2-1,0 3-15,0 5 16,1 0-16,-1 6 16,0 2-16,0-1 15,2-3-15,4-4 16,1-4-16,1 0 16,0-1-16,0 0 15,2-2-15,2 0 16,2 1-16,3 2 15,3 6-15,7 3 16,5 2 0,5 0-16,6 0 15,4-1-15,4-2 16,3-2-16,5-3 16,1-1-16,3 1 15,3-1-15,3-2 16,4-1-16,3-3 15,1 0-15,5-2 16,-3-2-16,2 0 16,-1-4-1,0-1-15,4 0 16,2-2-16,2-2 16,-2 0-16,2-4 15,-3-1-15,1-1 16,-4-3-16,-5 0 15,-2-1-15,-8-2 16,-3 1 0,-8-2-16,-2 0 15,-6 1-15,-5-1 16,-4 0-16,-4-1 16,-4-3-16,-2-3 15,-3-1-15,0 0 16,-3-4-16,-1 0 15,-2-2-15,-1-2 16,-2 3 0,-2-1-16,-3 2 15,-4-4-15,-8 0 16,-4-2-16,-4-3 16,-5 4-16,-3 1 15,-11 1-15,-6 3 16,-6 4-16,-3 2 15,-2 3-15,1 2 16,2 2 0,4 3-16,4 1 15,6 2-15,2-1 16</inkml:trace>
  <inkml:trace contextRef="#ctx0" brushRef="#br1" timeOffset="-118784.56">953 7441 0,'0'0'0,"-5"0"0,5 0 0,-11 2 16,11-2-1,0 0-15,-11 2 16,11-2-16,0 0 15,0 0-15,0 0 16,0 0-16,20 4 16,0 1-16,1-1 15,3-2-15,1-3 16,2 0-16,4-2 16,-3 2-1,-2-1-15,-5 1 16,-3 0-16,0 0 15,-1 1-15,0 2 16,-2 1-16,1 0 16,-2 0-16,-4-1 15,-10-2-15,14 5 16,-14-5-16,0 0 16,0 0-16,0 0 15,0 0 1,0 0-16,-3-10 15,-10-2-15,0-2 16,-6-2-16,-2-2 16,-2 1-16,2 0 15,2 2-15,3 4 16,2 1 0,1-1-16,2 4 15,11 7-15,-15-10 16,15 10-16,0 0 15,0 0-15,0 0 16,0 0-16,16 2 16,-1 2-16,1 0 15,2 3-15,0 3 16,-1 1-16,-3 0 16,-5-1-1,-2-3-15,-2 1 16,-1 1-16,-1 4 15,-6 7-15,-6 11 16,-8 15-16,-4 1 16,4-9-16</inkml:trace>
  <inkml:trace contextRef="#ctx0" brushRef="#br1" timeOffset="-115533.73">9864 2434 0,'0'0'0,"0"0"0,0 0 15,0 0-15,0 0 16,0 3-16,0-3 16,0 13-16,-1 1 15,0 4-15,0 4 16,1 1-16,-1 1 15,1-2 1,-1 0-16,1 2 16,1 1-16,2 3 15,1 1-15,0-2 16,1 0-16,-1-1 16,0-2-16,1 1 15,0 0-15,-1 0 16,0-1-16,1-2 15,-2-3-15,0-2 16</inkml:trace>
  <inkml:trace contextRef="#ctx0" brushRef="#br1" timeOffset="-114833.83">10377 2755 0,'0'0'0,"0"0"0,0 0 15,-2-1-15,2 1 16,0 0-16,-17-2 16,17 2-16,-17-2 15,17 2-15,-14-2 16,14 2-16,-14-1 15,14 1-15,-12-2 16,12 2 0,-10-3-16,10 3 15,0 0-15,-10-3 16,10 3-16,0 0 16,-9 11-16,8 1 15,1 0-15,1 1 16,5 1-1,6 1 1,6-2 0,4-2-16,4-7 0,0-7 15,0-1 1,-5-2-16,-8-1 16,-5-4-16,-1-9 15,-1-4-15,-2-3 16,-2 10-16,-3 5 15,-3 2-15,-4-1 16,-5 2-16,-8 1 16,-5 1-1,-1 4-15,4 3 16,4 1-16,2 3 16,6 1-16,11-5 15,0 0-15,0 0 16</inkml:trace>
  <inkml:trace contextRef="#ctx0" brushRef="#br1" timeOffset="-114367.15">10663 2399 0,'0'0'0,"-2"-2"0,2 2 16,-22-21-16,-7 1 16,-6 3-1,-5 5-15,-3 2 16,-4 3-16,-6 1 16,-3 5-16,-8 1 15,3 6-15,-4 2 16,0 2-16,5 3 15,0 0-15,1 2 16,9-1-16,4-1 16,7 1-1,6 2-15,-2 3 16,1 4-16,0 3 16,6-1-16,4-1 15,3 3-15,6-4 16,2 2-16,5 2 15,5 4-15,5-3 16,16 18 15,8 14-31,14-4 16,14-4-16,-13-24 16,4 1-16</inkml:trace>
  <inkml:trace contextRef="#ctx0" brushRef="#br1" timeOffset="-114068.09">10774 2642 0,'0'-4'0,"1"-3"0,-1 7 0,-1-12 0,-5-15 16,-6-1-16,-5-1 15,-8 2 1,-7 3-16,-11 5 16,-14 5-16,-11 7 15,-14 9-15,-19 15 16,-15 6-16,-15 11 15</inkml:trace>
  <inkml:trace contextRef="#ctx0" brushRef="#br1" timeOffset="-106251.39">8200 7613 0,'0'0'0,"0"0"0,0 0 0,0 0 16,0 0-16,0 0 15,0 0-15,0 0 16,3 0-16,-3 0 15,17-1-15,2-1 16,5 0-16,4 1 16,1-2-1,-2 1-15,-2 1 16,1 0-16,1-1 16,1 0-16,1 0 15,2 0-15,3 1 16,2 0-16,0-1 15,0 0-15,-1 1 16,-1-1-16,0 3 16,-1 1-1,1 1-15,0 0 16,0-1-16,-1 1 16,1 0-16,1-2 15,2-1-15,-1-3 16,-1-2-16,-4 2 15,-1-1-15,0 1 16,0 0 0,0-1-16,1 1 15,-2 3-15,0 0 16,0 2-16,0 2 16,0-1-16,0-1 15,-1 0-15,0 1 16,-3-1-16,0 0 15,-3 1-15,1-2 16,-2 1-16,2-1 16,0 1-1,0 0-15,2-1 16,2 0-16,-1-1 16,2-4-16,5-1 15,-1-3-15,3-1 16,0 0-16,-1 0 15,-2 0-15,-3 2 16,-3 1-16,-2 0 16,0 0-16,-1 1 15,0-1 1,-2 2-16,-1-1 16,4 4-16,-1 0 15,-2 1-15,1 0 16,-1 0-16,-1 0 15,-2 0-15,-2 0 16,-2 0-16,-1 1 16,-4 0-1,-9-1-15,13 2 16,-13-2-16,0 0 16,0 0-16,11 3 15,-11-3-15,0 0 16,0 0-16,0 0 15,0 0-15,0 0 16,0 0-16,0 0 16,0 0-1,10 6-15,-10-6 16,0 0-16,0 0 16,0 0-16,0 0 15,0 0-15,0 0 16,0 0-16,0 0 15,0 0-15,0 0 16,0 0-16,0 0 16,0 0-16,1 6 15,-1-6 1,0 0-16,0 0 16,0 0-16,0 0 15,0 0-15,0 0 16,0 0-16,0 0 15,0 0-15,0 0 16,0 0 0,0 0-16,0 0 0,0 0 15,0 0 1,0 0-16,0 0 16,0 0-16,0 0 15,0 0-15,0 0 16,0 0-16,0 0 15,0 0-15,0 0 16,0 0-16,0 0 16,0 0-16,0 0 15,0 0 1,0 0-16,0 0 16,0 0-16,0 0 15,0 0-15,0 0 16,0 0-16,0 0 15,0 0-15,0 0 16,0 0-16,0 0 16,0 0-16,1-9 15,0-2-15</inkml:trace>
  <inkml:trace contextRef="#ctx0" brushRef="#br1" timeOffset="-104400.91">8985 6919 0,'0'0'0,"0"0"0,-4-2 15,4 2-15,-17-6 16,0-1-16,-5-1 15,-2 0-15,-1-3 16,-2 2-16,1-2 16,-4 0-16,-1-2 15,-5 0 1,-3 0-16,-1 0 16,-3 1-16,-3 4 15,0 1-15,1 1 16,5 2-16,1 2 15,2 2-15,0 1 16,2 2-16,0 1 16,2 1-16,0 0 15,-2 3-15,1 1 16,3 1-16,0 2 16,4 5-1,0 3-15,-1 4 16,3 2-16,2 1 15,2 2-15,4 3 16,0 4-16,2 5 16,3 3-16,3 0 15,4 0-15,1 3 16,2 1-16,2 0 16,3-5-1,4 3-15,0 4 16,6 5-16,4 2 15,2-6-15,7 3 16,3-7-16,0-6 16,12 1-16,0-10 15,4-5-15,4-7 16,-1-8 0,2-2-16,1-7 15,3-10-15,3-4 16,1-7-16,-3-1 15,-1-2-15,-3-3 16,1-4-16,-2-4 16,-2 0-16,3-4 15,-5 3-15,0-5 16,-10-6-16,-7 0 16,0-5-1,-3 3-15,1-5 16,-4 3-16,-4 6 15,-6 3-15,-6 6 16,-5-3-16,-5 0 16,-6-2-16,-3 2 15,-5 3 1,-8 0-16,-2 1 0,-4 2 16,-5 0-1,-14-2 1,-7 4-1,3 7-15,10 6 16,15 8-16,4 1 16,-1 1-16,1 1 15,-4 2-15</inkml:trace>
  <inkml:trace contextRef="#ctx0" brushRef="#br1" timeOffset="-93451.25">2369 8106 0,'0'0'0,"0"0"0,0 0 0,0 0 16,0 0-16,0 0 15,0 0-15,2 1 16,-2-1-16,0 0 15,0 0 1,0 0-16,6 7 16,-6-7-16,11 6 15,-11-6-15,17 9 16,-4-3-16,3 0 16,2 1-16,2-2 15,2-1-15,3-3 16,1-1-1,-3-1-15,3 1 16,1 0-16,2 0 16,-1 0-16,0 0 15,2 0-15,1 0 16,-3 0-16,3 2 16,-2 1-16,0 0 15,1 1-15,-1-1 16,0 0-1,0 1-15,-1-1 16,-1-1-16,-1 1 16,2-1-16,0 0 15,-1-1-15,-1-1 16,0 0-16,2 0 16,-4 0-16,0 0 15,2 0-15,0 0 16,0-1-16,-2 1 15,-1 0 1,1 0-16,-1 0 16,-1 0-16,1 0 15,0 0-15,1 0 16,-1 0-16,2 0 16,-2 0-16,0 0 15,1 0-15,2-1 16,1 0-16,0-2 15,0 0 1,1-1-16,1-1 16,0 0-16,-1-1 15,-1 1-15,0 0 16,0 1-16,1-1 16,-1-1-1,1 2-15,-2 0 0,-1 0 16,1 0-1,2 0-15,3 0 16,-5 0-16,-1 1 16,-1 0-16,3 0 15,2 1-15,2 0 16,-1 1-16,-2-1 16,-1 2-16,0 1 15,2 0-15,2 1 16,0 0-16,-1-1 15,-2 1 1,-2-1-16,0 0 16,2 0-16,2-1 15,0 1-15,0 0 16,-3-1-16,-2 1 16,2 0-16,-1 0 15,5 0-15,-2 0 16,-1 0-1,1 0-15,-3 0 16,0-1-16,3 1 16,-1 0-16,2 0 15,-1-1-15,-1 0 16,-1 0-16,0 0 16,1 0-16,2 0 15,-2 0-15,0 0 16,0 0-16,-1 0 15,2 0 1,-1 0-16,2 0 16,-1 0-16,0 0 15,-1 0-15,-2 0 16,2 0-16,-2 2 16,2 0-16,0-1 15,0 1-15,1-1 16,0 1-16,1 0 15,0 0 1,-2-1-16,-1 0 16,2 2-16,-1-3 15,-1 0-15,-1 2 16,-1-1-16,-1-1 16,0 1-16,0 0 15,-2 0-15,0 0 16,1-1-16,0 1 15,2 0 1,-1 0-16,-1 0 16,0-1-16,3-1 15,2-1-15,1 0 16,0-1-16,1-3 16,1 0-16,4-2 15,3-1-15</inkml:trace>
  <inkml:trace contextRef="#ctx0" brushRef="#br1" timeOffset="-91234.99">7820 1490 0,'0'0'0,"0"0"0,0 0 0,0 2 16,0-2-1,0 0-15,0 12 16,0 4-16,1 11 16,0 7-16,2 7 15,-1 1-15,2 9 16,0 3-16,0 0 15,-1-2-15,0-4 16,1 4-16,0-1 16,-1 1-16,1 1 15,0-2 1,0 0-16,0-3 16,1-2-16,1-7 15,0-3-15,1-1 16,0-1-16,-1-2 15,-1-8-15,-2-7 16,0-5-16,0-3 16,-3-9-16,4 8 15,-4-8 1,10-5-16,8-12 16,22-33-16</inkml:trace>
  <inkml:trace contextRef="#ctx0" brushRef="#br1" timeOffset="-90534.27">7783 1532 0,'0'0'0,"0"0"0,0 0 0,0 0 15,0 0-15,0 0 16,0 0-16,0 0 16,0 0-16,0 0 15,-2 3 1,-6 6-16,-12 13 16,-9 8-16,5-6 15,5-6-15,5-3 16,2-4-16,4-1 15,1-4-15,7-6 16,-9 10-16,9-10 16,0 0-16,-3 6 15,3-6 1,0 0-16,0 0 16,20-25-16,19-19 15,3 1-15,-10 11 16,-11 11-16,-5 6 15,-4 3-15,-3 3 16,-2 1-16,-7 8 16,9-10-16,-9 10 15,6-6-15,-6 6 16,28-4 0,1 7-16,6 5 15,-3 6-15,-3-1 16,2 2-16,2 2 15,1 0-15,-3 1 16</inkml:trace>
  <inkml:trace contextRef="#ctx0" brushRef="#br1" timeOffset="-89249.82">7815 2550 0,'0'0'0,"0"0"16,0 0-16,0 0 16,0-2-16,0 2 15,0 0-15,10-5 16,12-4 0,17-1-16,11 1 15,8 0-15,1 4 16,3 0-16,0 1 15,0 0-15,-1-1 16,3 1-16,0 0 16,1 0-16,-1 0 15,-1 1-15,-5-1 16,3 2 0,-2 0-16,-4 1 0,0 1 15,-3 0 1,-4 0-16,-4 0 15,-5 0-15,-6 0 16,-3-1-16,0 0 16,-1-2-16,-2 0 15,-6 0-15,-6 0 16,-4 1-16,-11 2 16,15-2-1,-15 2-15,12-4 16,-12 4-16,0 0 15,11-8-15,-11 8 16,5-10-16,-4 3 16,-3-3-16,-3-1 15,-5-2-15,-3 1 16,-2 0-16,-1 1 16,0 1-1,1 2-15,-1-1 16,2 1-16,1 2 15,13 6-15,-18-11 16,18 11-16,-13-7 16,13 7-16,0 0 15,-10-5-15,10 5 16,0 0 0,0 0-16,0 0 15,0 0-15,0 0 16,0 0-16,0 0 15,21 10-15,-4 0 16,-1 0-16,-3 2 16,3 2-16,-3 1 15,0 2-15,-1-1 16,-4-1-16,-3 0 16,0-1-1,-5 3-15,-4 1 16,-6 2-16,-9 5 15,-9 1-15,-8 2 16,-13 4-16,-3-7 16,-10 2-16,3-3 15</inkml:trace>
  <inkml:trace contextRef="#ctx0" brushRef="#br2" timeOffset="-84001.48">8067 1738 0,'0'0'0,"0"0"0,0 0 16,0 0-16,0 0 15,0 0-15,0 0 16,0 0-1,0 0-15,0 0 0,0 0 16,0 0-16,0 0 16,0 0-1,-3 0-15,3 0 16,0 0-16,0 0 16,-3 10-16,3-10 15,0 10-15,0-3 16,0-1-16,0 1 15,0-1-15,0 2 16,0 0-16,0 0 16,0 1-1,0-1-15,0 2 16,0 1-16,0 1 16,1 0-16,0 1 15,0 0-15,1 0 16,0-1-16,2-1 15,-1-2-15,0 0 16,-1 0 0,2-1-16,-1-3 15,-3-5-15,8 13 16,-8-13-16,7 11 16,-7-11-16,8 12 15,-8-12-15,9 12 16,-3-4-16,-1-1 15,-1-1-15,1 1 16,-1-1-16,1 1 16,0 1-16,1-2 15,-1 1 1,0-1-16,-5-6 16,10 13-16,-10-13 15,11 12-15,-4-5 16,0 2-16,2-1 15,0 2-15,1 0 16,-1 0-16,1-1 16,0 0-1,-1-1-15,1 0 16,0-1-16,2 0 16,0-1-16,0 0 15,-3-2-15,-9-4 16,16 7-16,-16-7 15,19 8-15,-10-3 16,1-1-16,0-1 16,0 2-1,0-1-15,1-1 16,1 1-16,3 0 16,1-2-16,0 0 15,-3-1-15,0-1 16,-2-1-16,0 0 15,-1 0-15,-10 1 16,18-2-16,-18 2 16,18 0-16,-8 1 15,2 1 1,1 0-16,1-1 16,0 0-16,-1 1 15,0-1-15,-1 1 16,-2 0-16,1-1 15,-1 0-15,2-1 16,1 0-16,-1-1 16,-2 0-16,0-1 15,1 0 1,0-1-16,0 1 16,1 0-16,-2-1 15,-10 3-15,19-5 16,-19 5-16,16-4 15,-16 4-15,17-5 16,-17 5-16,16-5 16,-16 5-1,13-2-15,-13 2 16,10-2-16,-10 2 16,12-1-16,-12 1 15,13-1-15,-13 1 16,13 0-16,-13 0 15,11 0-15,-11 0 16,10 0-16,-10 0 16,12 2-16,-12-2 15,13 1 1,2 1-16</inkml:trace>
  <inkml:trace contextRef="#ctx0" brushRef="#br3" timeOffset="-72451.02">8258 1713 0,'0'0'0,"0"0"0,0 0 0,0 0 16,0 0-16,0 0 15,0 0-15,0 0 16,0-1-16,0 1 16,0 0-16,0 0 15,0 0-15,0 0 16,0 0-16,0 0 16,0 0-16,0 0 15,0 0 1,0 0-16,0 0 15,0 0-15,0 0 16,0 0-16,0 0 16,0 0-16,0 0 15,0 0-15,0 0 16,0 0-16,8 7 16,-8-7-16,0 0 15,3 9-15,-3-9 16,2 7-1,-2-7-15,2 6 16,-2-6-16,4 8 16,-4-8-16,7 11 15,-7-11-15,8 12 16,-8-12-16,8 12 16,-8-12-16,6 9 15,-6-9 1,5 7-16,-5-7 15,4 7-15,-4-7 16,0 0-16,7 8 16,-7-8-16,0 0 15,7 9 1,-7-9-16,0 0 0,7 7 16,-7-7-1,0 0-15,7 7 16,-7-7-16,0 0 15,5 8-15,-5-8 16,0 0-16,4 7 16,-4-7-16,0 0 15,3 8-15,-3-8 16,0 0-16,2 7 16,-2-7-16,0 0 15,1 8-15,-1-8 16,0 8-1,0-8-15,0 9 16,0-9-16,0 7 16,0-7-16,0 9 15,0-9-15,3 11 16,-3-11-16,3 9 16,-3-9-16,5 8 15,-5-8 1,5 8-16,-5-8 15,4 7-15,-4-7 16,5 9-16,-5-9 16,5 6-16,-5-6 15,4 7-15,-4-7 16,4 7-16,-4-7 16,0 0-16,5 7 15,-5-7 1,0 0-16,4 8 15,-4-8-15,0 0 16,0 0-16,0 0 16,0 0-16,9 7 15,-9-7-15,0 0 16,0 0-16,0 0 16,0 0-16,0 0 15,8 6 1,-8-6-16,0 0 15,0 0-15</inkml:trace>
  <inkml:trace contextRef="#ctx0" brushRef="#br3" timeOffset="-71067.41">8444 1954 0,'0'0'0,"0"0"16,0 0-16,0 0 15,0 0-15,0 0 16,0 0-16,1 1 15,-1-1 1,0 0-16,0 0 16,0 0-16,5 9 15,-5-9-15,3 8 16,-3-8-16,2 9 16,-2-9-16,2 9 15,-2-9-15,3 7 16,-3-7-1,0 0-15,8 8 16,-8-8-16,7 9 16,-7-9-16,7 7 15,-7-7-15,0 0 16,10 7-16,-10-7 16,0 0-16,0 0 15,9 5-15,-9-5 16,0 0-16,0 0 15,12 6-15,-12-6 16,0 0 0,0 0-16,12 4 15,-12-4-15,0 0 16,0 0-16,13 5 16,-13-5-16,0 0 15,0 0-15,12 6 16,-12-6-16,0 0 15,10 3 1,-10-3-16,0 0 16,0 0-16,13 3 15,-13-3-15,0 0 16,12 2-16,-12-2 16,11 2-16,-11-2 15,12 1-15,-12-1 16,10 2-16,-10-2 15,0 0-15,14 2 16,-14-2 0,0 0-16,14 4 15,-14-4-15,12 4 16,-12-4-16,10 2 16,-10-2-16,0 0 15,10 3-15,-10-3 16,0 0-16,0 0 15</inkml:trace>
  <inkml:trace contextRef="#ctx0" brushRef="#br3" timeOffset="-68067.4">8742 2088 0,'0'0'0,"0"0"0,0 0 16,0 0-1,0 0-15,0 0 16,0 0-16,0 0 16,0 0-16,0 0 15,0 0-15,0 0 16,0 0-16,0-1 15,0 1-15,0 0 16,6-7-16,-6 7 16,8-10-1,-8 10-15,11-12 16,-3 3-16,0 0 16,1-1-16,2-2 15,0 0-15,1 1 16,-2 1-16,0 4 15,0-1-15,0 4 16,-10 3-16,17-8 16,-17 8-1,12-6-15,-12 6 16,12-5-16,-12 5 16,13-8-16,-13 8 15,14-12-15,-7 3 16,0 1-16,-1-1 15,-1 2-15,-1 0 16,-4 7-16,8-10 16,-8 10-16,7-8 15,-7 8 1,6-8-16,-6 8 16,8-9-16,-8 9 15,10-10-15,-10 10 16,10-9-16,-10 9 15,9-7-15,-9 7 16,8-6-16,-8 6 16,9-7-16,-9 7 15,14-7 1,-14 7-16,16-7 16,-16 7-16,11-5 15,-11 5-15,0 0 16,12-5-16,-12 5 15,0 0-15,0 0 16,0 0-16,13-6 16,-13 6-1,0 0-15,0 0 16,0 0-16,10-4 16,-10 4-16,0 0 15,0 0-15,0 0 16,0 0-16,0 0 15,0 0-15</inkml:trace>
  <inkml:trace contextRef="#ctx0" brushRef="#br3" timeOffset="-67151.65">8732 2098 0,'0'0'0,"0"0"0,0 0 0,0 0 0,-1 1 15,1-1 1,0 0-16,0 0 16,0 0-16,0 0 15,0 0-15,0 0 16,0 0-16,1-7 15,2 1-15,2-3 16,0 1-16,2-3 16,2 0-16,0-1 15,3 1-15,1-3 16,2 1 0,2 1-16,0-1 15,-1 3-15,1 0 16,0-2-16,3 0 15,0-3-15,-1-2 16,-2-1-16,-4 4 16,1 0-16,-3 2 15,2 0-15,-1 1 16,0 0 0,-1 0-16,-1 2 15,0 2-15,2-1 16,-1 1-16,2-2 15,4-2-15,1-2 16,-2 1-16,-3 1 16,-2 1-16,-3 2 15,-1 1-15,0 0 16,-7 7-16,13-14 16,-5 8-1,0-1-15,2-2 16,-1 1-16,2-1 15,1 1-15,-2 0 16,-10 8-16,17-10 16,-17 10-16,13-7 15,-13 7-15,0 0 16,13-6-16,-13 6 16,0 0-1,0 0-15,10-4 16,-10 4-16,0 0 15,0 0-15,0 0 16,0 0-16,0 0 16,0 0-16,0 0 15</inkml:trace>
  <inkml:trace contextRef="#ctx0" brushRef="#br3" timeOffset="-66401.5">8817 2071 0,'0'0'0,"0"0"15,0 0-15,0 0 16,0 0-16,0 0 15,0 0-15,0 0 16,0 0-16,0 0 16,0 0-16,-2 2 15,2-2-15,0 0 16,-13 6-16,13-6 16,-19 8-1,9-4-15,0-1 16,-1 1-16,0-2 15,11-2-15,-19 2 16,19-2-16,-14 0 16,14 0-16,-11-1 15,11 1-15,-11-3 16,11 3-16,-11-4 16,11 4-16,0 0 15,-10-3 1,10 3-16,0 0 15,0 0-15,0 0 16,0 0-16</inkml:trace>
  <inkml:trace contextRef="#ctx0" brushRef="#br4" timeOffset="-60652.12">8782 2028 0,'0'0'0,"0"0"15,0 0-15,0 0 16,0 0-16,0 0 16,0 0-1,0 1-15,0-1 16,0 0-16,0 7 16,0-7-16,-3 9 15,1 0-15,-2 5 16,-1 6-16,-1 2 15,-1 6-15,0 4 16,1 0 0,2 1-16,3-3 15,0 0-15,1-4 16,0 1-16,1-1 16,0-5-16,0-1 15,1-4-15,-1-5 16,0-1-16,-1-10 15,3 8-15,-3-8 16,0 0-16,0 0 16,10-16-16,-4-7 15,-1-10 1,-1-5-16,-2 0 16,0-2-16,-1 0 15,-1 2-15,0 4 16,0 3-16,0 2 15,0 4-15,0 3 16,-1 5-16,-1 5 16,1 2-1,-1 4-15,2 6 16,-2-8-16,2 8 16,0 0-16,0 0 15,0 0-15,0 0 16,-11 8-16,4 14 15,2 12-15,-1 6 16,2 7-16,1 0 16,0 3-16,-1 0 15,2-4 1,0 5-16,0-5 16,1-7-16,1-6 15,-1-10-15,0-7 16,1-6-16,0-2 15,0-8-15,0 7 16,0-7-16,0 0 16,8-13-16,5-14 15,2-21 1,-4-4-16,-1-4 16,1-6-16,-2 3 15,-1 1-15,-2 6 16,0 5-16,-2 5 15,-2 6-15,-2 5 16,0 7-16,0 6 16,-1 4-16,0 6 15,1 1 1,0 7-16,-2-7 16,2 7-16,0 0 15,0 0-15,0 0 16,-8 20-16,3 11 15,2 13-15,2 3 16,-1 7-16,2 2 16,0 1-1,0 3-15,0-2 0,-1 0 16,-2 1 0,-1-9-16,0-7 15,0-11-15,1-9 16,2-7-16,0-7 15,1-9-15,0 0 16,0 0-16,0 0 16,-4-20-16,2-20 15,2-6 1,0-3-16,3-7 16,-1 1-16,0 0 15,1 2-15,-1 2 16,-1 1-16,1-2 15,0 4-15,-2 4 16,0 6-16,-1 3 16,1 10-16,0 5 15,0 3-15,0 5 16,-1 2 0,1 2-16,0 8 15,0 0-15,-2-6 16,2 6-16,0 0 15,0 0-15,0 0 16,0 0-16,0 0 16,0 0-16,0 0 15</inkml:trace>
  <inkml:trace contextRef="#ctx0" brushRef="#br4" timeOffset="-56203.02">8729 2292 0,'0'0'0,"0"0"0,0 0 15,0 0-15,0 0 16,0 0-16,0 0 16,0 0-16,3-2 15,-3 2 1,17-7-16,-4 0 15,-1 0-15,3 1 16,3 2-16,0 1 16,1 0-16,0-1 15,-1 1-15,-1 0 16,-2 1-16,-1-1 16,1 1-1,0 0-15,2-1 16,0 1-16,2 1 15,0 0-15,1 1 16,-2 0-16,-3 0 16,-1 0-16,-1 0 15,-2 0-15,1 0 16,-1 0-16,0 0 16,2 0-1,0 0-15,1 0 16,-1 0-16,0 0 15,1 0-15,2 0 16,-2 0-16,-2 0 16,-2 0-16,-10 0 15,19 0-15,-19 0 16,14 0-16,-14 0 16,14 0-16,-14 0 15,12-1 1,-12 1-16,11 0 15,-11 0-15,12-1 16,-12 1-16,17-2 16,-17 2-16,14-2 15,-14 2-15,10-2 16,-10 2-16,0 0 16,10-2-16,-10 2 15,0 0-15,10-2 16,-10 2-1,11-2-15,-11 2 16,10-2-16,-10 2 16,0 0-16,0 0 15,10 0-15,-10 0 16,0 0-16,0 0 16,0 0-16,0 0 15,0 0-15,0 0 16,0 0-16,0 0 15,0 0 1,0 0-16,0 0 16,0 0-16,0 0 15,0 0-15,0 0 16,0 0-16,0 0 16,0 0-16,0 0 15,0 0 1,0 0-16,-21 5 15,5-2-15,0-2 16,2 1-16,-1 0 16,-1-1-16,-3 1 15,-3-1-15,-1 1 16,0 0-16,2 0 16,0-1-1,2 1-15,1-1 0,-1 1 16,-1 0-1,-2-1-15,-2 2 16,2-2-16,-1 0 16,2 2-16,0-2 15,3 1-15,3-1 16,-1 0-16,1 1 16,-1 1-16,2-1 15,1 0-15,2 0 16,0-1-1,11-1-15,-15 2 16,15-2-16,0 0 16,-12 3-16,12-3 15,0 0-15,0 0 16,0 0-16,0 0 16,0 0-16,0 0 15,0 0-15,-11-1 16,11 1-1,0 0-15,0 0 16,0 0-16,0 0 16,0 0-16,0 0 15,0 0-15,0 0 16,0 0-16,0 0 16,0 0-16,0 0 15,0 0-15,0 0 16,0 0-1,0 0-15,0 0 16,0 0-16,0 0 16,0 0-16,0 0 15,0 0-15,0 0 16,0 0-16,0 0 16,0 0-16,9-9 15,1 6-15,1 0 16,-1 0-16,0 0 15,-10 3-15,17-4 16,-7 3 0,1 0-16,2 0 15,2 0-15,1 1 16,0 0-16,0 0 16,1 0-16,1 0 15,2 0-15,2 0 16,-3 0-1,1 0-15,2 0 16,0 0-16,5 0 16,2 0-16,-1 0 15,1 0-15,-5 0 16,3 0-16,1 0 16,3 0-16,1 0 15,-2-1-15,-1 0 16,-4 0-16,2 0 15,-1 0 1,3 0-16,0 1 16,-2-1-16,-5 0 15,3 0-15,1 1 16,-1-1-16,0 0 16,-4 0-16,-3-1 15,0 1-15,-3-1 16,0 1-16,-4 0 15,-1 0-15,-10 1 16,13-2 0,-13 2-16,0 0 15,11-2-15,-11 2 16,0 0-16,0 0 16,0 0-16,0 0 15,9-3-15,-9 3 16,0 0-1,0 0-15,0 0 0,0 0 16,0 0 0,0 0-16,0 0 15,0 0-15,0 0 16,0 0-16,0 0 16,0 0-16,0 0 15,0 0-15,0 0 16,0 0-1,0 0-15,0 0 16,0 0-16,0 0 16,0 0-16,0 0 15,0 0-15,0 0 16,0 0-16,0 0 16,0 0-16,0 0 15,0 0-15,0 0 16,0 0-16,0 0 15</inkml:trace>
  <inkml:trace contextRef="#ctx0" brushRef="#br4" timeOffset="-54485.52">8870 2009 0,'0'0'0,"0"0"16,0 0-16,0 0 16,-2-1-16,2 1 15,0 0-15,0 0 16,0 0-16,-5-10 15,5 10-15,5-11 16,-5 11 0,12-12-16,-4 4 15,0 1-15,2-1 16,0-4-16,2 1 16,1-3-16,0-1 15,1 0-15,0-1 16,5-2-16,7-1 15,0 0-15,1 3 16,-3 3-16,0 0 16,1 0-1,-1-1-15,0 0 16,-1-1-16,1-2 16,-1 0-16,-2 0 15,-4 5-15,-1-1 16,2 0-16,1-2 15,2 0-15,2 0 16,-3 2-16,-1 3 16,-2-1-1,0 1-15,-3 1 16,-3 3-16,-1 1 16,-10 5-16,13-8 15,-13 8-15,11-6 16,-11 6-16,9-8 15,-9 8-15,0 0 16,0 0-16,0 0 16,9-7-1,-9 7-15,0 0 16,0 0-16,0 0 16,4-6-16</inkml:trace>
  <inkml:trace contextRef="#ctx0" brushRef="#br4" timeOffset="-48286.27">8897 1988 0,'0'0'0,"0"0"0,0 0 0,0 0 16,1-1-16,-1 1 15,0 0-15,5-12 16,-3 1-16,3-5 16,3-5-16,4-2 15,1 1-15,2-1 16,2 0-16,3 2 15,0 0 1,0 4-16,-3 1 16,-1 5-16,-2-2 15,3 0-15,0 0 16,1 0-16,1 0 16,-1 1-16,4-3 15,4-1-15,-3 2 16,0-1-16,-4 4 15,-4 1 1,0 1-16,0 0 16,4-3-16,1 1 15,-2-1-15,-3 2 16,-3 1-16,-2 2 16,2-1-16,1-1 15,0-1-15,3-1 16,0-1-16,-2 1 15,3-1-15,-2-1 16,1 1 0,2-1-16,0-2 15,3-1-15,-2 2 16,0 1-16,-2 1 16,-1 1-16,0-1 15,0 1-15,0-1 16,0 0-16,0 1 15,-4 0-15,-1 2 16,0 0-16,3-4 16</inkml:trace>
  <inkml:trace contextRef="#ctx0" brushRef="#br4" timeOffset="-39319.44">8793 1628 0,'0'0'0,"0"0"0,0 0 0,0 0 15,0 3 1,0-3-16,-3 14 16,1 3-16,-2 0 15,-1 2-15,1-2 16,0-2-16,0-1 16,1-1-16,1-2 15,-1-1-15,0 0 16,0 2-1,0 3-15,1 0 16,0 0-16,2-1 16,-1 2-16,0 0 15,1 3-15,0 1 16,0 2-16,0 2 16,0-1-16,0 2 15,0-2-15,0-3 16,0 1-16,0 0 15,0-1-15,0-1 16,0-3 0,0 2-16,0 0 15,0-1-15,0 0 16,0-3-16,0 0 16,1-1-16,0 0 15,0 0-15,1 1 16,0-1-16,0 0 15,0 0-15,1 1 16,-1 1 0,0 0-16,0 2 15,0 1-15,1-2 16,-1 2-16,0-2 16,1 1-16,-2-2 15,1 1-15,1 1 16,-2 1-1,0 1-15,1-2 0,0 1 16,-2 3 0,1-2-16,-1 4 15,0 1-15,0 1 16,0 0-16,0-3 16,0 0-16,0 1 15,-1 3-15,1-1 16,-2-2-16,2 0 15,-1-3 1,0-1-16,1 0 0,-1-3 16,1-5-1,0-1-15,0-2 16,0-2-16,0 1 16,0-7-16,0 11 15,0-11-15,0 8 16,0-8-16,0 0 15,0 9-15,0-9 16,0 0 0,0 0-16,3 6 15,-3-6-15,0 0 16,0 0-16,0 0 16,0 0-16,0 0 15,0 0-15,0 0 16,0 0-16,0 0 15,0 0 1,0 0-16,0 0 16,0 0-16,0 0 15,0 0-15,0 0 16,0 0-16,0 0 16,0 0-16,0 0 15,0 0-15,0 0 16,0 0-16,0 0 15,6 6-15,-6-6 16,0 0-16,0 0 16,0 0-1,0 0-15,0 0 16,0 0-16,1 8 16,-1-8-16,0 0 15,0 0-15,0 0 16,0 0-16,0 0 15,0 0-15,0 0 16,0 0 0,0 0-16,0 0 15,0 0-15,0 0 16,0 0-16,0 0 16,0 0-16,0 0 15,0 0-15,0 0 16,0 0-16,0 0 15,0 0-15,0 0 16,0 0-16,10 1 16,-10-1-1,0 0-15,0 0 16,0 0-16,0 0 16,0 0-16,0 0 15,0 0-15,0 0 16,0 0-16,0 0 15,0 0-15,0 0 16,0 0 0,0 0-16,0 0 15,0 0-15,0 0 16,0 0-16,0 0 16,0 0-16,0 0 15,0 0-15,0 0 16,10 4-16,-10-4 15,0 0-15,0 0 16,0 0 0,0 0-16,0 0 15,0 0-15,0 0 16,0 0-16,0 0 16,0 0-16,0 0 15,0 0-15,0 0 16,0 0-16,0 0 15,0 0-15,0 0 16,0 0-16,0 0 16,0 0-1,0 0-15,0 0 16,0 0-16,0 0 16,0 0-16,0 0 15,0 0-15,0 0 16,0 0-16,-5-10 15,4 1-15</inkml:trace>
</inkml:ink>
</file>

<file path=ppt/ink/ink11.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951.42279" units="1/cm"/>
          <inkml:channelProperty channel="Y" name="resolution" value="1522.63013" units="1/cm"/>
          <inkml:channelProperty channel="T" name="resolution" value="1" units="1/dev"/>
        </inkml:channelProperties>
      </inkml:inkSource>
      <inkml:timestamp xml:id="ts0" timeString="2026-02-27T15:26:05.563"/>
    </inkml:context>
    <inkml:brush xml:id="br0">
      <inkml:brushProperty name="width" value="0.05292" units="cm"/>
      <inkml:brushProperty name="height" value="0.05292" units="cm"/>
      <inkml:brushProperty name="color" value="#FFC000"/>
    </inkml:brush>
  </inkml:definitions>
  <inkml:trace contextRef="#ctx0" brushRef="#br0">3536 2811 0,'0'0'0,"0"0"0,0 0 15,1 2-15,-1-2 16,0 0-16,22 6 15,-1-1-15,7 0 16,5-2 0,7-3-16,1-1 15,-1-2-15,-1-2 16,1 0-16,3-3 16,-4 0-16,-7 2 15,-2 0-15,-3 0 16,2 2-16,-1 3 15,0 1-15,0 2 16,1 1-16,1 1 16,4-1-1,-1 0-15,2 0 16,-2-3-16,3 0 16,1 0-16,1 0 15,-3 0-15,-3 0 16,-1 0-16,2 0 15,0 0-15,0-1 16,-2-1-16,0-1 16,0 0-1,1-1-15,-2 1 16,1 0-16,-3-1 16,1 1-16,-3 0 15,-1-1-15,3 1 16,0-2-16,7-3 15,-3 2-15,0-1 16,-1 0-16,-2 1 16,2-3-1,4-3-15,-2 2 16,1 2-16,-4 1 16,-2 4-16,-1 1 15,0 0-15,2 1 16,1-1-16,1 1 15,1 2-15,5 1 16,6 1-16,19 1 16</inkml:trace>
  <inkml:trace contextRef="#ctx0" brushRef="#br0" timeOffset="1634.9">12155 2454 0,'-3'4'0,"-1"3"16,4-7-16,-4 9 15</inkml:trace>
  <inkml:trace contextRef="#ctx0" brushRef="#br0" timeOffset="6467.57">3120 3374 0,'0'0'0,"0"0"0,0 0 16,0 0-16,0 0 16,0 0-16,0 0 15,4 0-15,-4 0 16,23 0-16,-7 0 15,2-1-15,0 0 16,0-1 0,0 0-16,2-1 15,0 1-15,3 0 16,0-1-16,0 1 16,-3 1-16,1 1 15,-1 0-15,1 1 16,3 0-1,3 1-15,1 0 16,-1-1-16,-2 0 16,-2 1-16,1 0 15,1 0-15,3-1 16,0 1-16,0-1 16,-3 0-16,-1 0 15,-2 0-15,4 0 16,2-1-1,3 1-15,2 1 16,-1-2-16,-2 0 16,3-3-16,2 1 15,1-1-15,1-1 16,-5-1-16,-2 2 16,0-2-16,2 1 15,-2-1-15,0 2 16,-1-2-16,-1 2 15,-1 1 1,-1 0-16,2-1 16,1 2-16,0 2 15,-1 2-15,-3-2 16,0 1-16,0-1 16,1 1-16,3-1 15,-1 3-15,1 0 16,-2 1-16,0-1 15,4 1 1,2 0-16,1 0 16,-2-2-16,-1 0 15,-1-2-15,1-2 16,4-1-16,-3 1 16,-2-1-16,-3 1 15,-3 1-15,3-1 16,-1 0-16,-2 0 15,1 0 1,-1 0-16,-2 1 16,0-2-16,-1 2 15,-2-1-15,2 0 16,0-4-16,3 1 16,-1 0-16,-2 1 15,-4 0-15,0 0 16,-1 1-16,-1-1 15,-1 2-15,0-1 16,0 0 0,-2 1-16,0 0 15,-2 0-15,-10 1 16,15-2-16,-15 2 16,12 0-16,-12 0 15,14 2-15,-4 1 16,4 1-16,8 2 15</inkml:trace>
  <inkml:trace contextRef="#ctx0" brushRef="#br0" timeOffset="35101.87">11818 3227 0,'0'0'0,"0"0"0,0 0 0,0 0 16,0 0-16,-1 2 16,1-2-1,1 8-15,2 4 16,4 7-16,1 1 15,3 1-15,2 1 16,6-5-16,0-2 16,-3-5-16,-1-3 15,2-3-15,12-5 16,22-14-16,22-12 16,14-22-16,13-14 15,-8-1 1,13-11-16,-14 9 15,12-12-15,-9 9 16,-4-2-16,-17 16 16,-12 7-16,-5 6 15,-13 16-15,-2 2 16,-4 4-16,-6 2 16,-5-2-16,-7 4 15,-6 6-15,-4 3 16,-9 7-1,13-9-15,-13 9 16,0 0-16,10-8 16,-10 8-16,0 0 15,0 0-15,0 0 16,0 0-16,0 0 16,9-2-16,-9 2 15,0 0 1,0 0-16,0 0 15,0 0-15,0 0 16,0 0-16,0 0 16,0 0-16,0 0 15,0 0-15,0 0 16,0 0-16,0 0 16,0 0-1,0 0-15,-1 6 16,1-6-16,0 0 15,0 0-15,0 0 16,0 0-16,0 0 16,0 0-16,0 0 15,0 0-15,-1 7 16,1-7-16,0 0 16,-2 6-16,2-6 15,0 0-15,0 0 16,0 0-16,-4 7 15,4-7 1,0 0-16</inkml:trace>
  <inkml:trace contextRef="#ctx0" brushRef="#br0" timeOffset="37866.68">13269 2471 0,'0'0'0,"1"-3"0,2-4 16,10-11-16,6-6 16,5-5-16,2 4 15,2 0-15,1 6 16,3 5-16,1 3 15,4 3-15,1 4 16,-3 5-16,0 3 16,-8 5-1,-3 1-15,-3 6 16,-1 15-16,-3-3 16,-5 2-16,-7 7 15,-4-5-15,-15 18 16,-7-1-16,-15 12 15,-10 9 1,-8-1-16,-6 0 0,4-18 16,3-2-1,8-9-15,7-9 16,9-6-16,2-3 16,8-5-16,4-6 15,5-2-15,10-9 16,-10 9-16,10-9 15,0 0-15,0 0 16,-5 9-16,7-1 16,5 7-1,6 4-15,-1-1 16,0 1-16,1 0 16,0 1-16,1-1 15,2 3-15,-5-5 16,0-2-16,-3-4 15,-2 1 1,1 4-16,-1-3 0</inkml:trace>
  <inkml:trace contextRef="#ctx0" brushRef="#br0" timeOffset="38083.56">13193 3695 0,'0'0'0,"0"0"0,0 0 16,0 0-1,-1 2-15,1-2 16,0 0-16,0 0 16,0 0-16,0 0 15,0 0-15,4-18 16</inkml:trace>
  <inkml:trace contextRef="#ctx0" brushRef="#br0" timeOffset="38667.18">13825 1986 0,'-1'-7'0,"-3"-10"15,-3-10-15,-9-21 16,-7-7 0,-7 7-16,-10 20 0,-10 10 15,-13 4 1,-5 3-16,-5 2 16,-6 6-16,-2 26 15,0-3-15,-2 11 16,8 9-16,-6 9 15,13 1-15,0 14 16,7 3-16,6 2 16,1 19-1,10-8-15,10 42 16,8-31-16,-1 16 16,2 13-16,8-28 15,4 21-15,10-30 16,6-3-16,23 76 31,15-25-31,8 3 16,10-27-16,-8-54 15,3 2 1,33-13-16,-17-11 16</inkml:trace>
  <inkml:trace contextRef="#ctx0" brushRef="#br0" timeOffset="39017.26">14172 3307 0,'6'-14'0,"7"-25"0,3-5 15,22-64-15,-16 24 16,-15-13-16,-1 5 15,-9 9-15,-7-4 16,-4 9-16,-12 0 16,-5-3-1,-2 9-15,-5 4 16,-5 4-16,-7 6 16,-6 3-16,3 11 15,1 7-15,1 7 16,5 6-16,3 2 15,9 6-15,7 4 16,7 2-16,7 4 16,13 6-16,-14-5 15</inkml:trace>
  <inkml:trace contextRef="#ctx0" brushRef="#br0" timeOffset="42917.3">5105 4003 0,'0'0'0,"0"0"0,0 0 16,0 0-16,-2 0 16,2 0-16,0 0 15,0 0-15,0 0 16,0 0-16,0 0 15,2 9 1,2 0-16,3 3 16,3-1-16,7 1 15,10-6-15,17-10 16,17-12 0,20-21-16,9-7 0,5-10 15,-6-1 1,-9 5-16,-12 5 15,-10 5-15,-10 10 16,-9 3-16,-6 5 16,-7 6-16,-5 3 15,-3 2-15,2 2 16,5-2-16,16-5 16</inkml:trace>
  <inkml:trace contextRef="#ctx0" brushRef="#br0" timeOffset="46016.46">1057 4324 0,'0'0'0,"0"0"0,0 0 0,0 0 16,0 0-1,0 0-15,0 0 16,0 0-16,0 3 16,0-3-16,14 3 15,21-2-15,21-5 16,7-5-16,4-5 15,-2-2 1,-6-2-16,-7 2 16,-8 0-16,-11 2 15,-7 2-15,-7 3 16,-8 4-16,-11 5 16,12-5-16,-12 5 15,0 0-15,0 0 16,0 0-16,-4-6 15,-28 4-15,-33 9 16,-4 7 0,10-1-16,14-1 15,11-5-15,4-1 16,-1-2-16,3-4 16,1-2-16,3-1 15,4 1-15,4 0 16,2-1-16,3 2 15,11 1-15,-13-2 16,13 2-16,0 0 16,-10 1-1,10-1-15,-24 19 16,6 3-16,3 1 16,2 6-16,3 2 15,2 6-15,1-1 16,4 2-16,1 1 15,1-1 1,2 4-16,1-1 16,3-1-16,1-2 15,1-1-15,0 2 16,2-3-16,-2-3 16,2-3-16,-2-4 15,1 2-15,2 0 16,0-1-16,-1-1 15,0-2-15,-1-2 16,-1-1-16,1 0 16,-1-1-1,0-4-15,0-1 16,1-4-16,3-1 16,5-2-16,3-4 15,7-2-15,6-6 16,2-4-16,1-2 15,-2 0-15,-3-1 16,-6 1 0,-4 2-16,-5 2 15,-4 1-15,-11 5 16,14-6-16,-14 6 16,0 0-16,0 0 15,10-4-15,-10 4 16,0 0-16,0 0 15,0 0-15,0 0 16,0 0 0,0 0-16,0 0 15,0 0-15,0 0 16,0 0-16,0 0 16,0 0-16,0 0 15,0 0-15,0 0 16,0 0-16,0 0 15,0 0-15,0 0 16,0 0-16,0 0 16,0 0-16,0 0 15,0 0 1,0 0-16,0 0 16,0 0-16,0 0 15,0 0-15,0 0 16,0 0-16,0 0 15,0 0-15,0 0 16,0 0-16,0 0 16,0 0-16,10-5 15,-10 5 1</inkml:trace>
  <inkml:trace contextRef="#ctx0" brushRef="#br0" timeOffset="48966.72">7324 3993 0,'0'0'0,"0"-2"16,0 2-16,-5-9 15,1-1-15,2-4 16,6-4-16,6-7 16,7-5-16,9-3 15,3-1-15,5-2 16,7-1-16,-1 7 16,0 2-1,2 2-15,1 3 16,3-1-16,3 2 15,-5 4-15,5 0 16,3 6-16,0 1 16,1 3-16,0 3 15,-2 2-15,-2 3 16,-4 2 0,-3 3-16,-1 3 15,-1 2-15,-1 3 16,-5 2-16,0-1 15,-1 2-15,-1-1 16,-3 0-16,-5-2 16,-5-1-16,-1-2 15,-1 1 1,-2 0-16,-2-2 16,-3-1-16,-2-1 15,-8-7-15,10 9 16,-10-9-16,0 0 15,0 0-15,7 7 16,-7-7-16,0 0 16,0 0-16,0 0 15,0 0-15,0 0 16,0 0-16,0 0 16,0 0-1,-6-13-15,0 1 16,0-2-16,-1 0 15,-1-1-15,1 1 16,-1-2-16,0 2 16,2 2-16,0-1 15,1 2-15,0 1 16,2 1 0,0 3-16,3 6 15,-4-10-15,4 10 16,0 0-16,0 0 15,0 0-15,0 0 16,0 0-16,13 9 16,-1 3-16,1 3 15,1-1-15,-1 1 16,-2-2-16,-1-1 16,-2-2-1,-3-2-15,-2-1 16,0 2-16,-1-1 15,-4 2-15,-7 4 16,-12 10-16,-21 6 16,-10 3-16,-4-2 15,-3-3-15,-1-4 16,1-1-16,0-1 16,11-3-16,8-3 15,7-4 1,11-4-16,6-2 15,6-4-15</inkml:trace>
  <inkml:trace contextRef="#ctx0" brushRef="#br0" timeOffset="51482.57">7100 3799 0,'0'0'0,"0"0"16,-1-2-16,1 2 16,0 0-16,-5-11 15,5 11-15,-8-12 16,5 4-16,-3-1 16,1-1-16,-2 1 15,0 0-15,-4-3 16,-5 1-1,-7-1-15,-4-1 16,-1 3-16,-2 0 16,0 0-16,-4-1 15,-4 0-15,-4-1 16,3 3-16,0 2 16,-1 0-16,-2 2 15,1-1-15,0 3 16,-1 0-1,2 3-15,-2 2 16,2 0-16,3 1 16,0 2-16,0 2 15,-3 3-15,3 2 16,1 2-16,-1 1 16,3 1-16,-1 2 15,3 0-15,1 3 16,3 3-16,5 0 15,4-1-15,3-1 16,3 2 0,1 1-16,1 0 15,1 2-15,3 0 16,5-1-16,4 2 16,4 0-16,5-2 15,2-3-15,5-3 16,8 3-1,6 0-15,6-2 16,4-5-16,3-4 16,4-2-16,1-3 15,1 0-15,2-3 16,-2-1-16,0-2 16,1-1-16,0-1 15,-1-2-15,1-1 16,-2-1-1,-1 0-15,-2-4 16,-3-1-16,-4-2 16,-2 0-16,0-1 15,2 2-15,-4-1 16,-5 0-16,-8 1 16,1-5-16,-3-3 15,-1 0-15,-3-2 16,-6 3-16,-3-2 15,-1-1-15,-4 0 16,-1 0 0,-3 0-16,-3 0 15,-2 2-15,-3-1 16,-1 1-16,-3 0 16,-3 1-16,-3 4 15,-3 0-15,-3 3 16,1 2-16,1 4 15,4-2 1,3 3-16,2-1 16,4 2-16,10 3 15,-13-4-15,13 4 16,0 0-16,-10-3 16,10 3-16,0 0 15,0 0-15,0 0 16,0 0-16,0 0 15</inkml:trace>
  <inkml:trace contextRef="#ctx0" brushRef="#br0" timeOffset="55066.74">4038 4817 0,'0'0'0,"0"0"0,0 0 16,0 0-16,0 0 15,0 0-15,0 0 16,0 0 0,0 0-16,0 0 15,0 0-15,2 0 16,-2 0-16,21 0 15,0 0-15,4 0 16,3 0-16,1-2 16,5-3-16,0-1 15,3 0 1,-1-1-16,1 1 16,1-1-16,-2 2 15,-1-2-15,0 1 16,-3 0-16,-3 2 15,-2 1-15,-2 3 16,-1 0-16,1 0 16,-1 4-16,0-1 15,-4 2 1,-3-2-16,-2-1 16,0 1-16,-3-1 15,-1 0-15,-11-2 16,14 3-16,-14-3 15,11 1-15,-11-1 16,0 0-16,10 2 16,-10-2-16,0 0 15,0 0-15,0 0 16,0 0 0,11 8-16,-11-8 15,0 0-15,5 8 16,-5-8-16,0 0 15,0 0-15,0 0 16,3 6-16,-3-6 16,0 0-16,0 0 15,0 0 1,0 0-16,0 0 16,0 0-16,0 0 15,0 0-15,0 0 16,0 0-16,0 0 15,0 0-15,0 0 16,0 0-16,0 0 16,0 0-16,0 0 15,0 0-15,0 0 16,0 0 0,0 0-16,0 0 15,10 6-15,-10-6 16,0 0-16,0 0 15,0 0-15,0 0 16,0 0-16,0 0 16,0 0-16,0 0 15,0 0-15,0 0 16,0 0 0,10 0-16,-10 0 15,0 0-15,0 0 16,0 0-16,0 0 15,0 0-15,0 0 16,0 0-16,0 0 16,0 0-16,0 0 15,0 0 1,0 0-16,0 0 16,0 0-16,0 0 15,0 0-15</inkml:trace>
  <inkml:trace contextRef="#ctx0" brushRef="#br0" timeOffset="62182.48">8034 5507 0,'0'0'0,"0"0"0,3 0 0,-3 0 15,19-1-15,-3 0 16,3 0-16,3 0 15,1 0-15,0-1 16,1 0-16,0 0 16,2 0-16,1 0 15,-2 0 1,-1 1-16,-1 0 16,0 1-16,0 2 15,2 1-15,3 1 16,-2 1-16,1-1 15,-1 0-15,-2 0 16,1 1-16,1 0 16,0 0-1,1 0-15,0 0 16,-1 0-16,1-2 16,13-3-1</inkml:trace>
  <inkml:trace contextRef="#ctx0" brushRef="#br0" timeOffset="67383.86">643 6003 0,'0'0'0,"0"0"0,0 0 0,0 0 16,0 0-16,0 0 15,0 0 1,0 0-16,0 0 16,5 1-16,-5-1 15,25 1-15,0-1 16,6-2-16,5-3 16,3-3-16,-2-1 15,-1 1-15,-1 0 16,-2 0-16,-1 1 15,-1 0-15,-3 2 16,-4 0-16,0 0 16,-4 2-1,-1 1-15,0 1 16,-3 1-16,-2 1 16,-4 1-16,-10-2 15,15 2-15,-15-2 16,0 0-16,9 3 15,-9-3 1,0 0-16,0 0 16,0 0-16,0 0 15,0 0-15,0 0 16,-11-1-16,-2-3 16,-2 0-16,-1-1 15,-1 0-15,1 0 16,0 0-16,-2 0 15,0-1 1,0 0-16,4 3 16,3-1-16,0 2 15,11 2-15,-15-4 16,15 4-16,0 0 16,-12-3-16,12 3 15,0 0-15,0 0 16,0 0-16,0 0 15,0 0-15,0 0 16,24-2-16,-8 6 16,3 3-1,-3 0-15,-2 1 16,0-1-16,-2 3 16,-2 1-16,-2 0 15,-1 3-15,-2 5 16,-5 9-16,-9 10 15,-7 10-15,-8 9 16,-1 0 0,-1-3-16</inkml:trace>
  <inkml:trace contextRef="#ctx0" brushRef="#br0" timeOffset="76216.24">11556 5411 0,'0'0'0,"0"0"0,0 0 16,0 0-16,-2 1 15,2-1-15,0 0 16,-3 7-16,3-7 15,-3 7-15,1 0 16,-2 2 0,0 5-16,1 0 15,-1 2-15,1 1 16,0 2-16,1 0 16,0-1-16,-1 2 15,1 4-15,1 1 16,0 0-16,1-3 15,0-2 1,0-3-16,0-1 0,0-3 16,0 0-1,0-2-15,0-1 16,0 1-16,0-1 16,0 0-16,-1 2 15,0-1-15,0-3 16</inkml:trace>
  <inkml:trace contextRef="#ctx0" brushRef="#br0" timeOffset="80017.94">11794 5424 0,'0'0'0,"0"-2"16,0 2-16,-4-6 15,4 6-15,-21-14 16,-1 6-16,-2-2 16,0 1-16,4 5 15,-2 2-15,-4 3 16,-5 4-16,-2 4 16,-1 3-16,5 0 15,-1 3 1,0 3-16,-3 0 15,-1 4-15,0 2 16,4 1-16,3 5 16,0 4-16,4 4 15,0 5-15,2-3 16,3 0-16,2-4 16,0 4-16,2-2 15,2 0 1,4 2-16,5-3 15,3 6-15,0-3 16,0-3-16,0-3 16,1 1-16,4 0 15,3 5-15,1-3 16,1 0-16,8 9 31,1-5-15,-2-8-16,-3-10 15,-6-12-15,4-1 16,9 6-16,1-5 16,-3-3-16,-8-6 15,-11-2-15</inkml:trace>
  <inkml:trace contextRef="#ctx0" brushRef="#br0" timeOffset="80450.59">11875 6040 0,'6'-3'0,"11"-8"16,-5-1-16,9-23 15,-4-7 1,-4-4-16,-1 5 15,-6 3-15,-9 1 16,-3 2-16,-9-20 31,-3-1-31,-1 6 16,1 8-16,5 15 16,2 5-16,0 3 15,2 2-15,0 3 16,-1 0-1,0 3-15,-5-1 16,-9 3-16,-10-3 16,-6 3-16,-2 3 15,2 3-15,5 3 16,3 3-16,8-1 16,4 0-16,7 2 15,2 5-15,1 5 16</inkml:trace>
  <inkml:trace contextRef="#ctx0" brushRef="#br0" timeOffset="80982.75">11123 5935 0,'2'0'0,"-2"0"0,21 5 15,6 0-15,7 0 16,12 0-16,9 0 16,3-3-16,10-4 15,-8 0-15,8-2 16,5-2-1,-15 0-15,3 1 16,-5-2-16,-5 0 16,-2 1-16,-1 0 15,-6-1-15,-8 1 16,-2-3-16,-10 3 16,-4 0-16,-2 1 15,-4 2 1,-1-1-16,-11 4 15,16-4-15</inkml:trace>
  <inkml:trace contextRef="#ctx0" brushRef="#br0" timeOffset="-119483.58">7859 5683 0,'0'0'0,"0"0"0,0 0 15,0 0-15,0 2 16,0-2-16,0 7 16,1 1-16,-1 6 15,2 7-15,0 6 16,-1 4-16,3 0 15,0 0 1,3-2-16,1 0 16,0-5-16,1-4 15,-1-1-15,2-3 16,3 0-16,3 0 16,4-3-16,9-6 15,15-6-15,19-9 16,19-17-16,9-9 15,7-13-15,2-8 16,-7 4 0,-3 1-16,-9 5 15,-11 7-15,-2 0 16,-10 7-16,-11 4 16,-9 8-16,-10 5 15,-5 5-15,-4 2 16,-4 3-16,-1 0 15,-2 2-15,-1 0 16,-1 1 0,-10 1-16,17-4 15,-17 4-15,16-3 16,-16 3-16,12-3 16,-12 3-16,0 0 15,13-2-15,-13 2 16,0 0-16,0 0 15,0 0-15,0 0 16,0 0 0,0 0-16,0 0 15,0 0-15,0 0 16,0 0-16,0 0 16,0 0-16,0 0 15,0 0-15,0 0 16,0 0-16,0 0 15,0 0-15,0 0 16,0 0 0,0 0-16,0 0 15,0 0-15,0 0 16,8 6-16,-8-6 16,0 0-16,0 0 15,0 0-15,0 0 16,0 0-16,0 0 15,0 0-15,0 0 16,0 7 0,0-7-16,0 0 15,0 0-15,0 0 16,0 0-16,0 0 16,0 0-16,0 0 15,0 0-15,0 0 16,0 0-16,0 0 15,0 0-15,0 0 16,0 6-16,0-6 16,0 0-1,0 0-15,0 0 16,0 0-16,0 0 16,0 0-16,0 0 15,0 0-15,0 0 16,0 0-16,-1 6 15,1-6-15,0 0 16,0 0-16,0 0 16,0 0-1,0 0-15,0 0 16,0 0-16,0 0 16,0 0-16,0 0 15,0 0-15,0 0 16,0 0-16,0 0 15,0 0-15,0 0 16,0 0 0,0 0-16,0 0 0,0 0 15,0 0 1,0 0-16,0 0 16,0 0-16,0 0 15,0 0-15,0 0 16,0 0-16,0 0 15,0 0-15,0 0 16,0 0-16,0 0 16,0 0-16</inkml:trace>
  <inkml:trace contextRef="#ctx0" brushRef="#br0" timeOffset="-109799.28">12410 6339 0,'1'-2'0,"-1"2"0,3-6 16,1-4-16,8-6 15,21-7-15,20-8 16,7 6 0,1 3-16,-7 9 15,-4 7-15,-7 5 16,-4 7-16,-2 6 15,-2 4-15,-3 7 16,-1 7-16,-2 4 16,-6 9-16,-2 6 15,-5 9-15,-6 4 16,-9 21 0,-3 12-16,-7 7 15,-2 0-15,0-20 16,1 4-16,-5 43 31,6-8-31,9 8 16,1-37-16,3-29 15,-2-8-15,0-5 16,-1-6-16,-6-10 16,-1-6-1,-2-5-15,0-4 16,-3-3-16,-4-2 15,-7-3-15,-10-1 16,-12-3-16,-1-4 16,0-4-16,6-4 15,3-3 1,2-2-16,5-4 16,3-7-16,5-7 15,7-7-15</inkml:trace>
  <inkml:trace contextRef="#ctx0" brushRef="#br0" timeOffset="-109350.43">12948 7060 0,'0'0'0,"0"0"0,0 4 15,1 4-15,2 9 16,2 3-16,11-6 16,9-5-16,17-10 15,16-7-15,11-11 16,8-8 0,10-7-16,7-8 15,1-7-15,-9 0 16,-13 7-16,-9 4 15,-15 9-15,-6 3 16,-10 6-16,-4 4 31,-7 8-31,-9 3 16</inkml:trace>
  <inkml:trace contextRef="#ctx0" brushRef="#br0" timeOffset="-108983.39">13065 7423 0,'3'-3'0,"11"-10"0,10-12 0,35-31 15,15-2-15,16 8 16,4-2-16,3 9 16,-10 8-1,-13 7-15,-7 1 16,-14 4-16,-12 0 15,-7-1-15,-14 11 16,-3 2-16,-1 1 16,0-9-16</inkml:trace>
  <inkml:trace contextRef="#ctx0" brushRef="#br0" timeOffset="-108716.41">13338 6736 0,'0'-1'0,"0"1"0,0 0 16,0 0-16,-4 18 15,-2 26-15,8 30 16,6 2-16,13 28 16,6-5-16,11 13 15,29 54 1</inkml:trace>
  <inkml:trace contextRef="#ctx0" brushRef="#br0" timeOffset="-108383.64">13664 6647 0,'0'0'0,"0"4"0,3 7 16,4 32-16,5 37 15,5 28 1,2 18-16,13 17 15,0-2-15</inkml:trace>
  <inkml:trace contextRef="#ctx0" brushRef="#br0" timeOffset="-85967.62">1583 6182 0,'0'0'0,"0"0"0,0 0 0,0 0 0,0 0 16,0 0 0,0 0-16,0 0 15,6 1-15,-6-1 16,22 3-16,-3-1 15,7 1-15,6 0 16,2-2-16,4-2 16,1-3-16,2 1 15,2-3 1,-3 0-16,-1 1 16,-1 0-16,1 0 15,-1 2-15,0 0 16,1 4-16,0 1 15,4 2-15,-1 0 16,-1 0-16,-1-1 16,3 0-16,0 0 15,-2 1-15,-2 1 16,-1 0-16,0 1 16,1 0-16,1 0 15,-1 0 1,3 1-16,0 0 15,1 1-15,5 0 16,2 0-16,4-1 16,2-5-16,3 0 15,0-4-15,1 2 16,-1-2 0,-2 0-16,2 0 15,-1 1-15,-2-1 16,1 1-16,1-1 15,1 0-15,2 1 16,2-1-16,0 0 16,3 0-16,1-2 15,0 0-15,-1-1 16,-1 0-16,1-1 16,-2 1-1,2 1-15,1-3 16,-1 0-16,4-1 15,-2 1-15,-2-1 16,0 1-16,-1-1 16,-2 2-16,3 0 15,-2-1-15,0 1 16,1-1-16,-1 1 16,-3 0-16,-2 1 15,-4 1 1,-2 0-16,-3 1 15,-2 3-15,-2 0 16,-1 2-16,-2 2 16,3 0-16,0 0 15,0-1-15,0 2 16,-2-1-16,3 0 16,1 0-1,0 0-15,4 0 16,-2 0-16,1-2 15,1-3-15,0 0 16,2-2-16,-1 0 16,1-2-16,0 0 15,-1-2-15,0-1 16,-4 1-16,-2 0 16,-7 2-1,-7 1-15,-7 0 16,-6 2-16,-5 0 15,-6 2-15,-9 0 16,13-1-16,-13 1 16,0 0-16,0 0 15,0 0-15,22 0 16</inkml:trace>
  <inkml:trace contextRef="#ctx0" brushRef="#br0" timeOffset="-79667.02">6315 1484 0,'0'0'0,"0"0"0,0 0 0,3 0 16,7 1-16,17 1 15,15 1-15,11-1 16,7-1-16,5-3 15,6 1-15,3-3 16,0-1-16,-3 0 16,-2-1-16,0 0 15,-2 0-15,0 1 16,2 0 0,2 2-16,3 1 15,4 1-15,0 1 16,4 1-16,2 1 15,-2 0-15,6-1 16,-2 2-16,3-3 16,-1 1-16,-2 0 15,0 0 1,3-1-16,-1 1 16,4 0-16,2-2 15,0 0-15,1-2 16,-4 0-16,-2 0 15,2 1-15,-2 0 16,1-1-16,1 1 16,-4-1-16,0 1 15,-3-1 1,-3 2-16,3 1 0,-1 1 16,3 1-1,0-1-15,1 0 16,-3 0-16,0-1 15,-3 1-15,3 0 16,1 0-16,-1-1 16,1 1-16,3 0 15,-3-2 1,1-1-16,-6-2 16,-1-1-16,-6-1 15,-2 2-15,1-1 16,-8 1-16,6 0 15,-4-1-15,-11 1 16,-5 1-16,-13-1 16,-1 1-16,-6-1 15,-3 0-15,-8 2 16,-7 0 0,-12 2-16,14-1 15,-14 1-15,0 0 16,13 0-16,11 5 15</inkml:trace>
  <inkml:trace contextRef="#ctx0" brushRef="#br0" timeOffset="-78316.93">8738 695 0,'0'0'0,"0"0"0,-1 3 15,1-3-15,-8 21 16,0 12-16,0 18 15,0 9-15,2 9 16,0 7-16,1 6 16,2 3-16,1 3 15,-2 0-15,1-1 16,1-1-16,-1-3 16,0-5-16,-1-6 15,1-8 1,0-8-16,0-6 15,2-5-15,-1-6 16,1-4-16,-1-4 16,2-3-16,1-4 15,0-8-15,1-3 16,0-7 0,-2-6-16,0 0 15</inkml:trace>
  <inkml:trace contextRef="#ctx0" brushRef="#br0" timeOffset="-77367.24">8584 710 0,'0'0'0,"0"-3"0,0 3 0,0 0 16,5-12-16,9-4 15,26-7 1,16-7-16,10 4 15,5 1-15,6 0 16,7 5-16,4 6 16,-4 3-16,-7 4 15,-9 3-15,-9 3 16,-9 0-16,-10 1 16,-6 2-16,-6 5 15,-5 0 1,-3 5-16,-1 2 15,0 10-15,1 7 16,-1 8-16,0 9 16,-4 4-16,-2 3 15,-5 3-15,0 1 16,-1 5-16,-3-2 16,2 3-16,-1-1 15,0 2 1,0 1-16,0-2 15,0 0-15,1-2 16,-2-3-16,3 2 16,0-3-16,1-4 15,-2-3-15,0-3 16,1-4-16,-2-4 16,-1-9-16,-1-6 15,-1-6-15,0-4 16,-2-4-1,0-3-15,0-2 16,0-7-16,-1 9 16,1-9-16,-2 7 15,2-7-15,0 0 16,-6 7-16,6-7 16,0 0-1,0 0-15,-14 5 16,14-5-16,-11 1 15,-2-2-15,-29-4 16,-71-10-16,-59-8 16,-3-1-16,-27 18 31,46 16-31,29 2 16,36 1-16,23 0 15,-11 3 1,3 2-16,-2 2 15,14-4-15,1-1 16,8-2-16,2 1 16,-7 0-16</inkml:trace>
  <inkml:trace contextRef="#ctx0" brushRef="#br0" timeOffset="-75717.07">7687 5939 0,'0'0'0,"0"0"0,0 0 16,0 0-16,0 0 15,1 1-15,-1-1 16,6 7-16,1 0 16,3 2-16,12 0 15,16-5-15,23-9 16,23-23-16,13-16 15,15-18 1,-1-4-16,2-8 16,1 2-16,0-2 15,19-2-15</inkml:trace>
  <inkml:trace contextRef="#ctx0" brushRef="#br0" timeOffset="-72416.76">3580 3360 0,'0'0'0,"0"0"0,0 0 0,0 0 0,0 0 16,0 0-1,0 0-15,0 0 16,9-1-16,9-1 15,15-2-15,13 1 16,6-3-16,1-1 16,-6-1-1,3 0-15,-4 0 16,-5 2-16,0 0 16,-3 3-16,3 3 15,4 2-15,-1 2 16,3-1-16,2 1 15,2 1-15,3 1 16,-2-2-16,-2 1 16,-3 0-16,-4-1 15,-2-1-15,-3-2 16,-5-1 0,-4-1-16,-5-1 15,-5 0-15,-3 0 16,-4 2-16,-12 0 15,15-2-15,-15 2 16,0 0-16,11 0 16,-11 0-16,0 0 15,0 0-15,11 2 16,5 1 0,18 0-16,19-9 15,-3-9-15</inkml:trace>
  <inkml:trace contextRef="#ctx0" brushRef="#br0" timeOffset="-71800.71">4002 3321 0,'0'0'0,"0"0"16,0 0-16,0 0 16,0 0-1,9 1-15,8 0 16,22 3-16,14 1 15,11 0-15,4-4 16,5-3-16,0-1 16,-5-1-16,-3 1 15,-1 1 1,-4 0-16,-5 1 16,2 2-16,0-1 15,1 2-15,0 0 16,-1 1-16,-1 0 15,-5-1-15,-6 1 16,-6-2-16,-7 1 16,-8 0-16,-7 0 15,-6-1-15,-11-1 16,13 1-16,-13-1 16,0 0-1,0 0-15,10 6 16,-10-6-16</inkml:trace>
  <inkml:trace contextRef="#ctx0" brushRef="#br0" timeOffset="-52234.17">4965 1702 0,'0'0'0,"0"0"0,0 2 16,0-2-16,0 0 15,0 7-15,0-7 16,0 0-16,0 7 16,0-7-1,5 18-15,1 4 16,3 4-16,1-2 16,1-2-16,1 2 15,1-3-15,-2-2 16,-1-5-16,-3-4 15,0-3-15,-7-7 16,14 8 0,-14-8-16,22 1 15,0-5-15,14-10 16,11-7-16,9-7 16,3-3-16,3-3 15,2-1-15,2-4 16,1-6-16,-3 2 15,-1-1-15,-2 2 16,0-1 0,-6 5-16,-2-1 15,-6 5-15,-6 4 16,-6 4-16,-11 9 16,-6 4-16,-9 6 15,-9 7-15,10-7 16,-10 7-16,0 0 15,0 0-15,0 0 16,0 0-16,0 0 16,0 0-1,0 0-15</inkml:trace>
</inkml:ink>
</file>

<file path=ppt/ink/ink12.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951.42279" units="1/cm"/>
          <inkml:channelProperty channel="Y" name="resolution" value="1522.63013" units="1/cm"/>
          <inkml:channelProperty channel="T" name="resolution" value="1" units="1/dev"/>
        </inkml:channelProperties>
      </inkml:inkSource>
      <inkml:timestamp xml:id="ts0" timeString="2026-02-27T15:27:41.980"/>
    </inkml:context>
    <inkml:brush xml:id="br0">
      <inkml:brushProperty name="width" value="0.05292" units="cm"/>
      <inkml:brushProperty name="height" value="0.05292" units="cm"/>
      <inkml:brushProperty name="color" value="#FFC000"/>
    </inkml:brush>
  </inkml:definitions>
  <inkml:trace contextRef="#ctx0" brushRef="#br0">4705 2780 0,'0'0'0,"0"0"0,0 0 0,0 0 16,0-1-16,0 1 15,0 0-15,10-10 16,2 2-16,10-1 16,10-1-16,10 3 15,3-1 1,1 4-16,-1 0 15,2 2-15,-1 3 16,-1 1-16,0 1 16,-4-1-16,1 2 15,-3 1-15,0 1 16,2 0-16,1 1 16,1 1-16,-2-2 15,1 1 1,1-1-16,2 2 15,-1 0-15,-1-1 16,3 1-16,-1-1 16,1 1-16,-1-3 15,1 0-15,0-1 16,0-1-16,0 0 16,-1 1-16,-2-1 15,3 0-15,-1 0 16,1 0-1,2 0-15,3 1 16,2-3-16,0-2 16,1-1-16,0-2 15,-1 0-15,3 0 16,-3 0-16,1 0 16,-2 0-16,-1 0 15,-2 0 1,0 0-16,1 0 15,-3 0-15,-2 1 16,-7 1-16,-1 0 16,-4-1-16,2 1 15,-5 0-15,-4 0 16,-4 1-16,-2 0 16,-2 0-16,-2 1 15,2-2-15,1-2 16,1-4-1,0-3-15,2-6 16,-2-5-16,0-2 16,-2-1-16,-7 0 15,-2-5-15,-2-4 16,-3-3-16,-1 0 16,-3 2-16,-1-2 15,-3-1-15,-1-2 16,-3-1-1,-3 1-15,0 2 16,-3 0-16,-1-1 16,-3-2-16,-2 1 15,-3 3-15,-4 2 16,1 3-16,-8-2 16,-4 3-16,-5 0 15,-7 4 1,-3 1-16,-7 2 15,-3 3-15,-4 4 16,-3 1-16,-8 3 16,2 2-16,-4 1 15,5 1-15,1 0 16,-3 2-16,0 0 16,-4-1-16,2 2 15,1-1-15,1 1 16,4 2-1,1 0-15,2 0 16,2 1-16,-2 0 16,2 1-16,0 2 15,0 0-15,3 0 16,-3 1-16,2 1 16,1 1-16,2 1 15,1 1-15,2 1 16,5-2-1,2 1-15,3 1 16,4 0-16,4-1 16,2 0-16,3 1 15,4 2-15,0 1 16,1 1-16,5-1 16,1 2-16,2 2 15,2 0-15,1 4 16,0 2-16,3 6 15,2 5 1,1 2-16,0 2 16,3 2-16,0 3 15,3 3-15,2 3 16,3 2-16,2 2 16,1-3-16,1 4 15,2 1-15,0-1 16,1-1-16,0 0 15,1-4 1,0 0-16,1-8 16,-1 0-16,2-2 15,0-3-15,0-4 16,-1-6-16,-2-3 16,1-3-16,1-1 15,-1-2-15,0-1 16,1-1-1,1 1-15,1-1 16,0-3-16,4-1 16,6-3-16,7-5 15,7-5-15,9-6 16,3-5-16,3-4 16,7-2-16</inkml:trace>
  <inkml:trace contextRef="#ctx0" brushRef="#br0" timeOffset="1598.92">8841 1963 0,'0'0'0,"0"0"0,2-2 15,-2 2-15,0 0 16,0 0-16,16 11 16,-12 10-1,-7 12-15,-8 11 16,-11 4-16,-5-2 16,-3-3-16,2-7 15,5-9-15,6-9 16,8-7-16,9-11 15,-8 7 1,8-7-16,6-11 16,13-21-16,21-20 15,6-1-15,1 2 16,-4 6-16,-10 12 16,-3 6-16,-5 4 15,-4 5-15,-6 5 16,-6 5-16,-9 8 15,8-7 1,-8 7-16,0 0 0,5 7 16,-5 9-1,-7 12-15,-6 10 16,-4 2-16,2-2 16,3-8-16,3-5 15,1-5-15,3-6 16,2-1-16,3-3 15,10 2 1,14-1 0,13-3-1,5-3-15,-17-5 16</inkml:trace>
  <inkml:trace contextRef="#ctx0" brushRef="#br0" timeOffset="1848.89">9233 2265 0,'0'0'0,"0"0"15,0 0-15,0 0 16,0 0-16,-2 9 16,-3 11-16,-1 9 15,0 2-15,-1 2 16,0-2-16,1-2 15,1-1-15,3-5 16,5-8 15,6-6-31</inkml:trace>
  <inkml:trace contextRef="#ctx0" brushRef="#br0" timeOffset="2581.79">10036 2109 0,'0'0'0,"0"-2"16,0 2-16,2-11 16,1 0-16,3-1 15,3-3-15,5 1 16,-2 4-16,0 2 15,0 4-15,1 3 16,-2 6 0,0 7-16,-3 5 15,-6 11-15,-5 5 16,-4 0-16,-4-4 16,1-4-16,-1-4 15,1-4-15,3-5 16,1-4-16,6-8 15,0 0-15,0 0 16,0 0-16,33-21 16,6-9-1,6-3-15,-4 2 0,-10 5 16,-5 2 0,-9 6-16,-5 7 15,-5 4-15,-7 7 16,8-7-16,-8 7 15,0 0-15,0 0 16,0 0 15,-5 25-31,-5 19 16,-3 1-16,6-19 16,2-5-16,0-1 15,3 2-15,5-1 16,5-2-16,3-5 15,6-6-15,6-3 16,9-4-16,11-1 16</inkml:trace>
  <inkml:trace contextRef="#ctx0" brushRef="#br0" timeOffset="2982.45">10578 2351 0,'0'0'0,"0"0"16,0 0-16,4 0 16,8 0-1,10 0-15,12-4 16,1-3-16,-3 0 16,-11 2-16,-6 2 15,-1-1-15,-1 6 16,0 8-16,-6 0 15,-7 7-15,-10 2 16,-9 9-16,-1-1 16,2-3-16,-4 3 31,0-1-15,3-5-16,6-6 15,7-7-15,6-8 16,-1 10-16,1-10 15,26 8-15,6-10 16,16-7-16,-1-4 16,3-2-1,3-2-15,-2-1 16</inkml:trace>
  <inkml:trace contextRef="#ctx0" brushRef="#br0" timeOffset="4982.12">8154 1903 0,'0'0'0,"0"0"0,0 0 0,0 0 16,0 0 0,0 0-16,0 0 15,1 2-15,-1-2 16,-3 8-16,-1 0 15,-2 4-15,-2 5 16,-3 6-16,-3 7 16,0 2-16,-2 2 15,1-1-15,2-5 16,3-5 15,3-7-31,4-6 16,3-10-16,1 7 15,12-9-15,10-3 16,7-11-16,-6-1 16,-7 1-16,-4 2 15,-6 5-15,-7 9 16,7-8 0,-7 8-16,0 0 15,0 0-15,2 8 16,-1 5-16,-1 2 15,1 0-15,0-1 16,0-2-16,-1-1 16,1-2-16,-1-9 15,2 11-15,-2-11 16,0 0 0,20 2-16,-4-9 15,5-8-15,0-4 16,-3-1-16,0-3 15,-4 1-15,-3 4 16,-2 2-16,-5 5 16,-1 4-16,-3 7 15,0 0-15,0 0 16</inkml:trace>
  <inkml:trace contextRef="#ctx0" brushRef="#br0" timeOffset="5198.91">8424 2249 0,'0'0'0,"-1"3"0,0 4 16,-5 17-16,-2 14 15,-1 2-15,1 0 16,-2 3-16</inkml:trace>
  <inkml:trace contextRef="#ctx0" brushRef="#br0" timeOffset="8932.62">7354 3424 0,'0'0'0,"-4"-2"0,4 2 0,-28-14 15,-2-4-15,1 2 16,-4-2-1,-1-1-15,-2-1 16,-2 2-16,-6 4 16,-2-1-16,-4 2 15,-1 2-15,-4 0 16,0 1-16,1 3 16,-2 0-16,0 1 15,-4 0-15,-3-2 16,1 1-16,-4 3 15,-1 5 1,-12-1-16,3 0 16,4 0-16,7 0 15,7 0-15,-4 0 16,-3 0-16,-2 0 16,5 0-16,0 0 15,4 0-15,-3 1 16,2 3-1,4 0-15,0 1 16,-1 3-16,1 1 16,3 2-16,-1 4 15,4 0-15,0-1 16,2 2-16,6 1 16,3 2-16,-5 7 15,5-1-15,2 1 16,2 0-16,3-1 15,-2 3 1,2-2-16,-1 0 16,2 0-16,5-2 15,3 5-15,2-2 16,1 3-16,-1 2 16,2-1-16,1 0 15,3 1-15,2 1 16,2 1-16,4 3 15,3 1 1,0 3-16,1 0 16,3 2-16,3 1 15,3-4-15,5 4 16,2-7-16,2 0 16,0 2-16,-1-6 15,3 7-15,0 0 16,1-1-16,6-3 15,6-11-15,1-4 16,5 1 0,0-2-16,9 7 15,1 3-15,-6-1 16,-8-7-16,1 0 16,6 6-16,1-5 15,5-3-15,-3-9 16,1 0-16,9 4 15,-3 7 1,5 3-16,1-1 16,-10-3-16,1-9 15,5-2-15,2-5 16,-2 0-16,-3-5 16,-5-2-16,4-1 15,4-3-15,-6 0 16,0-3-16,5-11 15,-2 4-15,8-5 16,-2 3 0,3 7-16,-5 0 15,2 1-15,-2 0 16,2 1-16,3-4 16,-6 2-16,1-1 15,-1 0-15,-3-1 16,-1-2-16,1-4 15,0-3-15,-1-5 16,-1-2-16,-4 2 16,-3 1-1,-2-2-15,-4-3 16,3-5-16,-1-2 16,-3 1-16,-3 4 15,-3 0-15,-2-5 16,-2 1-16,-6-2 15,1-3-15,-4 4 16,4-5 0,-1-2-16,-1 3 15,-1-1-15,-6 7 16,-2-3-16,-4-2 16,-2 1-16,-1 5 15,-1 7-15,-5-1 16,-4-2-16,-3-2 15,-5-2 1,2 3-16,-2 5 16,1 2-16,1 4 15,1 3-15,-3 0 16,-3 0-16,-3-1 16,-1 2-16,3 2 15,1 2-15,1 2 16,0 0-16,0 2 15,-4 5-15,-5 8 16</inkml:trace>
  <inkml:trace contextRef="#ctx0" brushRef="#br0" timeOffset="12482.46">5209 4246 0,'0'0'0,"0"0"15,0 0-15,1-3 16,-1 3-16,0 0 16,0 0-16,0 0 15,-23-11-15,-3 0 16</inkml:trace>
  <inkml:trace contextRef="#ctx0" brushRef="#br0" timeOffset="13149.5">4925 4229 0,'0'0'0,"0"0"0,0 0 15,0 0-15,0 0 16,0 0-16,1 2 15,-1-2-15,7 9 16,0-1-16,1 1 16,3 0-16,6 0 15,3-1-15,2-2 16,3-2-16,-1 0 16,-1-3-1,-3 0-15,0 0 16,1-1-16,1 1 15,2 0-15,1 0 16,1 0-16,0 0 16,-1 0-16,-4 0 15,1-1-15,0-1 16,0 0-16,0-1 16,-2 0-16,-4 1 15,-1-1 1,-4 2-16,-11 0 15,16-2-15,-16 2 16,0 0-16,11 0 16,-11 0-16,0 0 15,0 0-15,0 0 16,0 0-16,0 0 16,0 0-1,11-1-15,-11 1 16</inkml:trace>
  <inkml:trace contextRef="#ctx0" brushRef="#br0" timeOffset="17183.28">5329 4349 0,'0'0'0,"0"0"0,0 0 16,0 0-16,0 2 15</inkml:trace>
  <inkml:trace contextRef="#ctx0" brushRef="#br0" timeOffset="17849.02">3922 6778 0,'0'0'0,"-2"-3"0,2 3 0,0 0 0,0 0 16,0 0-16,-9-6 15,9 6 1,0 0-16,0 0 16,0 0-16,0 0 15,0 0-15,0 0 16,0 0-16,0 0 15,0 0-15,-9 2 16,9-2-16,0 0 16,0 0-16,0 0 15,10-2-15</inkml:trace>
  <inkml:trace contextRef="#ctx0" brushRef="#br0" timeOffset="20365.66">4592 6744 0,'0'-2'0,"0"2"0,0 0 0,0 0 16,0 0-1,0 0-15,7-8 16,3 3-16,7 2 15,3 1-15,3 3 16,-1 3-16,0-2 16,2 1-16,3 0 15,2 0-15,4-5 16,1-3-16,2-7 16,-2 1-1,1 0-15,1-1 16,1 0-16,-2 0 15,-1 1-15,0 0 16,0-1-16,3 2 16,-4 2-16,-2 1 15,-4 3-15,-1 2 16,3 0 0,2 1-16,0 0 15,-5 1-15,-4 1 16,-3 1-16,-1-1 15,1 1-15,-1-1 16,0 1-16,2-1 16,-2 1-16,0 0 15,-4 0 1,-2-2-16,-12 0 0,17 2 16,-17-2-16,12 0 15,-12 0 1,11 0-16,-11 0 15,0 0-15,10 0 16,-10 0-16,0 0 16,11 0-16,-11 0 15,0 0-15,0 0 16,9 0-16,-9 0 16,0 0-16,0 0 15,0 0 1,0 0-16,0 0 15,0 0-15,0 0 16,11-2-16,-11 2 16,0 0-16,0 0 15,0 0-15,0 0 16,0 0-16,0 0 16,0 0-1,0 0-15,0 0 16,0 0-16,0 0 15,0 0-15,0 0 16,0 0-16,0 0 16,0 0-16,0 0 15,0 0-15</inkml:trace>
  <inkml:trace contextRef="#ctx0" brushRef="#br0" timeOffset="24014.71">6841 4554 0,'0'0'0,"0"1"0,0-1 15,1 11-15,1 3 16,0 1-16,6 1 15,3 3-15,8-2 16,7 0 0,5-3-16,5-4 15,4-4-15,5-4 16,4-4-16,0-1 16,-1-4-16,-2 2 15,1 0-15,-1 0 16,-4 0-16,0 1 15,-2 3-15,-1 3 16,-3 3 0,-4 1-16,-2 3 15,-3-2-15,-1 0 16,1 2-16,-1 0 16,-2 1-16,-1 2 15,-3 1-15,-2 2 16,-1 2-16,-2-1 15,1 3-15,1 4 16,-2 0 0,-2 5-16,-2 3 15,-1 4-15,-3 4 16,-2 1-16,-4 2 16,-1 3-16,-3 5 15,-2 1-15,-1-1 16,0-3-16,1-5 15,0-2 1,0 0-16,0-1 16,2-4-16,2 0 15,1-5-15,0-1 16,0-4-16,0-5 16,0-2-16,0-3 15,0-5-15,0-2 16,0-8-16,0 9 15,0-9 1,0 0-16,0 0 16,0 0-16,-13 2 15,13-2-15,-17-15 16,7-1-16,1-1 16,1 1-16,1 1 15,1 4-15,3 4 16,0 1-16,3 6 15,-5-11-15,5 11 16,-4-7-16,4 7 16,0 0-1,0 0-15,0 0 16,-16 14-16,8 4 16,6 2-16,2-1 15,3 0-15,1-7 16,1-3-16,7-5 15,11-10-15,15-17 16,12-13 0,-3-7-16,1-6 15,4-5-15,1-3 16,7-5-16</inkml:trace>
  <inkml:trace contextRef="#ctx0" brushRef="#br0" timeOffset="27832.38">6376 6776 0,'0'0'0,"0"0"0,0 0 0,0 0 15,0 0 1,3 0-16,-3 0 15,13 5-15,-1 0 16,2 1-16,3 0 16,0 1-16,2-1 15,3 2-15,7-2 16,3-4-16,-2-2 16,1-2-1,-4 0-15,4-2 16,3-2-16,1 1 15,0-2-15,-6 3 16,-1-1-16,-4 0 16,3 0-16,-2 1 15,-1-1-15,-3 2 16,-5 1 0,-2 0-16,-3 0 15,-1 2-15,-10 0 16,15-3-16,-15 3 15,13-1-15,-13 1 16</inkml:trace>
  <inkml:trace contextRef="#ctx0" brushRef="#br0" timeOffset="29231.6">7486 6736 0,'0'0'0,"0"0"16,0 0-16,0 0 16,0 0-16,0 0 15,0 0-15,4 1 16,-4-1-16,15 0 16,-1 0-16,2 0 15,2 0-15,3 0 16,2-1-1,5-1-15,2-2 16,0-1-16,1-1 16,3-3-16,-1 2 15,2-1-15,-3 1 16,2 1-16,-2 0 16,2 2-16,-1 7 15,0 0 1,0 2-16,-4-2 15,2 0-15,1 1 16,-4-1-16,-5 2 16,1-2-16,2 0 15,-1-1-15,-2 1 16,-7-1-16,-5-2 16,0-5-1,1 1-15,-2 1 16,1-2-16,-1 1 15,-10 4-15,15-5 16,-15 5-16,0 0 16,12-5-16,-12 5 15,0 0-15,0 0 16,10-4-16,-10 4 16,0 0-16,0 0 15,0 0 1,0 0-16,0 0 15,0 0-15,0 0 16,0 0-16,9-3 16,-9 3-16,0 0 15,0 0-15,0 0 16,0 0-16,0 0 16,0 0-16,0 0 15,0 0 1,0 0-16,0 0 15,0 0-15,0 0 16,0 0-16,0 0 16,0 0-16,0 0 15,0 0-15,0 0 16,0 0-16,0 0 16,0 0-16,0 0 15,0 0-15,0 0 16,0 0-1,0 0-15,0 0 16,0 0-16,0 0 16,0 0-16,0 0 15</inkml:trace>
  <inkml:trace contextRef="#ctx0" brushRef="#br0" timeOffset="37584.56">4088 7507 0,'0'0'0,"0"0"0,0 0 15,0 0-15,-2 0 16,2 0-1,0 0-15,0 0 16,0 0-16,10 0 16,3 1-16,4 1 15,0-1-15,2 1 16,0-1-16,1-1 16,-1 0-1,3 0-15,2 0 16,0 1-16,0 1 15,-3 2-15,-1 0 16,0 0-16,4 1 16,1 0-16,1 0 15,-1 0-15,-1-1 16,0-1-16,-3-3 16,3 1-16,2 0 15,3 0-15,-1 0 16,-2-1-1,-1 1-15,0 0 16,3 0-16,3-1 16,-1 1-16,-2 0 15,0 0-15,-2 0 16,-1 0-16,-1-1 16,1 2-16,2-2 15,3 2 1,-2-1-16,-3 0 15,0 0-15,2-1 16,3 0-16,0-1 16,-1-3-16,-1 0 15,-3-1-15,-2 1 16,1 0-16,0 0 16,2 0-16,1 0 15,1-1-15,-5 3 16,0-2-1,-3 1-15,0 1 16,0 0-16,2 0 16,0-1-16,2 1 15,0-1-15,-2 1 16,-2 0-16,-2 0 16,-1 0-16,1-2 15,2 0-15,-1-1 16,0 0-16,0 0 15,0 0 1,-1 0-16,0 2 16,-1 1-16,-2 1 15,-1 0-15,-1 0 16,0 1-16,-1-2 16,2 2-16,-1-1 15,0 0-15,-1 0 16,1 0-1,-2 1-15,0-1 16,0 0-16,-11 1 16</inkml:trace>
  <inkml:trace contextRef="#ctx0" brushRef="#br0" timeOffset="39500.14">7387 7454 0,'0'0'0,"0"0"0,0 0 16,0 0-16,0 0 15,0 1-15,0-1 16,0 0-16,23 6 16,-3-1-16,8 1 15,5 2-15,4-1 16,-1 1-1,1-4-15,3-2 16,6-5-16,1-1 16,2-4-16,5-1 15,0 1-15,0 0 16,1-1-16,-1 3 16,1 2-16,2 2 15,0 2-15,-1 3 16,1 0-16,0 0 15,-3-1-15,-3 1 16,-4-2 0,-3-1-16,2-3 15,-3-2-15,-5-4 16,-6-4-16,0-3 16,0-6-16,0-4 15,-3-1-15,-4-1 16,-5 3-16,-4 3 15,-5 1-15,-1 0 16,-3-5 0,-2 0-16,-4-2 15,-2 3-15,-3 2 16,-2 3-16,-4 0 16,-4-1-16,-6 2 15,-4 0-15,-5-2 16,2 6-16,-2 1 15,-3 0-15,-1 1 16,-3-1 0,1 0-16,3 1 15,1 2-15,-4 1 16,-3 0-16,0 2 16,3 0-16,4 0 15,2 1-15,-5 0 16,-3-1-16,3 1 15,1 0 1,3 2-16,-2 0 0,-2 1 16,-3-2-1,1 3-15,2 0 16,1 2-16,-1-1 16,0 0-16,2 1 15,0-1-15,5 0 16,1 1-16,1 1 15,0-1-15,-1 0 16,3 0-16,-2-1 16,4 1-1,1 0-15,2 0 16,2 0-16,3 1 16,-2-1-16,1 0 15,-2 1-15,1-1 16,-2 2-16,0 1 15,2 4-15,1-3 16,4 1 0,10-4-16,-18 6 15,18-6-15,-15 7 16</inkml:trace>
  <inkml:trace contextRef="#ctx0" brushRef="#br0" timeOffset="40831.6">5769 5984 0,'0'0'0,"0"0"0,0 0 16,-5-3 0,5 3-16,-14-13 15,8 7-15,6 6 16,-14-10-16,4 5 16,-5-2-16,-5 0 15,-4 2-15,-1 6 16,3 4-16,1 3 15,2 5-15,-1 3 16,-1 8-16,1 4 16,1 2-16,3 0 15,5-2 1,-1 2-16,3-2 16,0 1-16,0-1 15,1-2-15,2-4 16,-1 0-16,3-2 15,2 0-15,2 1 16,3-1-16,2-2 16,3 2-16,1-3 15,1-3 1,1 2-16,-1-2 16,4 4-16,2 0 15,1-5-15,2 1 16,2-7-16,4-2 15,3-2-15,-2 1 16,-2-1-16,-3-1 16,1-2-1,3-12-15,4-5 16,-1-2-16,-3-1 16,0-1-16,-3 0 15,-1 0-15,1-10 16,0-4-16,-3-9 15,-5-2-15,-4 4 16,-2 0-16,1 0 16,-5-1-16,-5 2 15,-5 6 1,-2 6-16,-3-2 16,-1 3-16,-3 6 15,-9 6 1,-11 12-1,-6 12-15,-3 7 16,9 9-16,-6 14 16,8-4-16</inkml:trace>
  <inkml:trace contextRef="#ctx0" brushRef="#br0" timeOffset="41916.16">8532 5908 0,'0'0'0,"-2"-2"16,2 2-16,-20-13 15,-4-3 1,-2 1-16,1 0 16,-2 5-16,-4 9 15,-2 3-15,-3 8 16,2 6-16,5 1 15,3 3-15,5-2 16,1 5-16,0 7 16,2 2-16,3 1 15,6-1 1,6 5-16,5 2 16,3 3-16,5 1 15,2-1-15,5-3 16,3 0-16,-1-7 15,8-3-15,4 2 16,0-1-16,0-3 16,-2-3-16,2-5 15,4-7 1,5-3-16,-4-3 16,0-6-16,0-2 15,2-4-15,4-11 16,-2-5-16,-2-5 15,-5-4-15,-2 0 16,1-4-16,1-4 16,-5 2-16,-5 0 15,-6 2-15,-4-2 16,-5 0 0,-5-4-16,-3 2 15,-2 5-15,-4 3 16,-6 2-16,-5-1 15,-16-8 1,-3 0 0,-2 6-16,3 7 15,3 11-15,-1 5 16,-2 2 0,2 6-16,1 8 15,1 3-15,-1 4 16,2 4-16,2 2 15</inkml:trace>
  <inkml:trace contextRef="#ctx0" brushRef="#br0" timeOffset="58365.1">9423 5387 0,'3'0'0,"9"-1"0,6-2 0,21-6 16,1 0-16,-4 0 15,-5 3-15,-4 6 16,-5 6 0,-3 6-16,-1 8 15,-3 8-15,-2 10 16,-3 4-16,-3 9 15,-4 3-15,-3 6 16,-1 8-16,-1 0 16,-2 4-16,-1 7 15,0-9-15,1 1 16,-2-3-16,0-4 16,0-4-16,-2-4 15,-1-5 1,-2-8-16,-1-4 15,-3-9-15,-2-5 16,-3-7-16,-3-7 16,-4-4-16,-3-5 15,-9-2-15,-1 0 16,0-2-16,1-3 16,1-1-16,4-2 15,2 3 1,5 0-16,4 2 15,0 0-15,4 1 16,1 0-16,2 0 16,1-1-16,3 1 15,1 0-15</inkml:trace>
  <inkml:trace contextRef="#ctx0" brushRef="#br0" timeOffset="60964.67">4599 6579 0,'0'0'0,"0"0"0,0 0 16,0 0-16,0 2 16,0-2-16,0 0 15,0 0-15,0 0 16,0 0-1,0 0-15,0 0 16,0 0-16,0 0 16,12 9-16,-1-4 15,0 0-15,1 0 16,3 0-16,3-1 16,3-1-16,-1-1 15,-1 0-15,1 0 16,-1-1-16,2 1 15,2-1 1,1-1-16,-1 0 16,-3-2-16,-4 1 15,-2 0-15,-1-1 16,1 2-16,0-2 16,1 0-16,-1 1 15,-2 0-15,-1 0 16,-11 1-16,15-1 15,-15 1 1,15-2-16,-3 1 16,1 1-16,4-2 15</inkml:trace>
  <inkml:trace contextRef="#ctx0" brushRef="#br0" timeOffset="-154834.64">7621 6608 0,'0'0'0,"0"0"0,0 0 0,0 0 15,0 0-15,0 0 16,0 0-16,13-5 15,24-1-15,33-3 16,10 2 0,6-1-16,4 1 15,-4 1-15,-6 0 16,-3 1-16,-9 1 16,-1-2-16,-3 2 15,1-1-15</inkml:trace>
</inkml:ink>
</file>

<file path=ppt/ink/ink13.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951.42279" units="1/cm"/>
          <inkml:channelProperty channel="Y" name="resolution" value="1522.63013" units="1/cm"/>
          <inkml:channelProperty channel="T" name="resolution" value="1" units="1/dev"/>
        </inkml:channelProperties>
      </inkml:inkSource>
      <inkml:timestamp xml:id="ts0" timeString="2026-02-27T15:28:44.714"/>
    </inkml:context>
    <inkml:brush xml:id="br0">
      <inkml:brushProperty name="width" value="0.05292" units="cm"/>
      <inkml:brushProperty name="height" value="0.05292" units="cm"/>
      <inkml:brushProperty name="color" value="#FFC000"/>
    </inkml:brush>
  </inkml:definitions>
  <inkml:trace contextRef="#ctx0" brushRef="#br0">7919 2876 0,'-3'0'0,"3"0"0,0 0 0,-22-4 15,-10-1-15,-15-1 16,-14-2-16,-19 4 16,0 7-1,-3 10-15</inkml:trace>
  <inkml:trace contextRef="#ctx0" brushRef="#br0" timeOffset="1331.59">6718 3025 0,'0'0'0,"0"0"0,0 0 15,0-2-15,0 2 16,0 0-16,0 0 15,0-6-15,0 6 16,0 0-16,0 0 16,0 0-1,0 0-15,0 0 16,13-8-16,15 4 16,20 0-16,12 4 15,7-2-15,8 2 16,2-1-16,8-1 15,0-5-15,0-4 16,1-1-16,-7-1 16,4-1-1,-4 1-15,-1 1 16,2 1-16,-3 4 16,1 4-16,-4 1 15,-4 1-15,0 1 16,-4 0-16,-3 1 15,-1 1-15,-6 0 16,-2-1-16,-3 0 16,-4 1-16,0-1 15,-3 1 1,-3-1-16,-5-1 16,-3 1-16,-1 0 15,-4 0-15,-1-1 16,-3-3-16,-3-2 15,-4 1-15,-3-2 16,-1-2-16,-1 0 16,-1-2-16,-2-5 15,0-8-15,-2-10 16,-2-3 0,-2 1-16,-1-4 15,-2-7-15,-1-4 16,-1-3-16,-1 4 15,-2 7-15,-4-5 16,-1 4-16,0 1 16,-3-1-16,-1 3 15,-3 1 1,-4 1-16,-5 1 16,-3 3-16,-5 4 15,-5 6-15,-7 0 16,-11 4-16,-12 1 15,-7 7-15,-7 5 16,-6 4-16,-3 4 16,-3 0-16,-2 3 15,2 0 1,-2 1-16,0 0 16,4 0-16,3 1 15,3-1-15,-2 0 16,6-1-16,-5 0 15,6 0-15,4 0 16,1-1-16,10-1 16,-2 0-16,6 0 15,5-1-15,3 1 16,6-1 0,9 2-16,2 1 15,7 2-15,5 4 16,4 2-16,2 5 15,1 4-15,1 2 16,1 4-16,3 4 16,2 4-16,7 6 15,2 5 1,2 3-16,3 0 16,1 5-16,1 2 15,2 5-15,-1 2 16,0-3-16,-1-4 15,1-2-15,0-3 16,-2-4-16,-2-1 16,0-9-16,0-8 15,0-6 1,0-5-16,3-3 16,3-2-16,9-3 15,16-5-15,16-10 16,15-6-16,6-7 15,1-6-15,10-3 16</inkml:trace>
  <inkml:trace contextRef="#ctx0" brushRef="#br0" timeOffset="7099.04">5451 4116 0,'0'0'0,"0"0"0,0 0 0,0 0 0,0 1 15,0-1-15,3 9 16,2 2 0,2 5-16,-2 1 15,2-1-15,-1 2 16,-2-1-16,0-2 16,-1-1-16,-1-3 15,1-1-15,1-1 16,1-2-1,5-1-15,9-4 0,12-9 16,13-17-16,13-14 16,9-15-1,-1-4-15,3-3 16,-4 1-16,-9 10 16,-10 8-16,-9 13 15,-3 6-15,-3 3 16,-2 3-16,-4 2 15,-4 3-15,4 0 16,7-1-16</inkml:trace>
  <inkml:trace contextRef="#ctx0" brushRef="#br0" timeOffset="9914.28">5207 4803 0,'0'0'0,"0"0"0,0 0 0,0 0 0,0 0 16,-1 3-16,1-3 16,0 0-16,-2 7 15,2-7-15,1 10 16,0 0-16,0 1 16,2 4-1,1-1-15,-1-5 16,0 0-16,0-3 15,-3-6-15,8 13 16,-8-13-16,7 11 16,-7-11-16,18 9 15,-2-4 1,7-7-16,12-11 16,13-18-16,12-14 15,5-11-15,-2-10 16,-5 6-16,-11 7 15,-10 11-15,-11 13 16,-4 6-16,-2 3 16,-3 7-16,-4 4 15,-13 9-15,15-9 16,-15 9-16,10-6 16,-10 6-1</inkml:trace>
  <inkml:trace contextRef="#ctx0" brushRef="#br0" timeOffset="12514.55">7283 5708 0,'0'0'0,"0"0"16,0 0-16,-3-1 15,3 1 1,0 0-16,-14-10 15,14 10-15,-14-10 16,14 10-16,-18-11 16,4 6-16,-2-2 15,-5 0-15,0 2 16,0-2-16,-1 1 16,-2-1-16,-3 1 15,-4 4 1,-1 2-16,-3 0 15,-2 1-15,3 1 16,-1 2-16,-3 0 16,-1 5-16,-4 0 15,3 2-15,-2-2 16,0 1-16,2 0 16,0 1-16,5 0 15,-8 3-15,-1 0 16,-1 2-1,-4 6-15,8 3 16,-1 6-16,4 1 16,2 2-16,3-2 15,3 0-15,1 1 16,3 0-16,-2 3 16,0 1-16,4-4 15,4-2 1,4 2-16,2 8 15,2 2-15,0 1 16,2-4-16,0 5 16,3-1-16,1 3 15,3 2-15,0-9 16,2 8-16,1-4 16,4 0-16,2-8 15,1-7-15,3 5 16,2 4-1,1-1-15,-1-10 16,4 0-16,8 0 16,3 0-16,0-5 15,-2-4-15,5 0 16,8 1-16,5 0 16,6-3-16,-7-6 15,-2-3-15,7-1 16,-1-1-1,4 0-15,3-2 16,-1 1-16,2-3 16,2-4-16,-2-1 15,5-1-15,2-2 16,-1 1-16,6-1 16,-5 1-16,4 0 15,-4 1-15,1 0 16,0 0-16,-1 1 15,-2-2 1,2 2-16,0-3 16,-3-1-16,4-1 15,-3-2-15,-4 0 16,26-5 15,-11 2-31,7 3 16,-2 6-16,-30 3 15,-2 0-15,-3 1 16,-4 0-16,-2 1 16,1 0-16,-5-2 15,8 2-15,4-3 16,-8 3-16,-3 8 16</inkml:trace>
  <inkml:trace contextRef="#ctx0" brushRef="#br0" timeOffset="13131.34">9201 6442 0,'0'-3'15,"0"3"-15,0 0 0,-7-15 0,-5-7 0,-7-11 16,-7-7-1,-9-6-15,-4 2 16,3 10-16,-1-1 16,-2-2-16,-5-3 15,-2 0-15,4 5 16,-3 3-16,-1 2 16,-7-3-16,2 0 15,-1 0-15,0 1 16,3 0-16,-6 2 15,-2 4 1,-6 3-16,-51-7 31,2 8-31,-5 4 16,13 6-16,38 7 16,-10 2-16,6 0 15,0-1-15,8 2 16,1 0-16,5-1 15,6 0 1,4-2-16,7 0 16,8 1-16,4 0 15,5 2-15,5-1 16,0-1-16</inkml:trace>
  <inkml:trace contextRef="#ctx0" brushRef="#br0" timeOffset="15514.44">7462 4064 0,'0'0'0,"0"0"16,0 0-16,0 0 16,-3 5-16,-1 9 15,-2 14-15,1 10 16,1 3-16,4-5 15,4-4-15,3-7 16,5 1-16,7-6 16,5-9-1,8-10-15,4-15 16,10-13-16,6-12 16,-5-8-16,-9 5 15,-13 13-15,-12 11 16,-6 6-16,-2 5 15,-5 7-15,4-7 16,-4 7 0,0 0-16,4 18 15,-2 25-15,-5 27 16,-3 4-16,-4 6 16,-4-5-16,3-6 15,0-3-15,2-8 16,2 5-16,0 5 31,2-15-31,1-8 16,-2-9-1,-4-9-15,-8-4 16,-2-7-16,-9-13 16,1-10-16,-1-3 15,2-5-15,7-3 16,3-11-16,11-9 15,12-6-15,13-5 16,4-6-16,1 2 16,1 3-1,8 5-15,5 16 16,-2 1-16,-2 2 16</inkml:trace>
  <inkml:trace contextRef="#ctx0" brushRef="#br0" timeOffset="16281.25">7352 3676 0,'0'0'0,"0"0"0,0 0 0,0 0 16,-2 1-16,2-1 15,0 0-15,0 0 16,0 0-16,0 0 15,0 0-15,0 0 16,0 0-16,0 0 16,0 0-16,0 0 15,0 0 1,0 0-16,0 0 16,-5 10-16,0-1 15,-6 12-15,-6 8 16,0 0-16,1-3 15,3-4-15,4-8 16,4-3-16,0-5 16,5-6-16,0 0 15,0 0 1,0 0-16,14-31 16,12-19-16,6 2 15,-1 7-15,-7 9 16,-6 11-16,-5 6 15,-4 6-15,-9 9 16,12-10-16,-12 10 16,22 9-16,-4 5 15,4 9 1,4 10-16,4 8 16,0-2-16</inkml:trace>
  <inkml:trace contextRef="#ctx0" brushRef="#br0" timeOffset="16697.29">8141 4413 0,'0'0'0,"0"0"0,0 0 0,-4-1 0,4 1 16,0 0-16,-2-7 15,4 1-15,4-8 16,7-4 0,4 0-16,2 0 15,6-1-15,2 3 16,-3 0-16</inkml:trace>
  <inkml:trace contextRef="#ctx0" brushRef="#br0" timeOffset="17114.86">8443 4074 0,'0'0'0,"0"0"0,3 3 15,6 7-15,5 10 16,0 14-16,2 7 16,-2 1-16,-4-2 15,-1-2-15,-4-5 16,1-5 0,-3-5-16,2-11 15,5-8-15,3-9 16,12-16-16,7-2 15,0-6-15,-4-3 16,-9 3-16,-5 1 16,-4 7-16,-4 5 15,-4 7-15,-2 9 16,0 0-16,0 0 16,0 0-1,13 17-15,-6 19 16,-6 23-16,-2 6 15,-3 5-15,-3 4 16,1-9-16,-2-3 16,-1-3-16,-2 2 15,-1-5-15</inkml:trace>
  <inkml:trace contextRef="#ctx0" brushRef="#br0" timeOffset="17297.28">8517 4768 0,'2'-5'0,"5"-7"0,6-12 16,14-24-16,0-1 15,6 4-15,2 11 16,12-7-16</inkml:trace>
  <inkml:trace contextRef="#ctx0" brushRef="#br0" timeOffset="17831.07">8950 3857 0,'0'0'0,"0"0"0,0 0 0,1 1 16,4 10-16,10 21 15,11 22-15,3 19 16,-9 9-16,-5 9 16,-11-2-1,-13 4-15,-6 0 16,-52 32-1,-20-22 1</inkml:trace>
  <inkml:trace contextRef="#ctx0" brushRef="#br0" timeOffset="18214.18">7133 3874 0,'0'0'0,"0"3"0,-3 7 15,-12 29-15,-12 36 16,-4 12-16,-1 12 16,5 14-16,6 6 15,9 2 1,13-9-16,17-10 15,42 2 1,29-22 0</inkml:trace>
  <inkml:trace contextRef="#ctx0" brushRef="#br0" timeOffset="20898.09">9254 4116 0,'0'0'0,"2"-3"0,-2 3 16,20-13-16,9 2 15,4 4-15,4 4 16,-2 5-16,-5 6 15,-6 11 1,-6 11-16,-8 10 16,-12 9-16,-14 3 15,-2-4-15,-8 0 16,6-12-16,2-12 16,7-10 15,11-14-31,-12-5 0,9-21 15,13-24 1,5 1-16,12-2 16,-2 5-16,-2 12 15,-7 9-15,-5 10 16,-2 4-16,-4 4 16,-5 7-16,0 0 15,0 0-15,10 0 16,-4 15-1,-4 13-15,-2 3 16,-1-1-16,-2-3 16,1-7-16,0-3 15,2-5-15,1-2 16,10 0-16,13-1 16,10-6-16</inkml:trace>
  <inkml:trace contextRef="#ctx0" brushRef="#br0" timeOffset="21097.76">9678 4379 0,'0'0'0,"0"0"0,0 0 0,-1 4 16,1 6-16,-3 11 15,0 12-15,2 6 16,6 6-1,5 7-15,3 2 16,7 8-16</inkml:trace>
  <inkml:trace contextRef="#ctx0" brushRef="#br0" timeOffset="22814.37">8422 2712 0,'0'1'0,"0"-1"0,-2 16 15</inkml:trace>
  <inkml:trace contextRef="#ctx0" brushRef="#br0" timeOffset="29232.01">9303 5124 0,'0'0'0,"0"0"0,0 0 15,1-3-15,-1 3 16,6-17-16,2 5 16,4 1-16,3 2 15,-1 7-15,0 4 16,1 11-16,-3 7 15,-2 9 1,-5 4-16,-4 4 16,-3-5-16,-2-7 15,0-9-15,2-6 16,2-10-16,-1 7 16,1-7-16,16-13 15,15-15-15,2-4 16,-9 5-16,-6 7 15,-4 4-15,-5 4 16,-2 4 0,-7 8-16,8-7 15,-8 7-15,0 0 16,0 0-16,1 7 16,2 12-16,-1 11 15,2 3-15,-3-5 16,0-5-16,0-6 15,1-4 1,7-2-16,7-2 16,4 1-16</inkml:trace>
  <inkml:trace contextRef="#ctx0" brushRef="#br0" timeOffset="29580.78">9711 5374 0,'0'0'0,"1"-2"16,-1 2-16,0 0 16,10-10-1,-3 4-15,5-2 16,5 3-16,7 3 16,0 3-16,-3 7 15,-5 4-15,-6 6 16,-4 8-16,-4 1 15,-9 2-15,-6 1 16,-1-5-16,1-4 16,5-10-1,3-4-15,5-7 16,-5 7-16,5-7 16,0 0-16,35-5 15,4-3-15,-2-4 16,-1 1-16,-4 1 15,-5 3 1,-5 0-16</inkml:trace>
  <inkml:trace contextRef="#ctx0" brushRef="#br0" timeOffset="30715.35">7183 4978 0,'0'0'0,"0"0"0,-3 0 0,3 0 16,0 0-16,-12 4 15,12-4-15,-15 10 16,12-2-16,4 2 16,9 2-1,17 0-15,20-3 16,17-10-16,9-8 16,9-10-16,-4 0 15,-6 1-15,-4 1 16,-6 2-16,-5 0 15,-8 7-15,-3 7 16,-6 3-16,-2 4 16,-1 2-1,-1 2-15,2 0 16,0 0-16,1 0 16,1-2-16,5-4 15,1-7-15,-2-2 16,-3-2-16,-2 1 15,3 0-15,1 0 16,-1 1-16,2 0 16,5-1-16,2 2 15,8-1 1,2 2-16,-2 0 16,4 0-16,-5-1 15,-6-2-15,-5-3 16,-10 1-16,-4 0 15,-6 1-15,-5 1 16</inkml:trace>
  <inkml:trace contextRef="#ctx0" brushRef="#br0" timeOffset="31364.77">6709 8407 0,'0'0'0,"0"0"16,2 0-16,-2 0 15,17 0-15,0 0 16,3 0-16,0 0 16,-3-1-16,6 0 15</inkml:trace>
  <inkml:trace contextRef="#ctx0" brushRef="#br0" timeOffset="32397.54">6713 8423 0,'0'0'0,"0"0"0,0 0 0,0 0 0,0 0 16,0 0-16,0 0 16,0 0-16,-1-1 15,1 1-15,0 0 16,0 0-16,9-8 16,1 0-1,1 0-15,4 1 16,4 0-16,2 2 15,0 3-15,3 1 16,0 2-16,3 4 16,3 0-16,-1 1 15,-1 0-15,0 0 16,0 0 0,0 0-16,3-2 15,1-2-15,-3-1 16,0-1-16,-3-1 15,1 0-15,1-2 16,-1 2-16,-2-2 16,-1 2-16,-2-2 15,2-1-15,0-1 16,3 0 0,1 0-16,1 0 15,-1-1-15,1 0 16,1 0-16,-2 1 15,0-1-15,0 1 16,-2 0-16,-1 2 16,0 1-16,-1 1 15,-2 1 1,-1 1-16,0-1 0,-2 2 16,-2 0-1,-3-1-15,-2 1 16,-2-2-16,-10 0 15,16 3-15,-16-3 16,0 0-16,11 0 16,-11 0-16,0 0 15,0 0-15,0 0 16</inkml:trace>
  <inkml:trace contextRef="#ctx0" brushRef="#br0" timeOffset="35147.51">8531 8402 0,'0'0'0,"0"0"0,0 0 0,0 0 15,0 0-15,1-1 16,-1 1-16,12-18 16,3 2-1,8-1-15,4 1 16,3 4-16,6 6 15,2 1-15,1 3 16,-2 1-16,2 2 16,0 2-16,-1 0 15,-2 1-15,-2-1 16,1 1-16,-1-2 16,-2 2-16,-2-1 15,1 0 1,1 1-16,2-1 15,1 0-15,-2 1 16,-1-1-16,0-1 16,2-2-16,-2 0 15,0-2-15,-5 1 16,-1 0-16,-1 1 16,0-1-16,3-1 15,0 0-15,2 1 16,-2-1-1,-2 1-15,0 0 16,1-1-16,-1 0 16,-4 1-16,-2-1 15,0 1-15,-2-1 16,0 0-16,0 0 16,0 1-16,0 1 15,1-1 1,1 0-16,2 1 15,-1-1-15,-1 0 16,0 0-16,-2 0 16,1 0-16,1 0 15,0 0-15,-2-1 16,-1-2-16,-1 1 16,-3 0-16,1-2 15,0-1 1,1-2-16,2-3 15,0-5-15,3-4 16,-2 0-16,-1-2 16,1-3-16,-2 3 15,-3 2-15,-1 1 16,-3 2-16,-1-2 16,-2 1-16,-3-9 15,-1-4-15,-3-2 16,-2 0-1,-4 7-15,-2 0 16,-4 0-16,-4 1 16,-2 1-16,0 4 15,0 3-15,-1 2 16,0 0-16,1 1 16,0 3-16,2 2 15,-2 0-15,0 1 16,0-1-1,-1 1-15,2 0 16,0-1-16,-3 1 16,-3-3-16,-10-4 15,-7-3-15,-9-2 16,1 2-16,0 2 16,2 0-16,2 3 15,-1-1 1,2 4-16,4 0 15,1 3-15,0 1 16,0 1-16,0 1 16,0 1-16,1-1 15,5 2-15,1 0 16,0 0-16,-3-1 16,-2 2-16,2 0 15,1 1 1,2 2-16,-2 1 15,1 1-15,1 1 16,3 0-16,2-1 16,-1 0-16,0 2 15,-2 0-15,1 3 16,2-2-16,-2 4 16,-3 1-16,0 2 15,0 0-15,2 4 16,-1 2-1,3 4-15,1 5 16,3 7-16,3 6 16,2 3-16,2 4 15,5 1-15,4 3 16,5 4-16,3-5 16,6 3-16,1 0 15,4-4-15,3 4 16,0-4-1,2-2-15,0-6 16,8-1 0,2-12-1,1-9-15,5-11 16,-3-11-16,1-5 16,-2-14-16</inkml:trace>
  <inkml:trace contextRef="#ctx0" brushRef="#br0" timeOffset="36964.19">9124 6095 0,'0'0'0,"0"0"16,-2-2-16,2 2 16,-13-14-16,1 2 15,-4-1-15,-6 1 16,-2 3-16,-5 0 15,3 2 1,1 1-16,4 2 16,3 2-16,3 2 15,0 0-15,-2 1 16,-2 2-16,-1 3 16,0 2-16,2 1 15,1-1-15,-1 5 16,-1 2-16,-3 5 15,2 3 1,1 1-16,0 3 16,2 5-16,-1 2 15,2 1-15,0-1 16,2 4-16,1 0 16,2 0-16,1-1 15,1-3-15,1 1 16,1 0-16,4-1 15,5 0 1,2 0-16,1-2 16,1 0-16,4-1 15,1 1-15,3-3 16,4 4-16,3-1 16,2-4-16,3 0 15,2-5-15,-3-3 16,2-3-16,0-2 15,2-3-15,0-1 16,0-4-16,1-2 16,0-3-1,-2-2-15,0-3 16,0-1-16,-3-2 16,1-3-16,-2-4 15,3-4-15,-2-3 16,0-4-16,0-2 15,-3-5-15,-2-2 16,-2-1 0,-3-3-16,-5 0 15,-3-2-15,-3 3 16,-3 1-16,-2-1 16,-2-4-16,-4 0 15,0-2-15,-2 3 16,-3-1-16,-3 1 15,-3 0-15,-4 1 16,0 2-16,-1 2 16,1 5-1,2 2-15,0 5 16,2 3-16,3 5 16,3 4-16,2 4 15,10 6 1,-13-8-16,13 8 0,-25-5 15,-49 1-15</inkml:trace>
  <inkml:trace contextRef="#ctx0" brushRef="#br0" timeOffset="132328.98">3630 3850 0,'0'0'0,"0"0"0,-7-5 0,-8-4 16,-12-12-1,-4-3-15,4 3 16,-3 4-16,-3 6 15,-8 2-15,-6 2 16,0 4-16,0 5 16,2 9-16,2 3 15,2 2 1,10 1-16,5-1 0,5 1 16,3-2-1,3 2-15,2 4 16,-3 7-16,5 9 15,3 5-15,7-1 16,7-5-16,0-4 16,4 9-16,7-2 15,8-2-15,12-3 16,-1-7-16,4 0 16,2-5-16,3-5 15,7-4 1,4 3-16,1-3 15,-4-3-15,5-1 16,-4-1-16,0-2 16,5 0-16,-1-3 15,3-1-15,1 1 16,-1 0 0,3 0-16,-2 3 15,-6 0-15,8 3 16,-4-3-16,0 2 15,8-2-15,-3-7 16,9-5-16,4-3 16,-8-6-16,4-1 15,0-3-15,-9 2 16,8-2-16,-9 2 16,-2 0-16,4 0 15,-11 2 1,1-2-16,2-2 0,-15 1 15,0-6 1,-7-1-16,-7 3 16,-8-1-16,-6 6 15,-6 2-15,-3 0 16,-4-5-16,-8-3 16,-9-3-16,-10-3 15,-8 4 1,-14 1-16,-11 2 15,-4 5-15,-8 3 16,-4 1-16,0 3 16,-8 1-16,5 1 15,-3 1-15,-1 2 16,6 0-16,-12-1 16,7 1-16,-10-1 15,2 2 1,1 2-16,-2 0 15,8 0-15,-1 2 16,8-3-16,1 1 16,5 1-16,8-1 15,2 0-15,7 2 16,10-2-16,9 1 16,12 1-16,6 1 15,14-1-15,-14 0 16,4 2-1</inkml:trace>
  <inkml:trace contextRef="#ctx0" brushRef="#br0" timeOffset="136413">4950 4354 0,'0'0'0,"0"0"16,-2-3-16,2 3 16,-21-15-16,0-1 15,-4-1-15,-2 4 16,-1-1-16,-1 1 15,-3 0-15,-7 0 16,-3 4-16,-4 2 16,-1 0-1,0 0-15,-3 2 16,-3-2-16,-5 2 16,-2 1-16,1 2 15,-1 2-15,-1 1 16,-4 1-16,-5 0 15,3 1-15,2 2 16,2 2 0,2-1-16,2 2 0,3-2 15,1 1 1,5 2-16,5 0 16,2 2-16,5-1 15,2 3-15,2-1 16,5 1-16,0 2 15,5 2-15,-2 5 16,2 1-16,1 2 16,2 0-1,1 1-15,3 3 16,0 5-16,3 9 16,3-2-16,3 4 15,6-6-15,1-2 16,3 5-16,3 0 15,5 2 1,4 0-16,4 2 0,3-4 16,6-1-16,7-2 15,6-8 1,7-3-16,7-6 16,5-5-16,9-3 15,2-4-15,2-5 16,4-3-16,-1-4 15,6-5-15,-2 0 16,-5 0-16,0-2 16,-3 1-1,1-1-15,-1-1 16,-1-2-16,-5-4 16,-6-3-16,-1-1 15,-4-2-15,-2-3 16,-4-2-16,-2-1 15,-4-2-15,-2-2 16,-5 3 0,-5-4-16,-7 2 15,-5 2-15,-5-5 16,-4 1-16,-3-3 16,-3-4-16,-4-2 15,-4-1-15,-3 0 16,-4 4-16,-4 4 15,-5 1-15,-7 4 16,-3 2-16,-7 6 16,0 7-1,-9 4-15,-11 8 16,-6 7-16,0 10 16,7 9-16</inkml:trace>
</inkml:ink>
</file>

<file path=ppt/ink/ink14.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951.42279" units="1/cm"/>
          <inkml:channelProperty channel="Y" name="resolution" value="1522.63013" units="1/cm"/>
          <inkml:channelProperty channel="T" name="resolution" value="1" units="1/dev"/>
        </inkml:channelProperties>
      </inkml:inkSource>
      <inkml:timestamp xml:id="ts0" timeString="2026-02-27T15:29:26.628"/>
    </inkml:context>
    <inkml:brush xml:id="br0">
      <inkml:brushProperty name="width" value="0.05292" units="cm"/>
      <inkml:brushProperty name="height" value="0.05292" units="cm"/>
      <inkml:brushProperty name="color" value="#FFC000"/>
    </inkml:brush>
  </inkml:definitions>
  <inkml:trace contextRef="#ctx0" brushRef="#br0">5730 3778 0,'0'0'0,"0"0"0,0 0 0,0 0 15,0 0 1,0 0-16,0 0 0,0 0 16,0 0-16,0 0 15,0 0 1,0 0-16,9-2 15,10 0-15,12-4 16,4 0-16,-2 2 16,-1 0-16,1 0 15,0 1 1,1 0-16,1 1 0,-1 2 16,-1-1-1,2 0-15,5 0 16,1 0-16,5 0 15,2 1-15,1-1 16,1 0-16,0 1 16,-3-2-16,2-2 15,1 0-15,0-1 16,1 1 0,-2-3-16,-1 0 0,-3 2 15,-1-1-15,1 1 16,-2-1-1,3 0-15,1 1 16,0 1-16,2 0 16,-1 2-16,-1 2 15,-1-1-15,-1 1 16,3-1 0,-2 1-16,0 0 15,1 0-15,-1 0 16,2 1-16,2 0 15,-2 1-15,1-1 16,-2 0-16,-1 0 16,1 1-16,0 0 15,-2-1-15,-4 2 16,-1-2-16,-3 1 16,1 0-16,-2 2 15,-3-1 1,-1 1-16,-3 0 15,-4-1-15,-1 0 16,0 1-16,-1-1 16,-1 0-16,-1 1 15,1-1-15,1-1 16,1-3-16,-1-3 16,-3-2-1,-3-1-15,-2-1 16,-1-2-16,-2-2 15,-2-4-15,0-5 16,-4-7-16,-1-5 16,-2-4-16,-1-4 15,-1-4-15,-1-4 16,0 1-16,0 0 16,0 4-16,0 1 15,0 0 1,0 5-16,-1 0 15,-2 3-15,-3 2 16,-1 3-16,-2 2 16,-2-1-16,-2-2 15,-3 4-15,-2 1 16,0 6-16,-5 0 16,-6 2-16,-4 0 15,-4 4 1,-7 0-16,-4 4 15,-7 1-15,-4 0 16,-2 4-16,-3 0 16,-6 4-16,1 1 15,-1 1-15,-3-1 16,-4 2-16,-3-1 16,-2 2-16,-3-1 15,0 1 1,3 1-16,-1 1 15,6-1-15,0 0 16,4-1-16,5 1 16,-2-1-16,5 0 15,-1 1-15,2-2 16,7 0-16,4 1 16,1 0-1,-1-1-15,-6 0 16,-3 2-16,7 3 15,6-1-15,10 0 16,7-2-16,3 1 16,2 1-16,-4 4 15,-2 4-15,4 2 16,2 0-16,3 3 16,3 0-16,-2 5 15,1 0-15,1 3 16,1 2-1,2 3-15,1 1 16,3 1-16,3-2 16,3 1-16,3-2 15,1 1-15,0-1 16,2 0-16,1 1 16,3-1-16,4 3 15,-2 0-15,2 2 16,1 3-1,-1-2-15,-1-3 16,0-3-16,0-6 16,-1-3-16,1-3 15,-3-5-15,1-3 16,-1-3-16,-2-8 16,0 0-16,4 6 15,8-11-15</inkml:trace>
  <inkml:trace contextRef="#ctx0" brushRef="#br0" timeOffset="3050.2">3431 5834 0,'0'0'0,"0"0"0,0 0 0,0 0 0,0 0 16,1 3-16,-1-3 15,3 11-15,-1 3 16,0 2-16,2 5 15,-1-2 1,1 2-16,1 0 16,2 5-16,2-3 15,0 0-15,-1-7 16,-1-1-16,0-5 16,1-2-16,5-2 15,8-7-15,9-10 16,13-13-16,8-9 15,2-2-15,0-3 16,-2 0-16,0-2 16,-3 4-1,-4 1-15,-1 7 16,-5 4-16,-1 5 16,-6 4-16,-5 2 15,-5 1-15,0 2 16,0 3-16,0 0 15,-1 2-15</inkml:trace>
  <inkml:trace contextRef="#ctx0" brushRef="#br0" timeOffset="12250.18">5428 5453 0,'0'0'0,"0"0"0,0 0 15,-2 3-15,1 4 16,-3 7-16,-1 12 16,-1 3-16,2 5 15,1 1 1,3 1-16,1-1 16,1-6-16,2-4 15,2-4-15,0-3 16,0-2-16,1-4 15,-1-2-15,1-2 16,-1-1-16,-6-7 16,16 7-1,-16-7-15,14 3 16,-14-3-16,12 1 16,-12-1-16,0 0 15,12 2-15,-12-2 16,0 0-16,0 0 15,0 0-15,10-2 16,-10 2-16,0 0 16,0 0-16,9-9 15,-2 1 1,2-4-16,5-7 16,3-6-16,0-3 15,-3 2-15,-3 4 16,-3 0-16,-3 3 15,-2 4-15,-2 5 16,0 2-16,-1 8 16,0-9-16,0 9 15,0 0-15,0 0 16,0 0 0,0 0-16,0 0 15,-10 17-15,7 1 16,2 2-16,3 3 15,1-3-15,3-3 16,2-1-16,3-3 31,6-4-31,-1-3 16,4-10 0,0-4-16,1-6 15,2-7-15,-2-3 16,-1-7-16,-3 2 15,-1-1-15,-6 4 16,-4 5-16,-3 5 16,-2 1-16,0 6 15,-1 3-15,0 6 16,0 0 0,0-6-16,0 6 15,0 0-15</inkml:trace>
  <inkml:trace contextRef="#ctx0" brushRef="#br0" timeOffset="12516.21">6071 5641 0,'0'0'0,"0"0"0,0 0 16,4 3-16,0 5 15,0 1-15,1 6 16,-1 5-16,1 3 16,-1 4-16,-1-2 15,0 2 1,-3-1-16,1 0 16,-1 2-16,1-2 15,4 1-15</inkml:trace>
  <inkml:trace contextRef="#ctx0" brushRef="#br0" timeOffset="13449.92">6498 5563 0,'0'0'0,"0"0"16,2 1-16,-2-1 16,18 6-16,2 0 15,6-3-15,1 0 16,0-3 0,-2-2-16,-1 1 15,1-1-15,0 0 16,0-1-16,-3 1 15,-2-2-15,-5 1 16,-1 1-16,-4 0 16,-10 2-16</inkml:trace>
  <inkml:trace contextRef="#ctx0" brushRef="#br0" timeOffset="13766.41">6589 5790 0,'0'0'0,"0"0"0,-3 0 16,3 0-1,0 0-15,0 0 16,0 0-16,0 0 15,0 0-15,0 0 16,0 0-16,0 0 16,19 3-16,-1 0 15,1-2-15,4 0 16,7-2-16,5-3 16,-1-2-16,-3-2 15,-8 0 1,3-1-16,2-5 15</inkml:trace>
  <inkml:trace contextRef="#ctx0" brushRef="#br0" timeOffset="14632.92">7456 5496 0,'0'0'0,"0"0"16,-4-1-16,4 1 16,-15-6-16,5 2 15,10 4 1,-18-6-16,6 3 15,-8 7-15,-8 7 16,-2 5-16,3 7 16,4 3-16,5 6 15,2 4-15,6-1 16,4-3-16,5-2 16,3-3-1,6 2-15,5-1 16,3-5-16,10-7 15,1-8-15,25-17 32,15-16-32,-6-6 15,-7-19-15,-19 13 16,-8-4-16,-7 6 16,-9 10-16,-5 3 15,-5 3 1,-4 0-16,-3 2 15,-6-2-15,-5 3 16,-5 3-16,-3 3 16,-1 2-16,2 6 15,3 1-15,6 2 16,1 1-16,4 3 16,10-5-16,-15 12 15,11-2 1</inkml:trace>
  <inkml:trace contextRef="#ctx0" brushRef="#br0" timeOffset="15033.22">7912 5551 0,'0'0'0,"0"0"0,0 0 0,0 0 0,0 0 15,0 0 1,0 0-16,0 0 15,0 0-15,0 0 16,5 0-16,7 0 16,8 0-16,4-3 15,4-2-15,2-4 16,0-3-16,-4 2 16,-6 1-16,-5 2 15,-2-2 1,-3 1-16,-5 0 15</inkml:trace>
  <inkml:trace contextRef="#ctx0" brushRef="#br0" timeOffset="16116.3">8762 5596 0,'-1'3'0,"-2"7"0,3-10 0,-3 16 16,3 15-16,3-2 16,2-10-16,1-7 15,5-1 1,4-3-16,7-6 15,1-2-15,2-16 16,0-6-16,0-6 16,-2-4-16,-5 2 15,-6 5-15,-2-3 16,-3 1-16,-4-1 16,-4 1-16,-4 5 15,-3 4-15,1 4 16,-6 5 15,-9 4-31,-3 1 16,-2 9-16,8 2 15,4 3-15,2 4 16,6 0-16,4 3 16,8 0-16</inkml:trace>
  <inkml:trace contextRef="#ctx0" brushRef="#br0" timeOffset="16316.75">9149 5538 0,'0'0'0,"0"0"0,0 0 0,0 0 16,0 0-16,0 0 15,0 0-15,0 0 16,0 0-16,0 0 15,2-2 1,-2 2-16,0 0 16,8-9-16</inkml:trace>
  <inkml:trace contextRef="#ctx0" brushRef="#br0" timeOffset="16769.7">9346 5423 0,'0'0'0,"0"0"0,0 0 0,3-1 0,-3 1 16,0 0-16,13-10 16,-13 10-16,0 0 15,0 0-15,0 0 16,0 0-16,0 0 16,11 12-16,-13 10 15,-5 7-15,-1 1 16,-2-3-16,0 1 15,1-1 1,-1-1-16,1-3 16,5-4-16,3-4 15,3-4-15,2-2 16,11-6 0,14-13-1,14-20-15,-6-1 16,-21 7-16,-11-3 15,-5 3-15,-4 0 16,-5 1 0,-2 2-16,-2 4 15,-1 4-15,3 5 16,11 8-16,-15-8 16,15 8-16,-10-2 15,10 2-15,-13 10 16,10-2-1,5-1-15</inkml:trace>
  <inkml:trace contextRef="#ctx0" brushRef="#br0" timeOffset="17084.78">9711 5250 0,'0'0'0,"0"0"0,0 0 16,0 2-16,0-2 15,-2 21-15,-1 8 16,0 10-16,-1 4 16,1 2-16,-1-3 15,1-1-15,1-6 16,-1 0-16,1-2 15,0-4 1,1-5-16,0-5 16,0-5-16</inkml:trace>
  <inkml:trace contextRef="#ctx0" brushRef="#br0" timeOffset="18566.64">9962 5356 0,'0'0'0,"0"0"0,0 0 16,0 0-16,3 0 15,-3 0-15,30 16 16,0 5-16,5 5 16,-3 0-16,0 0 15,1 3-15,-2-4 16,-4-6-16,-6-5 15,-4-6-15,-2-3 16,0-6 15,5-13-31</inkml:trace>
  <inkml:trace contextRef="#ctx0" brushRef="#br0" timeOffset="18801.71">10190 5392 0,'0'0'0,"0"0"0,-1 2 16,-2 5-16,-6 13 16,-7 11-16,0 6 15,-1 0-15,1-1 16,2 3-16,4-5 15,2-1 1,2-9 0</inkml:trace>
  <inkml:trace contextRef="#ctx0" brushRef="#br0" timeOffset="19066.77">10510 5295 0,'0'0'0,"0"0"16,0 0-16,0 2 16,0-2-16,0 21 15,0 11-15,0 14 16,-1 3-16,-3 4 15,-2 3-15,-3-4 16,-7 3 0,-1-17-1</inkml:trace>
  <inkml:trace contextRef="#ctx0" brushRef="#br0" timeOffset="20349.99">3371 6533 0,'0'0'0,"0"0"16,0 0-16,0 1 15,0-1-15,0 0 16,2 13-16,2 3 16,1 8-1,2 2-15,2 0 16,-2-8-16,-2-5 15,1-3-15,0-2 16,-6-8-16,25 1 16,8-21-16,17-31 15,8-10-15,-6 1 16,-7 6 0,-8 10-16,-7 8 15,1 2-15,3 2 16,-3 6-16,-3 5 15,-8 7-15,-5 5 16,-3 3-16,-12 6 16,12-7-16,-12 7 15,0 0-15,0 0 16,11-5-16,-11 5 16</inkml:trace>
  <inkml:trace contextRef="#ctx0" brushRef="#br0" timeOffset="22033.87">5475 6315 0,'0'0'0,"0"0"0,0 0 16,0 6-16,0 9 16,1 17-16,1 14 15,2 4-15,3-2 16,1 1-16,2-2 16,1-5-16,2-9 15,1-7 1,2-4-16,1-7 15,-2-4-15,2-9 16,4-12-16,2-12 16,0-7-16,-4-4 15,-7 3-15,-4 7 16,-3 5-16,-1 5 16,-2 3-16,-2 10 15,2-10 1,-2 10-16,0 0 15,0 0-15,2 7 16,1 6-16,1 6 16,3 6-16,1 0 15,1 9-15,1-3 16,-3-10-16,2-8 16,1-7-16,5-7 15,4-12 1,5-13-16,-1-9 15,-5 7-15,-8 2 16,-2 2-16,-4-2 16,-1 4-16,-3 8 15,0-1-15,0 5 16,-2 1-16,2 9 16,-1-11-1,1 11-15,0 0 16,0 0-16</inkml:trace>
  <inkml:trace contextRef="#ctx0" brushRef="#br0" timeOffset="22466.95">6048 6779 0,'0'0'0,"0"0"0,0 0 0,0 0 0,4-1 15,6-5-15,7-2 16,1-2-16,1 0 16,-6 1-16,0 3 15,-1 1-15,1 5 16,2 7-16,-1 6 16,-2 4-16,-5 12 15,-3 5-15,-7 4 16,-8 4-1,0-3-15,0-4 16,-2-5-16,4-6 16,2-5-16,1-3 15,4-3-15,1-3 16,2-2-16,-1-8 16,3 10-16,-3-10 15,17 7 1,1-7-16,5-5 15,6-1-15,-4-4 16,8-1-16,3-3 16,1 0-16,2-7 15</inkml:trace>
  <inkml:trace contextRef="#ctx0" brushRef="#br0" timeOffset="22750.02">6615 6685 0,'0'0'0,"0"0"0,0 0 16,0 0-16,0 0 15,0 2-15,0-2 16,0 0-1,6 7-15,3 3 16,9 1-16,11-1 16,5-2-16,0-2 15,-2-3-15,-5-3 16,-5-2-16,-6-1 16</inkml:trace>
  <inkml:trace contextRef="#ctx0" brushRef="#br0" timeOffset="22933.68">6650 6932 0,'0'0'0,"0"0"16,0 0-16,0 0 16,0 2-16,0-2 15,0 0-15,27 6 16,6-6-16,9-8 15,4-3 1,5-1-16,-2-1 16</inkml:trace>
  <inkml:trace contextRef="#ctx0" brushRef="#br0" timeOffset="23433.5">7428 6670 0,'0'0'0,"0"0"0,0 0 15,0 0-15,-1 3 16,1-3-16,0 0 16,-8 14-16,-6 2 15,-11 10 1,-5 0-16,2 0 15,2-4-15,3 4 16,7 5-16,5 1 16,8 2-1,6-7 1,8-5-16,9-6 16,5-7-16,6-6 15,-1-11-15,1-12 16,-6-3-1,-3-10-15,-6 2 16,-7 0-16,-6-3 16,-3 2-16,-4 2 15,-6 6-15,1 7 16,1 6-16,1 4 16,7 7-16,-13-8 15,2 9-15,-4 2 16,-3 7-16,5 0 15,6 1 1,5 1-16</inkml:trace>
  <inkml:trace contextRef="#ctx0" brushRef="#br0" timeOffset="23766.68">7668 6736 0,'0'0'0,"0"0"0,0 2 16,0-2-16,0 0 15,0 0-15,0 0 16,-1 6-16,1-6 15,0 0 1,0 0-16,15 1 16,9-3-16,8-3 15,-1-2-15,1-2 16,-2 0-16,-1-1 16,-1 0-16,-4-2 15,-6 1-15,-3 3 16,-6 1-16</inkml:trace>
  <inkml:trace contextRef="#ctx0" brushRef="#br0" timeOffset="25317.89">8616 6584 0,'0'0'0,"0"0"15,0 0-15,0 0 16,0 0-16,0 0 15,0 0 1,0 0-16,0 0 16,0 0-16,3-2 15,-3 2-15,11-1 16,-11 1-16,12 0 16,-12 0-16,0 0 15,0 0-15,11-4 16,-11 4-16,0 0 15,0 0-15,4-7 16,-4 7 0,0 0-16,0 0 15,0 0-15,0-7 32,0 7-32,-10-1 15,10 1-15,-17-1 16,17 1-16,-16-2 15,16 2 1,-18-2-16,18 2 16,-20 1-16,7 2 15,-3 2-15,-1 2 16,1 6-16,2 2 16,3 1-16,2 2 15,3 0-15,1-1 16,2 3-16,0 2 15,3 0-15,2-1 16,2-1-16,2-3 16,2-1-1,1-4-15,2-2 16,1-4-16,3-2 16,2-3-16,6-2 15,7-6-15,5-4 16,-2-5-16,-3-4 15,-5-7-15,-4-5 16,-3 1-16,-7 3 16,-4 6-1,-5 3-15,-2 0 16,-4 3-16,-5-2 16,-1 2-16,-3 2 15,1 3-15,-1 2 16,1 2-16,2 2 15,-2 1-15,-2 4 16,-1 4 0,15-4-16</inkml:trace>
  <inkml:trace contextRef="#ctx0" brushRef="#br0" timeOffset="25483.76">8965 6662 0,'0'0'0,"0"-3"15,0 3-15,0 0 16,0-9-16,0 9 16,0 0-16</inkml:trace>
  <inkml:trace contextRef="#ctx0" brushRef="#br0" timeOffset="25999.83">9215 6455 0,'0'0'0,"0"0"0,0 0 0,0 0 16,0 0-16,0 1 15,0-1 1,0 0-16,0 0 16,0 0-16,-1 8 15,1-8-15,-4 15 16,1-1-16,-1 2 16,0 2-16,-2 3 15,0 1-15,0-1 16,0 6-16,4 8 15,4 0-15,5-8 16,8-6-16,13-5 31,15-16-15,3-19-16,-4-16 16,-12-7-16,-8 6 15,-7-1-15,-8 4 16,-5 6-16,-5 3 15,-5 1-15,-1 5 16,-1 3-16,-4 5 16,-5 5-1,-4 5-15,-2 4 16,2 3-16,4 2 16,5 0-16,5 0 15,4-2-15</inkml:trace>
  <inkml:trace contextRef="#ctx0" brushRef="#br0" timeOffset="26283.56">9606 6213 0,'0'0'0,"0"0"0,0 0 0,0 0 16,1 1-16,2 8 15,5 13-15,1 15 16,-2 10-16,-3 5 16,-4 7-16,-2-3 15,0 1 1,-1-8-16,0-2 16,-2-5-16,1-7 15,-1-8-15,2-7 31,1-9-31</inkml:trace>
  <inkml:trace contextRef="#ctx0" brushRef="#br0" timeOffset="26566.49">9861 6426 0,'0'0'0,"0"0"0,0 0 15,0 0 1,11 7-16,9 6 16,10 9-16,0 1 15,-1 3-15,-2-3 16,-3-2-16,-3-4 15,-3-3-15,0-9 32,6-14-32</inkml:trace>
  <inkml:trace contextRef="#ctx0" brushRef="#br0" timeOffset="26850.01">10051 6334 0,'0'0'0,"0"0"0,0 0 0,0 0 15,-2 5-15,-3 4 16,-5 12-16,-6 15 16,-4 7-16,-2 5 15,0 3-15,-1-5 16,3-3-16,3-7 15,3-10-15,2-4 16,2-8-16,3-6 16,7-8-16,0 0 15,-10 6 1</inkml:trace>
  <inkml:trace contextRef="#ctx0" brushRef="#br0" timeOffset="27732.9">10559 6169 0,'0'0'0,"0"0"15,0 0-15,0 0 16,0 0-16,0 3 16,0-3-16,-3 16 15,-1 5-15,-1 6 16,-1 3 0,4 0-16,0 1 15,2-3-15,0-2 16,0-1-16,0-2 15,0-1-15,0-1 16,-1-4-16,-1-4 16,0-2-16,1-2 15,0-3-15,1-6 32,0 0-17</inkml:trace>
  <inkml:trace contextRef="#ctx0" brushRef="#br0" timeOffset="28683.25">10866 6244 0,'0'0'0,"0"0"0,0 0 15,0 0-15,-1 2 16,1-2-16,-1 9 16,-3-1-16,-1 3 15,-2 3-15,-4 5 16,-1 3 0,-3 3-16,-1 1 15,1-1-15,2-2 16,0 1-16,2-1 15,1-1-15,2-4 16,4-6-16,2-5 16,2-7-16,-2 9 15,2-9-15,12 5 16,5-5-16,4 0 16,1-4-1,2-5-15,-1-5 16,-2-5-16,-1 3 15,-3 1-15,-2 0 16,-3 1-16,-2 1 16,-4 1-16,-4 0 15,-3 0-15,-5-4 16,-4 0-16,-8-1 16,-4 4-1,-15 6 1,-3 5-1,1 6-15,6 5 16,14 0-16,5 0 16</inkml:trace>
  <inkml:trace contextRef="#ctx0" brushRef="#br0" timeOffset="29898.99">11349 5908 0,'0'0'0,"0"0"15,0 0-15,0 0 16,0-2-16,0 2 16,0 0-16,0 0 15,-10 0 1,-8 3-16,-6 4 15,4 1-15,2 2 16,3 1-16,0 1 16,4 3-16,0 1 15,3 0-15,3-2 16,5 1-16,3 0 16,5 3-16,3 0 15,1 1 1,-1-5-16,0-2 15,-2-1-15,-1-2 16,-3-1-16,-1-1 16,-3 1-16,-1-1 15,-5 1-15,-5 0 16,-9 4-16,-13-3 16,-4-3-1,1-5-15,8-6 0,7-1 16,3-5-1</inkml:trace>
  <inkml:trace contextRef="#ctx0" brushRef="#br0" timeOffset="30067.52">11247 5945 0,'0'0'0,"3"0"15,-3 0 1,41-7-16,8-4 15,9-1-15,-2 0 16,-1 1-16,1 0 16</inkml:trace>
  <inkml:trace contextRef="#ctx0" brushRef="#br0" timeOffset="36633.37">11616 5719 0,'0'0'0,"0"0"0,0 0 0,0 0 16,-4 2 0,4-2-16,-13 9 0,-5 4 15,-18 9 1,-12 3-16,-2-1 15,4-2-15,7-3 16,1 1-16,4 6 16,5 5-16,3 3 15,3 2-15,3-1 16,4 0-16,1 0 16,4-4-1,2 1-15,3 3 16,6 0-16,6 0 15,4-4-15,6-5 16,11-3-16,7-4 16,8-5-16,3-8 15,-3-4-15,0-6 16,-7-4-16,-6-1 16,-7-3-1,-5-3-15,-4-4 16,-4-2-16,-5 0 15,-4 2-15,-4 0 16,-11-3-16,-8-2 16,-6 3-16,-7 7 15,-3 0-15,-4 7 16,-7 5-16,-9 7 16,3 6-1</inkml:trace>
  <inkml:trace contextRef="#ctx0" brushRef="#br0" timeOffset="37983.1">11283 6764 0,'0'0'0,"0"0"0,0 0 15,0 0-15,0-3 16,0 3-16,0 0 16,-2-6-16,2 6 15,0 0 1,0 0-16,0 0 15,25-13-15,14 4 16,9 2-16,-2 4 16,-1 1-16,-4 1 15,-8 1-15,-6 0 16,-8 0-16</inkml:trace>
  <inkml:trace contextRef="#ctx0" brushRef="#br0" timeOffset="38199.73">11282 6940 0,'0'0'0,"2"-1"15,-2 1-15,13-12 16,9-3-1,11-5-15,6 1 16,3 5-16,3 1 16,-4 4-16,-2 2 15</inkml:trace>
  <inkml:trace contextRef="#ctx0" brushRef="#br0" timeOffset="38650.17">12087 6475 0,'0'0'0,"0"0"0,0 0 0,0 2 0,0-2 16,0 17-16,0 7 16,0 8-16,0 9 15,0 9 1,0 2-16,0-1 0,0-5 16,0-7-16,0-8 15,1-5-15,-1-4 31,0-2-15,0-3-16,0-5 16,0-5-16,0-7 15,0 0-15,0 0 16,-1 7-16,1-7 16,4 14-1,1-5-15,5 1 0,-10-10 16,12 11-1,1-1-15</inkml:trace>
  <inkml:trace contextRef="#ctx0" brushRef="#br0" timeOffset="39083.16">11662 6809 0,'0'0'0,"0"0"0,0 0 0,0 0 16,0 0-16,0 0 16,0 0-16,0 0 15,9 0-15,10 0 16,8 0-16,-1-1 15,-2 1 1,-4-1-16,0-1 16,2 1-16,5-1 15,1 0-15</inkml:trace>
  <inkml:trace contextRef="#ctx0" brushRef="#br0" timeOffset="39549.99">12378 6768 0,'-1'-10'0,"1"10"0,0 0 16,-7-9-16,7 9 16,-15 1-16,0 6 15,-1 4-15,0 21 16,4 9-16,4-8 16,6 5-16,3-10 15,1-8-15,10-1 31,2-14-31,8-10 16,7-12 0,-7-10-16,-4-7 15,-6 2-15,-6 4 16,-4 2-16,-2 5 16,-3 3-16,-4 6 15,-6 4-15,-10 4 16,-10 4-1,0 2-15,6 4 16,12-2-16</inkml:trace>
  <inkml:trace contextRef="#ctx0" brushRef="#br0" timeOffset="40033.46">12666 6145 0,'0'0'0,"0"0"16,0 0-16,0 0 16,-1 3-16,0 3 15,-3 9-15,-1 9 16,-2 6-16,3 2 15,3 0 1,5-5-16,2-5 16,6-5-16,9-7 15,23-13 1,20-21 0,-7-8-16,-14 0 15,-28 16-15,-7 0 16,-1 5-16,-4 3 15,2 1 1,-5 7-16,3-8 16,-3 8-16,0 0 15,0 0-15,1 17 16,-3 22-16,0 16 16,-2 12-16,0 13 15,-4-10-15,-19-7 16</inkml:trace>
  <inkml:trace contextRef="#ctx0" brushRef="#br0" timeOffset="41501.37">3657 6915 0,'0'0'0,"-3"-1"16,3 1-16,0 0 15,0 0-15,0 0 16,0 0-16,0 0 15,-10-1-15,10 7 16,2 17 0,7 18-16,4 7 15,3-5-15,1-3 16,3-8-16,-1-9 16,3-8-16,7-8 15,9-14-15,17-22 16,12-29-16,8-18 15,-6-8-15,6-12 16,-7 10-16,-12 17 16,-10 10-1,-14 21-15,-4 7 16,-1 5-16,-2 6 16,-2 5-16,-6 5 15,-5 4-15,-12 6 16,15-7-16,-15 7 15,0 0-15,14-3 16,-14 3-16,0 0 16,0 0-16,9 1 15,-9-1 1,0 0-16,0 0 16,0 0-16,0 0 15,0 0-15,0 0 16,0 0-16,0 0 15,0 0-15,0 0 16,0 0-16,0 0 16,0 0-1,0 0-15,0 0 16,0 0-16,0 0 16</inkml:trace>
  <inkml:trace contextRef="#ctx0" brushRef="#br0" timeOffset="46283.54">2140 8081 0,'0'0'0,"0"0"0,0 0 16,2 2-16,-2-2 16,0 0-16,0 0 15,0 0-15,4 7 16,-4-7 0,0 0-16,0 0 15,0 0-15,17 1 16,-17-1-16,17-2 15,-7 2-15,-10 0 16,21-2-16,-8 2 16,1 0-16,2 0 15,0 0-15,2 0 16,-1 0-16,2 0 16,-3 0-1,0 0-15,1 0 16,1 0-16,3 0 15,1 0-15,1 0 16,0 0-16,-2 0 16,-1 0-16,0 2 15,3-1-15,3 2 16,2-1-16,0 0 16,-1-2-1,0-2-15,-1-4 16,3 0-16,1 0 15,-1-1-15,1 1 16,-2 1-16,-5-1 16,-1 3-16,0-2 15,0 1-15,3 1 16,2 2-16,-1 1 16,0 1-1,-5-1-15,1 0 16,0 0-16,1 0 15,2 0-15,1 0 16,-2 0-16,-1 1 16,-4-1-16,-2 0 15,-1 1-15,0-1 16,-2 0-16,1 0 16,0 1-1,1 0-15,3 1 16,-1 0-16,-3 1 15,-1-2-15,-3 1 16,0-1-16,1 1 16,1 0-16,-1 0 15,1-1-15,2 0 16,1 1-16,0 0 16,4 0-16,1-1 15,-2 1 1,2-2-16,-1 0 15,0-1-15,0-2 16,3-2-16,1-1 16,1 1-16,-1-1 15,0 1-15,-2 1 16,-2 1-16,1 0 16,2 0-16,0-1 15,4 1 1,-1 1-16,-1 2 15,-2 0-15,-3 0 16,1 0-16,1 0 16,1-2-16,0-2 15,-2 0-15,-1 0 16,-1 2-16,1-2 16,-3 2-16,0-1 15,-2 1-15,1-1 16,0 1-1,0 0-15,-2-1 16,1 0-16,-1 1 16,1 0-16,0-1 15,1 2-15,4 2 16,1 0-16,3 1 16,-2 1-16,0 0 15,3 2 1,-1 2-16,1 0 15,0-1-15,-3 1 16,0-1-16,1-1 16,1 2-16,1-1 15,-1 1-15,0 0 16,-3-2-16,0 1 16,0 0-1,3 0-15,2 1 16,2 0-16,-3-2 15,-1-3-15,-2-1 16,-1-1-16,1 0 16,1 0-16,3 1 15,2 0-15,-1 1 16,-1 0-16,-2-2 16,-2-1-16,0 0 15,1 0-15,4 0 16,-2 0-1,-1-1-15,-5 0 16,-4 0-16,-1 0 16,-2-1-16,-1 2 15,-2-1-15,-9 2 16,17-4-16,-17 4 16,15-2-16,-15 2 15,10-3 1,-10 3-16,0 0 15,12-2-15,-12 2 16,0 0-16,11-3 16,-11 3-16,12-2 15,-12 2-15,20-3 16,-8 3-16,-1 0 16,0 0-16,-1 0 15,-10 0 1,16 0-16,-16 0 15,11 0-15,-11 0 16,0 0-16,11 0 16,-11 0-16,0 0 15,0 0-15,0 0 16,10-2-16,-10 2 16,0 0-16,0 0 15,0 0-15,0 0 16,0 0-1,0 0-15,0 0 16,0 0-16,0 0 16,0 0-16,0 0 15,0 0-15,0 0 16,0 0-16,0 0 16,0 0-16,0 0 15,0 0-15,0 0 16,0 0-1,0 0-15,0 0 16,0 0-16,9-7 16,-9 7-16,0 0 15,0 0-15,0 0 16,0 0-16,17-6 16,1 2-16,5-1 15,4-1 1,3 2-16,2-3 15,6 1-15,6-1 16,7 0-16,-1 2 16,4 1-16,0 0 15,2 0-15,1 0 16,-3-3-16,0-11 16,-7 0-16,-6-1 15,-7 3-15,-8 3 16,-7 4-16,-5 3 31,-14 6-15,14-7-16,-14 7 15,0 0-15,0 0 16,0 0-16,0 0 16,9-6-16,-9 6 15,0 0-15,0 0 16,0 0-1,0 0-15,0 0 16,0 0-16,0 0 16,0 0-16,0 0 15,0 0-15,0 0 16,0 0-16,0 0 16,0 0-16,-10 4 15,10-4-15,0 0 16,0 0-16,0 0 15,0 0 1,0 0-16,0 0 16,-10 2-16,10-2 15,0 0-15,0 0 16,0 0-16,-10 4 16,10-4-16,0 0 15,0 0-15,0 0 16,0 0-16,-4 9 15,4-9 1,3 10-16,3-3 16,0 2-16,9 1 15,9 0-15,5-2 16,4-2-16,-3-2 16,-2-2-16,-6-1 15,-2-1-15,-4 0 16,-3 0-1,-2 0-15,-11 0 16,11 0-16,-11 0 16,0 0-16,0 0 15,0 0-15,9 5 16,-9-5-16,0 0 16,3 8-16,-3-8 15,0 0-15,0 0 16,0 0-1,0 0-15</inkml:trace>
  <inkml:trace contextRef="#ctx0" brushRef="#br0" timeOffset="48184.35">6240 7450 0,'0'0'0,"0"0"0,-4-3 16,4 3-16,-12-11 16,4 3-16,-1-1 15,-2-2-15,0 0 16,1 3-16,-2 1 15,-4 2 1,-4 2-16,-4 2 16,-3 5-16,0 3 15,1 2-15,4 0 16,3-2-16,3 0 16,4-1-16,3 3 15,-1 4-15,0 5 16,1 6-16,2 6 15,5 6-15,2 9 16,1 3 0,7 3-16,2 3 15,3-2-15,4 3 16,2-5-16,3 0 16,1-3-16,-1-4 15,0-6-15,1-5 16,1-10-16,3-8 15,3-4 1,3-11-16,2-10 16,5-8-16,1-10 15,-1-2-15,-4-5 16,-6-5-16,-2-3 16,-7 1-16,-3 0 15,-8-1-15,-2-5 16,-4-5-16,-4 5 15,-4 5 1,-6 6-16,-8 3 16,-5 0-16,-2 1 15,0 4-15,-3 2 32,-1 6-32,3 2 15,6 8-15,5 5 16,5 2-16,-1 1 15,11 4-15,-18-6 16,6 4 0,12 2-16,-17 0 15,17 0-15,0 0 16,-10 0-16,10 0 16,0 0-16,0 0 15,0 0-15,0 0 16,0 0-16,0 0 15,0 0 1,0 0-16,0 0 16,0 0-16,0 0 15,0 0-15,0 0 16,-6 7-16,6-7 16,0 0-16,0 0 15,0 0-15,0 0 16,0 0-16,0 0 15,0 0-15,0 0 16,0 0 0,0 0-16,0 0 15,0 0-15,0 0 16,0 0-16,0 0 16,0 0-16,0 0 15,0 0-15,0 0 16,0 0-16,0 0 15,0 0-15,0 0 16,0 0-16,0 0 16,0 0-1,0 0-15,0 0 16,0 0-16,0 0 16,0 0-16,0 0 15,0 0-15,0 0 16,0 0-16,0 0 15,0 0-15,0 0 16,0 0 0,0 0-16,0 6 15,0-6-15,0 0 16,0 0-16,0 0 16,0 0-16,0 0 15,0 0-15,0 0 16,0 0-16,0 0 15,0 0-15,0 0 16,0 0-16,0 0 16,0 0-16,0 0 15,0 0 1,0 0-16,0 0 16,0 0-16,0 0 15,0 0-15,-1 6 16,1-6-16,0 0 15,0 0-15,0 0 16,0 0-16,0 0 16,0 0-1,0 0-15,0 0 16,0 0-16,0 0 16,0 0-16,0 0 15,0 0-15,0 0 16,0 0-16,0 0 15,0 0-15,0 0 16,0 0-16,0 0 16,0 0-1,0 0-15,0 0 16,0 0-16,0 0 16,0 0-16,0 0 15,0 0-15,0 0 16,0 0-16,0 0 15,0 0 1,0 0-16,0 0 0,0 0 16,1-9-1</inkml:trace>
  <inkml:trace contextRef="#ctx0" brushRef="#br0" timeOffset="49333.01">9603 2022 0,'0'0'0,"0"0"0,0 0 0,0 0 16,0 0-16,0 0 16,-1 4-16,1-4 15,-4 10-15,2-3 16,-2 5-16,0 9 15,0 17-15,2 10 16,1 7-16,3 10 16,0 5-1,3 6-15,-2 1 16,2 6-16,0 8 16,1 0-16,-4 7 15,-1 0-15,-3 1 16,-1 4-16,1 3 15,-1 1-15,1-2 16,0-4-16,2-7 16,4-10-1,-1-7-15,2-8 16,-1-12-16,0-8 16,0-12-16,-1-7 15,0-8-15,-1-5 16,-1-6-16,0-4 15,-1-7-15,1 7 16,-1-7-16,0 0 16,0 0-16,3-9 15,1-9-15</inkml:trace>
  <inkml:trace contextRef="#ctx0" brushRef="#br0" timeOffset="49999.42">9645 1854 0,'0'0'0,"0"0"0,0-2 15,0 2-15,0 0 16,0 0-16,0 0 15,0 0-15,-10 6 16,-4 11-16,-17 16 16,-12 9-1,4-5-15,7-6 0,6-7 16,6-6 0,7-5-16,5-3 15,8-10-15,-8 9 16,8-9-16,0 0 15,0 0-15,0 0 16,0 0-16,11-15 16,10-15-16,7-11 15,1 4-15,-4 5 16,-7 8 0,-4 8-16,-3 5 15,-11 11-15,10-7 16,-10 7-16,19 6 15,3 8-15,5 10 16,6 8-16,3 5 16,3 5-1,0-3-15,-2 1 16,3-7-16,8-11 16,5-4-16</inkml:trace>
  <inkml:trace contextRef="#ctx0" brushRef="#br0" timeOffset="50666.74">8705 1643 0,'0'0'0,"0"0"0,0 0 0,0 0 16,0 7-16,0 10 16,1 9-16,4 3 15,5-1 1,1-3-16,3-4 16,0-7-16,2-4 15,2-5-15,6-6 16,4-5-16,-4-3 15,-4 0-15,-7 2 16,-13 7-16,10-8 16,-10 8-16,0 0 15,0 0 1,0 0-16,13 8 16,-1 9-16,4 15 15,1 7-15,-3-4 16,1 1-16,1-12 15,14-19 1,14-28 0,10-42-16,-9-13 15,-19 24-15,-7 2 16,-11 13-16,-4 8 16,-3 12-1,-2 6-15,0 4 16,0 2-16,1 7 15,-2-11-15,-1 2 16</inkml:trace>
  <inkml:trace contextRef="#ctx0" brushRef="#br0" timeOffset="50833">9264 1666 0,'0'0'0,"0"0"0,1 4 15,0 5-15,1 18 16,4 22-16,1 14 16,0 12-16,1 9 15,1-3 1</inkml:trace>
  <inkml:trace contextRef="#ctx0" brushRef="#br0" timeOffset="51933.45">9712 4076 0,'0'0'0,"0"0"0,0 0 0,5 1 16,20 7-1,36 4-15,20-2 16,9-2-16,12-6 15,9 0-15,5-4 16,7 0-16,-2-1 16,6 0-16,7 1 15,-4-2-15,12 1 16,-8-2-16,-4 0 16,0 0-1,-9 1-15,2-1 16,-7 1-16,-6-1 15,-12 2-15,-10 3 16,-11 2-16,-7-1 16,-10 1-16,-7 1 15,-14-2-15,-8 1 16,-8-1-16,-8 0 16,-5-1-1,-10 0-15,11 0 16,-11 0-16,0 0 15,2-11-15,-19-7 16,-17-10-16,-15-3 16,5 5-16,4 8 15,9 3-15,7 5 16,6 3-16,7 2 16,11 5-1,-12-4-15,12 4 16,0 0-16,0 0 15,0 0-15,0 0 16,16 17-16,22 7 16,6 4-16,-4-3 15,-5-2-15,-2 0 16,-11-1-16,-8 1 16,-10 3-16,-11 3 15,-14 9 1,-15 3-16,-15 0 15,6-5-15,15-13 32</inkml:trace>
  <inkml:trace contextRef="#ctx0" brushRef="#br0" timeOffset="52499.63">12899 4078 0,'0'0'0,"0"0"15,0 0-15,1 4 16,3 7-16,2 13 16,3 9-16,1 5 15,-1-4 1,-1-3-16,-1-5 15,-2-7-15,0-2 16,2-5-16,7-3 16,8-5-16,8-11 15,2-7-15,-6-6 16,-9 1-16,-4 3 16,-4 2-16,-4 3 15,0 4 1,-5 7-16,0 0 15,0 0-15,10 9 16,0 11-16,3 11 16,3 4-16,0 4 15,0-5-15,2-12 16,8-5-16,-3-7 16,7-10-16,4-10 15,-3-13-15,-2-9 16,-6-1-1,-10-1-15,-4 0 16,-4 2-16,-3 6 16,-2 7-16,-1 6 31,0 5-31,1 8 16,0-7-16,0 7 15</inkml:trace>
  <inkml:trace contextRef="#ctx0" brushRef="#br0" timeOffset="52883.01">13639 4439 0,'0'0'0,"0"0"16,5 0-16,6 0 16,10 0-1,3 0-15,0 5 16,2 16-16,0 5 15,-5-1-15,-7-4 16,-7-6-16,-5 11 16,-6 8-16,-7 8 15,-5-8-15,-6-12 16,1 4-16,-1-2 16,-2 4-16,8-7 15,7-9-15,2-4 16,7-8-1,-6 10-15,13-1 16,18 4-16,29 3 16,13-2-16,-1-2 15,9-8-15,-16 1 16,10-8-16,-18-3 16,-8-5-16,-7-2 15</inkml:trace>
  <inkml:trace contextRef="#ctx0" brushRef="#br0" timeOffset="54250.3">9752 2425 0,'0'0'0,"0"0"0,0 0 0,0 0 16,0 2-16,0-2 15,4 15-15,2 2 16,-1 7-16,6 8 16,3 5-16,2 0 15,3 5-15,1-4 16,0 4-1,0-1-15,-2-4 16,1 3-16,1 0 16,1 4-16,-1-1 15,1 0-15,4 2 16,0-1-16,2-1 16,2 2-16,1-4 15,5-2-15,2 0 16,-1-3-1,1 1-15,1-5 16,2-1-16,0-5 16,-1-2-16,4 0 15,-1 0-15,0-1 16,2-1-16,-4-2 16,3-1-16,2-3 15,1-3-15,2-2 16,3-3-1,1-2-15,1-3 16,-3-1-16,0-2 16,-2-1-16,-1-1 15,-1-3-15,-2-1 16,1-3-16,1-3 16,-4-2-16,1-3 15,-2-1-15,2-4 16,0-1-16,-1-3 15,1-1 1,-2 2-16,-5-1 16,1-1-16,1-5 15,2-2-15,-2 2 16,-6 4-16,-2 1 16,-1-1-16,-4 1 15,0-2-15,-5 1 16,-1 0-1,2-3-15,1-1 16,0 0-16,0 0 16,-1 2-16,2-1 15,-1 2-15,-2 2 16,2-7-16,-6 4 16,-2-4-16,-3 1 15,-3 10-15,2-12 16,0 4-1,0-2-15,-1 3 16,-5 9-16,1 1 16,-4 11-16,0 3 15,-1 6-15,1-10 16,-1 10-16,1-6 16,-1 6-16,0 0 15,0 0-15</inkml:trace>
  <inkml:trace contextRef="#ctx0" brushRef="#br0" timeOffset="61432.35">11005 3574 0,'0'0'0,"0"0"0,0 0 0,0 0 0,4 0 16,-4 0-1,0 0-15,10 5 16,-10-5-16,0 0 16,0 0-16,0 0 15,0 0-15,6 6 16,-6-6-16,9-13 16,29-41-16,35-54 15,21-30-15,20-21 16,27 0-1,11-13-15,14 1 16,3-1-16,2 1 16,-3 7-16,-2 1 15,-7 9-15,-13 9 16,-13 16-16,-14 13 16,-9 12-16,-10 7 15,-8 8-15,-12 8 16,-8 1-1,-17 16-15,-10 11 16,-4-1-16,-9 5 16,-8 9-16,-8 12 15,-6 5-15,-3-3 16,-3-4-16,-2 17 16,-2 13-1,0 0-15,0 0 16,-5-8-16,1-1 15,4 9-15,0 0 16,0 0-16,-8 7 16,8-7-16,0 0 15,0 0-15,0 0 16,0 0-16,0 0 16,0 0-16,-6 8 15,6-8-15,1 11 16,0-3-1,-1-8-15,2 10 16,-2-10-16,0 7 16,0-7-16,0 0 15,0 0-15,0 0 16,0 0-16,-2 9 16,2-9-16,0 0 15,0 0-15,0 0 16,-3 6-1,3-6-15,0 0 16,0 0-16,0 0 16,0 0-16,0 0 15,0 0-15,0 0 16,-11-6-16,11 6 16,-4-7-16,4 7 15,0 0-15,0 0 16,-6-7-1,6 7-15,-10-2 16,-23 9-16,-45 28 16,-18 4-16,9-1 15,1 0-15,4-3 16,-4 2-16,9-2 16,15-7-16,16-4 15,17-9-15,13-4 16,16-11-1,-14 8-15,14-8 16,0 0-16,0 0 16,0 0-16,9-10 15,24-21-15,36-18 16,12 4-16,-12 9 16,4 8-16,2-5 15,3 1-15,-9 3 16,-12 5-16,-21 12 15,-13 11 1,-8 3-16,-5 6 16,-10-8-16,10 7 15,-5-1-15,1 8 16,2 20-16,-1 8 16,-1 26-16,0 6 15,0 0-15,1 10 16,1-7-16,17 1 15,6 19-15,2-15 16</inkml:trace>
  <inkml:trace contextRef="#ctx0" brushRef="#br0" timeOffset="68049.23">11131 3530 0,'0'0'0,"0"0"0,3 0 0,-3 0 15,0 0-15,0 0 16,0 0-16,0 0 16,0 0-1,10 7-15,-10-7 16,0 0-16,0 0 15,0 0-15,0 0 16,0 0-16,0 0 16,0 0-16,-10 4 15,-5 0-15,-11 0 16,-7-5 0,-1-5-16,-3-3 15,5-1-15,2-2 16,2 0-16,3 1 15,-2-1-15,-1-2 16,-1-1-16,-1-3 16,1-1-16,0-2 15,-1-2-15,-2-1 16,-1-2-16,0 1 16,0 0-1,2-1-15,0-1 16,-3-1-16,1-2 15,-4 0-15,1 0 16,0 0-16,-2-3 16,-1-1-16,2-3 15,2-1-15,2 1 16,4 3-16,0-1 16,2 1-16,-4-4 15,2 3 1,4 2-16,2 3 15,3 0-15,2-2 16,2 2-16,1 4 16,4 5-16,0 2 15,3 3-15,1 4 16,2 2-16,1 3 16,4 7-16,-3-6 15,3 6 1,0 0-16,0 0 15,0 0-15,0 0 16,0 0-16,12 3 16,3 16-16,5 10 15,-3 3-15,0 1 16,-1 4 0,1 2-16,3 6 15,2 5-15,0 0 16,2 4-16,0-3 15,8 2-15,2-2 16,4 2-16,5-3 16,1-3-16,7-1 15,-1-3-15,2-1 16,5 0-16,-2-3 16,5-1-16,4-3 15,3-4 1,2-4-16,3-6 15,2-2-15,1-4 16,3-5-16,4-4 16,0-5-16,2-4 15,2-6-15,-3-5 16,4-2-16,-2-1 16,2-1-16,-13 0 15,-3-7 1,2-5-16,-14 1 15,1-3-15,-10 5 16,-3-1-16,11-6 16,-9 2-16,-1-3 15,-4-2-15,-7 2 16,2-4-16,-6 5 16,-4 5-16,-5 4 15,0 1 1,0-1-16,-2-2 15,-7-3-15,-7 3 16,-4 10-16,-2 3 16,-2 2-16,0 12 15,0-10-15,0 10 16,0 0-16,0 0 16,-3-9-16,3 9 15,-10-8 1,-3 7-16,-14 13 15,-6 8-15,1 1 16,0 0-16,3-2 16,-1 1-16,2 3 15,0 0-15,2 0 16,-2 0-16,2 1 16,5-2-16,2 1 15,-1 1 1,2 0-16,-6-1 15,1-2-15,4-3 16,-2 0-16,1-3 16,-4 3-16,-6-1 15,2 0-15,-1-1 16,8-5-16,2-1 16,-3 1-16,-4 3 15,-7 1 1,-2 0-16,2-3 15,-1-1-15,-2-1 16,-3 1-16,-3 0 16,-5 0-16,-3-1 15,-5-1-15,0-1 16,-2 1-16,-7 0 16,-5 0-16,-7-4 15,2-2-15,0-2 16,4-1-16,-1-1 15,10 1 1</inkml:trace>
  <inkml:trace contextRef="#ctx0" brushRef="#br0" timeOffset="71149.42">10770 3326 0,'0'0'0,"0"0"0,0 0 0,0 0 15,0 0-15,0 0 16,0 0 0,0 0-16,2 0 15,-2 0-15,13-11 16,16-19-16,33-32 16,23-21-16,10-13 15,11-9-15,16-10 16,8 1-16,24-15 15,5 4-15,10-2 16,6 1-16,2-1 16,-1 6-1,0 4-15,4 0 16,0 1-16,1-2 16,-15 11-16,-26 17 15,-7 3-15,-13 10 16,6-6-16,-14 14 15,-16 7-15,-22 15 16,-15 10 0,-10 5-16,-10 7 15,-4 4-15,-12 5 16,-7 6-16,-6 2 16,-10 8-16,9-10 15,-9 10-15,0 0 16,0 0-16,0 0 15,0 0-15,0 0 16,0 0 0,0 0-16,0 0 15,0 0-15,0 0 16,-11 10-16,11-10 16,-6 8-16,6-8 15,-4 6-15,4-6 16,-4 6-16,4-6 15,-2 7-15,2-7 16,-1 7-16,1-7 16,0 0-16,0 0 15,0 0 1,-2 6-16,2-6 16,0 0-16,0 0 15,0 0-15</inkml:trace>
  <inkml:trace contextRef="#ctx0" brushRef="#br0" timeOffset="71917.11">14524 894 0,'0'0'0,"0"0"0,-2-4 16,2 4-16,-5-8 16,5 8-16,-11-10 15,-1 7-15,-14-4 16,-50-7-16,-73-16 15,-44-10-15,-16-13 16,-13 2 0,-6 9-16,-4-1 15,-10 15-15,-2-3 16,-3 6-16,3 6 16,1-3-16,2 2 15,5 1-15,6 0 16,13 2-16,10 1 15,14 1-15,21 3 16,-3-4-16,13-1 16,3-1-16,22 1 15,14 2 1,20-1-16,12 0 16,12 0-16,15 1 15,16 3-15,16 3 16,14 3-16,8 3 15,10 3-15,-11-5 16,11 5-16,0 0 16,-8-7-1,8 7-15,-3-5 16,3 5-16,1-15 16,2 6-16,1-1 15,2 1-15,0 2 16,1-1-16,-7 8 15,13-10-15,-13 10 16</inkml:trace>
  <inkml:trace contextRef="#ctx0" brushRef="#br0" timeOffset="72882.33">9047 249 0,'0'0'0,"0"0"16,0 1-16,0-1 15,0 0-15,1 11 16,0 1-16,5 7 15,6 10-15,10 3 16,9 4-16,11 9 16,14 7-16,7 0 15,9 5 1,10-1-16,8-2 16,11 6-16,8-4 15,6 0-15,9-1 16,2 0-16,6 0 15,1 1-15,4 1 16,-3 0-16,0-1 16,-9-1-1,-4 0-15,-16-3 16,-6-4-16,-18-4 16,-8-2-16,-15-4 15,-10-5-15,-7-3 16,-9-2-16,-2 0 15,-5-6-15,-4-2 16,-6-4-16,-3-5 16,-5-2-16,-7-9 15,10 10 1,-10-10-16,0 0 16,5 8-16,-5-8 15,0 0-15,0 0 16,0 0-16,0 0 15,0 7-15,0-7 16,0 0-16,0 0 16,0 0-16,0 0 15,0 0 1,0 0-16,0 0 16,0 0-16,0 0 15,0 0-15,0 0 16,0 0-16,0 0 15,0 0-15,0 0 16,0 0-16,0 0 16,0 0-16,0 0 15,0 0 1,0 0-16,0 0 16,0 0-16,0 0 15,0 0-15,0 0 16,0 0-16,0 0 15,0 0-15,0 0 16,0 0-16,0 0 16,0 0-16,0 0 15,0 0 1,0 0-16,0 0 16,0 0-16,0 0 15,-3-9-15,3 2 16</inkml:trace>
</inkml:ink>
</file>

<file path=ppt/ink/ink15.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951.42279" units="1/cm"/>
          <inkml:channelProperty channel="Y" name="resolution" value="1522.63013" units="1/cm"/>
          <inkml:channelProperty channel="T" name="resolution" value="1" units="1/dev"/>
        </inkml:channelProperties>
      </inkml:inkSource>
      <inkml:timestamp xml:id="ts0" timeString="2026-02-27T15:32:43.626"/>
    </inkml:context>
    <inkml:brush xml:id="br0">
      <inkml:brushProperty name="width" value="0.05292" units="cm"/>
      <inkml:brushProperty name="height" value="0.05292" units="cm"/>
      <inkml:brushProperty name="color" value="#FFC000"/>
    </inkml:brush>
  </inkml:definitions>
  <inkml:trace contextRef="#ctx0" brushRef="#br0">8578 2668 0,'0'0'0,"0"0"0,0 0 0,0 0 16,0 0-16,0 1 16,0-1-16,0 0 15,0 0-15,0 0 16,0 0-16,0 0 16,0 0-16,0 0 15,0 0-15,16 7 16,0 0-1,-2-2-15,5 3 16,2-2-16,3 0 16,3 0-16,-1-2 15,0-1-15,6-1 16,2 0-16,0 0 16,0 0-16,-1-1 15,-2 1-15,4 0 16,0-1-1,-1-1-15,1 0 16,-1-3-16,2 1 16,1-1-16,-1 1 15,-2 0-15,-2 0 16,0 0-16,2 0 16,2 1-16,1 1 15,-1 0 1,2 0-16,3 0 15,3 0-15,-2 0 16,1 0-16,0 0 16,5-2-16,-1 0 15,1 0-15,1-2 16,3 0-16,0 0 16,1 1-16,-3-1 15,-1 0-15,0 0 16,0-2-16,-1 1 15,1 0 1,-4 0-16,0 1 16,3-1-16,1 2 15,4 0-15,-2-1 16,2 2-16,2 0 16,-1 0-16,1 1 15,-5 0-15,0-1 16,-3 1-1,0-1-15,-1 0 16,-6 0-16,3 0 16,-4-1-16,-2 1 15,-1 0-15,-3-1 16,0 0-16,1 1 16,8 0-16,10 2 15,19-2 1</inkml:trace>
  <inkml:trace contextRef="#ctx0" brushRef="#br0" timeOffset="4234.51">4710 2363 0,'0'0'0,"0"0"16,2 2-16,-2-2 15,17 8-15,14-12 16,17-2-16,10-6 16,3-2-1,5-2-15,2 0 0,11-3 16,0 1 0,-1 6-16,4 3 15,0 4-15,2 0 16,-3 3-16,2 1 15,-12 0-15,-4 1 16,1 0-16,-10 1 16,-1 0-16,-2 2 15,-2 2 1,5 1-16,9 3 16,7 0-16</inkml:trace>
  <inkml:trace contextRef="#ctx0" brushRef="#br0" timeOffset="21166.78">11417 1530 0,'0'0'0,"0"0"0,0 0 16,0 0-16,0 0 16,0 0-16,0 0 15,0 0-15,0 0 16,0 0-16,0 0 15,0 2-15,0-2 16,3 7-16,1 4 16,1 0-1,4 4-15,4 4 16,4 2-16,6 4 16,2 2-16,5 1 15,0-2-15,0 1 16,6 0-16,5-4 15,-4-3-15,1 0 16,-6-3-16,0 0 16,0 0-16,1 3 15,-2-2 1,0 0-16,3 0 16,-4-1-16,4-2 15,0-3-15,-3-3 16,-2-2-16,-2-1 15,0 1-15,4-1 16,2 1-16,-1 0 16,-4-2-16,-3-1 15,-5 0 1,1-1-16,0-1 16,-1 0-16,2 1 15,-2 0-15,-1-1 16,-4 0-16,-4-1 15,1 0-15,-2 1 16,1-1-16,-1 1 16,1 0-16,-11-2 15,18 3 1,-18-3-16,13 3 16,-13-3-16,0 0 15,10 0-15,-10 0 16,0 0-16,0 0 15,10 2-15,-10-2 16,0 0-16,0 0 16,0 0-16,0 0 15,0 0 1,8 6-16,-8-6 16,0 0-16,0 0 15,0 0-15,5 7 16,-5-7-16,0 0 15,0 0-15,0 0 16,0 0-16,0 0 16,0 0-16,0 0 15,0 0-15,0 0 16,0 0 0,0 0-16,6 7 15,-6-7-15,0 0 16,0 0-16,0 0 15,0 0-15,0 0 16,0 0-16,0 0 16,0 0-16,0 0 15,0 0 1,0 0-16,0 0 16,0 0-16,0 0 15,0 0-15,0 0 16,0 0-16,0 0 15,0 0-15,0 0 16,0 0-16,0 0 16,0 0-16,0 0 15,0 0-15,0 0 16,0 0 0,13-6-16,-6-1 15,3-2-15,0 0 16,3-1-16,1-2 15,0-1-15,3-2 16,-1 1-16,4-4 16,4-6-16,2-3 15,4-4 1,0-1-16,-4 3 16,-2 4-16,-1 0 15,2-2-15,4-5 16,1-1-16,-7 8 15,-4 6-15,-1 6 16,1-2-16,3-1 16,3-5-16,-4 5 15,-4 3-15,1 1 16,-1 3 0,0-1-16,-1-1 15,-1 0-15,-2-3 16,2-2-16,-4-2 15,-5 8-15,-6 10 16,5-7-16,-5 7 16,0 0-16,0 0 15,13-6 1,-13 6-16,9-9 16,-9 9-16,0 0 15,7-8-15,-7 8 16,0 0-16,0 0 15,0 0-15,0 0 16,4-6-16,-4 6 16,0 0-16,0 0 15,0 0 1,0 0-16,0 0 0,0 0 16,0 0-1,0 0-15,0 0 16,0 0-16,0 0 15,8-8-15,-8 8 16,0 0-16,0 0 16,0 0-16,0 0 15,0 0-15,0 0 16,0 0 0,0 0-16,0 0 15,0 0-15,0 0 16,9-8-16,-9 8 15,0 0-15,16-1 16,-6 3-16,2 1 16,0 3-16,3 4 15,-2 0 1,0 0-16,-1-2 16,-2-3-16,4 1 15,3-2-15,0 2 16,-1-2-16,-2 3 15,1 3-15,1-1 16,2 6-16,0-3 16,-1-1-16,0 3 15,2 1-15,0 6 16,2 2 0,-2 0-16,-3-4 15,1 2-15,-1-2 16,2-2-16,2 1 15,0-1-15,-1 0 16,2 2-16,5 3 16,-3 0-16,4 1 15,0 0-15,-2-2 16,1 1-16,-4-3 16,-2-2-1,-5-4-15,2 1 16,4 0-16,3-1 15,3-2-15,-5-3 16,-2-1-16,-1 0 16,0-1-16,0 0 15,-1 1-15,-2 0 16,-1-2 0,-1 1-16,0-2 15,-3 0-15,4 1 16,-2-1-16,1 1 15,-3 0-15,-11-5 16,15 6-16,-15-6 16,13 5-16,-13-5 15,12 5-15,-12-5 16,13 1-16,-13-1 16,14-1-1,-14 1-15,10-2 16,-10 2-16,0 0 15,11-3-15,-11 3 16,0 0-16,0 0 16,10-2-16,-10 2 15,0 0-15,0 0 16,0 0-16,0 0 16,0 0-1,11-7-15,-11 7 16,0 0-16,0 0 15,12-3-15,-12 3 16,0 0-16,15-7 16,-15 7-16,16-8 15,-6 3-15,3-3 16,-2-1 0,1-3-16,1 0 0,0-2 15,1-2 1,1-3-16,4-3 15,2-3-15,1-2 16,0 0-16,0 1 16,-1 3-16,-5 2 15,-1 4-15,1-2 16,1 0-16,2-3 16,-2 2-16,-2 3 15,1-1 1,2-1-16,-3 2 15,-3 4-15,-3 3 16,-2 3-16,-2 0 16,1 0-16,-1 1 15,0-2-15,0 0 16,0 1-16,-1 1 16,0-4-1,1 0-15,-1 0 16,0-4-16,0 4 15,0 0-15,0 1 16,0-1-16,-1 0 16,1 0-16,-1 1 15,0 1-15,1-2 16,-1 1-16,1 3 16,1-3-16,0 2 15,1 0 1,-6 7-16,9-10 15,-9 10-15,8-6 16,-8 6-16,0 0 16,10-7-16,-10 7 15,0 0-15,0 0 16,0 0-16,9-6 16,-9 6-16,0 0 15,0 0 1,0 0-16,13-2 15</inkml:trace>
  <inkml:trace contextRef="#ctx0" brushRef="#br0" timeOffset="22383.38">11874 1200 0,'0'0'0,"0"0"15,0 0-15,0 0 16,1 3-16,-1-3 16,7 18-16,6 8 15,11 11-15,13 7 16,0 0-16,13 12 16,1 1-16,6 5 15,7 3 1,10 1-16,3 6 15,0-4-15,6 7 16,1-1-16,12 7 16,-3-2-16,3 0 15,2 3-15,-11-9 16,-1-4-16,-6-9 16,-5-9-16,8 7 15,-15-1 1,-11-8-16,-7-4 15,-14-13-15,-1-3 16,-1-2-16,-6-8 16,-4-5-16,-4 0 15,-2-4-15,-3-2 16,0 0-16,0 0 16,-1-1-1,-1 0-15</inkml:trace>
  <inkml:trace contextRef="#ctx0" brushRef="#br0" timeOffset="22982.99">14106 1209 0,'0'0'0,"0"0"0,-4-2 15,4 2-15,0 0 16,-19 6-16,-13 10 16,-34 15-16,-21 9 15,6-2-15,-10 4 16,4-2-16,-12 6 16,3 12-16,1 12 15,0 1-15,10-4 16,-3 1-16,1-1 15,1 4-15,-1 2 16,0 1 0,8-7-16,-5 4 15,11-9-15,1-1 16,-5 8-16,15-14 16,-3 5-16,11-8 15,11-9-15,-1 0 16,10-6-16,2-6 15,7-3 1,1-2-16,3 0 16,-4 2-16,-6 8 15,-12 15-15,-19 12 16,-23-2-16</inkml:trace>
  <inkml:trace contextRef="#ctx0" brushRef="#br0" timeOffset="25565.48">13631 3237 0,'0'0'0,"0"0"0,-1 2 15,-2 5-15,-4 12 16,-6 14-16,2 9 16,-1 9-16,3 0 15,-1 9-15,2 4 16,5-8-16,2 1 15,7-1-15,6 10 16,2 4-16,4-4 16,0-11-1,4 3-15,2-7 16,4 2-16,4-3 16,1-1-16,5 0 15,-2-5-15,2-5 16,3 0-16,-1-5 15,10 6-15,0-3 16,5 1-16,2-2 16,-1 0-1,2 0-15,-4-2 16,1 1-16,-5-3 16,4-1-16,0-1 15,5-2-15,2-1 16,-2-3-16,0-3 15,-5-3-15,-1-1 16,-5-1-16,-2-2 16,0 1-1,-1-2-15,1 1 16,0-3-16,-3-1 16,-3 0-16,-4-2 15,-7-2-15,-9-1 16,-7-1-16,-13-4 15,16 3-15,-16-3 16,20 5-16,24 4 16</inkml:trace>
  <inkml:trace contextRef="#ctx0" brushRef="#br0" timeOffset="28898.47">13152 4534 0,'0'0'0,"0"0"15,0 2-15,0-2 16,0 0-16,-1 9 16,1-9-16,0 8 15,0-3-15,0-5 16,1 25-16,0 4 16,2-1-1,0-5-15,1-8 16,2 6-16,1 3 15,0-4-15,-1-7 16,-3-5-16,2 2 16,2 4-16,1 2 15,-1-2-15,-2-7 16,12-12-16,12-14 16,5-6-16,-5 2 15,-5 6 1,-4 4-16,0 0 15,-5 3-15,-1 1 16,-5 2-16,-9 7 16,14-5-16,-14 5 15,11-1-15,1 12 16,3 3-16,-4 1 16,-1 4-1,-4-6-15,1 1 16,1 0-16,-2-6 15,1 7-15,-7-15 16,11 10-16,-11-10 16,15 5-16,-4-2 15,-11-3-15,18 0 16,-18 0-16,14 3 16,-14-3-16,12 8 15,-3 0 1,-1 2-16,1 7 15,-4-1-15,2-3 16,-1 2-16,3 4 16,-3-6-16,3 7 15,-1-7-15,-8-13 16,15 14-16,-5-6 16,1 3-16,2 4 15,-5-4 1,0-2-16,-1 0 15,-2-2-15,2 1 16,-1-1-16,-1 0 16,1 1-16,2 0 15,2 1-15,-1 0 16,0-2-16,-3 0 16,1-1-1,-7-6-15,18 10 16,25-20-1</inkml:trace>
  <inkml:trace contextRef="#ctx0" brushRef="#br0" timeOffset="31032.2">8575 5223 0,'0'0'0,"0"0"0,0 0 0,0 0 0,0 0 16,0 0-16,0 0 15,13-1 1,17 0-16,23-4 16,12-3-16,8-2 15,8-1-15,6 0 16,5-1-16,2-1 16,3 1-16,4 0 15,2-1-15,8-1 16,8-1-1,4 0-15,1 0 16,3-1-16,-8 3 16,1 0-16,-2 1 15,-4 5-15,3 1 16,-5 4-16,-1 0 16,0 1-16,-8 0 15,-2 0-15,-6 0 16,-4 0-16,0 1 15,-2-1 1,-5 0-16,-3 1 16,-6-1-16,-2 2 15,3-1-15,7 2 16,-11-1-16,8 1 16,1-1-16,13 0 15,18-1-15,-3-1 16</inkml:trace>
  <inkml:trace contextRef="#ctx0" brushRef="#br0" timeOffset="35319.36">9105 5344 0,'0'0'0,"-6"0"0,6 0 16,-30 2 0,3 4-16,3 1 15,-2 4-15,-5 6 16,-4 6-16,-3 8 15,1 2-15,7 0 16,3 0-16,3 3 16,4 7-16,1 2 15,4-1-15,6-4 16,3-2-16,6 4 16,4 2-1,2 3-15,1-2 16,2 5-16,2 4 15,12 35 1,1-5 0,3 2-16,-7-17 15</inkml:trace>
  <inkml:trace contextRef="#ctx0" brushRef="#br0" timeOffset="51965.34">3407 2772 0,'0'0'0,"0"0"0,0 0 16,0 0-16,0 0 15,0 0-15,2 0 16,-2 0-16,23 5 16,7 1-16,11 0 15,6-4 1,9-2-16,4-2 0,3 1 16,5-1-16,-2-1 15,1 0 1,-2 0-16,-3-1 15,-4-1-15,-5 0 16,-1 1-16,-2-2 16,-2 1-16,-1 1 15,1 2-15,7 1 16,5 0-16</inkml:trace>
  <inkml:trace contextRef="#ctx0" brushRef="#br0" timeOffset="65698.94">6128 4737 0,'0'0'0,"0"0"0,0 0 0,0 0 0,0 0 15,0 1 1,0-1-16,0 0 15,18 10-15,9-6 16,13-4-16,10-3 16,7-4-16,0-1 15,6-3-15,-1-2 16,1 1 0,-2-3-16,-8 1 15,-2-1-15,-7 3 16,0 0-16,2 2 15,-4 2-15,6 4 16,5 3-16</inkml:trace>
  <inkml:trace contextRef="#ctx0" brushRef="#br0" timeOffset="68932.13">5100 4934 0,'0'0'0,"0"0"0,0 0 16,0 0-16,3-1 15,7-1 1,9-1-16,15-4 16,10-2-16,3-1 15,7 0-15,-1 0 16,6 0-16,-4 2 16,-2 0-16,-2 1 15,-1-1-15,-1 0 16,0-1-16,-3 1 15,1 0-15,-1 1 16,-6 1 0</inkml:trace>
  <inkml:trace contextRef="#ctx0" brushRef="#br0" timeOffset="75165.67">2655 6000 0,'0'0'0,"0"0"0,0 0 0,0 0 16,0 0-16,0 0 15,0 0-15,0 0 16,0 0-16,0 0 16,0 0-16,0 0 15,0 0-15,4 2 16,-4-2-1,0 0-15,12 7 16,-12-7-16,16 9 16,-5-3-16,6 1 31,7-1-31,4-1 16,0-2-1,-6-1-15,-2-2 16,0 0-16,0-2 15,-1 1-15,1-1 16,3-1-16,0 1 16,1-2-16,-2 0 15,-1 1-15,-1 0 16,1-1-16,-3 2 16,-1 0-16,0-1 15,0 0 1,-3 1-16,1 0 15,-2 0-15,1 2 16,-1 2-16,2 0 16,0 1-16,2 2 15,-1-2-15,3 2 16,0 0-16,2-1 16,2-1-1,1-1-15,-3-2 0,0 0 16,-2 0-1,2 0-15,2-2 16,1 0-16,2 0 16,-3 0-16,-2 0 15,0 0-15,0 0 16,2 1-16,3-1 16,1 0-16,-2 1 15,-2-1-15,-2 1 16,-2-1-1,0 0-15,1 1 16,2 1-16,0 0 16,1 0-16,0 0 15,-1 0-15,-4 0 16,-2 0-16,-1 1 16,2 0-16,0 1 15,0 0 1,0-1-16,5 1 15,4 0-15,5-1 16</inkml:trace>
  <inkml:trace contextRef="#ctx0" brushRef="#br0" timeOffset="79182">525 6652 0,'0'0'0,"-3"0"15,3 0-15,-23 2 16,1 4-16,-11 10 16,3 4-16,4 6 15,-2 6-15,3-1 16,6 4-16,0 6 15,7 3-15,4 2 16,4-6-16,6-6 16,4-6-16,3-5 15,7 1-15,3-2 16,5-2 0,2-2-16,3-6 15,7-9-15,3-3 16,-10-6-16,-4-4 15,-6 1-15,3-5 16,2-7-16,-2-2 16,-1-4-1,-2-2-15,-2-1 0,-3-2 16,-5-1 0,-2 0-16,-5-5 15,-1 2-15,-1-1 16,-7-6-1,-9 0 1,-3 2-16,0 12 16,3 9-16,3 7 15,0 2 1,0 2-16,4 3 16,9 6-16,-15-7 15,15 7-15,0 0 16,-12-2-16,12 2 15,-6 15-15,6 0 16,3 5-16</inkml:trace>
  <inkml:trace contextRef="#ctx0" brushRef="#br0" timeOffset="79632.12">782 6571 0,'0'0'0,"0"0"0,0 0 16,0 0-16,1 2 16,-1-2-16,7 15 15,4 7-15,4 6 16,5 6-16,3 0 15,-2-2-15,1-2 16,-4-5-16,-2-4 16,-1-3-16,-2-4 15,0-1-15,1-2 16,-2-4 0,-2-3-16,1-11 15,3-13-15,1-23 16,3-13-16,-5-4 15,0-6-15,-3 1 16,-3 5-16,-2 11 16,-1 16-16,-2 12 15,0 8-15,-1 6 16,-1 7 0,1-9-16</inkml:trace>
  <inkml:trace contextRef="#ctx0" brushRef="#br0" timeOffset="80132.21">1292 6736 0,'2'-1'0,"-2"1"0,8-15 0,5-11 16,5-12-16,3-12 15,-3 4-15,-5 3 16,-5 10-16,-6 10 15,-1 5-15,-2 5 16,1 2-16,-1 3 16,1 8-16,-4-9 15,4 9-15,-14 4 16,1 12-16,-5 13 16,2 10-1,4 3-15,4-10 16,3-1-16,3-3 15,2-5-15,6 0 16,4-1-16,0-4 16,1-2-16,1-8 15,4-6-15,7-6 16,8-4 0,-4-4-16,0-6 15,2-6-15,1-9 16</inkml:trace>
  <inkml:trace contextRef="#ctx0" brushRef="#br0" timeOffset="80417.67">1539 6416 0,'0'0'0,"3"1"15,-3-1-15,16 16 16,6 6-16,5 4 16,3 5-1,0 6-15,0 2 16,0 1-16,-9-11 15,-6-10-15,-7-9 16,-4-3-16</inkml:trace>
  <inkml:trace contextRef="#ctx0" brushRef="#br0" timeOffset="80582.91">1711 6295 0,'0'-2'0,"0"2"0,0-9 16,0 2-16,0 7 16,3-10-16,-3 10 15</inkml:trace>
  <inkml:trace contextRef="#ctx0" brushRef="#br0" timeOffset="81098.92">1896 6480 0,'-1'-5'0,"0"-7"0,2-13 15,2-37-15,2-6 16,1 4-16,-2 9 16,0 4-16,-1 8 15,-2 5-15,-2 12 16,-2 5 0,1 6-16,-2 3 15,1 4-15,3 8 16,-5-9-16,5 9 15,-9 8-15,-5 31 16,-4 29-16,8 15 16,9-3-16,0-7 15,3 3-15,9 49 32,-2-11-17,1 1-15,-2-37 16,-3-34-16,-1-2 15,-2-7-15,-1-7 16,-2-10-16,-1-4 16,-1-4-16,-2-1 15,5-9-15,-11 6 16,7-12-16,3-18 16</inkml:trace>
  <inkml:trace contextRef="#ctx0" brushRef="#br0" timeOffset="81348.2">2116 6303 0,'0'0'0,"0"0"16,0 2-16,1 5 15,1 8-15,0 9 16,2 13-16,0 7 16,-1-3-16,1-7 15,2-8-15</inkml:trace>
  <inkml:trace contextRef="#ctx0" brushRef="#br0" timeOffset="81532.61">2245 5994 0,'0'0'0,"0"0"0,0 0 0,0 0 0,0 0 0,0 2 16,4 6-1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961150" y="243350"/>
            <a:ext cx="3844050" cy="12168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576575" y="1541300"/>
            <a:ext cx="4612625" cy="1460175"/>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
        <p:cNvGrpSpPr/>
        <p:nvPr/>
      </p:nvGrpSpPr>
      <p:grpSpPr>
        <a:xfrm>
          <a:off x="0" y="0"/>
          <a:ext cx="0" cy="0"/>
          <a:chOff x="0" y="0"/>
          <a:chExt cx="0" cy="0"/>
        </a:xfrm>
      </p:grpSpPr>
      <p:sp>
        <p:nvSpPr>
          <p:cNvPr id="41" name="Google Shape;41;p1: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2" name="Google Shape;42;p1: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
        <p:cNvGrpSpPr/>
        <p:nvPr/>
      </p:nvGrpSpPr>
      <p:grpSpPr>
        <a:xfrm>
          <a:off x="0" y="0"/>
          <a:ext cx="0" cy="0"/>
          <a:chOff x="0" y="0"/>
          <a:chExt cx="0" cy="0"/>
        </a:xfrm>
      </p:grpSpPr>
      <p:sp>
        <p:nvSpPr>
          <p:cNvPr id="50" name="Google Shape;50;p2: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1" name="Google Shape;51;p2: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p3: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3" name="Google Shape;63;p3: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4"/>
        <p:cNvGrpSpPr/>
        <p:nvPr/>
      </p:nvGrpSpPr>
      <p:grpSpPr>
        <a:xfrm>
          <a:off x="0" y="0"/>
          <a:ext cx="0" cy="0"/>
          <a:chOff x="0" y="0"/>
          <a:chExt cx="0" cy="0"/>
        </a:xfrm>
      </p:grpSpPr>
      <p:sp>
        <p:nvSpPr>
          <p:cNvPr id="525" name="Google Shape;525;p25: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26" name="Google Shape;526;p25: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3"/>
        <p:cNvGrpSpPr/>
        <p:nvPr/>
      </p:nvGrpSpPr>
      <p:grpSpPr>
        <a:xfrm>
          <a:off x="0" y="0"/>
          <a:ext cx="0" cy="0"/>
          <a:chOff x="0" y="0"/>
          <a:chExt cx="0" cy="0"/>
        </a:xfrm>
      </p:grpSpPr>
      <p:sp>
        <p:nvSpPr>
          <p:cNvPr id="554" name="Google Shape;554;p26: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55" name="Google Shape;555;p26: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6"/>
        <p:cNvGrpSpPr/>
        <p:nvPr/>
      </p:nvGrpSpPr>
      <p:grpSpPr>
        <a:xfrm>
          <a:off x="0" y="0"/>
          <a:ext cx="0" cy="0"/>
          <a:chOff x="0" y="0"/>
          <a:chExt cx="0" cy="0"/>
        </a:xfrm>
      </p:grpSpPr>
      <p:sp>
        <p:nvSpPr>
          <p:cNvPr id="567" name="Google Shape;567;p27: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68" name="Google Shape;568;p27: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9"/>
        <p:cNvGrpSpPr/>
        <p:nvPr/>
      </p:nvGrpSpPr>
      <p:grpSpPr>
        <a:xfrm>
          <a:off x="0" y="0"/>
          <a:ext cx="0" cy="0"/>
          <a:chOff x="0" y="0"/>
          <a:chExt cx="0" cy="0"/>
        </a:xfrm>
      </p:grpSpPr>
      <p:sp>
        <p:nvSpPr>
          <p:cNvPr id="580" name="Google Shape;580;p28: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81" name="Google Shape;581;p28: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2"/>
        <p:cNvGrpSpPr/>
        <p:nvPr/>
      </p:nvGrpSpPr>
      <p:grpSpPr>
        <a:xfrm>
          <a:off x="0" y="0"/>
          <a:ext cx="0" cy="0"/>
          <a:chOff x="0" y="0"/>
          <a:chExt cx="0" cy="0"/>
        </a:xfrm>
      </p:grpSpPr>
      <p:sp>
        <p:nvSpPr>
          <p:cNvPr id="593" name="Google Shape;593;p29: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94" name="Google Shape;594;p29: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5"/>
        <p:cNvGrpSpPr/>
        <p:nvPr/>
      </p:nvGrpSpPr>
      <p:grpSpPr>
        <a:xfrm>
          <a:off x="0" y="0"/>
          <a:ext cx="0" cy="0"/>
          <a:chOff x="0" y="0"/>
          <a:chExt cx="0" cy="0"/>
        </a:xfrm>
      </p:grpSpPr>
      <p:sp>
        <p:nvSpPr>
          <p:cNvPr id="606" name="Google Shape;606;p30: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07" name="Google Shape;607;p30: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2"/>
        <p:cNvGrpSpPr/>
        <p:nvPr/>
      </p:nvGrpSpPr>
      <p:grpSpPr>
        <a:xfrm>
          <a:off x="0" y="0"/>
          <a:ext cx="0" cy="0"/>
          <a:chOff x="0" y="0"/>
          <a:chExt cx="0" cy="0"/>
        </a:xfrm>
      </p:grpSpPr>
      <p:sp>
        <p:nvSpPr>
          <p:cNvPr id="693" name="Google Shape;693;p32: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94" name="Google Shape;694;p32: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1"/>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722" name="Google Shape;722;p33: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“After training, we must ask: </a:t>
                </a:r>
                <a:r>
                  <a:rPr lang="en-US" sz="1100" b="0" i="1" u="none" strike="noStrike" cap="none" dirty="0">
                    <a:solidFill>
                      <a:srgbClr val="000000"/>
                    </a:solidFill>
                    <a:effectLst/>
                    <a:latin typeface="Arial"/>
                    <a:ea typeface="Arial"/>
                    <a:cs typeface="Arial"/>
                    <a:sym typeface="Arial"/>
                  </a:rPr>
                  <a:t>Will this model work on new data it has never seen?</a:t>
                </a:r>
                <a:r>
                  <a:rPr lang="en-US" sz="1100" b="0" i="0" u="none" strike="noStrike" cap="none" dirty="0">
                    <a:solidFill>
                      <a:srgbClr val="000000"/>
                    </a:solidFill>
                    <a:effectLst/>
                    <a:latin typeface="Arial"/>
                    <a:ea typeface="Arial"/>
                    <a:cs typeface="Arial"/>
                    <a:sym typeface="Arial"/>
                  </a:rPr>
                  <a:t> That’s called </a:t>
                </a:r>
                <a:r>
                  <a:rPr lang="en-US" sz="1100" b="1" i="0" u="none" strike="noStrike" cap="none" dirty="0">
                    <a:solidFill>
                      <a:srgbClr val="000000"/>
                    </a:solidFill>
                    <a:effectLst/>
                    <a:latin typeface="Arial"/>
                    <a:ea typeface="Arial"/>
                    <a:cs typeface="Arial"/>
                    <a:sym typeface="Arial"/>
                  </a:rPr>
                  <a:t>generalization</a:t>
                </a:r>
                <a:r>
                  <a:rPr lang="en-US" sz="1100" b="0" i="0" u="none" strike="noStrike" cap="none" dirty="0">
                    <a:solidFill>
                      <a:srgbClr val="000000"/>
                    </a:solidFill>
                    <a:effectLst/>
                    <a:latin typeface="Arial"/>
                    <a:ea typeface="Arial"/>
                    <a:cs typeface="Arial"/>
                    <a:sym typeface="Arial"/>
                  </a:rPr>
                  <a:t>. So the key principle is: </a:t>
                </a:r>
                <a:r>
                  <a:rPr lang="en-US" sz="1100" b="1" i="0" u="none" strike="noStrike" cap="none" dirty="0">
                    <a:solidFill>
                      <a:srgbClr val="000000"/>
                    </a:solidFill>
                    <a:effectLst/>
                    <a:latin typeface="Arial"/>
                    <a:ea typeface="Arial"/>
                    <a:cs typeface="Arial"/>
                    <a:sym typeface="Arial"/>
                  </a:rPr>
                  <a:t>evaluate on unseen data</a:t>
                </a:r>
                <a:r>
                  <a:rPr lang="en-US" sz="1100" b="0" i="0" u="none" strike="noStrike" cap="none" dirty="0">
                    <a:solidFill>
                      <a:srgbClr val="000000"/>
                    </a:solidFill>
                    <a:effectLst/>
                    <a:latin typeface="Arial"/>
                    <a:ea typeface="Arial"/>
                    <a:cs typeface="Arial"/>
                    <a:sym typeface="Arial"/>
                  </a:rPr>
                  <a:t>.”</a:t>
                </a:r>
              </a:p>
              <a:p>
                <a:pPr fontAlgn="t"/>
                <a:r>
                  <a:rPr lang="en-US" sz="1100" b="0" i="0" u="none" strike="noStrike" cap="none" dirty="0">
                    <a:solidFill>
                      <a:srgbClr val="000000"/>
                    </a:solidFill>
                    <a:effectLst/>
                    <a:latin typeface="Arial"/>
                    <a:ea typeface="Arial"/>
                    <a:cs typeface="Arial"/>
                    <a:sym typeface="Arial"/>
                  </a:rPr>
                  <a:t>“We split the dataset into two parts:</a:t>
                </a:r>
              </a:p>
              <a:p>
                <a:pPr fontAlgn="t"/>
                <a:r>
                  <a:rPr lang="en-US" sz="1100" b="1" i="0" u="none" strike="noStrike" cap="none" dirty="0">
                    <a:solidFill>
                      <a:srgbClr val="000000"/>
                    </a:solidFill>
                    <a:effectLst/>
                    <a:latin typeface="Arial"/>
                    <a:ea typeface="Arial"/>
                    <a:cs typeface="Arial"/>
                    <a:sym typeface="Arial"/>
                  </a:rPr>
                  <a:t>Training set</a:t>
                </a:r>
                <a:r>
                  <a:rPr lang="en-US" sz="1100" b="0" i="0" u="none" strike="noStrike" cap="none" dirty="0">
                    <a:solidFill>
                      <a:srgbClr val="000000"/>
                    </a:solidFill>
                    <a:effectLst/>
                    <a:latin typeface="Arial"/>
                    <a:ea typeface="Arial"/>
                    <a:cs typeface="Arial"/>
                    <a:sym typeface="Arial"/>
                  </a:rPr>
                  <a:t>: used to learn the weights </a:t>
                </a:r>
                <a14:m>
                  <m:oMath xmlns:m="http://schemas.openxmlformats.org/officeDocument/2006/math">
                    <m:r>
                      <a:rPr lang="en-US" sz="1100" b="0" i="1" u="none" strike="noStrike" cap="none">
                        <a:solidFill>
                          <a:srgbClr val="000000"/>
                        </a:solidFill>
                        <a:latin typeface="Cambria Math" panose="02040503050406030204" pitchFamily="18" charset="0"/>
                        <a:ea typeface="Arial"/>
                        <a:cs typeface="Arial"/>
                        <a:sym typeface="Arial"/>
                      </a:rPr>
                      <m:t>𝑤</m:t>
                    </m:r>
                  </m:oMath>
                </a14:m>
                <a:r>
                  <a:rPr lang="en-US" sz="1100" b="0" i="0" u="none" strike="noStrike" cap="none" dirty="0">
                    <a:solidFill>
                      <a:srgbClr val="000000"/>
                    </a:solidFill>
                    <a:effectLst/>
                    <a:latin typeface="Arial"/>
                    <a:ea typeface="Arial"/>
                    <a:cs typeface="Arial"/>
                    <a:sym typeface="Arial"/>
                  </a:rPr>
                  <a:t>. Usually most of the data (like 90–99%).</a:t>
                </a:r>
              </a:p>
              <a:p>
                <a:pPr fontAlgn="t"/>
                <a:r>
                  <a:rPr lang="en-US" sz="1100" b="1" i="0" u="none" strike="noStrike" cap="none" dirty="0">
                    <a:solidFill>
                      <a:srgbClr val="000000"/>
                    </a:solidFill>
                    <a:effectLst/>
                    <a:latin typeface="Arial"/>
                    <a:ea typeface="Arial"/>
                    <a:cs typeface="Arial"/>
                    <a:sym typeface="Arial"/>
                  </a:rPr>
                  <a:t>Test set</a:t>
                </a:r>
                <a:r>
                  <a:rPr lang="en-US" sz="1100" b="0" i="0" u="none" strike="noStrike" cap="none" dirty="0">
                    <a:solidFill>
                      <a:srgbClr val="000000"/>
                    </a:solidFill>
                    <a:effectLst/>
                    <a:latin typeface="Arial"/>
                    <a:ea typeface="Arial"/>
                    <a:cs typeface="Arial"/>
                    <a:sym typeface="Arial"/>
                  </a:rPr>
                  <a:t>: kept aside and used only to check how well the model generalizes (often 1–10%).”</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“Training is like practicing questions; test is the final exam with new questions.”</a:t>
                </a:r>
              </a:p>
              <a:p>
                <a:pPr marL="0" lvl="0" indent="0" algn="l" rtl="0">
                  <a:spcBef>
                    <a:spcPts val="0"/>
                  </a:spcBef>
                  <a:spcAft>
                    <a:spcPts val="0"/>
                  </a:spcAft>
                  <a:buNone/>
                </a:pPr>
                <a:endParaRPr lang="en-US" dirty="0"/>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“This is the </a:t>
                </a:r>
                <a:r>
                  <a:rPr lang="en-US" sz="1100" b="1" i="0" u="none" strike="noStrike" cap="none" dirty="0">
                    <a:solidFill>
                      <a:srgbClr val="000000"/>
                    </a:solidFill>
                    <a:effectLst/>
                    <a:latin typeface="Arial"/>
                    <a:ea typeface="Arial"/>
                    <a:cs typeface="Arial"/>
                    <a:sym typeface="Arial"/>
                  </a:rPr>
                  <a:t>average squared prediction error on training data</a:t>
                </a:r>
                <a:r>
                  <a:rPr lang="en-US" sz="1100" b="0" i="0" u="none" strike="noStrike" cap="none" dirty="0">
                    <a:solidFill>
                      <a:srgbClr val="000000"/>
                    </a:solidFill>
                    <a:effectLst/>
                    <a:latin typeface="Arial"/>
                    <a:ea typeface="Arial"/>
                    <a:cs typeface="Arial"/>
                    <a:sym typeface="Arial"/>
                  </a:rPr>
                  <a:t>.</a:t>
                </a:r>
                <a:br>
                  <a:rPr lang="en-US" sz="1100" b="0" i="0" u="none" strike="noStrike" cap="none" dirty="0">
                    <a:solidFill>
                      <a:srgbClr val="000000"/>
                    </a:solidFill>
                    <a:effectLst/>
                    <a:latin typeface="Arial"/>
                    <a:ea typeface="Arial"/>
                    <a:cs typeface="Arial"/>
                    <a:sym typeface="Arial"/>
                  </a:rPr>
                </a:br>
                <a:r>
                  <a:rPr lang="en-US" sz="1100" b="0" i="0" u="none" strike="noStrike" cap="none" dirty="0">
                    <a:solidFill>
                      <a:srgbClr val="000000"/>
                    </a:solidFill>
                    <a:effectLst/>
                    <a:latin typeface="Arial"/>
                    <a:ea typeface="Arial"/>
                    <a:cs typeface="Arial"/>
                    <a:sym typeface="Arial"/>
                  </a:rPr>
                  <a:t>We square the errors so negative/positive don’t cancel, and big mistakes are penalized more.”</a:t>
                </a:r>
              </a:p>
              <a:p>
                <a:pPr marL="0" lvl="0" indent="0" algn="l" rtl="0">
                  <a:spcBef>
                    <a:spcPts val="0"/>
                  </a:spcBef>
                  <a:spcAft>
                    <a:spcPts val="0"/>
                  </a:spcAft>
                  <a:buNone/>
                </a:pPr>
                <a:endParaRPr lang="en-US" dirty="0"/>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“This is the same thing, but on </a:t>
                </a:r>
                <a:r>
                  <a:rPr lang="en-US" sz="1100" b="1" i="0" u="none" strike="noStrike" cap="none" dirty="0">
                    <a:solidFill>
                      <a:srgbClr val="000000"/>
                    </a:solidFill>
                    <a:effectLst/>
                    <a:latin typeface="Arial"/>
                    <a:ea typeface="Arial"/>
                    <a:cs typeface="Arial"/>
                    <a:sym typeface="Arial"/>
                  </a:rPr>
                  <a:t>test data</a:t>
                </a:r>
                <a:r>
                  <a:rPr lang="en-US" sz="1100" b="0" i="0" u="none" strike="noStrike" cap="none" dirty="0">
                    <a:solidFill>
                      <a:srgbClr val="000000"/>
                    </a:solidFill>
                    <a:effectLst/>
                    <a:latin typeface="Arial"/>
                    <a:ea typeface="Arial"/>
                    <a:cs typeface="Arial"/>
                    <a:sym typeface="Arial"/>
                  </a:rPr>
                  <a:t> that the model did not see during training.”</a:t>
                </a:r>
              </a:p>
              <a:p>
                <a:pPr marL="0" lvl="0" indent="0" algn="l" rtl="0">
                  <a:spcBef>
                    <a:spcPts val="0"/>
                  </a:spcBef>
                  <a:spcAft>
                    <a:spcPts val="0"/>
                  </a:spcAft>
                  <a:buNone/>
                </a:pPr>
                <a:endParaRPr lang="en-US" dirty="0"/>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“Our true goal is: </a:t>
                </a:r>
                <a:r>
                  <a:rPr lang="en-US" sz="1100" b="1" i="0" u="none" strike="noStrike" cap="none" dirty="0">
                    <a:solidFill>
                      <a:srgbClr val="000000"/>
                    </a:solidFill>
                    <a:effectLst/>
                    <a:latin typeface="Arial"/>
                    <a:ea typeface="Arial"/>
                    <a:cs typeface="Arial"/>
                    <a:sym typeface="Arial"/>
                  </a:rPr>
                  <a:t>minimize test error</a:t>
                </a:r>
                <a:r>
                  <a:rPr lang="en-US" sz="1100" b="0" i="0" u="none" strike="noStrike" cap="none" dirty="0">
                    <a:solidFill>
                      <a:srgbClr val="000000"/>
                    </a:solidFill>
                    <a:effectLst/>
                    <a:latin typeface="Arial"/>
                    <a:ea typeface="Arial"/>
                    <a:cs typeface="Arial"/>
                    <a:sym typeface="Arial"/>
                  </a:rPr>
                  <a:t>, because that measures real-world performance.”</a:t>
                </a:r>
              </a:p>
              <a:p>
                <a:pPr marL="0" lvl="0" indent="0" algn="l" rtl="0">
                  <a:spcBef>
                    <a:spcPts val="0"/>
                  </a:spcBef>
                  <a:spcAft>
                    <a:spcPts val="0"/>
                  </a:spcAft>
                  <a:buNone/>
                </a:pPr>
                <a:endParaRPr lang="en-US" dirty="0"/>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“Why not just minimize training error?”</a:t>
                </a:r>
                <a:br>
                  <a:rPr lang="en-US" sz="1100" b="0" i="0" u="none" strike="noStrike" cap="none" dirty="0">
                    <a:solidFill>
                      <a:srgbClr val="000000"/>
                    </a:solidFill>
                    <a:effectLst/>
                    <a:latin typeface="Arial"/>
                    <a:ea typeface="Arial"/>
                    <a:cs typeface="Arial"/>
                    <a:sym typeface="Arial"/>
                  </a:rPr>
                </a:br>
                <a:r>
                  <a:rPr lang="en-US" sz="1100" b="0" i="0" u="none" strike="noStrike" cap="none" dirty="0">
                    <a:solidFill>
                      <a:srgbClr val="000000"/>
                    </a:solidFill>
                    <a:effectLst/>
                    <a:latin typeface="Arial"/>
                    <a:ea typeface="Arial"/>
                    <a:cs typeface="Arial"/>
                    <a:sym typeface="Arial"/>
                  </a:rPr>
                  <a:t>Because a model can </a:t>
                </a:r>
                <a:r>
                  <a:rPr lang="en-US" sz="1100" b="1" i="0" u="none" strike="noStrike" cap="none" dirty="0">
                    <a:solidFill>
                      <a:srgbClr val="000000"/>
                    </a:solidFill>
                    <a:effectLst/>
                    <a:latin typeface="Arial"/>
                    <a:ea typeface="Arial"/>
                    <a:cs typeface="Arial"/>
                    <a:sym typeface="Arial"/>
                  </a:rPr>
                  <a:t>memorize training data</a:t>
                </a:r>
                <a:r>
                  <a:rPr lang="en-US" sz="1100" b="0" i="0" u="none" strike="noStrike" cap="none" dirty="0">
                    <a:solidFill>
                      <a:srgbClr val="000000"/>
                    </a:solidFill>
                    <a:effectLst/>
                    <a:latin typeface="Arial"/>
                    <a:ea typeface="Arial"/>
                    <a:cs typeface="Arial"/>
                    <a:sym typeface="Arial"/>
                  </a:rPr>
                  <a:t> and still fail on new data — that’s </a:t>
                </a:r>
                <a:r>
                  <a:rPr lang="en-US" sz="1100" b="1" i="0" u="none" strike="noStrike" cap="none" dirty="0">
                    <a:solidFill>
                      <a:srgbClr val="000000"/>
                    </a:solidFill>
                    <a:effectLst/>
                    <a:latin typeface="Arial"/>
                    <a:ea typeface="Arial"/>
                    <a:cs typeface="Arial"/>
                    <a:sym typeface="Arial"/>
                  </a:rPr>
                  <a:t>overfitting</a:t>
                </a:r>
                <a:endParaRPr lang="en-US" sz="1100" b="0" i="0" u="none" strike="noStrike" cap="none" dirty="0">
                  <a:solidFill>
                    <a:srgbClr val="000000"/>
                  </a:solidFill>
                  <a:effectLst/>
                  <a:latin typeface="Arial"/>
                  <a:ea typeface="Arial"/>
                  <a:cs typeface="Arial"/>
                  <a:sym typeface="Arial"/>
                </a:endParaRPr>
              </a:p>
              <a:p>
                <a:pPr marL="0" lvl="0" indent="0" algn="l" rtl="0">
                  <a:spcBef>
                    <a:spcPts val="0"/>
                  </a:spcBef>
                  <a:spcAft>
                    <a:spcPts val="0"/>
                  </a:spcAft>
                  <a:buNone/>
                </a:pPr>
                <a:endParaRPr dirty="0"/>
              </a:p>
            </p:txBody>
          </p:sp>
        </mc:Choice>
        <mc:Fallback xmlns="">
          <p:sp>
            <p:nvSpPr>
              <p:cNvPr id="722" name="Google Shape;722;p33: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“After training, we must ask: </a:t>
                </a:r>
                <a:r>
                  <a:rPr lang="en-US" sz="1100" b="0" i="1" u="none" strike="noStrike" cap="none" dirty="0">
                    <a:solidFill>
                      <a:srgbClr val="000000"/>
                    </a:solidFill>
                    <a:effectLst/>
                    <a:latin typeface="Arial"/>
                    <a:ea typeface="Arial"/>
                    <a:cs typeface="Arial"/>
                    <a:sym typeface="Arial"/>
                  </a:rPr>
                  <a:t>Will this model work on new data it has never seen?</a:t>
                </a:r>
                <a:r>
                  <a:rPr lang="en-US" sz="1100" b="0" i="0" u="none" strike="noStrike" cap="none" dirty="0">
                    <a:solidFill>
                      <a:srgbClr val="000000"/>
                    </a:solidFill>
                    <a:effectLst/>
                    <a:latin typeface="Arial"/>
                    <a:ea typeface="Arial"/>
                    <a:cs typeface="Arial"/>
                    <a:sym typeface="Arial"/>
                  </a:rPr>
                  <a:t> That’s called </a:t>
                </a:r>
                <a:r>
                  <a:rPr lang="en-US" sz="1100" b="1" i="0" u="none" strike="noStrike" cap="none" dirty="0">
                    <a:solidFill>
                      <a:srgbClr val="000000"/>
                    </a:solidFill>
                    <a:effectLst/>
                    <a:latin typeface="Arial"/>
                    <a:ea typeface="Arial"/>
                    <a:cs typeface="Arial"/>
                    <a:sym typeface="Arial"/>
                  </a:rPr>
                  <a:t>generalization</a:t>
                </a:r>
                <a:r>
                  <a:rPr lang="en-US" sz="1100" b="0" i="0" u="none" strike="noStrike" cap="none" dirty="0">
                    <a:solidFill>
                      <a:srgbClr val="000000"/>
                    </a:solidFill>
                    <a:effectLst/>
                    <a:latin typeface="Arial"/>
                    <a:ea typeface="Arial"/>
                    <a:cs typeface="Arial"/>
                    <a:sym typeface="Arial"/>
                  </a:rPr>
                  <a:t>. So the key principle is: </a:t>
                </a:r>
                <a:r>
                  <a:rPr lang="en-US" sz="1100" b="1" i="0" u="none" strike="noStrike" cap="none" dirty="0">
                    <a:solidFill>
                      <a:srgbClr val="000000"/>
                    </a:solidFill>
                    <a:effectLst/>
                    <a:latin typeface="Arial"/>
                    <a:ea typeface="Arial"/>
                    <a:cs typeface="Arial"/>
                    <a:sym typeface="Arial"/>
                  </a:rPr>
                  <a:t>evaluate on unseen data</a:t>
                </a:r>
                <a:r>
                  <a:rPr lang="en-US" sz="1100" b="0" i="0" u="none" strike="noStrike" cap="none" dirty="0">
                    <a:solidFill>
                      <a:srgbClr val="000000"/>
                    </a:solidFill>
                    <a:effectLst/>
                    <a:latin typeface="Arial"/>
                    <a:ea typeface="Arial"/>
                    <a:cs typeface="Arial"/>
                    <a:sym typeface="Arial"/>
                  </a:rPr>
                  <a:t>.”</a:t>
                </a:r>
              </a:p>
              <a:p>
                <a:pPr fontAlgn="t"/>
                <a:r>
                  <a:rPr lang="en-US" sz="1100" b="0" i="0" u="none" strike="noStrike" cap="none" dirty="0">
                    <a:solidFill>
                      <a:srgbClr val="000000"/>
                    </a:solidFill>
                    <a:effectLst/>
                    <a:latin typeface="Arial"/>
                    <a:ea typeface="Arial"/>
                    <a:cs typeface="Arial"/>
                    <a:sym typeface="Arial"/>
                  </a:rPr>
                  <a:t>“We split the dataset into two parts:</a:t>
                </a:r>
              </a:p>
              <a:p>
                <a:pPr fontAlgn="t"/>
                <a:r>
                  <a:rPr lang="en-US" sz="1100" b="1" i="0" u="none" strike="noStrike" cap="none" dirty="0">
                    <a:solidFill>
                      <a:srgbClr val="000000"/>
                    </a:solidFill>
                    <a:effectLst/>
                    <a:latin typeface="Arial"/>
                    <a:ea typeface="Arial"/>
                    <a:cs typeface="Arial"/>
                    <a:sym typeface="Arial"/>
                  </a:rPr>
                  <a:t>Training set</a:t>
                </a:r>
                <a:r>
                  <a:rPr lang="en-US" sz="1100" b="0" i="0" u="none" strike="noStrike" cap="none" dirty="0">
                    <a:solidFill>
                      <a:srgbClr val="000000"/>
                    </a:solidFill>
                    <a:effectLst/>
                    <a:latin typeface="Arial"/>
                    <a:ea typeface="Arial"/>
                    <a:cs typeface="Arial"/>
                    <a:sym typeface="Arial"/>
                  </a:rPr>
                  <a:t>: used to learn the weights </a:t>
                </a:r>
                <a:r>
                  <a:rPr lang="en-US" sz="1100" b="0" i="0" u="none" strike="noStrike" cap="none">
                    <a:solidFill>
                      <a:srgbClr val="000000"/>
                    </a:solidFill>
                    <a:latin typeface="Arial"/>
                    <a:ea typeface="Arial"/>
                    <a:cs typeface="Arial"/>
                    <a:sym typeface="Arial"/>
                  </a:rPr>
                  <a:t>𝑤</a:t>
                </a:r>
                <a:r>
                  <a:rPr lang="en-US" sz="1100" b="0" i="0" u="none" strike="noStrike" cap="none" dirty="0">
                    <a:solidFill>
                      <a:srgbClr val="000000"/>
                    </a:solidFill>
                    <a:effectLst/>
                    <a:latin typeface="Arial"/>
                    <a:ea typeface="Arial"/>
                    <a:cs typeface="Arial"/>
                    <a:sym typeface="Arial"/>
                  </a:rPr>
                  <a:t>. Usually most of the data (like 90–99%).</a:t>
                </a:r>
              </a:p>
              <a:p>
                <a:pPr fontAlgn="t"/>
                <a:r>
                  <a:rPr lang="en-US" sz="1100" b="1" i="0" u="none" strike="noStrike" cap="none" dirty="0">
                    <a:solidFill>
                      <a:srgbClr val="000000"/>
                    </a:solidFill>
                    <a:effectLst/>
                    <a:latin typeface="Arial"/>
                    <a:ea typeface="Arial"/>
                    <a:cs typeface="Arial"/>
                    <a:sym typeface="Arial"/>
                  </a:rPr>
                  <a:t>Test set</a:t>
                </a:r>
                <a:r>
                  <a:rPr lang="en-US" sz="1100" b="0" i="0" u="none" strike="noStrike" cap="none" dirty="0">
                    <a:solidFill>
                      <a:srgbClr val="000000"/>
                    </a:solidFill>
                    <a:effectLst/>
                    <a:latin typeface="Arial"/>
                    <a:ea typeface="Arial"/>
                    <a:cs typeface="Arial"/>
                    <a:sym typeface="Arial"/>
                  </a:rPr>
                  <a:t>: kept aside and used only to check how well the model generalizes (often 1–10%).”</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“Training is like practicing questions; test is the final exam with new questions.”</a:t>
                </a:r>
              </a:p>
              <a:p>
                <a:pPr marL="0" lvl="0" indent="0" algn="l" rtl="0">
                  <a:spcBef>
                    <a:spcPts val="0"/>
                  </a:spcBef>
                  <a:spcAft>
                    <a:spcPts val="0"/>
                  </a:spcAft>
                  <a:buNone/>
                </a:pPr>
                <a:endParaRPr lang="en-US" dirty="0"/>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“This is the </a:t>
                </a:r>
                <a:r>
                  <a:rPr lang="en-US" sz="1100" b="1" i="0" u="none" strike="noStrike" cap="none" dirty="0">
                    <a:solidFill>
                      <a:srgbClr val="000000"/>
                    </a:solidFill>
                    <a:effectLst/>
                    <a:latin typeface="Arial"/>
                    <a:ea typeface="Arial"/>
                    <a:cs typeface="Arial"/>
                    <a:sym typeface="Arial"/>
                  </a:rPr>
                  <a:t>average squared prediction error on training data</a:t>
                </a:r>
                <a:r>
                  <a:rPr lang="en-US" sz="1100" b="0" i="0" u="none" strike="noStrike" cap="none" dirty="0">
                    <a:solidFill>
                      <a:srgbClr val="000000"/>
                    </a:solidFill>
                    <a:effectLst/>
                    <a:latin typeface="Arial"/>
                    <a:ea typeface="Arial"/>
                    <a:cs typeface="Arial"/>
                    <a:sym typeface="Arial"/>
                  </a:rPr>
                  <a:t>.</a:t>
                </a:r>
                <a:br>
                  <a:rPr lang="en-US" sz="1100" b="0" i="0" u="none" strike="noStrike" cap="none" dirty="0">
                    <a:solidFill>
                      <a:srgbClr val="000000"/>
                    </a:solidFill>
                    <a:effectLst/>
                    <a:latin typeface="Arial"/>
                    <a:ea typeface="Arial"/>
                    <a:cs typeface="Arial"/>
                    <a:sym typeface="Arial"/>
                  </a:rPr>
                </a:br>
                <a:r>
                  <a:rPr lang="en-US" sz="1100" b="0" i="0" u="none" strike="noStrike" cap="none" dirty="0">
                    <a:solidFill>
                      <a:srgbClr val="000000"/>
                    </a:solidFill>
                    <a:effectLst/>
                    <a:latin typeface="Arial"/>
                    <a:ea typeface="Arial"/>
                    <a:cs typeface="Arial"/>
                    <a:sym typeface="Arial"/>
                  </a:rPr>
                  <a:t>We square the errors so negative/positive don’t cancel, and big mistakes are penalized more.”</a:t>
                </a:r>
              </a:p>
              <a:p>
                <a:pPr marL="0" lvl="0" indent="0" algn="l" rtl="0">
                  <a:spcBef>
                    <a:spcPts val="0"/>
                  </a:spcBef>
                  <a:spcAft>
                    <a:spcPts val="0"/>
                  </a:spcAft>
                  <a:buNone/>
                </a:pPr>
                <a:endParaRPr lang="en-US" dirty="0"/>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“This is the same thing, but on </a:t>
                </a:r>
                <a:r>
                  <a:rPr lang="en-US" sz="1100" b="1" i="0" u="none" strike="noStrike" cap="none" dirty="0">
                    <a:solidFill>
                      <a:srgbClr val="000000"/>
                    </a:solidFill>
                    <a:effectLst/>
                    <a:latin typeface="Arial"/>
                    <a:ea typeface="Arial"/>
                    <a:cs typeface="Arial"/>
                    <a:sym typeface="Arial"/>
                  </a:rPr>
                  <a:t>test data</a:t>
                </a:r>
                <a:r>
                  <a:rPr lang="en-US" sz="1100" b="0" i="0" u="none" strike="noStrike" cap="none" dirty="0">
                    <a:solidFill>
                      <a:srgbClr val="000000"/>
                    </a:solidFill>
                    <a:effectLst/>
                    <a:latin typeface="Arial"/>
                    <a:ea typeface="Arial"/>
                    <a:cs typeface="Arial"/>
                    <a:sym typeface="Arial"/>
                  </a:rPr>
                  <a:t> that the model did not see during training.”</a:t>
                </a:r>
              </a:p>
              <a:p>
                <a:pPr marL="0" lvl="0" indent="0" algn="l" rtl="0">
                  <a:spcBef>
                    <a:spcPts val="0"/>
                  </a:spcBef>
                  <a:spcAft>
                    <a:spcPts val="0"/>
                  </a:spcAft>
                  <a:buNone/>
                </a:pPr>
                <a:endParaRPr lang="en-US" dirty="0"/>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“Our true goal is: </a:t>
                </a:r>
                <a:r>
                  <a:rPr lang="en-US" sz="1100" b="1" i="0" u="none" strike="noStrike" cap="none" dirty="0">
                    <a:solidFill>
                      <a:srgbClr val="000000"/>
                    </a:solidFill>
                    <a:effectLst/>
                    <a:latin typeface="Arial"/>
                    <a:ea typeface="Arial"/>
                    <a:cs typeface="Arial"/>
                    <a:sym typeface="Arial"/>
                  </a:rPr>
                  <a:t>minimize test error</a:t>
                </a:r>
                <a:r>
                  <a:rPr lang="en-US" sz="1100" b="0" i="0" u="none" strike="noStrike" cap="none" dirty="0">
                    <a:solidFill>
                      <a:srgbClr val="000000"/>
                    </a:solidFill>
                    <a:effectLst/>
                    <a:latin typeface="Arial"/>
                    <a:ea typeface="Arial"/>
                    <a:cs typeface="Arial"/>
                    <a:sym typeface="Arial"/>
                  </a:rPr>
                  <a:t>, because that measures real-world performance.”</a:t>
                </a:r>
              </a:p>
              <a:p>
                <a:pPr marL="0" lvl="0" indent="0" algn="l" rtl="0">
                  <a:spcBef>
                    <a:spcPts val="0"/>
                  </a:spcBef>
                  <a:spcAft>
                    <a:spcPts val="0"/>
                  </a:spcAft>
                  <a:buNone/>
                </a:pPr>
                <a:endParaRPr lang="en-US" dirty="0"/>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“Why not just minimize training error?”</a:t>
                </a:r>
                <a:br>
                  <a:rPr lang="en-US" sz="1100" b="0" i="0" u="none" strike="noStrike" cap="none" dirty="0">
                    <a:solidFill>
                      <a:srgbClr val="000000"/>
                    </a:solidFill>
                    <a:effectLst/>
                    <a:latin typeface="Arial"/>
                    <a:ea typeface="Arial"/>
                    <a:cs typeface="Arial"/>
                    <a:sym typeface="Arial"/>
                  </a:rPr>
                </a:br>
                <a:r>
                  <a:rPr lang="en-US" sz="1100" b="0" i="0" u="none" strike="noStrike" cap="none" dirty="0">
                    <a:solidFill>
                      <a:srgbClr val="000000"/>
                    </a:solidFill>
                    <a:effectLst/>
                    <a:latin typeface="Arial"/>
                    <a:ea typeface="Arial"/>
                    <a:cs typeface="Arial"/>
                    <a:sym typeface="Arial"/>
                  </a:rPr>
                  <a:t>Because a model can </a:t>
                </a:r>
                <a:r>
                  <a:rPr lang="en-US" sz="1100" b="1" i="0" u="none" strike="noStrike" cap="none" dirty="0">
                    <a:solidFill>
                      <a:srgbClr val="000000"/>
                    </a:solidFill>
                    <a:effectLst/>
                    <a:latin typeface="Arial"/>
                    <a:ea typeface="Arial"/>
                    <a:cs typeface="Arial"/>
                    <a:sym typeface="Arial"/>
                  </a:rPr>
                  <a:t>memorize training data</a:t>
                </a:r>
                <a:r>
                  <a:rPr lang="en-US" sz="1100" b="0" i="0" u="none" strike="noStrike" cap="none" dirty="0">
                    <a:solidFill>
                      <a:srgbClr val="000000"/>
                    </a:solidFill>
                    <a:effectLst/>
                    <a:latin typeface="Arial"/>
                    <a:ea typeface="Arial"/>
                    <a:cs typeface="Arial"/>
                    <a:sym typeface="Arial"/>
                  </a:rPr>
                  <a:t> and still fail on new data — that’s </a:t>
                </a:r>
                <a:r>
                  <a:rPr lang="en-US" sz="1100" b="1" i="0" u="none" strike="noStrike" cap="none" dirty="0">
                    <a:solidFill>
                      <a:srgbClr val="000000"/>
                    </a:solidFill>
                    <a:effectLst/>
                    <a:latin typeface="Arial"/>
                    <a:ea typeface="Arial"/>
                    <a:cs typeface="Arial"/>
                    <a:sym typeface="Arial"/>
                  </a:rPr>
                  <a:t>overfitting</a:t>
                </a:r>
                <a:endParaRPr lang="en-US" sz="1100" b="0" i="0" u="none" strike="noStrike" cap="none" dirty="0">
                  <a:solidFill>
                    <a:srgbClr val="000000"/>
                  </a:solidFill>
                  <a:effectLst/>
                  <a:latin typeface="Arial"/>
                  <a:ea typeface="Arial"/>
                  <a:cs typeface="Arial"/>
                  <a:sym typeface="Arial"/>
                </a:endParaRPr>
              </a:p>
              <a:p>
                <a:pPr marL="0" lvl="0" indent="0" algn="l" rtl="0">
                  <a:spcBef>
                    <a:spcPts val="0"/>
                  </a:spcBef>
                  <a:spcAft>
                    <a:spcPts val="0"/>
                  </a:spcAft>
                  <a:buNone/>
                </a:pPr>
                <a:endParaRPr dirty="0"/>
              </a:p>
            </p:txBody>
          </p:sp>
        </mc:Fallback>
      </mc:AlternateContent>
      <p:sp>
        <p:nvSpPr>
          <p:cNvPr id="723" name="Google Shape;723;p33: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4"/>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735" name="Google Shape;735;p34: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sz="1100" b="0" i="0" u="none" strike="noStrike" cap="none" dirty="0">
                  <a:solidFill>
                    <a:srgbClr val="000000"/>
                  </a:solidFill>
                  <a:effectLst/>
                  <a:latin typeface="Arial"/>
                  <a:ea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“Now we’ll talk about </a:t>
                </a:r>
                <a:r>
                  <a:rPr lang="en-US" sz="1100" b="0" i="1" u="none" strike="noStrike" cap="none" dirty="0">
                    <a:solidFill>
                      <a:srgbClr val="000000"/>
                    </a:solidFill>
                    <a:effectLst/>
                    <a:latin typeface="Arial"/>
                    <a:ea typeface="Arial"/>
                    <a:cs typeface="Arial"/>
                    <a:sym typeface="Arial"/>
                  </a:rPr>
                  <a:t>how</a:t>
                </a:r>
                <a:r>
                  <a:rPr lang="en-US" sz="1100" b="0" i="0" u="none" strike="noStrike" cap="none" dirty="0">
                    <a:solidFill>
                      <a:srgbClr val="000000"/>
                    </a:solidFill>
                    <a:effectLst/>
                    <a:latin typeface="Arial"/>
                    <a:ea typeface="Arial"/>
                    <a:cs typeface="Arial"/>
                    <a:sym typeface="Arial"/>
                  </a:rPr>
                  <a:t> we measure error. Different metrics tell different stories.”</a:t>
                </a:r>
              </a:p>
              <a:p>
                <a:pPr marL="0" lvl="0" indent="0" algn="l" rtl="0">
                  <a:spcBef>
                    <a:spcPts val="0"/>
                  </a:spcBef>
                  <a:spcAft>
                    <a:spcPts val="0"/>
                  </a:spcAft>
                  <a:buNone/>
                </a:pPr>
                <a:endParaRPr lang="en-US" sz="1100" b="0" i="0" u="none" strike="noStrike" cap="none" dirty="0">
                  <a:solidFill>
                    <a:srgbClr val="000000"/>
                  </a:solidFill>
                  <a:effectLst/>
                  <a:latin typeface="Arial"/>
                  <a:ea typeface="Arial"/>
                  <a:cs typeface="Arial"/>
                  <a:sym typeface="Arial"/>
                </a:endParaRPr>
              </a:p>
              <a:p>
                <a:pPr fontAlgn="t"/>
                <a:r>
                  <a:rPr lang="en-US" sz="1100" b="0" i="0" u="none" strike="noStrike" cap="none" dirty="0">
                    <a:solidFill>
                      <a:srgbClr val="000000"/>
                    </a:solidFill>
                    <a:effectLst/>
                    <a:latin typeface="Arial"/>
                    <a:ea typeface="Arial"/>
                    <a:cs typeface="Arial"/>
                    <a:sym typeface="Arial"/>
                  </a:rPr>
                  <a:t>MSE is the </a:t>
                </a:r>
                <a:r>
                  <a:rPr lang="en-US" sz="1100" b="1" i="0" u="none" strike="noStrike" cap="none" dirty="0">
                    <a:solidFill>
                      <a:srgbClr val="000000"/>
                    </a:solidFill>
                    <a:effectLst/>
                    <a:latin typeface="Arial"/>
                    <a:ea typeface="Arial"/>
                    <a:cs typeface="Arial"/>
                    <a:sym typeface="Arial"/>
                  </a:rPr>
                  <a:t>average squared error</a:t>
                </a:r>
                <a:r>
                  <a:rPr lang="en-US" sz="1100" b="0" i="0" u="none" strike="noStrike" cap="none" dirty="0">
                    <a:solidFill>
                      <a:srgbClr val="000000"/>
                    </a:solidFill>
                    <a:effectLst/>
                    <a:latin typeface="Arial"/>
                    <a:ea typeface="Arial"/>
                    <a:cs typeface="Arial"/>
                    <a:sym typeface="Arial"/>
                  </a:rPr>
                  <a:t>.</a:t>
                </a:r>
              </a:p>
              <a:p>
                <a:pPr fontAlgn="t"/>
                <a:r>
                  <a:rPr lang="en-US" sz="1100" b="0" i="0" u="none" strike="noStrike" cap="none" dirty="0">
                    <a:solidFill>
                      <a:srgbClr val="000000"/>
                    </a:solidFill>
                    <a:effectLst/>
                    <a:latin typeface="Arial"/>
                    <a:ea typeface="Arial"/>
                    <a:cs typeface="Arial"/>
                    <a:sym typeface="Arial"/>
                  </a:rPr>
                  <a:t>Squaring makes all errors positive</a:t>
                </a:r>
              </a:p>
              <a:p>
                <a:pPr fontAlgn="t"/>
                <a:r>
                  <a:rPr lang="en-US" sz="1100" b="0" i="0" u="none" strike="noStrike" cap="none" dirty="0">
                    <a:solidFill>
                      <a:srgbClr val="000000"/>
                    </a:solidFill>
                    <a:effectLst/>
                    <a:latin typeface="Arial"/>
                    <a:ea typeface="Arial"/>
                    <a:cs typeface="Arial"/>
                    <a:sym typeface="Arial"/>
                  </a:rPr>
                  <a:t>And it </a:t>
                </a:r>
                <a:r>
                  <a:rPr lang="en-US" sz="1100" b="1" i="0" u="none" strike="noStrike" cap="none" dirty="0">
                    <a:solidFill>
                      <a:srgbClr val="000000"/>
                    </a:solidFill>
                    <a:effectLst/>
                    <a:latin typeface="Arial"/>
                    <a:ea typeface="Arial"/>
                    <a:cs typeface="Arial"/>
                    <a:sym typeface="Arial"/>
                  </a:rPr>
                  <a:t>penalizes big errors a lot</a:t>
                </a:r>
                <a:r>
                  <a:rPr lang="en-US" sz="1100" b="0" i="0" u="none" strike="noStrike" cap="none" dirty="0">
                    <a:solidFill>
                      <a:srgbClr val="000000"/>
                    </a:solidFill>
                    <a:effectLst/>
                    <a:latin typeface="Arial"/>
                    <a:ea typeface="Arial"/>
                    <a:cs typeface="Arial"/>
                    <a:sym typeface="Arial"/>
                  </a:rPr>
                  <a:t> (because big errors squared become huge)</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br>
                  <a:rPr lang="en-US" sz="1100" b="0" i="0" u="none" strike="noStrike" cap="none" dirty="0">
                    <a:solidFill>
                      <a:srgbClr val="000000"/>
                    </a:solidFill>
                    <a:effectLst/>
                    <a:latin typeface="Arial"/>
                    <a:ea typeface="Arial"/>
                    <a:cs typeface="Arial"/>
                    <a:sym typeface="Arial"/>
                  </a:rPr>
                </a:br>
                <a:r>
                  <a:rPr lang="en-US" sz="1100" b="0" i="0" u="none" strike="noStrike" cap="none" dirty="0">
                    <a:solidFill>
                      <a:srgbClr val="000000"/>
                    </a:solidFill>
                    <a:effectLst/>
                    <a:latin typeface="Arial"/>
                    <a:ea typeface="Arial"/>
                    <a:cs typeface="Arial"/>
                    <a:sym typeface="Arial"/>
                  </a:rPr>
                  <a:t>“Good when big mistakes are especially costly.”</a:t>
                </a:r>
              </a:p>
              <a:p>
                <a:pPr marL="0" lvl="0" indent="0" algn="l" rtl="0">
                  <a:spcBef>
                    <a:spcPts val="0"/>
                  </a:spcBef>
                  <a:spcAft>
                    <a:spcPts val="0"/>
                  </a:spcAft>
                  <a:buNone/>
                </a:pPr>
                <a:endParaRPr lang="en-US" sz="1100" b="0" i="0" u="none" strike="noStrike" cap="none" dirty="0">
                  <a:solidFill>
                    <a:srgbClr val="000000"/>
                  </a:solidFill>
                  <a:effectLst/>
                  <a:latin typeface="Arial"/>
                  <a:ea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“RMSE is just the square root of MSE.</a:t>
                </a:r>
                <a:br>
                  <a:rPr lang="en-US" sz="1100" b="0" i="0" u="none" strike="noStrike" cap="none" dirty="0">
                    <a:solidFill>
                      <a:srgbClr val="000000"/>
                    </a:solidFill>
                    <a:effectLst/>
                    <a:latin typeface="Arial"/>
                    <a:ea typeface="Arial"/>
                    <a:cs typeface="Arial"/>
                    <a:sym typeface="Arial"/>
                  </a:rPr>
                </a:br>
                <a:r>
                  <a:rPr lang="en-US" sz="1100" b="0" i="0" u="none" strike="noStrike" cap="none" dirty="0">
                    <a:solidFill>
                      <a:srgbClr val="000000"/>
                    </a:solidFill>
                    <a:effectLst/>
                    <a:latin typeface="Arial"/>
                    <a:ea typeface="Arial"/>
                    <a:cs typeface="Arial"/>
                    <a:sym typeface="Arial"/>
                  </a:rPr>
                  <a:t>Why do we do that? Because it brings the metric back to the </a:t>
                </a:r>
                <a:r>
                  <a:rPr lang="en-US" sz="1100" b="1" i="0" u="none" strike="noStrike" cap="none" dirty="0">
                    <a:solidFill>
                      <a:srgbClr val="000000"/>
                    </a:solidFill>
                    <a:effectLst/>
                    <a:latin typeface="Arial"/>
                    <a:ea typeface="Arial"/>
                    <a:cs typeface="Arial"/>
                    <a:sym typeface="Arial"/>
                  </a:rPr>
                  <a:t>same units as the target</a:t>
                </a:r>
                <a:r>
                  <a:rPr lang="en-US" sz="1100" b="0" i="0" u="none" strike="noStrike" cap="none" dirty="0">
                    <a:solidFill>
                      <a:srgbClr val="000000"/>
                    </a:solidFill>
                    <a:effectLst/>
                    <a:latin typeface="Arial"/>
                    <a:ea typeface="Arial"/>
                    <a:cs typeface="Arial"/>
                    <a:sym typeface="Arial"/>
                  </a:rPr>
                  <a:t>.</a:t>
                </a:r>
                <a:br>
                  <a:rPr lang="en-US" sz="1100" b="0" i="0" u="none" strike="noStrike" cap="none" dirty="0">
                    <a:solidFill>
                      <a:srgbClr val="000000"/>
                    </a:solidFill>
                    <a:effectLst/>
                    <a:latin typeface="Arial"/>
                    <a:ea typeface="Arial"/>
                    <a:cs typeface="Arial"/>
                    <a:sym typeface="Arial"/>
                  </a:rPr>
                </a:br>
                <a:r>
                  <a:rPr lang="en-US" sz="1100" b="0" i="0" u="none" strike="noStrike" cap="none" dirty="0">
                    <a:solidFill>
                      <a:srgbClr val="000000"/>
                    </a:solidFill>
                    <a:effectLst/>
                    <a:latin typeface="Arial"/>
                    <a:ea typeface="Arial"/>
                    <a:cs typeface="Arial"/>
                    <a:sym typeface="Arial"/>
                  </a:rPr>
                  <a:t>If </a:t>
                </a:r>
                <a14:m>
                  <m:oMath xmlns:m="http://schemas.openxmlformats.org/officeDocument/2006/math">
                    <m:r>
                      <a:rPr lang="en-US" sz="1100" b="0" i="1" u="none" strike="noStrike" cap="none">
                        <a:solidFill>
                          <a:srgbClr val="000000"/>
                        </a:solidFill>
                        <a:latin typeface="Cambria Math" panose="02040503050406030204" pitchFamily="18" charset="0"/>
                        <a:ea typeface="Arial"/>
                        <a:cs typeface="Arial"/>
                        <a:sym typeface="Arial"/>
                      </a:rPr>
                      <m:t>𝑦</m:t>
                    </m:r>
                  </m:oMath>
                </a14:m>
                <a:r>
                  <a:rPr lang="en-US" sz="1100" b="0" i="0" u="none" strike="noStrike" cap="none" dirty="0">
                    <a:solidFill>
                      <a:srgbClr val="000000"/>
                    </a:solidFill>
                    <a:effectLst/>
                    <a:latin typeface="Arial"/>
                    <a:ea typeface="Arial"/>
                    <a:cs typeface="Arial"/>
                    <a:sym typeface="Arial"/>
                  </a:rPr>
                  <a:t>is in dollars, RMSE is also in dollars.”</a:t>
                </a:r>
              </a:p>
              <a:p>
                <a:pPr marL="0" lvl="0" indent="0" algn="l" rtl="0">
                  <a:spcBef>
                    <a:spcPts val="0"/>
                  </a:spcBef>
                  <a:spcAft>
                    <a:spcPts val="0"/>
                  </a:spcAft>
                  <a:buNone/>
                </a:pPr>
                <a:endParaRPr lang="en-US" sz="1100" b="0" i="0" u="none" strike="noStrike" cap="none" dirty="0">
                  <a:solidFill>
                    <a:srgbClr val="000000"/>
                  </a:solidFill>
                  <a:effectLst/>
                  <a:latin typeface="Arial"/>
                  <a:ea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“MAE is the </a:t>
                </a:r>
                <a:r>
                  <a:rPr lang="en-US" sz="1100" b="1" i="0" u="none" strike="noStrike" cap="none" dirty="0">
                    <a:solidFill>
                      <a:srgbClr val="000000"/>
                    </a:solidFill>
                    <a:effectLst/>
                    <a:latin typeface="Arial"/>
                    <a:ea typeface="Arial"/>
                    <a:cs typeface="Arial"/>
                    <a:sym typeface="Arial"/>
                  </a:rPr>
                  <a:t>average absolute error</a:t>
                </a:r>
                <a:r>
                  <a:rPr lang="en-US" sz="1100" b="0" i="0" u="none" strike="noStrike" cap="none" dirty="0">
                    <a:solidFill>
                      <a:srgbClr val="000000"/>
                    </a:solidFill>
                    <a:effectLst/>
                    <a:latin typeface="Arial"/>
                    <a:ea typeface="Arial"/>
                    <a:cs typeface="Arial"/>
                    <a:sym typeface="Arial"/>
                  </a:rPr>
                  <a:t>.</a:t>
                </a:r>
                <a:br>
                  <a:rPr lang="en-US" sz="1100" b="0" i="0" u="none" strike="noStrike" cap="none" dirty="0">
                    <a:solidFill>
                      <a:srgbClr val="000000"/>
                    </a:solidFill>
                    <a:effectLst/>
                    <a:latin typeface="Arial"/>
                    <a:ea typeface="Arial"/>
                    <a:cs typeface="Arial"/>
                    <a:sym typeface="Arial"/>
                  </a:rPr>
                </a:br>
                <a:r>
                  <a:rPr lang="en-US" sz="1100" b="0" i="0" u="none" strike="noStrike" cap="none" dirty="0">
                    <a:solidFill>
                      <a:srgbClr val="000000"/>
                    </a:solidFill>
                    <a:effectLst/>
                    <a:latin typeface="Arial"/>
                    <a:ea typeface="Arial"/>
                    <a:cs typeface="Arial"/>
                    <a:sym typeface="Arial"/>
                  </a:rPr>
                  <a:t>It’s simpler: we take absolute value instead of squaring.</a:t>
                </a:r>
                <a:br>
                  <a:rPr lang="en-US" sz="1100" b="0" i="0" u="none" strike="noStrike" cap="none" dirty="0">
                    <a:solidFill>
                      <a:srgbClr val="000000"/>
                    </a:solidFill>
                    <a:effectLst/>
                    <a:latin typeface="Arial"/>
                    <a:ea typeface="Arial"/>
                    <a:cs typeface="Arial"/>
                    <a:sym typeface="Arial"/>
                  </a:rPr>
                </a:br>
                <a:r>
                  <a:rPr lang="en-US" sz="1100" b="0" i="0" u="none" strike="noStrike" cap="none" dirty="0">
                    <a:solidFill>
                      <a:srgbClr val="000000"/>
                    </a:solidFill>
                    <a:effectLst/>
                    <a:latin typeface="Arial"/>
                    <a:ea typeface="Arial"/>
                    <a:cs typeface="Arial"/>
                    <a:sym typeface="Arial"/>
                  </a:rPr>
                  <a:t>Important: MAE is </a:t>
                </a:r>
                <a:r>
                  <a:rPr lang="en-US" sz="1100" b="1" i="0" u="none" strike="noStrike" cap="none" dirty="0">
                    <a:solidFill>
                      <a:srgbClr val="000000"/>
                    </a:solidFill>
                    <a:effectLst/>
                    <a:latin typeface="Arial"/>
                    <a:ea typeface="Arial"/>
                    <a:cs typeface="Arial"/>
                    <a:sym typeface="Arial"/>
                  </a:rPr>
                  <a:t>less sensitive to outliers than MSE</a:t>
                </a:r>
                <a:r>
                  <a:rPr lang="en-US" sz="1100" b="0" i="0" u="none" strike="noStrike" cap="none" dirty="0">
                    <a:solidFill>
                      <a:srgbClr val="000000"/>
                    </a:solidFill>
                    <a:effectLst/>
                    <a:latin typeface="Arial"/>
                    <a:ea typeface="Arial"/>
                    <a:cs typeface="Arial"/>
                    <a:sym typeface="Arial"/>
                  </a:rPr>
                  <a:t> — meaning a few extreme points won’t dominate the score as much.”</a:t>
                </a:r>
              </a:p>
              <a:p>
                <a:pPr marL="0" lvl="0" indent="0" algn="l" rtl="0">
                  <a:spcBef>
                    <a:spcPts val="0"/>
                  </a:spcBef>
                  <a:spcAft>
                    <a:spcPts val="0"/>
                  </a:spcAft>
                  <a:buNone/>
                </a:pPr>
                <a:endParaRPr lang="en-US" sz="1100" b="0" i="0" u="none" strike="noStrike" cap="none" dirty="0">
                  <a:solidFill>
                    <a:srgbClr val="000000"/>
                  </a:solidFill>
                  <a:effectLst/>
                  <a:latin typeface="Arial"/>
                  <a:ea typeface="Arial"/>
                  <a:cs typeface="Arial"/>
                  <a:sym typeface="Arial"/>
                </a:endParaRPr>
              </a:p>
              <a:p>
                <a:pPr marL="0" lvl="0" indent="0" algn="l" rtl="0">
                  <a:spcBef>
                    <a:spcPts val="0"/>
                  </a:spcBef>
                  <a:spcAft>
                    <a:spcPts val="0"/>
                  </a:spcAft>
                  <a:buNone/>
                </a:pPr>
                <a:r>
                  <a:rPr lang="en-US" sz="1100" b="0" i="0" u="none" strike="noStrike" cap="none" dirty="0">
                    <a:solidFill>
                      <a:srgbClr val="000000"/>
                    </a:solidFill>
                    <a:effectLst/>
                    <a:latin typeface="Arial"/>
                    <a:ea typeface="Arial"/>
                    <a:cs typeface="Arial"/>
                    <a:sym typeface="Arial"/>
                  </a:rPr>
                  <a:t>Root Mean Absolute Error (RMSE) is a metric used to measure the difference between predicted and actual values in a dataset, calculated by taking the square root of the average of the squared differences between the predicted and actual values. </a:t>
                </a:r>
              </a:p>
              <a:p>
                <a:pPr marL="0" lvl="0" indent="0" algn="l" rtl="0">
                  <a:spcBef>
                    <a:spcPts val="0"/>
                  </a:spcBef>
                  <a:spcAft>
                    <a:spcPts val="0"/>
                  </a:spcAft>
                  <a:buNone/>
                </a:pPr>
                <a:r>
                  <a:rPr lang="en-US" sz="1100" b="0" i="0" u="none" strike="noStrike" cap="none" dirty="0">
                    <a:solidFill>
                      <a:srgbClr val="000000"/>
                    </a:solidFill>
                    <a:effectLst/>
                    <a:latin typeface="Arial"/>
                    <a:ea typeface="Arial"/>
                    <a:cs typeface="Arial"/>
                    <a:sym typeface="Arial"/>
                  </a:rPr>
                  <a:t>Mean Absolute Error (MAE) is a metric that measures the average magnitude of the errors between paired observations, such as predicted versus actual values. It is calculated by taking the average of the absolute differences between the predicted and actual values, making it robust to outliers.</a:t>
                </a:r>
              </a:p>
              <a:p>
                <a:pPr marL="0" lvl="0" indent="0" algn="l" rtl="0">
                  <a:spcBef>
                    <a:spcPts val="0"/>
                  </a:spcBef>
                  <a:spcAft>
                    <a:spcPts val="0"/>
                  </a:spcAft>
                  <a:buNone/>
                </a:pPr>
                <a:endParaRPr dirty="0"/>
              </a:p>
            </p:txBody>
          </p:sp>
        </mc:Choice>
        <mc:Fallback xmlns="">
          <p:sp>
            <p:nvSpPr>
              <p:cNvPr id="735" name="Google Shape;735;p34: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sz="1100" b="0" i="0" u="none" strike="noStrike" cap="none" dirty="0">
                  <a:solidFill>
                    <a:srgbClr val="000000"/>
                  </a:solidFill>
                  <a:effectLst/>
                  <a:latin typeface="Arial"/>
                  <a:ea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“Now we’ll talk about </a:t>
                </a:r>
                <a:r>
                  <a:rPr lang="en-US" sz="1100" b="0" i="1" u="none" strike="noStrike" cap="none" dirty="0">
                    <a:solidFill>
                      <a:srgbClr val="000000"/>
                    </a:solidFill>
                    <a:effectLst/>
                    <a:latin typeface="Arial"/>
                    <a:ea typeface="Arial"/>
                    <a:cs typeface="Arial"/>
                    <a:sym typeface="Arial"/>
                  </a:rPr>
                  <a:t>how</a:t>
                </a:r>
                <a:r>
                  <a:rPr lang="en-US" sz="1100" b="0" i="0" u="none" strike="noStrike" cap="none" dirty="0">
                    <a:solidFill>
                      <a:srgbClr val="000000"/>
                    </a:solidFill>
                    <a:effectLst/>
                    <a:latin typeface="Arial"/>
                    <a:ea typeface="Arial"/>
                    <a:cs typeface="Arial"/>
                    <a:sym typeface="Arial"/>
                  </a:rPr>
                  <a:t> we measure error. Different metrics tell different stories.”</a:t>
                </a:r>
              </a:p>
              <a:p>
                <a:pPr marL="0" lvl="0" indent="0" algn="l" rtl="0">
                  <a:spcBef>
                    <a:spcPts val="0"/>
                  </a:spcBef>
                  <a:spcAft>
                    <a:spcPts val="0"/>
                  </a:spcAft>
                  <a:buNone/>
                </a:pPr>
                <a:endParaRPr lang="en-US" sz="1100" b="0" i="0" u="none" strike="noStrike" cap="none" dirty="0">
                  <a:solidFill>
                    <a:srgbClr val="000000"/>
                  </a:solidFill>
                  <a:effectLst/>
                  <a:latin typeface="Arial"/>
                  <a:ea typeface="Arial"/>
                  <a:cs typeface="Arial"/>
                  <a:sym typeface="Arial"/>
                </a:endParaRPr>
              </a:p>
              <a:p>
                <a:pPr fontAlgn="t"/>
                <a:r>
                  <a:rPr lang="en-US" sz="1100" b="0" i="0" u="none" strike="noStrike" cap="none" dirty="0">
                    <a:solidFill>
                      <a:srgbClr val="000000"/>
                    </a:solidFill>
                    <a:effectLst/>
                    <a:latin typeface="Arial"/>
                    <a:ea typeface="Arial"/>
                    <a:cs typeface="Arial"/>
                    <a:sym typeface="Arial"/>
                  </a:rPr>
                  <a:t>MSE is the </a:t>
                </a:r>
                <a:r>
                  <a:rPr lang="en-US" sz="1100" b="1" i="0" u="none" strike="noStrike" cap="none" dirty="0">
                    <a:solidFill>
                      <a:srgbClr val="000000"/>
                    </a:solidFill>
                    <a:effectLst/>
                    <a:latin typeface="Arial"/>
                    <a:ea typeface="Arial"/>
                    <a:cs typeface="Arial"/>
                    <a:sym typeface="Arial"/>
                  </a:rPr>
                  <a:t>average squared error</a:t>
                </a:r>
                <a:r>
                  <a:rPr lang="en-US" sz="1100" b="0" i="0" u="none" strike="noStrike" cap="none" dirty="0">
                    <a:solidFill>
                      <a:srgbClr val="000000"/>
                    </a:solidFill>
                    <a:effectLst/>
                    <a:latin typeface="Arial"/>
                    <a:ea typeface="Arial"/>
                    <a:cs typeface="Arial"/>
                    <a:sym typeface="Arial"/>
                  </a:rPr>
                  <a:t>.</a:t>
                </a:r>
              </a:p>
              <a:p>
                <a:pPr fontAlgn="t"/>
                <a:r>
                  <a:rPr lang="en-US" sz="1100" b="0" i="0" u="none" strike="noStrike" cap="none" dirty="0">
                    <a:solidFill>
                      <a:srgbClr val="000000"/>
                    </a:solidFill>
                    <a:effectLst/>
                    <a:latin typeface="Arial"/>
                    <a:ea typeface="Arial"/>
                    <a:cs typeface="Arial"/>
                    <a:sym typeface="Arial"/>
                  </a:rPr>
                  <a:t>Squaring makes all errors positive</a:t>
                </a:r>
              </a:p>
              <a:p>
                <a:pPr fontAlgn="t"/>
                <a:r>
                  <a:rPr lang="en-US" sz="1100" b="0" i="0" u="none" strike="noStrike" cap="none" dirty="0">
                    <a:solidFill>
                      <a:srgbClr val="000000"/>
                    </a:solidFill>
                    <a:effectLst/>
                    <a:latin typeface="Arial"/>
                    <a:ea typeface="Arial"/>
                    <a:cs typeface="Arial"/>
                    <a:sym typeface="Arial"/>
                  </a:rPr>
                  <a:t>And it </a:t>
                </a:r>
                <a:r>
                  <a:rPr lang="en-US" sz="1100" b="1" i="0" u="none" strike="noStrike" cap="none" dirty="0">
                    <a:solidFill>
                      <a:srgbClr val="000000"/>
                    </a:solidFill>
                    <a:effectLst/>
                    <a:latin typeface="Arial"/>
                    <a:ea typeface="Arial"/>
                    <a:cs typeface="Arial"/>
                    <a:sym typeface="Arial"/>
                  </a:rPr>
                  <a:t>penalizes big errors a lot</a:t>
                </a:r>
                <a:r>
                  <a:rPr lang="en-US" sz="1100" b="0" i="0" u="none" strike="noStrike" cap="none" dirty="0">
                    <a:solidFill>
                      <a:srgbClr val="000000"/>
                    </a:solidFill>
                    <a:effectLst/>
                    <a:latin typeface="Arial"/>
                    <a:ea typeface="Arial"/>
                    <a:cs typeface="Arial"/>
                    <a:sym typeface="Arial"/>
                  </a:rPr>
                  <a:t> (because big errors squared become huge)</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br>
                  <a:rPr lang="en-US" sz="1100" b="0" i="0" u="none" strike="noStrike" cap="none" dirty="0">
                    <a:solidFill>
                      <a:srgbClr val="000000"/>
                    </a:solidFill>
                    <a:effectLst/>
                    <a:latin typeface="Arial"/>
                    <a:ea typeface="Arial"/>
                    <a:cs typeface="Arial"/>
                    <a:sym typeface="Arial"/>
                  </a:rPr>
                </a:br>
                <a:r>
                  <a:rPr lang="en-US" sz="1100" b="0" i="0" u="none" strike="noStrike" cap="none" dirty="0">
                    <a:solidFill>
                      <a:srgbClr val="000000"/>
                    </a:solidFill>
                    <a:effectLst/>
                    <a:latin typeface="Arial"/>
                    <a:ea typeface="Arial"/>
                    <a:cs typeface="Arial"/>
                    <a:sym typeface="Arial"/>
                  </a:rPr>
                  <a:t>“Good when big mistakes are especially costly.”</a:t>
                </a:r>
              </a:p>
              <a:p>
                <a:pPr marL="0" lvl="0" indent="0" algn="l" rtl="0">
                  <a:spcBef>
                    <a:spcPts val="0"/>
                  </a:spcBef>
                  <a:spcAft>
                    <a:spcPts val="0"/>
                  </a:spcAft>
                  <a:buNone/>
                </a:pPr>
                <a:endParaRPr lang="en-US" sz="1100" b="0" i="0" u="none" strike="noStrike" cap="none" dirty="0">
                  <a:solidFill>
                    <a:srgbClr val="000000"/>
                  </a:solidFill>
                  <a:effectLst/>
                  <a:latin typeface="Arial"/>
                  <a:ea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“RMSE is just the square root of MSE.</a:t>
                </a:r>
                <a:br>
                  <a:rPr lang="en-US" sz="1100" b="0" i="0" u="none" strike="noStrike" cap="none" dirty="0">
                    <a:solidFill>
                      <a:srgbClr val="000000"/>
                    </a:solidFill>
                    <a:effectLst/>
                    <a:latin typeface="Arial"/>
                    <a:ea typeface="Arial"/>
                    <a:cs typeface="Arial"/>
                    <a:sym typeface="Arial"/>
                  </a:rPr>
                </a:br>
                <a:r>
                  <a:rPr lang="en-US" sz="1100" b="0" i="0" u="none" strike="noStrike" cap="none" dirty="0">
                    <a:solidFill>
                      <a:srgbClr val="000000"/>
                    </a:solidFill>
                    <a:effectLst/>
                    <a:latin typeface="Arial"/>
                    <a:ea typeface="Arial"/>
                    <a:cs typeface="Arial"/>
                    <a:sym typeface="Arial"/>
                  </a:rPr>
                  <a:t>Why do we do that? Because it brings the metric back to the </a:t>
                </a:r>
                <a:r>
                  <a:rPr lang="en-US" sz="1100" b="1" i="0" u="none" strike="noStrike" cap="none" dirty="0">
                    <a:solidFill>
                      <a:srgbClr val="000000"/>
                    </a:solidFill>
                    <a:effectLst/>
                    <a:latin typeface="Arial"/>
                    <a:ea typeface="Arial"/>
                    <a:cs typeface="Arial"/>
                    <a:sym typeface="Arial"/>
                  </a:rPr>
                  <a:t>same units as the target</a:t>
                </a:r>
                <a:r>
                  <a:rPr lang="en-US" sz="1100" b="0" i="0" u="none" strike="noStrike" cap="none" dirty="0">
                    <a:solidFill>
                      <a:srgbClr val="000000"/>
                    </a:solidFill>
                    <a:effectLst/>
                    <a:latin typeface="Arial"/>
                    <a:ea typeface="Arial"/>
                    <a:cs typeface="Arial"/>
                    <a:sym typeface="Arial"/>
                  </a:rPr>
                  <a:t>.</a:t>
                </a:r>
                <a:br>
                  <a:rPr lang="en-US" sz="1100" b="0" i="0" u="none" strike="noStrike" cap="none" dirty="0">
                    <a:solidFill>
                      <a:srgbClr val="000000"/>
                    </a:solidFill>
                    <a:effectLst/>
                    <a:latin typeface="Arial"/>
                    <a:ea typeface="Arial"/>
                    <a:cs typeface="Arial"/>
                    <a:sym typeface="Arial"/>
                  </a:rPr>
                </a:br>
                <a:r>
                  <a:rPr lang="en-US" sz="1100" b="0" i="0" u="none" strike="noStrike" cap="none" dirty="0">
                    <a:solidFill>
                      <a:srgbClr val="000000"/>
                    </a:solidFill>
                    <a:effectLst/>
                    <a:latin typeface="Arial"/>
                    <a:ea typeface="Arial"/>
                    <a:cs typeface="Arial"/>
                    <a:sym typeface="Arial"/>
                  </a:rPr>
                  <a:t>If </a:t>
                </a:r>
                <a:r>
                  <a:rPr lang="en-US" sz="1100" b="0" i="0" u="none" strike="noStrike" cap="none">
                    <a:solidFill>
                      <a:srgbClr val="000000"/>
                    </a:solidFill>
                    <a:latin typeface="Arial"/>
                    <a:ea typeface="Arial"/>
                    <a:cs typeface="Arial"/>
                    <a:sym typeface="Arial"/>
                  </a:rPr>
                  <a:t>𝑦</a:t>
                </a:r>
                <a:r>
                  <a:rPr lang="en-US" sz="1100" b="0" i="0" u="none" strike="noStrike" cap="none" dirty="0">
                    <a:solidFill>
                      <a:srgbClr val="000000"/>
                    </a:solidFill>
                    <a:effectLst/>
                    <a:latin typeface="Arial"/>
                    <a:ea typeface="Arial"/>
                    <a:cs typeface="Arial"/>
                    <a:sym typeface="Arial"/>
                  </a:rPr>
                  <a:t>is in dollars, RMSE is also in dollars.”</a:t>
                </a:r>
              </a:p>
              <a:p>
                <a:pPr marL="0" lvl="0" indent="0" algn="l" rtl="0">
                  <a:spcBef>
                    <a:spcPts val="0"/>
                  </a:spcBef>
                  <a:spcAft>
                    <a:spcPts val="0"/>
                  </a:spcAft>
                  <a:buNone/>
                </a:pPr>
                <a:endParaRPr lang="en-US" sz="1100" b="0" i="0" u="none" strike="noStrike" cap="none" dirty="0">
                  <a:solidFill>
                    <a:srgbClr val="000000"/>
                  </a:solidFill>
                  <a:effectLst/>
                  <a:latin typeface="Arial"/>
                  <a:ea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“MAE is the </a:t>
                </a:r>
                <a:r>
                  <a:rPr lang="en-US" sz="1100" b="1" i="0" u="none" strike="noStrike" cap="none" dirty="0">
                    <a:solidFill>
                      <a:srgbClr val="000000"/>
                    </a:solidFill>
                    <a:effectLst/>
                    <a:latin typeface="Arial"/>
                    <a:ea typeface="Arial"/>
                    <a:cs typeface="Arial"/>
                    <a:sym typeface="Arial"/>
                  </a:rPr>
                  <a:t>average absolute error</a:t>
                </a:r>
                <a:r>
                  <a:rPr lang="en-US" sz="1100" b="0" i="0" u="none" strike="noStrike" cap="none" dirty="0">
                    <a:solidFill>
                      <a:srgbClr val="000000"/>
                    </a:solidFill>
                    <a:effectLst/>
                    <a:latin typeface="Arial"/>
                    <a:ea typeface="Arial"/>
                    <a:cs typeface="Arial"/>
                    <a:sym typeface="Arial"/>
                  </a:rPr>
                  <a:t>.</a:t>
                </a:r>
                <a:br>
                  <a:rPr lang="en-US" sz="1100" b="0" i="0" u="none" strike="noStrike" cap="none" dirty="0">
                    <a:solidFill>
                      <a:srgbClr val="000000"/>
                    </a:solidFill>
                    <a:effectLst/>
                    <a:latin typeface="Arial"/>
                    <a:ea typeface="Arial"/>
                    <a:cs typeface="Arial"/>
                    <a:sym typeface="Arial"/>
                  </a:rPr>
                </a:br>
                <a:r>
                  <a:rPr lang="en-US" sz="1100" b="0" i="0" u="none" strike="noStrike" cap="none" dirty="0">
                    <a:solidFill>
                      <a:srgbClr val="000000"/>
                    </a:solidFill>
                    <a:effectLst/>
                    <a:latin typeface="Arial"/>
                    <a:ea typeface="Arial"/>
                    <a:cs typeface="Arial"/>
                    <a:sym typeface="Arial"/>
                  </a:rPr>
                  <a:t>It’s simpler: we take absolute value instead of squaring.</a:t>
                </a:r>
                <a:br>
                  <a:rPr lang="en-US" sz="1100" b="0" i="0" u="none" strike="noStrike" cap="none" dirty="0">
                    <a:solidFill>
                      <a:srgbClr val="000000"/>
                    </a:solidFill>
                    <a:effectLst/>
                    <a:latin typeface="Arial"/>
                    <a:ea typeface="Arial"/>
                    <a:cs typeface="Arial"/>
                    <a:sym typeface="Arial"/>
                  </a:rPr>
                </a:br>
                <a:r>
                  <a:rPr lang="en-US" sz="1100" b="0" i="0" u="none" strike="noStrike" cap="none" dirty="0">
                    <a:solidFill>
                      <a:srgbClr val="000000"/>
                    </a:solidFill>
                    <a:effectLst/>
                    <a:latin typeface="Arial"/>
                    <a:ea typeface="Arial"/>
                    <a:cs typeface="Arial"/>
                    <a:sym typeface="Arial"/>
                  </a:rPr>
                  <a:t>Important: MAE is </a:t>
                </a:r>
                <a:r>
                  <a:rPr lang="en-US" sz="1100" b="1" i="0" u="none" strike="noStrike" cap="none" dirty="0">
                    <a:solidFill>
                      <a:srgbClr val="000000"/>
                    </a:solidFill>
                    <a:effectLst/>
                    <a:latin typeface="Arial"/>
                    <a:ea typeface="Arial"/>
                    <a:cs typeface="Arial"/>
                    <a:sym typeface="Arial"/>
                  </a:rPr>
                  <a:t>less sensitive to outliers than MSE</a:t>
                </a:r>
                <a:r>
                  <a:rPr lang="en-US" sz="1100" b="0" i="0" u="none" strike="noStrike" cap="none" dirty="0">
                    <a:solidFill>
                      <a:srgbClr val="000000"/>
                    </a:solidFill>
                    <a:effectLst/>
                    <a:latin typeface="Arial"/>
                    <a:ea typeface="Arial"/>
                    <a:cs typeface="Arial"/>
                    <a:sym typeface="Arial"/>
                  </a:rPr>
                  <a:t> — meaning a few extreme points won’t dominate the score as much.”</a:t>
                </a:r>
              </a:p>
              <a:p>
                <a:pPr marL="0" lvl="0" indent="0" algn="l" rtl="0">
                  <a:spcBef>
                    <a:spcPts val="0"/>
                  </a:spcBef>
                  <a:spcAft>
                    <a:spcPts val="0"/>
                  </a:spcAft>
                  <a:buNone/>
                </a:pPr>
                <a:endParaRPr lang="en-US" sz="1100" b="0" i="0" u="none" strike="noStrike" cap="none" dirty="0">
                  <a:solidFill>
                    <a:srgbClr val="000000"/>
                  </a:solidFill>
                  <a:effectLst/>
                  <a:latin typeface="Arial"/>
                  <a:ea typeface="Arial"/>
                  <a:cs typeface="Arial"/>
                  <a:sym typeface="Arial"/>
                </a:endParaRPr>
              </a:p>
              <a:p>
                <a:pPr marL="0" lvl="0" indent="0" algn="l" rtl="0">
                  <a:spcBef>
                    <a:spcPts val="0"/>
                  </a:spcBef>
                  <a:spcAft>
                    <a:spcPts val="0"/>
                  </a:spcAft>
                  <a:buNone/>
                </a:pPr>
                <a:r>
                  <a:rPr lang="en-US" sz="1100" b="0" i="0" u="none" strike="noStrike" cap="none" dirty="0">
                    <a:solidFill>
                      <a:srgbClr val="000000"/>
                    </a:solidFill>
                    <a:effectLst/>
                    <a:latin typeface="Arial"/>
                    <a:ea typeface="Arial"/>
                    <a:cs typeface="Arial"/>
                    <a:sym typeface="Arial"/>
                  </a:rPr>
                  <a:t>Root Mean Absolute Error (RMSE) is a metric used to measure the difference between predicted and actual values in a dataset, calculated by taking the square root of the average of the squared differences between the predicted and actual values. </a:t>
                </a:r>
              </a:p>
              <a:p>
                <a:pPr marL="0" lvl="0" indent="0" algn="l" rtl="0">
                  <a:spcBef>
                    <a:spcPts val="0"/>
                  </a:spcBef>
                  <a:spcAft>
                    <a:spcPts val="0"/>
                  </a:spcAft>
                  <a:buNone/>
                </a:pPr>
                <a:r>
                  <a:rPr lang="en-US" sz="1100" b="0" i="0" u="none" strike="noStrike" cap="none" dirty="0">
                    <a:solidFill>
                      <a:srgbClr val="000000"/>
                    </a:solidFill>
                    <a:effectLst/>
                    <a:latin typeface="Arial"/>
                    <a:ea typeface="Arial"/>
                    <a:cs typeface="Arial"/>
                    <a:sym typeface="Arial"/>
                  </a:rPr>
                  <a:t>Mean Absolute Error (MAE) is a metric that measures the average magnitude of the errors between paired observations, such as predicted versus actual values. It is calculated by taking the average of the absolute differences between the predicted and actual values, making it robust to outliers.</a:t>
                </a:r>
              </a:p>
              <a:p>
                <a:pPr marL="0" lvl="0" indent="0" algn="l" rtl="0">
                  <a:spcBef>
                    <a:spcPts val="0"/>
                  </a:spcBef>
                  <a:spcAft>
                    <a:spcPts val="0"/>
                  </a:spcAft>
                  <a:buNone/>
                </a:pPr>
                <a:endParaRPr dirty="0"/>
              </a:p>
            </p:txBody>
          </p:sp>
        </mc:Fallback>
      </mc:AlternateContent>
      <p:sp>
        <p:nvSpPr>
          <p:cNvPr id="736" name="Google Shape;736;p34: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7"/>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748" name="Google Shape;748;p35: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b="0" i="0" u="none" strike="noStrike" cap="none" dirty="0">
                    <a:solidFill>
                      <a:srgbClr val="000000"/>
                    </a:solidFill>
                    <a:effectLst/>
                    <a:latin typeface="Arial"/>
                    <a:ea typeface="Arial"/>
                    <a:cs typeface="Arial"/>
                    <a:sym typeface="Arial"/>
                  </a:rPr>
                  <a:t>The R² (R-squared) score in linear regression is </a:t>
                </a:r>
                <a:r>
                  <a:rPr lang="en-US" dirty="0"/>
                  <a:t>a statistical measure that represents the </a:t>
                </a:r>
                <a:r>
                  <a:rPr lang="en-US" b="1" dirty="0">
                    <a:effectLst/>
                  </a:rPr>
                  <a:t>proportion of the variance in the dependent variable that is predictable from the independent variable(s)</a:t>
                </a:r>
                <a:r>
                  <a:rPr lang="en-US" sz="1100" b="0" i="0" u="none" strike="noStrike" cap="none" dirty="0">
                    <a:solidFill>
                      <a:srgbClr val="000000"/>
                    </a:solidFill>
                    <a:effectLst/>
                    <a:latin typeface="Arial"/>
                    <a:ea typeface="Arial"/>
                    <a:cs typeface="Arial"/>
                    <a:sym typeface="Arial"/>
                  </a:rPr>
                  <a:t>. It's often called the </a:t>
                </a:r>
                <a:r>
                  <a:rPr lang="en-US" sz="1100" b="1" i="0" u="none" strike="noStrike" cap="none" dirty="0">
                    <a:solidFill>
                      <a:srgbClr val="000000"/>
                    </a:solidFill>
                    <a:effectLst/>
                    <a:latin typeface="Arial"/>
                    <a:ea typeface="Arial"/>
                    <a:cs typeface="Arial"/>
                    <a:sym typeface="Arial"/>
                  </a:rPr>
                  <a:t>coefficient of determination</a:t>
                </a:r>
                <a:r>
                  <a:rPr lang="en-US" sz="1100" b="0" i="0" u="none" strike="noStrike" cap="none" dirty="0">
                    <a:solidFill>
                      <a:srgbClr val="000000"/>
                    </a:solidFill>
                    <a:effectLst/>
                    <a:latin typeface="Arial"/>
                    <a:ea typeface="Arial"/>
                    <a:cs typeface="Arial"/>
                    <a:sym typeface="Arial"/>
                  </a:rPr>
                  <a:t> and indicates how well the regression model's predictions fit the actual data. A score of 1 (or 100%) means the model perfectly predicts the data, while a score of 0 means the model is no better than simply predicting the average value. </a:t>
                </a:r>
              </a:p>
              <a:p>
                <a:pPr rtl="0"/>
                <a14:m>
                  <m:oMath xmlns:m="http://schemas.openxmlformats.org/officeDocument/2006/math">
                    <m:r>
                      <a:rPr lang="ar-AE" sz="1100" b="0" i="1" u="none" strike="noStrike" cap="none" smtClean="0">
                        <a:solidFill>
                          <a:srgbClr val="000000"/>
                        </a:solidFill>
                        <a:latin typeface="Cambria Math" panose="02040503050406030204" pitchFamily="18" charset="0"/>
                        <a:ea typeface="Arial"/>
                        <a:cs typeface="Arial"/>
                        <a:sym typeface="Arial"/>
                      </a:rPr>
                      <m:t>𝑆</m:t>
                    </m:r>
                    <m:sSub>
                      <m:sSubPr>
                        <m:ctrlPr>
                          <a:rPr lang="ar-AE" sz="1100" b="0" i="1" u="none" strike="noStrike" cap="none">
                            <a:solidFill>
                              <a:srgbClr val="000000"/>
                            </a:solidFill>
                            <a:latin typeface="Cambria Math" panose="02040503050406030204" pitchFamily="18" charset="0"/>
                            <a:ea typeface="Arial"/>
                            <a:cs typeface="Arial"/>
                            <a:sym typeface="Arial"/>
                          </a:rPr>
                        </m:ctrlPr>
                      </m:sSubPr>
                      <m:e>
                        <m:r>
                          <a:rPr lang="ar-AE" sz="1100" b="0" i="1" u="none" strike="noStrike" cap="none">
                            <a:solidFill>
                              <a:srgbClr val="000000"/>
                            </a:solidFill>
                            <a:latin typeface="Cambria Math" panose="02040503050406030204" pitchFamily="18" charset="0"/>
                            <a:ea typeface="Arial"/>
                            <a:cs typeface="Arial"/>
                            <a:sym typeface="Arial"/>
                          </a:rPr>
                          <m:t>𝑆</m:t>
                        </m:r>
                      </m:e>
                      <m:sub>
                        <m:r>
                          <a:rPr lang="ar-AE" sz="1100" b="0" i="1" u="none" strike="noStrike" cap="none">
                            <a:solidFill>
                              <a:srgbClr val="000000"/>
                            </a:solidFill>
                            <a:latin typeface="Cambria Math" panose="02040503050406030204" pitchFamily="18" charset="0"/>
                            <a:ea typeface="Arial"/>
                            <a:cs typeface="Arial"/>
                            <a:sym typeface="Arial"/>
                          </a:rPr>
                          <m:t>𝑟𝑒𝑠</m:t>
                        </m:r>
                      </m:sub>
                    </m:sSub>
                  </m:oMath>
                </a14:m>
                <a:r>
                  <a:rPr lang="en-US" dirty="0">
                    <a:effectLst/>
                  </a:rPr>
                  <a:t> </a:t>
                </a:r>
                <a:r>
                  <a:rPr lang="en-IN" dirty="0"/>
                  <a:t>is the "residual sum of squares," which measures the variance around the regression line (the sum of the squared differences between the actual and predicted values).</a:t>
                </a:r>
              </a:p>
              <a:p>
                <a:pPr rtl="0"/>
                <a14:m>
                  <m:oMath xmlns:m="http://schemas.openxmlformats.org/officeDocument/2006/math">
                    <m:r>
                      <a:rPr lang="en-IN" sz="1100" b="0" i="1" u="none" strike="noStrike" cap="none">
                        <a:solidFill>
                          <a:srgbClr val="000000"/>
                        </a:solidFill>
                        <a:latin typeface="Cambria Math" panose="02040503050406030204" pitchFamily="18" charset="0"/>
                        <a:ea typeface="Arial"/>
                        <a:cs typeface="Arial"/>
                        <a:sym typeface="Arial"/>
                      </a:rPr>
                      <m:t>𝑆</m:t>
                    </m:r>
                    <m:sSub>
                      <m:sSubPr>
                        <m:ctrlPr>
                          <a:rPr lang="ar-AE" sz="1100" b="0" i="1" u="none" strike="noStrike" cap="none">
                            <a:solidFill>
                              <a:srgbClr val="000000"/>
                            </a:solidFill>
                            <a:latin typeface="Cambria Math" panose="02040503050406030204" pitchFamily="18" charset="0"/>
                            <a:ea typeface="Arial"/>
                            <a:cs typeface="Arial"/>
                            <a:sym typeface="Arial"/>
                          </a:rPr>
                        </m:ctrlPr>
                      </m:sSubPr>
                      <m:e>
                        <m:r>
                          <a:rPr lang="ar-AE" sz="1100" b="0" i="1" u="none" strike="noStrike" cap="none">
                            <a:solidFill>
                              <a:srgbClr val="000000"/>
                            </a:solidFill>
                            <a:latin typeface="Cambria Math" panose="02040503050406030204" pitchFamily="18" charset="0"/>
                            <a:ea typeface="Arial"/>
                            <a:cs typeface="Arial"/>
                            <a:sym typeface="Arial"/>
                          </a:rPr>
                          <m:t>𝑆</m:t>
                        </m:r>
                      </m:e>
                      <m:sub>
                        <m:r>
                          <a:rPr lang="ar-AE" sz="1100" b="0" i="1" u="none" strike="noStrike" cap="none">
                            <a:solidFill>
                              <a:srgbClr val="000000"/>
                            </a:solidFill>
                            <a:latin typeface="Cambria Math" panose="02040503050406030204" pitchFamily="18" charset="0"/>
                            <a:ea typeface="Arial"/>
                            <a:cs typeface="Arial"/>
                            <a:sym typeface="Arial"/>
                          </a:rPr>
                          <m:t>𝑡𝑜𝑡</m:t>
                        </m:r>
                      </m:sub>
                    </m:sSub>
                    <m:r>
                      <a:rPr lang="en-US" sz="1100" b="0" i="1" u="none" strike="noStrike" cap="none" smtClean="0">
                        <a:solidFill>
                          <a:srgbClr val="000000"/>
                        </a:solidFill>
                        <a:latin typeface="Cambria Math" panose="02040503050406030204" pitchFamily="18" charset="0"/>
                        <a:ea typeface="Arial"/>
                        <a:cs typeface="Arial"/>
                        <a:sym typeface="Arial"/>
                      </a:rPr>
                      <m:t> </m:t>
                    </m:r>
                  </m:oMath>
                </a14:m>
                <a:r>
                  <a:rPr lang="en-IN" dirty="0"/>
                  <a:t>is the "total sum of squares," which measures the total variance in the data (the sum of the squared differences between the actual values and the mean of the dependent variable). </a:t>
                </a:r>
              </a:p>
              <a:p>
                <a:r>
                  <a:rPr lang="en-US" sz="1100" b="1" i="0" u="none" strike="noStrike" cap="none" dirty="0">
                    <a:solidFill>
                      <a:srgbClr val="000000"/>
                    </a:solidFill>
                    <a:effectLst/>
                    <a:latin typeface="Arial"/>
                    <a:ea typeface="Arial"/>
                    <a:cs typeface="Arial"/>
                    <a:sym typeface="Arial"/>
                  </a:rPr>
                  <a:t>High R²:</a:t>
                </a:r>
                <a:r>
                  <a:rPr lang="en-US" sz="1100" b="0" i="0" u="none" strike="noStrike" cap="none" dirty="0">
                    <a:solidFill>
                      <a:srgbClr val="000000"/>
                    </a:solidFill>
                    <a:effectLst/>
                    <a:latin typeface="Arial"/>
                    <a:ea typeface="Arial"/>
                    <a:cs typeface="Arial"/>
                    <a:sym typeface="Arial"/>
                  </a:rPr>
                  <a:t> A high R² value, closer to 1, indicates that a large portion of the variance in the dependent variable can be explained by the independent variables in the model.</a:t>
                </a:r>
              </a:p>
              <a:p>
                <a:r>
                  <a:rPr lang="en-US" sz="1100" b="1" i="0" u="none" strike="noStrike" cap="none" dirty="0">
                    <a:solidFill>
                      <a:srgbClr val="000000"/>
                    </a:solidFill>
                    <a:effectLst/>
                    <a:latin typeface="Arial"/>
                    <a:ea typeface="Arial"/>
                    <a:cs typeface="Arial"/>
                    <a:sym typeface="Arial"/>
                  </a:rPr>
                  <a:t>Low R²:</a:t>
                </a:r>
                <a:r>
                  <a:rPr lang="en-US" sz="1100" b="0" i="0" u="none" strike="noStrike" cap="none" dirty="0">
                    <a:solidFill>
                      <a:srgbClr val="000000"/>
                    </a:solidFill>
                    <a:effectLst/>
                    <a:latin typeface="Arial"/>
                    <a:ea typeface="Arial"/>
                    <a:cs typeface="Arial"/>
                    <a:sym typeface="Arial"/>
                  </a:rPr>
                  <a:t> A low R² value, closer to 0, suggests that the model's predictions don't fit the data well and much of the variance is due to other factors not included in the model.</a:t>
                </a:r>
              </a:p>
              <a:p>
                <a:r>
                  <a:rPr lang="en-US" sz="1100" b="1" i="0" u="none" strike="noStrike" cap="none" dirty="0">
                    <a:solidFill>
                      <a:srgbClr val="000000"/>
                    </a:solidFill>
                    <a:effectLst/>
                    <a:latin typeface="Arial"/>
                    <a:ea typeface="Arial"/>
                    <a:cs typeface="Arial"/>
                    <a:sym typeface="Arial"/>
                  </a:rPr>
                  <a:t>Context is key:</a:t>
                </a:r>
                <a:r>
                  <a:rPr lang="en-US" sz="1100" b="0" i="0" u="none" strike="noStrike" cap="none" dirty="0">
                    <a:solidFill>
                      <a:srgbClr val="000000"/>
                    </a:solidFill>
                    <a:effectLst/>
                    <a:latin typeface="Arial"/>
                    <a:ea typeface="Arial"/>
                    <a:cs typeface="Arial"/>
                    <a:sym typeface="Arial"/>
                  </a:rPr>
                  <a:t> While a higher R² is often better, the interpretation of a "good" score depends on the field of study. For example, a high R² in physics might be 0.99, but in social sciences, an R² of 0.5 might be considered strong</a:t>
                </a:r>
              </a:p>
              <a:p>
                <a:endParaRPr lang="en-US" sz="1100" b="0" i="0" u="none" strike="noStrike" cap="none" dirty="0">
                  <a:solidFill>
                    <a:srgbClr val="000000"/>
                  </a:solidFill>
                  <a:effectLst/>
                  <a:latin typeface="Arial"/>
                  <a:ea typeface="Arial"/>
                  <a:cs typeface="Arial"/>
                  <a:sym typeface="Arial"/>
                </a:endParaRPr>
              </a:p>
              <a:p>
                <a:pPr marL="15875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“R² tells us: </a:t>
                </a:r>
                <a:r>
                  <a:rPr lang="en-US" sz="1100" b="1" i="0" u="none" strike="noStrike" cap="none" dirty="0">
                    <a:solidFill>
                      <a:srgbClr val="000000"/>
                    </a:solidFill>
                    <a:effectLst/>
                    <a:latin typeface="Arial"/>
                    <a:ea typeface="Arial"/>
                    <a:cs typeface="Arial"/>
                    <a:sym typeface="Arial"/>
                  </a:rPr>
                  <a:t>how much of the variance in </a:t>
                </a:r>
                <a14:m>
                  <m:oMath xmlns:m="http://schemas.openxmlformats.org/officeDocument/2006/math">
                    <m:r>
                      <a:rPr lang="en-US" sz="1100" b="0" i="1" u="none" strike="noStrike" cap="none">
                        <a:solidFill>
                          <a:srgbClr val="000000"/>
                        </a:solidFill>
                        <a:latin typeface="Cambria Math" panose="02040503050406030204" pitchFamily="18" charset="0"/>
                        <a:ea typeface="Arial"/>
                        <a:cs typeface="Arial"/>
                        <a:sym typeface="Arial"/>
                      </a:rPr>
                      <m:t>𝑦</m:t>
                    </m:r>
                  </m:oMath>
                </a14:m>
                <a:r>
                  <a:rPr lang="en-US" sz="1100" b="0" i="0" u="none" strike="noStrike" cap="none" dirty="0">
                    <a:solidFill>
                      <a:srgbClr val="000000"/>
                    </a:solidFill>
                    <a:effectLst/>
                    <a:latin typeface="Arial"/>
                    <a:ea typeface="Arial"/>
                    <a:cs typeface="Arial"/>
                    <a:sym typeface="Arial"/>
                  </a:rPr>
                  <a:t>is explained by the model.”</a:t>
                </a:r>
              </a:p>
              <a:p>
                <a:pPr marL="158750" indent="0">
                  <a:buNone/>
                </a:pPr>
                <a:endParaRPr lang="en-US" sz="1100" b="0" i="0" u="none" strike="noStrike" cap="none" dirty="0">
                  <a:solidFill>
                    <a:srgbClr val="000000"/>
                  </a:solidFill>
                  <a:effectLst/>
                  <a:latin typeface="Arial"/>
                  <a:ea typeface="Arial"/>
                  <a:cs typeface="Arial"/>
                  <a:sym typeface="Arial"/>
                </a:endParaRPr>
              </a:p>
              <a:p>
                <a:pPr fontAlgn="t"/>
                <a:r>
                  <a:rPr lang="en-GB" sz="1100" b="0" i="0" u="none" strike="noStrike" cap="none" dirty="0">
                    <a:solidFill>
                      <a:srgbClr val="000000"/>
                    </a:solidFill>
                    <a:effectLst/>
                    <a:latin typeface="Arial"/>
                    <a:ea typeface="Arial"/>
                    <a:cs typeface="Arial"/>
                    <a:sym typeface="Arial"/>
                  </a:rPr>
                  <a:t>“Think of this as a comparison:</a:t>
                </a:r>
              </a:p>
              <a:p>
                <a:pPr fontAlgn="t"/>
                <a:r>
                  <a:rPr lang="en-GB" sz="1100" b="0" i="0" u="none" strike="noStrike" cap="none" dirty="0">
                    <a:solidFill>
                      <a:srgbClr val="000000"/>
                    </a:solidFill>
                    <a:effectLst/>
                    <a:latin typeface="Arial"/>
                    <a:ea typeface="Arial"/>
                    <a:cs typeface="Arial"/>
                    <a:sym typeface="Arial"/>
                  </a:rPr>
                  <a:t>Top: the model’s total squared error (</a:t>
                </a:r>
                <a:r>
                  <a:rPr lang="en-GB" sz="1100" b="1" i="0" u="none" strike="noStrike" cap="none" dirty="0">
                    <a:solidFill>
                      <a:srgbClr val="000000"/>
                    </a:solidFill>
                    <a:effectLst/>
                    <a:latin typeface="Arial"/>
                    <a:ea typeface="Arial"/>
                    <a:cs typeface="Arial"/>
                    <a:sym typeface="Arial"/>
                  </a:rPr>
                  <a:t>residual sum of squares</a:t>
                </a:r>
                <a:r>
                  <a:rPr lang="en-GB" sz="1100" b="0" i="0" u="none" strike="noStrike" cap="none" dirty="0">
                    <a:solidFill>
                      <a:srgbClr val="000000"/>
                    </a:solidFill>
                    <a:effectLst/>
                    <a:latin typeface="Arial"/>
                    <a:ea typeface="Arial"/>
                    <a:cs typeface="Arial"/>
                    <a:sym typeface="Arial"/>
                  </a:rPr>
                  <a:t>)</a:t>
                </a:r>
              </a:p>
              <a:p>
                <a:pPr fontAlgn="t"/>
                <a:r>
                  <a:rPr lang="en-GB" sz="1100" b="0" i="0" u="none" strike="noStrike" cap="none" dirty="0">
                    <a:solidFill>
                      <a:srgbClr val="000000"/>
                    </a:solidFill>
                    <a:effectLst/>
                    <a:latin typeface="Arial"/>
                    <a:ea typeface="Arial"/>
                    <a:cs typeface="Arial"/>
                    <a:sym typeface="Arial"/>
                  </a:rPr>
                  <a:t>Bottom: the error if we used the simplest baseline: always predict the mean </a:t>
                </a:r>
                <a14:m>
                  <m:oMath xmlns:m="http://schemas.openxmlformats.org/officeDocument/2006/math">
                    <m:limUpp>
                      <m:limUppPr>
                        <m:ctrlPr>
                          <a:rPr lang="ar-AE" sz="1100" b="0" i="1" u="none" strike="noStrike" cap="none">
                            <a:solidFill>
                              <a:srgbClr val="000000"/>
                            </a:solidFill>
                            <a:latin typeface="Cambria Math" panose="02040503050406030204" pitchFamily="18" charset="0"/>
                            <a:ea typeface="Arial"/>
                            <a:cs typeface="Arial"/>
                            <a:sym typeface="Arial"/>
                          </a:rPr>
                        </m:ctrlPr>
                      </m:limUppPr>
                      <m:e>
                        <m:r>
                          <a:rPr lang="ar-AE" sz="1100" b="0" i="1" u="none" strike="noStrike" cap="none">
                            <a:solidFill>
                              <a:srgbClr val="000000"/>
                            </a:solidFill>
                            <a:latin typeface="Cambria Math" panose="02040503050406030204" pitchFamily="18" charset="0"/>
                            <a:ea typeface="Arial"/>
                            <a:cs typeface="Arial"/>
                            <a:sym typeface="Arial"/>
                          </a:rPr>
                          <m:t>𝑦</m:t>
                        </m:r>
                      </m:e>
                      <m:lim>
                        <m:r>
                          <a:rPr lang="ar-AE" sz="1100" b="0" i="0" u="none" strike="noStrike" cap="none">
                            <a:solidFill>
                              <a:srgbClr val="000000"/>
                            </a:solidFill>
                            <a:latin typeface="Cambria Math" panose="02040503050406030204" pitchFamily="18" charset="0"/>
                            <a:ea typeface="Arial"/>
                            <a:cs typeface="Arial"/>
                            <a:sym typeface="Arial"/>
                          </a:rPr>
                          <m:t>ˉ</m:t>
                        </m:r>
                      </m:lim>
                    </m:limUpp>
                  </m:oMath>
                </a14:m>
                <a:r>
                  <a:rPr lang="ar-AE" sz="1100" b="0" i="0" u="none" strike="noStrike" cap="none" dirty="0">
                    <a:solidFill>
                      <a:srgbClr val="000000"/>
                    </a:solidFill>
                    <a:effectLst/>
                    <a:latin typeface="Arial"/>
                    <a:ea typeface="Arial"/>
                    <a:cs typeface="Arial"/>
                    <a:sym typeface="Arial"/>
                  </a:rPr>
                  <a:t>(</a:t>
                </a:r>
                <a:r>
                  <a:rPr lang="en-GB" sz="1100" b="1" i="0" u="none" strike="noStrike" cap="none" dirty="0">
                    <a:solidFill>
                      <a:srgbClr val="000000"/>
                    </a:solidFill>
                    <a:effectLst/>
                    <a:latin typeface="Arial"/>
                    <a:ea typeface="Arial"/>
                    <a:cs typeface="Arial"/>
                    <a:sym typeface="Arial"/>
                  </a:rPr>
                  <a:t>total sum of squares</a:t>
                </a:r>
                <a:r>
                  <a:rPr lang="en-GB" sz="1100" b="0" i="0" u="none" strike="noStrike" cap="none" dirty="0">
                    <a:solidFill>
                      <a:srgbClr val="000000"/>
                    </a:solidFill>
                    <a:effectLst/>
                    <a:latin typeface="Arial"/>
                    <a:ea typeface="Arial"/>
                    <a:cs typeface="Arial"/>
                    <a:sym typeface="Arial"/>
                  </a:rPr>
                  <a:t>)</a:t>
                </a:r>
                <a:br>
                  <a:rPr lang="en-GB" sz="1100" b="0" i="0" u="none" strike="noStrike" cap="none" dirty="0">
                    <a:solidFill>
                      <a:srgbClr val="000000"/>
                    </a:solidFill>
                    <a:effectLst/>
                    <a:latin typeface="Arial"/>
                    <a:ea typeface="Arial"/>
                    <a:cs typeface="Arial"/>
                    <a:sym typeface="Arial"/>
                  </a:rPr>
                </a:br>
                <a:r>
                  <a:rPr lang="en-GB" sz="1100" b="0" i="0" u="none" strike="noStrike" cap="none" dirty="0">
                    <a:solidFill>
                      <a:srgbClr val="000000"/>
                    </a:solidFill>
                    <a:effectLst/>
                    <a:latin typeface="Arial"/>
                    <a:ea typeface="Arial"/>
                    <a:cs typeface="Arial"/>
                    <a:sym typeface="Arial"/>
                  </a:rPr>
                  <a:t>So R² measures: </a:t>
                </a:r>
                <a:r>
                  <a:rPr lang="en-GB" sz="1100" b="1" i="0" u="none" strike="noStrike" cap="none" dirty="0">
                    <a:solidFill>
                      <a:srgbClr val="000000"/>
                    </a:solidFill>
                    <a:effectLst/>
                    <a:latin typeface="Arial"/>
                    <a:ea typeface="Arial"/>
                    <a:cs typeface="Arial"/>
                    <a:sym typeface="Arial"/>
                  </a:rPr>
                  <a:t>How much better are we than just predicting the mean?</a:t>
                </a:r>
                <a:r>
                  <a:rPr lang="en-GB" sz="1100" b="0" i="0" u="none" strike="noStrike" cap="none" dirty="0">
                    <a:solidFill>
                      <a:srgbClr val="000000"/>
                    </a:solidFill>
                    <a:effectLst/>
                    <a:latin typeface="Arial"/>
                    <a:ea typeface="Arial"/>
                    <a:cs typeface="Arial"/>
                    <a:sym typeface="Arial"/>
                  </a:rPr>
                  <a:t>”</a:t>
                </a:r>
              </a:p>
              <a:p>
                <a:pPr marL="158750" indent="0">
                  <a:buNone/>
                </a:pPr>
                <a:endParaRPr lang="en-US" sz="1100" b="0" i="0" u="none" strike="noStrike" cap="none" dirty="0">
                  <a:solidFill>
                    <a:srgbClr val="000000"/>
                  </a:solidFill>
                  <a:effectLst/>
                  <a:latin typeface="Arial"/>
                  <a:ea typeface="Arial"/>
                  <a:cs typeface="Arial"/>
                  <a:sym typeface="Arial"/>
                </a:endParaRPr>
              </a:p>
              <a:p>
                <a:pPr fontAlgn="t"/>
                <a:r>
                  <a:rPr lang="en-US" sz="1100" b="0" i="0" u="none" strike="noStrike" cap="none" dirty="0">
                    <a:solidFill>
                      <a:srgbClr val="000000"/>
                    </a:solidFill>
                    <a:effectLst/>
                    <a:latin typeface="Arial"/>
                    <a:ea typeface="Arial"/>
                    <a:cs typeface="Arial"/>
                    <a:sym typeface="Arial"/>
                  </a:rPr>
                  <a:t>“So:</a:t>
                </a:r>
              </a:p>
              <a:p>
                <a:pPr fontAlgn="t"/>
                <a:r>
                  <a:rPr lang="en-US" sz="1100" b="0" i="0" u="none" strike="noStrike" cap="none" dirty="0">
                    <a:solidFill>
                      <a:srgbClr val="000000"/>
                    </a:solidFill>
                    <a:effectLst/>
                    <a:latin typeface="Arial"/>
                    <a:ea typeface="Arial"/>
                    <a:cs typeface="Arial"/>
                    <a:sym typeface="Arial"/>
                  </a:rPr>
                  <a:t>1 means we explained everything</a:t>
                </a:r>
              </a:p>
              <a:p>
                <a:pPr fontAlgn="t"/>
                <a:r>
                  <a:rPr lang="en-US" sz="1100" b="0" i="0" u="none" strike="noStrike" cap="none" dirty="0">
                    <a:solidFill>
                      <a:srgbClr val="000000"/>
                    </a:solidFill>
                    <a:effectLst/>
                    <a:latin typeface="Arial"/>
                    <a:ea typeface="Arial"/>
                    <a:cs typeface="Arial"/>
                    <a:sym typeface="Arial"/>
                  </a:rPr>
                  <a:t>0 means we’re no better than a naive baseline</a:t>
                </a:r>
              </a:p>
              <a:p>
                <a:pPr fontAlgn="t"/>
                <a:r>
                  <a:rPr lang="en-US" sz="1100" b="0" i="0" u="none" strike="noStrike" cap="none" dirty="0">
                    <a:solidFill>
                      <a:srgbClr val="000000"/>
                    </a:solidFill>
                    <a:effectLst/>
                    <a:latin typeface="Arial"/>
                    <a:ea typeface="Arial"/>
                    <a:cs typeface="Arial"/>
                    <a:sym typeface="Arial"/>
                  </a:rPr>
                  <a:t>negative means the model is actually harmful compared to predicting the mean.”</a:t>
                </a:r>
              </a:p>
              <a:p>
                <a:pPr marL="158750" indent="0">
                  <a:buNone/>
                </a:pPr>
                <a:endParaRPr lang="en-US" sz="1100" b="0" i="0" u="none" strike="noStrike" cap="none" dirty="0">
                  <a:solidFill>
                    <a:srgbClr val="000000"/>
                  </a:solidFill>
                  <a:effectLst/>
                  <a:latin typeface="Arial"/>
                  <a:ea typeface="Arial"/>
                  <a:cs typeface="Arial"/>
                  <a:sym typeface="Arial"/>
                </a:endParaRPr>
              </a:p>
              <a:p>
                <a:endParaRPr dirty="0"/>
              </a:p>
            </p:txBody>
          </p:sp>
        </mc:Choice>
        <mc:Fallback xmlns="">
          <p:sp>
            <p:nvSpPr>
              <p:cNvPr id="748" name="Google Shape;748;p35: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b="0" i="0" u="none" strike="noStrike" cap="none" dirty="0">
                    <a:solidFill>
                      <a:srgbClr val="000000"/>
                    </a:solidFill>
                    <a:effectLst/>
                    <a:latin typeface="Arial"/>
                    <a:ea typeface="Arial"/>
                    <a:cs typeface="Arial"/>
                    <a:sym typeface="Arial"/>
                  </a:rPr>
                  <a:t>The R² (R-squared) score in linear regression is </a:t>
                </a:r>
                <a:r>
                  <a:rPr lang="en-US" dirty="0"/>
                  <a:t>a statistical measure that represents the </a:t>
                </a:r>
                <a:r>
                  <a:rPr lang="en-US" b="1" dirty="0">
                    <a:effectLst/>
                  </a:rPr>
                  <a:t>proportion of the variance in the dependent variable that is predictable from the independent variable(s)</a:t>
                </a:r>
                <a:r>
                  <a:rPr lang="en-US" sz="1100" b="0" i="0" u="none" strike="noStrike" cap="none" dirty="0">
                    <a:solidFill>
                      <a:srgbClr val="000000"/>
                    </a:solidFill>
                    <a:effectLst/>
                    <a:latin typeface="Arial"/>
                    <a:ea typeface="Arial"/>
                    <a:cs typeface="Arial"/>
                    <a:sym typeface="Arial"/>
                  </a:rPr>
                  <a:t>. It's often called the </a:t>
                </a:r>
                <a:r>
                  <a:rPr lang="en-US" sz="1100" b="1" i="0" u="none" strike="noStrike" cap="none" dirty="0">
                    <a:solidFill>
                      <a:srgbClr val="000000"/>
                    </a:solidFill>
                    <a:effectLst/>
                    <a:latin typeface="Arial"/>
                    <a:ea typeface="Arial"/>
                    <a:cs typeface="Arial"/>
                    <a:sym typeface="Arial"/>
                  </a:rPr>
                  <a:t>coefficient of determination</a:t>
                </a:r>
                <a:r>
                  <a:rPr lang="en-US" sz="1100" b="0" i="0" u="none" strike="noStrike" cap="none" dirty="0">
                    <a:solidFill>
                      <a:srgbClr val="000000"/>
                    </a:solidFill>
                    <a:effectLst/>
                    <a:latin typeface="Arial"/>
                    <a:ea typeface="Arial"/>
                    <a:cs typeface="Arial"/>
                    <a:sym typeface="Arial"/>
                  </a:rPr>
                  <a:t> and indicates how well the regression model's predictions fit the actual data. A score of 1 (or 100%) means the model perfectly predicts the data, while a score of 0 means the model is no better than simply predicting the average value. </a:t>
                </a:r>
              </a:p>
              <a:p>
                <a:pPr rtl="0"/>
                <a:r>
                  <a:rPr lang="ar-AE" sz="1100" b="0" i="0" u="none" strike="noStrike" cap="none">
                    <a:solidFill>
                      <a:srgbClr val="000000"/>
                    </a:solidFill>
                    <a:latin typeface="Arial"/>
                    <a:ea typeface="Arial"/>
                    <a:cs typeface="Arial"/>
                    <a:sym typeface="Arial"/>
                  </a:rPr>
                  <a:t>𝑆𝑆_𝑟𝑒𝑠</a:t>
                </a:r>
                <a:r>
                  <a:rPr lang="en-US" dirty="0">
                    <a:effectLst/>
                  </a:rPr>
                  <a:t> </a:t>
                </a:r>
                <a:r>
                  <a:rPr lang="en-IN" dirty="0"/>
                  <a:t>is the "residual sum of squares," which measures the variance around the regression line (the sum of the squared differences between the actual and predicted values).</a:t>
                </a:r>
              </a:p>
              <a:p>
                <a:pPr rtl="0"/>
                <a:r>
                  <a:rPr lang="en-IN" sz="1100" b="0" i="0" u="none" strike="noStrike" cap="none">
                    <a:solidFill>
                      <a:srgbClr val="000000"/>
                    </a:solidFill>
                    <a:latin typeface="Arial"/>
                    <a:ea typeface="Arial"/>
                    <a:cs typeface="Arial"/>
                    <a:sym typeface="Arial"/>
                  </a:rPr>
                  <a:t>𝑆</a:t>
                </a:r>
                <a:r>
                  <a:rPr lang="ar-AE" sz="1100" b="0" i="0" u="none" strike="noStrike" cap="none">
                    <a:solidFill>
                      <a:srgbClr val="000000"/>
                    </a:solidFill>
                    <a:latin typeface="Arial"/>
                    <a:ea typeface="Arial"/>
                    <a:cs typeface="Arial"/>
                    <a:sym typeface="Arial"/>
                  </a:rPr>
                  <a:t>𝑆_𝑡𝑜𝑡</a:t>
                </a:r>
                <a:r>
                  <a:rPr lang="en-US" sz="1100" b="0" i="0" u="none" strike="noStrike" cap="none">
                    <a:solidFill>
                      <a:srgbClr val="000000"/>
                    </a:solidFill>
                    <a:latin typeface="Cambria Math" panose="02040503050406030204" pitchFamily="18" charset="0"/>
                    <a:ea typeface="Arial"/>
                    <a:cs typeface="Arial"/>
                    <a:sym typeface="Arial"/>
                  </a:rPr>
                  <a:t>  </a:t>
                </a:r>
                <a:r>
                  <a:rPr lang="en-IN" dirty="0"/>
                  <a:t>is the "total sum of squares," which measures the total variance in the data (the sum of the squared differences between the actual values and the mean of the dependent variable). </a:t>
                </a:r>
              </a:p>
              <a:p>
                <a:r>
                  <a:rPr lang="en-US" sz="1100" b="1" i="0" u="none" strike="noStrike" cap="none" dirty="0">
                    <a:solidFill>
                      <a:srgbClr val="000000"/>
                    </a:solidFill>
                    <a:effectLst/>
                    <a:latin typeface="Arial"/>
                    <a:ea typeface="Arial"/>
                    <a:cs typeface="Arial"/>
                    <a:sym typeface="Arial"/>
                  </a:rPr>
                  <a:t>High R²:</a:t>
                </a:r>
                <a:r>
                  <a:rPr lang="en-US" sz="1100" b="0" i="0" u="none" strike="noStrike" cap="none" dirty="0">
                    <a:solidFill>
                      <a:srgbClr val="000000"/>
                    </a:solidFill>
                    <a:effectLst/>
                    <a:latin typeface="Arial"/>
                    <a:ea typeface="Arial"/>
                    <a:cs typeface="Arial"/>
                    <a:sym typeface="Arial"/>
                  </a:rPr>
                  <a:t> A high R² value, closer to 1, indicates that a large portion of the variance in the dependent variable can be explained by the independent variables in the model.</a:t>
                </a:r>
              </a:p>
              <a:p>
                <a:r>
                  <a:rPr lang="en-US" sz="1100" b="1" i="0" u="none" strike="noStrike" cap="none" dirty="0">
                    <a:solidFill>
                      <a:srgbClr val="000000"/>
                    </a:solidFill>
                    <a:effectLst/>
                    <a:latin typeface="Arial"/>
                    <a:ea typeface="Arial"/>
                    <a:cs typeface="Arial"/>
                    <a:sym typeface="Arial"/>
                  </a:rPr>
                  <a:t>Low R²:</a:t>
                </a:r>
                <a:r>
                  <a:rPr lang="en-US" sz="1100" b="0" i="0" u="none" strike="noStrike" cap="none" dirty="0">
                    <a:solidFill>
                      <a:srgbClr val="000000"/>
                    </a:solidFill>
                    <a:effectLst/>
                    <a:latin typeface="Arial"/>
                    <a:ea typeface="Arial"/>
                    <a:cs typeface="Arial"/>
                    <a:sym typeface="Arial"/>
                  </a:rPr>
                  <a:t> A low R² value, closer to 0, suggests that the model's predictions don't fit the data well and much of the variance is due to other factors not included in the model.</a:t>
                </a:r>
              </a:p>
              <a:p>
                <a:r>
                  <a:rPr lang="en-US" sz="1100" b="1" i="0" u="none" strike="noStrike" cap="none" dirty="0">
                    <a:solidFill>
                      <a:srgbClr val="000000"/>
                    </a:solidFill>
                    <a:effectLst/>
                    <a:latin typeface="Arial"/>
                    <a:ea typeface="Arial"/>
                    <a:cs typeface="Arial"/>
                    <a:sym typeface="Arial"/>
                  </a:rPr>
                  <a:t>Context is key:</a:t>
                </a:r>
                <a:r>
                  <a:rPr lang="en-US" sz="1100" b="0" i="0" u="none" strike="noStrike" cap="none" dirty="0">
                    <a:solidFill>
                      <a:srgbClr val="000000"/>
                    </a:solidFill>
                    <a:effectLst/>
                    <a:latin typeface="Arial"/>
                    <a:ea typeface="Arial"/>
                    <a:cs typeface="Arial"/>
                    <a:sym typeface="Arial"/>
                  </a:rPr>
                  <a:t> While a higher R² is often better, the interpretation of a "good" score depends on the field of study. For example, a high R² in physics might be 0.99, but in social sciences, an R² of 0.5 might be considered strong</a:t>
                </a:r>
              </a:p>
              <a:p>
                <a:endParaRPr dirty="0"/>
              </a:p>
            </p:txBody>
          </p:sp>
        </mc:Fallback>
      </mc:AlternateContent>
      <p:sp>
        <p:nvSpPr>
          <p:cNvPr id="749" name="Google Shape;749;p35: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0"/>
        <p:cNvGrpSpPr/>
        <p:nvPr/>
      </p:nvGrpSpPr>
      <p:grpSpPr>
        <a:xfrm>
          <a:off x="0" y="0"/>
          <a:ext cx="0" cy="0"/>
          <a:chOff x="0" y="0"/>
          <a:chExt cx="0" cy="0"/>
        </a:xfrm>
      </p:grpSpPr>
      <p:sp>
        <p:nvSpPr>
          <p:cNvPr id="761" name="Google Shape;761;p36: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62" name="Google Shape;762;p36: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9"/>
        <p:cNvGrpSpPr/>
        <p:nvPr/>
      </p:nvGrpSpPr>
      <p:grpSpPr>
        <a:xfrm>
          <a:off x="0" y="0"/>
          <a:ext cx="0" cy="0"/>
          <a:chOff x="0" y="0"/>
          <a:chExt cx="0" cy="0"/>
        </a:xfrm>
      </p:grpSpPr>
      <p:sp>
        <p:nvSpPr>
          <p:cNvPr id="790" name="Google Shape;790;p37: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91" name="Google Shape;791;p37: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3"/>
        <p:cNvGrpSpPr/>
        <p:nvPr/>
      </p:nvGrpSpPr>
      <p:grpSpPr>
        <a:xfrm>
          <a:off x="0" y="0"/>
          <a:ext cx="0" cy="0"/>
          <a:chOff x="0" y="0"/>
          <a:chExt cx="0" cy="0"/>
        </a:xfrm>
      </p:grpSpPr>
      <p:sp>
        <p:nvSpPr>
          <p:cNvPr id="804" name="Google Shape;804;p38: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05" name="Google Shape;805;p38: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2"/>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33" name="Google Shape;833;p39: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η is the </a:t>
                </a:r>
                <a:r>
                  <a:rPr lang="en-US" sz="1100" b="1" i="0" u="none" strike="noStrike" cap="none" dirty="0">
                    <a:solidFill>
                      <a:srgbClr val="000000"/>
                    </a:solidFill>
                    <a:effectLst/>
                    <a:latin typeface="Arial"/>
                    <a:ea typeface="Arial"/>
                    <a:cs typeface="Arial"/>
                    <a:sym typeface="Arial"/>
                  </a:rPr>
                  <a:t>step size</a:t>
                </a:r>
                <a:r>
                  <a:rPr lang="en-US" sz="1100" b="0" i="0" u="none" strike="noStrike" cap="none" dirty="0">
                    <a:solidFill>
                      <a:srgbClr val="000000"/>
                    </a:solidFill>
                    <a:effectLst/>
                    <a:latin typeface="Arial"/>
                    <a:ea typeface="Arial"/>
                    <a:cs typeface="Arial"/>
                    <a:sym typeface="Arial"/>
                  </a:rPr>
                  <a:t> in gradient descent: how big a jump we take each update. </a:t>
                </a:r>
              </a:p>
              <a:p>
                <a:pPr fontAlgn="t"/>
                <a:r>
                  <a:rPr lang="en-US" sz="1100" b="0" i="0" u="none" strike="noStrike" cap="none" dirty="0">
                    <a:solidFill>
                      <a:srgbClr val="000000"/>
                    </a:solidFill>
                    <a:effectLst/>
                    <a:latin typeface="Arial"/>
                    <a:ea typeface="Arial"/>
                    <a:cs typeface="Arial"/>
                    <a:sym typeface="Arial"/>
                  </a:rPr>
                  <a:t>If your steps are </a:t>
                </a:r>
                <a:r>
                  <a:rPr lang="en-US" sz="1100" b="1" i="0" u="none" strike="noStrike" cap="none" dirty="0">
                    <a:solidFill>
                      <a:srgbClr val="000000"/>
                    </a:solidFill>
                    <a:effectLst/>
                    <a:latin typeface="Arial"/>
                    <a:ea typeface="Arial"/>
                    <a:cs typeface="Arial"/>
                    <a:sym typeface="Arial"/>
                  </a:rPr>
                  <a:t>too big</a:t>
                </a:r>
                <a:r>
                  <a:rPr lang="en-US" sz="1100" b="0" i="0" u="none" strike="noStrike" cap="none" dirty="0">
                    <a:solidFill>
                      <a:srgbClr val="000000"/>
                    </a:solidFill>
                    <a:effectLst/>
                    <a:latin typeface="Arial"/>
                    <a:ea typeface="Arial"/>
                    <a:cs typeface="Arial"/>
                    <a:sym typeface="Arial"/>
                  </a:rPr>
                  <a:t>, you overshoot and bounce around (or blow up).</a:t>
                </a:r>
              </a:p>
              <a:p>
                <a:pPr fontAlgn="t"/>
                <a:r>
                  <a:rPr lang="en-US" sz="1100" b="0" i="0" u="none" strike="noStrike" cap="none" dirty="0">
                    <a:solidFill>
                      <a:srgbClr val="000000"/>
                    </a:solidFill>
                    <a:effectLst/>
                    <a:latin typeface="Arial"/>
                    <a:ea typeface="Arial"/>
                    <a:cs typeface="Arial"/>
                    <a:sym typeface="Arial"/>
                  </a:rPr>
                  <a:t>If your steps are </a:t>
                </a:r>
                <a:r>
                  <a:rPr lang="en-US" sz="1100" b="1" i="0" u="none" strike="noStrike" cap="none" dirty="0">
                    <a:solidFill>
                      <a:srgbClr val="000000"/>
                    </a:solidFill>
                    <a:effectLst/>
                    <a:latin typeface="Arial"/>
                    <a:ea typeface="Arial"/>
                    <a:cs typeface="Arial"/>
                    <a:sym typeface="Arial"/>
                  </a:rPr>
                  <a:t>too small</a:t>
                </a:r>
                <a:r>
                  <a:rPr lang="en-US" sz="1100" b="0" i="0" u="none" strike="noStrike" cap="none" dirty="0">
                    <a:solidFill>
                      <a:srgbClr val="000000"/>
                    </a:solidFill>
                    <a:effectLst/>
                    <a:latin typeface="Arial"/>
                    <a:ea typeface="Arial"/>
                    <a:cs typeface="Arial"/>
                    <a:sym typeface="Arial"/>
                  </a:rPr>
                  <a:t>, you take forever.”</a:t>
                </a:r>
              </a:p>
              <a:p>
                <a:pPr marL="0" lvl="0" indent="0" algn="l" rtl="0">
                  <a:spcBef>
                    <a:spcPts val="0"/>
                  </a:spcBef>
                  <a:spcAft>
                    <a:spcPts val="0"/>
                  </a:spcAft>
                  <a:buNone/>
                </a:pPr>
                <a:endParaRPr lang="en-US" dirty="0"/>
              </a:p>
              <a:p>
                <a:pPr fontAlgn="t"/>
                <a:r>
                  <a:rPr lang="en-US" sz="1100" b="1" i="0" u="none" strike="noStrike" cap="none" dirty="0">
                    <a:solidFill>
                      <a:srgbClr val="000000"/>
                    </a:solidFill>
                    <a:effectLst/>
                    <a:latin typeface="Arial"/>
                    <a:ea typeface="Arial"/>
                    <a:cs typeface="Arial"/>
                    <a:sym typeface="Arial"/>
                  </a:rPr>
                  <a:t>Plot loss vs iterations</a:t>
                </a:r>
                <a:r>
                  <a:rPr lang="en-US" sz="1100" b="0" i="0" u="none" strike="noStrike" cap="none" dirty="0">
                    <a:solidFill>
                      <a:srgbClr val="000000"/>
                    </a:solidFill>
                    <a:effectLst/>
                    <a:latin typeface="Arial"/>
                    <a:ea typeface="Arial"/>
                    <a:cs typeface="Arial"/>
                    <a:sym typeface="Arial"/>
                  </a:rPr>
                  <a:t> for each learning rate and compare.</a:t>
                </a:r>
              </a:p>
              <a:p>
                <a:pPr fontAlgn="t"/>
                <a:r>
                  <a:rPr lang="en-US" sz="1100" b="0" i="0" u="none" strike="noStrike" cap="none" dirty="0">
                    <a:solidFill>
                      <a:srgbClr val="000000"/>
                    </a:solidFill>
                    <a:effectLst/>
                    <a:latin typeface="Arial"/>
                    <a:ea typeface="Arial"/>
                    <a:cs typeface="Arial"/>
                    <a:sym typeface="Arial"/>
                  </a:rPr>
                  <a:t>If </a:t>
                </a:r>
                <a:r>
                  <a:rPr lang="en-US" sz="1100" b="1" i="0" u="none" strike="noStrike" cap="none" dirty="0">
                    <a:solidFill>
                      <a:srgbClr val="000000"/>
                    </a:solidFill>
                    <a:effectLst/>
                    <a:latin typeface="Arial"/>
                    <a:ea typeface="Arial"/>
                    <a:cs typeface="Arial"/>
                    <a:sym typeface="Arial"/>
                  </a:rPr>
                  <a:t>loss increases</a:t>
                </a:r>
                <a:r>
                  <a:rPr lang="en-US" sz="1100" b="0" i="0" u="none" strike="noStrike" cap="none" dirty="0">
                    <a:solidFill>
                      <a:srgbClr val="000000"/>
                    </a:solidFill>
                    <a:effectLst/>
                    <a:latin typeface="Arial"/>
                    <a:ea typeface="Arial"/>
                    <a:cs typeface="Arial"/>
                    <a:sym typeface="Arial"/>
                  </a:rPr>
                  <a:t> or becomes </a:t>
                </a:r>
                <a:r>
                  <a:rPr lang="en-US" sz="1100" b="1" i="0" u="none" strike="noStrike" cap="none" dirty="0" err="1">
                    <a:solidFill>
                      <a:srgbClr val="000000"/>
                    </a:solidFill>
                    <a:effectLst/>
                    <a:latin typeface="Arial"/>
                    <a:ea typeface="Arial"/>
                    <a:cs typeface="Arial"/>
                    <a:sym typeface="Arial"/>
                  </a:rPr>
                  <a:t>NaN</a:t>
                </a:r>
                <a:r>
                  <a:rPr lang="en-US" sz="1100" b="0" i="0" u="none" strike="noStrike" cap="none" dirty="0">
                    <a:solidFill>
                      <a:srgbClr val="000000"/>
                    </a:solidFill>
                    <a:effectLst/>
                    <a:latin typeface="Arial"/>
                    <a:ea typeface="Arial"/>
                    <a:cs typeface="Arial"/>
                    <a:sym typeface="Arial"/>
                  </a:rPr>
                  <a:t>, it usually means steps are too big → </a:t>
                </a:r>
                <a:r>
                  <a:rPr lang="en-US" sz="1100" b="1" i="0" u="none" strike="noStrike" cap="none" dirty="0">
                    <a:solidFill>
                      <a:srgbClr val="000000"/>
                    </a:solidFill>
                    <a:effectLst/>
                    <a:latin typeface="Arial"/>
                    <a:ea typeface="Arial"/>
                    <a:cs typeface="Arial"/>
                    <a:sym typeface="Arial"/>
                  </a:rPr>
                  <a:t>decrease </a:t>
                </a:r>
                <a14:m>
                  <m:oMath xmlns:m="http://schemas.openxmlformats.org/officeDocument/2006/math">
                    <m:r>
                      <a:rPr lang="en-US" sz="1100" b="0" i="1" u="none" strike="noStrike" cap="none">
                        <a:solidFill>
                          <a:srgbClr val="000000"/>
                        </a:solidFill>
                        <a:latin typeface="Cambria Math" panose="02040503050406030204" pitchFamily="18" charset="0"/>
                        <a:ea typeface="Arial"/>
                        <a:cs typeface="Arial"/>
                        <a:sym typeface="Arial"/>
                      </a:rPr>
                      <m:t>𝜂</m:t>
                    </m:r>
                  </m:oMath>
                </a14:m>
                <a:r>
                  <a:rPr lang="en-US" sz="1100" b="0" i="0" u="none" strike="noStrike" cap="none" dirty="0">
                    <a:solidFill>
                      <a:srgbClr val="000000"/>
                    </a:solidFill>
                    <a:effectLst/>
                    <a:latin typeface="Arial"/>
                    <a:ea typeface="Arial"/>
                    <a:cs typeface="Arial"/>
                    <a:sym typeface="Arial"/>
                  </a:rPr>
                  <a:t>.</a:t>
                </a:r>
              </a:p>
              <a:p>
                <a:pPr fontAlgn="t"/>
                <a:r>
                  <a:rPr lang="en-US" sz="1100" b="0" i="0" u="none" strike="noStrike" cap="none" dirty="0">
                    <a:solidFill>
                      <a:srgbClr val="000000"/>
                    </a:solidFill>
                    <a:effectLst/>
                    <a:latin typeface="Arial"/>
                    <a:ea typeface="Arial"/>
                    <a:cs typeface="Arial"/>
                    <a:sym typeface="Arial"/>
                  </a:rPr>
                  <a:t>If convergence is </a:t>
                </a:r>
                <a:r>
                  <a:rPr lang="en-US" sz="1100" b="1" i="0" u="none" strike="noStrike" cap="none" dirty="0">
                    <a:solidFill>
                      <a:srgbClr val="000000"/>
                    </a:solidFill>
                    <a:effectLst/>
                    <a:latin typeface="Arial"/>
                    <a:ea typeface="Arial"/>
                    <a:cs typeface="Arial"/>
                    <a:sym typeface="Arial"/>
                  </a:rPr>
                  <a:t>too slow</a:t>
                </a:r>
                <a:r>
                  <a:rPr lang="en-US" sz="1100" b="0" i="0" u="none" strike="noStrike" cap="none" dirty="0">
                    <a:solidFill>
                      <a:srgbClr val="000000"/>
                    </a:solidFill>
                    <a:effectLst/>
                    <a:latin typeface="Arial"/>
                    <a:ea typeface="Arial"/>
                    <a:cs typeface="Arial"/>
                    <a:sym typeface="Arial"/>
                  </a:rPr>
                  <a:t>, increase </a:t>
                </a:r>
                <a14:m>
                  <m:oMath xmlns:m="http://schemas.openxmlformats.org/officeDocument/2006/math">
                    <m:r>
                      <a:rPr lang="en-US" sz="1100" b="0" i="1" u="none" strike="noStrike" cap="none">
                        <a:solidFill>
                          <a:srgbClr val="000000"/>
                        </a:solidFill>
                        <a:latin typeface="Cambria Math" panose="02040503050406030204" pitchFamily="18" charset="0"/>
                        <a:ea typeface="Arial"/>
                        <a:cs typeface="Arial"/>
                        <a:sym typeface="Arial"/>
                      </a:rPr>
                      <m:t>𝜂</m:t>
                    </m:r>
                  </m:oMath>
                </a14:m>
                <a:r>
                  <a:rPr lang="en-US" sz="1100" b="0" i="0" u="none" strike="noStrike" cap="none" dirty="0">
                    <a:solidFill>
                      <a:srgbClr val="000000"/>
                    </a:solidFill>
                    <a:effectLst/>
                    <a:latin typeface="Arial"/>
                    <a:ea typeface="Arial"/>
                    <a:cs typeface="Arial"/>
                    <a:sym typeface="Arial"/>
                  </a:rPr>
                  <a:t>.</a:t>
                </a:r>
              </a:p>
              <a:p>
                <a:pPr fontAlgn="t"/>
                <a:r>
                  <a:rPr lang="en-US" sz="1100" b="0" i="0" u="none" strike="noStrike" cap="none" dirty="0">
                    <a:solidFill>
                      <a:srgbClr val="000000"/>
                    </a:solidFill>
                    <a:effectLst/>
                    <a:latin typeface="Arial"/>
                    <a:ea typeface="Arial"/>
                    <a:cs typeface="Arial"/>
                    <a:sym typeface="Arial"/>
                  </a:rPr>
                  <a:t>Use </a:t>
                </a:r>
                <a:r>
                  <a:rPr lang="en-US" sz="1100" b="1" i="0" u="none" strike="noStrike" cap="none" dirty="0">
                    <a:solidFill>
                      <a:srgbClr val="000000"/>
                    </a:solidFill>
                    <a:effectLst/>
                    <a:latin typeface="Arial"/>
                    <a:ea typeface="Arial"/>
                    <a:cs typeface="Arial"/>
                    <a:sym typeface="Arial"/>
                  </a:rPr>
                  <a:t>learning rate schedules</a:t>
                </a:r>
                <a:r>
                  <a:rPr lang="en-US" sz="1100" b="0" i="0" u="none" strike="noStrike" cap="none" dirty="0">
                    <a:solidFill>
                      <a:srgbClr val="000000"/>
                    </a:solidFill>
                    <a:effectLst/>
                    <a:latin typeface="Arial"/>
                    <a:ea typeface="Arial"/>
                    <a:cs typeface="Arial"/>
                    <a:sym typeface="Arial"/>
                  </a:rPr>
                  <a:t> for fine-tuning (reduce </a:t>
                </a:r>
                <a14:m>
                  <m:oMath xmlns:m="http://schemas.openxmlformats.org/officeDocument/2006/math">
                    <m:r>
                      <a:rPr lang="en-US" sz="1100" b="0" i="1" u="none" strike="noStrike" cap="none">
                        <a:solidFill>
                          <a:srgbClr val="000000"/>
                        </a:solidFill>
                        <a:latin typeface="Cambria Math" panose="02040503050406030204" pitchFamily="18" charset="0"/>
                        <a:ea typeface="Arial"/>
                        <a:cs typeface="Arial"/>
                        <a:sym typeface="Arial"/>
                      </a:rPr>
                      <m:t>𝜂</m:t>
                    </m:r>
                  </m:oMath>
                </a14:m>
                <a:r>
                  <a:rPr lang="en-US" sz="1100" b="0" i="0" u="none" strike="noStrike" cap="none" dirty="0">
                    <a:solidFill>
                      <a:srgbClr val="000000"/>
                    </a:solidFill>
                    <a:effectLst/>
                    <a:latin typeface="Arial"/>
                    <a:ea typeface="Arial"/>
                    <a:cs typeface="Arial"/>
                    <a:sym typeface="Arial"/>
                  </a:rPr>
                  <a:t>later).</a:t>
                </a:r>
              </a:p>
              <a:p>
                <a:pPr marL="0" lvl="0" indent="0" algn="l" rtl="0">
                  <a:spcBef>
                    <a:spcPts val="0"/>
                  </a:spcBef>
                  <a:spcAft>
                    <a:spcPts val="0"/>
                  </a:spcAft>
                  <a:buNone/>
                </a:pPr>
                <a:endParaRPr lang="en-US" dirty="0"/>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“Learning rate is the #1 knob: too high = unstable, too low = slow.”</a:t>
                </a:r>
              </a:p>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We need a stopping rule so training doesn’t run forever or overfit.</a:t>
                </a:r>
              </a:p>
              <a:p>
                <a:pPr marL="0" lvl="0" indent="0" algn="l" rtl="0">
                  <a:spcBef>
                    <a:spcPts val="0"/>
                  </a:spcBef>
                  <a:spcAft>
                    <a:spcPts val="0"/>
                  </a:spcAft>
                  <a:buNone/>
                </a:pPr>
                <a:endParaRPr lang="en-US" dirty="0"/>
              </a:p>
              <a:p>
                <a:pPr fontAlgn="t"/>
                <a:r>
                  <a:rPr lang="en-GB" sz="1100" b="1" i="0" u="none" strike="noStrike" cap="none" dirty="0">
                    <a:solidFill>
                      <a:srgbClr val="000000"/>
                    </a:solidFill>
                    <a:effectLst/>
                    <a:latin typeface="Arial"/>
                    <a:ea typeface="Arial"/>
                    <a:cs typeface="Arial"/>
                    <a:sym typeface="Arial"/>
                  </a:rPr>
                  <a:t>Gradient magnitude small</a:t>
                </a:r>
                <a:r>
                  <a:rPr lang="en-GB" sz="1100" b="0" i="0" u="none" strike="noStrike" cap="none" dirty="0">
                    <a:solidFill>
                      <a:srgbClr val="000000"/>
                    </a:solidFill>
                    <a:effectLst/>
                    <a:latin typeface="Arial"/>
                    <a:ea typeface="Arial"/>
                    <a:cs typeface="Arial"/>
                    <a:sym typeface="Arial"/>
                  </a:rPr>
                  <a:t>: </a:t>
                </a:r>
                <a14:m>
                  <m:oMath xmlns:m="http://schemas.openxmlformats.org/officeDocument/2006/math">
                    <m:r>
                      <a:rPr lang="en-GB" sz="1100" b="0" i="0" u="none" strike="noStrike" cap="none">
                        <a:solidFill>
                          <a:srgbClr val="000000"/>
                        </a:solidFill>
                        <a:latin typeface="Cambria Math" panose="02040503050406030204" pitchFamily="18" charset="0"/>
                        <a:ea typeface="Arial"/>
                        <a:cs typeface="Arial"/>
                        <a:sym typeface="Arial"/>
                      </a:rPr>
                      <m:t>∥</m:t>
                    </m:r>
                    <m:r>
                      <m:rPr>
                        <m:sty m:val="p"/>
                      </m:rPr>
                      <a:rPr lang="en-GB" sz="1100" b="0" i="0" u="none" strike="noStrike" cap="none">
                        <a:solidFill>
                          <a:srgbClr val="000000"/>
                        </a:solidFill>
                        <a:latin typeface="Cambria Math" panose="02040503050406030204" pitchFamily="18" charset="0"/>
                        <a:ea typeface="Arial"/>
                        <a:cs typeface="Arial"/>
                        <a:sym typeface="Arial"/>
                      </a:rPr>
                      <m:t>∇</m:t>
                    </m:r>
                    <m:r>
                      <a:rPr lang="en-GB" sz="1100" b="0" i="1" u="none" strike="noStrike" cap="none">
                        <a:solidFill>
                          <a:srgbClr val="000000"/>
                        </a:solidFill>
                        <a:latin typeface="Cambria Math" panose="02040503050406030204" pitchFamily="18" charset="0"/>
                        <a:ea typeface="Arial"/>
                        <a:cs typeface="Arial"/>
                        <a:sym typeface="Arial"/>
                      </a:rPr>
                      <m:t>𝐽</m:t>
                    </m:r>
                    <m:r>
                      <a:rPr lang="en-GB" sz="1100" b="0" i="0" u="none" strike="noStrike" cap="none">
                        <a:solidFill>
                          <a:srgbClr val="000000"/>
                        </a:solidFill>
                        <a:latin typeface="Cambria Math" panose="02040503050406030204" pitchFamily="18" charset="0"/>
                        <a:ea typeface="Arial"/>
                        <a:cs typeface="Arial"/>
                        <a:sym typeface="Arial"/>
                      </a:rPr>
                      <m:t>∥&lt;</m:t>
                    </m:r>
                    <m:r>
                      <a:rPr lang="en-GB" sz="1100" b="0" i="1" u="none" strike="noStrike" cap="none">
                        <a:solidFill>
                          <a:srgbClr val="000000"/>
                        </a:solidFill>
                        <a:latin typeface="Cambria Math" panose="02040503050406030204" pitchFamily="18" charset="0"/>
                        <a:ea typeface="Arial"/>
                        <a:cs typeface="Arial"/>
                        <a:sym typeface="Arial"/>
                      </a:rPr>
                      <m:t>𝜖</m:t>
                    </m:r>
                  </m:oMath>
                </a14:m>
                <a:r>
                  <a:rPr lang="en-GB" sz="1100" b="0" i="0" u="none" strike="noStrike" cap="none" dirty="0">
                    <a:solidFill>
                      <a:srgbClr val="000000"/>
                    </a:solidFill>
                    <a:effectLst/>
                    <a:latin typeface="Arial"/>
                    <a:ea typeface="Arial"/>
                    <a:cs typeface="Arial"/>
                    <a:sym typeface="Arial"/>
                  </a:rPr>
                  <a:t>(example </a:t>
                </a:r>
                <a14:m>
                  <m:oMath xmlns:m="http://schemas.openxmlformats.org/officeDocument/2006/math">
                    <m:r>
                      <a:rPr lang="en-GB" sz="1100" b="0" i="1" u="none" strike="noStrike" cap="none">
                        <a:solidFill>
                          <a:srgbClr val="000000"/>
                        </a:solidFill>
                        <a:latin typeface="Cambria Math" panose="02040503050406030204" pitchFamily="18" charset="0"/>
                        <a:ea typeface="Arial"/>
                        <a:cs typeface="Arial"/>
                        <a:sym typeface="Arial"/>
                      </a:rPr>
                      <m:t>𝜖</m:t>
                    </m:r>
                    <m:r>
                      <a:rPr lang="en-GB" sz="1100" b="0" i="0" u="none" strike="noStrike" cap="none">
                        <a:solidFill>
                          <a:srgbClr val="000000"/>
                        </a:solidFill>
                        <a:latin typeface="Cambria Math" panose="02040503050406030204" pitchFamily="18" charset="0"/>
                        <a:ea typeface="Arial"/>
                        <a:cs typeface="Arial"/>
                        <a:sym typeface="Arial"/>
                      </a:rPr>
                      <m:t>=</m:t>
                    </m:r>
                    <m:sSup>
                      <m:sSupPr>
                        <m:ctrlPr>
                          <a:rPr lang="ar-AE" sz="1100" b="0" i="1" u="none" strike="noStrike" cap="none">
                            <a:solidFill>
                              <a:srgbClr val="000000"/>
                            </a:solidFill>
                            <a:latin typeface="Cambria Math" panose="02040503050406030204" pitchFamily="18" charset="0"/>
                            <a:ea typeface="Arial"/>
                            <a:cs typeface="Arial"/>
                            <a:sym typeface="Arial"/>
                          </a:rPr>
                        </m:ctrlPr>
                      </m:sSupPr>
                      <m:e>
                        <m:r>
                          <a:rPr lang="ar-AE" sz="1100" b="0" i="0" u="none" strike="noStrike" cap="none">
                            <a:solidFill>
                              <a:srgbClr val="000000"/>
                            </a:solidFill>
                            <a:latin typeface="Cambria Math" panose="02040503050406030204" pitchFamily="18" charset="0"/>
                            <a:ea typeface="Arial"/>
                            <a:cs typeface="Arial"/>
                            <a:sym typeface="Arial"/>
                          </a:rPr>
                          <m:t>10</m:t>
                        </m:r>
                      </m:e>
                      <m:sup>
                        <m:r>
                          <a:rPr lang="ar-AE" sz="1100" b="0" i="0" u="none" strike="noStrike" cap="none">
                            <a:solidFill>
                              <a:srgbClr val="000000"/>
                            </a:solidFill>
                            <a:latin typeface="Cambria Math" panose="02040503050406030204" pitchFamily="18" charset="0"/>
                            <a:ea typeface="Arial"/>
                            <a:cs typeface="Arial"/>
                            <a:sym typeface="Arial"/>
                          </a:rPr>
                          <m:t>−</m:t>
                        </m:r>
                        <m:r>
                          <a:rPr lang="ar-AE" sz="1100" b="0" i="0" u="none" strike="noStrike" cap="none">
                            <a:solidFill>
                              <a:srgbClr val="000000"/>
                            </a:solidFill>
                            <a:latin typeface="Cambria Math" panose="02040503050406030204" pitchFamily="18" charset="0"/>
                            <a:ea typeface="Arial"/>
                            <a:cs typeface="Arial"/>
                            <a:sym typeface="Arial"/>
                          </a:rPr>
                          <m:t>4</m:t>
                        </m:r>
                      </m:sup>
                    </m:sSup>
                  </m:oMath>
                </a14:m>
                <a:r>
                  <a:rPr lang="ar-AE" sz="1100" b="0" i="0" u="none" strike="noStrike" cap="none" dirty="0">
                    <a:solidFill>
                      <a:srgbClr val="000000"/>
                    </a:solidFill>
                    <a:effectLst/>
                    <a:latin typeface="Arial"/>
                    <a:ea typeface="Arial"/>
                    <a:cs typeface="Arial"/>
                    <a:sym typeface="Arial"/>
                  </a:rPr>
                  <a:t>).</a:t>
                </a:r>
                <a:br>
                  <a:rPr lang="ar-AE" sz="1100" b="0" i="0" u="none" strike="noStrike" cap="none" dirty="0">
                    <a:solidFill>
                      <a:srgbClr val="000000"/>
                    </a:solidFill>
                    <a:effectLst/>
                    <a:latin typeface="Arial"/>
                    <a:ea typeface="Arial"/>
                    <a:cs typeface="Arial"/>
                    <a:sym typeface="Arial"/>
                  </a:rPr>
                </a:br>
                <a:r>
                  <a:rPr lang="en-GB" sz="1100" b="1" i="0" u="none" strike="noStrike" cap="none" dirty="0">
                    <a:solidFill>
                      <a:srgbClr val="000000"/>
                    </a:solidFill>
                    <a:effectLst/>
                    <a:latin typeface="Arial"/>
                    <a:ea typeface="Arial"/>
                    <a:cs typeface="Arial"/>
                    <a:sym typeface="Arial"/>
                  </a:rPr>
                  <a:t>Simple meaning:</a:t>
                </a:r>
                <a:r>
                  <a:rPr lang="en-GB" sz="1100" b="0" i="0" u="none" strike="noStrike" cap="none" dirty="0">
                    <a:solidFill>
                      <a:srgbClr val="000000"/>
                    </a:solidFill>
                    <a:effectLst/>
                    <a:latin typeface="Arial"/>
                    <a:ea typeface="Arial"/>
                    <a:cs typeface="Arial"/>
                    <a:sym typeface="Arial"/>
                  </a:rPr>
                  <a:t> “The slope is almost flat now — we’re near the bottom.”</a:t>
                </a:r>
              </a:p>
              <a:p>
                <a:pPr fontAlgn="t"/>
                <a:r>
                  <a:rPr lang="en-GB" sz="1100" b="1" i="0" u="none" strike="noStrike" cap="none" dirty="0">
                    <a:solidFill>
                      <a:srgbClr val="000000"/>
                    </a:solidFill>
                    <a:effectLst/>
                    <a:latin typeface="Arial"/>
                    <a:ea typeface="Arial"/>
                    <a:cs typeface="Arial"/>
                    <a:sym typeface="Arial"/>
                  </a:rPr>
                  <a:t>Loss change small</a:t>
                </a:r>
                <a:r>
                  <a:rPr lang="en-GB" sz="1100" b="0" i="0" u="none" strike="noStrike" cap="none" dirty="0">
                    <a:solidFill>
                      <a:srgbClr val="000000"/>
                    </a:solidFill>
                    <a:effectLst/>
                    <a:latin typeface="Arial"/>
                    <a:ea typeface="Arial"/>
                    <a:cs typeface="Arial"/>
                    <a:sym typeface="Arial"/>
                  </a:rPr>
                  <a:t>: </a:t>
                </a:r>
                <a14:m>
                  <m:oMath xmlns:m="http://schemas.openxmlformats.org/officeDocument/2006/math">
                    <m:r>
                      <a:rPr lang="en-GB" sz="1100" b="0" i="0" u="none" strike="noStrike" cap="none">
                        <a:solidFill>
                          <a:srgbClr val="000000"/>
                        </a:solidFill>
                        <a:latin typeface="Cambria Math" panose="02040503050406030204" pitchFamily="18" charset="0"/>
                        <a:ea typeface="Arial"/>
                        <a:cs typeface="Arial"/>
                        <a:sym typeface="Arial"/>
                      </a:rPr>
                      <m:t>∣</m:t>
                    </m:r>
                    <m:sSup>
                      <m:sSupPr>
                        <m:ctrlPr>
                          <a:rPr lang="ar-AE" sz="1100" b="0" i="1" u="none" strike="noStrike" cap="none">
                            <a:solidFill>
                              <a:srgbClr val="000000"/>
                            </a:solidFill>
                            <a:latin typeface="Cambria Math" panose="02040503050406030204" pitchFamily="18" charset="0"/>
                            <a:ea typeface="Arial"/>
                            <a:cs typeface="Arial"/>
                            <a:sym typeface="Arial"/>
                          </a:rPr>
                        </m:ctrlPr>
                      </m:sSupPr>
                      <m:e>
                        <m:r>
                          <a:rPr lang="ar-AE" sz="1100" b="0" i="1" u="none" strike="noStrike" cap="none">
                            <a:solidFill>
                              <a:srgbClr val="000000"/>
                            </a:solidFill>
                            <a:latin typeface="Cambria Math" panose="02040503050406030204" pitchFamily="18" charset="0"/>
                            <a:ea typeface="Arial"/>
                            <a:cs typeface="Arial"/>
                            <a:sym typeface="Arial"/>
                          </a:rPr>
                          <m:t>𝐽</m:t>
                        </m:r>
                      </m:e>
                      <m:sup>
                        <m:d>
                          <m:dPr>
                            <m:ctrlPr>
                              <a:rPr lang="ar-AE" sz="1100" b="0" i="1" u="none" strike="noStrike" cap="none">
                                <a:solidFill>
                                  <a:srgbClr val="000000"/>
                                </a:solidFill>
                                <a:latin typeface="Cambria Math" panose="02040503050406030204" pitchFamily="18" charset="0"/>
                                <a:ea typeface="Arial"/>
                                <a:cs typeface="Arial"/>
                                <a:sym typeface="Arial"/>
                              </a:rPr>
                            </m:ctrlPr>
                          </m:dPr>
                          <m:e>
                            <m:r>
                              <a:rPr lang="ar-AE" sz="1100" b="0" i="1" u="none" strike="noStrike" cap="none">
                                <a:solidFill>
                                  <a:srgbClr val="000000"/>
                                </a:solidFill>
                                <a:latin typeface="Cambria Math" panose="02040503050406030204" pitchFamily="18" charset="0"/>
                                <a:ea typeface="Arial"/>
                                <a:cs typeface="Arial"/>
                                <a:sym typeface="Arial"/>
                              </a:rPr>
                              <m:t>𝑡</m:t>
                            </m:r>
                          </m:e>
                        </m:d>
                      </m:sup>
                    </m:sSup>
                    <m:r>
                      <a:rPr lang="ar-AE" sz="1100" b="0" i="0" u="none" strike="noStrike" cap="none">
                        <a:solidFill>
                          <a:srgbClr val="000000"/>
                        </a:solidFill>
                        <a:latin typeface="Cambria Math" panose="02040503050406030204" pitchFamily="18" charset="0"/>
                        <a:ea typeface="Arial"/>
                        <a:cs typeface="Arial"/>
                        <a:sym typeface="Arial"/>
                      </a:rPr>
                      <m:t>−</m:t>
                    </m:r>
                    <m:sSup>
                      <m:sSupPr>
                        <m:ctrlPr>
                          <a:rPr lang="ar-AE" sz="1100" b="0" i="1" u="none" strike="noStrike" cap="none">
                            <a:solidFill>
                              <a:srgbClr val="000000"/>
                            </a:solidFill>
                            <a:latin typeface="Cambria Math" panose="02040503050406030204" pitchFamily="18" charset="0"/>
                            <a:ea typeface="Arial"/>
                            <a:cs typeface="Arial"/>
                            <a:sym typeface="Arial"/>
                          </a:rPr>
                        </m:ctrlPr>
                      </m:sSupPr>
                      <m:e>
                        <m:r>
                          <a:rPr lang="ar-AE" sz="1100" b="0" i="1" u="none" strike="noStrike" cap="none">
                            <a:solidFill>
                              <a:srgbClr val="000000"/>
                            </a:solidFill>
                            <a:latin typeface="Cambria Math" panose="02040503050406030204" pitchFamily="18" charset="0"/>
                            <a:ea typeface="Arial"/>
                            <a:cs typeface="Arial"/>
                            <a:sym typeface="Arial"/>
                          </a:rPr>
                          <m:t>𝐽</m:t>
                        </m:r>
                      </m:e>
                      <m:sup>
                        <m:d>
                          <m:dPr>
                            <m:ctrlPr>
                              <a:rPr lang="ar-AE" sz="1100" b="0" i="1" u="none" strike="noStrike" cap="none">
                                <a:solidFill>
                                  <a:srgbClr val="000000"/>
                                </a:solidFill>
                                <a:latin typeface="Cambria Math" panose="02040503050406030204" pitchFamily="18" charset="0"/>
                                <a:ea typeface="Arial"/>
                                <a:cs typeface="Arial"/>
                                <a:sym typeface="Arial"/>
                              </a:rPr>
                            </m:ctrlPr>
                          </m:dPr>
                          <m:e>
                            <m:r>
                              <a:rPr lang="ar-AE" sz="1100" b="0" i="1" u="none" strike="noStrike" cap="none">
                                <a:solidFill>
                                  <a:srgbClr val="000000"/>
                                </a:solidFill>
                                <a:latin typeface="Cambria Math" panose="02040503050406030204" pitchFamily="18" charset="0"/>
                                <a:ea typeface="Arial"/>
                                <a:cs typeface="Arial"/>
                                <a:sym typeface="Arial"/>
                              </a:rPr>
                              <m:t>𝑡</m:t>
                            </m:r>
                            <m:r>
                              <a:rPr lang="ar-AE" sz="1100" b="0" i="0" u="none" strike="noStrike" cap="none">
                                <a:solidFill>
                                  <a:srgbClr val="000000"/>
                                </a:solidFill>
                                <a:latin typeface="Cambria Math" panose="02040503050406030204" pitchFamily="18" charset="0"/>
                                <a:ea typeface="Arial"/>
                                <a:cs typeface="Arial"/>
                                <a:sym typeface="Arial"/>
                              </a:rPr>
                              <m:t>−</m:t>
                            </m:r>
                            <m:r>
                              <a:rPr lang="ar-AE" sz="1100" b="0" i="0" u="none" strike="noStrike" cap="none">
                                <a:solidFill>
                                  <a:srgbClr val="000000"/>
                                </a:solidFill>
                                <a:latin typeface="Cambria Math" panose="02040503050406030204" pitchFamily="18" charset="0"/>
                                <a:ea typeface="Arial"/>
                                <a:cs typeface="Arial"/>
                                <a:sym typeface="Arial"/>
                              </a:rPr>
                              <m:t>1</m:t>
                            </m:r>
                          </m:e>
                        </m:d>
                      </m:sup>
                    </m:sSup>
                    <m:r>
                      <a:rPr lang="ar-AE" sz="1100" b="0" i="0" u="none" strike="noStrike" cap="none">
                        <a:solidFill>
                          <a:srgbClr val="000000"/>
                        </a:solidFill>
                        <a:latin typeface="Cambria Math" panose="02040503050406030204" pitchFamily="18" charset="0"/>
                        <a:ea typeface="Arial"/>
                        <a:cs typeface="Arial"/>
                        <a:sym typeface="Arial"/>
                      </a:rPr>
                      <m:t>∣&lt;</m:t>
                    </m:r>
                    <m:r>
                      <a:rPr lang="ar-AE" sz="1100" b="0" i="1" u="none" strike="noStrike" cap="none">
                        <a:solidFill>
                          <a:srgbClr val="000000"/>
                        </a:solidFill>
                        <a:latin typeface="Cambria Math" panose="02040503050406030204" pitchFamily="18" charset="0"/>
                        <a:ea typeface="Arial"/>
                        <a:cs typeface="Arial"/>
                        <a:sym typeface="Arial"/>
                      </a:rPr>
                      <m:t>𝜖</m:t>
                    </m:r>
                  </m:oMath>
                </a14:m>
                <a:r>
                  <a:rPr lang="ar-AE" sz="1100" b="0" i="0" u="none" strike="noStrike" cap="none" dirty="0">
                    <a:solidFill>
                      <a:srgbClr val="000000"/>
                    </a:solidFill>
                    <a:effectLst/>
                    <a:latin typeface="Arial"/>
                    <a:ea typeface="Arial"/>
                    <a:cs typeface="Arial"/>
                    <a:sym typeface="Arial"/>
                  </a:rPr>
                  <a:t>.</a:t>
                </a:r>
                <a:br>
                  <a:rPr lang="ar-AE" sz="1100" b="0" i="0" u="none" strike="noStrike" cap="none" dirty="0">
                    <a:solidFill>
                      <a:srgbClr val="000000"/>
                    </a:solidFill>
                    <a:effectLst/>
                    <a:latin typeface="Arial"/>
                    <a:ea typeface="Arial"/>
                    <a:cs typeface="Arial"/>
                    <a:sym typeface="Arial"/>
                  </a:rPr>
                </a:br>
                <a:r>
                  <a:rPr lang="en-GB" sz="1100" b="1" i="0" u="none" strike="noStrike" cap="none" dirty="0">
                    <a:solidFill>
                      <a:srgbClr val="000000"/>
                    </a:solidFill>
                    <a:effectLst/>
                    <a:latin typeface="Arial"/>
                    <a:ea typeface="Arial"/>
                    <a:cs typeface="Arial"/>
                    <a:sym typeface="Arial"/>
                  </a:rPr>
                  <a:t>Simple meaning:</a:t>
                </a:r>
                <a:r>
                  <a:rPr lang="en-GB" sz="1100" b="0" i="0" u="none" strike="noStrike" cap="none" dirty="0">
                    <a:solidFill>
                      <a:srgbClr val="000000"/>
                    </a:solidFill>
                    <a:effectLst/>
                    <a:latin typeface="Arial"/>
                    <a:ea typeface="Arial"/>
                    <a:cs typeface="Arial"/>
                    <a:sym typeface="Arial"/>
                  </a:rPr>
                  <a:t> “Loss is not improving anymore.”</a:t>
                </a:r>
              </a:p>
              <a:p>
                <a:pPr fontAlgn="t"/>
                <a:r>
                  <a:rPr lang="en-GB" sz="1100" b="1" i="0" u="none" strike="noStrike" cap="none" dirty="0">
                    <a:solidFill>
                      <a:srgbClr val="000000"/>
                    </a:solidFill>
                    <a:effectLst/>
                    <a:latin typeface="Arial"/>
                    <a:ea typeface="Arial"/>
                    <a:cs typeface="Arial"/>
                    <a:sym typeface="Arial"/>
                  </a:rPr>
                  <a:t>Max iterations reached</a:t>
                </a:r>
                <a:r>
                  <a:rPr lang="en-GB" sz="1100" b="0" i="0" u="none" strike="noStrike" cap="none" dirty="0">
                    <a:solidFill>
                      <a:srgbClr val="000000"/>
                    </a:solidFill>
                    <a:effectLst/>
                    <a:latin typeface="Arial"/>
                    <a:ea typeface="Arial"/>
                    <a:cs typeface="Arial"/>
                    <a:sym typeface="Arial"/>
                  </a:rPr>
                  <a:t>: e.g., </a:t>
                </a:r>
                <a14:m>
                  <m:oMath xmlns:m="http://schemas.openxmlformats.org/officeDocument/2006/math">
                    <m:r>
                      <a:rPr lang="en-GB" sz="1100" b="0" i="1" u="none" strike="noStrike" cap="none">
                        <a:solidFill>
                          <a:srgbClr val="000000"/>
                        </a:solidFill>
                        <a:latin typeface="Cambria Math" panose="02040503050406030204" pitchFamily="18" charset="0"/>
                        <a:ea typeface="Arial"/>
                        <a:cs typeface="Arial"/>
                        <a:sym typeface="Arial"/>
                      </a:rPr>
                      <m:t>𝑇</m:t>
                    </m:r>
                    <m:r>
                      <a:rPr lang="en-GB" sz="1100" b="0" i="0" u="none" strike="noStrike" cap="none">
                        <a:solidFill>
                          <a:srgbClr val="000000"/>
                        </a:solidFill>
                        <a:latin typeface="Cambria Math" panose="02040503050406030204" pitchFamily="18" charset="0"/>
                        <a:ea typeface="Arial"/>
                        <a:cs typeface="Arial"/>
                        <a:sym typeface="Arial"/>
                      </a:rPr>
                      <m:t>=</m:t>
                    </m:r>
                    <m:r>
                      <a:rPr lang="en-GB" sz="1100" b="0" i="0" u="none" strike="noStrike" cap="none">
                        <a:solidFill>
                          <a:srgbClr val="000000"/>
                        </a:solidFill>
                        <a:latin typeface="Cambria Math" panose="02040503050406030204" pitchFamily="18" charset="0"/>
                        <a:ea typeface="Arial"/>
                        <a:cs typeface="Arial"/>
                        <a:sym typeface="Arial"/>
                      </a:rPr>
                      <m:t>1000</m:t>
                    </m:r>
                  </m:oMath>
                </a14:m>
                <a:r>
                  <a:rPr lang="en-GB" sz="1100" b="0" i="0" u="none" strike="noStrike" cap="none" dirty="0">
                    <a:solidFill>
                      <a:srgbClr val="000000"/>
                    </a:solidFill>
                    <a:effectLst/>
                    <a:latin typeface="Arial"/>
                    <a:ea typeface="Arial"/>
                    <a:cs typeface="Arial"/>
                    <a:sym typeface="Arial"/>
                  </a:rPr>
                  <a:t>or </a:t>
                </a:r>
                <a14:m>
                  <m:oMath xmlns:m="http://schemas.openxmlformats.org/officeDocument/2006/math">
                    <m:r>
                      <a:rPr lang="en-GB" sz="1100" b="0" i="0" u="none" strike="noStrike" cap="none">
                        <a:solidFill>
                          <a:srgbClr val="000000"/>
                        </a:solidFill>
                        <a:latin typeface="Cambria Math" panose="02040503050406030204" pitchFamily="18" charset="0"/>
                        <a:ea typeface="Arial"/>
                        <a:cs typeface="Arial"/>
                        <a:sym typeface="Arial"/>
                      </a:rPr>
                      <m:t>10</m:t>
                    </m:r>
                    <m:r>
                      <a:rPr lang="en-GB" sz="1100" b="0" i="0" u="none" strike="noStrike" cap="none">
                        <a:solidFill>
                          <a:srgbClr val="000000"/>
                        </a:solidFill>
                        <a:latin typeface="Cambria Math" panose="02040503050406030204" pitchFamily="18" charset="0"/>
                        <a:ea typeface="Arial"/>
                        <a:cs typeface="Arial"/>
                        <a:sym typeface="Arial"/>
                      </a:rPr>
                      <m:t>,</m:t>
                    </m:r>
                    <m:r>
                      <a:rPr lang="en-GB" sz="1100" b="0" i="0" u="none" strike="noStrike" cap="none">
                        <a:solidFill>
                          <a:srgbClr val="000000"/>
                        </a:solidFill>
                        <a:latin typeface="Cambria Math" panose="02040503050406030204" pitchFamily="18" charset="0"/>
                        <a:ea typeface="Arial"/>
                        <a:cs typeface="Arial"/>
                        <a:sym typeface="Arial"/>
                      </a:rPr>
                      <m:t>000</m:t>
                    </m:r>
                  </m:oMath>
                </a14:m>
                <a:r>
                  <a:rPr lang="en-GB" sz="1100" b="0" i="0" u="none" strike="noStrike" cap="none" dirty="0">
                    <a:solidFill>
                      <a:srgbClr val="000000"/>
                    </a:solidFill>
                    <a:effectLst/>
                    <a:latin typeface="Arial"/>
                    <a:ea typeface="Arial"/>
                    <a:cs typeface="Arial"/>
                    <a:sym typeface="Arial"/>
                  </a:rPr>
                  <a:t>.</a:t>
                </a:r>
                <a:br>
                  <a:rPr lang="en-GB" sz="1100" b="0" i="0" u="none" strike="noStrike" cap="none" dirty="0">
                    <a:solidFill>
                      <a:srgbClr val="000000"/>
                    </a:solidFill>
                    <a:effectLst/>
                    <a:latin typeface="Arial"/>
                    <a:ea typeface="Arial"/>
                    <a:cs typeface="Arial"/>
                    <a:sym typeface="Arial"/>
                  </a:rPr>
                </a:br>
                <a:r>
                  <a:rPr lang="en-GB" sz="1100" b="1" i="0" u="none" strike="noStrike" cap="none" dirty="0">
                    <a:solidFill>
                      <a:srgbClr val="000000"/>
                    </a:solidFill>
                    <a:effectLst/>
                    <a:latin typeface="Arial"/>
                    <a:ea typeface="Arial"/>
                    <a:cs typeface="Arial"/>
                    <a:sym typeface="Arial"/>
                  </a:rPr>
                  <a:t>Simple meaning:</a:t>
                </a:r>
                <a:r>
                  <a:rPr lang="en-GB" sz="1100" b="0" i="0" u="none" strike="noStrike" cap="none" dirty="0">
                    <a:solidFill>
                      <a:srgbClr val="000000"/>
                    </a:solidFill>
                    <a:effectLst/>
                    <a:latin typeface="Arial"/>
                    <a:ea typeface="Arial"/>
                    <a:cs typeface="Arial"/>
                    <a:sym typeface="Arial"/>
                  </a:rPr>
                  <a:t> “We cap compute time.”</a:t>
                </a:r>
              </a:p>
              <a:p>
                <a:pPr fontAlgn="t"/>
                <a:r>
                  <a:rPr lang="en-GB" sz="1100" b="1" i="0" u="none" strike="noStrike" cap="none" dirty="0">
                    <a:solidFill>
                      <a:srgbClr val="000000"/>
                    </a:solidFill>
                    <a:effectLst/>
                    <a:latin typeface="Arial"/>
                    <a:ea typeface="Arial"/>
                    <a:cs typeface="Arial"/>
                    <a:sym typeface="Arial"/>
                  </a:rPr>
                  <a:t>Validation loss starts increasing</a:t>
                </a:r>
                <a:r>
                  <a:rPr lang="en-GB" sz="1100" b="0" i="0" u="none" strike="noStrike" cap="none" dirty="0">
                    <a:solidFill>
                      <a:srgbClr val="000000"/>
                    </a:solidFill>
                    <a:effectLst/>
                    <a:latin typeface="Arial"/>
                    <a:ea typeface="Arial"/>
                    <a:cs typeface="Arial"/>
                    <a:sym typeface="Arial"/>
                  </a:rPr>
                  <a:t> → early stopping (overfitting warning).</a:t>
                </a:r>
                <a:br>
                  <a:rPr lang="en-GB" sz="1100" b="0" i="0" u="none" strike="noStrike" cap="none" dirty="0">
                    <a:solidFill>
                      <a:srgbClr val="000000"/>
                    </a:solidFill>
                    <a:effectLst/>
                    <a:latin typeface="Arial"/>
                    <a:ea typeface="Arial"/>
                    <a:cs typeface="Arial"/>
                    <a:sym typeface="Arial"/>
                  </a:rPr>
                </a:br>
                <a:r>
                  <a:rPr lang="en-GB" sz="1100" b="1" i="0" u="none" strike="noStrike" cap="none" dirty="0">
                    <a:solidFill>
                      <a:srgbClr val="000000"/>
                    </a:solidFill>
                    <a:effectLst/>
                    <a:latin typeface="Arial"/>
                    <a:ea typeface="Arial"/>
                    <a:cs typeface="Arial"/>
                    <a:sym typeface="Arial"/>
                  </a:rPr>
                  <a:t>Simple meaning:</a:t>
                </a:r>
                <a:r>
                  <a:rPr lang="en-GB" sz="1100" b="0" i="0" u="none" strike="noStrike" cap="none" dirty="0">
                    <a:solidFill>
                      <a:srgbClr val="000000"/>
                    </a:solidFill>
                    <a:effectLst/>
                    <a:latin typeface="Arial"/>
                    <a:ea typeface="Arial"/>
                    <a:cs typeface="Arial"/>
                    <a:sym typeface="Arial"/>
                  </a:rPr>
                  <a:t> “Model is starting to memorize training; stop before it gets worse on unseen data.”</a:t>
                </a:r>
              </a:p>
              <a:p>
                <a:pPr marL="0" lvl="0" indent="0" algn="l" rtl="0">
                  <a:spcBef>
                    <a:spcPts val="0"/>
                  </a:spcBef>
                  <a:spcAft>
                    <a:spcPts val="0"/>
                  </a:spcAft>
                  <a:buNone/>
                </a:pPr>
                <a:endParaRPr lang="en-US" dirty="0"/>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“We stop when improvement becomes tiny, or when validation starts getting worse.”</a:t>
                </a:r>
              </a:p>
              <a:p>
                <a:pPr marL="0" lvl="0" indent="0" algn="l" rtl="0">
                  <a:spcBef>
                    <a:spcPts val="0"/>
                  </a:spcBef>
                  <a:spcAft>
                    <a:spcPts val="0"/>
                  </a:spcAft>
                  <a:buNone/>
                </a:pPr>
                <a:endParaRPr lang="en-US" dirty="0"/>
              </a:p>
            </p:txBody>
          </p:sp>
        </mc:Choice>
        <mc:Fallback xmlns="">
          <p:sp>
            <p:nvSpPr>
              <p:cNvPr id="833" name="Google Shape;833;p39: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η is the </a:t>
                </a:r>
                <a:r>
                  <a:rPr lang="en-US" sz="1100" b="1" i="0" u="none" strike="noStrike" cap="none" dirty="0">
                    <a:solidFill>
                      <a:srgbClr val="000000"/>
                    </a:solidFill>
                    <a:effectLst/>
                    <a:latin typeface="Arial"/>
                    <a:ea typeface="Arial"/>
                    <a:cs typeface="Arial"/>
                    <a:sym typeface="Arial"/>
                  </a:rPr>
                  <a:t>step size</a:t>
                </a:r>
                <a:r>
                  <a:rPr lang="en-US" sz="1100" b="0" i="0" u="none" strike="noStrike" cap="none" dirty="0">
                    <a:solidFill>
                      <a:srgbClr val="000000"/>
                    </a:solidFill>
                    <a:effectLst/>
                    <a:latin typeface="Arial"/>
                    <a:ea typeface="Arial"/>
                    <a:cs typeface="Arial"/>
                    <a:sym typeface="Arial"/>
                  </a:rPr>
                  <a:t> in gradient descent: how big a jump we take each update. </a:t>
                </a:r>
              </a:p>
              <a:p>
                <a:pPr fontAlgn="t"/>
                <a:r>
                  <a:rPr lang="en-US" sz="1100" b="0" i="0" u="none" strike="noStrike" cap="none" dirty="0">
                    <a:solidFill>
                      <a:srgbClr val="000000"/>
                    </a:solidFill>
                    <a:effectLst/>
                    <a:latin typeface="Arial"/>
                    <a:ea typeface="Arial"/>
                    <a:cs typeface="Arial"/>
                    <a:sym typeface="Arial"/>
                  </a:rPr>
                  <a:t>If your steps are </a:t>
                </a:r>
                <a:r>
                  <a:rPr lang="en-US" sz="1100" b="1" i="0" u="none" strike="noStrike" cap="none" dirty="0">
                    <a:solidFill>
                      <a:srgbClr val="000000"/>
                    </a:solidFill>
                    <a:effectLst/>
                    <a:latin typeface="Arial"/>
                    <a:ea typeface="Arial"/>
                    <a:cs typeface="Arial"/>
                    <a:sym typeface="Arial"/>
                  </a:rPr>
                  <a:t>too big</a:t>
                </a:r>
                <a:r>
                  <a:rPr lang="en-US" sz="1100" b="0" i="0" u="none" strike="noStrike" cap="none" dirty="0">
                    <a:solidFill>
                      <a:srgbClr val="000000"/>
                    </a:solidFill>
                    <a:effectLst/>
                    <a:latin typeface="Arial"/>
                    <a:ea typeface="Arial"/>
                    <a:cs typeface="Arial"/>
                    <a:sym typeface="Arial"/>
                  </a:rPr>
                  <a:t>, you overshoot and bounce around (or blow up).</a:t>
                </a:r>
              </a:p>
              <a:p>
                <a:pPr fontAlgn="t"/>
                <a:r>
                  <a:rPr lang="en-US" sz="1100" b="0" i="0" u="none" strike="noStrike" cap="none" dirty="0">
                    <a:solidFill>
                      <a:srgbClr val="000000"/>
                    </a:solidFill>
                    <a:effectLst/>
                    <a:latin typeface="Arial"/>
                    <a:ea typeface="Arial"/>
                    <a:cs typeface="Arial"/>
                    <a:sym typeface="Arial"/>
                  </a:rPr>
                  <a:t>If your steps are </a:t>
                </a:r>
                <a:r>
                  <a:rPr lang="en-US" sz="1100" b="1" i="0" u="none" strike="noStrike" cap="none" dirty="0">
                    <a:solidFill>
                      <a:srgbClr val="000000"/>
                    </a:solidFill>
                    <a:effectLst/>
                    <a:latin typeface="Arial"/>
                    <a:ea typeface="Arial"/>
                    <a:cs typeface="Arial"/>
                    <a:sym typeface="Arial"/>
                  </a:rPr>
                  <a:t>too small</a:t>
                </a:r>
                <a:r>
                  <a:rPr lang="en-US" sz="1100" b="0" i="0" u="none" strike="noStrike" cap="none" dirty="0">
                    <a:solidFill>
                      <a:srgbClr val="000000"/>
                    </a:solidFill>
                    <a:effectLst/>
                    <a:latin typeface="Arial"/>
                    <a:ea typeface="Arial"/>
                    <a:cs typeface="Arial"/>
                    <a:sym typeface="Arial"/>
                  </a:rPr>
                  <a:t>, you take forever.”</a:t>
                </a:r>
              </a:p>
              <a:p>
                <a:pPr marL="0" lvl="0" indent="0" algn="l" rtl="0">
                  <a:spcBef>
                    <a:spcPts val="0"/>
                  </a:spcBef>
                  <a:spcAft>
                    <a:spcPts val="0"/>
                  </a:spcAft>
                  <a:buNone/>
                </a:pPr>
                <a:endParaRPr lang="en-US" dirty="0"/>
              </a:p>
              <a:p>
                <a:pPr fontAlgn="t"/>
                <a:r>
                  <a:rPr lang="en-US" sz="1100" b="1" i="0" u="none" strike="noStrike" cap="none" dirty="0">
                    <a:solidFill>
                      <a:srgbClr val="000000"/>
                    </a:solidFill>
                    <a:effectLst/>
                    <a:latin typeface="Arial"/>
                    <a:ea typeface="Arial"/>
                    <a:cs typeface="Arial"/>
                    <a:sym typeface="Arial"/>
                  </a:rPr>
                  <a:t>Plot loss vs iterations</a:t>
                </a:r>
                <a:r>
                  <a:rPr lang="en-US" sz="1100" b="0" i="0" u="none" strike="noStrike" cap="none" dirty="0">
                    <a:solidFill>
                      <a:srgbClr val="000000"/>
                    </a:solidFill>
                    <a:effectLst/>
                    <a:latin typeface="Arial"/>
                    <a:ea typeface="Arial"/>
                    <a:cs typeface="Arial"/>
                    <a:sym typeface="Arial"/>
                  </a:rPr>
                  <a:t> for each learning rate and compare.</a:t>
                </a:r>
              </a:p>
              <a:p>
                <a:pPr fontAlgn="t"/>
                <a:r>
                  <a:rPr lang="en-US" sz="1100" b="0" i="0" u="none" strike="noStrike" cap="none" dirty="0">
                    <a:solidFill>
                      <a:srgbClr val="000000"/>
                    </a:solidFill>
                    <a:effectLst/>
                    <a:latin typeface="Arial"/>
                    <a:ea typeface="Arial"/>
                    <a:cs typeface="Arial"/>
                    <a:sym typeface="Arial"/>
                  </a:rPr>
                  <a:t>If </a:t>
                </a:r>
                <a:r>
                  <a:rPr lang="en-US" sz="1100" b="1" i="0" u="none" strike="noStrike" cap="none" dirty="0">
                    <a:solidFill>
                      <a:srgbClr val="000000"/>
                    </a:solidFill>
                    <a:effectLst/>
                    <a:latin typeface="Arial"/>
                    <a:ea typeface="Arial"/>
                    <a:cs typeface="Arial"/>
                    <a:sym typeface="Arial"/>
                  </a:rPr>
                  <a:t>loss increases</a:t>
                </a:r>
                <a:r>
                  <a:rPr lang="en-US" sz="1100" b="0" i="0" u="none" strike="noStrike" cap="none" dirty="0">
                    <a:solidFill>
                      <a:srgbClr val="000000"/>
                    </a:solidFill>
                    <a:effectLst/>
                    <a:latin typeface="Arial"/>
                    <a:ea typeface="Arial"/>
                    <a:cs typeface="Arial"/>
                    <a:sym typeface="Arial"/>
                  </a:rPr>
                  <a:t> or becomes </a:t>
                </a:r>
                <a:r>
                  <a:rPr lang="en-US" sz="1100" b="1" i="0" u="none" strike="noStrike" cap="none" dirty="0" err="1">
                    <a:solidFill>
                      <a:srgbClr val="000000"/>
                    </a:solidFill>
                    <a:effectLst/>
                    <a:latin typeface="Arial"/>
                    <a:ea typeface="Arial"/>
                    <a:cs typeface="Arial"/>
                    <a:sym typeface="Arial"/>
                  </a:rPr>
                  <a:t>NaN</a:t>
                </a:r>
                <a:r>
                  <a:rPr lang="en-US" sz="1100" b="0" i="0" u="none" strike="noStrike" cap="none" dirty="0">
                    <a:solidFill>
                      <a:srgbClr val="000000"/>
                    </a:solidFill>
                    <a:effectLst/>
                    <a:latin typeface="Arial"/>
                    <a:ea typeface="Arial"/>
                    <a:cs typeface="Arial"/>
                    <a:sym typeface="Arial"/>
                  </a:rPr>
                  <a:t>, it usually means steps are too big → </a:t>
                </a:r>
                <a:r>
                  <a:rPr lang="en-US" sz="1100" b="1" i="0" u="none" strike="noStrike" cap="none" dirty="0">
                    <a:solidFill>
                      <a:srgbClr val="000000"/>
                    </a:solidFill>
                    <a:effectLst/>
                    <a:latin typeface="Arial"/>
                    <a:ea typeface="Arial"/>
                    <a:cs typeface="Arial"/>
                    <a:sym typeface="Arial"/>
                  </a:rPr>
                  <a:t>decrease </a:t>
                </a:r>
                <a:r>
                  <a:rPr lang="en-US" sz="1100" b="0" i="0" u="none" strike="noStrike" cap="none">
                    <a:solidFill>
                      <a:srgbClr val="000000"/>
                    </a:solidFill>
                    <a:latin typeface="Arial"/>
                    <a:ea typeface="Arial"/>
                    <a:cs typeface="Arial"/>
                    <a:sym typeface="Arial"/>
                  </a:rPr>
                  <a:t>𝜂</a:t>
                </a:r>
                <a:r>
                  <a:rPr lang="en-US" sz="1100" b="0" i="0" u="none" strike="noStrike" cap="none" dirty="0">
                    <a:solidFill>
                      <a:srgbClr val="000000"/>
                    </a:solidFill>
                    <a:effectLst/>
                    <a:latin typeface="Arial"/>
                    <a:ea typeface="Arial"/>
                    <a:cs typeface="Arial"/>
                    <a:sym typeface="Arial"/>
                  </a:rPr>
                  <a:t>.</a:t>
                </a:r>
              </a:p>
              <a:p>
                <a:pPr fontAlgn="t"/>
                <a:r>
                  <a:rPr lang="en-US" sz="1100" b="0" i="0" u="none" strike="noStrike" cap="none" dirty="0">
                    <a:solidFill>
                      <a:srgbClr val="000000"/>
                    </a:solidFill>
                    <a:effectLst/>
                    <a:latin typeface="Arial"/>
                    <a:ea typeface="Arial"/>
                    <a:cs typeface="Arial"/>
                    <a:sym typeface="Arial"/>
                  </a:rPr>
                  <a:t>If convergence is </a:t>
                </a:r>
                <a:r>
                  <a:rPr lang="en-US" sz="1100" b="1" i="0" u="none" strike="noStrike" cap="none" dirty="0">
                    <a:solidFill>
                      <a:srgbClr val="000000"/>
                    </a:solidFill>
                    <a:effectLst/>
                    <a:latin typeface="Arial"/>
                    <a:ea typeface="Arial"/>
                    <a:cs typeface="Arial"/>
                    <a:sym typeface="Arial"/>
                  </a:rPr>
                  <a:t>too slow</a:t>
                </a:r>
                <a:r>
                  <a:rPr lang="en-US" sz="1100" b="0" i="0" u="none" strike="noStrike" cap="none" dirty="0">
                    <a:solidFill>
                      <a:srgbClr val="000000"/>
                    </a:solidFill>
                    <a:effectLst/>
                    <a:latin typeface="Arial"/>
                    <a:ea typeface="Arial"/>
                    <a:cs typeface="Arial"/>
                    <a:sym typeface="Arial"/>
                  </a:rPr>
                  <a:t>, increase </a:t>
                </a:r>
                <a:r>
                  <a:rPr lang="en-US" sz="1100" b="0" i="0" u="none" strike="noStrike" cap="none">
                    <a:solidFill>
                      <a:srgbClr val="000000"/>
                    </a:solidFill>
                    <a:latin typeface="Arial"/>
                    <a:ea typeface="Arial"/>
                    <a:cs typeface="Arial"/>
                    <a:sym typeface="Arial"/>
                  </a:rPr>
                  <a:t>𝜂</a:t>
                </a:r>
                <a:r>
                  <a:rPr lang="en-US" sz="1100" b="0" i="0" u="none" strike="noStrike" cap="none" dirty="0">
                    <a:solidFill>
                      <a:srgbClr val="000000"/>
                    </a:solidFill>
                    <a:effectLst/>
                    <a:latin typeface="Arial"/>
                    <a:ea typeface="Arial"/>
                    <a:cs typeface="Arial"/>
                    <a:sym typeface="Arial"/>
                  </a:rPr>
                  <a:t>.</a:t>
                </a:r>
              </a:p>
              <a:p>
                <a:pPr fontAlgn="t"/>
                <a:r>
                  <a:rPr lang="en-US" sz="1100" b="0" i="0" u="none" strike="noStrike" cap="none" dirty="0">
                    <a:solidFill>
                      <a:srgbClr val="000000"/>
                    </a:solidFill>
                    <a:effectLst/>
                    <a:latin typeface="Arial"/>
                    <a:ea typeface="Arial"/>
                    <a:cs typeface="Arial"/>
                    <a:sym typeface="Arial"/>
                  </a:rPr>
                  <a:t>Use </a:t>
                </a:r>
                <a:r>
                  <a:rPr lang="en-US" sz="1100" b="1" i="0" u="none" strike="noStrike" cap="none" dirty="0">
                    <a:solidFill>
                      <a:srgbClr val="000000"/>
                    </a:solidFill>
                    <a:effectLst/>
                    <a:latin typeface="Arial"/>
                    <a:ea typeface="Arial"/>
                    <a:cs typeface="Arial"/>
                    <a:sym typeface="Arial"/>
                  </a:rPr>
                  <a:t>learning rate schedules</a:t>
                </a:r>
                <a:r>
                  <a:rPr lang="en-US" sz="1100" b="0" i="0" u="none" strike="noStrike" cap="none" dirty="0">
                    <a:solidFill>
                      <a:srgbClr val="000000"/>
                    </a:solidFill>
                    <a:effectLst/>
                    <a:latin typeface="Arial"/>
                    <a:ea typeface="Arial"/>
                    <a:cs typeface="Arial"/>
                    <a:sym typeface="Arial"/>
                  </a:rPr>
                  <a:t> for fine-tuning (reduce </a:t>
                </a:r>
                <a:r>
                  <a:rPr lang="en-US" sz="1100" b="0" i="0" u="none" strike="noStrike" cap="none">
                    <a:solidFill>
                      <a:srgbClr val="000000"/>
                    </a:solidFill>
                    <a:latin typeface="Arial"/>
                    <a:ea typeface="Arial"/>
                    <a:cs typeface="Arial"/>
                    <a:sym typeface="Arial"/>
                  </a:rPr>
                  <a:t>𝜂</a:t>
                </a:r>
                <a:r>
                  <a:rPr lang="en-US" sz="1100" b="0" i="0" u="none" strike="noStrike" cap="none" dirty="0">
                    <a:solidFill>
                      <a:srgbClr val="000000"/>
                    </a:solidFill>
                    <a:effectLst/>
                    <a:latin typeface="Arial"/>
                    <a:ea typeface="Arial"/>
                    <a:cs typeface="Arial"/>
                    <a:sym typeface="Arial"/>
                  </a:rPr>
                  <a:t>later).</a:t>
                </a:r>
              </a:p>
              <a:p>
                <a:pPr marL="0" lvl="0" indent="0" algn="l" rtl="0">
                  <a:spcBef>
                    <a:spcPts val="0"/>
                  </a:spcBef>
                  <a:spcAft>
                    <a:spcPts val="0"/>
                  </a:spcAft>
                  <a:buNone/>
                </a:pPr>
                <a:endParaRPr lang="en-US" dirty="0"/>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“Learning rate is the #1 knob: too high = unstable, too low = slow.”</a:t>
                </a:r>
              </a:p>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We need a stopping rule so training doesn’t run forever or overfit.</a:t>
                </a:r>
              </a:p>
              <a:p>
                <a:pPr marL="0" lvl="0" indent="0" algn="l" rtl="0">
                  <a:spcBef>
                    <a:spcPts val="0"/>
                  </a:spcBef>
                  <a:spcAft>
                    <a:spcPts val="0"/>
                  </a:spcAft>
                  <a:buNone/>
                </a:pPr>
                <a:endParaRPr lang="en-US" dirty="0"/>
              </a:p>
              <a:p>
                <a:pPr fontAlgn="t"/>
                <a:r>
                  <a:rPr lang="en-GB" sz="1100" b="1" i="0" u="none" strike="noStrike" cap="none" dirty="0">
                    <a:solidFill>
                      <a:srgbClr val="000000"/>
                    </a:solidFill>
                    <a:effectLst/>
                    <a:latin typeface="Arial"/>
                    <a:ea typeface="Arial"/>
                    <a:cs typeface="Arial"/>
                    <a:sym typeface="Arial"/>
                  </a:rPr>
                  <a:t>Gradient magnitude small</a:t>
                </a:r>
                <a:r>
                  <a:rPr lang="en-GB" sz="1100" b="0" i="0" u="none" strike="noStrike" cap="none" dirty="0">
                    <a:solidFill>
                      <a:srgbClr val="000000"/>
                    </a:solidFill>
                    <a:effectLst/>
                    <a:latin typeface="Arial"/>
                    <a:ea typeface="Arial"/>
                    <a:cs typeface="Arial"/>
                    <a:sym typeface="Arial"/>
                  </a:rPr>
                  <a:t>: </a:t>
                </a:r>
                <a:r>
                  <a:rPr lang="en-GB" sz="1100" b="0" i="0" u="none" strike="noStrike" cap="none">
                    <a:solidFill>
                      <a:srgbClr val="000000"/>
                    </a:solidFill>
                    <a:latin typeface="Arial"/>
                    <a:ea typeface="Arial"/>
                    <a:cs typeface="Arial"/>
                    <a:sym typeface="Arial"/>
                  </a:rPr>
                  <a:t>∥∇𝐽∥&lt;𝜖</a:t>
                </a:r>
                <a:r>
                  <a:rPr lang="en-GB" sz="1100" b="0" i="0" u="none" strike="noStrike" cap="none" dirty="0">
                    <a:solidFill>
                      <a:srgbClr val="000000"/>
                    </a:solidFill>
                    <a:effectLst/>
                    <a:latin typeface="Arial"/>
                    <a:ea typeface="Arial"/>
                    <a:cs typeface="Arial"/>
                    <a:sym typeface="Arial"/>
                  </a:rPr>
                  <a:t>(example </a:t>
                </a:r>
                <a:r>
                  <a:rPr lang="en-GB" sz="1100" b="0" i="0" u="none" strike="noStrike" cap="none">
                    <a:solidFill>
                      <a:srgbClr val="000000"/>
                    </a:solidFill>
                    <a:latin typeface="Arial"/>
                    <a:ea typeface="Arial"/>
                    <a:cs typeface="Arial"/>
                    <a:sym typeface="Arial"/>
                  </a:rPr>
                  <a:t>𝜖=</a:t>
                </a:r>
                <a:r>
                  <a:rPr lang="ar-AE" sz="1100" b="0" i="0" u="none" strike="noStrike" cap="none">
                    <a:solidFill>
                      <a:srgbClr val="000000"/>
                    </a:solidFill>
                    <a:latin typeface="Arial"/>
                    <a:ea typeface="Arial"/>
                    <a:cs typeface="Arial"/>
                    <a:sym typeface="Arial"/>
                  </a:rPr>
                  <a:t>10^(−4)</a:t>
                </a:r>
                <a:r>
                  <a:rPr lang="ar-AE" sz="1100" b="0" i="0" u="none" strike="noStrike" cap="none" dirty="0">
                    <a:solidFill>
                      <a:srgbClr val="000000"/>
                    </a:solidFill>
                    <a:effectLst/>
                    <a:latin typeface="Arial"/>
                    <a:ea typeface="Arial"/>
                    <a:cs typeface="Arial"/>
                    <a:sym typeface="Arial"/>
                  </a:rPr>
                  <a:t>).</a:t>
                </a:r>
                <a:br>
                  <a:rPr lang="ar-AE" sz="1100" b="0" i="0" u="none" strike="noStrike" cap="none" dirty="0">
                    <a:solidFill>
                      <a:srgbClr val="000000"/>
                    </a:solidFill>
                    <a:effectLst/>
                    <a:latin typeface="Arial"/>
                    <a:ea typeface="Arial"/>
                    <a:cs typeface="Arial"/>
                    <a:sym typeface="Arial"/>
                  </a:rPr>
                </a:br>
                <a:r>
                  <a:rPr lang="en-GB" sz="1100" b="1" i="0" u="none" strike="noStrike" cap="none" dirty="0">
                    <a:solidFill>
                      <a:srgbClr val="000000"/>
                    </a:solidFill>
                    <a:effectLst/>
                    <a:latin typeface="Arial"/>
                    <a:ea typeface="Arial"/>
                    <a:cs typeface="Arial"/>
                    <a:sym typeface="Arial"/>
                  </a:rPr>
                  <a:t>Simple meaning:</a:t>
                </a:r>
                <a:r>
                  <a:rPr lang="en-GB" sz="1100" b="0" i="0" u="none" strike="noStrike" cap="none" dirty="0">
                    <a:solidFill>
                      <a:srgbClr val="000000"/>
                    </a:solidFill>
                    <a:effectLst/>
                    <a:latin typeface="Arial"/>
                    <a:ea typeface="Arial"/>
                    <a:cs typeface="Arial"/>
                    <a:sym typeface="Arial"/>
                  </a:rPr>
                  <a:t> “The slope is almost flat now — we’re near the bottom.”</a:t>
                </a:r>
              </a:p>
              <a:p>
                <a:pPr fontAlgn="t"/>
                <a:r>
                  <a:rPr lang="en-GB" sz="1100" b="1" i="0" u="none" strike="noStrike" cap="none" dirty="0">
                    <a:solidFill>
                      <a:srgbClr val="000000"/>
                    </a:solidFill>
                    <a:effectLst/>
                    <a:latin typeface="Arial"/>
                    <a:ea typeface="Arial"/>
                    <a:cs typeface="Arial"/>
                    <a:sym typeface="Arial"/>
                  </a:rPr>
                  <a:t>Loss change small</a:t>
                </a:r>
                <a:r>
                  <a:rPr lang="en-GB" sz="1100" b="0" i="0" u="none" strike="noStrike" cap="none" dirty="0">
                    <a:solidFill>
                      <a:srgbClr val="000000"/>
                    </a:solidFill>
                    <a:effectLst/>
                    <a:latin typeface="Arial"/>
                    <a:ea typeface="Arial"/>
                    <a:cs typeface="Arial"/>
                    <a:sym typeface="Arial"/>
                  </a:rPr>
                  <a:t>: </a:t>
                </a:r>
                <a:r>
                  <a:rPr lang="en-GB" sz="1100" b="0" i="0" u="none" strike="noStrike" cap="none">
                    <a:solidFill>
                      <a:srgbClr val="000000"/>
                    </a:solidFill>
                    <a:latin typeface="Arial"/>
                    <a:ea typeface="Arial"/>
                    <a:cs typeface="Arial"/>
                    <a:sym typeface="Arial"/>
                  </a:rPr>
                  <a:t>∣</a:t>
                </a:r>
                <a:r>
                  <a:rPr lang="ar-AE" sz="1100" b="0" i="0" u="none" strike="noStrike" cap="none">
                    <a:solidFill>
                      <a:srgbClr val="000000"/>
                    </a:solidFill>
                    <a:latin typeface="Arial"/>
                    <a:ea typeface="Arial"/>
                    <a:cs typeface="Arial"/>
                    <a:sym typeface="Arial"/>
                  </a:rPr>
                  <a:t>𝐽^((𝑡) )−𝐽^((𝑡−1) )∣&lt;𝜖</a:t>
                </a:r>
                <a:r>
                  <a:rPr lang="ar-AE" sz="1100" b="0" i="0" u="none" strike="noStrike" cap="none" dirty="0">
                    <a:solidFill>
                      <a:srgbClr val="000000"/>
                    </a:solidFill>
                    <a:effectLst/>
                    <a:latin typeface="Arial"/>
                    <a:ea typeface="Arial"/>
                    <a:cs typeface="Arial"/>
                    <a:sym typeface="Arial"/>
                  </a:rPr>
                  <a:t>.</a:t>
                </a:r>
                <a:br>
                  <a:rPr lang="ar-AE" sz="1100" b="0" i="0" u="none" strike="noStrike" cap="none" dirty="0">
                    <a:solidFill>
                      <a:srgbClr val="000000"/>
                    </a:solidFill>
                    <a:effectLst/>
                    <a:latin typeface="Arial"/>
                    <a:ea typeface="Arial"/>
                    <a:cs typeface="Arial"/>
                    <a:sym typeface="Arial"/>
                  </a:rPr>
                </a:br>
                <a:r>
                  <a:rPr lang="en-GB" sz="1100" b="1" i="0" u="none" strike="noStrike" cap="none" dirty="0">
                    <a:solidFill>
                      <a:srgbClr val="000000"/>
                    </a:solidFill>
                    <a:effectLst/>
                    <a:latin typeface="Arial"/>
                    <a:ea typeface="Arial"/>
                    <a:cs typeface="Arial"/>
                    <a:sym typeface="Arial"/>
                  </a:rPr>
                  <a:t>Simple meaning:</a:t>
                </a:r>
                <a:r>
                  <a:rPr lang="en-GB" sz="1100" b="0" i="0" u="none" strike="noStrike" cap="none" dirty="0">
                    <a:solidFill>
                      <a:srgbClr val="000000"/>
                    </a:solidFill>
                    <a:effectLst/>
                    <a:latin typeface="Arial"/>
                    <a:ea typeface="Arial"/>
                    <a:cs typeface="Arial"/>
                    <a:sym typeface="Arial"/>
                  </a:rPr>
                  <a:t> “Loss is not improving anymore.”</a:t>
                </a:r>
              </a:p>
              <a:p>
                <a:pPr fontAlgn="t"/>
                <a:r>
                  <a:rPr lang="en-GB" sz="1100" b="1" i="0" u="none" strike="noStrike" cap="none" dirty="0">
                    <a:solidFill>
                      <a:srgbClr val="000000"/>
                    </a:solidFill>
                    <a:effectLst/>
                    <a:latin typeface="Arial"/>
                    <a:ea typeface="Arial"/>
                    <a:cs typeface="Arial"/>
                    <a:sym typeface="Arial"/>
                  </a:rPr>
                  <a:t>Max iterations reached</a:t>
                </a:r>
                <a:r>
                  <a:rPr lang="en-GB" sz="1100" b="0" i="0" u="none" strike="noStrike" cap="none" dirty="0">
                    <a:solidFill>
                      <a:srgbClr val="000000"/>
                    </a:solidFill>
                    <a:effectLst/>
                    <a:latin typeface="Arial"/>
                    <a:ea typeface="Arial"/>
                    <a:cs typeface="Arial"/>
                    <a:sym typeface="Arial"/>
                  </a:rPr>
                  <a:t>: e.g., </a:t>
                </a:r>
                <a:r>
                  <a:rPr lang="en-GB" sz="1100" b="0" i="0" u="none" strike="noStrike" cap="none">
                    <a:solidFill>
                      <a:srgbClr val="000000"/>
                    </a:solidFill>
                    <a:latin typeface="Arial"/>
                    <a:ea typeface="Arial"/>
                    <a:cs typeface="Arial"/>
                    <a:sym typeface="Arial"/>
                  </a:rPr>
                  <a:t>𝑇=1000</a:t>
                </a:r>
                <a:r>
                  <a:rPr lang="en-GB" sz="1100" b="0" i="0" u="none" strike="noStrike" cap="none" dirty="0">
                    <a:solidFill>
                      <a:srgbClr val="000000"/>
                    </a:solidFill>
                    <a:effectLst/>
                    <a:latin typeface="Arial"/>
                    <a:ea typeface="Arial"/>
                    <a:cs typeface="Arial"/>
                    <a:sym typeface="Arial"/>
                  </a:rPr>
                  <a:t>or </a:t>
                </a:r>
                <a:r>
                  <a:rPr lang="en-GB" sz="1100" b="0" i="0" u="none" strike="noStrike" cap="none">
                    <a:solidFill>
                      <a:srgbClr val="000000"/>
                    </a:solidFill>
                    <a:latin typeface="Arial"/>
                    <a:ea typeface="Arial"/>
                    <a:cs typeface="Arial"/>
                    <a:sym typeface="Arial"/>
                  </a:rPr>
                  <a:t>10,000</a:t>
                </a:r>
                <a:r>
                  <a:rPr lang="en-GB" sz="1100" b="0" i="0" u="none" strike="noStrike" cap="none" dirty="0">
                    <a:solidFill>
                      <a:srgbClr val="000000"/>
                    </a:solidFill>
                    <a:effectLst/>
                    <a:latin typeface="Arial"/>
                    <a:ea typeface="Arial"/>
                    <a:cs typeface="Arial"/>
                    <a:sym typeface="Arial"/>
                  </a:rPr>
                  <a:t>.</a:t>
                </a:r>
                <a:br>
                  <a:rPr lang="en-GB" sz="1100" b="0" i="0" u="none" strike="noStrike" cap="none" dirty="0">
                    <a:solidFill>
                      <a:srgbClr val="000000"/>
                    </a:solidFill>
                    <a:effectLst/>
                    <a:latin typeface="Arial"/>
                    <a:ea typeface="Arial"/>
                    <a:cs typeface="Arial"/>
                    <a:sym typeface="Arial"/>
                  </a:rPr>
                </a:br>
                <a:r>
                  <a:rPr lang="en-GB" sz="1100" b="1" i="0" u="none" strike="noStrike" cap="none" dirty="0">
                    <a:solidFill>
                      <a:srgbClr val="000000"/>
                    </a:solidFill>
                    <a:effectLst/>
                    <a:latin typeface="Arial"/>
                    <a:ea typeface="Arial"/>
                    <a:cs typeface="Arial"/>
                    <a:sym typeface="Arial"/>
                  </a:rPr>
                  <a:t>Simple meaning:</a:t>
                </a:r>
                <a:r>
                  <a:rPr lang="en-GB" sz="1100" b="0" i="0" u="none" strike="noStrike" cap="none" dirty="0">
                    <a:solidFill>
                      <a:srgbClr val="000000"/>
                    </a:solidFill>
                    <a:effectLst/>
                    <a:latin typeface="Arial"/>
                    <a:ea typeface="Arial"/>
                    <a:cs typeface="Arial"/>
                    <a:sym typeface="Arial"/>
                  </a:rPr>
                  <a:t> “We cap compute time.”</a:t>
                </a:r>
              </a:p>
              <a:p>
                <a:pPr fontAlgn="t"/>
                <a:r>
                  <a:rPr lang="en-GB" sz="1100" b="1" i="0" u="none" strike="noStrike" cap="none" dirty="0">
                    <a:solidFill>
                      <a:srgbClr val="000000"/>
                    </a:solidFill>
                    <a:effectLst/>
                    <a:latin typeface="Arial"/>
                    <a:ea typeface="Arial"/>
                    <a:cs typeface="Arial"/>
                    <a:sym typeface="Arial"/>
                  </a:rPr>
                  <a:t>Validation loss starts increasing</a:t>
                </a:r>
                <a:r>
                  <a:rPr lang="en-GB" sz="1100" b="0" i="0" u="none" strike="noStrike" cap="none" dirty="0">
                    <a:solidFill>
                      <a:srgbClr val="000000"/>
                    </a:solidFill>
                    <a:effectLst/>
                    <a:latin typeface="Arial"/>
                    <a:ea typeface="Arial"/>
                    <a:cs typeface="Arial"/>
                    <a:sym typeface="Arial"/>
                  </a:rPr>
                  <a:t> → early stopping (overfitting warning).</a:t>
                </a:r>
                <a:br>
                  <a:rPr lang="en-GB" sz="1100" b="0" i="0" u="none" strike="noStrike" cap="none" dirty="0">
                    <a:solidFill>
                      <a:srgbClr val="000000"/>
                    </a:solidFill>
                    <a:effectLst/>
                    <a:latin typeface="Arial"/>
                    <a:ea typeface="Arial"/>
                    <a:cs typeface="Arial"/>
                    <a:sym typeface="Arial"/>
                  </a:rPr>
                </a:br>
                <a:r>
                  <a:rPr lang="en-GB" sz="1100" b="1" i="0" u="none" strike="noStrike" cap="none" dirty="0">
                    <a:solidFill>
                      <a:srgbClr val="000000"/>
                    </a:solidFill>
                    <a:effectLst/>
                    <a:latin typeface="Arial"/>
                    <a:ea typeface="Arial"/>
                    <a:cs typeface="Arial"/>
                    <a:sym typeface="Arial"/>
                  </a:rPr>
                  <a:t>Simple meaning:</a:t>
                </a:r>
                <a:r>
                  <a:rPr lang="en-GB" sz="1100" b="0" i="0" u="none" strike="noStrike" cap="none" dirty="0">
                    <a:solidFill>
                      <a:srgbClr val="000000"/>
                    </a:solidFill>
                    <a:effectLst/>
                    <a:latin typeface="Arial"/>
                    <a:ea typeface="Arial"/>
                    <a:cs typeface="Arial"/>
                    <a:sym typeface="Arial"/>
                  </a:rPr>
                  <a:t> “Model is starting to memorize training; stop before it gets worse on unseen data.”</a:t>
                </a:r>
              </a:p>
              <a:p>
                <a:pPr marL="0" lvl="0" indent="0" algn="l" rtl="0">
                  <a:spcBef>
                    <a:spcPts val="0"/>
                  </a:spcBef>
                  <a:spcAft>
                    <a:spcPts val="0"/>
                  </a:spcAft>
                  <a:buNone/>
                </a:pPr>
                <a:endParaRPr lang="en-US" dirty="0"/>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“We stop when improvement becomes tiny, or when validation starts getting worse.”</a:t>
                </a:r>
              </a:p>
              <a:p>
                <a:pPr marL="0" lvl="0" indent="0" algn="l" rtl="0">
                  <a:spcBef>
                    <a:spcPts val="0"/>
                  </a:spcBef>
                  <a:spcAft>
                    <a:spcPts val="0"/>
                  </a:spcAft>
                  <a:buNone/>
                </a:pPr>
                <a:endParaRPr lang="en-US" dirty="0"/>
              </a:p>
            </p:txBody>
          </p:sp>
        </mc:Fallback>
      </mc:AlternateContent>
      <p:sp>
        <p:nvSpPr>
          <p:cNvPr id="834" name="Google Shape;834;p39: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5"/>
        <p:cNvGrpSpPr/>
        <p:nvPr/>
      </p:nvGrpSpPr>
      <p:grpSpPr>
        <a:xfrm>
          <a:off x="0" y="0"/>
          <a:ext cx="0" cy="0"/>
          <a:chOff x="0" y="0"/>
          <a:chExt cx="0" cy="0"/>
        </a:xfrm>
      </p:grpSpPr>
      <p:sp>
        <p:nvSpPr>
          <p:cNvPr id="846" name="Google Shape;846;p40: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“Big starting weights can make predictions huge, which makes errors huge, which makes updates explode.”</a:t>
            </a:r>
          </a:p>
          <a:p>
            <a:pPr marL="0" lvl="0" indent="0" algn="l" rtl="0">
              <a:spcBef>
                <a:spcPts val="0"/>
              </a:spcBef>
              <a:spcAft>
                <a:spcPts val="0"/>
              </a:spcAft>
              <a:buNone/>
            </a:pPr>
            <a:endParaRPr lang="en-US" dirty="0"/>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“A model can only learn patterns that exist in the input features. Better features → easier learning.”</a:t>
            </a:r>
          </a:p>
          <a:p>
            <a:pPr marL="0" lvl="0" indent="0" algn="l" rtl="0">
              <a:spcBef>
                <a:spcPts val="0"/>
              </a:spcBef>
              <a:spcAft>
                <a:spcPts val="0"/>
              </a:spcAft>
              <a:buNone/>
            </a:pPr>
            <a:endParaRPr lang="en-US" dirty="0"/>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“Features are the ‘questions’ we allow the model to look at. If we ask better questions, we get better answers.”</a:t>
            </a:r>
          </a:p>
          <a:p>
            <a:pPr marL="0" lvl="0" indent="0" algn="l" rtl="0">
              <a:spcBef>
                <a:spcPts val="0"/>
              </a:spcBef>
              <a:spcAft>
                <a:spcPts val="0"/>
              </a:spcAft>
              <a:buNone/>
            </a:pPr>
            <a:endParaRPr lang="en-US" dirty="0"/>
          </a:p>
          <a:p>
            <a:pPr marL="0" lvl="0" indent="0" algn="l" rtl="0">
              <a:spcBef>
                <a:spcPts val="0"/>
              </a:spcBef>
              <a:spcAft>
                <a:spcPts val="0"/>
              </a:spcAft>
              <a:buNone/>
            </a:pPr>
            <a:endParaRPr lang="en-GB" dirty="0"/>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if features have different scales, training becomes slow or unstable.</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sz="1100" b="0" i="0" u="none" strike="noStrike" cap="none" dirty="0">
              <a:solidFill>
                <a:srgbClr val="000000"/>
              </a:solidFill>
              <a:effectLst/>
              <a:latin typeface="Arial"/>
              <a:ea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Because gradient descent updates are influenced by feature magnitudes. If one feature is 0–1 and another is 0–1,000,000, the big one dominates updates.</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sz="1100" b="0" i="0" u="none" strike="noStrike" cap="none" dirty="0">
              <a:solidFill>
                <a:srgbClr val="000000"/>
              </a:solidFill>
              <a:effectLst/>
              <a:latin typeface="Arial"/>
              <a:ea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“Scaling makes all features ‘speak the same volume’, so gradient descent can move smoothly.”</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sz="1100" b="0" i="0" u="none" strike="noStrike" cap="none" dirty="0">
              <a:solidFill>
                <a:srgbClr val="000000"/>
              </a:solidFill>
              <a:effectLst/>
              <a:latin typeface="Arial"/>
              <a:ea typeface="Arial"/>
              <a:cs typeface="Arial"/>
              <a:sym typeface="Arial"/>
            </a:endParaRPr>
          </a:p>
          <a:p>
            <a:pPr marL="0" lvl="0" indent="0" algn="l" rtl="0">
              <a:spcBef>
                <a:spcPts val="0"/>
              </a:spcBef>
              <a:spcAft>
                <a:spcPts val="0"/>
              </a:spcAft>
              <a:buNone/>
            </a:pPr>
            <a:endParaRPr dirty="0"/>
          </a:p>
        </p:txBody>
      </p:sp>
      <p:sp>
        <p:nvSpPr>
          <p:cNvPr id="847" name="Google Shape;847;p40: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4"/>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55" name="Google Shape;855;p41: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fontAlgn="t"/>
                <a:r>
                  <a:rPr lang="en-US" sz="1100" b="0" i="0" u="none" strike="noStrike" cap="none" dirty="0">
                    <a:solidFill>
                      <a:srgbClr val="000000"/>
                    </a:solidFill>
                    <a:effectLst/>
                    <a:latin typeface="Arial"/>
                    <a:ea typeface="Arial"/>
                    <a:cs typeface="Arial"/>
                    <a:sym typeface="Arial"/>
                  </a:rPr>
                  <a:t>Likely causes:</a:t>
                </a:r>
              </a:p>
              <a:p>
                <a:pPr fontAlgn="t"/>
                <a:r>
                  <a:rPr lang="en-US" sz="1100" b="0" i="0" u="none" strike="noStrike" cap="none" dirty="0">
                    <a:solidFill>
                      <a:srgbClr val="000000"/>
                    </a:solidFill>
                    <a:effectLst/>
                    <a:latin typeface="Arial"/>
                    <a:ea typeface="Arial"/>
                    <a:cs typeface="Arial"/>
                    <a:sym typeface="Arial"/>
                  </a:rPr>
                  <a:t>Learning rate too large</a:t>
                </a:r>
              </a:p>
              <a:p>
                <a:pPr fontAlgn="t"/>
                <a:r>
                  <a:rPr lang="en-US" sz="1100" b="0" i="0" u="none" strike="noStrike" cap="none" dirty="0">
                    <a:solidFill>
                      <a:srgbClr val="000000"/>
                    </a:solidFill>
                    <a:effectLst/>
                    <a:latin typeface="Arial"/>
                    <a:ea typeface="Arial"/>
                    <a:cs typeface="Arial"/>
                    <a:sym typeface="Arial"/>
                  </a:rPr>
                  <a:t>Numerical overflow (feature scales too large)</a:t>
                </a:r>
              </a:p>
              <a:p>
                <a:pPr fontAlgn="t"/>
                <a:r>
                  <a:rPr lang="en-US" sz="1100" b="0" i="0" u="none" strike="noStrike" cap="none" dirty="0">
                    <a:solidFill>
                      <a:srgbClr val="000000"/>
                    </a:solidFill>
                    <a:effectLst/>
                    <a:latin typeface="Arial"/>
                    <a:ea typeface="Arial"/>
                    <a:cs typeface="Arial"/>
                    <a:sym typeface="Arial"/>
                  </a:rPr>
                  <a:t>Fix:</a:t>
                </a:r>
              </a:p>
              <a:p>
                <a:pPr fontAlgn="t"/>
                <a:r>
                  <a:rPr lang="en-US" sz="1100" b="0" i="0" u="none" strike="noStrike" cap="none" dirty="0">
                    <a:solidFill>
                      <a:srgbClr val="000000"/>
                    </a:solidFill>
                    <a:effectLst/>
                    <a:latin typeface="Arial"/>
                    <a:ea typeface="Arial"/>
                    <a:cs typeface="Arial"/>
                    <a:sym typeface="Arial"/>
                  </a:rPr>
                  <a:t>Decrease </a:t>
                </a:r>
                <a14:m>
                  <m:oMath xmlns:m="http://schemas.openxmlformats.org/officeDocument/2006/math">
                    <m:r>
                      <a:rPr lang="en-US" sz="1100" b="0" i="1" u="none" strike="noStrike" cap="none">
                        <a:solidFill>
                          <a:srgbClr val="000000"/>
                        </a:solidFill>
                        <a:latin typeface="Cambria Math" panose="02040503050406030204" pitchFamily="18" charset="0"/>
                        <a:ea typeface="Arial"/>
                        <a:cs typeface="Arial"/>
                        <a:sym typeface="Arial"/>
                      </a:rPr>
                      <m:t>𝜂</m:t>
                    </m:r>
                  </m:oMath>
                </a14:m>
                <a:endParaRPr lang="en-US" sz="1100" b="0" i="0" u="none" strike="noStrike" cap="none" dirty="0">
                  <a:solidFill>
                    <a:srgbClr val="000000"/>
                  </a:solidFill>
                  <a:effectLst/>
                  <a:latin typeface="Arial"/>
                  <a:ea typeface="Arial"/>
                  <a:cs typeface="Arial"/>
                  <a:sym typeface="Arial"/>
                </a:endParaRPr>
              </a:p>
              <a:p>
                <a:pPr fontAlgn="t"/>
                <a:r>
                  <a:rPr lang="en-US" sz="1100" b="0" i="0" u="none" strike="noStrike" cap="none" dirty="0">
                    <a:solidFill>
                      <a:srgbClr val="000000"/>
                    </a:solidFill>
                    <a:effectLst/>
                    <a:latin typeface="Arial"/>
                    <a:ea typeface="Arial"/>
                    <a:cs typeface="Arial"/>
                    <a:sym typeface="Arial"/>
                  </a:rPr>
                  <a:t>Scale features</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a:t>
                </a:r>
                <a:r>
                  <a:rPr lang="en-US" sz="1100" b="0" i="0" u="none" strike="noStrike" cap="none" dirty="0" err="1">
                    <a:solidFill>
                      <a:srgbClr val="000000"/>
                    </a:solidFill>
                    <a:effectLst/>
                    <a:latin typeface="Arial"/>
                    <a:ea typeface="Arial"/>
                    <a:cs typeface="Arial"/>
                    <a:sym typeface="Arial"/>
                  </a:rPr>
                  <a:t>NaN</a:t>
                </a:r>
                <a:r>
                  <a:rPr lang="en-US" sz="1100" b="0" i="0" u="none" strike="noStrike" cap="none" dirty="0">
                    <a:solidFill>
                      <a:srgbClr val="000000"/>
                    </a:solidFill>
                    <a:effectLst/>
                    <a:latin typeface="Arial"/>
                    <a:ea typeface="Arial"/>
                    <a:cs typeface="Arial"/>
                    <a:sym typeface="Arial"/>
                  </a:rPr>
                  <a:t> usually means the math blew up — most often because steps were too big or numbers were too large.”</a:t>
                </a:r>
              </a:p>
              <a:p>
                <a:pPr marL="0" lvl="0" indent="0" algn="l" rtl="0">
                  <a:spcBef>
                    <a:spcPts val="0"/>
                  </a:spcBef>
                  <a:spcAft>
                    <a:spcPts val="0"/>
                  </a:spcAft>
                  <a:buNone/>
                </a:pPr>
                <a:endParaRPr lang="en-US" dirty="0"/>
              </a:p>
              <a:p>
                <a:pPr fontAlgn="t"/>
                <a:r>
                  <a:rPr lang="en-US" sz="1100" b="1" i="0" u="none" strike="noStrike" cap="none" dirty="0">
                    <a:solidFill>
                      <a:srgbClr val="000000"/>
                    </a:solidFill>
                    <a:effectLst/>
                    <a:latin typeface="Arial"/>
                    <a:ea typeface="Arial"/>
                    <a:cs typeface="Arial"/>
                    <a:sym typeface="Arial"/>
                  </a:rPr>
                  <a:t>Symptom B: Training works but test error high</a:t>
                </a:r>
              </a:p>
              <a:p>
                <a:pPr fontAlgn="t"/>
                <a:r>
                  <a:rPr lang="en-US" sz="1100" b="0" i="0" u="none" strike="noStrike" cap="none" dirty="0">
                    <a:solidFill>
                      <a:srgbClr val="000000"/>
                    </a:solidFill>
                    <a:effectLst/>
                    <a:latin typeface="Arial"/>
                    <a:ea typeface="Arial"/>
                    <a:cs typeface="Arial"/>
                    <a:sym typeface="Arial"/>
                  </a:rPr>
                  <a:t>Cause:</a:t>
                </a:r>
              </a:p>
              <a:p>
                <a:pPr fontAlgn="t"/>
                <a:r>
                  <a:rPr lang="en-US" sz="1100" b="0" i="0" u="none" strike="noStrike" cap="none" dirty="0">
                    <a:solidFill>
                      <a:srgbClr val="000000"/>
                    </a:solidFill>
                    <a:effectLst/>
                    <a:latin typeface="Arial"/>
                    <a:ea typeface="Arial"/>
                    <a:cs typeface="Arial"/>
                    <a:sym typeface="Arial"/>
                  </a:rPr>
                  <a:t>Overfitting (too many features relative to data)</a:t>
                </a:r>
              </a:p>
              <a:p>
                <a:pPr fontAlgn="t"/>
                <a:r>
                  <a:rPr lang="en-US" sz="1100" b="0" i="0" u="none" strike="noStrike" cap="none" dirty="0">
                    <a:solidFill>
                      <a:srgbClr val="000000"/>
                    </a:solidFill>
                    <a:effectLst/>
                    <a:latin typeface="Arial"/>
                    <a:ea typeface="Arial"/>
                    <a:cs typeface="Arial"/>
                    <a:sym typeface="Arial"/>
                  </a:rPr>
                  <a:t>Fix:</a:t>
                </a:r>
              </a:p>
              <a:p>
                <a:pPr fontAlgn="t"/>
                <a:r>
                  <a:rPr lang="en-US" sz="1100" b="0" i="0" u="none" strike="noStrike" cap="none" dirty="0">
                    <a:solidFill>
                      <a:srgbClr val="000000"/>
                    </a:solidFill>
                    <a:effectLst/>
                    <a:latin typeface="Arial"/>
                    <a:ea typeface="Arial"/>
                    <a:cs typeface="Arial"/>
                    <a:sym typeface="Arial"/>
                  </a:rPr>
                  <a:t>Regularization, more data, or simpler model</a:t>
                </a:r>
              </a:p>
              <a:p>
                <a:pPr marL="158750" indent="0" fontAlgn="t">
                  <a:buNone/>
                </a:pPr>
                <a:br>
                  <a:rPr lang="en-US" sz="1100" b="0" i="0" u="none" strike="noStrike" cap="none" dirty="0">
                    <a:solidFill>
                      <a:srgbClr val="000000"/>
                    </a:solidFill>
                    <a:effectLst/>
                    <a:latin typeface="Arial"/>
                    <a:ea typeface="Arial"/>
                    <a:cs typeface="Arial"/>
                    <a:sym typeface="Arial"/>
                  </a:rPr>
                </a:br>
                <a:r>
                  <a:rPr lang="en-US" sz="1100" b="0" i="0" u="none" strike="noStrike" cap="none" dirty="0">
                    <a:solidFill>
                      <a:srgbClr val="000000"/>
                    </a:solidFill>
                    <a:effectLst/>
                    <a:latin typeface="Arial"/>
                    <a:ea typeface="Arial"/>
                    <a:cs typeface="Arial"/>
                    <a:sym typeface="Arial"/>
                  </a:rPr>
                  <a:t>“Low training error + high test error = memorization, not learning.”</a:t>
                </a:r>
              </a:p>
              <a:p>
                <a:pPr marL="0" lvl="0" indent="0" algn="l" rtl="0">
                  <a:spcBef>
                    <a:spcPts val="0"/>
                  </a:spcBef>
                  <a:spcAft>
                    <a:spcPts val="0"/>
                  </a:spcAft>
                  <a:buNone/>
                </a:pPr>
                <a:endParaRPr lang="en-US" dirty="0"/>
              </a:p>
              <a:p>
                <a:pPr fontAlgn="t"/>
                <a:r>
                  <a:rPr lang="en-US" sz="1100" b="1" i="0" u="none" strike="noStrike" cap="none" dirty="0">
                    <a:solidFill>
                      <a:srgbClr val="000000"/>
                    </a:solidFill>
                    <a:effectLst/>
                    <a:latin typeface="Arial"/>
                    <a:ea typeface="Arial"/>
                    <a:cs typeface="Arial"/>
                    <a:sym typeface="Arial"/>
                  </a:rPr>
                  <a:t>Symptom C: Loss oscillating</a:t>
                </a:r>
              </a:p>
              <a:p>
                <a:pPr fontAlgn="t"/>
                <a:r>
                  <a:rPr lang="en-US" sz="1100" b="0" i="0" u="none" strike="noStrike" cap="none" dirty="0">
                    <a:solidFill>
                      <a:srgbClr val="000000"/>
                    </a:solidFill>
                    <a:effectLst/>
                    <a:latin typeface="Arial"/>
                    <a:ea typeface="Arial"/>
                    <a:cs typeface="Arial"/>
                    <a:sym typeface="Arial"/>
                  </a:rPr>
                  <a:t>Cause:</a:t>
                </a:r>
              </a:p>
              <a:p>
                <a:pPr fontAlgn="t"/>
                <a:r>
                  <a:rPr lang="en-US" sz="1100" b="0" i="0" u="none" strike="noStrike" cap="none" dirty="0">
                    <a:solidFill>
                      <a:srgbClr val="000000"/>
                    </a:solidFill>
                    <a:effectLst/>
                    <a:latin typeface="Arial"/>
                    <a:ea typeface="Arial"/>
                    <a:cs typeface="Arial"/>
                    <a:sym typeface="Arial"/>
                  </a:rPr>
                  <a:t>Learning rate too large</a:t>
                </a:r>
              </a:p>
              <a:p>
                <a:pPr fontAlgn="t"/>
                <a:r>
                  <a:rPr lang="en-US" sz="1100" b="0" i="0" u="none" strike="noStrike" cap="none" dirty="0">
                    <a:solidFill>
                      <a:srgbClr val="000000"/>
                    </a:solidFill>
                    <a:effectLst/>
                    <a:latin typeface="Arial"/>
                    <a:ea typeface="Arial"/>
                    <a:cs typeface="Arial"/>
                    <a:sym typeface="Arial"/>
                  </a:rPr>
                  <a:t>Fix:</a:t>
                </a:r>
              </a:p>
              <a:p>
                <a:pPr fontAlgn="t"/>
                <a:r>
                  <a:rPr lang="en-US" sz="1100" b="0" i="0" u="none" strike="noStrike" cap="none" dirty="0">
                    <a:solidFill>
                      <a:srgbClr val="000000"/>
                    </a:solidFill>
                    <a:effectLst/>
                    <a:latin typeface="Arial"/>
                    <a:ea typeface="Arial"/>
                    <a:cs typeface="Arial"/>
                    <a:sym typeface="Arial"/>
                  </a:rPr>
                  <a:t>Decrease </a:t>
                </a:r>
                <a14:m>
                  <m:oMath xmlns:m="http://schemas.openxmlformats.org/officeDocument/2006/math">
                    <m:r>
                      <a:rPr lang="en-US" sz="1100" b="0" i="1" u="none" strike="noStrike" cap="none">
                        <a:solidFill>
                          <a:srgbClr val="000000"/>
                        </a:solidFill>
                        <a:latin typeface="Cambria Math" panose="02040503050406030204" pitchFamily="18" charset="0"/>
                        <a:ea typeface="Arial"/>
                        <a:cs typeface="Arial"/>
                        <a:sym typeface="Arial"/>
                      </a:rPr>
                      <m:t>𝜂</m:t>
                    </m:r>
                  </m:oMath>
                </a14:m>
                <a:r>
                  <a:rPr lang="en-US" sz="1100" b="0" i="0" u="none" strike="noStrike" cap="none" dirty="0">
                    <a:solidFill>
                      <a:srgbClr val="000000"/>
                    </a:solidFill>
                    <a:effectLst/>
                    <a:latin typeface="Arial"/>
                    <a:ea typeface="Arial"/>
                    <a:cs typeface="Arial"/>
                    <a:sym typeface="Arial"/>
                  </a:rPr>
                  <a:t>or use learning rate decay</a:t>
                </a:r>
              </a:p>
              <a:p>
                <a:pPr fontAlgn="t"/>
                <a:endParaRPr lang="en-US" sz="1100" b="0" i="0" u="none" strike="noStrike" cap="none" dirty="0">
                  <a:solidFill>
                    <a:srgbClr val="000000"/>
                  </a:solidFill>
                  <a:effectLst/>
                  <a:latin typeface="Arial"/>
                  <a:ea typeface="Arial"/>
                  <a:cs typeface="Arial"/>
                  <a:sym typeface="Arial"/>
                </a:endParaRPr>
              </a:p>
              <a:p>
                <a:pPr fontAlgn="t"/>
                <a:r>
                  <a:rPr lang="en-US" sz="1100" b="0" i="0" u="none" strike="noStrike" cap="none" dirty="0">
                    <a:solidFill>
                      <a:srgbClr val="000000"/>
                    </a:solidFill>
                    <a:effectLst/>
                    <a:latin typeface="Arial"/>
                    <a:ea typeface="Arial"/>
                    <a:cs typeface="Arial"/>
                    <a:sym typeface="Arial"/>
                  </a:rPr>
                  <a:t>“Oscillation means we keep jumping across the minimum.”</a:t>
                </a:r>
              </a:p>
              <a:p>
                <a:pPr marL="0" lvl="0" indent="0" algn="l" rtl="0">
                  <a:spcBef>
                    <a:spcPts val="0"/>
                  </a:spcBef>
                  <a:spcAft>
                    <a:spcPts val="0"/>
                  </a:spcAft>
                  <a:buNone/>
                </a:pPr>
                <a:endParaRPr lang="en-GB" dirty="0"/>
              </a:p>
              <a:p>
                <a:pPr marL="0" lvl="0" indent="0" algn="l" rtl="0">
                  <a:spcBef>
                    <a:spcPts val="0"/>
                  </a:spcBef>
                  <a:spcAft>
                    <a:spcPts val="0"/>
                  </a:spcAft>
                  <a:buNone/>
                </a:pPr>
                <a:endParaRPr lang="en-US" dirty="0"/>
              </a:p>
              <a:p>
                <a:pPr fontAlgn="t"/>
                <a:r>
                  <a:rPr lang="en-US" sz="1100" b="1" i="0" u="none" strike="noStrike" cap="none" dirty="0">
                    <a:solidFill>
                      <a:srgbClr val="000000"/>
                    </a:solidFill>
                    <a:effectLst/>
                    <a:latin typeface="Arial"/>
                    <a:ea typeface="Arial"/>
                    <a:cs typeface="Arial"/>
                    <a:sym typeface="Arial"/>
                  </a:rPr>
                  <a:t>Symptom D: Loss not decreasing</a:t>
                </a:r>
              </a:p>
              <a:p>
                <a:pPr fontAlgn="t"/>
                <a:r>
                  <a:rPr lang="en-US" sz="1100" b="0" i="0" u="none" strike="noStrike" cap="none" dirty="0">
                    <a:solidFill>
                      <a:srgbClr val="000000"/>
                    </a:solidFill>
                    <a:effectLst/>
                    <a:latin typeface="Arial"/>
                    <a:ea typeface="Arial"/>
                    <a:cs typeface="Arial"/>
                    <a:sym typeface="Arial"/>
                  </a:rPr>
                  <a:t>Causes:</a:t>
                </a:r>
              </a:p>
              <a:p>
                <a:pPr fontAlgn="t"/>
                <a:r>
                  <a:rPr lang="en-US" sz="1100" b="0" i="0" u="none" strike="noStrike" cap="none" dirty="0">
                    <a:solidFill>
                      <a:srgbClr val="000000"/>
                    </a:solidFill>
                    <a:effectLst/>
                    <a:latin typeface="Arial"/>
                    <a:ea typeface="Arial"/>
                    <a:cs typeface="Arial"/>
                    <a:sym typeface="Arial"/>
                  </a:rPr>
                  <a:t>Learning rate too small</a:t>
                </a:r>
              </a:p>
              <a:p>
                <a:pPr fontAlgn="t"/>
                <a:r>
                  <a:rPr lang="en-US" sz="1100" b="0" i="0" u="none" strike="noStrike" cap="none" dirty="0">
                    <a:solidFill>
                      <a:srgbClr val="000000"/>
                    </a:solidFill>
                    <a:effectLst/>
                    <a:latin typeface="Arial"/>
                    <a:ea typeface="Arial"/>
                    <a:cs typeface="Arial"/>
                    <a:sym typeface="Arial"/>
                  </a:rPr>
                  <a:t>Bug in gradient computation (check signs!)</a:t>
                </a:r>
              </a:p>
              <a:p>
                <a:pPr fontAlgn="t"/>
                <a:r>
                  <a:rPr lang="en-US" sz="1100" b="0" i="0" u="none" strike="noStrike" cap="none" dirty="0">
                    <a:solidFill>
                      <a:srgbClr val="000000"/>
                    </a:solidFill>
                    <a:effectLst/>
                    <a:latin typeface="Arial"/>
                    <a:ea typeface="Arial"/>
                    <a:cs typeface="Arial"/>
                    <a:sym typeface="Arial"/>
                  </a:rPr>
                  <a:t>Wrong sign in update rule (should be minus)</a:t>
                </a:r>
              </a:p>
              <a:p>
                <a:pPr fontAlgn="t"/>
                <a:r>
                  <a:rPr lang="en-US" sz="1100" b="0" i="0" u="none" strike="noStrike" cap="none" dirty="0">
                    <a:solidFill>
                      <a:srgbClr val="000000"/>
                    </a:solidFill>
                    <a:effectLst/>
                    <a:latin typeface="Arial"/>
                    <a:ea typeface="Arial"/>
                    <a:cs typeface="Arial"/>
                    <a:sym typeface="Arial"/>
                  </a:rPr>
                  <a:t>Fix:</a:t>
                </a:r>
              </a:p>
              <a:p>
                <a:pPr fontAlgn="t"/>
                <a:r>
                  <a:rPr lang="en-US" sz="1100" b="0" i="0" u="none" strike="noStrike" cap="none" dirty="0">
                    <a:solidFill>
                      <a:srgbClr val="000000"/>
                    </a:solidFill>
                    <a:effectLst/>
                    <a:latin typeface="Arial"/>
                    <a:ea typeface="Arial"/>
                    <a:cs typeface="Arial"/>
                    <a:sym typeface="Arial"/>
                  </a:rPr>
                  <a:t>Increase </a:t>
                </a:r>
                <a14:m>
                  <m:oMath xmlns:m="http://schemas.openxmlformats.org/officeDocument/2006/math">
                    <m:r>
                      <a:rPr lang="en-US" sz="1100" b="0" i="1" u="none" strike="noStrike" cap="none">
                        <a:solidFill>
                          <a:srgbClr val="000000"/>
                        </a:solidFill>
                        <a:latin typeface="Cambria Math" panose="02040503050406030204" pitchFamily="18" charset="0"/>
                        <a:ea typeface="Arial"/>
                        <a:cs typeface="Arial"/>
                        <a:sym typeface="Arial"/>
                      </a:rPr>
                      <m:t>𝜂</m:t>
                    </m:r>
                  </m:oMath>
                </a14:m>
                <a:r>
                  <a:rPr lang="en-US" sz="1100" b="0" i="0" u="none" strike="noStrike" cap="none" dirty="0">
                    <a:solidFill>
                      <a:srgbClr val="000000"/>
                    </a:solidFill>
                    <a:effectLst/>
                    <a:latin typeface="Arial"/>
                    <a:ea typeface="Arial"/>
                    <a:cs typeface="Arial"/>
                    <a:sym typeface="Arial"/>
                  </a:rPr>
                  <a:t>, verify code</a:t>
                </a:r>
              </a:p>
              <a:p>
                <a:pPr fontAlgn="t"/>
                <a:endParaRPr lang="en-US" sz="1100" b="0" i="0" u="none" strike="noStrike" cap="none" dirty="0">
                  <a:solidFill>
                    <a:srgbClr val="000000"/>
                  </a:solidFill>
                  <a:effectLst/>
                  <a:latin typeface="Arial"/>
                  <a:ea typeface="Arial"/>
                  <a:cs typeface="Arial"/>
                  <a:sym typeface="Arial"/>
                </a:endParaRPr>
              </a:p>
              <a:p>
                <a:pPr marL="158750" indent="0" fontAlgn="t">
                  <a:buNone/>
                </a:pPr>
                <a:r>
                  <a:rPr lang="en-US" sz="1100" b="0" i="0" u="none" strike="noStrike" cap="none" dirty="0">
                    <a:solidFill>
                      <a:srgbClr val="000000"/>
                    </a:solidFill>
                    <a:effectLst/>
                    <a:latin typeface="Arial"/>
                    <a:ea typeface="Arial"/>
                    <a:cs typeface="Arial"/>
                    <a:sym typeface="Arial"/>
                  </a:rPr>
                  <a:t>“If loss doesn’t go down at all, either we’re moving too slowly… or we’re moving in the wrong direction.”</a:t>
                </a:r>
              </a:p>
              <a:p>
                <a:pPr marL="0" lvl="0" indent="0" algn="l" rtl="0">
                  <a:spcBef>
                    <a:spcPts val="0"/>
                  </a:spcBef>
                  <a:spcAft>
                    <a:spcPts val="0"/>
                  </a:spcAft>
                  <a:buNone/>
                </a:pPr>
                <a:endParaRPr dirty="0"/>
              </a:p>
            </p:txBody>
          </p:sp>
        </mc:Choice>
        <mc:Fallback xmlns="">
          <p:sp>
            <p:nvSpPr>
              <p:cNvPr id="855" name="Google Shape;855;p41: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fontAlgn="t"/>
                <a:r>
                  <a:rPr lang="en-US" sz="1100" b="0" i="0" u="none" strike="noStrike" cap="none" dirty="0">
                    <a:solidFill>
                      <a:srgbClr val="000000"/>
                    </a:solidFill>
                    <a:effectLst/>
                    <a:latin typeface="Arial"/>
                    <a:ea typeface="Arial"/>
                    <a:cs typeface="Arial"/>
                    <a:sym typeface="Arial"/>
                  </a:rPr>
                  <a:t>Likely causes:</a:t>
                </a:r>
              </a:p>
              <a:p>
                <a:pPr fontAlgn="t"/>
                <a:r>
                  <a:rPr lang="en-US" sz="1100" b="0" i="0" u="none" strike="noStrike" cap="none" dirty="0">
                    <a:solidFill>
                      <a:srgbClr val="000000"/>
                    </a:solidFill>
                    <a:effectLst/>
                    <a:latin typeface="Arial"/>
                    <a:ea typeface="Arial"/>
                    <a:cs typeface="Arial"/>
                    <a:sym typeface="Arial"/>
                  </a:rPr>
                  <a:t>Learning rate too large</a:t>
                </a:r>
              </a:p>
              <a:p>
                <a:pPr fontAlgn="t"/>
                <a:r>
                  <a:rPr lang="en-US" sz="1100" b="0" i="0" u="none" strike="noStrike" cap="none" dirty="0">
                    <a:solidFill>
                      <a:srgbClr val="000000"/>
                    </a:solidFill>
                    <a:effectLst/>
                    <a:latin typeface="Arial"/>
                    <a:ea typeface="Arial"/>
                    <a:cs typeface="Arial"/>
                    <a:sym typeface="Arial"/>
                  </a:rPr>
                  <a:t>Numerical overflow (feature scales too large)</a:t>
                </a:r>
              </a:p>
              <a:p>
                <a:pPr fontAlgn="t"/>
                <a:r>
                  <a:rPr lang="en-US" sz="1100" b="0" i="0" u="none" strike="noStrike" cap="none" dirty="0">
                    <a:solidFill>
                      <a:srgbClr val="000000"/>
                    </a:solidFill>
                    <a:effectLst/>
                    <a:latin typeface="Arial"/>
                    <a:ea typeface="Arial"/>
                    <a:cs typeface="Arial"/>
                    <a:sym typeface="Arial"/>
                  </a:rPr>
                  <a:t>Fix:</a:t>
                </a:r>
              </a:p>
              <a:p>
                <a:pPr fontAlgn="t"/>
                <a:r>
                  <a:rPr lang="en-US" sz="1100" b="0" i="0" u="none" strike="noStrike" cap="none" dirty="0">
                    <a:solidFill>
                      <a:srgbClr val="000000"/>
                    </a:solidFill>
                    <a:effectLst/>
                    <a:latin typeface="Arial"/>
                    <a:ea typeface="Arial"/>
                    <a:cs typeface="Arial"/>
                    <a:sym typeface="Arial"/>
                  </a:rPr>
                  <a:t>Decrease </a:t>
                </a:r>
                <a:r>
                  <a:rPr lang="en-US" sz="1100" b="0" i="0" u="none" strike="noStrike" cap="none">
                    <a:solidFill>
                      <a:srgbClr val="000000"/>
                    </a:solidFill>
                    <a:latin typeface="Arial"/>
                    <a:ea typeface="Arial"/>
                    <a:cs typeface="Arial"/>
                    <a:sym typeface="Arial"/>
                  </a:rPr>
                  <a:t>𝜂</a:t>
                </a:r>
                <a:endParaRPr lang="en-US" sz="1100" b="0" i="0" u="none" strike="noStrike" cap="none" dirty="0">
                  <a:solidFill>
                    <a:srgbClr val="000000"/>
                  </a:solidFill>
                  <a:effectLst/>
                  <a:latin typeface="Arial"/>
                  <a:ea typeface="Arial"/>
                  <a:cs typeface="Arial"/>
                  <a:sym typeface="Arial"/>
                </a:endParaRPr>
              </a:p>
              <a:p>
                <a:pPr fontAlgn="t"/>
                <a:r>
                  <a:rPr lang="en-US" sz="1100" b="0" i="0" u="none" strike="noStrike" cap="none" dirty="0">
                    <a:solidFill>
                      <a:srgbClr val="000000"/>
                    </a:solidFill>
                    <a:effectLst/>
                    <a:latin typeface="Arial"/>
                    <a:ea typeface="Arial"/>
                    <a:cs typeface="Arial"/>
                    <a:sym typeface="Arial"/>
                  </a:rPr>
                  <a:t>Scale features</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a:t>
                </a:r>
                <a:r>
                  <a:rPr lang="en-US" sz="1100" b="0" i="0" u="none" strike="noStrike" cap="none" dirty="0" err="1">
                    <a:solidFill>
                      <a:srgbClr val="000000"/>
                    </a:solidFill>
                    <a:effectLst/>
                    <a:latin typeface="Arial"/>
                    <a:ea typeface="Arial"/>
                    <a:cs typeface="Arial"/>
                    <a:sym typeface="Arial"/>
                  </a:rPr>
                  <a:t>NaN</a:t>
                </a:r>
                <a:r>
                  <a:rPr lang="en-US" sz="1100" b="0" i="0" u="none" strike="noStrike" cap="none" dirty="0">
                    <a:solidFill>
                      <a:srgbClr val="000000"/>
                    </a:solidFill>
                    <a:effectLst/>
                    <a:latin typeface="Arial"/>
                    <a:ea typeface="Arial"/>
                    <a:cs typeface="Arial"/>
                    <a:sym typeface="Arial"/>
                  </a:rPr>
                  <a:t> usually means the math blew up — most often because steps were too big or numbers were too large.”</a:t>
                </a:r>
              </a:p>
              <a:p>
                <a:pPr marL="0" lvl="0" indent="0" algn="l" rtl="0">
                  <a:spcBef>
                    <a:spcPts val="0"/>
                  </a:spcBef>
                  <a:spcAft>
                    <a:spcPts val="0"/>
                  </a:spcAft>
                  <a:buNone/>
                </a:pPr>
                <a:endParaRPr lang="en-US" dirty="0"/>
              </a:p>
              <a:p>
                <a:pPr fontAlgn="t"/>
                <a:r>
                  <a:rPr lang="en-US" sz="1100" b="1" i="0" u="none" strike="noStrike" cap="none" dirty="0">
                    <a:solidFill>
                      <a:srgbClr val="000000"/>
                    </a:solidFill>
                    <a:effectLst/>
                    <a:latin typeface="Arial"/>
                    <a:ea typeface="Arial"/>
                    <a:cs typeface="Arial"/>
                    <a:sym typeface="Arial"/>
                  </a:rPr>
                  <a:t>Symptom B: Training works but test error high</a:t>
                </a:r>
              </a:p>
              <a:p>
                <a:pPr fontAlgn="t"/>
                <a:r>
                  <a:rPr lang="en-US" sz="1100" b="0" i="0" u="none" strike="noStrike" cap="none" dirty="0">
                    <a:solidFill>
                      <a:srgbClr val="000000"/>
                    </a:solidFill>
                    <a:effectLst/>
                    <a:latin typeface="Arial"/>
                    <a:ea typeface="Arial"/>
                    <a:cs typeface="Arial"/>
                    <a:sym typeface="Arial"/>
                  </a:rPr>
                  <a:t>Cause:</a:t>
                </a:r>
              </a:p>
              <a:p>
                <a:pPr fontAlgn="t"/>
                <a:r>
                  <a:rPr lang="en-US" sz="1100" b="0" i="0" u="none" strike="noStrike" cap="none" dirty="0">
                    <a:solidFill>
                      <a:srgbClr val="000000"/>
                    </a:solidFill>
                    <a:effectLst/>
                    <a:latin typeface="Arial"/>
                    <a:ea typeface="Arial"/>
                    <a:cs typeface="Arial"/>
                    <a:sym typeface="Arial"/>
                  </a:rPr>
                  <a:t>Overfitting (too many features relative to data)</a:t>
                </a:r>
              </a:p>
              <a:p>
                <a:pPr fontAlgn="t"/>
                <a:r>
                  <a:rPr lang="en-US" sz="1100" b="0" i="0" u="none" strike="noStrike" cap="none" dirty="0">
                    <a:solidFill>
                      <a:srgbClr val="000000"/>
                    </a:solidFill>
                    <a:effectLst/>
                    <a:latin typeface="Arial"/>
                    <a:ea typeface="Arial"/>
                    <a:cs typeface="Arial"/>
                    <a:sym typeface="Arial"/>
                  </a:rPr>
                  <a:t>Fix:</a:t>
                </a:r>
              </a:p>
              <a:p>
                <a:pPr fontAlgn="t"/>
                <a:r>
                  <a:rPr lang="en-US" sz="1100" b="0" i="0" u="none" strike="noStrike" cap="none" dirty="0">
                    <a:solidFill>
                      <a:srgbClr val="000000"/>
                    </a:solidFill>
                    <a:effectLst/>
                    <a:latin typeface="Arial"/>
                    <a:ea typeface="Arial"/>
                    <a:cs typeface="Arial"/>
                    <a:sym typeface="Arial"/>
                  </a:rPr>
                  <a:t>Regularization, more data, or simpler model</a:t>
                </a:r>
              </a:p>
              <a:p>
                <a:pPr marL="158750" indent="0" fontAlgn="t">
                  <a:buNone/>
                </a:pPr>
                <a:br>
                  <a:rPr lang="en-US" sz="1100" b="0" i="0" u="none" strike="noStrike" cap="none" dirty="0">
                    <a:solidFill>
                      <a:srgbClr val="000000"/>
                    </a:solidFill>
                    <a:effectLst/>
                    <a:latin typeface="Arial"/>
                    <a:ea typeface="Arial"/>
                    <a:cs typeface="Arial"/>
                    <a:sym typeface="Arial"/>
                  </a:rPr>
                </a:br>
                <a:r>
                  <a:rPr lang="en-US" sz="1100" b="0" i="0" u="none" strike="noStrike" cap="none" dirty="0">
                    <a:solidFill>
                      <a:srgbClr val="000000"/>
                    </a:solidFill>
                    <a:effectLst/>
                    <a:latin typeface="Arial"/>
                    <a:ea typeface="Arial"/>
                    <a:cs typeface="Arial"/>
                    <a:sym typeface="Arial"/>
                  </a:rPr>
                  <a:t>“Low training error + high test error = memorization, not learning.”</a:t>
                </a:r>
              </a:p>
              <a:p>
                <a:pPr marL="0" lvl="0" indent="0" algn="l" rtl="0">
                  <a:spcBef>
                    <a:spcPts val="0"/>
                  </a:spcBef>
                  <a:spcAft>
                    <a:spcPts val="0"/>
                  </a:spcAft>
                  <a:buNone/>
                </a:pPr>
                <a:endParaRPr lang="en-US" dirty="0"/>
              </a:p>
              <a:p>
                <a:pPr fontAlgn="t"/>
                <a:r>
                  <a:rPr lang="en-US" sz="1100" b="1" i="0" u="none" strike="noStrike" cap="none" dirty="0">
                    <a:solidFill>
                      <a:srgbClr val="000000"/>
                    </a:solidFill>
                    <a:effectLst/>
                    <a:latin typeface="Arial"/>
                    <a:ea typeface="Arial"/>
                    <a:cs typeface="Arial"/>
                    <a:sym typeface="Arial"/>
                  </a:rPr>
                  <a:t>Symptom C: Loss oscillating</a:t>
                </a:r>
              </a:p>
              <a:p>
                <a:pPr fontAlgn="t"/>
                <a:r>
                  <a:rPr lang="en-US" sz="1100" b="0" i="0" u="none" strike="noStrike" cap="none" dirty="0">
                    <a:solidFill>
                      <a:srgbClr val="000000"/>
                    </a:solidFill>
                    <a:effectLst/>
                    <a:latin typeface="Arial"/>
                    <a:ea typeface="Arial"/>
                    <a:cs typeface="Arial"/>
                    <a:sym typeface="Arial"/>
                  </a:rPr>
                  <a:t>Cause:</a:t>
                </a:r>
              </a:p>
              <a:p>
                <a:pPr fontAlgn="t"/>
                <a:r>
                  <a:rPr lang="en-US" sz="1100" b="0" i="0" u="none" strike="noStrike" cap="none" dirty="0">
                    <a:solidFill>
                      <a:srgbClr val="000000"/>
                    </a:solidFill>
                    <a:effectLst/>
                    <a:latin typeface="Arial"/>
                    <a:ea typeface="Arial"/>
                    <a:cs typeface="Arial"/>
                    <a:sym typeface="Arial"/>
                  </a:rPr>
                  <a:t>Learning rate too large</a:t>
                </a:r>
              </a:p>
              <a:p>
                <a:pPr fontAlgn="t"/>
                <a:r>
                  <a:rPr lang="en-US" sz="1100" b="0" i="0" u="none" strike="noStrike" cap="none" dirty="0">
                    <a:solidFill>
                      <a:srgbClr val="000000"/>
                    </a:solidFill>
                    <a:effectLst/>
                    <a:latin typeface="Arial"/>
                    <a:ea typeface="Arial"/>
                    <a:cs typeface="Arial"/>
                    <a:sym typeface="Arial"/>
                  </a:rPr>
                  <a:t>Fix:</a:t>
                </a:r>
              </a:p>
              <a:p>
                <a:pPr fontAlgn="t"/>
                <a:r>
                  <a:rPr lang="en-US" sz="1100" b="0" i="0" u="none" strike="noStrike" cap="none" dirty="0">
                    <a:solidFill>
                      <a:srgbClr val="000000"/>
                    </a:solidFill>
                    <a:effectLst/>
                    <a:latin typeface="Arial"/>
                    <a:ea typeface="Arial"/>
                    <a:cs typeface="Arial"/>
                    <a:sym typeface="Arial"/>
                  </a:rPr>
                  <a:t>Decrease </a:t>
                </a:r>
                <a:r>
                  <a:rPr lang="en-US" sz="1100" b="0" i="0" u="none" strike="noStrike" cap="none">
                    <a:solidFill>
                      <a:srgbClr val="000000"/>
                    </a:solidFill>
                    <a:latin typeface="Arial"/>
                    <a:ea typeface="Arial"/>
                    <a:cs typeface="Arial"/>
                    <a:sym typeface="Arial"/>
                  </a:rPr>
                  <a:t>𝜂</a:t>
                </a:r>
                <a:r>
                  <a:rPr lang="en-US" sz="1100" b="0" i="0" u="none" strike="noStrike" cap="none" dirty="0">
                    <a:solidFill>
                      <a:srgbClr val="000000"/>
                    </a:solidFill>
                    <a:effectLst/>
                    <a:latin typeface="Arial"/>
                    <a:ea typeface="Arial"/>
                    <a:cs typeface="Arial"/>
                    <a:sym typeface="Arial"/>
                  </a:rPr>
                  <a:t>or use learning rate decay</a:t>
                </a:r>
              </a:p>
              <a:p>
                <a:pPr fontAlgn="t"/>
                <a:endParaRPr lang="en-US" sz="1100" b="0" i="0" u="none" strike="noStrike" cap="none" dirty="0">
                  <a:solidFill>
                    <a:srgbClr val="000000"/>
                  </a:solidFill>
                  <a:effectLst/>
                  <a:latin typeface="Arial"/>
                  <a:ea typeface="Arial"/>
                  <a:cs typeface="Arial"/>
                  <a:sym typeface="Arial"/>
                </a:endParaRPr>
              </a:p>
              <a:p>
                <a:pPr fontAlgn="t"/>
                <a:r>
                  <a:rPr lang="en-US" sz="1100" b="0" i="0" u="none" strike="noStrike" cap="none" dirty="0">
                    <a:solidFill>
                      <a:srgbClr val="000000"/>
                    </a:solidFill>
                    <a:effectLst/>
                    <a:latin typeface="Arial"/>
                    <a:ea typeface="Arial"/>
                    <a:cs typeface="Arial"/>
                    <a:sym typeface="Arial"/>
                  </a:rPr>
                  <a:t>“Oscillation means we keep jumping across the minimum.”</a:t>
                </a:r>
              </a:p>
              <a:p>
                <a:pPr marL="0" lvl="0" indent="0" algn="l" rtl="0">
                  <a:spcBef>
                    <a:spcPts val="0"/>
                  </a:spcBef>
                  <a:spcAft>
                    <a:spcPts val="0"/>
                  </a:spcAft>
                  <a:buNone/>
                </a:pPr>
                <a:endParaRPr lang="en-GB" dirty="0"/>
              </a:p>
              <a:p>
                <a:pPr marL="0" lvl="0" indent="0" algn="l" rtl="0">
                  <a:spcBef>
                    <a:spcPts val="0"/>
                  </a:spcBef>
                  <a:spcAft>
                    <a:spcPts val="0"/>
                  </a:spcAft>
                  <a:buNone/>
                </a:pPr>
                <a:endParaRPr lang="en-US" dirty="0"/>
              </a:p>
              <a:p>
                <a:pPr fontAlgn="t"/>
                <a:r>
                  <a:rPr lang="en-US" sz="1100" b="1" i="0" u="none" strike="noStrike" cap="none" dirty="0">
                    <a:solidFill>
                      <a:srgbClr val="000000"/>
                    </a:solidFill>
                    <a:effectLst/>
                    <a:latin typeface="Arial"/>
                    <a:ea typeface="Arial"/>
                    <a:cs typeface="Arial"/>
                    <a:sym typeface="Arial"/>
                  </a:rPr>
                  <a:t>Symptom D: Loss not decreasing</a:t>
                </a:r>
              </a:p>
              <a:p>
                <a:pPr fontAlgn="t"/>
                <a:r>
                  <a:rPr lang="en-US" sz="1100" b="0" i="0" u="none" strike="noStrike" cap="none" dirty="0">
                    <a:solidFill>
                      <a:srgbClr val="000000"/>
                    </a:solidFill>
                    <a:effectLst/>
                    <a:latin typeface="Arial"/>
                    <a:ea typeface="Arial"/>
                    <a:cs typeface="Arial"/>
                    <a:sym typeface="Arial"/>
                  </a:rPr>
                  <a:t>Causes:</a:t>
                </a:r>
              </a:p>
              <a:p>
                <a:pPr fontAlgn="t"/>
                <a:r>
                  <a:rPr lang="en-US" sz="1100" b="0" i="0" u="none" strike="noStrike" cap="none" dirty="0">
                    <a:solidFill>
                      <a:srgbClr val="000000"/>
                    </a:solidFill>
                    <a:effectLst/>
                    <a:latin typeface="Arial"/>
                    <a:ea typeface="Arial"/>
                    <a:cs typeface="Arial"/>
                    <a:sym typeface="Arial"/>
                  </a:rPr>
                  <a:t>Learning rate too small</a:t>
                </a:r>
              </a:p>
              <a:p>
                <a:pPr fontAlgn="t"/>
                <a:r>
                  <a:rPr lang="en-US" sz="1100" b="0" i="0" u="none" strike="noStrike" cap="none" dirty="0">
                    <a:solidFill>
                      <a:srgbClr val="000000"/>
                    </a:solidFill>
                    <a:effectLst/>
                    <a:latin typeface="Arial"/>
                    <a:ea typeface="Arial"/>
                    <a:cs typeface="Arial"/>
                    <a:sym typeface="Arial"/>
                  </a:rPr>
                  <a:t>Bug in gradient computation (check signs!)</a:t>
                </a:r>
              </a:p>
              <a:p>
                <a:pPr fontAlgn="t"/>
                <a:r>
                  <a:rPr lang="en-US" sz="1100" b="0" i="0" u="none" strike="noStrike" cap="none" dirty="0">
                    <a:solidFill>
                      <a:srgbClr val="000000"/>
                    </a:solidFill>
                    <a:effectLst/>
                    <a:latin typeface="Arial"/>
                    <a:ea typeface="Arial"/>
                    <a:cs typeface="Arial"/>
                    <a:sym typeface="Arial"/>
                  </a:rPr>
                  <a:t>Wrong sign in update rule (should be minus)</a:t>
                </a:r>
              </a:p>
              <a:p>
                <a:pPr fontAlgn="t"/>
                <a:r>
                  <a:rPr lang="en-US" sz="1100" b="0" i="0" u="none" strike="noStrike" cap="none" dirty="0">
                    <a:solidFill>
                      <a:srgbClr val="000000"/>
                    </a:solidFill>
                    <a:effectLst/>
                    <a:latin typeface="Arial"/>
                    <a:ea typeface="Arial"/>
                    <a:cs typeface="Arial"/>
                    <a:sym typeface="Arial"/>
                  </a:rPr>
                  <a:t>Fix:</a:t>
                </a:r>
              </a:p>
              <a:p>
                <a:pPr fontAlgn="t"/>
                <a:r>
                  <a:rPr lang="en-US" sz="1100" b="0" i="0" u="none" strike="noStrike" cap="none" dirty="0">
                    <a:solidFill>
                      <a:srgbClr val="000000"/>
                    </a:solidFill>
                    <a:effectLst/>
                    <a:latin typeface="Arial"/>
                    <a:ea typeface="Arial"/>
                    <a:cs typeface="Arial"/>
                    <a:sym typeface="Arial"/>
                  </a:rPr>
                  <a:t>Increase </a:t>
                </a:r>
                <a:r>
                  <a:rPr lang="en-US" sz="1100" b="0" i="0" u="none" strike="noStrike" cap="none">
                    <a:solidFill>
                      <a:srgbClr val="000000"/>
                    </a:solidFill>
                    <a:latin typeface="Arial"/>
                    <a:ea typeface="Arial"/>
                    <a:cs typeface="Arial"/>
                    <a:sym typeface="Arial"/>
                  </a:rPr>
                  <a:t>𝜂</a:t>
                </a:r>
                <a:r>
                  <a:rPr lang="en-US" sz="1100" b="0" i="0" u="none" strike="noStrike" cap="none" dirty="0">
                    <a:solidFill>
                      <a:srgbClr val="000000"/>
                    </a:solidFill>
                    <a:effectLst/>
                    <a:latin typeface="Arial"/>
                    <a:ea typeface="Arial"/>
                    <a:cs typeface="Arial"/>
                    <a:sym typeface="Arial"/>
                  </a:rPr>
                  <a:t>, verify code</a:t>
                </a:r>
              </a:p>
              <a:p>
                <a:pPr fontAlgn="t"/>
                <a:endParaRPr lang="en-US" sz="1100" b="0" i="0" u="none" strike="noStrike" cap="none" dirty="0">
                  <a:solidFill>
                    <a:srgbClr val="000000"/>
                  </a:solidFill>
                  <a:effectLst/>
                  <a:latin typeface="Arial"/>
                  <a:ea typeface="Arial"/>
                  <a:cs typeface="Arial"/>
                  <a:sym typeface="Arial"/>
                </a:endParaRPr>
              </a:p>
              <a:p>
                <a:pPr marL="158750" indent="0" fontAlgn="t">
                  <a:buNone/>
                </a:pPr>
                <a:r>
                  <a:rPr lang="en-US" sz="1100" b="0" i="0" u="none" strike="noStrike" cap="none" dirty="0">
                    <a:solidFill>
                      <a:srgbClr val="000000"/>
                    </a:solidFill>
                    <a:effectLst/>
                    <a:latin typeface="Arial"/>
                    <a:ea typeface="Arial"/>
                    <a:cs typeface="Arial"/>
                    <a:sym typeface="Arial"/>
                  </a:rPr>
                  <a:t>“If loss doesn’t go down at all, either we’re moving too slowly… or we’re moving in the wrong direction.”</a:t>
                </a:r>
              </a:p>
              <a:p>
                <a:pPr marL="0" lvl="0" indent="0" algn="l" rtl="0">
                  <a:spcBef>
                    <a:spcPts val="0"/>
                  </a:spcBef>
                  <a:spcAft>
                    <a:spcPts val="0"/>
                  </a:spcAft>
                  <a:buNone/>
                </a:pPr>
                <a:endParaRPr dirty="0"/>
              </a:p>
            </p:txBody>
          </p:sp>
        </mc:Fallback>
      </mc:AlternateContent>
      <p:sp>
        <p:nvSpPr>
          <p:cNvPr id="856" name="Google Shape;856;p41: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7"/>
        <p:cNvGrpSpPr/>
        <p:nvPr/>
      </p:nvGrpSpPr>
      <p:grpSpPr>
        <a:xfrm>
          <a:off x="0" y="0"/>
          <a:ext cx="0" cy="0"/>
          <a:chOff x="0" y="0"/>
          <a:chExt cx="0" cy="0"/>
        </a:xfrm>
      </p:grpSpPr>
      <p:sp>
        <p:nvSpPr>
          <p:cNvPr id="868" name="Google Shape;868;p42: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69" name="Google Shape;869;p42: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6"/>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97" name="Google Shape;897;p43: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r>
                  <a:rPr lang="en-IN" b="1" dirty="0"/>
                  <a:t>1. Data &amp; Initialization:</a:t>
                </a:r>
                <a:r>
                  <a:rPr lang="en-IN" dirty="0"/>
                  <a:t> The process begins with a dataset </a:t>
                </a:r>
                <a14:m>
                  <m:oMath xmlns:m="http://schemas.openxmlformats.org/officeDocument/2006/math">
                    <m:r>
                      <a:rPr lang="en-IN" sz="1100" b="0" i="1" u="none" strike="noStrike" cap="none">
                        <a:solidFill>
                          <a:srgbClr val="000000"/>
                        </a:solidFill>
                        <a:latin typeface="Cambria Math" panose="02040503050406030204" pitchFamily="18" charset="0"/>
                        <a:ea typeface="Arial"/>
                        <a:cs typeface="Arial"/>
                        <a:sym typeface="Arial"/>
                      </a:rPr>
                      <m:t>𝐷</m:t>
                    </m:r>
                    <m:r>
                      <a:rPr lang="en-IN" sz="1100" b="0" i="0" u="none" strike="noStrike" cap="none">
                        <a:solidFill>
                          <a:srgbClr val="000000"/>
                        </a:solidFill>
                        <a:latin typeface="Cambria Math" panose="02040503050406030204" pitchFamily="18" charset="0"/>
                        <a:ea typeface="Arial"/>
                        <a:cs typeface="Arial"/>
                        <a:sym typeface="Arial"/>
                      </a:rPr>
                      <m:t>=</m:t>
                    </m:r>
                    <m:d>
                      <m:dPr>
                        <m:begChr m:val="{"/>
                        <m:endChr m:val="}"/>
                        <m:ctrlPr>
                          <a:rPr lang="ar-AE" sz="1100" b="0" i="1" u="none" strike="noStrike" cap="none">
                            <a:solidFill>
                              <a:srgbClr val="000000"/>
                            </a:solidFill>
                            <a:latin typeface="Cambria Math" panose="02040503050406030204" pitchFamily="18" charset="0"/>
                            <a:ea typeface="Arial"/>
                            <a:cs typeface="Arial"/>
                            <a:sym typeface="Arial"/>
                          </a:rPr>
                        </m:ctrlPr>
                      </m:dPr>
                      <m:e>
                        <m:d>
                          <m:dPr>
                            <m:sepChr m:val=","/>
                            <m:ctrlPr>
                              <a:rPr lang="ar-AE" sz="1100" b="0" i="1" u="none" strike="noStrike" cap="none">
                                <a:solidFill>
                                  <a:srgbClr val="000000"/>
                                </a:solidFill>
                                <a:latin typeface="Cambria Math" panose="02040503050406030204" pitchFamily="18" charset="0"/>
                                <a:ea typeface="Arial"/>
                                <a:cs typeface="Arial"/>
                                <a:sym typeface="Arial"/>
                              </a:rPr>
                            </m:ctrlPr>
                          </m:dPr>
                          <m:e>
                            <m:sSup>
                              <m:sSupPr>
                                <m:ctrlPr>
                                  <a:rPr lang="ar-AE" sz="1100" b="0" i="1" u="none" strike="noStrike" cap="none">
                                    <a:solidFill>
                                      <a:srgbClr val="000000"/>
                                    </a:solidFill>
                                    <a:latin typeface="Cambria Math" panose="02040503050406030204" pitchFamily="18" charset="0"/>
                                    <a:ea typeface="Arial"/>
                                    <a:cs typeface="Arial"/>
                                    <a:sym typeface="Arial"/>
                                  </a:rPr>
                                </m:ctrlPr>
                              </m:sSupPr>
                              <m:e>
                                <m:r>
                                  <a:rPr lang="ar-AE" sz="1100" b="0" i="1" u="none" strike="noStrike" cap="none">
                                    <a:solidFill>
                                      <a:srgbClr val="000000"/>
                                    </a:solidFill>
                                    <a:latin typeface="Cambria Math" panose="02040503050406030204" pitchFamily="18" charset="0"/>
                                    <a:ea typeface="Arial"/>
                                    <a:cs typeface="Arial"/>
                                    <a:sym typeface="Arial"/>
                                  </a:rPr>
                                  <m:t>𝑥</m:t>
                                </m:r>
                              </m:e>
                              <m:sup>
                                <m:d>
                                  <m:dPr>
                                    <m:ctrlPr>
                                      <a:rPr lang="ar-AE" sz="1100" b="0" i="1" u="none" strike="noStrike" cap="none">
                                        <a:solidFill>
                                          <a:srgbClr val="000000"/>
                                        </a:solidFill>
                                        <a:latin typeface="Cambria Math" panose="02040503050406030204" pitchFamily="18" charset="0"/>
                                        <a:ea typeface="Arial"/>
                                        <a:cs typeface="Arial"/>
                                        <a:sym typeface="Arial"/>
                                      </a:rPr>
                                    </m:ctrlPr>
                                  </m:dPr>
                                  <m:e>
                                    <m:r>
                                      <a:rPr lang="ar-AE" sz="1100" b="0" i="1" u="none" strike="noStrike" cap="none">
                                        <a:solidFill>
                                          <a:srgbClr val="000000"/>
                                        </a:solidFill>
                                        <a:latin typeface="Cambria Math" panose="02040503050406030204" pitchFamily="18" charset="0"/>
                                        <a:ea typeface="Arial"/>
                                        <a:cs typeface="Arial"/>
                                        <a:sym typeface="Arial"/>
                                      </a:rPr>
                                      <m:t>𝑖</m:t>
                                    </m:r>
                                  </m:e>
                                </m:d>
                              </m:sup>
                            </m:sSup>
                          </m:e>
                          <m:e>
                            <m:sSup>
                              <m:sSupPr>
                                <m:ctrlPr>
                                  <a:rPr lang="ar-AE" sz="1100" b="0" i="1" u="none" strike="noStrike" cap="none">
                                    <a:solidFill>
                                      <a:srgbClr val="000000"/>
                                    </a:solidFill>
                                    <a:latin typeface="Cambria Math" panose="02040503050406030204" pitchFamily="18" charset="0"/>
                                    <a:ea typeface="Arial"/>
                                    <a:cs typeface="Arial"/>
                                    <a:sym typeface="Arial"/>
                                  </a:rPr>
                                </m:ctrlPr>
                              </m:sSupPr>
                              <m:e>
                                <m:r>
                                  <a:rPr lang="ar-AE" sz="1100" b="0" i="1" u="none" strike="noStrike" cap="none">
                                    <a:solidFill>
                                      <a:srgbClr val="000000"/>
                                    </a:solidFill>
                                    <a:latin typeface="Cambria Math" panose="02040503050406030204" pitchFamily="18" charset="0"/>
                                    <a:ea typeface="Arial"/>
                                    <a:cs typeface="Arial"/>
                                    <a:sym typeface="Arial"/>
                                  </a:rPr>
                                  <m:t>𝑦</m:t>
                                </m:r>
                              </m:e>
                              <m:sup>
                                <m:d>
                                  <m:dPr>
                                    <m:ctrlPr>
                                      <a:rPr lang="ar-AE" sz="1100" b="0" i="1" u="none" strike="noStrike" cap="none">
                                        <a:solidFill>
                                          <a:srgbClr val="000000"/>
                                        </a:solidFill>
                                        <a:latin typeface="Cambria Math" panose="02040503050406030204" pitchFamily="18" charset="0"/>
                                        <a:ea typeface="Arial"/>
                                        <a:cs typeface="Arial"/>
                                        <a:sym typeface="Arial"/>
                                      </a:rPr>
                                    </m:ctrlPr>
                                  </m:dPr>
                                  <m:e>
                                    <m:r>
                                      <a:rPr lang="ar-AE" sz="1100" b="0" i="1" u="none" strike="noStrike" cap="none">
                                        <a:solidFill>
                                          <a:srgbClr val="000000"/>
                                        </a:solidFill>
                                        <a:latin typeface="Cambria Math" panose="02040503050406030204" pitchFamily="18" charset="0"/>
                                        <a:ea typeface="Arial"/>
                                        <a:cs typeface="Arial"/>
                                        <a:sym typeface="Arial"/>
                                      </a:rPr>
                                      <m:t>𝑖</m:t>
                                    </m:r>
                                  </m:e>
                                </m:d>
                              </m:sup>
                            </m:sSup>
                          </m:e>
                        </m:d>
                      </m:e>
                    </m:d>
                  </m:oMath>
                </a14:m>
                <a:r>
                  <a:rPr lang="en-US" dirty="0">
                    <a:effectLst/>
                  </a:rPr>
                  <a:t> </a:t>
                </a:r>
                <a:r>
                  <a:rPr lang="en-IN" dirty="0"/>
                  <a:t>consisting of input-output pairs. The model's weight vector </a:t>
                </a:r>
                <a14:m>
                  <m:oMath xmlns:m="http://schemas.openxmlformats.org/officeDocument/2006/math">
                    <m:r>
                      <a:rPr lang="en-IN" sz="1100" b="0" i="1" u="none" strike="noStrike" cap="none">
                        <a:solidFill>
                          <a:srgbClr val="000000"/>
                        </a:solidFill>
                        <a:latin typeface="Cambria Math" panose="02040503050406030204" pitchFamily="18" charset="0"/>
                        <a:ea typeface="Arial"/>
                        <a:cs typeface="Arial"/>
                        <a:sym typeface="Arial"/>
                      </a:rPr>
                      <m:t>𝑤</m:t>
                    </m:r>
                  </m:oMath>
                </a14:m>
                <a:r>
                  <a:rPr lang="en-IN" dirty="0"/>
                  <a:t> is initialized, often to zero (</a:t>
                </a:r>
                <a14:m>
                  <m:oMath xmlns:m="http://schemas.openxmlformats.org/officeDocument/2006/math">
                    <m:sSup>
                      <m:sSupPr>
                        <m:ctrlPr>
                          <a:rPr lang="ar-AE" sz="1100" b="0" i="1" u="none" strike="noStrike" cap="none">
                            <a:solidFill>
                              <a:srgbClr val="000000"/>
                            </a:solidFill>
                            <a:latin typeface="Cambria Math" panose="02040503050406030204" pitchFamily="18" charset="0"/>
                            <a:ea typeface="Arial"/>
                            <a:cs typeface="Arial"/>
                            <a:sym typeface="Arial"/>
                          </a:rPr>
                        </m:ctrlPr>
                      </m:sSupPr>
                      <m:e>
                        <m:r>
                          <a:rPr lang="ar-AE" sz="1100" b="0" i="1" u="none" strike="noStrike" cap="none">
                            <a:solidFill>
                              <a:srgbClr val="000000"/>
                            </a:solidFill>
                            <a:latin typeface="Cambria Math" panose="02040503050406030204" pitchFamily="18" charset="0"/>
                            <a:ea typeface="Arial"/>
                            <a:cs typeface="Arial"/>
                            <a:sym typeface="Arial"/>
                          </a:rPr>
                          <m:t>𝑤</m:t>
                        </m:r>
                      </m:e>
                      <m:sup>
                        <m:d>
                          <m:dPr>
                            <m:ctrlPr>
                              <a:rPr lang="ar-AE" sz="1100" b="0" i="1" u="none" strike="noStrike" cap="none">
                                <a:solidFill>
                                  <a:srgbClr val="000000"/>
                                </a:solidFill>
                                <a:latin typeface="Cambria Math" panose="02040503050406030204" pitchFamily="18" charset="0"/>
                                <a:ea typeface="Arial"/>
                                <a:cs typeface="Arial"/>
                                <a:sym typeface="Arial"/>
                              </a:rPr>
                            </m:ctrlPr>
                          </m:dPr>
                          <m:e>
                            <m:r>
                              <a:rPr lang="ar-AE" sz="1100" b="0" i="0" u="none" strike="noStrike" cap="none">
                                <a:solidFill>
                                  <a:srgbClr val="000000"/>
                                </a:solidFill>
                                <a:latin typeface="Cambria Math" panose="02040503050406030204" pitchFamily="18" charset="0"/>
                                <a:ea typeface="Arial"/>
                                <a:cs typeface="Arial"/>
                                <a:sym typeface="Arial"/>
                              </a:rPr>
                              <m:t>0</m:t>
                            </m:r>
                          </m:e>
                        </m:d>
                      </m:sup>
                    </m:sSup>
                    <m:r>
                      <a:rPr lang="ar-AE" sz="1100" b="0" i="0" u="none" strike="noStrike" cap="none">
                        <a:solidFill>
                          <a:srgbClr val="000000"/>
                        </a:solidFill>
                        <a:latin typeface="Cambria Math" panose="02040503050406030204" pitchFamily="18" charset="0"/>
                        <a:ea typeface="Arial"/>
                        <a:cs typeface="Arial"/>
                        <a:sym typeface="Arial"/>
                      </a:rPr>
                      <m:t>=</m:t>
                    </m:r>
                    <m:r>
                      <a:rPr lang="ar-AE" sz="1100" b="0" i="0" u="none" strike="noStrike" cap="none">
                        <a:solidFill>
                          <a:srgbClr val="000000"/>
                        </a:solidFill>
                        <a:latin typeface="Cambria Math" panose="02040503050406030204" pitchFamily="18" charset="0"/>
                        <a:ea typeface="Arial"/>
                        <a:cs typeface="Arial"/>
                        <a:sym typeface="Arial"/>
                      </a:rPr>
                      <m:t>0</m:t>
                    </m:r>
                    <m:r>
                      <a:rPr lang="en-US" sz="1100" b="0" i="0" u="none" strike="noStrike" cap="none" smtClean="0">
                        <a:solidFill>
                          <a:srgbClr val="000000"/>
                        </a:solidFill>
                        <a:latin typeface="Cambria Math" panose="02040503050406030204" pitchFamily="18" charset="0"/>
                        <a:ea typeface="Arial"/>
                        <a:cs typeface="Arial"/>
                        <a:sym typeface="Arial"/>
                      </a:rPr>
                      <m:t> </m:t>
                    </m:r>
                  </m:oMath>
                </a14:m>
                <a:endParaRPr lang="en-US" b="1" dirty="0"/>
              </a:p>
              <a:p>
                <a:r>
                  <a:rPr lang="en-US" b="1" dirty="0"/>
                  <a:t>2. </a:t>
                </a:r>
                <a:r>
                  <a:rPr lang="ar-AE" b="1" dirty="0"/>
                  <a:t> </a:t>
                </a:r>
                <a:r>
                  <a:rPr lang="en-IN" b="1" dirty="0"/>
                  <a:t>Model:</a:t>
                </a:r>
                <a:r>
                  <a:rPr lang="en-IN" dirty="0"/>
                  <a:t> The initialized weights are used in a linear activation function to make a prediction </a:t>
                </a:r>
                <a14:m>
                  <m:oMath xmlns:m="http://schemas.openxmlformats.org/officeDocument/2006/math">
                    <m:r>
                      <a:rPr lang="en-IN" sz="1100" b="0" i="1" u="none" strike="noStrike" cap="none">
                        <a:solidFill>
                          <a:srgbClr val="000000"/>
                        </a:solidFill>
                        <a:latin typeface="Cambria Math" panose="02040503050406030204" pitchFamily="18" charset="0"/>
                        <a:ea typeface="Arial"/>
                        <a:cs typeface="Arial"/>
                        <a:sym typeface="Arial"/>
                      </a:rPr>
                      <m:t>𝑦</m:t>
                    </m:r>
                  </m:oMath>
                </a14:m>
                <a:r>
                  <a:rPr lang="en-IN" dirty="0"/>
                  <a:t> based on the input features </a:t>
                </a:r>
                <a14:m>
                  <m:oMath xmlns:m="http://schemas.openxmlformats.org/officeDocument/2006/math">
                    <m:sSub>
                      <m:sSubPr>
                        <m:ctrlPr>
                          <a:rPr lang="ar-AE" sz="1100" b="0" i="1" u="none" strike="noStrike" cap="none">
                            <a:solidFill>
                              <a:srgbClr val="000000"/>
                            </a:solidFill>
                            <a:latin typeface="Cambria Math" panose="02040503050406030204" pitchFamily="18" charset="0"/>
                            <a:ea typeface="Arial"/>
                            <a:cs typeface="Arial"/>
                            <a:sym typeface="Arial"/>
                          </a:rPr>
                        </m:ctrlPr>
                      </m:sSubPr>
                      <m:e>
                        <m:r>
                          <a:rPr lang="ar-AE" sz="1100" b="0" i="1" u="none" strike="noStrike" cap="none">
                            <a:solidFill>
                              <a:srgbClr val="000000"/>
                            </a:solidFill>
                            <a:latin typeface="Cambria Math" panose="02040503050406030204" pitchFamily="18" charset="0"/>
                            <a:ea typeface="Arial"/>
                            <a:cs typeface="Arial"/>
                            <a:sym typeface="Arial"/>
                          </a:rPr>
                          <m:t>𝑥</m:t>
                        </m:r>
                      </m:e>
                      <m:sub>
                        <m:r>
                          <a:rPr lang="ar-AE" sz="1100" b="0" i="0" u="none" strike="noStrike" cap="none">
                            <a:solidFill>
                              <a:srgbClr val="000000"/>
                            </a:solidFill>
                            <a:latin typeface="Cambria Math" panose="02040503050406030204" pitchFamily="18" charset="0"/>
                            <a:ea typeface="Arial"/>
                            <a:cs typeface="Arial"/>
                            <a:sym typeface="Arial"/>
                          </a:rPr>
                          <m:t>1</m:t>
                        </m:r>
                      </m:sub>
                    </m:sSub>
                    <m:r>
                      <a:rPr lang="ar-AE" sz="1100" b="0" i="0" u="none" strike="noStrike" cap="none">
                        <a:solidFill>
                          <a:srgbClr val="000000"/>
                        </a:solidFill>
                        <a:latin typeface="Cambria Math" panose="02040503050406030204" pitchFamily="18" charset="0"/>
                        <a:ea typeface="Arial"/>
                        <a:cs typeface="Arial"/>
                        <a:sym typeface="Arial"/>
                      </a:rPr>
                      <m:t>,</m:t>
                    </m:r>
                    <m:sSub>
                      <m:sSubPr>
                        <m:ctrlPr>
                          <a:rPr lang="ar-AE" sz="1100" b="0" i="1" u="none" strike="noStrike" cap="none">
                            <a:solidFill>
                              <a:srgbClr val="000000"/>
                            </a:solidFill>
                            <a:latin typeface="Cambria Math" panose="02040503050406030204" pitchFamily="18" charset="0"/>
                            <a:ea typeface="Arial"/>
                            <a:cs typeface="Arial"/>
                            <a:sym typeface="Arial"/>
                          </a:rPr>
                        </m:ctrlPr>
                      </m:sSubPr>
                      <m:e>
                        <m:r>
                          <a:rPr lang="ar-AE" sz="1100" b="0" i="1" u="none" strike="noStrike" cap="none">
                            <a:solidFill>
                              <a:srgbClr val="000000"/>
                            </a:solidFill>
                            <a:latin typeface="Cambria Math" panose="02040503050406030204" pitchFamily="18" charset="0"/>
                            <a:ea typeface="Arial"/>
                            <a:cs typeface="Arial"/>
                            <a:sym typeface="Arial"/>
                          </a:rPr>
                          <m:t>𝑥</m:t>
                        </m:r>
                      </m:e>
                      <m:sub>
                        <m:r>
                          <a:rPr lang="ar-AE" sz="1100" b="0" i="0" u="none" strike="noStrike" cap="none">
                            <a:solidFill>
                              <a:srgbClr val="000000"/>
                            </a:solidFill>
                            <a:latin typeface="Cambria Math" panose="02040503050406030204" pitchFamily="18" charset="0"/>
                            <a:ea typeface="Arial"/>
                            <a:cs typeface="Arial"/>
                            <a:sym typeface="Arial"/>
                          </a:rPr>
                          <m:t>2</m:t>
                        </m:r>
                      </m:sub>
                    </m:sSub>
                    <m:r>
                      <a:rPr lang="ar-AE" sz="1100" b="0" i="0" u="none" strike="noStrike" cap="none">
                        <a:solidFill>
                          <a:srgbClr val="000000"/>
                        </a:solidFill>
                        <a:latin typeface="Cambria Math" panose="02040503050406030204" pitchFamily="18" charset="0"/>
                        <a:ea typeface="Arial"/>
                        <a:cs typeface="Arial"/>
                        <a:sym typeface="Arial"/>
                      </a:rPr>
                      <m:t>,…,</m:t>
                    </m:r>
                    <m:sSub>
                      <m:sSubPr>
                        <m:ctrlPr>
                          <a:rPr lang="ar-AE" sz="1100" b="0" i="1" u="none" strike="noStrike" cap="none">
                            <a:solidFill>
                              <a:srgbClr val="000000"/>
                            </a:solidFill>
                            <a:latin typeface="Cambria Math" panose="02040503050406030204" pitchFamily="18" charset="0"/>
                            <a:ea typeface="Arial"/>
                            <a:cs typeface="Arial"/>
                            <a:sym typeface="Arial"/>
                          </a:rPr>
                        </m:ctrlPr>
                      </m:sSubPr>
                      <m:e>
                        <m:r>
                          <a:rPr lang="ar-AE" sz="1100" b="0" i="1" u="none" strike="noStrike" cap="none">
                            <a:solidFill>
                              <a:srgbClr val="000000"/>
                            </a:solidFill>
                            <a:latin typeface="Cambria Math" panose="02040503050406030204" pitchFamily="18" charset="0"/>
                            <a:ea typeface="Arial"/>
                            <a:cs typeface="Arial"/>
                            <a:sym typeface="Arial"/>
                          </a:rPr>
                          <m:t>𝑥</m:t>
                        </m:r>
                      </m:e>
                      <m:sub>
                        <m:r>
                          <a:rPr lang="ar-AE" sz="1100" b="0" i="1" u="none" strike="noStrike" cap="none">
                            <a:solidFill>
                              <a:srgbClr val="000000"/>
                            </a:solidFill>
                            <a:latin typeface="Cambria Math" panose="02040503050406030204" pitchFamily="18" charset="0"/>
                            <a:ea typeface="Arial"/>
                            <a:cs typeface="Arial"/>
                            <a:sym typeface="Arial"/>
                          </a:rPr>
                          <m:t>𝑑</m:t>
                        </m:r>
                      </m:sub>
                    </m:sSub>
                    <m:r>
                      <a:rPr lang="en-US" sz="1100" b="0" i="0" u="none" strike="noStrike" cap="none" smtClean="0">
                        <a:solidFill>
                          <a:srgbClr val="000000"/>
                        </a:solidFill>
                        <a:latin typeface="Cambria Math" panose="02040503050406030204" pitchFamily="18" charset="0"/>
                        <a:ea typeface="Arial"/>
                        <a:cs typeface="Arial"/>
                        <a:sym typeface="Arial"/>
                      </a:rPr>
                      <m:t> </m:t>
                    </m:r>
                  </m:oMath>
                </a14:m>
                <a:r>
                  <a:rPr lang="en-IN" dirty="0"/>
                  <a:t>.This is the "forward" pass. </a:t>
                </a:r>
              </a:p>
              <a:p>
                <a:r>
                  <a:rPr lang="en-IN" b="1" dirty="0"/>
                  <a:t>3. Objective:</a:t>
                </a:r>
                <a:r>
                  <a:rPr lang="en-IN" dirty="0"/>
                  <a:t> The predicted output from the model is compared to the actual data using an objective function, specifically the Mean Squared Error (MSE) Loss Function </a:t>
                </a:r>
                <a14:m>
                  <m:oMath xmlns:m="http://schemas.openxmlformats.org/officeDocument/2006/math">
                    <m:r>
                      <a:rPr lang="en-IN" sz="1100" b="0" i="1" u="none" strike="noStrike" cap="none">
                        <a:solidFill>
                          <a:srgbClr val="000000"/>
                        </a:solidFill>
                        <a:latin typeface="Cambria Math" panose="02040503050406030204" pitchFamily="18" charset="0"/>
                        <a:ea typeface="Arial"/>
                        <a:cs typeface="Arial"/>
                        <a:sym typeface="Arial"/>
                      </a:rPr>
                      <m:t>𝐽</m:t>
                    </m:r>
                    <m:d>
                      <m:dPr>
                        <m:ctrlPr>
                          <a:rPr lang="ar-AE" sz="1100" b="0" i="1" u="none" strike="noStrike" cap="none">
                            <a:solidFill>
                              <a:srgbClr val="000000"/>
                            </a:solidFill>
                            <a:latin typeface="Cambria Math" panose="02040503050406030204" pitchFamily="18" charset="0"/>
                            <a:ea typeface="Arial"/>
                            <a:cs typeface="Arial"/>
                            <a:sym typeface="Arial"/>
                          </a:rPr>
                        </m:ctrlPr>
                      </m:dPr>
                      <m:e>
                        <m:r>
                          <a:rPr lang="ar-AE" sz="1100" b="0" i="1" u="none" strike="noStrike" cap="none">
                            <a:solidFill>
                              <a:srgbClr val="000000"/>
                            </a:solidFill>
                            <a:latin typeface="Cambria Math" panose="02040503050406030204" pitchFamily="18" charset="0"/>
                            <a:ea typeface="Arial"/>
                            <a:cs typeface="Arial"/>
                            <a:sym typeface="Arial"/>
                          </a:rPr>
                          <m:t>𝑤</m:t>
                        </m:r>
                      </m:e>
                    </m:d>
                  </m:oMath>
                </a14:m>
                <a:r>
                  <a:rPr lang="en-IN" dirty="0"/>
                  <a:t>. </a:t>
                </a:r>
              </a:p>
              <a:p>
                <a:pPr marL="158750" indent="0">
                  <a:buNone/>
                </a:pPr>
                <a:r>
                  <a:rPr lang="en-IN" dirty="0"/>
                  <a:t>The goal is to find the minimum point of this function, which corresponds to the best-fitting model weights. </a:t>
                </a:r>
              </a:p>
              <a:p>
                <a:pPr marL="158750" indent="0">
                  <a:buNone/>
                </a:pPr>
                <a:r>
                  <a:rPr lang="en-IN" b="1" dirty="0"/>
                  <a:t>4. Learning:</a:t>
                </a:r>
                <a:r>
                  <a:rPr lang="en-IN" dirty="0"/>
                  <a:t> The model iteratively updates the weights using a gradient-based optimization method. The negative gradient ( </a:t>
                </a:r>
                <a14:m>
                  <m:oMath xmlns:m="http://schemas.openxmlformats.org/officeDocument/2006/math">
                    <m:r>
                      <a:rPr lang="en-IN" sz="1100" b="0" i="0" u="none" strike="noStrike" cap="none">
                        <a:solidFill>
                          <a:srgbClr val="000000"/>
                        </a:solidFill>
                        <a:latin typeface="Cambria Math" panose="02040503050406030204" pitchFamily="18" charset="0"/>
                        <a:ea typeface="Arial"/>
                        <a:cs typeface="Arial"/>
                        <a:sym typeface="Arial"/>
                      </a:rPr>
                      <m:t>−</m:t>
                    </m:r>
                    <m:r>
                      <a:rPr lang="en-IN" sz="1100" b="0" i="1" u="none" strike="noStrike" cap="none">
                        <a:solidFill>
                          <a:srgbClr val="000000"/>
                        </a:solidFill>
                        <a:latin typeface="Cambria Math" panose="02040503050406030204" pitchFamily="18" charset="0"/>
                        <a:ea typeface="Arial"/>
                        <a:cs typeface="Arial"/>
                        <a:sym typeface="Arial"/>
                      </a:rPr>
                      <m:t>𝜂</m:t>
                    </m:r>
                    <m:r>
                      <m:rPr>
                        <m:sty m:val="p"/>
                      </m:rPr>
                      <a:rPr lang="en-IN" sz="1100" b="0" i="0" u="none" strike="noStrike" cap="none">
                        <a:solidFill>
                          <a:srgbClr val="000000"/>
                        </a:solidFill>
                        <a:latin typeface="Cambria Math" panose="02040503050406030204" pitchFamily="18" charset="0"/>
                        <a:ea typeface="Arial"/>
                        <a:cs typeface="Arial"/>
                        <a:sym typeface="Arial"/>
                      </a:rPr>
                      <m:t>∇</m:t>
                    </m:r>
                    <m:r>
                      <a:rPr lang="en-IN" sz="1100" b="0" i="1" u="none" strike="noStrike" cap="none">
                        <a:solidFill>
                          <a:srgbClr val="000000"/>
                        </a:solidFill>
                        <a:latin typeface="Cambria Math" panose="02040503050406030204" pitchFamily="18" charset="0"/>
                        <a:ea typeface="Arial"/>
                        <a:cs typeface="Arial"/>
                        <a:sym typeface="Arial"/>
                      </a:rPr>
                      <m:t>𝐽</m:t>
                    </m:r>
                  </m:oMath>
                </a14:m>
                <a:r>
                  <a:rPr lang="en-IN" dirty="0">
                    <a:effectLst/>
                  </a:rPr>
                  <a:t>)</a:t>
                </a:r>
                <a:r>
                  <a:rPr lang="en-IN" dirty="0"/>
                  <a:t> which indicates the direction of the steepest descent towards the minimum loss, is used to update the current weights </a:t>
                </a:r>
                <a14:m>
                  <m:oMath xmlns:m="http://schemas.openxmlformats.org/officeDocument/2006/math">
                    <m:sSup>
                      <m:sSupPr>
                        <m:ctrlPr>
                          <a:rPr lang="ar-AE" sz="1100" b="0" i="1" u="none" strike="noStrike" cap="none">
                            <a:solidFill>
                              <a:srgbClr val="000000"/>
                            </a:solidFill>
                            <a:latin typeface="Cambria Math" panose="02040503050406030204" pitchFamily="18" charset="0"/>
                            <a:ea typeface="Arial"/>
                            <a:cs typeface="Arial"/>
                            <a:sym typeface="Arial"/>
                          </a:rPr>
                        </m:ctrlPr>
                      </m:sSupPr>
                      <m:e>
                        <m:r>
                          <a:rPr lang="ar-AE" sz="1100" b="0" i="1" u="none" strike="noStrike" cap="none">
                            <a:solidFill>
                              <a:srgbClr val="000000"/>
                            </a:solidFill>
                            <a:latin typeface="Cambria Math" panose="02040503050406030204" pitchFamily="18" charset="0"/>
                            <a:ea typeface="Arial"/>
                            <a:cs typeface="Arial"/>
                            <a:sym typeface="Arial"/>
                          </a:rPr>
                          <m:t>𝑤</m:t>
                        </m:r>
                      </m:e>
                      <m:sup>
                        <m:d>
                          <m:dPr>
                            <m:ctrlPr>
                              <a:rPr lang="ar-AE" sz="1100" b="0" i="1" u="none" strike="noStrike" cap="none">
                                <a:solidFill>
                                  <a:srgbClr val="000000"/>
                                </a:solidFill>
                                <a:latin typeface="Cambria Math" panose="02040503050406030204" pitchFamily="18" charset="0"/>
                                <a:ea typeface="Arial"/>
                                <a:cs typeface="Arial"/>
                                <a:sym typeface="Arial"/>
                              </a:rPr>
                            </m:ctrlPr>
                          </m:dPr>
                          <m:e>
                            <m:r>
                              <a:rPr lang="ar-AE" sz="1100" b="0" i="1" u="none" strike="noStrike" cap="none">
                                <a:solidFill>
                                  <a:srgbClr val="000000"/>
                                </a:solidFill>
                                <a:latin typeface="Cambria Math" panose="02040503050406030204" pitchFamily="18" charset="0"/>
                                <a:ea typeface="Arial"/>
                                <a:cs typeface="Arial"/>
                                <a:sym typeface="Arial"/>
                              </a:rPr>
                              <m:t>𝑡</m:t>
                            </m:r>
                          </m:e>
                        </m:d>
                      </m:sup>
                    </m:sSup>
                  </m:oMath>
                </a14:m>
                <a:r>
                  <a:rPr lang="en-US" dirty="0">
                    <a:effectLst/>
                  </a:rPr>
                  <a:t> </a:t>
                </a:r>
                <a:r>
                  <a:rPr lang="en-IN" dirty="0"/>
                  <a:t>to new weights </a:t>
                </a:r>
                <a14:m>
                  <m:oMath xmlns:m="http://schemas.openxmlformats.org/officeDocument/2006/math">
                    <m:sSup>
                      <m:sSupPr>
                        <m:ctrlPr>
                          <a:rPr lang="ar-AE" sz="1100" b="0" i="1" u="none" strike="noStrike" cap="none">
                            <a:solidFill>
                              <a:srgbClr val="000000"/>
                            </a:solidFill>
                            <a:latin typeface="Cambria Math" panose="02040503050406030204" pitchFamily="18" charset="0"/>
                            <a:ea typeface="Arial"/>
                            <a:cs typeface="Arial"/>
                            <a:sym typeface="Arial"/>
                          </a:rPr>
                        </m:ctrlPr>
                      </m:sSupPr>
                      <m:e>
                        <m:r>
                          <a:rPr lang="ar-AE" sz="1100" b="0" i="1" u="none" strike="noStrike" cap="none">
                            <a:solidFill>
                              <a:srgbClr val="000000"/>
                            </a:solidFill>
                            <a:latin typeface="Cambria Math" panose="02040503050406030204" pitchFamily="18" charset="0"/>
                            <a:ea typeface="Arial"/>
                            <a:cs typeface="Arial"/>
                            <a:sym typeface="Arial"/>
                          </a:rPr>
                          <m:t>𝑤</m:t>
                        </m:r>
                      </m:e>
                      <m:sup>
                        <m:d>
                          <m:dPr>
                            <m:ctrlPr>
                              <a:rPr lang="ar-AE" sz="1100" b="0" i="1" u="none" strike="noStrike" cap="none">
                                <a:solidFill>
                                  <a:srgbClr val="000000"/>
                                </a:solidFill>
                                <a:latin typeface="Cambria Math" panose="02040503050406030204" pitchFamily="18" charset="0"/>
                                <a:ea typeface="Arial"/>
                                <a:cs typeface="Arial"/>
                                <a:sym typeface="Arial"/>
                              </a:rPr>
                            </m:ctrlPr>
                          </m:dPr>
                          <m:e>
                            <m:r>
                              <a:rPr lang="ar-AE" sz="1100" b="0" i="1" u="none" strike="noStrike" cap="none">
                                <a:solidFill>
                                  <a:srgbClr val="000000"/>
                                </a:solidFill>
                                <a:latin typeface="Cambria Math" panose="02040503050406030204" pitchFamily="18" charset="0"/>
                                <a:ea typeface="Arial"/>
                                <a:cs typeface="Arial"/>
                                <a:sym typeface="Arial"/>
                              </a:rPr>
                              <m:t>𝑡</m:t>
                            </m:r>
                            <m:r>
                              <a:rPr lang="ar-AE" sz="1100" b="0" i="0" u="none" strike="noStrike" cap="none">
                                <a:solidFill>
                                  <a:srgbClr val="000000"/>
                                </a:solidFill>
                                <a:latin typeface="Cambria Math" panose="02040503050406030204" pitchFamily="18" charset="0"/>
                                <a:ea typeface="Arial"/>
                                <a:cs typeface="Arial"/>
                                <a:sym typeface="Arial"/>
                              </a:rPr>
                              <m:t>+</m:t>
                            </m:r>
                            <m:r>
                              <a:rPr lang="ar-AE" sz="1100" b="0" i="0" u="none" strike="noStrike" cap="none">
                                <a:solidFill>
                                  <a:srgbClr val="000000"/>
                                </a:solidFill>
                                <a:latin typeface="Cambria Math" panose="02040503050406030204" pitchFamily="18" charset="0"/>
                                <a:ea typeface="Arial"/>
                                <a:cs typeface="Arial"/>
                                <a:sym typeface="Arial"/>
                              </a:rPr>
                              <m:t>1</m:t>
                            </m:r>
                          </m:e>
                        </m:d>
                      </m:sup>
                    </m:sSup>
                  </m:oMath>
                </a14:m>
                <a:r>
                  <a:rPr lang="ar-AE" dirty="0"/>
                  <a:t>. </a:t>
                </a:r>
                <a:r>
                  <a:rPr lang="en-IN" dirty="0"/>
                  <a:t>This "iterate" step repeats until the model converges to a minimum loss.</a:t>
                </a:r>
              </a:p>
              <a:p>
                <a:pPr marL="158750" indent="0">
                  <a:buNone/>
                </a:pPr>
                <a:endParaRPr dirty="0"/>
              </a:p>
            </p:txBody>
          </p:sp>
        </mc:Choice>
        <mc:Fallback xmlns="">
          <p:sp>
            <p:nvSpPr>
              <p:cNvPr id="897" name="Google Shape;897;p43: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r>
                  <a:rPr lang="en-IN" b="1" dirty="0"/>
                  <a:t>1. Data &amp; Initialization:</a:t>
                </a:r>
                <a:r>
                  <a:rPr lang="en-IN" dirty="0"/>
                  <a:t> The process begins with a dataset </a:t>
                </a:r>
                <a:r>
                  <a:rPr lang="en-IN" sz="1100" b="0" i="0" u="none" strike="noStrike" cap="none">
                    <a:solidFill>
                      <a:srgbClr val="000000"/>
                    </a:solidFill>
                    <a:latin typeface="Arial"/>
                    <a:ea typeface="Arial"/>
                    <a:cs typeface="Arial"/>
                    <a:sym typeface="Arial"/>
                  </a:rPr>
                  <a:t>𝐷=</a:t>
                </a:r>
                <a:r>
                  <a:rPr lang="ar-AE" sz="1100" b="0" i="0" u="none" strike="noStrike" cap="none">
                    <a:solidFill>
                      <a:srgbClr val="000000"/>
                    </a:solidFill>
                    <a:latin typeface="Arial"/>
                    <a:cs typeface="Arial"/>
                    <a:sym typeface="Arial"/>
                  </a:rPr>
                  <a:t>{(</a:t>
                </a:r>
                <a:r>
                  <a:rPr lang="ar-AE" sz="1100" b="0" i="0" u="none" strike="noStrike" cap="none">
                    <a:solidFill>
                      <a:srgbClr val="000000"/>
                    </a:solidFill>
                    <a:latin typeface="Arial"/>
                    <a:ea typeface="Arial"/>
                    <a:cs typeface="Arial"/>
                    <a:sym typeface="Arial"/>
                  </a:rPr>
                  <a:t>𝑥^((𝑖) )ⓜ,𝑦^((𝑖) ) )}</a:t>
                </a:r>
                <a:r>
                  <a:rPr lang="en-US" dirty="0">
                    <a:effectLst/>
                  </a:rPr>
                  <a:t> </a:t>
                </a:r>
                <a:r>
                  <a:rPr lang="en-IN" dirty="0"/>
                  <a:t>consisting of input-output pairs. The model's weight vector </a:t>
                </a:r>
                <a:r>
                  <a:rPr lang="en-IN" sz="1100" b="0" i="0" u="none" strike="noStrike" cap="none">
                    <a:solidFill>
                      <a:srgbClr val="000000"/>
                    </a:solidFill>
                    <a:latin typeface="Arial"/>
                    <a:ea typeface="Arial"/>
                    <a:cs typeface="Arial"/>
                    <a:sym typeface="Arial"/>
                  </a:rPr>
                  <a:t>𝑤</a:t>
                </a:r>
                <a:r>
                  <a:rPr lang="en-IN" dirty="0"/>
                  <a:t> is initialized, often to zero (</a:t>
                </a:r>
                <a:r>
                  <a:rPr lang="ar-AE" sz="1100" b="0" i="0" u="none" strike="noStrike" cap="none">
                    <a:solidFill>
                      <a:srgbClr val="000000"/>
                    </a:solidFill>
                    <a:latin typeface="Arial"/>
                    <a:ea typeface="Arial"/>
                    <a:cs typeface="Arial"/>
                    <a:sym typeface="Arial"/>
                  </a:rPr>
                  <a:t>𝑤^((0) )=0</a:t>
                </a:r>
                <a:r>
                  <a:rPr lang="en-US" sz="1100" b="0" i="0" u="none" strike="noStrike" cap="none">
                    <a:solidFill>
                      <a:srgbClr val="000000"/>
                    </a:solidFill>
                    <a:latin typeface="Cambria Math" panose="02040503050406030204" pitchFamily="18" charset="0"/>
                    <a:ea typeface="Arial"/>
                    <a:cs typeface="Arial"/>
                    <a:sym typeface="Arial"/>
                  </a:rPr>
                  <a:t> </a:t>
                </a:r>
                <a:endParaRPr lang="en-US" b="1" dirty="0"/>
              </a:p>
              <a:p>
                <a:r>
                  <a:rPr lang="en-US" b="1" dirty="0"/>
                  <a:t>2. </a:t>
                </a:r>
                <a:r>
                  <a:rPr lang="ar-AE" b="1" dirty="0"/>
                  <a:t> </a:t>
                </a:r>
                <a:r>
                  <a:rPr lang="en-IN" b="1" dirty="0"/>
                  <a:t>Model:</a:t>
                </a:r>
                <a:r>
                  <a:rPr lang="en-IN" dirty="0"/>
                  <a:t> The initialized weights are used in a linear activation function to make a prediction </a:t>
                </a:r>
                <a:r>
                  <a:rPr lang="en-IN" sz="1100" b="0" i="0" u="none" strike="noStrike" cap="none">
                    <a:solidFill>
                      <a:srgbClr val="000000"/>
                    </a:solidFill>
                    <a:latin typeface="Arial"/>
                    <a:ea typeface="Arial"/>
                    <a:cs typeface="Arial"/>
                    <a:sym typeface="Arial"/>
                  </a:rPr>
                  <a:t>𝑦</a:t>
                </a:r>
                <a:r>
                  <a:rPr lang="en-IN" dirty="0"/>
                  <a:t> based on the input features </a:t>
                </a:r>
                <a:r>
                  <a:rPr lang="ar-AE" sz="1100" b="0" i="0" u="none" strike="noStrike" cap="none">
                    <a:solidFill>
                      <a:srgbClr val="000000"/>
                    </a:solidFill>
                    <a:latin typeface="Arial"/>
                    <a:ea typeface="Arial"/>
                    <a:cs typeface="Arial"/>
                    <a:sym typeface="Arial"/>
                  </a:rPr>
                  <a:t>𝑥_1,𝑥_2,…,𝑥_𝑑</a:t>
                </a:r>
                <a:r>
                  <a:rPr lang="en-US" sz="1100" b="0" i="0" u="none" strike="noStrike" cap="none">
                    <a:solidFill>
                      <a:srgbClr val="000000"/>
                    </a:solidFill>
                    <a:latin typeface="Cambria Math" panose="02040503050406030204" pitchFamily="18" charset="0"/>
                    <a:ea typeface="Arial"/>
                    <a:cs typeface="Arial"/>
                    <a:sym typeface="Arial"/>
                  </a:rPr>
                  <a:t>  </a:t>
                </a:r>
                <a:r>
                  <a:rPr lang="en-IN" dirty="0"/>
                  <a:t>.This is the "forward" pass. </a:t>
                </a:r>
              </a:p>
              <a:p>
                <a:r>
                  <a:rPr lang="en-IN" b="1" dirty="0"/>
                  <a:t>3. Objective:</a:t>
                </a:r>
                <a:r>
                  <a:rPr lang="en-IN" dirty="0"/>
                  <a:t> The predicted output from the model is compared to the actual data using an objective function, specifically the Mean Squared Error (MSE) Loss Function </a:t>
                </a:r>
                <a:r>
                  <a:rPr lang="en-IN" sz="1100" b="0" i="0" u="none" strike="noStrike" cap="none">
                    <a:solidFill>
                      <a:srgbClr val="000000"/>
                    </a:solidFill>
                    <a:latin typeface="Arial"/>
                    <a:ea typeface="Arial"/>
                    <a:cs typeface="Arial"/>
                    <a:sym typeface="Arial"/>
                  </a:rPr>
                  <a:t>𝐽</a:t>
                </a:r>
                <a:r>
                  <a:rPr lang="ar-AE" sz="1100" b="0" i="0" u="none" strike="noStrike" cap="none">
                    <a:solidFill>
                      <a:srgbClr val="000000"/>
                    </a:solidFill>
                    <a:latin typeface="Arial"/>
                    <a:cs typeface="Arial"/>
                    <a:sym typeface="Arial"/>
                  </a:rPr>
                  <a:t>(</a:t>
                </a:r>
                <a:r>
                  <a:rPr lang="ar-AE" sz="1100" b="0" i="0" u="none" strike="noStrike" cap="none">
                    <a:solidFill>
                      <a:srgbClr val="000000"/>
                    </a:solidFill>
                    <a:latin typeface="Arial"/>
                    <a:ea typeface="Arial"/>
                    <a:cs typeface="Arial"/>
                    <a:sym typeface="Arial"/>
                  </a:rPr>
                  <a:t>𝑤)</a:t>
                </a:r>
                <a:r>
                  <a:rPr lang="en-IN" dirty="0"/>
                  <a:t>. </a:t>
                </a:r>
              </a:p>
              <a:p>
                <a:pPr marL="158750" indent="0">
                  <a:buNone/>
                </a:pPr>
                <a:r>
                  <a:rPr lang="en-IN" dirty="0"/>
                  <a:t>The goal is to find the minimum point of this function, which corresponds to the best-fitting model weights. </a:t>
                </a:r>
              </a:p>
              <a:p>
                <a:pPr marL="158750" indent="0">
                  <a:buNone/>
                </a:pPr>
                <a:r>
                  <a:rPr lang="en-IN" b="1" dirty="0"/>
                  <a:t>4. Learning:</a:t>
                </a:r>
                <a:r>
                  <a:rPr lang="en-IN" dirty="0"/>
                  <a:t> The model iteratively updates the weights using a gradient-based optimization method. The negative gradient ( </a:t>
                </a:r>
                <a:r>
                  <a:rPr lang="en-IN" sz="1100" b="0" i="0" u="none" strike="noStrike" cap="none">
                    <a:solidFill>
                      <a:srgbClr val="000000"/>
                    </a:solidFill>
                    <a:latin typeface="Arial"/>
                    <a:ea typeface="Arial"/>
                    <a:cs typeface="Arial"/>
                    <a:sym typeface="Arial"/>
                  </a:rPr>
                  <a:t>−𝜂∇𝐽</a:t>
                </a:r>
                <a:r>
                  <a:rPr lang="en-IN" dirty="0">
                    <a:effectLst/>
                  </a:rPr>
                  <a:t>)</a:t>
                </a:r>
                <a:r>
                  <a:rPr lang="en-IN" dirty="0"/>
                  <a:t> which indicates the direction of the steepest descent towards the minimum loss, is used to update the current weights </a:t>
                </a:r>
                <a:r>
                  <a:rPr lang="ar-AE" sz="1100" b="0" i="0" u="none" strike="noStrike" cap="none">
                    <a:solidFill>
                      <a:srgbClr val="000000"/>
                    </a:solidFill>
                    <a:latin typeface="Arial"/>
                    <a:ea typeface="Arial"/>
                    <a:cs typeface="Arial"/>
                    <a:sym typeface="Arial"/>
                  </a:rPr>
                  <a:t>𝑤^((𝑡) )</a:t>
                </a:r>
                <a:r>
                  <a:rPr lang="en-US" dirty="0">
                    <a:effectLst/>
                  </a:rPr>
                  <a:t> </a:t>
                </a:r>
                <a:r>
                  <a:rPr lang="en-IN" dirty="0"/>
                  <a:t>to new weights </a:t>
                </a:r>
                <a:r>
                  <a:rPr lang="ar-AE" sz="1100" b="0" i="0" u="none" strike="noStrike" cap="none">
                    <a:solidFill>
                      <a:srgbClr val="000000"/>
                    </a:solidFill>
                    <a:latin typeface="Arial"/>
                    <a:ea typeface="Arial"/>
                    <a:cs typeface="Arial"/>
                    <a:sym typeface="Arial"/>
                  </a:rPr>
                  <a:t>𝑤^((𝑡+1) )</a:t>
                </a:r>
                <a:r>
                  <a:rPr lang="ar-AE" dirty="0"/>
                  <a:t>. </a:t>
                </a:r>
                <a:r>
                  <a:rPr lang="en-IN" dirty="0"/>
                  <a:t>This "iterate" step repeats until the model converges to a minimum loss.</a:t>
                </a:r>
              </a:p>
              <a:p>
                <a:pPr marL="158750" indent="0">
                  <a:buNone/>
                </a:pPr>
                <a:endParaRPr dirty="0"/>
              </a:p>
            </p:txBody>
          </p:sp>
        </mc:Fallback>
      </mc:AlternateContent>
      <p:sp>
        <p:nvSpPr>
          <p:cNvPr id="898" name="Google Shape;898;p43: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2"/>
        <p:cNvGrpSpPr/>
        <p:nvPr/>
      </p:nvGrpSpPr>
      <p:grpSpPr>
        <a:xfrm>
          <a:off x="0" y="0"/>
          <a:ext cx="0" cy="0"/>
          <a:chOff x="0" y="0"/>
          <a:chExt cx="0" cy="0"/>
        </a:xfrm>
      </p:grpSpPr>
      <p:sp>
        <p:nvSpPr>
          <p:cNvPr id="963" name="Google Shape;963;p44: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64" name="Google Shape;964;p44: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8"/>
        <p:cNvGrpSpPr/>
        <p:nvPr/>
      </p:nvGrpSpPr>
      <p:grpSpPr>
        <a:xfrm>
          <a:off x="0" y="0"/>
          <a:ext cx="0" cy="0"/>
          <a:chOff x="0" y="0"/>
          <a:chExt cx="0" cy="0"/>
        </a:xfrm>
      </p:grpSpPr>
      <p:sp>
        <p:nvSpPr>
          <p:cNvPr id="989" name="Google Shape;989;p46: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90" name="Google Shape;990;p46: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obj">
  <p:cSld name="OBJECT">
    <p:spTree>
      <p:nvGrpSpPr>
        <p:cNvPr id="1" name="Shape 12"/>
        <p:cNvGrpSpPr/>
        <p:nvPr/>
      </p:nvGrpSpPr>
      <p:grpSpPr>
        <a:xfrm>
          <a:off x="0" y="0"/>
          <a:ext cx="0" cy="0"/>
          <a:chOff x="0" y="0"/>
          <a:chExt cx="0" cy="0"/>
        </a:xfrm>
      </p:grpSpPr>
      <p:sp>
        <p:nvSpPr>
          <p:cNvPr id="13" name="Google Shape;13;p2"/>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lvl1pPr lvl="0">
              <a:spcBef>
                <a:spcPts val="0"/>
              </a:spcBef>
              <a:spcAft>
                <a:spcPts val="0"/>
              </a:spcAft>
              <a:buSzPts val="1400"/>
              <a:buNone/>
              <a:defRPr sz="600" b="0" i="0">
                <a:solidFill>
                  <a:schemeClr val="dk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 name="Google Shape;14;p2"/>
          <p:cNvSpPr txBox="1">
            <a:spLocks noGrp="1"/>
          </p:cNvSpPr>
          <p:nvPr>
            <p:ph type="dt" idx="10"/>
          </p:nvPr>
        </p:nvSpPr>
        <p:spPr>
          <a:xfrm>
            <a:off x="288290" y="3017710"/>
            <a:ext cx="1326134" cy="162242"/>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 name="Google Shape;15;p2"/>
          <p:cNvSpPr txBox="1">
            <a:spLocks noGrp="1"/>
          </p:cNvSpPr>
          <p:nvPr>
            <p:ph type="sldNum" idx="12"/>
          </p:nvPr>
        </p:nvSpPr>
        <p:spPr>
          <a:xfrm>
            <a:off x="4648848" y="3137672"/>
            <a:ext cx="318208" cy="101600"/>
          </a:xfrm>
          <a:prstGeom prst="rect">
            <a:avLst/>
          </a:prstGeom>
          <a:noFill/>
          <a:ln>
            <a:noFill/>
          </a:ln>
        </p:spPr>
        <p:txBody>
          <a:bodyPr spcFirstLastPara="1" wrap="square" lIns="0" tIns="0" rIns="0" bIns="0" anchor="t" anchorCtr="0">
            <a:spAutoFit/>
          </a:bodyPr>
          <a:lstStyle>
            <a:lvl1pPr marL="59055" lvl="0" indent="0">
              <a:lnSpc>
                <a:spcPct val="111666"/>
              </a:lnSpc>
              <a:spcBef>
                <a:spcPts val="0"/>
              </a:spcBef>
              <a:buNone/>
              <a:defRPr sz="600" b="0" i="0">
                <a:solidFill>
                  <a:schemeClr val="dk1"/>
                </a:solidFill>
                <a:latin typeface="Calibri"/>
                <a:ea typeface="Calibri"/>
                <a:cs typeface="Calibri"/>
                <a:sym typeface="Calibri"/>
              </a:defRPr>
            </a:lvl1pPr>
            <a:lvl2pPr marL="59055" lvl="1" indent="0">
              <a:lnSpc>
                <a:spcPct val="111666"/>
              </a:lnSpc>
              <a:spcBef>
                <a:spcPts val="0"/>
              </a:spcBef>
              <a:buNone/>
              <a:defRPr sz="600" b="0" i="0">
                <a:solidFill>
                  <a:schemeClr val="dk1"/>
                </a:solidFill>
                <a:latin typeface="Calibri"/>
                <a:ea typeface="Calibri"/>
                <a:cs typeface="Calibri"/>
                <a:sym typeface="Calibri"/>
              </a:defRPr>
            </a:lvl2pPr>
            <a:lvl3pPr marL="59055" lvl="2" indent="0">
              <a:lnSpc>
                <a:spcPct val="111666"/>
              </a:lnSpc>
              <a:spcBef>
                <a:spcPts val="0"/>
              </a:spcBef>
              <a:buNone/>
              <a:defRPr sz="600" b="0" i="0">
                <a:solidFill>
                  <a:schemeClr val="dk1"/>
                </a:solidFill>
                <a:latin typeface="Calibri"/>
                <a:ea typeface="Calibri"/>
                <a:cs typeface="Calibri"/>
                <a:sym typeface="Calibri"/>
              </a:defRPr>
            </a:lvl3pPr>
            <a:lvl4pPr marL="59055" lvl="3" indent="0">
              <a:lnSpc>
                <a:spcPct val="111666"/>
              </a:lnSpc>
              <a:spcBef>
                <a:spcPts val="0"/>
              </a:spcBef>
              <a:buNone/>
              <a:defRPr sz="600" b="0" i="0">
                <a:solidFill>
                  <a:schemeClr val="dk1"/>
                </a:solidFill>
                <a:latin typeface="Calibri"/>
                <a:ea typeface="Calibri"/>
                <a:cs typeface="Calibri"/>
                <a:sym typeface="Calibri"/>
              </a:defRPr>
            </a:lvl4pPr>
            <a:lvl5pPr marL="59055" lvl="4" indent="0">
              <a:lnSpc>
                <a:spcPct val="111666"/>
              </a:lnSpc>
              <a:spcBef>
                <a:spcPts val="0"/>
              </a:spcBef>
              <a:buNone/>
              <a:defRPr sz="600" b="0" i="0">
                <a:solidFill>
                  <a:schemeClr val="dk1"/>
                </a:solidFill>
                <a:latin typeface="Calibri"/>
                <a:ea typeface="Calibri"/>
                <a:cs typeface="Calibri"/>
                <a:sym typeface="Calibri"/>
              </a:defRPr>
            </a:lvl5pPr>
            <a:lvl6pPr marL="59055" lvl="5" indent="0">
              <a:lnSpc>
                <a:spcPct val="111666"/>
              </a:lnSpc>
              <a:spcBef>
                <a:spcPts val="0"/>
              </a:spcBef>
              <a:buNone/>
              <a:defRPr sz="600" b="0" i="0">
                <a:solidFill>
                  <a:schemeClr val="dk1"/>
                </a:solidFill>
                <a:latin typeface="Calibri"/>
                <a:ea typeface="Calibri"/>
                <a:cs typeface="Calibri"/>
                <a:sym typeface="Calibri"/>
              </a:defRPr>
            </a:lvl6pPr>
            <a:lvl7pPr marL="59055" lvl="6" indent="0">
              <a:lnSpc>
                <a:spcPct val="111666"/>
              </a:lnSpc>
              <a:spcBef>
                <a:spcPts val="0"/>
              </a:spcBef>
              <a:buNone/>
              <a:defRPr sz="600" b="0" i="0">
                <a:solidFill>
                  <a:schemeClr val="dk1"/>
                </a:solidFill>
                <a:latin typeface="Calibri"/>
                <a:ea typeface="Calibri"/>
                <a:cs typeface="Calibri"/>
                <a:sym typeface="Calibri"/>
              </a:defRPr>
            </a:lvl7pPr>
            <a:lvl8pPr marL="59055" lvl="7" indent="0">
              <a:lnSpc>
                <a:spcPct val="111666"/>
              </a:lnSpc>
              <a:spcBef>
                <a:spcPts val="0"/>
              </a:spcBef>
              <a:buNone/>
              <a:defRPr sz="600" b="0" i="0">
                <a:solidFill>
                  <a:schemeClr val="dk1"/>
                </a:solidFill>
                <a:latin typeface="Calibri"/>
                <a:ea typeface="Calibri"/>
                <a:cs typeface="Calibri"/>
                <a:sym typeface="Calibri"/>
              </a:defRPr>
            </a:lvl8pPr>
            <a:lvl9pPr marL="59055" lvl="8" indent="0">
              <a:lnSpc>
                <a:spcPct val="111666"/>
              </a:lnSpc>
              <a:spcBef>
                <a:spcPts val="0"/>
              </a:spcBef>
              <a:buNone/>
              <a:defRPr sz="600" b="0" i="0">
                <a:solidFill>
                  <a:schemeClr val="dk1"/>
                </a:solidFill>
                <a:latin typeface="Calibri"/>
                <a:ea typeface="Calibri"/>
                <a:cs typeface="Calibri"/>
                <a:sym typeface="Calibri"/>
              </a:defRPr>
            </a:lvl9pPr>
          </a:lstStyle>
          <a:p>
            <a:pPr marL="59055" lvl="0" indent="0" algn="l" rtl="0">
              <a:spcBef>
                <a:spcPts val="0"/>
              </a:spcBef>
              <a:spcAft>
                <a:spcPts val="0"/>
              </a:spcAft>
              <a:buNone/>
            </a:pPr>
            <a:fld id="{00000000-1234-1234-1234-123412341234}" type="slidenum">
              <a:rPr lang="en-US"/>
              <a:t>‹#›</a:t>
            </a:fld>
            <a:r>
              <a:rPr lang="en-US"/>
              <a:t> / 46</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16"/>
        <p:cNvGrpSpPr/>
        <p:nvPr/>
      </p:nvGrpSpPr>
      <p:grpSpPr>
        <a:xfrm>
          <a:off x="0" y="0"/>
          <a:ext cx="0" cy="0"/>
          <a:chOff x="0" y="0"/>
          <a:chExt cx="0" cy="0"/>
        </a:xfrm>
      </p:grpSpPr>
      <p:sp>
        <p:nvSpPr>
          <p:cNvPr id="17" name="Google Shape;17;p3"/>
          <p:cNvSpPr txBox="1">
            <a:spLocks noGrp="1"/>
          </p:cNvSpPr>
          <p:nvPr>
            <p:ph type="title"/>
          </p:nvPr>
        </p:nvSpPr>
        <p:spPr>
          <a:xfrm>
            <a:off x="82600" y="109545"/>
            <a:ext cx="4943475" cy="28829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1700" b="0" i="0">
                <a:solidFill>
                  <a:srgbClr val="1B1472"/>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 name="Google Shape;18;p3"/>
          <p:cNvSpPr txBox="1">
            <a:spLocks noGrp="1"/>
          </p:cNvSpPr>
          <p:nvPr>
            <p:ph type="body" idx="1"/>
          </p:nvPr>
        </p:nvSpPr>
        <p:spPr>
          <a:xfrm>
            <a:off x="321894" y="1497985"/>
            <a:ext cx="3812540" cy="1447800"/>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sz="1050" b="0" i="0">
                <a:solidFill>
                  <a:srgbClr val="1B1472"/>
                </a:solidFill>
                <a:latin typeface="Arial"/>
                <a:ea typeface="Arial"/>
                <a:cs typeface="Arial"/>
                <a:sym typeface="Arial"/>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lvl1pPr lvl="0">
              <a:spcBef>
                <a:spcPts val="0"/>
              </a:spcBef>
              <a:spcAft>
                <a:spcPts val="0"/>
              </a:spcAft>
              <a:buSzPts val="1400"/>
              <a:buNone/>
              <a:defRPr sz="600" b="0" i="0">
                <a:solidFill>
                  <a:schemeClr val="dk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 name="Google Shape;20;p3"/>
          <p:cNvSpPr txBox="1">
            <a:spLocks noGrp="1"/>
          </p:cNvSpPr>
          <p:nvPr>
            <p:ph type="dt" idx="10"/>
          </p:nvPr>
        </p:nvSpPr>
        <p:spPr>
          <a:xfrm>
            <a:off x="288290" y="3017710"/>
            <a:ext cx="1326134" cy="162242"/>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 name="Google Shape;21;p3"/>
          <p:cNvSpPr txBox="1">
            <a:spLocks noGrp="1"/>
          </p:cNvSpPr>
          <p:nvPr>
            <p:ph type="sldNum" idx="12"/>
          </p:nvPr>
        </p:nvSpPr>
        <p:spPr>
          <a:xfrm>
            <a:off x="4648848" y="3137672"/>
            <a:ext cx="318208" cy="101600"/>
          </a:xfrm>
          <a:prstGeom prst="rect">
            <a:avLst/>
          </a:prstGeom>
          <a:noFill/>
          <a:ln>
            <a:noFill/>
          </a:ln>
        </p:spPr>
        <p:txBody>
          <a:bodyPr spcFirstLastPara="1" wrap="square" lIns="0" tIns="0" rIns="0" bIns="0" anchor="t" anchorCtr="0">
            <a:spAutoFit/>
          </a:bodyPr>
          <a:lstStyle>
            <a:lvl1pPr marL="59055" lvl="0" indent="0">
              <a:lnSpc>
                <a:spcPct val="111666"/>
              </a:lnSpc>
              <a:spcBef>
                <a:spcPts val="0"/>
              </a:spcBef>
              <a:buNone/>
              <a:defRPr sz="600" b="0" i="0">
                <a:solidFill>
                  <a:schemeClr val="dk1"/>
                </a:solidFill>
                <a:latin typeface="Calibri"/>
                <a:ea typeface="Calibri"/>
                <a:cs typeface="Calibri"/>
                <a:sym typeface="Calibri"/>
              </a:defRPr>
            </a:lvl1pPr>
            <a:lvl2pPr marL="59055" lvl="1" indent="0">
              <a:lnSpc>
                <a:spcPct val="111666"/>
              </a:lnSpc>
              <a:spcBef>
                <a:spcPts val="0"/>
              </a:spcBef>
              <a:buNone/>
              <a:defRPr sz="600" b="0" i="0">
                <a:solidFill>
                  <a:schemeClr val="dk1"/>
                </a:solidFill>
                <a:latin typeface="Calibri"/>
                <a:ea typeface="Calibri"/>
                <a:cs typeface="Calibri"/>
                <a:sym typeface="Calibri"/>
              </a:defRPr>
            </a:lvl2pPr>
            <a:lvl3pPr marL="59055" lvl="2" indent="0">
              <a:lnSpc>
                <a:spcPct val="111666"/>
              </a:lnSpc>
              <a:spcBef>
                <a:spcPts val="0"/>
              </a:spcBef>
              <a:buNone/>
              <a:defRPr sz="600" b="0" i="0">
                <a:solidFill>
                  <a:schemeClr val="dk1"/>
                </a:solidFill>
                <a:latin typeface="Calibri"/>
                <a:ea typeface="Calibri"/>
                <a:cs typeface="Calibri"/>
                <a:sym typeface="Calibri"/>
              </a:defRPr>
            </a:lvl3pPr>
            <a:lvl4pPr marL="59055" lvl="3" indent="0">
              <a:lnSpc>
                <a:spcPct val="111666"/>
              </a:lnSpc>
              <a:spcBef>
                <a:spcPts val="0"/>
              </a:spcBef>
              <a:buNone/>
              <a:defRPr sz="600" b="0" i="0">
                <a:solidFill>
                  <a:schemeClr val="dk1"/>
                </a:solidFill>
                <a:latin typeface="Calibri"/>
                <a:ea typeface="Calibri"/>
                <a:cs typeface="Calibri"/>
                <a:sym typeface="Calibri"/>
              </a:defRPr>
            </a:lvl4pPr>
            <a:lvl5pPr marL="59055" lvl="4" indent="0">
              <a:lnSpc>
                <a:spcPct val="111666"/>
              </a:lnSpc>
              <a:spcBef>
                <a:spcPts val="0"/>
              </a:spcBef>
              <a:buNone/>
              <a:defRPr sz="600" b="0" i="0">
                <a:solidFill>
                  <a:schemeClr val="dk1"/>
                </a:solidFill>
                <a:latin typeface="Calibri"/>
                <a:ea typeface="Calibri"/>
                <a:cs typeface="Calibri"/>
                <a:sym typeface="Calibri"/>
              </a:defRPr>
            </a:lvl5pPr>
            <a:lvl6pPr marL="59055" lvl="5" indent="0">
              <a:lnSpc>
                <a:spcPct val="111666"/>
              </a:lnSpc>
              <a:spcBef>
                <a:spcPts val="0"/>
              </a:spcBef>
              <a:buNone/>
              <a:defRPr sz="600" b="0" i="0">
                <a:solidFill>
                  <a:schemeClr val="dk1"/>
                </a:solidFill>
                <a:latin typeface="Calibri"/>
                <a:ea typeface="Calibri"/>
                <a:cs typeface="Calibri"/>
                <a:sym typeface="Calibri"/>
              </a:defRPr>
            </a:lvl6pPr>
            <a:lvl7pPr marL="59055" lvl="6" indent="0">
              <a:lnSpc>
                <a:spcPct val="111666"/>
              </a:lnSpc>
              <a:spcBef>
                <a:spcPts val="0"/>
              </a:spcBef>
              <a:buNone/>
              <a:defRPr sz="600" b="0" i="0">
                <a:solidFill>
                  <a:schemeClr val="dk1"/>
                </a:solidFill>
                <a:latin typeface="Calibri"/>
                <a:ea typeface="Calibri"/>
                <a:cs typeface="Calibri"/>
                <a:sym typeface="Calibri"/>
              </a:defRPr>
            </a:lvl7pPr>
            <a:lvl8pPr marL="59055" lvl="7" indent="0">
              <a:lnSpc>
                <a:spcPct val="111666"/>
              </a:lnSpc>
              <a:spcBef>
                <a:spcPts val="0"/>
              </a:spcBef>
              <a:buNone/>
              <a:defRPr sz="600" b="0" i="0">
                <a:solidFill>
                  <a:schemeClr val="dk1"/>
                </a:solidFill>
                <a:latin typeface="Calibri"/>
                <a:ea typeface="Calibri"/>
                <a:cs typeface="Calibri"/>
                <a:sym typeface="Calibri"/>
              </a:defRPr>
            </a:lvl8pPr>
            <a:lvl9pPr marL="59055" lvl="8" indent="0">
              <a:lnSpc>
                <a:spcPct val="111666"/>
              </a:lnSpc>
              <a:spcBef>
                <a:spcPts val="0"/>
              </a:spcBef>
              <a:buNone/>
              <a:defRPr sz="600" b="0" i="0">
                <a:solidFill>
                  <a:schemeClr val="dk1"/>
                </a:solidFill>
                <a:latin typeface="Calibri"/>
                <a:ea typeface="Calibri"/>
                <a:cs typeface="Calibri"/>
                <a:sym typeface="Calibri"/>
              </a:defRPr>
            </a:lvl9pPr>
          </a:lstStyle>
          <a:p>
            <a:pPr marL="59055" lvl="0" indent="0" algn="l" rtl="0">
              <a:spcBef>
                <a:spcPts val="0"/>
              </a:spcBef>
              <a:spcAft>
                <a:spcPts val="0"/>
              </a:spcAft>
              <a:buNone/>
            </a:pPr>
            <a:fld id="{00000000-1234-1234-1234-123412341234}" type="slidenum">
              <a:rPr lang="en-US"/>
              <a:t>‹#›</a:t>
            </a:fld>
            <a:r>
              <a:rPr lang="en-US"/>
              <a:t> / 46</a:t>
            </a: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28"/>
        <p:cNvGrpSpPr/>
        <p:nvPr/>
      </p:nvGrpSpPr>
      <p:grpSpPr>
        <a:xfrm>
          <a:off x="0" y="0"/>
          <a:ext cx="0" cy="0"/>
          <a:chOff x="0" y="0"/>
          <a:chExt cx="0" cy="0"/>
        </a:xfrm>
      </p:grpSpPr>
      <p:sp>
        <p:nvSpPr>
          <p:cNvPr id="29" name="Google Shape;29;p5"/>
          <p:cNvSpPr txBox="1">
            <a:spLocks noGrp="1"/>
          </p:cNvSpPr>
          <p:nvPr>
            <p:ph type="title"/>
          </p:nvPr>
        </p:nvSpPr>
        <p:spPr>
          <a:xfrm>
            <a:off x="82600" y="109545"/>
            <a:ext cx="4943475" cy="28829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1700" b="0" i="0">
                <a:solidFill>
                  <a:srgbClr val="1B1472"/>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 name="Google Shape;30;p5"/>
          <p:cNvSpPr txBox="1">
            <a:spLocks noGrp="1"/>
          </p:cNvSpPr>
          <p:nvPr>
            <p:ph type="body" idx="1"/>
          </p:nvPr>
        </p:nvSpPr>
        <p:spPr>
          <a:xfrm>
            <a:off x="288290" y="746315"/>
            <a:ext cx="2508123" cy="2141601"/>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31" name="Google Shape;31;p5"/>
          <p:cNvSpPr txBox="1">
            <a:spLocks noGrp="1"/>
          </p:cNvSpPr>
          <p:nvPr>
            <p:ph type="body" idx="2"/>
          </p:nvPr>
        </p:nvSpPr>
        <p:spPr>
          <a:xfrm>
            <a:off x="2969387" y="746315"/>
            <a:ext cx="2508123" cy="2141601"/>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32" name="Google Shape;32;p5"/>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lvl1pPr lvl="0">
              <a:spcBef>
                <a:spcPts val="0"/>
              </a:spcBef>
              <a:spcAft>
                <a:spcPts val="0"/>
              </a:spcAft>
              <a:buSzPts val="1400"/>
              <a:buNone/>
              <a:defRPr sz="600" b="0" i="0">
                <a:solidFill>
                  <a:schemeClr val="dk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 name="Google Shape;33;p5"/>
          <p:cNvSpPr txBox="1">
            <a:spLocks noGrp="1"/>
          </p:cNvSpPr>
          <p:nvPr>
            <p:ph type="dt" idx="10"/>
          </p:nvPr>
        </p:nvSpPr>
        <p:spPr>
          <a:xfrm>
            <a:off x="288290" y="3017710"/>
            <a:ext cx="1326134" cy="162242"/>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4" name="Google Shape;34;p5"/>
          <p:cNvSpPr txBox="1">
            <a:spLocks noGrp="1"/>
          </p:cNvSpPr>
          <p:nvPr>
            <p:ph type="sldNum" idx="12"/>
          </p:nvPr>
        </p:nvSpPr>
        <p:spPr>
          <a:xfrm>
            <a:off x="4648848" y="3137672"/>
            <a:ext cx="318208" cy="101600"/>
          </a:xfrm>
          <a:prstGeom prst="rect">
            <a:avLst/>
          </a:prstGeom>
          <a:noFill/>
          <a:ln>
            <a:noFill/>
          </a:ln>
        </p:spPr>
        <p:txBody>
          <a:bodyPr spcFirstLastPara="1" wrap="square" lIns="0" tIns="0" rIns="0" bIns="0" anchor="t" anchorCtr="0">
            <a:spAutoFit/>
          </a:bodyPr>
          <a:lstStyle>
            <a:lvl1pPr marL="59055" lvl="0" indent="0">
              <a:lnSpc>
                <a:spcPct val="111666"/>
              </a:lnSpc>
              <a:spcBef>
                <a:spcPts val="0"/>
              </a:spcBef>
              <a:buNone/>
              <a:defRPr sz="600" b="0" i="0">
                <a:solidFill>
                  <a:schemeClr val="dk1"/>
                </a:solidFill>
                <a:latin typeface="Calibri"/>
                <a:ea typeface="Calibri"/>
                <a:cs typeface="Calibri"/>
                <a:sym typeface="Calibri"/>
              </a:defRPr>
            </a:lvl1pPr>
            <a:lvl2pPr marL="59055" lvl="1" indent="0">
              <a:lnSpc>
                <a:spcPct val="111666"/>
              </a:lnSpc>
              <a:spcBef>
                <a:spcPts val="0"/>
              </a:spcBef>
              <a:buNone/>
              <a:defRPr sz="600" b="0" i="0">
                <a:solidFill>
                  <a:schemeClr val="dk1"/>
                </a:solidFill>
                <a:latin typeface="Calibri"/>
                <a:ea typeface="Calibri"/>
                <a:cs typeface="Calibri"/>
                <a:sym typeface="Calibri"/>
              </a:defRPr>
            </a:lvl2pPr>
            <a:lvl3pPr marL="59055" lvl="2" indent="0">
              <a:lnSpc>
                <a:spcPct val="111666"/>
              </a:lnSpc>
              <a:spcBef>
                <a:spcPts val="0"/>
              </a:spcBef>
              <a:buNone/>
              <a:defRPr sz="600" b="0" i="0">
                <a:solidFill>
                  <a:schemeClr val="dk1"/>
                </a:solidFill>
                <a:latin typeface="Calibri"/>
                <a:ea typeface="Calibri"/>
                <a:cs typeface="Calibri"/>
                <a:sym typeface="Calibri"/>
              </a:defRPr>
            </a:lvl3pPr>
            <a:lvl4pPr marL="59055" lvl="3" indent="0">
              <a:lnSpc>
                <a:spcPct val="111666"/>
              </a:lnSpc>
              <a:spcBef>
                <a:spcPts val="0"/>
              </a:spcBef>
              <a:buNone/>
              <a:defRPr sz="600" b="0" i="0">
                <a:solidFill>
                  <a:schemeClr val="dk1"/>
                </a:solidFill>
                <a:latin typeface="Calibri"/>
                <a:ea typeface="Calibri"/>
                <a:cs typeface="Calibri"/>
                <a:sym typeface="Calibri"/>
              </a:defRPr>
            </a:lvl4pPr>
            <a:lvl5pPr marL="59055" lvl="4" indent="0">
              <a:lnSpc>
                <a:spcPct val="111666"/>
              </a:lnSpc>
              <a:spcBef>
                <a:spcPts val="0"/>
              </a:spcBef>
              <a:buNone/>
              <a:defRPr sz="600" b="0" i="0">
                <a:solidFill>
                  <a:schemeClr val="dk1"/>
                </a:solidFill>
                <a:latin typeface="Calibri"/>
                <a:ea typeface="Calibri"/>
                <a:cs typeface="Calibri"/>
                <a:sym typeface="Calibri"/>
              </a:defRPr>
            </a:lvl5pPr>
            <a:lvl6pPr marL="59055" lvl="5" indent="0">
              <a:lnSpc>
                <a:spcPct val="111666"/>
              </a:lnSpc>
              <a:spcBef>
                <a:spcPts val="0"/>
              </a:spcBef>
              <a:buNone/>
              <a:defRPr sz="600" b="0" i="0">
                <a:solidFill>
                  <a:schemeClr val="dk1"/>
                </a:solidFill>
                <a:latin typeface="Calibri"/>
                <a:ea typeface="Calibri"/>
                <a:cs typeface="Calibri"/>
                <a:sym typeface="Calibri"/>
              </a:defRPr>
            </a:lvl6pPr>
            <a:lvl7pPr marL="59055" lvl="6" indent="0">
              <a:lnSpc>
                <a:spcPct val="111666"/>
              </a:lnSpc>
              <a:spcBef>
                <a:spcPts val="0"/>
              </a:spcBef>
              <a:buNone/>
              <a:defRPr sz="600" b="0" i="0">
                <a:solidFill>
                  <a:schemeClr val="dk1"/>
                </a:solidFill>
                <a:latin typeface="Calibri"/>
                <a:ea typeface="Calibri"/>
                <a:cs typeface="Calibri"/>
                <a:sym typeface="Calibri"/>
              </a:defRPr>
            </a:lvl7pPr>
            <a:lvl8pPr marL="59055" lvl="7" indent="0">
              <a:lnSpc>
                <a:spcPct val="111666"/>
              </a:lnSpc>
              <a:spcBef>
                <a:spcPts val="0"/>
              </a:spcBef>
              <a:buNone/>
              <a:defRPr sz="600" b="0" i="0">
                <a:solidFill>
                  <a:schemeClr val="dk1"/>
                </a:solidFill>
                <a:latin typeface="Calibri"/>
                <a:ea typeface="Calibri"/>
                <a:cs typeface="Calibri"/>
                <a:sym typeface="Calibri"/>
              </a:defRPr>
            </a:lvl8pPr>
            <a:lvl9pPr marL="59055" lvl="8" indent="0">
              <a:lnSpc>
                <a:spcPct val="111666"/>
              </a:lnSpc>
              <a:spcBef>
                <a:spcPts val="0"/>
              </a:spcBef>
              <a:buNone/>
              <a:defRPr sz="600" b="0" i="0">
                <a:solidFill>
                  <a:schemeClr val="dk1"/>
                </a:solidFill>
                <a:latin typeface="Calibri"/>
                <a:ea typeface="Calibri"/>
                <a:cs typeface="Calibri"/>
                <a:sym typeface="Calibri"/>
              </a:defRPr>
            </a:lvl9pPr>
          </a:lstStyle>
          <a:p>
            <a:pPr marL="59055" lvl="0" indent="0" algn="l" rtl="0">
              <a:spcBef>
                <a:spcPts val="0"/>
              </a:spcBef>
              <a:spcAft>
                <a:spcPts val="0"/>
              </a:spcAft>
              <a:buNone/>
            </a:pPr>
            <a:fld id="{00000000-1234-1234-1234-123412341234}" type="slidenum">
              <a:rPr lang="en-US"/>
              <a:t>‹#›</a:t>
            </a:fld>
            <a:r>
              <a:rPr lang="en-US"/>
              <a:t> / 46</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35"/>
        <p:cNvGrpSpPr/>
        <p:nvPr/>
      </p:nvGrpSpPr>
      <p:grpSpPr>
        <a:xfrm>
          <a:off x="0" y="0"/>
          <a:ext cx="0" cy="0"/>
          <a:chOff x="0" y="0"/>
          <a:chExt cx="0" cy="0"/>
        </a:xfrm>
      </p:grpSpPr>
      <p:sp>
        <p:nvSpPr>
          <p:cNvPr id="36" name="Google Shape;36;p6"/>
          <p:cNvSpPr txBox="1">
            <a:spLocks noGrp="1"/>
          </p:cNvSpPr>
          <p:nvPr>
            <p:ph type="title"/>
          </p:nvPr>
        </p:nvSpPr>
        <p:spPr>
          <a:xfrm>
            <a:off x="82600" y="109545"/>
            <a:ext cx="4943475" cy="28829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1700" b="0" i="0">
                <a:solidFill>
                  <a:srgbClr val="1B1472"/>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7" name="Google Shape;37;p6"/>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lvl1pPr lvl="0">
              <a:spcBef>
                <a:spcPts val="0"/>
              </a:spcBef>
              <a:spcAft>
                <a:spcPts val="0"/>
              </a:spcAft>
              <a:buSzPts val="1400"/>
              <a:buNone/>
              <a:defRPr sz="600" b="0" i="0">
                <a:solidFill>
                  <a:schemeClr val="dk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6"/>
          <p:cNvSpPr txBox="1">
            <a:spLocks noGrp="1"/>
          </p:cNvSpPr>
          <p:nvPr>
            <p:ph type="dt" idx="10"/>
          </p:nvPr>
        </p:nvSpPr>
        <p:spPr>
          <a:xfrm>
            <a:off x="288290" y="3017710"/>
            <a:ext cx="1326134" cy="162242"/>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4648848" y="3137672"/>
            <a:ext cx="318208" cy="101600"/>
          </a:xfrm>
          <a:prstGeom prst="rect">
            <a:avLst/>
          </a:prstGeom>
          <a:noFill/>
          <a:ln>
            <a:noFill/>
          </a:ln>
        </p:spPr>
        <p:txBody>
          <a:bodyPr spcFirstLastPara="1" wrap="square" lIns="0" tIns="0" rIns="0" bIns="0" anchor="t" anchorCtr="0">
            <a:spAutoFit/>
          </a:bodyPr>
          <a:lstStyle>
            <a:lvl1pPr marL="59055" lvl="0" indent="0">
              <a:lnSpc>
                <a:spcPct val="111666"/>
              </a:lnSpc>
              <a:spcBef>
                <a:spcPts val="0"/>
              </a:spcBef>
              <a:buNone/>
              <a:defRPr sz="600" b="0" i="0">
                <a:solidFill>
                  <a:schemeClr val="dk1"/>
                </a:solidFill>
                <a:latin typeface="Calibri"/>
                <a:ea typeface="Calibri"/>
                <a:cs typeface="Calibri"/>
                <a:sym typeface="Calibri"/>
              </a:defRPr>
            </a:lvl1pPr>
            <a:lvl2pPr marL="59055" lvl="1" indent="0">
              <a:lnSpc>
                <a:spcPct val="111666"/>
              </a:lnSpc>
              <a:spcBef>
                <a:spcPts val="0"/>
              </a:spcBef>
              <a:buNone/>
              <a:defRPr sz="600" b="0" i="0">
                <a:solidFill>
                  <a:schemeClr val="dk1"/>
                </a:solidFill>
                <a:latin typeface="Calibri"/>
                <a:ea typeface="Calibri"/>
                <a:cs typeface="Calibri"/>
                <a:sym typeface="Calibri"/>
              </a:defRPr>
            </a:lvl2pPr>
            <a:lvl3pPr marL="59055" lvl="2" indent="0">
              <a:lnSpc>
                <a:spcPct val="111666"/>
              </a:lnSpc>
              <a:spcBef>
                <a:spcPts val="0"/>
              </a:spcBef>
              <a:buNone/>
              <a:defRPr sz="600" b="0" i="0">
                <a:solidFill>
                  <a:schemeClr val="dk1"/>
                </a:solidFill>
                <a:latin typeface="Calibri"/>
                <a:ea typeface="Calibri"/>
                <a:cs typeface="Calibri"/>
                <a:sym typeface="Calibri"/>
              </a:defRPr>
            </a:lvl3pPr>
            <a:lvl4pPr marL="59055" lvl="3" indent="0">
              <a:lnSpc>
                <a:spcPct val="111666"/>
              </a:lnSpc>
              <a:spcBef>
                <a:spcPts val="0"/>
              </a:spcBef>
              <a:buNone/>
              <a:defRPr sz="600" b="0" i="0">
                <a:solidFill>
                  <a:schemeClr val="dk1"/>
                </a:solidFill>
                <a:latin typeface="Calibri"/>
                <a:ea typeface="Calibri"/>
                <a:cs typeface="Calibri"/>
                <a:sym typeface="Calibri"/>
              </a:defRPr>
            </a:lvl4pPr>
            <a:lvl5pPr marL="59055" lvl="4" indent="0">
              <a:lnSpc>
                <a:spcPct val="111666"/>
              </a:lnSpc>
              <a:spcBef>
                <a:spcPts val="0"/>
              </a:spcBef>
              <a:buNone/>
              <a:defRPr sz="600" b="0" i="0">
                <a:solidFill>
                  <a:schemeClr val="dk1"/>
                </a:solidFill>
                <a:latin typeface="Calibri"/>
                <a:ea typeface="Calibri"/>
                <a:cs typeface="Calibri"/>
                <a:sym typeface="Calibri"/>
              </a:defRPr>
            </a:lvl5pPr>
            <a:lvl6pPr marL="59055" lvl="5" indent="0">
              <a:lnSpc>
                <a:spcPct val="111666"/>
              </a:lnSpc>
              <a:spcBef>
                <a:spcPts val="0"/>
              </a:spcBef>
              <a:buNone/>
              <a:defRPr sz="600" b="0" i="0">
                <a:solidFill>
                  <a:schemeClr val="dk1"/>
                </a:solidFill>
                <a:latin typeface="Calibri"/>
                <a:ea typeface="Calibri"/>
                <a:cs typeface="Calibri"/>
                <a:sym typeface="Calibri"/>
              </a:defRPr>
            </a:lvl6pPr>
            <a:lvl7pPr marL="59055" lvl="6" indent="0">
              <a:lnSpc>
                <a:spcPct val="111666"/>
              </a:lnSpc>
              <a:spcBef>
                <a:spcPts val="0"/>
              </a:spcBef>
              <a:buNone/>
              <a:defRPr sz="600" b="0" i="0">
                <a:solidFill>
                  <a:schemeClr val="dk1"/>
                </a:solidFill>
                <a:latin typeface="Calibri"/>
                <a:ea typeface="Calibri"/>
                <a:cs typeface="Calibri"/>
                <a:sym typeface="Calibri"/>
              </a:defRPr>
            </a:lvl7pPr>
            <a:lvl8pPr marL="59055" lvl="7" indent="0">
              <a:lnSpc>
                <a:spcPct val="111666"/>
              </a:lnSpc>
              <a:spcBef>
                <a:spcPts val="0"/>
              </a:spcBef>
              <a:buNone/>
              <a:defRPr sz="600" b="0" i="0">
                <a:solidFill>
                  <a:schemeClr val="dk1"/>
                </a:solidFill>
                <a:latin typeface="Calibri"/>
                <a:ea typeface="Calibri"/>
                <a:cs typeface="Calibri"/>
                <a:sym typeface="Calibri"/>
              </a:defRPr>
            </a:lvl8pPr>
            <a:lvl9pPr marL="59055" lvl="8" indent="0">
              <a:lnSpc>
                <a:spcPct val="111666"/>
              </a:lnSpc>
              <a:spcBef>
                <a:spcPts val="0"/>
              </a:spcBef>
              <a:buNone/>
              <a:defRPr sz="600" b="0" i="0">
                <a:solidFill>
                  <a:schemeClr val="dk1"/>
                </a:solidFill>
                <a:latin typeface="Calibri"/>
                <a:ea typeface="Calibri"/>
                <a:cs typeface="Calibri"/>
                <a:sym typeface="Calibri"/>
              </a:defRPr>
            </a:lvl9pPr>
          </a:lstStyle>
          <a:p>
            <a:pPr marL="59055" lvl="0" indent="0" algn="l" rtl="0">
              <a:spcBef>
                <a:spcPts val="0"/>
              </a:spcBef>
              <a:spcAft>
                <a:spcPts val="0"/>
              </a:spcAft>
              <a:buNone/>
            </a:pPr>
            <a:fld id="{00000000-1234-1234-1234-123412341234}" type="slidenum">
              <a:rPr lang="en-US"/>
              <a:t>‹#›</a:t>
            </a:fld>
            <a:r>
              <a:rPr lang="en-US"/>
              <a:t> / 46</a:t>
            </a:r>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jp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pic>
        <p:nvPicPr>
          <p:cNvPr id="6" name="Google Shape;6;p1"/>
          <p:cNvPicPr preferRelativeResize="0"/>
          <p:nvPr/>
        </p:nvPicPr>
        <p:blipFill rotWithShape="1">
          <a:blip r:embed="rId6">
            <a:alphaModFix/>
          </a:blip>
          <a:srcRect/>
          <a:stretch/>
        </p:blipFill>
        <p:spPr>
          <a:xfrm>
            <a:off x="126" y="80250"/>
            <a:ext cx="5759866" cy="3159748"/>
          </a:xfrm>
          <a:prstGeom prst="rect">
            <a:avLst/>
          </a:prstGeom>
          <a:noFill/>
          <a:ln>
            <a:noFill/>
          </a:ln>
        </p:spPr>
      </p:pic>
      <p:sp>
        <p:nvSpPr>
          <p:cNvPr id="7" name="Google Shape;7;p1"/>
          <p:cNvSpPr txBox="1">
            <a:spLocks noGrp="1"/>
          </p:cNvSpPr>
          <p:nvPr>
            <p:ph type="title"/>
          </p:nvPr>
        </p:nvSpPr>
        <p:spPr>
          <a:xfrm>
            <a:off x="82600" y="109545"/>
            <a:ext cx="4943475" cy="288290"/>
          </a:xfrm>
          <a:prstGeom prst="rect">
            <a:avLst/>
          </a:prstGeom>
          <a:noFill/>
          <a:ln>
            <a:noFill/>
          </a:ln>
        </p:spPr>
        <p:txBody>
          <a:bodyPr spcFirstLastPara="1" wrap="square" lIns="0" tIns="0" rIns="0" bIns="0" anchor="t" anchorCtr="0">
            <a:spAutoFit/>
          </a:bodyPr>
          <a:lstStyle>
            <a:lvl1pPr marR="0" lvl="0" algn="l" rtl="0">
              <a:spcBef>
                <a:spcPts val="0"/>
              </a:spcBef>
              <a:spcAft>
                <a:spcPts val="0"/>
              </a:spcAft>
              <a:buSzPts val="1400"/>
              <a:buNone/>
              <a:defRPr sz="1700" b="0" i="0" u="none" strike="noStrike" cap="none">
                <a:solidFill>
                  <a:srgbClr val="1B1472"/>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8" name="Google Shape;8;p1"/>
          <p:cNvSpPr txBox="1">
            <a:spLocks noGrp="1"/>
          </p:cNvSpPr>
          <p:nvPr>
            <p:ph type="body" idx="1"/>
          </p:nvPr>
        </p:nvSpPr>
        <p:spPr>
          <a:xfrm>
            <a:off x="321894" y="1497985"/>
            <a:ext cx="3812540" cy="1447800"/>
          </a:xfrm>
          <a:prstGeom prst="rect">
            <a:avLst/>
          </a:prstGeom>
          <a:noFill/>
          <a:ln>
            <a:noFill/>
          </a:ln>
        </p:spPr>
        <p:txBody>
          <a:bodyPr spcFirstLastPara="1" wrap="square" lIns="0" tIns="0" rIns="0" bIns="0" anchor="t" anchorCtr="0">
            <a:spAutoFit/>
          </a:bodyPr>
          <a:lstStyle>
            <a:lvl1pPr marL="457200" marR="0" lvl="0" indent="-228600" algn="l" rtl="0">
              <a:spcBef>
                <a:spcPts val="0"/>
              </a:spcBef>
              <a:spcAft>
                <a:spcPts val="0"/>
              </a:spcAft>
              <a:buSzPts val="1400"/>
              <a:buNone/>
              <a:defRPr sz="1050" b="0" i="0" u="none" strike="noStrike" cap="none">
                <a:solidFill>
                  <a:srgbClr val="1B1472"/>
                </a:solidFill>
                <a:latin typeface="Arial"/>
                <a:ea typeface="Arial"/>
                <a:cs typeface="Arial"/>
                <a:sym typeface="Arial"/>
              </a:defRPr>
            </a:lvl1pPr>
            <a:lvl2pPr marL="914400" marR="0" lvl="1" indent="-228600" algn="l" rtl="0">
              <a:spcBef>
                <a:spcPts val="0"/>
              </a:spcBef>
              <a:spcAft>
                <a:spcPts val="0"/>
              </a:spcAft>
              <a:buSzPts val="1400"/>
              <a:buNone/>
              <a:defRPr sz="1800" b="0" i="0" u="none" strike="noStrike" cap="none">
                <a:latin typeface="Calibri"/>
                <a:ea typeface="Calibri"/>
                <a:cs typeface="Calibri"/>
                <a:sym typeface="Calibri"/>
              </a:defRPr>
            </a:lvl2pPr>
            <a:lvl3pPr marL="1371600" marR="0" lvl="2" indent="-228600" algn="l" rtl="0">
              <a:spcBef>
                <a:spcPts val="0"/>
              </a:spcBef>
              <a:spcAft>
                <a:spcPts val="0"/>
              </a:spcAft>
              <a:buSzPts val="1400"/>
              <a:buNone/>
              <a:defRPr sz="1800" b="0" i="0" u="none" strike="noStrike" cap="none">
                <a:latin typeface="Calibri"/>
                <a:ea typeface="Calibri"/>
                <a:cs typeface="Calibri"/>
                <a:sym typeface="Calibri"/>
              </a:defRPr>
            </a:lvl3pPr>
            <a:lvl4pPr marL="1828800" marR="0" lvl="3" indent="-228600" algn="l" rtl="0">
              <a:spcBef>
                <a:spcPts val="0"/>
              </a:spcBef>
              <a:spcAft>
                <a:spcPts val="0"/>
              </a:spcAft>
              <a:buSzPts val="1400"/>
              <a:buNone/>
              <a:defRPr sz="1800" b="0" i="0" u="none" strike="noStrike" cap="none">
                <a:latin typeface="Calibri"/>
                <a:ea typeface="Calibri"/>
                <a:cs typeface="Calibri"/>
                <a:sym typeface="Calibri"/>
              </a:defRPr>
            </a:lvl4pPr>
            <a:lvl5pPr marL="2286000" marR="0" lvl="4" indent="-228600" algn="l" rtl="0">
              <a:spcBef>
                <a:spcPts val="0"/>
              </a:spcBef>
              <a:spcAft>
                <a:spcPts val="0"/>
              </a:spcAft>
              <a:buSzPts val="1400"/>
              <a:buNone/>
              <a:defRPr sz="1800" b="0" i="0" u="none" strike="noStrike" cap="none">
                <a:latin typeface="Calibri"/>
                <a:ea typeface="Calibri"/>
                <a:cs typeface="Calibri"/>
                <a:sym typeface="Calibri"/>
              </a:defRPr>
            </a:lvl5pPr>
            <a:lvl6pPr marL="2743200" marR="0" lvl="5" indent="-228600" algn="l" rtl="0">
              <a:spcBef>
                <a:spcPts val="0"/>
              </a:spcBef>
              <a:spcAft>
                <a:spcPts val="0"/>
              </a:spcAft>
              <a:buSzPts val="1400"/>
              <a:buNone/>
              <a:defRPr sz="1800" b="0" i="0" u="none" strike="noStrike" cap="none">
                <a:latin typeface="Calibri"/>
                <a:ea typeface="Calibri"/>
                <a:cs typeface="Calibri"/>
                <a:sym typeface="Calibri"/>
              </a:defRPr>
            </a:lvl6pPr>
            <a:lvl7pPr marL="3200400" marR="0" lvl="6" indent="-228600" algn="l" rtl="0">
              <a:spcBef>
                <a:spcPts val="0"/>
              </a:spcBef>
              <a:spcAft>
                <a:spcPts val="0"/>
              </a:spcAft>
              <a:buSzPts val="1400"/>
              <a:buNone/>
              <a:defRPr sz="1800" b="0" i="0" u="none" strike="noStrike" cap="none">
                <a:latin typeface="Calibri"/>
                <a:ea typeface="Calibri"/>
                <a:cs typeface="Calibri"/>
                <a:sym typeface="Calibri"/>
              </a:defRPr>
            </a:lvl7pPr>
            <a:lvl8pPr marL="3657600" marR="0" lvl="7" indent="-228600" algn="l" rtl="0">
              <a:spcBef>
                <a:spcPts val="0"/>
              </a:spcBef>
              <a:spcAft>
                <a:spcPts val="0"/>
              </a:spcAft>
              <a:buSzPts val="1400"/>
              <a:buNone/>
              <a:defRPr sz="1800" b="0" i="0" u="none" strike="noStrike" cap="none">
                <a:latin typeface="Calibri"/>
                <a:ea typeface="Calibri"/>
                <a:cs typeface="Calibri"/>
                <a:sym typeface="Calibri"/>
              </a:defRPr>
            </a:lvl8pPr>
            <a:lvl9pPr marL="4114800" marR="0" lvl="8" indent="-228600" algn="l" rtl="0">
              <a:spcBef>
                <a:spcPts val="0"/>
              </a:spcBef>
              <a:spcAft>
                <a:spcPts val="0"/>
              </a:spcAft>
              <a:buSzPts val="1400"/>
              <a:buNone/>
              <a:defRPr sz="1800" b="0" i="0" u="none" strike="noStrike" cap="none">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lvl1pPr lvl="0">
              <a:spcBef>
                <a:spcPts val="0"/>
              </a:spcBef>
              <a:spcAft>
                <a:spcPts val="0"/>
              </a:spcAft>
              <a:buSzPts val="1400"/>
              <a:buNone/>
              <a:defRPr sz="600" b="0" i="0">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0" name="Google Shape;10;p1"/>
          <p:cNvSpPr txBox="1">
            <a:spLocks noGrp="1"/>
          </p:cNvSpPr>
          <p:nvPr>
            <p:ph type="dt" idx="10"/>
          </p:nvPr>
        </p:nvSpPr>
        <p:spPr>
          <a:xfrm>
            <a:off x="288290" y="3017710"/>
            <a:ext cx="1326134" cy="162242"/>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1800">
                <a:solidFill>
                  <a:srgbClr val="888888"/>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sldNum" idx="12"/>
          </p:nvPr>
        </p:nvSpPr>
        <p:spPr>
          <a:xfrm>
            <a:off x="4648848" y="3137672"/>
            <a:ext cx="318208" cy="101600"/>
          </a:xfrm>
          <a:prstGeom prst="rect">
            <a:avLst/>
          </a:prstGeom>
          <a:noFill/>
          <a:ln>
            <a:noFill/>
          </a:ln>
        </p:spPr>
        <p:txBody>
          <a:bodyPr spcFirstLastPara="1" wrap="square" lIns="0" tIns="0" rIns="0" bIns="0" anchor="t" anchorCtr="0">
            <a:spAutoFit/>
          </a:bodyPr>
          <a:lstStyle>
            <a:lvl1pPr marL="59055" lvl="0" indent="0">
              <a:lnSpc>
                <a:spcPct val="111666"/>
              </a:lnSpc>
              <a:spcBef>
                <a:spcPts val="0"/>
              </a:spcBef>
              <a:buNone/>
              <a:defRPr sz="600" b="0" i="0">
                <a:solidFill>
                  <a:schemeClr val="dk1"/>
                </a:solidFill>
                <a:latin typeface="Calibri"/>
                <a:ea typeface="Calibri"/>
                <a:cs typeface="Calibri"/>
                <a:sym typeface="Calibri"/>
              </a:defRPr>
            </a:lvl1pPr>
            <a:lvl2pPr marL="59055" lvl="1" indent="0">
              <a:lnSpc>
                <a:spcPct val="111666"/>
              </a:lnSpc>
              <a:spcBef>
                <a:spcPts val="0"/>
              </a:spcBef>
              <a:buNone/>
              <a:defRPr sz="600" b="0" i="0">
                <a:solidFill>
                  <a:schemeClr val="dk1"/>
                </a:solidFill>
                <a:latin typeface="Calibri"/>
                <a:ea typeface="Calibri"/>
                <a:cs typeface="Calibri"/>
                <a:sym typeface="Calibri"/>
              </a:defRPr>
            </a:lvl2pPr>
            <a:lvl3pPr marL="59055" lvl="2" indent="0">
              <a:lnSpc>
                <a:spcPct val="111666"/>
              </a:lnSpc>
              <a:spcBef>
                <a:spcPts val="0"/>
              </a:spcBef>
              <a:buNone/>
              <a:defRPr sz="600" b="0" i="0">
                <a:solidFill>
                  <a:schemeClr val="dk1"/>
                </a:solidFill>
                <a:latin typeface="Calibri"/>
                <a:ea typeface="Calibri"/>
                <a:cs typeface="Calibri"/>
                <a:sym typeface="Calibri"/>
              </a:defRPr>
            </a:lvl3pPr>
            <a:lvl4pPr marL="59055" lvl="3" indent="0">
              <a:lnSpc>
                <a:spcPct val="111666"/>
              </a:lnSpc>
              <a:spcBef>
                <a:spcPts val="0"/>
              </a:spcBef>
              <a:buNone/>
              <a:defRPr sz="600" b="0" i="0">
                <a:solidFill>
                  <a:schemeClr val="dk1"/>
                </a:solidFill>
                <a:latin typeface="Calibri"/>
                <a:ea typeface="Calibri"/>
                <a:cs typeface="Calibri"/>
                <a:sym typeface="Calibri"/>
              </a:defRPr>
            </a:lvl4pPr>
            <a:lvl5pPr marL="59055" lvl="4" indent="0">
              <a:lnSpc>
                <a:spcPct val="111666"/>
              </a:lnSpc>
              <a:spcBef>
                <a:spcPts val="0"/>
              </a:spcBef>
              <a:buNone/>
              <a:defRPr sz="600" b="0" i="0">
                <a:solidFill>
                  <a:schemeClr val="dk1"/>
                </a:solidFill>
                <a:latin typeface="Calibri"/>
                <a:ea typeface="Calibri"/>
                <a:cs typeface="Calibri"/>
                <a:sym typeface="Calibri"/>
              </a:defRPr>
            </a:lvl5pPr>
            <a:lvl6pPr marL="59055" lvl="5" indent="0">
              <a:lnSpc>
                <a:spcPct val="111666"/>
              </a:lnSpc>
              <a:spcBef>
                <a:spcPts val="0"/>
              </a:spcBef>
              <a:buNone/>
              <a:defRPr sz="600" b="0" i="0">
                <a:solidFill>
                  <a:schemeClr val="dk1"/>
                </a:solidFill>
                <a:latin typeface="Calibri"/>
                <a:ea typeface="Calibri"/>
                <a:cs typeface="Calibri"/>
                <a:sym typeface="Calibri"/>
              </a:defRPr>
            </a:lvl6pPr>
            <a:lvl7pPr marL="59055" lvl="6" indent="0">
              <a:lnSpc>
                <a:spcPct val="111666"/>
              </a:lnSpc>
              <a:spcBef>
                <a:spcPts val="0"/>
              </a:spcBef>
              <a:buNone/>
              <a:defRPr sz="600" b="0" i="0">
                <a:solidFill>
                  <a:schemeClr val="dk1"/>
                </a:solidFill>
                <a:latin typeface="Calibri"/>
                <a:ea typeface="Calibri"/>
                <a:cs typeface="Calibri"/>
                <a:sym typeface="Calibri"/>
              </a:defRPr>
            </a:lvl7pPr>
            <a:lvl8pPr marL="59055" lvl="7" indent="0">
              <a:lnSpc>
                <a:spcPct val="111666"/>
              </a:lnSpc>
              <a:spcBef>
                <a:spcPts val="0"/>
              </a:spcBef>
              <a:buNone/>
              <a:defRPr sz="600" b="0" i="0">
                <a:solidFill>
                  <a:schemeClr val="dk1"/>
                </a:solidFill>
                <a:latin typeface="Calibri"/>
                <a:ea typeface="Calibri"/>
                <a:cs typeface="Calibri"/>
                <a:sym typeface="Calibri"/>
              </a:defRPr>
            </a:lvl8pPr>
            <a:lvl9pPr marL="59055" lvl="8" indent="0">
              <a:lnSpc>
                <a:spcPct val="111666"/>
              </a:lnSpc>
              <a:spcBef>
                <a:spcPts val="0"/>
              </a:spcBef>
              <a:buNone/>
              <a:defRPr sz="600" b="0" i="0">
                <a:solidFill>
                  <a:schemeClr val="dk1"/>
                </a:solidFill>
                <a:latin typeface="Calibri"/>
                <a:ea typeface="Calibri"/>
                <a:cs typeface="Calibri"/>
                <a:sym typeface="Calibri"/>
              </a:defRPr>
            </a:lvl9pPr>
          </a:lstStyle>
          <a:p>
            <a:pPr marL="59055" lvl="0" indent="0" algn="l" rtl="0">
              <a:spcBef>
                <a:spcPts val="0"/>
              </a:spcBef>
              <a:spcAft>
                <a:spcPts val="0"/>
              </a:spcAft>
              <a:buNone/>
            </a:pPr>
            <a:fld id="{00000000-1234-1234-1234-123412341234}" type="slidenum">
              <a:rPr lang="en-US"/>
              <a:t>‹#›</a:t>
            </a:fld>
            <a:r>
              <a:rPr lang="en-US"/>
              <a:t> / 46</a:t>
            </a:r>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1" r:id="rId3"/>
    <p:sldLayoutId id="2147483652" r:id="rId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ppt/slides/ppt/slides/slide1.xml" TargetMode="External"/><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hyperlink" Target="http://ppt/slides/ppt/slides/slide10.xml" TargetMode="External"/><Relationship Id="rId18" Type="http://schemas.openxmlformats.org/officeDocument/2006/relationships/hyperlink" Target="http://ppt/slides/ppt/slides/slide42.xml" TargetMode="External"/><Relationship Id="rId3" Type="http://schemas.openxmlformats.org/officeDocument/2006/relationships/image" Target="../media/image3.png"/><Relationship Id="rId7" Type="http://schemas.openxmlformats.org/officeDocument/2006/relationships/image" Target="../media/image7.png"/><Relationship Id="rId12" Type="http://schemas.openxmlformats.org/officeDocument/2006/relationships/hyperlink" Target="http://ppt/slides/ppt/slides/slide6.xml" TargetMode="External"/><Relationship Id="rId17" Type="http://schemas.openxmlformats.org/officeDocument/2006/relationships/hyperlink" Target="http://ppt/slides/ppt/slides/slide38.xml" TargetMode="External"/><Relationship Id="rId2" Type="http://schemas.openxmlformats.org/officeDocument/2006/relationships/notesSlide" Target="../notesSlides/notesSlide3.xml"/><Relationship Id="rId16" Type="http://schemas.openxmlformats.org/officeDocument/2006/relationships/hyperlink" Target="http://ppt/slides/ppt/slides/slide36.xml" TargetMode="External"/><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hyperlink" Target="http://ppt/slides/ppt/slides/slide3.xml" TargetMode="External"/><Relationship Id="rId5" Type="http://schemas.openxmlformats.org/officeDocument/2006/relationships/image" Target="../media/image5.png"/><Relationship Id="rId15" Type="http://schemas.openxmlformats.org/officeDocument/2006/relationships/hyperlink" Target="http://ppt/slides/ppt/slides/slide32.xml" TargetMode="External"/><Relationship Id="rId10" Type="http://schemas.openxmlformats.org/officeDocument/2006/relationships/image" Target="../media/image10.png"/><Relationship Id="rId19" Type="http://schemas.openxmlformats.org/officeDocument/2006/relationships/hyperlink" Target="http://ppt/slides/ppt/slides/slide1.xml" TargetMode="External"/><Relationship Id="rId4" Type="http://schemas.openxmlformats.org/officeDocument/2006/relationships/image" Target="../media/image4.png"/><Relationship Id="rId9" Type="http://schemas.openxmlformats.org/officeDocument/2006/relationships/image" Target="../media/image9.png"/><Relationship Id="rId14" Type="http://schemas.openxmlformats.org/officeDocument/2006/relationships/hyperlink" Target="http://ppt/slides/ppt/slides/slide25.xml" TargetMode="External"/></Relationships>
</file>

<file path=ppt/slides/_rels/slide4.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hyperlink" Target="http://ppt/slides/ppt/slides/slide10.xml" TargetMode="External"/><Relationship Id="rId18" Type="http://schemas.openxmlformats.org/officeDocument/2006/relationships/hyperlink" Target="http://ppt/slides/ppt/slides/slide42.xml" TargetMode="External"/><Relationship Id="rId3" Type="http://schemas.openxmlformats.org/officeDocument/2006/relationships/image" Target="../media/image11.png"/><Relationship Id="rId7" Type="http://schemas.openxmlformats.org/officeDocument/2006/relationships/image" Target="../media/image7.png"/><Relationship Id="rId12" Type="http://schemas.openxmlformats.org/officeDocument/2006/relationships/hyperlink" Target="http://ppt/slides/ppt/slides/slide6.xml" TargetMode="External"/><Relationship Id="rId17" Type="http://schemas.openxmlformats.org/officeDocument/2006/relationships/hyperlink" Target="http://ppt/slides/ppt/slides/slide38.xml" TargetMode="External"/><Relationship Id="rId2" Type="http://schemas.openxmlformats.org/officeDocument/2006/relationships/notesSlide" Target="../notesSlides/notesSlide4.xml"/><Relationship Id="rId16" Type="http://schemas.openxmlformats.org/officeDocument/2006/relationships/hyperlink" Target="http://ppt/slides/ppt/slides/slide36.xml" TargetMode="External"/><Relationship Id="rId1" Type="http://schemas.openxmlformats.org/officeDocument/2006/relationships/slideLayout" Target="../slideLayouts/slideLayout2.xml"/><Relationship Id="rId6" Type="http://schemas.openxmlformats.org/officeDocument/2006/relationships/image" Target="../media/image12.png"/><Relationship Id="rId11" Type="http://schemas.openxmlformats.org/officeDocument/2006/relationships/hyperlink" Target="http://ppt/slides/ppt/slides/slide3.xml" TargetMode="External"/><Relationship Id="rId5" Type="http://schemas.openxmlformats.org/officeDocument/2006/relationships/image" Target="../media/image5.png"/><Relationship Id="rId15" Type="http://schemas.openxmlformats.org/officeDocument/2006/relationships/hyperlink" Target="http://ppt/slides/ppt/slides/slide32.xml" TargetMode="External"/><Relationship Id="rId10" Type="http://schemas.openxmlformats.org/officeDocument/2006/relationships/image" Target="../media/image10.png"/><Relationship Id="rId19" Type="http://schemas.openxmlformats.org/officeDocument/2006/relationships/hyperlink" Target="http://ppt/slides/ppt/slides/slide1.xml" TargetMode="External"/><Relationship Id="rId4" Type="http://schemas.openxmlformats.org/officeDocument/2006/relationships/image" Target="../media/image4.png"/><Relationship Id="rId9" Type="http://schemas.openxmlformats.org/officeDocument/2006/relationships/image" Target="../media/image9.png"/><Relationship Id="rId14" Type="http://schemas.openxmlformats.org/officeDocument/2006/relationships/hyperlink" Target="http://ppt/slides/ppt/slides/slide25.xml" TargetMode="External"/></Relationships>
</file>

<file path=ppt/slides/_rels/slide5.xml.rels><?xml version="1.0" encoding="UTF-8" standalone="yes"?>
<Relationships xmlns="http://schemas.openxmlformats.org/package/2006/relationships"><Relationship Id="rId3" Type="http://schemas.openxmlformats.org/officeDocument/2006/relationships/hyperlink" Target="http://ppt/slides/ppt/slides/slide1.xml"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customXml" Target="../ink/ink1.xml"/><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3" Type="http://schemas.openxmlformats.org/officeDocument/2006/relationships/hyperlink" Target="http://ppt/slides/ppt/slides/slide1.xml"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customXml" Target="../ink/ink2.xml"/><Relationship Id="rId4" Type="http://schemas.openxmlformats.org/officeDocument/2006/relationships/image" Target="../media/image15.png"/></Relationships>
</file>

<file path=ppt/slides/_rels/slide7.xml.rels><?xml version="1.0" encoding="UTF-8" standalone="yes"?>
<Relationships xmlns="http://schemas.openxmlformats.org/package/2006/relationships"><Relationship Id="rId3" Type="http://schemas.openxmlformats.org/officeDocument/2006/relationships/customXml" Target="../ink/ink3.xml"/><Relationship Id="rId2" Type="http://schemas.openxmlformats.org/officeDocument/2006/relationships/image" Target="../media/image17.png"/><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8.xml.rels><?xml version="1.0" encoding="UTF-8" standalone="yes"?>
<Relationships xmlns="http://schemas.openxmlformats.org/package/2006/relationships"><Relationship Id="rId3" Type="http://schemas.openxmlformats.org/officeDocument/2006/relationships/hyperlink" Target="http://ppt/slides/ppt/slides/slide1.xml"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customXml" Target="../ink/ink4.xml"/><Relationship Id="rId4" Type="http://schemas.openxmlformats.org/officeDocument/2006/relationships/image" Target="../media/image19.png"/></Relationships>
</file>

<file path=ppt/slides/_rels/slide9.xml.rels><?xml version="1.0" encoding="UTF-8" standalone="yes"?>
<Relationships xmlns="http://schemas.openxmlformats.org/package/2006/relationships"><Relationship Id="rId3" Type="http://schemas.openxmlformats.org/officeDocument/2006/relationships/hyperlink" Target="http://ppt/slides/ppt/slides/slide1.xml" TargetMode="Externa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customXml" Target="../ink/ink5.xml"/><Relationship Id="rId4" Type="http://schemas.openxmlformats.org/officeDocument/2006/relationships/image" Target="../media/image21.png"/></Relationships>
</file>

<file path=ppt/slides/_rels/slide10.xml.rels><?xml version="1.0" encoding="UTF-8" standalone="yes"?>
<Relationships xmlns="http://schemas.openxmlformats.org/package/2006/relationships"><Relationship Id="rId3" Type="http://schemas.openxmlformats.org/officeDocument/2006/relationships/hyperlink" Target="http://ppt/slides/ppt/slides/slide1.xml" TargetMode="External"/><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11.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hyperlink" Target="http://ppt/slides/ppt/slides/slide10.xml" TargetMode="External"/><Relationship Id="rId18" Type="http://schemas.openxmlformats.org/officeDocument/2006/relationships/hyperlink" Target="http://ppt/slides/ppt/slides/slide42.xml" TargetMode="External"/><Relationship Id="rId3" Type="http://schemas.openxmlformats.org/officeDocument/2006/relationships/image" Target="../media/image11.png"/><Relationship Id="rId7" Type="http://schemas.openxmlformats.org/officeDocument/2006/relationships/image" Target="../media/image24.png"/><Relationship Id="rId12" Type="http://schemas.openxmlformats.org/officeDocument/2006/relationships/hyperlink" Target="http://ppt/slides/ppt/slides/slide6.xml" TargetMode="External"/><Relationship Id="rId17" Type="http://schemas.openxmlformats.org/officeDocument/2006/relationships/hyperlink" Target="http://ppt/slides/ppt/slides/slide38.xml" TargetMode="External"/><Relationship Id="rId2" Type="http://schemas.openxmlformats.org/officeDocument/2006/relationships/notesSlide" Target="../notesSlides/notesSlide10.xml"/><Relationship Id="rId16" Type="http://schemas.openxmlformats.org/officeDocument/2006/relationships/hyperlink" Target="http://ppt/slides/ppt/slides/slide36.xml" TargetMode="External"/><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hyperlink" Target="http://ppt/slides/ppt/slides/slide3.xml" TargetMode="External"/><Relationship Id="rId5" Type="http://schemas.openxmlformats.org/officeDocument/2006/relationships/image" Target="../media/image5.png"/><Relationship Id="rId15" Type="http://schemas.openxmlformats.org/officeDocument/2006/relationships/hyperlink" Target="http://ppt/slides/ppt/slides/slide32.xml" TargetMode="External"/><Relationship Id="rId10" Type="http://schemas.openxmlformats.org/officeDocument/2006/relationships/image" Target="../media/image10.png"/><Relationship Id="rId19" Type="http://schemas.openxmlformats.org/officeDocument/2006/relationships/hyperlink" Target="http://ppt/slides/ppt/slides/slide1.xml" TargetMode="External"/><Relationship Id="rId4" Type="http://schemas.openxmlformats.org/officeDocument/2006/relationships/image" Target="../media/image4.png"/><Relationship Id="rId9" Type="http://schemas.openxmlformats.org/officeDocument/2006/relationships/image" Target="../media/image9.png"/><Relationship Id="rId14" Type="http://schemas.openxmlformats.org/officeDocument/2006/relationships/hyperlink" Target="http://ppt/slides/ppt/slides/slide25.xml" TargetMode="External"/></Relationships>
</file>

<file path=ppt/slides/_rels/slide12.xml.rels><?xml version="1.0" encoding="UTF-8" standalone="yes"?>
<Relationships xmlns="http://schemas.openxmlformats.org/package/2006/relationships"><Relationship Id="rId3" Type="http://schemas.openxmlformats.org/officeDocument/2006/relationships/hyperlink" Target="http://ppt/slides/ppt/slides/slide1.xml" TargetMode="External"/><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customXml" Target="../ink/ink6.xml"/><Relationship Id="rId4" Type="http://schemas.openxmlformats.org/officeDocument/2006/relationships/image" Target="../media/image25.png"/></Relationships>
</file>

<file path=ppt/slides/_rels/slide13.xml.rels><?xml version="1.0" encoding="UTF-8" standalone="yes"?>
<Relationships xmlns="http://schemas.openxmlformats.org/package/2006/relationships"><Relationship Id="rId3" Type="http://schemas.openxmlformats.org/officeDocument/2006/relationships/hyperlink" Target="http://ppt/slides/ppt/slides/slide1.xml" TargetMode="External"/><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28.png"/><Relationship Id="rId5" Type="http://schemas.openxmlformats.org/officeDocument/2006/relationships/customXml" Target="../ink/ink7.xml"/><Relationship Id="rId4" Type="http://schemas.openxmlformats.org/officeDocument/2006/relationships/image" Target="../media/image27.png"/></Relationships>
</file>

<file path=ppt/slides/_rels/slide14.xml.rels><?xml version="1.0" encoding="UTF-8" standalone="yes"?>
<Relationships xmlns="http://schemas.openxmlformats.org/package/2006/relationships"><Relationship Id="rId3" Type="http://schemas.openxmlformats.org/officeDocument/2006/relationships/hyperlink" Target="http://ppt/slides/ppt/slides/slide1.xml" TargetMode="External"/><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30.png"/><Relationship Id="rId5" Type="http://schemas.openxmlformats.org/officeDocument/2006/relationships/customXml" Target="../ink/ink8.xml"/><Relationship Id="rId4" Type="http://schemas.openxmlformats.org/officeDocument/2006/relationships/image" Target="../media/image29.png"/></Relationships>
</file>

<file path=ppt/slides/_rels/slide15.xml.rels><?xml version="1.0" encoding="UTF-8" standalone="yes"?>
<Relationships xmlns="http://schemas.openxmlformats.org/package/2006/relationships"><Relationship Id="rId8" Type="http://schemas.openxmlformats.org/officeDocument/2006/relationships/image" Target="../media/image31.png"/><Relationship Id="rId13" Type="http://schemas.openxmlformats.org/officeDocument/2006/relationships/hyperlink" Target="http://ppt/slides/ppt/slides/slide10.xml" TargetMode="External"/><Relationship Id="rId18" Type="http://schemas.openxmlformats.org/officeDocument/2006/relationships/hyperlink" Target="http://ppt/slides/ppt/slides/slide42.xml" TargetMode="External"/><Relationship Id="rId3" Type="http://schemas.openxmlformats.org/officeDocument/2006/relationships/image" Target="../media/image11.png"/><Relationship Id="rId7" Type="http://schemas.openxmlformats.org/officeDocument/2006/relationships/image" Target="../media/image7.png"/><Relationship Id="rId12" Type="http://schemas.openxmlformats.org/officeDocument/2006/relationships/hyperlink" Target="http://ppt/slides/ppt/slides/slide6.xml" TargetMode="External"/><Relationship Id="rId17" Type="http://schemas.openxmlformats.org/officeDocument/2006/relationships/hyperlink" Target="http://ppt/slides/ppt/slides/slide38.xml" TargetMode="External"/><Relationship Id="rId2" Type="http://schemas.openxmlformats.org/officeDocument/2006/relationships/notesSlide" Target="../notesSlides/notesSlide14.xml"/><Relationship Id="rId16" Type="http://schemas.openxmlformats.org/officeDocument/2006/relationships/hyperlink" Target="http://ppt/slides/ppt/slides/slide36.xml" TargetMode="External"/><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hyperlink" Target="http://ppt/slides/ppt/slides/slide3.xml" TargetMode="External"/><Relationship Id="rId5" Type="http://schemas.openxmlformats.org/officeDocument/2006/relationships/image" Target="../media/image5.png"/><Relationship Id="rId15" Type="http://schemas.openxmlformats.org/officeDocument/2006/relationships/hyperlink" Target="http://ppt/slides/ppt/slides/slide32.xml" TargetMode="External"/><Relationship Id="rId10" Type="http://schemas.openxmlformats.org/officeDocument/2006/relationships/image" Target="../media/image10.png"/><Relationship Id="rId19" Type="http://schemas.openxmlformats.org/officeDocument/2006/relationships/hyperlink" Target="http://ppt/slides/ppt/slides/slide1.xml" TargetMode="External"/><Relationship Id="rId4" Type="http://schemas.openxmlformats.org/officeDocument/2006/relationships/image" Target="../media/image4.png"/><Relationship Id="rId9" Type="http://schemas.openxmlformats.org/officeDocument/2006/relationships/image" Target="../media/image9.png"/><Relationship Id="rId14" Type="http://schemas.openxmlformats.org/officeDocument/2006/relationships/hyperlink" Target="http://ppt/slides/ppt/slides/slide25.xml" TargetMode="External"/></Relationships>
</file>

<file path=ppt/slides/_rels/slide1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hyperlink" Target="http://ppt/slides/ppt/slides/slide1.xml" TargetMode="External"/><Relationship Id="rId4" Type="http://schemas.openxmlformats.org/officeDocument/2006/relationships/hyperlink" Target="https://drive.google.com/file/d/1Qs9sAvBcfyr_bCpAKam9hRDXEw-K-ONF/view?usp=sharing" TargetMode="External"/></Relationships>
</file>

<file path=ppt/slides/_rels/slide17.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hyperlink" Target="http://ppt/slides/ppt/slides/slide10.xml" TargetMode="External"/><Relationship Id="rId18" Type="http://schemas.openxmlformats.org/officeDocument/2006/relationships/hyperlink" Target="http://ppt/slides/ppt/slides/slide42.xml" TargetMode="External"/><Relationship Id="rId3" Type="http://schemas.openxmlformats.org/officeDocument/2006/relationships/image" Target="../media/image11.png"/><Relationship Id="rId21" Type="http://schemas.openxmlformats.org/officeDocument/2006/relationships/image" Target="../media/image34.png"/><Relationship Id="rId7" Type="http://schemas.openxmlformats.org/officeDocument/2006/relationships/image" Target="../media/image7.png"/><Relationship Id="rId12" Type="http://schemas.openxmlformats.org/officeDocument/2006/relationships/hyperlink" Target="http://ppt/slides/ppt/slides/slide6.xml" TargetMode="External"/><Relationship Id="rId17" Type="http://schemas.openxmlformats.org/officeDocument/2006/relationships/hyperlink" Target="http://ppt/slides/ppt/slides/slide38.xml" TargetMode="External"/><Relationship Id="rId2" Type="http://schemas.openxmlformats.org/officeDocument/2006/relationships/notesSlide" Target="../notesSlides/notesSlide16.xml"/><Relationship Id="rId16" Type="http://schemas.openxmlformats.org/officeDocument/2006/relationships/hyperlink" Target="http://ppt/slides/ppt/slides/slide36.xml" TargetMode="External"/><Relationship Id="rId20" Type="http://schemas.openxmlformats.org/officeDocument/2006/relationships/customXml" Target="../ink/ink9.xml"/><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hyperlink" Target="http://ppt/slides/ppt/slides/slide3.xml" TargetMode="External"/><Relationship Id="rId5" Type="http://schemas.openxmlformats.org/officeDocument/2006/relationships/image" Target="../media/image5.png"/><Relationship Id="rId15" Type="http://schemas.openxmlformats.org/officeDocument/2006/relationships/hyperlink" Target="http://ppt/slides/ppt/slides/slide32.xml" TargetMode="External"/><Relationship Id="rId10" Type="http://schemas.openxmlformats.org/officeDocument/2006/relationships/image" Target="../media/image10.png"/><Relationship Id="rId19" Type="http://schemas.openxmlformats.org/officeDocument/2006/relationships/hyperlink" Target="http://ppt/slides/ppt/slides/slide1.xml" TargetMode="External"/><Relationship Id="rId4" Type="http://schemas.openxmlformats.org/officeDocument/2006/relationships/image" Target="../media/image4.png"/><Relationship Id="rId9" Type="http://schemas.openxmlformats.org/officeDocument/2006/relationships/image" Target="../media/image33.png"/><Relationship Id="rId14" Type="http://schemas.openxmlformats.org/officeDocument/2006/relationships/hyperlink" Target="http://ppt/slides/ppt/slides/slide25.xml" TargetMode="External"/></Relationships>
</file>

<file path=ppt/slides/_rels/slide18.xml.rels><?xml version="1.0" encoding="UTF-8" standalone="yes"?>
<Relationships xmlns="http://schemas.openxmlformats.org/package/2006/relationships"><Relationship Id="rId3" Type="http://schemas.openxmlformats.org/officeDocument/2006/relationships/hyperlink" Target="http://ppt/slides/ppt/slides/slide1.xml" TargetMode="External"/><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36.png"/><Relationship Id="rId5" Type="http://schemas.openxmlformats.org/officeDocument/2006/relationships/customXml" Target="../ink/ink10.xml"/><Relationship Id="rId4" Type="http://schemas.openxmlformats.org/officeDocument/2006/relationships/image" Target="../media/image35.png"/></Relationships>
</file>

<file path=ppt/slides/_rels/slide19.xml.rels><?xml version="1.0" encoding="UTF-8" standalone="yes"?>
<Relationships xmlns="http://schemas.openxmlformats.org/package/2006/relationships"><Relationship Id="rId3" Type="http://schemas.openxmlformats.org/officeDocument/2006/relationships/hyperlink" Target="http://ppt/slides/ppt/slides/slide1.xml" TargetMode="External"/><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38.png"/><Relationship Id="rId5" Type="http://schemas.openxmlformats.org/officeDocument/2006/relationships/customXml" Target="../ink/ink11.xml"/><Relationship Id="rId4" Type="http://schemas.openxmlformats.org/officeDocument/2006/relationships/image" Target="../media/image37.png"/></Relationships>
</file>

<file path=ppt/slides/_rels/slide20.xml.rels><?xml version="1.0" encoding="UTF-8" standalone="yes"?>
<Relationships xmlns="http://schemas.openxmlformats.org/package/2006/relationships"><Relationship Id="rId3" Type="http://schemas.openxmlformats.org/officeDocument/2006/relationships/customXml" Target="../ink/ink12.xml"/><Relationship Id="rId2" Type="http://schemas.openxmlformats.org/officeDocument/2006/relationships/image" Target="../media/image39.png"/><Relationship Id="rId1" Type="http://schemas.openxmlformats.org/officeDocument/2006/relationships/slideLayout" Target="../slideLayouts/slideLayout1.xml"/><Relationship Id="rId4" Type="http://schemas.openxmlformats.org/officeDocument/2006/relationships/image" Target="../media/image40.png"/></Relationships>
</file>

<file path=ppt/slides/_rels/slide21.xml.rels><?xml version="1.0" encoding="UTF-8" standalone="yes"?>
<Relationships xmlns="http://schemas.openxmlformats.org/package/2006/relationships"><Relationship Id="rId3" Type="http://schemas.openxmlformats.org/officeDocument/2006/relationships/customXml" Target="../ink/ink13.xml"/><Relationship Id="rId2" Type="http://schemas.openxmlformats.org/officeDocument/2006/relationships/image" Target="../media/image41.png"/><Relationship Id="rId1" Type="http://schemas.openxmlformats.org/officeDocument/2006/relationships/slideLayout" Target="../slideLayouts/slideLayout1.xml"/><Relationship Id="rId4" Type="http://schemas.openxmlformats.org/officeDocument/2006/relationships/image" Target="../media/image42.png"/></Relationships>
</file>

<file path=ppt/slides/_rels/slide22.xml.rels><?xml version="1.0" encoding="UTF-8" standalone="yes"?>
<Relationships xmlns="http://schemas.openxmlformats.org/package/2006/relationships"><Relationship Id="rId3" Type="http://schemas.openxmlformats.org/officeDocument/2006/relationships/customXml" Target="../ink/ink14.xml"/><Relationship Id="rId2" Type="http://schemas.openxmlformats.org/officeDocument/2006/relationships/image" Target="../media/image43.png"/><Relationship Id="rId1" Type="http://schemas.openxmlformats.org/officeDocument/2006/relationships/slideLayout" Target="../slideLayouts/slideLayout1.xml"/><Relationship Id="rId4" Type="http://schemas.openxmlformats.org/officeDocument/2006/relationships/image" Target="../media/image44.png"/></Relationships>
</file>

<file path=ppt/slides/_rels/slide23.xml.rels><?xml version="1.0" encoding="UTF-8" standalone="yes"?>
<Relationships xmlns="http://schemas.openxmlformats.org/package/2006/relationships"><Relationship Id="rId3" Type="http://schemas.openxmlformats.org/officeDocument/2006/relationships/hyperlink" Target="http://ppt/slides/ppt/slides/slide1.xml" TargetMode="External"/><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46.png"/><Relationship Id="rId5" Type="http://schemas.openxmlformats.org/officeDocument/2006/relationships/customXml" Target="../ink/ink15.xml"/><Relationship Id="rId4" Type="http://schemas.openxmlformats.org/officeDocument/2006/relationships/image" Target="../media/image45.png"/></Relationships>
</file>

<file path=ppt/slides/_rels/slide24.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hyperlink" Target="http://ppt/slides/ppt/slides/slide10.xml" TargetMode="External"/><Relationship Id="rId18" Type="http://schemas.openxmlformats.org/officeDocument/2006/relationships/hyperlink" Target="http://ppt/slides/ppt/slides/slide42.xml" TargetMode="External"/><Relationship Id="rId3" Type="http://schemas.openxmlformats.org/officeDocument/2006/relationships/image" Target="../media/image11.png"/><Relationship Id="rId7" Type="http://schemas.openxmlformats.org/officeDocument/2006/relationships/image" Target="../media/image7.png"/><Relationship Id="rId12" Type="http://schemas.openxmlformats.org/officeDocument/2006/relationships/hyperlink" Target="http://ppt/slides/ppt/slides/slide6.xml" TargetMode="External"/><Relationship Id="rId17" Type="http://schemas.openxmlformats.org/officeDocument/2006/relationships/hyperlink" Target="http://ppt/slides/ppt/slides/slide38.xml" TargetMode="External"/><Relationship Id="rId2" Type="http://schemas.openxmlformats.org/officeDocument/2006/relationships/notesSlide" Target="../notesSlides/notesSlide20.xml"/><Relationship Id="rId16" Type="http://schemas.openxmlformats.org/officeDocument/2006/relationships/hyperlink" Target="http://ppt/slides/ppt/slides/slide36.xml" TargetMode="External"/><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hyperlink" Target="http://ppt/slides/ppt/slides/slide3.xml" TargetMode="External"/><Relationship Id="rId5" Type="http://schemas.openxmlformats.org/officeDocument/2006/relationships/image" Target="../media/image5.png"/><Relationship Id="rId15" Type="http://schemas.openxmlformats.org/officeDocument/2006/relationships/hyperlink" Target="http://ppt/slides/ppt/slides/slide32.xml" TargetMode="External"/><Relationship Id="rId10" Type="http://schemas.openxmlformats.org/officeDocument/2006/relationships/image" Target="../media/image47.png"/><Relationship Id="rId19" Type="http://schemas.openxmlformats.org/officeDocument/2006/relationships/hyperlink" Target="http://ppt/slides/ppt/slides/slide1.xml" TargetMode="External"/><Relationship Id="rId4" Type="http://schemas.openxmlformats.org/officeDocument/2006/relationships/image" Target="../media/image4.png"/><Relationship Id="rId9" Type="http://schemas.openxmlformats.org/officeDocument/2006/relationships/image" Target="../media/image9.png"/><Relationship Id="rId14" Type="http://schemas.openxmlformats.org/officeDocument/2006/relationships/hyperlink" Target="http://ppt/slides/ppt/slides/slide25.xml" TargetMode="External"/></Relationships>
</file>

<file path=ppt/slides/_rels/slide25.xml.rels><?xml version="1.0" encoding="UTF-8" standalone="yes"?>
<Relationships xmlns="http://schemas.openxmlformats.org/package/2006/relationships"><Relationship Id="rId3" Type="http://schemas.openxmlformats.org/officeDocument/2006/relationships/image" Target="../media/image48.png"/><Relationship Id="rId7" Type="http://schemas.openxmlformats.org/officeDocument/2006/relationships/hyperlink" Target="http://ppt/slides/ppt/slides/slide1.xml" TargetMode="External"/><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51.png"/><Relationship Id="rId5" Type="http://schemas.openxmlformats.org/officeDocument/2006/relationships/image" Target="../media/image50.png"/><Relationship Id="rId4" Type="http://schemas.openxmlformats.org/officeDocument/2006/relationships/image" Target="../media/image49.png"/></Relationships>
</file>

<file path=ppt/slides/_rels/slide26.xml.rels><?xml version="1.0" encoding="UTF-8" standalone="yes"?>
<Relationships xmlns="http://schemas.openxmlformats.org/package/2006/relationships"><Relationship Id="rId3" Type="http://schemas.openxmlformats.org/officeDocument/2006/relationships/hyperlink" Target="http://ppt/slides/ppt/slides/slide1.xml" TargetMode="External"/><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52.png"/></Relationships>
</file>

<file path=ppt/slides/_rels/slide27.xml.rels><?xml version="1.0" encoding="UTF-8" standalone="yes"?>
<Relationships xmlns="http://schemas.openxmlformats.org/package/2006/relationships"><Relationship Id="rId3" Type="http://schemas.openxmlformats.org/officeDocument/2006/relationships/image" Target="../media/image53.jpg"/><Relationship Id="rId2" Type="http://schemas.openxmlformats.org/officeDocument/2006/relationships/notesSlide" Target="../notesSlides/notesSlide23.xml"/><Relationship Id="rId1" Type="http://schemas.openxmlformats.org/officeDocument/2006/relationships/slideLayout" Target="../slideLayouts/slideLayout2.xml"/><Relationship Id="rId5" Type="http://schemas.openxmlformats.org/officeDocument/2006/relationships/image" Target="../media/image54.png"/><Relationship Id="rId4" Type="http://schemas.openxmlformats.org/officeDocument/2006/relationships/hyperlink" Target="http://ppt/slides/ppt/slides/slide1.xml" TargetMode="Externa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Shape 43"/>
        <p:cNvGrpSpPr/>
        <p:nvPr/>
      </p:nvGrpSpPr>
      <p:grpSpPr>
        <a:xfrm>
          <a:off x="0" y="0"/>
          <a:ext cx="0" cy="0"/>
          <a:chOff x="0" y="0"/>
          <a:chExt cx="0" cy="0"/>
        </a:xfrm>
      </p:grpSpPr>
      <p:grpSp>
        <p:nvGrpSpPr>
          <p:cNvPr id="44" name="Google Shape;44;p7"/>
          <p:cNvGrpSpPr/>
          <p:nvPr/>
        </p:nvGrpSpPr>
        <p:grpSpPr>
          <a:xfrm>
            <a:off x="0" y="7"/>
            <a:ext cx="5759866" cy="3239902"/>
            <a:chOff x="0" y="7"/>
            <a:chExt cx="5759866" cy="3239902"/>
          </a:xfrm>
        </p:grpSpPr>
        <p:pic>
          <p:nvPicPr>
            <p:cNvPr id="45" name="Google Shape;45;p7"/>
            <p:cNvPicPr preferRelativeResize="0"/>
            <p:nvPr/>
          </p:nvPicPr>
          <p:blipFill rotWithShape="1">
            <a:blip r:embed="rId3">
              <a:alphaModFix/>
            </a:blip>
            <a:srcRect/>
            <a:stretch/>
          </p:blipFill>
          <p:spPr>
            <a:xfrm>
              <a:off x="0" y="7"/>
              <a:ext cx="5759866" cy="3239902"/>
            </a:xfrm>
            <a:prstGeom prst="rect">
              <a:avLst/>
            </a:prstGeom>
            <a:noFill/>
            <a:ln>
              <a:noFill/>
            </a:ln>
          </p:spPr>
        </p:pic>
        <p:sp>
          <p:nvSpPr>
            <p:cNvPr id="46" name="Google Shape;46;p7"/>
            <p:cNvSpPr/>
            <p:nvPr/>
          </p:nvSpPr>
          <p:spPr>
            <a:xfrm>
              <a:off x="1982523" y="1293502"/>
              <a:ext cx="3325495" cy="721995"/>
            </a:xfrm>
            <a:custGeom>
              <a:avLst/>
              <a:gdLst/>
              <a:ahLst/>
              <a:cxnLst/>
              <a:rect l="l" t="t" r="r" b="b"/>
              <a:pathLst>
                <a:path w="3325495" h="721994" extrusionOk="0">
                  <a:moveTo>
                    <a:pt x="0" y="721869"/>
                  </a:moveTo>
                  <a:lnTo>
                    <a:pt x="0" y="0"/>
                  </a:lnTo>
                  <a:lnTo>
                    <a:pt x="3324982" y="0"/>
                  </a:lnTo>
                  <a:lnTo>
                    <a:pt x="3324982" y="721869"/>
                  </a:lnTo>
                  <a:lnTo>
                    <a:pt x="0" y="721869"/>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47" name="Google Shape;47;p7"/>
          <p:cNvSpPr txBox="1"/>
          <p:nvPr/>
        </p:nvSpPr>
        <p:spPr>
          <a:xfrm>
            <a:off x="1982523" y="1293502"/>
            <a:ext cx="3325495" cy="721995"/>
          </a:xfrm>
          <a:prstGeom prst="rect">
            <a:avLst/>
          </a:prstGeom>
          <a:solidFill>
            <a:srgbClr val="FFFFFF">
              <a:alpha val="79607"/>
            </a:srgbClr>
          </a:solidFill>
          <a:ln w="12650" cap="flat" cmpd="sng">
            <a:solidFill>
              <a:srgbClr val="000000"/>
            </a:solidFill>
            <a:prstDash val="solid"/>
            <a:round/>
            <a:headEnd type="none" w="sm" len="sm"/>
            <a:tailEnd type="none" w="sm" len="sm"/>
          </a:ln>
        </p:spPr>
        <p:txBody>
          <a:bodyPr spcFirstLastPara="1" wrap="square" lIns="0" tIns="100325" rIns="0" bIns="0" anchor="t" anchorCtr="0">
            <a:spAutoFit/>
          </a:bodyPr>
          <a:lstStyle/>
          <a:p>
            <a:pPr marL="429894" marR="422275" lvl="0" indent="-634" algn="ctr" rtl="0">
              <a:lnSpc>
                <a:spcPct val="84500"/>
              </a:lnSpc>
              <a:spcBef>
                <a:spcPts val="0"/>
              </a:spcBef>
              <a:spcAft>
                <a:spcPts val="0"/>
              </a:spcAft>
              <a:buNone/>
            </a:pPr>
            <a:r>
              <a:rPr lang="en-US" sz="1700">
                <a:latin typeface="Cambria"/>
                <a:ea typeface="Cambria"/>
                <a:cs typeface="Cambria"/>
                <a:sym typeface="Cambria"/>
              </a:rPr>
              <a:t>D</a:t>
            </a:r>
            <a:r>
              <a:rPr lang="en-US" sz="1350">
                <a:latin typeface="Cambria"/>
                <a:ea typeface="Cambria"/>
                <a:cs typeface="Cambria"/>
                <a:sym typeface="Cambria"/>
              </a:rPr>
              <a:t>EEP </a:t>
            </a:r>
            <a:r>
              <a:rPr lang="en-US" sz="1700">
                <a:latin typeface="Cambria"/>
                <a:ea typeface="Cambria"/>
                <a:cs typeface="Cambria"/>
                <a:sym typeface="Cambria"/>
              </a:rPr>
              <a:t>N</a:t>
            </a:r>
            <a:r>
              <a:rPr lang="en-US" sz="1350">
                <a:latin typeface="Cambria"/>
                <a:ea typeface="Cambria"/>
                <a:cs typeface="Cambria"/>
                <a:sym typeface="Cambria"/>
              </a:rPr>
              <a:t>EURAL </a:t>
            </a:r>
            <a:r>
              <a:rPr lang="en-US" sz="1700">
                <a:latin typeface="Cambria"/>
                <a:ea typeface="Cambria"/>
                <a:cs typeface="Cambria"/>
                <a:sym typeface="Cambria"/>
              </a:rPr>
              <a:t>N</a:t>
            </a:r>
            <a:r>
              <a:rPr lang="en-US" sz="1350">
                <a:latin typeface="Cambria"/>
                <a:ea typeface="Cambria"/>
                <a:cs typeface="Cambria"/>
                <a:sym typeface="Cambria"/>
              </a:rPr>
              <a:t>ETWORK </a:t>
            </a:r>
            <a:r>
              <a:rPr lang="en-US" sz="1400">
                <a:latin typeface="Cambria"/>
                <a:ea typeface="Cambria"/>
                <a:cs typeface="Cambria"/>
                <a:sym typeface="Cambria"/>
              </a:rPr>
              <a:t>M</a:t>
            </a:r>
            <a:r>
              <a:rPr lang="en-US" sz="1150">
                <a:latin typeface="Cambria"/>
                <a:ea typeface="Cambria"/>
                <a:cs typeface="Cambria"/>
                <a:sym typeface="Cambria"/>
              </a:rPr>
              <a:t>ODULE </a:t>
            </a:r>
            <a:r>
              <a:rPr lang="en-US" sz="1400">
                <a:latin typeface="Cambria"/>
                <a:ea typeface="Cambria"/>
                <a:cs typeface="Cambria"/>
                <a:sym typeface="Cambria"/>
              </a:rPr>
              <a:t># 3 : L</a:t>
            </a:r>
            <a:r>
              <a:rPr lang="en-US" sz="1150">
                <a:latin typeface="Cambria"/>
                <a:ea typeface="Cambria"/>
                <a:cs typeface="Cambria"/>
                <a:sym typeface="Cambria"/>
              </a:rPr>
              <a:t>INEAR </a:t>
            </a:r>
            <a:r>
              <a:rPr lang="en-US" sz="1400">
                <a:latin typeface="Cambria"/>
                <a:ea typeface="Cambria"/>
                <a:cs typeface="Cambria"/>
                <a:sym typeface="Cambria"/>
              </a:rPr>
              <a:t>N</a:t>
            </a:r>
            <a:r>
              <a:rPr lang="en-US" sz="1150">
                <a:latin typeface="Cambria"/>
                <a:ea typeface="Cambria"/>
                <a:cs typeface="Cambria"/>
                <a:sym typeface="Cambria"/>
              </a:rPr>
              <a:t>EURAL </a:t>
            </a:r>
            <a:r>
              <a:rPr lang="en-US" sz="1400">
                <a:latin typeface="Cambria"/>
                <a:ea typeface="Cambria"/>
                <a:cs typeface="Cambria"/>
                <a:sym typeface="Cambria"/>
              </a:rPr>
              <a:t>N</a:t>
            </a:r>
            <a:r>
              <a:rPr lang="en-US" sz="1150">
                <a:latin typeface="Cambria"/>
                <a:ea typeface="Cambria"/>
                <a:cs typeface="Cambria"/>
                <a:sym typeface="Cambria"/>
              </a:rPr>
              <a:t>ETWORKS FOR </a:t>
            </a:r>
            <a:r>
              <a:rPr lang="en-US" sz="1400">
                <a:latin typeface="Cambria"/>
                <a:ea typeface="Cambria"/>
                <a:cs typeface="Cambria"/>
                <a:sym typeface="Cambria"/>
              </a:rPr>
              <a:t>R</a:t>
            </a:r>
            <a:r>
              <a:rPr lang="en-US" sz="1150">
                <a:latin typeface="Cambria"/>
                <a:ea typeface="Cambria"/>
                <a:cs typeface="Cambria"/>
                <a:sym typeface="Cambria"/>
              </a:rPr>
              <a:t>EGRESSION</a:t>
            </a:r>
            <a:endParaRPr sz="1150">
              <a:latin typeface="Cambria"/>
              <a:ea typeface="Cambria"/>
              <a:cs typeface="Cambria"/>
              <a:sym typeface="Cambria"/>
            </a:endParaRPr>
          </a:p>
        </p:txBody>
      </p:sp>
      <p:sp>
        <p:nvSpPr>
          <p:cNvPr id="48" name="Google Shape;48;p7"/>
          <p:cNvSpPr txBox="1"/>
          <p:nvPr/>
        </p:nvSpPr>
        <p:spPr>
          <a:xfrm>
            <a:off x="4132173" y="2325276"/>
            <a:ext cx="1280795" cy="392430"/>
          </a:xfrm>
          <a:prstGeom prst="rect">
            <a:avLst/>
          </a:prstGeom>
          <a:noFill/>
          <a:ln>
            <a:noFill/>
          </a:ln>
        </p:spPr>
        <p:txBody>
          <a:bodyPr spcFirstLastPara="1" wrap="square" lIns="0" tIns="11425" rIns="0" bIns="0" anchor="t" anchorCtr="0">
            <a:spAutoFit/>
          </a:bodyPr>
          <a:lstStyle/>
          <a:p>
            <a:pPr marL="311150" marR="5080" lvl="0" indent="-299085" algn="l" rtl="0">
              <a:lnSpc>
                <a:spcPct val="126699"/>
              </a:lnSpc>
              <a:spcBef>
                <a:spcPts val="0"/>
              </a:spcBef>
              <a:spcAft>
                <a:spcPts val="0"/>
              </a:spcAft>
              <a:buNone/>
            </a:pPr>
            <a:r>
              <a:rPr lang="en-US" sz="950">
                <a:solidFill>
                  <a:srgbClr val="1B1472"/>
                </a:solidFill>
                <a:latin typeface="Arial"/>
                <a:ea typeface="Arial"/>
                <a:cs typeface="Arial"/>
                <a:sym typeface="Arial"/>
              </a:rPr>
              <a:t>DNN Team</a:t>
            </a:r>
            <a:endParaRPr sz="950">
              <a:latin typeface="Arial"/>
              <a:ea typeface="Arial"/>
              <a:cs typeface="Arial"/>
              <a:sym typeface="Arial"/>
            </a:endParaRPr>
          </a:p>
          <a:p>
            <a:pPr marL="311150" marR="5080" lvl="0" indent="-299085" algn="l" rtl="0">
              <a:lnSpc>
                <a:spcPct val="126699"/>
              </a:lnSpc>
              <a:spcBef>
                <a:spcPts val="90"/>
              </a:spcBef>
              <a:spcAft>
                <a:spcPts val="0"/>
              </a:spcAft>
              <a:buNone/>
            </a:pPr>
            <a:r>
              <a:rPr lang="en-US" sz="950">
                <a:solidFill>
                  <a:srgbClr val="1B1472"/>
                </a:solidFill>
                <a:latin typeface="Arial"/>
                <a:ea typeface="Arial"/>
                <a:cs typeface="Arial"/>
                <a:sym typeface="Arial"/>
              </a:rPr>
              <a:t>BITS Pilani WILP</a:t>
            </a:r>
            <a:endParaRPr/>
          </a:p>
        </p:txBody>
      </p:sp>
    </p:spTree>
  </p:cSld>
  <p:clrMapOvr>
    <a:masterClrMapping/>
  </p:clrMapOvr>
  <p:transition>
    <p:fade thruBlk="1"/>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2"/>
        <p:cNvGrpSpPr/>
        <p:nvPr/>
      </p:nvGrpSpPr>
      <p:grpSpPr>
        <a:xfrm>
          <a:off x="0" y="0"/>
          <a:ext cx="0" cy="0"/>
          <a:chOff x="0" y="0"/>
          <a:chExt cx="0" cy="0"/>
        </a:xfrm>
      </p:grpSpPr>
      <p:sp>
        <p:nvSpPr>
          <p:cNvPr id="53" name="Google Shape;53;p8"/>
          <p:cNvSpPr txBox="1"/>
          <p:nvPr/>
        </p:nvSpPr>
        <p:spPr>
          <a:xfrm>
            <a:off x="1400073" y="967954"/>
            <a:ext cx="2960370" cy="759460"/>
          </a:xfrm>
          <a:prstGeom prst="rect">
            <a:avLst/>
          </a:prstGeom>
          <a:noFill/>
          <a:ln>
            <a:noFill/>
          </a:ln>
        </p:spPr>
        <p:txBody>
          <a:bodyPr spcFirstLastPara="1" wrap="square" lIns="0" tIns="12050" rIns="0" bIns="0" anchor="t" anchorCtr="0">
            <a:spAutoFit/>
          </a:bodyPr>
          <a:lstStyle/>
          <a:p>
            <a:pPr marL="248284" marR="202565" lvl="0" indent="0" algn="ctr" rtl="0">
              <a:lnSpc>
                <a:spcPct val="114700"/>
              </a:lnSpc>
              <a:spcBef>
                <a:spcPts val="0"/>
              </a:spcBef>
              <a:spcAft>
                <a:spcPts val="0"/>
              </a:spcAft>
              <a:buNone/>
            </a:pPr>
            <a:r>
              <a:rPr lang="en-US" sz="1050">
                <a:solidFill>
                  <a:srgbClr val="1B1472"/>
                </a:solidFill>
                <a:latin typeface="Arial"/>
                <a:ea typeface="Arial"/>
                <a:cs typeface="Arial"/>
                <a:sym typeface="Arial"/>
              </a:rPr>
              <a:t>The instructor is gratefully acknowledging the authors who made their course materials freely available online.</a:t>
            </a:r>
            <a:endParaRPr sz="1050">
              <a:latin typeface="Arial"/>
              <a:ea typeface="Arial"/>
              <a:cs typeface="Arial"/>
              <a:sym typeface="Arial"/>
            </a:endParaRPr>
          </a:p>
          <a:p>
            <a:pPr marL="0" lvl="0" indent="0" algn="ctr" rtl="0">
              <a:lnSpc>
                <a:spcPct val="100000"/>
              </a:lnSpc>
              <a:spcBef>
                <a:spcPts val="180"/>
              </a:spcBef>
              <a:spcAft>
                <a:spcPts val="0"/>
              </a:spcAft>
              <a:buNone/>
            </a:pPr>
            <a:r>
              <a:rPr lang="en-US" sz="1050">
                <a:solidFill>
                  <a:srgbClr val="1B1472"/>
                </a:solidFill>
                <a:latin typeface="Arial"/>
                <a:ea typeface="Arial"/>
                <a:cs typeface="Arial"/>
                <a:sym typeface="Arial"/>
              </a:rPr>
              <a:t>This deck is prepared by Seetha Parameswaran.</a:t>
            </a:r>
            <a:endParaRPr sz="1050">
              <a:latin typeface="Arial"/>
              <a:ea typeface="Arial"/>
              <a:cs typeface="Arial"/>
              <a:sym typeface="Arial"/>
            </a:endParaRPr>
          </a:p>
        </p:txBody>
      </p:sp>
      <p:grpSp>
        <p:nvGrpSpPr>
          <p:cNvPr id="54" name="Google Shape;54;p8"/>
          <p:cNvGrpSpPr/>
          <p:nvPr/>
        </p:nvGrpSpPr>
        <p:grpSpPr>
          <a:xfrm>
            <a:off x="0" y="3141936"/>
            <a:ext cx="5760261" cy="92075"/>
            <a:chOff x="0" y="3141936"/>
            <a:chExt cx="5760261" cy="92075"/>
          </a:xfrm>
        </p:grpSpPr>
        <p:sp>
          <p:nvSpPr>
            <p:cNvPr id="55" name="Google Shape;55;p8"/>
            <p:cNvSpPr/>
            <p:nvPr/>
          </p:nvSpPr>
          <p:spPr>
            <a:xfrm>
              <a:off x="0" y="3141936"/>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56" name="Google Shape;56;p8"/>
            <p:cNvSpPr/>
            <p:nvPr/>
          </p:nvSpPr>
          <p:spPr>
            <a:xfrm>
              <a:off x="1923862" y="3141936"/>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57" name="Google Shape;57;p8"/>
            <p:cNvSpPr/>
            <p:nvPr/>
          </p:nvSpPr>
          <p:spPr>
            <a:xfrm>
              <a:off x="3836211" y="3141936"/>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58" name="Google Shape;58;p8"/>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59" name="Google Shape;59;p8"/>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Calibri"/>
                <a:ea typeface="Calibri"/>
                <a:cs typeface="Calibri"/>
                <a:sym typeface="Calibri"/>
                <a:hlinkClick r:id="rId3"/>
              </a:rPr>
              <a:t>D</a:t>
            </a:r>
            <a:r>
              <a:rPr lang="en-US" sz="600" u="sng" cap="small">
                <a:solidFill>
                  <a:schemeClr val="hlink"/>
                </a:solidFill>
                <a:latin typeface="Calibri"/>
                <a:ea typeface="Calibri"/>
                <a:cs typeface="Calibri"/>
                <a:sym typeface="Calibri"/>
                <a:hlinkClick r:id="rId3"/>
              </a:rPr>
              <a:t>eep</a:t>
            </a:r>
            <a:r>
              <a:rPr lang="en-US" sz="600" u="sng">
                <a:solidFill>
                  <a:schemeClr val="hlink"/>
                </a:solidFill>
                <a:latin typeface="Calibri"/>
                <a:ea typeface="Calibri"/>
                <a:cs typeface="Calibri"/>
                <a:sym typeface="Calibri"/>
                <a:hlinkClick r:id="rId3"/>
              </a:rPr>
              <a:t> L</a:t>
            </a:r>
            <a:r>
              <a:rPr lang="en-US" sz="600" u="sng" cap="small">
                <a:solidFill>
                  <a:schemeClr val="hlink"/>
                </a:solidFill>
                <a:latin typeface="Calibri"/>
                <a:ea typeface="Calibri"/>
                <a:cs typeface="Calibri"/>
                <a:sym typeface="Calibri"/>
                <a:hlinkClick r:id="rId3"/>
              </a:rPr>
              <a:t>earning</a:t>
            </a:r>
            <a:endParaRPr sz="600">
              <a:latin typeface="Calibri"/>
              <a:ea typeface="Calibri"/>
              <a:cs typeface="Calibri"/>
              <a:sym typeface="Calibri"/>
            </a:endParaRPr>
          </a:p>
        </p:txBody>
      </p:sp>
      <p:sp>
        <p:nvSpPr>
          <p:cNvPr id="60" name="Google Shape;60;p8"/>
          <p:cNvSpPr txBox="1">
            <a:spLocks noGrp="1"/>
          </p:cNvSpPr>
          <p:nvPr>
            <p:ph type="sldNum" idx="12"/>
          </p:nvPr>
        </p:nvSpPr>
        <p:spPr>
          <a:xfrm>
            <a:off x="4648848" y="3137672"/>
            <a:ext cx="318300" cy="92400"/>
          </a:xfrm>
          <a:prstGeom prst="rect">
            <a:avLst/>
          </a:prstGeom>
          <a:noFill/>
          <a:ln>
            <a:noFill/>
          </a:ln>
        </p:spPr>
        <p:txBody>
          <a:bodyPr spcFirstLastPara="1" wrap="square" lIns="0" tIns="0" rIns="0" bIns="0" anchor="t" anchorCtr="0">
            <a:spAutoFit/>
          </a:bodyPr>
          <a:lstStyle/>
          <a:p>
            <a:pPr marL="59055" lvl="0" indent="0" algn="l" rtl="0">
              <a:lnSpc>
                <a:spcPct val="111666"/>
              </a:lnSpc>
              <a:spcBef>
                <a:spcPts val="0"/>
              </a:spcBef>
              <a:spcAft>
                <a:spcPts val="0"/>
              </a:spcAft>
              <a:buNone/>
            </a:pPr>
            <a:r>
              <a:rPr lang="en-US"/>
              <a:t>2/ 46</a:t>
            </a:r>
            <a:endParaRPr/>
          </a:p>
        </p:txBody>
      </p:sp>
    </p:spTree>
  </p:cSld>
  <p:clrMapOvr>
    <a:masterClrMapping/>
  </p:clrMapOvr>
  <p:transition>
    <p:fade thruBlk="1"/>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5" name="Google Shape;65;p9"/>
          <p:cNvSpPr txBox="1">
            <a:spLocks noGrp="1"/>
          </p:cNvSpPr>
          <p:nvPr>
            <p:ph type="title"/>
          </p:nvPr>
        </p:nvSpPr>
        <p:spPr>
          <a:xfrm>
            <a:off x="82600" y="109545"/>
            <a:ext cx="4943475" cy="288290"/>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None/>
            </a:pPr>
            <a:r>
              <a:rPr lang="en-US">
                <a:solidFill>
                  <a:srgbClr val="FFFFFF"/>
                </a:solidFill>
              </a:rPr>
              <a:t>T</a:t>
            </a:r>
            <a:r>
              <a:rPr lang="en-US" cap="small">
                <a:solidFill>
                  <a:srgbClr val="FFFFFF"/>
                </a:solidFill>
              </a:rPr>
              <a:t>able</a:t>
            </a:r>
            <a:r>
              <a:rPr lang="en-US">
                <a:solidFill>
                  <a:srgbClr val="FFFFFF"/>
                </a:solidFill>
              </a:rPr>
              <a:t> </a:t>
            </a:r>
            <a:r>
              <a:rPr lang="en-US" cap="small">
                <a:solidFill>
                  <a:srgbClr val="FFFFFF"/>
                </a:solidFill>
              </a:rPr>
              <a:t>of</a:t>
            </a:r>
            <a:r>
              <a:rPr lang="en-US">
                <a:solidFill>
                  <a:srgbClr val="FFFFFF"/>
                </a:solidFill>
              </a:rPr>
              <a:t> C</a:t>
            </a:r>
            <a:r>
              <a:rPr lang="en-US" cap="small">
                <a:solidFill>
                  <a:srgbClr val="FFFFFF"/>
                </a:solidFill>
              </a:rPr>
              <a:t>ontents</a:t>
            </a:r>
            <a:endParaRPr/>
          </a:p>
        </p:txBody>
      </p:sp>
      <p:pic>
        <p:nvPicPr>
          <p:cNvPr id="66" name="Google Shape;66;p9"/>
          <p:cNvPicPr preferRelativeResize="0"/>
          <p:nvPr/>
        </p:nvPicPr>
        <p:blipFill rotWithShape="1">
          <a:blip r:embed="rId3">
            <a:alphaModFix/>
          </a:blip>
          <a:srcRect/>
          <a:stretch/>
        </p:blipFill>
        <p:spPr>
          <a:xfrm>
            <a:off x="343662" y="637743"/>
            <a:ext cx="169964" cy="169964"/>
          </a:xfrm>
          <a:prstGeom prst="rect">
            <a:avLst/>
          </a:prstGeom>
          <a:noFill/>
          <a:ln>
            <a:noFill/>
          </a:ln>
        </p:spPr>
      </p:pic>
      <p:sp>
        <p:nvSpPr>
          <p:cNvPr id="67" name="Google Shape;67;p9"/>
          <p:cNvSpPr txBox="1"/>
          <p:nvPr/>
        </p:nvSpPr>
        <p:spPr>
          <a:xfrm>
            <a:off x="387959" y="641412"/>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EAEAF7"/>
                </a:solidFill>
                <a:latin typeface="Calibri"/>
                <a:ea typeface="Calibri"/>
                <a:cs typeface="Calibri"/>
                <a:sym typeface="Calibri"/>
              </a:rPr>
              <a:t>1</a:t>
            </a:r>
            <a:endParaRPr sz="800">
              <a:latin typeface="Calibri"/>
              <a:ea typeface="Calibri"/>
              <a:cs typeface="Calibri"/>
              <a:sym typeface="Calibri"/>
            </a:endParaRPr>
          </a:p>
        </p:txBody>
      </p:sp>
      <p:pic>
        <p:nvPicPr>
          <p:cNvPr id="68" name="Google Shape;68;p9"/>
          <p:cNvPicPr preferRelativeResize="0"/>
          <p:nvPr/>
        </p:nvPicPr>
        <p:blipFill rotWithShape="1">
          <a:blip r:embed="rId4">
            <a:alphaModFix/>
          </a:blip>
          <a:srcRect/>
          <a:stretch/>
        </p:blipFill>
        <p:spPr>
          <a:xfrm>
            <a:off x="343662" y="929678"/>
            <a:ext cx="169964" cy="169964"/>
          </a:xfrm>
          <a:prstGeom prst="rect">
            <a:avLst/>
          </a:prstGeom>
          <a:noFill/>
          <a:ln>
            <a:noFill/>
          </a:ln>
        </p:spPr>
      </p:pic>
      <p:sp>
        <p:nvSpPr>
          <p:cNvPr id="69" name="Google Shape;69;p9"/>
          <p:cNvSpPr txBox="1"/>
          <p:nvPr/>
        </p:nvSpPr>
        <p:spPr>
          <a:xfrm>
            <a:off x="387959" y="933347"/>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2</a:t>
            </a:r>
            <a:endParaRPr sz="800">
              <a:latin typeface="Calibri"/>
              <a:ea typeface="Calibri"/>
              <a:cs typeface="Calibri"/>
              <a:sym typeface="Calibri"/>
            </a:endParaRPr>
          </a:p>
        </p:txBody>
      </p:sp>
      <p:pic>
        <p:nvPicPr>
          <p:cNvPr id="70" name="Google Shape;70;p9"/>
          <p:cNvPicPr preferRelativeResize="0"/>
          <p:nvPr/>
        </p:nvPicPr>
        <p:blipFill rotWithShape="1">
          <a:blip r:embed="rId5">
            <a:alphaModFix/>
          </a:blip>
          <a:srcRect/>
          <a:stretch/>
        </p:blipFill>
        <p:spPr>
          <a:xfrm>
            <a:off x="343662" y="1221600"/>
            <a:ext cx="169964" cy="169964"/>
          </a:xfrm>
          <a:prstGeom prst="rect">
            <a:avLst/>
          </a:prstGeom>
          <a:noFill/>
          <a:ln>
            <a:noFill/>
          </a:ln>
        </p:spPr>
      </p:pic>
      <p:sp>
        <p:nvSpPr>
          <p:cNvPr id="71" name="Google Shape;71;p9"/>
          <p:cNvSpPr txBox="1"/>
          <p:nvPr/>
        </p:nvSpPr>
        <p:spPr>
          <a:xfrm>
            <a:off x="387959" y="1225281"/>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3</a:t>
            </a:r>
            <a:endParaRPr sz="800">
              <a:latin typeface="Calibri"/>
              <a:ea typeface="Calibri"/>
              <a:cs typeface="Calibri"/>
              <a:sym typeface="Calibri"/>
            </a:endParaRPr>
          </a:p>
        </p:txBody>
      </p:sp>
      <p:pic>
        <p:nvPicPr>
          <p:cNvPr id="72" name="Google Shape;72;p9"/>
          <p:cNvPicPr preferRelativeResize="0"/>
          <p:nvPr/>
        </p:nvPicPr>
        <p:blipFill rotWithShape="1">
          <a:blip r:embed="rId6">
            <a:alphaModFix/>
          </a:blip>
          <a:srcRect/>
          <a:stretch/>
        </p:blipFill>
        <p:spPr>
          <a:xfrm>
            <a:off x="343662" y="1513535"/>
            <a:ext cx="169964" cy="169964"/>
          </a:xfrm>
          <a:prstGeom prst="rect">
            <a:avLst/>
          </a:prstGeom>
          <a:noFill/>
          <a:ln>
            <a:noFill/>
          </a:ln>
        </p:spPr>
      </p:pic>
      <p:sp>
        <p:nvSpPr>
          <p:cNvPr id="73" name="Google Shape;73;p9"/>
          <p:cNvSpPr txBox="1"/>
          <p:nvPr/>
        </p:nvSpPr>
        <p:spPr>
          <a:xfrm>
            <a:off x="387959" y="1517204"/>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4</a:t>
            </a:r>
            <a:endParaRPr sz="800">
              <a:latin typeface="Calibri"/>
              <a:ea typeface="Calibri"/>
              <a:cs typeface="Calibri"/>
              <a:sym typeface="Calibri"/>
            </a:endParaRPr>
          </a:p>
        </p:txBody>
      </p:sp>
      <p:pic>
        <p:nvPicPr>
          <p:cNvPr id="74" name="Google Shape;74;p9"/>
          <p:cNvPicPr preferRelativeResize="0"/>
          <p:nvPr/>
        </p:nvPicPr>
        <p:blipFill rotWithShape="1">
          <a:blip r:embed="rId7">
            <a:alphaModFix/>
          </a:blip>
          <a:srcRect/>
          <a:stretch/>
        </p:blipFill>
        <p:spPr>
          <a:xfrm>
            <a:off x="343662" y="1805457"/>
            <a:ext cx="169964" cy="169964"/>
          </a:xfrm>
          <a:prstGeom prst="rect">
            <a:avLst/>
          </a:prstGeom>
          <a:noFill/>
          <a:ln>
            <a:noFill/>
          </a:ln>
        </p:spPr>
      </p:pic>
      <p:sp>
        <p:nvSpPr>
          <p:cNvPr id="75" name="Google Shape;75;p9"/>
          <p:cNvSpPr txBox="1"/>
          <p:nvPr/>
        </p:nvSpPr>
        <p:spPr>
          <a:xfrm>
            <a:off x="387959" y="1809139"/>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5</a:t>
            </a:r>
            <a:endParaRPr sz="800">
              <a:latin typeface="Calibri"/>
              <a:ea typeface="Calibri"/>
              <a:cs typeface="Calibri"/>
              <a:sym typeface="Calibri"/>
            </a:endParaRPr>
          </a:p>
        </p:txBody>
      </p:sp>
      <p:pic>
        <p:nvPicPr>
          <p:cNvPr id="76" name="Google Shape;76;p9"/>
          <p:cNvPicPr preferRelativeResize="0"/>
          <p:nvPr/>
        </p:nvPicPr>
        <p:blipFill rotWithShape="1">
          <a:blip r:embed="rId8">
            <a:alphaModFix/>
          </a:blip>
          <a:srcRect/>
          <a:stretch/>
        </p:blipFill>
        <p:spPr>
          <a:xfrm>
            <a:off x="343649" y="2097392"/>
            <a:ext cx="169964" cy="169964"/>
          </a:xfrm>
          <a:prstGeom prst="rect">
            <a:avLst/>
          </a:prstGeom>
          <a:noFill/>
          <a:ln>
            <a:noFill/>
          </a:ln>
        </p:spPr>
      </p:pic>
      <p:sp>
        <p:nvSpPr>
          <p:cNvPr id="77" name="Google Shape;77;p9"/>
          <p:cNvSpPr txBox="1"/>
          <p:nvPr/>
        </p:nvSpPr>
        <p:spPr>
          <a:xfrm>
            <a:off x="387959" y="2101061"/>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6</a:t>
            </a:r>
            <a:endParaRPr sz="800">
              <a:latin typeface="Calibri"/>
              <a:ea typeface="Calibri"/>
              <a:cs typeface="Calibri"/>
              <a:sym typeface="Calibri"/>
            </a:endParaRPr>
          </a:p>
        </p:txBody>
      </p:sp>
      <p:pic>
        <p:nvPicPr>
          <p:cNvPr id="78" name="Google Shape;78;p9"/>
          <p:cNvPicPr preferRelativeResize="0"/>
          <p:nvPr/>
        </p:nvPicPr>
        <p:blipFill rotWithShape="1">
          <a:blip r:embed="rId9">
            <a:alphaModFix/>
          </a:blip>
          <a:srcRect/>
          <a:stretch/>
        </p:blipFill>
        <p:spPr>
          <a:xfrm>
            <a:off x="343649" y="2389314"/>
            <a:ext cx="169964" cy="169964"/>
          </a:xfrm>
          <a:prstGeom prst="rect">
            <a:avLst/>
          </a:prstGeom>
          <a:noFill/>
          <a:ln>
            <a:noFill/>
          </a:ln>
        </p:spPr>
      </p:pic>
      <p:sp>
        <p:nvSpPr>
          <p:cNvPr id="79" name="Google Shape;79;p9"/>
          <p:cNvSpPr txBox="1"/>
          <p:nvPr/>
        </p:nvSpPr>
        <p:spPr>
          <a:xfrm>
            <a:off x="387959" y="2392996"/>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7</a:t>
            </a:r>
            <a:endParaRPr sz="800">
              <a:latin typeface="Calibri"/>
              <a:ea typeface="Calibri"/>
              <a:cs typeface="Calibri"/>
              <a:sym typeface="Calibri"/>
            </a:endParaRPr>
          </a:p>
        </p:txBody>
      </p:sp>
      <p:pic>
        <p:nvPicPr>
          <p:cNvPr id="80" name="Google Shape;80;p9"/>
          <p:cNvPicPr preferRelativeResize="0"/>
          <p:nvPr/>
        </p:nvPicPr>
        <p:blipFill rotWithShape="1">
          <a:blip r:embed="rId10">
            <a:alphaModFix/>
          </a:blip>
          <a:srcRect/>
          <a:stretch/>
        </p:blipFill>
        <p:spPr>
          <a:xfrm>
            <a:off x="343649" y="2681249"/>
            <a:ext cx="169964" cy="169964"/>
          </a:xfrm>
          <a:prstGeom prst="rect">
            <a:avLst/>
          </a:prstGeom>
          <a:noFill/>
          <a:ln>
            <a:noFill/>
          </a:ln>
        </p:spPr>
      </p:pic>
      <p:sp>
        <p:nvSpPr>
          <p:cNvPr id="81" name="Google Shape;81;p9"/>
          <p:cNvSpPr txBox="1"/>
          <p:nvPr/>
        </p:nvSpPr>
        <p:spPr>
          <a:xfrm>
            <a:off x="387959" y="2684931"/>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8</a:t>
            </a:r>
            <a:endParaRPr sz="800">
              <a:latin typeface="Calibri"/>
              <a:ea typeface="Calibri"/>
              <a:cs typeface="Calibri"/>
              <a:sym typeface="Calibri"/>
            </a:endParaRPr>
          </a:p>
        </p:txBody>
      </p:sp>
      <p:sp>
        <p:nvSpPr>
          <p:cNvPr id="82" name="Google Shape;82;p9"/>
          <p:cNvSpPr txBox="1"/>
          <p:nvPr/>
        </p:nvSpPr>
        <p:spPr>
          <a:xfrm>
            <a:off x="563025" y="544082"/>
            <a:ext cx="3241800" cy="2291400"/>
          </a:xfrm>
          <a:prstGeom prst="rect">
            <a:avLst/>
          </a:prstGeom>
          <a:noFill/>
          <a:ln>
            <a:noFill/>
          </a:ln>
        </p:spPr>
        <p:txBody>
          <a:bodyPr spcFirstLastPara="1" wrap="square" lIns="0" tIns="90150" rIns="0" bIns="0" anchor="t" anchorCtr="0">
            <a:spAutoFit/>
          </a:bodyPr>
          <a:lstStyle/>
          <a:p>
            <a:pPr marL="12700" lvl="0" indent="0" algn="l" rtl="0">
              <a:lnSpc>
                <a:spcPct val="100000"/>
              </a:lnSpc>
              <a:spcBef>
                <a:spcPts val="0"/>
              </a:spcBef>
              <a:spcAft>
                <a:spcPts val="0"/>
              </a:spcAft>
              <a:buNone/>
            </a:pPr>
            <a:r>
              <a:rPr lang="en-US" sz="1400" u="sng">
                <a:solidFill>
                  <a:schemeClr val="hlink"/>
                </a:solidFill>
                <a:latin typeface="Calibri"/>
                <a:ea typeface="Calibri"/>
                <a:cs typeface="Calibri"/>
                <a:sym typeface="Calibri"/>
                <a:hlinkClick r:id="rId11"/>
              </a:rPr>
              <a:t>R</a:t>
            </a:r>
            <a:r>
              <a:rPr lang="en-US" sz="1400" u="sng" cap="small">
                <a:solidFill>
                  <a:schemeClr val="hlink"/>
                </a:solidFill>
                <a:latin typeface="Calibri"/>
                <a:ea typeface="Calibri"/>
                <a:cs typeface="Calibri"/>
                <a:sym typeface="Calibri"/>
                <a:hlinkClick r:id="rId11"/>
              </a:rPr>
              <a:t>egression</a:t>
            </a:r>
            <a:endParaRPr sz="1400">
              <a:latin typeface="Calibri"/>
              <a:ea typeface="Calibri"/>
              <a:cs typeface="Calibri"/>
              <a:sym typeface="Calibri"/>
            </a:endParaRPr>
          </a:p>
          <a:p>
            <a:pPr marL="12700" lvl="0" indent="0" algn="l" rtl="0">
              <a:lnSpc>
                <a:spcPct val="100000"/>
              </a:lnSpc>
              <a:spcBef>
                <a:spcPts val="620"/>
              </a:spcBef>
              <a:spcAft>
                <a:spcPts val="0"/>
              </a:spcAft>
              <a:buNone/>
            </a:pPr>
            <a:r>
              <a:rPr lang="en-US" sz="1400" u="sng">
                <a:solidFill>
                  <a:schemeClr val="hlink"/>
                </a:solidFill>
                <a:latin typeface="Calibri"/>
                <a:ea typeface="Calibri"/>
                <a:cs typeface="Calibri"/>
                <a:sym typeface="Calibri"/>
                <a:hlinkClick r:id="rId12"/>
              </a:rPr>
              <a:t>L</a:t>
            </a:r>
            <a:r>
              <a:rPr lang="en-US" sz="1400" u="sng" cap="small">
                <a:solidFill>
                  <a:schemeClr val="hlink"/>
                </a:solidFill>
                <a:latin typeface="Calibri"/>
                <a:ea typeface="Calibri"/>
                <a:cs typeface="Calibri"/>
                <a:sym typeface="Calibri"/>
                <a:hlinkClick r:id="rId12"/>
              </a:rPr>
              <a:t>inear</a:t>
            </a:r>
            <a:r>
              <a:rPr lang="en-US" sz="1400" u="sng">
                <a:solidFill>
                  <a:schemeClr val="hlink"/>
                </a:solidFill>
                <a:latin typeface="Calibri"/>
                <a:ea typeface="Calibri"/>
                <a:cs typeface="Calibri"/>
                <a:sym typeface="Calibri"/>
                <a:hlinkClick r:id="rId12"/>
              </a:rPr>
              <a:t> R</a:t>
            </a:r>
            <a:r>
              <a:rPr lang="en-US" sz="1400" u="sng" cap="small">
                <a:solidFill>
                  <a:schemeClr val="hlink"/>
                </a:solidFill>
                <a:latin typeface="Calibri"/>
                <a:ea typeface="Calibri"/>
                <a:cs typeface="Calibri"/>
                <a:sym typeface="Calibri"/>
                <a:hlinkClick r:id="rId12"/>
              </a:rPr>
              <a:t>egression</a:t>
            </a:r>
            <a:endParaRPr sz="1400">
              <a:latin typeface="Calibri"/>
              <a:ea typeface="Calibri"/>
              <a:cs typeface="Calibri"/>
              <a:sym typeface="Calibri"/>
            </a:endParaRPr>
          </a:p>
          <a:p>
            <a:pPr marL="12700" marR="5080" lvl="0" indent="0" algn="l" rtl="0">
              <a:lnSpc>
                <a:spcPct val="136800"/>
              </a:lnSpc>
              <a:spcBef>
                <a:spcPts val="0"/>
              </a:spcBef>
              <a:spcAft>
                <a:spcPts val="0"/>
              </a:spcAft>
              <a:buNone/>
            </a:pPr>
            <a:r>
              <a:rPr lang="en-US" sz="1400" u="sng">
                <a:solidFill>
                  <a:schemeClr val="hlink"/>
                </a:solidFill>
                <a:latin typeface="Calibri"/>
                <a:ea typeface="Calibri"/>
                <a:cs typeface="Calibri"/>
                <a:sym typeface="Calibri"/>
                <a:hlinkClick r:id="rId13"/>
              </a:rPr>
              <a:t>T</a:t>
            </a:r>
            <a:r>
              <a:rPr lang="en-US" sz="1400" u="sng" cap="small">
                <a:solidFill>
                  <a:schemeClr val="hlink"/>
                </a:solidFill>
                <a:latin typeface="Calibri"/>
                <a:ea typeface="Calibri"/>
                <a:cs typeface="Calibri"/>
                <a:sym typeface="Calibri"/>
                <a:hlinkClick r:id="rId13"/>
              </a:rPr>
              <a:t>he</a:t>
            </a:r>
            <a:r>
              <a:rPr lang="en-US" sz="1400" u="sng">
                <a:solidFill>
                  <a:schemeClr val="hlink"/>
                </a:solidFill>
                <a:latin typeface="Calibri"/>
                <a:ea typeface="Calibri"/>
                <a:cs typeface="Calibri"/>
                <a:sym typeface="Calibri"/>
                <a:hlinkClick r:id="rId13"/>
              </a:rPr>
              <a:t> L</a:t>
            </a:r>
            <a:r>
              <a:rPr lang="en-US" sz="1400" u="sng" cap="small">
                <a:solidFill>
                  <a:schemeClr val="hlink"/>
                </a:solidFill>
                <a:latin typeface="Calibri"/>
                <a:ea typeface="Calibri"/>
                <a:cs typeface="Calibri"/>
                <a:sym typeface="Calibri"/>
                <a:hlinkClick r:id="rId13"/>
              </a:rPr>
              <a:t>inear</a:t>
            </a:r>
            <a:r>
              <a:rPr lang="en-US" sz="1400" u="sng">
                <a:solidFill>
                  <a:schemeClr val="hlink"/>
                </a:solidFill>
                <a:latin typeface="Calibri"/>
                <a:ea typeface="Calibri"/>
                <a:cs typeface="Calibri"/>
                <a:sym typeface="Calibri"/>
                <a:hlinkClick r:id="rId13"/>
              </a:rPr>
              <a:t> M</a:t>
            </a:r>
            <a:r>
              <a:rPr lang="en-US" sz="1400" u="sng" cap="small">
                <a:solidFill>
                  <a:schemeClr val="hlink"/>
                </a:solidFill>
                <a:latin typeface="Calibri"/>
                <a:ea typeface="Calibri"/>
                <a:cs typeface="Calibri"/>
                <a:sym typeface="Calibri"/>
                <a:hlinkClick r:id="rId13"/>
              </a:rPr>
              <a:t>odel</a:t>
            </a:r>
            <a:r>
              <a:rPr lang="en-US" sz="1400" u="sng">
                <a:solidFill>
                  <a:schemeClr val="hlink"/>
                </a:solidFill>
                <a:latin typeface="Calibri"/>
                <a:ea typeface="Calibri"/>
                <a:cs typeface="Calibri"/>
                <a:sym typeface="Calibri"/>
                <a:hlinkClick r:id="rId13"/>
              </a:rPr>
              <a:t>: S</a:t>
            </a:r>
            <a:r>
              <a:rPr lang="en-US" sz="1400" u="sng" cap="small">
                <a:solidFill>
                  <a:schemeClr val="hlink"/>
                </a:solidFill>
                <a:latin typeface="Calibri"/>
                <a:ea typeface="Calibri"/>
                <a:cs typeface="Calibri"/>
                <a:sym typeface="Calibri"/>
                <a:hlinkClick r:id="rId13"/>
              </a:rPr>
              <a:t>ingle</a:t>
            </a:r>
            <a:r>
              <a:rPr lang="en-US" sz="1400" u="sng">
                <a:solidFill>
                  <a:schemeClr val="hlink"/>
                </a:solidFill>
                <a:latin typeface="Calibri"/>
                <a:ea typeface="Calibri"/>
                <a:cs typeface="Calibri"/>
                <a:sym typeface="Calibri"/>
                <a:hlinkClick r:id="rId13"/>
              </a:rPr>
              <a:t> N</a:t>
            </a:r>
            <a:r>
              <a:rPr lang="en-US" sz="1400" u="sng" cap="small">
                <a:solidFill>
                  <a:schemeClr val="hlink"/>
                </a:solidFill>
                <a:latin typeface="Calibri"/>
                <a:ea typeface="Calibri"/>
                <a:cs typeface="Calibri"/>
                <a:sym typeface="Calibri"/>
                <a:hlinkClick r:id="rId13"/>
              </a:rPr>
              <a:t>euron</a:t>
            </a:r>
            <a:r>
              <a:rPr lang="en-US" sz="1400">
                <a:solidFill>
                  <a:srgbClr val="D6D6EF"/>
                </a:solidFill>
                <a:latin typeface="Calibri"/>
                <a:ea typeface="Calibri"/>
                <a:cs typeface="Calibri"/>
                <a:sym typeface="Calibri"/>
              </a:rPr>
              <a:t> </a:t>
            </a:r>
            <a:endParaRPr sz="1400">
              <a:solidFill>
                <a:srgbClr val="D6D6EF"/>
              </a:solidFill>
              <a:latin typeface="Calibri"/>
              <a:ea typeface="Calibri"/>
              <a:cs typeface="Calibri"/>
              <a:sym typeface="Calibri"/>
            </a:endParaRPr>
          </a:p>
          <a:p>
            <a:pPr marL="12700" marR="5080" lvl="0" indent="0" algn="l" rtl="0">
              <a:lnSpc>
                <a:spcPct val="136800"/>
              </a:lnSpc>
              <a:spcBef>
                <a:spcPts val="0"/>
              </a:spcBef>
              <a:spcAft>
                <a:spcPts val="0"/>
              </a:spcAft>
              <a:buNone/>
            </a:pPr>
            <a:r>
              <a:rPr lang="en-US" sz="1400" u="sng">
                <a:solidFill>
                  <a:schemeClr val="hlink"/>
                </a:solidFill>
                <a:latin typeface="Calibri"/>
                <a:ea typeface="Calibri"/>
                <a:cs typeface="Calibri"/>
                <a:sym typeface="Calibri"/>
                <a:hlinkClick r:id="rId14"/>
              </a:rPr>
              <a:t>W</a:t>
            </a:r>
            <a:r>
              <a:rPr lang="en-US" sz="1400" u="sng" cap="small">
                <a:solidFill>
                  <a:schemeClr val="hlink"/>
                </a:solidFill>
                <a:latin typeface="Calibri"/>
                <a:ea typeface="Calibri"/>
                <a:cs typeface="Calibri"/>
                <a:sym typeface="Calibri"/>
                <a:hlinkClick r:id="rId14"/>
              </a:rPr>
              <a:t>orked</a:t>
            </a:r>
            <a:r>
              <a:rPr lang="en-US" sz="1400" u="sng">
                <a:solidFill>
                  <a:schemeClr val="hlink"/>
                </a:solidFill>
                <a:latin typeface="Calibri"/>
                <a:ea typeface="Calibri"/>
                <a:cs typeface="Calibri"/>
                <a:sym typeface="Calibri"/>
                <a:hlinkClick r:id="rId14"/>
              </a:rPr>
              <a:t> E</a:t>
            </a:r>
            <a:r>
              <a:rPr lang="en-US" sz="1400" u="sng" cap="small">
                <a:solidFill>
                  <a:schemeClr val="hlink"/>
                </a:solidFill>
                <a:latin typeface="Calibri"/>
                <a:ea typeface="Calibri"/>
                <a:cs typeface="Calibri"/>
                <a:sym typeface="Calibri"/>
                <a:hlinkClick r:id="rId14"/>
              </a:rPr>
              <a:t>xample</a:t>
            </a:r>
            <a:endParaRPr sz="1400">
              <a:latin typeface="Calibri"/>
              <a:ea typeface="Calibri"/>
              <a:cs typeface="Calibri"/>
              <a:sym typeface="Calibri"/>
            </a:endParaRPr>
          </a:p>
          <a:p>
            <a:pPr marL="12700" lvl="0" indent="0" algn="l" rtl="0">
              <a:lnSpc>
                <a:spcPct val="100000"/>
              </a:lnSpc>
              <a:spcBef>
                <a:spcPts val="620"/>
              </a:spcBef>
              <a:spcAft>
                <a:spcPts val="0"/>
              </a:spcAft>
              <a:buNone/>
            </a:pPr>
            <a:r>
              <a:rPr lang="en-US" sz="1400" u="sng">
                <a:solidFill>
                  <a:schemeClr val="hlink"/>
                </a:solidFill>
                <a:latin typeface="Calibri"/>
                <a:ea typeface="Calibri"/>
                <a:cs typeface="Calibri"/>
                <a:sym typeface="Calibri"/>
                <a:hlinkClick r:id="rId15"/>
              </a:rPr>
              <a:t>E</a:t>
            </a:r>
            <a:r>
              <a:rPr lang="en-US" sz="1400" u="sng" cap="small">
                <a:solidFill>
                  <a:schemeClr val="hlink"/>
                </a:solidFill>
                <a:latin typeface="Calibri"/>
                <a:ea typeface="Calibri"/>
                <a:cs typeface="Calibri"/>
                <a:sym typeface="Calibri"/>
                <a:hlinkClick r:id="rId15"/>
              </a:rPr>
              <a:t>valuation</a:t>
            </a:r>
            <a:endParaRPr sz="1400">
              <a:latin typeface="Calibri"/>
              <a:ea typeface="Calibri"/>
              <a:cs typeface="Calibri"/>
              <a:sym typeface="Calibri"/>
            </a:endParaRPr>
          </a:p>
          <a:p>
            <a:pPr marL="12700" marR="1017268" lvl="0" indent="0" algn="l" rtl="0">
              <a:lnSpc>
                <a:spcPct val="136800"/>
              </a:lnSpc>
              <a:spcBef>
                <a:spcPts val="0"/>
              </a:spcBef>
              <a:spcAft>
                <a:spcPts val="0"/>
              </a:spcAft>
              <a:buNone/>
            </a:pPr>
            <a:r>
              <a:rPr lang="en-US" sz="1400" u="sng">
                <a:solidFill>
                  <a:schemeClr val="hlink"/>
                </a:solidFill>
                <a:latin typeface="Calibri"/>
                <a:ea typeface="Calibri"/>
                <a:cs typeface="Calibri"/>
                <a:sym typeface="Calibri"/>
                <a:hlinkClick r:id="rId16"/>
              </a:rPr>
              <a:t>P</a:t>
            </a:r>
            <a:r>
              <a:rPr lang="en-US" sz="1400" u="sng" cap="small">
                <a:solidFill>
                  <a:schemeClr val="hlink"/>
                </a:solidFill>
                <a:latin typeface="Calibri"/>
                <a:ea typeface="Calibri"/>
                <a:cs typeface="Calibri"/>
                <a:sym typeface="Calibri"/>
                <a:hlinkClick r:id="rId16"/>
              </a:rPr>
              <a:t>ython</a:t>
            </a:r>
            <a:r>
              <a:rPr lang="en-US" sz="1400" u="sng">
                <a:solidFill>
                  <a:schemeClr val="hlink"/>
                </a:solidFill>
                <a:latin typeface="Calibri"/>
                <a:ea typeface="Calibri"/>
                <a:cs typeface="Calibri"/>
                <a:sym typeface="Calibri"/>
                <a:hlinkClick r:id="rId16"/>
              </a:rPr>
              <a:t> I</a:t>
            </a:r>
            <a:r>
              <a:rPr lang="en-US" sz="1400" u="sng" cap="small">
                <a:solidFill>
                  <a:schemeClr val="hlink"/>
                </a:solidFill>
                <a:latin typeface="Calibri"/>
                <a:ea typeface="Calibri"/>
                <a:cs typeface="Calibri"/>
                <a:sym typeface="Calibri"/>
                <a:hlinkClick r:id="rId16"/>
              </a:rPr>
              <a:t>mplementation</a:t>
            </a:r>
            <a:r>
              <a:rPr lang="en-US" sz="1400">
                <a:solidFill>
                  <a:srgbClr val="D6D6EF"/>
                </a:solidFill>
                <a:latin typeface="Calibri"/>
                <a:ea typeface="Calibri"/>
                <a:cs typeface="Calibri"/>
                <a:sym typeface="Calibri"/>
              </a:rPr>
              <a:t> </a:t>
            </a:r>
            <a:r>
              <a:rPr lang="en-US" sz="1400" u="sng">
                <a:solidFill>
                  <a:schemeClr val="hlink"/>
                </a:solidFill>
                <a:latin typeface="Calibri"/>
                <a:ea typeface="Calibri"/>
                <a:cs typeface="Calibri"/>
                <a:sym typeface="Calibri"/>
                <a:hlinkClick r:id="rId17"/>
              </a:rPr>
              <a:t>I</a:t>
            </a:r>
            <a:r>
              <a:rPr lang="en-US" sz="1400" u="sng" cap="small">
                <a:solidFill>
                  <a:schemeClr val="hlink"/>
                </a:solidFill>
                <a:latin typeface="Calibri"/>
                <a:ea typeface="Calibri"/>
                <a:cs typeface="Calibri"/>
                <a:sym typeface="Calibri"/>
                <a:hlinkClick r:id="rId17"/>
              </a:rPr>
              <a:t>mplementation</a:t>
            </a:r>
            <a:r>
              <a:rPr lang="en-US" sz="1400" u="sng">
                <a:solidFill>
                  <a:schemeClr val="hlink"/>
                </a:solidFill>
                <a:latin typeface="Calibri"/>
                <a:ea typeface="Calibri"/>
                <a:cs typeface="Calibri"/>
                <a:sym typeface="Calibri"/>
                <a:hlinkClick r:id="rId17"/>
              </a:rPr>
              <a:t> T</a:t>
            </a:r>
            <a:r>
              <a:rPr lang="en-US" sz="1400" u="sng" cap="small">
                <a:solidFill>
                  <a:schemeClr val="hlink"/>
                </a:solidFill>
                <a:latin typeface="Calibri"/>
                <a:ea typeface="Calibri"/>
                <a:cs typeface="Calibri"/>
                <a:sym typeface="Calibri"/>
                <a:hlinkClick r:id="rId17"/>
              </a:rPr>
              <a:t>ips</a:t>
            </a:r>
            <a:r>
              <a:rPr lang="en-US" sz="1400">
                <a:solidFill>
                  <a:srgbClr val="D6D6EF"/>
                </a:solidFill>
                <a:latin typeface="Calibri"/>
                <a:ea typeface="Calibri"/>
                <a:cs typeface="Calibri"/>
                <a:sym typeface="Calibri"/>
              </a:rPr>
              <a:t> </a:t>
            </a:r>
            <a:endParaRPr sz="1400">
              <a:solidFill>
                <a:srgbClr val="D6D6EF"/>
              </a:solidFill>
              <a:latin typeface="Calibri"/>
              <a:ea typeface="Calibri"/>
              <a:cs typeface="Calibri"/>
              <a:sym typeface="Calibri"/>
            </a:endParaRPr>
          </a:p>
          <a:p>
            <a:pPr marL="12700" marR="1017269" lvl="0" indent="0" algn="l" rtl="0">
              <a:lnSpc>
                <a:spcPct val="136800"/>
              </a:lnSpc>
              <a:spcBef>
                <a:spcPts val="0"/>
              </a:spcBef>
              <a:spcAft>
                <a:spcPts val="0"/>
              </a:spcAft>
              <a:buNone/>
            </a:pPr>
            <a:r>
              <a:rPr lang="en-US" sz="1400" u="sng">
                <a:solidFill>
                  <a:schemeClr val="hlink"/>
                </a:solidFill>
                <a:latin typeface="Calibri"/>
                <a:ea typeface="Calibri"/>
                <a:cs typeface="Calibri"/>
                <a:sym typeface="Calibri"/>
                <a:hlinkClick r:id="rId18"/>
              </a:rPr>
              <a:t>S</a:t>
            </a:r>
            <a:r>
              <a:rPr lang="en-US" sz="1400" u="sng" cap="small">
                <a:solidFill>
                  <a:schemeClr val="hlink"/>
                </a:solidFill>
                <a:latin typeface="Calibri"/>
                <a:ea typeface="Calibri"/>
                <a:cs typeface="Calibri"/>
                <a:sym typeface="Calibri"/>
                <a:hlinkClick r:id="rId18"/>
              </a:rPr>
              <a:t>ummary</a:t>
            </a:r>
            <a:endParaRPr sz="1400">
              <a:latin typeface="Calibri"/>
              <a:ea typeface="Calibri"/>
              <a:cs typeface="Calibri"/>
              <a:sym typeface="Calibri"/>
            </a:endParaRPr>
          </a:p>
        </p:txBody>
      </p:sp>
      <p:grpSp>
        <p:nvGrpSpPr>
          <p:cNvPr id="83" name="Google Shape;83;p9"/>
          <p:cNvGrpSpPr/>
          <p:nvPr/>
        </p:nvGrpSpPr>
        <p:grpSpPr>
          <a:xfrm>
            <a:off x="0" y="3109250"/>
            <a:ext cx="5760261" cy="92075"/>
            <a:chOff x="0" y="3109250"/>
            <a:chExt cx="5760261" cy="92075"/>
          </a:xfrm>
        </p:grpSpPr>
        <p:sp>
          <p:nvSpPr>
            <p:cNvPr id="84" name="Google Shape;84;p9"/>
            <p:cNvSpPr/>
            <p:nvPr/>
          </p:nvSpPr>
          <p:spPr>
            <a:xfrm>
              <a:off x="0"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85" name="Google Shape;85;p9"/>
            <p:cNvSpPr/>
            <p:nvPr/>
          </p:nvSpPr>
          <p:spPr>
            <a:xfrm>
              <a:off x="1923862" y="3109250"/>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86" name="Google Shape;86;p9"/>
            <p:cNvSpPr/>
            <p:nvPr/>
          </p:nvSpPr>
          <p:spPr>
            <a:xfrm>
              <a:off x="3836211"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87" name="Google Shape;87;p9"/>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88" name="Google Shape;88;p9"/>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Calibri"/>
                <a:ea typeface="Calibri"/>
                <a:cs typeface="Calibri"/>
                <a:sym typeface="Calibri"/>
                <a:hlinkClick r:id="rId19"/>
              </a:rPr>
              <a:t>D</a:t>
            </a:r>
            <a:r>
              <a:rPr lang="en-US" sz="600" u="sng" cap="small">
                <a:solidFill>
                  <a:schemeClr val="hlink"/>
                </a:solidFill>
                <a:latin typeface="Calibri"/>
                <a:ea typeface="Calibri"/>
                <a:cs typeface="Calibri"/>
                <a:sym typeface="Calibri"/>
                <a:hlinkClick r:id="rId19"/>
              </a:rPr>
              <a:t>eep</a:t>
            </a:r>
            <a:r>
              <a:rPr lang="en-US" sz="600" u="sng">
                <a:solidFill>
                  <a:schemeClr val="hlink"/>
                </a:solidFill>
                <a:latin typeface="Calibri"/>
                <a:ea typeface="Calibri"/>
                <a:cs typeface="Calibri"/>
                <a:sym typeface="Calibri"/>
                <a:hlinkClick r:id="rId19"/>
              </a:rPr>
              <a:t> L</a:t>
            </a:r>
            <a:r>
              <a:rPr lang="en-US" sz="600" u="sng" cap="small">
                <a:solidFill>
                  <a:schemeClr val="hlink"/>
                </a:solidFill>
                <a:latin typeface="Calibri"/>
                <a:ea typeface="Calibri"/>
                <a:cs typeface="Calibri"/>
                <a:sym typeface="Calibri"/>
                <a:hlinkClick r:id="rId19"/>
              </a:rPr>
              <a:t>earning</a:t>
            </a:r>
            <a:endParaRPr sz="600">
              <a:latin typeface="Calibri"/>
              <a:ea typeface="Calibri"/>
              <a:cs typeface="Calibri"/>
              <a:sym typeface="Calibri"/>
            </a:endParaRPr>
          </a:p>
        </p:txBody>
      </p:sp>
      <p:sp>
        <p:nvSpPr>
          <p:cNvPr id="89" name="Google Shape;89;p9"/>
          <p:cNvSpPr txBox="1">
            <a:spLocks noGrp="1"/>
          </p:cNvSpPr>
          <p:nvPr>
            <p:ph type="sldNum" idx="12"/>
          </p:nvPr>
        </p:nvSpPr>
        <p:spPr>
          <a:xfrm>
            <a:off x="4648848" y="3137672"/>
            <a:ext cx="318300" cy="92400"/>
          </a:xfrm>
          <a:prstGeom prst="rect">
            <a:avLst/>
          </a:prstGeom>
          <a:noFill/>
          <a:ln>
            <a:noFill/>
          </a:ln>
        </p:spPr>
        <p:txBody>
          <a:bodyPr spcFirstLastPara="1" wrap="square" lIns="0" tIns="0" rIns="0" bIns="0" anchor="t" anchorCtr="0">
            <a:spAutoFit/>
          </a:bodyPr>
          <a:lstStyle/>
          <a:p>
            <a:pPr marL="59055" lvl="0" indent="0" algn="l" rtl="0">
              <a:lnSpc>
                <a:spcPct val="111666"/>
              </a:lnSpc>
              <a:spcBef>
                <a:spcPts val="0"/>
              </a:spcBef>
              <a:spcAft>
                <a:spcPts val="0"/>
              </a:spcAft>
              <a:buNone/>
            </a:pPr>
            <a:fld id="{00000000-1234-1234-1234-123412341234}" type="slidenum">
              <a:rPr lang="en-US"/>
              <a:t>3</a:t>
            </a:fld>
            <a:r>
              <a:rPr lang="en-US"/>
              <a:t>/ 46</a:t>
            </a:r>
            <a:endParaRPr/>
          </a:p>
        </p:txBody>
      </p:sp>
    </p:spTree>
  </p:cSld>
  <p:clrMapOvr>
    <a:masterClrMapping/>
  </p:clrMapOvr>
  <p:transition>
    <p:fade thruBlk="1"/>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27"/>
        <p:cNvGrpSpPr/>
        <p:nvPr/>
      </p:nvGrpSpPr>
      <p:grpSpPr>
        <a:xfrm>
          <a:off x="0" y="0"/>
          <a:ext cx="0" cy="0"/>
          <a:chOff x="0" y="0"/>
          <a:chExt cx="0" cy="0"/>
        </a:xfrm>
      </p:grpSpPr>
      <p:sp>
        <p:nvSpPr>
          <p:cNvPr id="528" name="Google Shape;528;p31"/>
          <p:cNvSpPr txBox="1">
            <a:spLocks noGrp="1"/>
          </p:cNvSpPr>
          <p:nvPr>
            <p:ph type="title"/>
          </p:nvPr>
        </p:nvSpPr>
        <p:spPr>
          <a:xfrm>
            <a:off x="82600" y="109545"/>
            <a:ext cx="4943475" cy="288290"/>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None/>
            </a:pPr>
            <a:r>
              <a:rPr lang="en-US">
                <a:solidFill>
                  <a:srgbClr val="FFFFFF"/>
                </a:solidFill>
              </a:rPr>
              <a:t>T</a:t>
            </a:r>
            <a:r>
              <a:rPr lang="en-US" cap="small">
                <a:solidFill>
                  <a:srgbClr val="FFFFFF"/>
                </a:solidFill>
              </a:rPr>
              <a:t>able</a:t>
            </a:r>
            <a:r>
              <a:rPr lang="en-US">
                <a:solidFill>
                  <a:srgbClr val="FFFFFF"/>
                </a:solidFill>
              </a:rPr>
              <a:t> </a:t>
            </a:r>
            <a:r>
              <a:rPr lang="en-US" cap="small">
                <a:solidFill>
                  <a:srgbClr val="FFFFFF"/>
                </a:solidFill>
              </a:rPr>
              <a:t>of</a:t>
            </a:r>
            <a:r>
              <a:rPr lang="en-US">
                <a:solidFill>
                  <a:srgbClr val="FFFFFF"/>
                </a:solidFill>
              </a:rPr>
              <a:t> C</a:t>
            </a:r>
            <a:r>
              <a:rPr lang="en-US" cap="small">
                <a:solidFill>
                  <a:srgbClr val="FFFFFF"/>
                </a:solidFill>
              </a:rPr>
              <a:t>ontents</a:t>
            </a:r>
            <a:endParaRPr/>
          </a:p>
        </p:txBody>
      </p:sp>
      <p:pic>
        <p:nvPicPr>
          <p:cNvPr id="529" name="Google Shape;529;p31"/>
          <p:cNvPicPr preferRelativeResize="0"/>
          <p:nvPr/>
        </p:nvPicPr>
        <p:blipFill rotWithShape="1">
          <a:blip r:embed="rId3">
            <a:alphaModFix/>
          </a:blip>
          <a:srcRect/>
          <a:stretch/>
        </p:blipFill>
        <p:spPr>
          <a:xfrm>
            <a:off x="343662" y="637743"/>
            <a:ext cx="169964" cy="169964"/>
          </a:xfrm>
          <a:prstGeom prst="rect">
            <a:avLst/>
          </a:prstGeom>
          <a:noFill/>
          <a:ln>
            <a:noFill/>
          </a:ln>
        </p:spPr>
      </p:pic>
      <p:sp>
        <p:nvSpPr>
          <p:cNvPr id="530" name="Google Shape;530;p31"/>
          <p:cNvSpPr txBox="1"/>
          <p:nvPr/>
        </p:nvSpPr>
        <p:spPr>
          <a:xfrm>
            <a:off x="387959" y="641412"/>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1</a:t>
            </a:r>
            <a:endParaRPr sz="800">
              <a:latin typeface="Calibri"/>
              <a:ea typeface="Calibri"/>
              <a:cs typeface="Calibri"/>
              <a:sym typeface="Calibri"/>
            </a:endParaRPr>
          </a:p>
        </p:txBody>
      </p:sp>
      <p:pic>
        <p:nvPicPr>
          <p:cNvPr id="531" name="Google Shape;531;p31"/>
          <p:cNvPicPr preferRelativeResize="0"/>
          <p:nvPr/>
        </p:nvPicPr>
        <p:blipFill rotWithShape="1">
          <a:blip r:embed="rId4">
            <a:alphaModFix/>
          </a:blip>
          <a:srcRect/>
          <a:stretch/>
        </p:blipFill>
        <p:spPr>
          <a:xfrm>
            <a:off x="343662" y="929678"/>
            <a:ext cx="169964" cy="169964"/>
          </a:xfrm>
          <a:prstGeom prst="rect">
            <a:avLst/>
          </a:prstGeom>
          <a:noFill/>
          <a:ln>
            <a:noFill/>
          </a:ln>
        </p:spPr>
      </p:pic>
      <p:sp>
        <p:nvSpPr>
          <p:cNvPr id="532" name="Google Shape;532;p31"/>
          <p:cNvSpPr txBox="1"/>
          <p:nvPr/>
        </p:nvSpPr>
        <p:spPr>
          <a:xfrm>
            <a:off x="387959" y="933347"/>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2</a:t>
            </a:r>
            <a:endParaRPr sz="800">
              <a:latin typeface="Calibri"/>
              <a:ea typeface="Calibri"/>
              <a:cs typeface="Calibri"/>
              <a:sym typeface="Calibri"/>
            </a:endParaRPr>
          </a:p>
        </p:txBody>
      </p:sp>
      <p:pic>
        <p:nvPicPr>
          <p:cNvPr id="533" name="Google Shape;533;p31"/>
          <p:cNvPicPr preferRelativeResize="0"/>
          <p:nvPr/>
        </p:nvPicPr>
        <p:blipFill rotWithShape="1">
          <a:blip r:embed="rId5">
            <a:alphaModFix/>
          </a:blip>
          <a:srcRect/>
          <a:stretch/>
        </p:blipFill>
        <p:spPr>
          <a:xfrm>
            <a:off x="343662" y="1221600"/>
            <a:ext cx="169964" cy="169964"/>
          </a:xfrm>
          <a:prstGeom prst="rect">
            <a:avLst/>
          </a:prstGeom>
          <a:noFill/>
          <a:ln>
            <a:noFill/>
          </a:ln>
        </p:spPr>
      </p:pic>
      <p:sp>
        <p:nvSpPr>
          <p:cNvPr id="534" name="Google Shape;534;p31"/>
          <p:cNvSpPr txBox="1"/>
          <p:nvPr/>
        </p:nvSpPr>
        <p:spPr>
          <a:xfrm>
            <a:off x="387959" y="1225281"/>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3</a:t>
            </a:r>
            <a:endParaRPr sz="800">
              <a:latin typeface="Calibri"/>
              <a:ea typeface="Calibri"/>
              <a:cs typeface="Calibri"/>
              <a:sym typeface="Calibri"/>
            </a:endParaRPr>
          </a:p>
        </p:txBody>
      </p:sp>
      <p:pic>
        <p:nvPicPr>
          <p:cNvPr id="535" name="Google Shape;535;p31"/>
          <p:cNvPicPr preferRelativeResize="0"/>
          <p:nvPr/>
        </p:nvPicPr>
        <p:blipFill rotWithShape="1">
          <a:blip r:embed="rId6">
            <a:alphaModFix/>
          </a:blip>
          <a:srcRect/>
          <a:stretch/>
        </p:blipFill>
        <p:spPr>
          <a:xfrm>
            <a:off x="343662" y="1513535"/>
            <a:ext cx="169964" cy="169964"/>
          </a:xfrm>
          <a:prstGeom prst="rect">
            <a:avLst/>
          </a:prstGeom>
          <a:noFill/>
          <a:ln>
            <a:noFill/>
          </a:ln>
        </p:spPr>
      </p:pic>
      <p:sp>
        <p:nvSpPr>
          <p:cNvPr id="536" name="Google Shape;536;p31"/>
          <p:cNvSpPr txBox="1"/>
          <p:nvPr/>
        </p:nvSpPr>
        <p:spPr>
          <a:xfrm>
            <a:off x="387959" y="1517204"/>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EAEAF7"/>
                </a:solidFill>
                <a:latin typeface="Calibri"/>
                <a:ea typeface="Calibri"/>
                <a:cs typeface="Calibri"/>
                <a:sym typeface="Calibri"/>
              </a:rPr>
              <a:t>4</a:t>
            </a:r>
            <a:endParaRPr sz="800">
              <a:latin typeface="Calibri"/>
              <a:ea typeface="Calibri"/>
              <a:cs typeface="Calibri"/>
              <a:sym typeface="Calibri"/>
            </a:endParaRPr>
          </a:p>
        </p:txBody>
      </p:sp>
      <p:pic>
        <p:nvPicPr>
          <p:cNvPr id="537" name="Google Shape;537;p31"/>
          <p:cNvPicPr preferRelativeResize="0"/>
          <p:nvPr/>
        </p:nvPicPr>
        <p:blipFill rotWithShape="1">
          <a:blip r:embed="rId7">
            <a:alphaModFix/>
          </a:blip>
          <a:srcRect/>
          <a:stretch/>
        </p:blipFill>
        <p:spPr>
          <a:xfrm>
            <a:off x="343662" y="1805457"/>
            <a:ext cx="169964" cy="169964"/>
          </a:xfrm>
          <a:prstGeom prst="rect">
            <a:avLst/>
          </a:prstGeom>
          <a:noFill/>
          <a:ln>
            <a:noFill/>
          </a:ln>
        </p:spPr>
      </p:pic>
      <p:sp>
        <p:nvSpPr>
          <p:cNvPr id="538" name="Google Shape;538;p31"/>
          <p:cNvSpPr txBox="1"/>
          <p:nvPr/>
        </p:nvSpPr>
        <p:spPr>
          <a:xfrm>
            <a:off x="387959" y="1809139"/>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5</a:t>
            </a:r>
            <a:endParaRPr sz="800">
              <a:latin typeface="Calibri"/>
              <a:ea typeface="Calibri"/>
              <a:cs typeface="Calibri"/>
              <a:sym typeface="Calibri"/>
            </a:endParaRPr>
          </a:p>
        </p:txBody>
      </p:sp>
      <p:pic>
        <p:nvPicPr>
          <p:cNvPr id="539" name="Google Shape;539;p31"/>
          <p:cNvPicPr preferRelativeResize="0"/>
          <p:nvPr/>
        </p:nvPicPr>
        <p:blipFill rotWithShape="1">
          <a:blip r:embed="rId8">
            <a:alphaModFix/>
          </a:blip>
          <a:srcRect/>
          <a:stretch/>
        </p:blipFill>
        <p:spPr>
          <a:xfrm>
            <a:off x="343649" y="2097392"/>
            <a:ext cx="169964" cy="169964"/>
          </a:xfrm>
          <a:prstGeom prst="rect">
            <a:avLst/>
          </a:prstGeom>
          <a:noFill/>
          <a:ln>
            <a:noFill/>
          </a:ln>
        </p:spPr>
      </p:pic>
      <p:sp>
        <p:nvSpPr>
          <p:cNvPr id="540" name="Google Shape;540;p31"/>
          <p:cNvSpPr txBox="1"/>
          <p:nvPr/>
        </p:nvSpPr>
        <p:spPr>
          <a:xfrm>
            <a:off x="387959" y="2101061"/>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6</a:t>
            </a:r>
            <a:endParaRPr sz="800">
              <a:latin typeface="Calibri"/>
              <a:ea typeface="Calibri"/>
              <a:cs typeface="Calibri"/>
              <a:sym typeface="Calibri"/>
            </a:endParaRPr>
          </a:p>
        </p:txBody>
      </p:sp>
      <p:pic>
        <p:nvPicPr>
          <p:cNvPr id="541" name="Google Shape;541;p31"/>
          <p:cNvPicPr preferRelativeResize="0"/>
          <p:nvPr/>
        </p:nvPicPr>
        <p:blipFill rotWithShape="1">
          <a:blip r:embed="rId9">
            <a:alphaModFix/>
          </a:blip>
          <a:srcRect/>
          <a:stretch/>
        </p:blipFill>
        <p:spPr>
          <a:xfrm>
            <a:off x="343649" y="2389314"/>
            <a:ext cx="169964" cy="169964"/>
          </a:xfrm>
          <a:prstGeom prst="rect">
            <a:avLst/>
          </a:prstGeom>
          <a:noFill/>
          <a:ln>
            <a:noFill/>
          </a:ln>
        </p:spPr>
      </p:pic>
      <p:sp>
        <p:nvSpPr>
          <p:cNvPr id="542" name="Google Shape;542;p31"/>
          <p:cNvSpPr txBox="1"/>
          <p:nvPr/>
        </p:nvSpPr>
        <p:spPr>
          <a:xfrm>
            <a:off x="387959" y="2392996"/>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7</a:t>
            </a:r>
            <a:endParaRPr sz="800">
              <a:latin typeface="Calibri"/>
              <a:ea typeface="Calibri"/>
              <a:cs typeface="Calibri"/>
              <a:sym typeface="Calibri"/>
            </a:endParaRPr>
          </a:p>
        </p:txBody>
      </p:sp>
      <p:pic>
        <p:nvPicPr>
          <p:cNvPr id="543" name="Google Shape;543;p31"/>
          <p:cNvPicPr preferRelativeResize="0"/>
          <p:nvPr/>
        </p:nvPicPr>
        <p:blipFill rotWithShape="1">
          <a:blip r:embed="rId10">
            <a:alphaModFix/>
          </a:blip>
          <a:srcRect/>
          <a:stretch/>
        </p:blipFill>
        <p:spPr>
          <a:xfrm>
            <a:off x="343649" y="2681249"/>
            <a:ext cx="169964" cy="169964"/>
          </a:xfrm>
          <a:prstGeom prst="rect">
            <a:avLst/>
          </a:prstGeom>
          <a:noFill/>
          <a:ln>
            <a:noFill/>
          </a:ln>
        </p:spPr>
      </p:pic>
      <p:sp>
        <p:nvSpPr>
          <p:cNvPr id="544" name="Google Shape;544;p31"/>
          <p:cNvSpPr txBox="1"/>
          <p:nvPr/>
        </p:nvSpPr>
        <p:spPr>
          <a:xfrm>
            <a:off x="387959" y="2684931"/>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8</a:t>
            </a:r>
            <a:endParaRPr sz="800">
              <a:latin typeface="Calibri"/>
              <a:ea typeface="Calibri"/>
              <a:cs typeface="Calibri"/>
              <a:sym typeface="Calibri"/>
            </a:endParaRPr>
          </a:p>
        </p:txBody>
      </p:sp>
      <p:sp>
        <p:nvSpPr>
          <p:cNvPr id="545" name="Google Shape;545;p31"/>
          <p:cNvSpPr txBox="1"/>
          <p:nvPr/>
        </p:nvSpPr>
        <p:spPr>
          <a:xfrm>
            <a:off x="563029" y="587895"/>
            <a:ext cx="3241800" cy="2291400"/>
          </a:xfrm>
          <a:prstGeom prst="rect">
            <a:avLst/>
          </a:prstGeom>
          <a:noFill/>
          <a:ln>
            <a:noFill/>
          </a:ln>
        </p:spPr>
        <p:txBody>
          <a:bodyPr spcFirstLastPara="1" wrap="square" lIns="0" tIns="90150" rIns="0" bIns="0" anchor="t" anchorCtr="0">
            <a:spAutoFit/>
          </a:bodyPr>
          <a:lstStyle/>
          <a:p>
            <a:pPr marL="12700" lvl="0" indent="0" algn="l" rtl="0">
              <a:lnSpc>
                <a:spcPct val="100000"/>
              </a:lnSpc>
              <a:spcBef>
                <a:spcPts val="0"/>
              </a:spcBef>
              <a:spcAft>
                <a:spcPts val="0"/>
              </a:spcAft>
              <a:buNone/>
            </a:pPr>
            <a:r>
              <a:rPr lang="en-US" sz="1400" u="sng">
                <a:solidFill>
                  <a:schemeClr val="hlink"/>
                </a:solidFill>
                <a:latin typeface="Calibri"/>
                <a:ea typeface="Calibri"/>
                <a:cs typeface="Calibri"/>
                <a:sym typeface="Calibri"/>
                <a:hlinkClick r:id="rId11"/>
              </a:rPr>
              <a:t>R</a:t>
            </a:r>
            <a:r>
              <a:rPr lang="en-US" sz="1400" u="sng" cap="small">
                <a:solidFill>
                  <a:schemeClr val="hlink"/>
                </a:solidFill>
                <a:latin typeface="Calibri"/>
                <a:ea typeface="Calibri"/>
                <a:cs typeface="Calibri"/>
                <a:sym typeface="Calibri"/>
                <a:hlinkClick r:id="rId11"/>
              </a:rPr>
              <a:t>egression</a:t>
            </a:r>
            <a:endParaRPr sz="1400">
              <a:latin typeface="Calibri"/>
              <a:ea typeface="Calibri"/>
              <a:cs typeface="Calibri"/>
              <a:sym typeface="Calibri"/>
            </a:endParaRPr>
          </a:p>
          <a:p>
            <a:pPr marL="12700" lvl="0" indent="0" algn="l" rtl="0">
              <a:lnSpc>
                <a:spcPct val="100000"/>
              </a:lnSpc>
              <a:spcBef>
                <a:spcPts val="620"/>
              </a:spcBef>
              <a:spcAft>
                <a:spcPts val="0"/>
              </a:spcAft>
              <a:buNone/>
            </a:pPr>
            <a:r>
              <a:rPr lang="en-US" sz="1400" u="sng">
                <a:solidFill>
                  <a:schemeClr val="hlink"/>
                </a:solidFill>
                <a:latin typeface="Calibri"/>
                <a:ea typeface="Calibri"/>
                <a:cs typeface="Calibri"/>
                <a:sym typeface="Calibri"/>
                <a:hlinkClick r:id="rId12"/>
              </a:rPr>
              <a:t>L</a:t>
            </a:r>
            <a:r>
              <a:rPr lang="en-US" sz="1400" u="sng" cap="small">
                <a:solidFill>
                  <a:schemeClr val="hlink"/>
                </a:solidFill>
                <a:latin typeface="Calibri"/>
                <a:ea typeface="Calibri"/>
                <a:cs typeface="Calibri"/>
                <a:sym typeface="Calibri"/>
                <a:hlinkClick r:id="rId12"/>
              </a:rPr>
              <a:t>inear</a:t>
            </a:r>
            <a:r>
              <a:rPr lang="en-US" sz="1400" u="sng">
                <a:solidFill>
                  <a:schemeClr val="hlink"/>
                </a:solidFill>
                <a:latin typeface="Calibri"/>
                <a:ea typeface="Calibri"/>
                <a:cs typeface="Calibri"/>
                <a:sym typeface="Calibri"/>
                <a:hlinkClick r:id="rId12"/>
              </a:rPr>
              <a:t> R</a:t>
            </a:r>
            <a:r>
              <a:rPr lang="en-US" sz="1400" u="sng" cap="small">
                <a:solidFill>
                  <a:schemeClr val="hlink"/>
                </a:solidFill>
                <a:latin typeface="Calibri"/>
                <a:ea typeface="Calibri"/>
                <a:cs typeface="Calibri"/>
                <a:sym typeface="Calibri"/>
                <a:hlinkClick r:id="rId12"/>
              </a:rPr>
              <a:t>egression</a:t>
            </a:r>
            <a:endParaRPr sz="1400">
              <a:latin typeface="Calibri"/>
              <a:ea typeface="Calibri"/>
              <a:cs typeface="Calibri"/>
              <a:sym typeface="Calibri"/>
            </a:endParaRPr>
          </a:p>
          <a:p>
            <a:pPr marL="12700" marR="5080" lvl="0" indent="0" algn="l" rtl="0">
              <a:lnSpc>
                <a:spcPct val="136800"/>
              </a:lnSpc>
              <a:spcBef>
                <a:spcPts val="0"/>
              </a:spcBef>
              <a:spcAft>
                <a:spcPts val="0"/>
              </a:spcAft>
              <a:buNone/>
            </a:pPr>
            <a:r>
              <a:rPr lang="en-US" sz="1400" u="sng">
                <a:solidFill>
                  <a:schemeClr val="hlink"/>
                </a:solidFill>
                <a:latin typeface="Calibri"/>
                <a:ea typeface="Calibri"/>
                <a:cs typeface="Calibri"/>
                <a:sym typeface="Calibri"/>
                <a:hlinkClick r:id="rId13"/>
              </a:rPr>
              <a:t>T</a:t>
            </a:r>
            <a:r>
              <a:rPr lang="en-US" sz="1400" u="sng" cap="small">
                <a:solidFill>
                  <a:schemeClr val="hlink"/>
                </a:solidFill>
                <a:latin typeface="Calibri"/>
                <a:ea typeface="Calibri"/>
                <a:cs typeface="Calibri"/>
                <a:sym typeface="Calibri"/>
                <a:hlinkClick r:id="rId13"/>
              </a:rPr>
              <a:t>he</a:t>
            </a:r>
            <a:r>
              <a:rPr lang="en-US" sz="1400" u="sng">
                <a:solidFill>
                  <a:schemeClr val="hlink"/>
                </a:solidFill>
                <a:latin typeface="Calibri"/>
                <a:ea typeface="Calibri"/>
                <a:cs typeface="Calibri"/>
                <a:sym typeface="Calibri"/>
                <a:hlinkClick r:id="rId13"/>
              </a:rPr>
              <a:t> L</a:t>
            </a:r>
            <a:r>
              <a:rPr lang="en-US" sz="1400" u="sng" cap="small">
                <a:solidFill>
                  <a:schemeClr val="hlink"/>
                </a:solidFill>
                <a:latin typeface="Calibri"/>
                <a:ea typeface="Calibri"/>
                <a:cs typeface="Calibri"/>
                <a:sym typeface="Calibri"/>
                <a:hlinkClick r:id="rId13"/>
              </a:rPr>
              <a:t>inear</a:t>
            </a:r>
            <a:r>
              <a:rPr lang="en-US" sz="1400" u="sng">
                <a:solidFill>
                  <a:schemeClr val="hlink"/>
                </a:solidFill>
                <a:latin typeface="Calibri"/>
                <a:ea typeface="Calibri"/>
                <a:cs typeface="Calibri"/>
                <a:sym typeface="Calibri"/>
                <a:hlinkClick r:id="rId13"/>
              </a:rPr>
              <a:t> M</a:t>
            </a:r>
            <a:r>
              <a:rPr lang="en-US" sz="1400" u="sng" cap="small">
                <a:solidFill>
                  <a:schemeClr val="hlink"/>
                </a:solidFill>
                <a:latin typeface="Calibri"/>
                <a:ea typeface="Calibri"/>
                <a:cs typeface="Calibri"/>
                <a:sym typeface="Calibri"/>
                <a:hlinkClick r:id="rId13"/>
              </a:rPr>
              <a:t>odel</a:t>
            </a:r>
            <a:r>
              <a:rPr lang="en-US" sz="1400" u="sng">
                <a:solidFill>
                  <a:schemeClr val="hlink"/>
                </a:solidFill>
                <a:latin typeface="Calibri"/>
                <a:ea typeface="Calibri"/>
                <a:cs typeface="Calibri"/>
                <a:sym typeface="Calibri"/>
                <a:hlinkClick r:id="rId13"/>
              </a:rPr>
              <a:t>: S</a:t>
            </a:r>
            <a:r>
              <a:rPr lang="en-US" sz="1400" u="sng" cap="small">
                <a:solidFill>
                  <a:schemeClr val="hlink"/>
                </a:solidFill>
                <a:latin typeface="Calibri"/>
                <a:ea typeface="Calibri"/>
                <a:cs typeface="Calibri"/>
                <a:sym typeface="Calibri"/>
                <a:hlinkClick r:id="rId13"/>
              </a:rPr>
              <a:t>ingle</a:t>
            </a:r>
            <a:r>
              <a:rPr lang="en-US" sz="1400" u="sng">
                <a:solidFill>
                  <a:schemeClr val="hlink"/>
                </a:solidFill>
                <a:latin typeface="Calibri"/>
                <a:ea typeface="Calibri"/>
                <a:cs typeface="Calibri"/>
                <a:sym typeface="Calibri"/>
                <a:hlinkClick r:id="rId13"/>
              </a:rPr>
              <a:t> N</a:t>
            </a:r>
            <a:r>
              <a:rPr lang="en-US" sz="1400" u="sng" cap="small">
                <a:solidFill>
                  <a:schemeClr val="hlink"/>
                </a:solidFill>
                <a:latin typeface="Calibri"/>
                <a:ea typeface="Calibri"/>
                <a:cs typeface="Calibri"/>
                <a:sym typeface="Calibri"/>
                <a:hlinkClick r:id="rId13"/>
              </a:rPr>
              <a:t>euron</a:t>
            </a:r>
            <a:r>
              <a:rPr lang="en-US" sz="1400">
                <a:solidFill>
                  <a:srgbClr val="D6D6EF"/>
                </a:solidFill>
                <a:latin typeface="Calibri"/>
                <a:ea typeface="Calibri"/>
                <a:cs typeface="Calibri"/>
                <a:sym typeface="Calibri"/>
              </a:rPr>
              <a:t> </a:t>
            </a:r>
            <a:endParaRPr sz="1400">
              <a:solidFill>
                <a:srgbClr val="D6D6EF"/>
              </a:solidFill>
              <a:latin typeface="Calibri"/>
              <a:ea typeface="Calibri"/>
              <a:cs typeface="Calibri"/>
              <a:sym typeface="Calibri"/>
            </a:endParaRPr>
          </a:p>
          <a:p>
            <a:pPr marL="12700" marR="5080" lvl="0" indent="0" algn="l" rtl="0">
              <a:lnSpc>
                <a:spcPct val="136800"/>
              </a:lnSpc>
              <a:spcBef>
                <a:spcPts val="0"/>
              </a:spcBef>
              <a:spcAft>
                <a:spcPts val="0"/>
              </a:spcAft>
              <a:buNone/>
            </a:pPr>
            <a:r>
              <a:rPr lang="en-US" sz="1400" u="sng">
                <a:solidFill>
                  <a:schemeClr val="hlink"/>
                </a:solidFill>
                <a:latin typeface="Calibri"/>
                <a:ea typeface="Calibri"/>
                <a:cs typeface="Calibri"/>
                <a:sym typeface="Calibri"/>
                <a:hlinkClick r:id="rId14"/>
              </a:rPr>
              <a:t>W</a:t>
            </a:r>
            <a:r>
              <a:rPr lang="en-US" sz="1400" u="sng" cap="small">
                <a:solidFill>
                  <a:schemeClr val="hlink"/>
                </a:solidFill>
                <a:latin typeface="Calibri"/>
                <a:ea typeface="Calibri"/>
                <a:cs typeface="Calibri"/>
                <a:sym typeface="Calibri"/>
                <a:hlinkClick r:id="rId14"/>
              </a:rPr>
              <a:t>orked</a:t>
            </a:r>
            <a:r>
              <a:rPr lang="en-US" sz="1400" u="sng">
                <a:solidFill>
                  <a:schemeClr val="hlink"/>
                </a:solidFill>
                <a:latin typeface="Calibri"/>
                <a:ea typeface="Calibri"/>
                <a:cs typeface="Calibri"/>
                <a:sym typeface="Calibri"/>
                <a:hlinkClick r:id="rId14"/>
              </a:rPr>
              <a:t> E</a:t>
            </a:r>
            <a:r>
              <a:rPr lang="en-US" sz="1400" u="sng" cap="small">
                <a:solidFill>
                  <a:schemeClr val="hlink"/>
                </a:solidFill>
                <a:latin typeface="Calibri"/>
                <a:ea typeface="Calibri"/>
                <a:cs typeface="Calibri"/>
                <a:sym typeface="Calibri"/>
                <a:hlinkClick r:id="rId14"/>
              </a:rPr>
              <a:t>xample</a:t>
            </a:r>
            <a:endParaRPr sz="1400">
              <a:latin typeface="Calibri"/>
              <a:ea typeface="Calibri"/>
              <a:cs typeface="Calibri"/>
              <a:sym typeface="Calibri"/>
            </a:endParaRPr>
          </a:p>
          <a:p>
            <a:pPr marL="12700" lvl="0" indent="0" algn="l" rtl="0">
              <a:lnSpc>
                <a:spcPct val="100000"/>
              </a:lnSpc>
              <a:spcBef>
                <a:spcPts val="620"/>
              </a:spcBef>
              <a:spcAft>
                <a:spcPts val="0"/>
              </a:spcAft>
              <a:buNone/>
            </a:pPr>
            <a:r>
              <a:rPr lang="en-US" sz="1400" u="sng">
                <a:solidFill>
                  <a:schemeClr val="hlink"/>
                </a:solidFill>
                <a:latin typeface="Calibri"/>
                <a:ea typeface="Calibri"/>
                <a:cs typeface="Calibri"/>
                <a:sym typeface="Calibri"/>
                <a:hlinkClick r:id="rId15"/>
              </a:rPr>
              <a:t>E</a:t>
            </a:r>
            <a:r>
              <a:rPr lang="en-US" sz="1400" u="sng" cap="small">
                <a:solidFill>
                  <a:schemeClr val="hlink"/>
                </a:solidFill>
                <a:latin typeface="Calibri"/>
                <a:ea typeface="Calibri"/>
                <a:cs typeface="Calibri"/>
                <a:sym typeface="Calibri"/>
                <a:hlinkClick r:id="rId15"/>
              </a:rPr>
              <a:t>valuation</a:t>
            </a:r>
            <a:endParaRPr sz="1400">
              <a:latin typeface="Calibri"/>
              <a:ea typeface="Calibri"/>
              <a:cs typeface="Calibri"/>
              <a:sym typeface="Calibri"/>
            </a:endParaRPr>
          </a:p>
          <a:p>
            <a:pPr marL="12700" marR="1017268" lvl="0" indent="0" algn="l" rtl="0">
              <a:lnSpc>
                <a:spcPct val="136800"/>
              </a:lnSpc>
              <a:spcBef>
                <a:spcPts val="0"/>
              </a:spcBef>
              <a:spcAft>
                <a:spcPts val="0"/>
              </a:spcAft>
              <a:buNone/>
            </a:pPr>
            <a:r>
              <a:rPr lang="en-US" sz="1400" u="sng">
                <a:solidFill>
                  <a:schemeClr val="hlink"/>
                </a:solidFill>
                <a:latin typeface="Calibri"/>
                <a:ea typeface="Calibri"/>
                <a:cs typeface="Calibri"/>
                <a:sym typeface="Calibri"/>
                <a:hlinkClick r:id="rId16"/>
              </a:rPr>
              <a:t>P</a:t>
            </a:r>
            <a:r>
              <a:rPr lang="en-US" sz="1400" u="sng" cap="small">
                <a:solidFill>
                  <a:schemeClr val="hlink"/>
                </a:solidFill>
                <a:latin typeface="Calibri"/>
                <a:ea typeface="Calibri"/>
                <a:cs typeface="Calibri"/>
                <a:sym typeface="Calibri"/>
                <a:hlinkClick r:id="rId16"/>
              </a:rPr>
              <a:t>ython</a:t>
            </a:r>
            <a:r>
              <a:rPr lang="en-US" sz="1400" u="sng">
                <a:solidFill>
                  <a:schemeClr val="hlink"/>
                </a:solidFill>
                <a:latin typeface="Calibri"/>
                <a:ea typeface="Calibri"/>
                <a:cs typeface="Calibri"/>
                <a:sym typeface="Calibri"/>
                <a:hlinkClick r:id="rId16"/>
              </a:rPr>
              <a:t> I</a:t>
            </a:r>
            <a:r>
              <a:rPr lang="en-US" sz="1400" u="sng" cap="small">
                <a:solidFill>
                  <a:schemeClr val="hlink"/>
                </a:solidFill>
                <a:latin typeface="Calibri"/>
                <a:ea typeface="Calibri"/>
                <a:cs typeface="Calibri"/>
                <a:sym typeface="Calibri"/>
                <a:hlinkClick r:id="rId16"/>
              </a:rPr>
              <a:t>mplementation</a:t>
            </a:r>
            <a:r>
              <a:rPr lang="en-US" sz="1400">
                <a:solidFill>
                  <a:srgbClr val="D6D6EF"/>
                </a:solidFill>
                <a:latin typeface="Calibri"/>
                <a:ea typeface="Calibri"/>
                <a:cs typeface="Calibri"/>
                <a:sym typeface="Calibri"/>
              </a:rPr>
              <a:t> </a:t>
            </a:r>
            <a:r>
              <a:rPr lang="en-US" sz="1400" u="sng">
                <a:solidFill>
                  <a:schemeClr val="hlink"/>
                </a:solidFill>
                <a:latin typeface="Calibri"/>
                <a:ea typeface="Calibri"/>
                <a:cs typeface="Calibri"/>
                <a:sym typeface="Calibri"/>
                <a:hlinkClick r:id="rId17"/>
              </a:rPr>
              <a:t>I</a:t>
            </a:r>
            <a:r>
              <a:rPr lang="en-US" sz="1400" u="sng" cap="small">
                <a:solidFill>
                  <a:schemeClr val="hlink"/>
                </a:solidFill>
                <a:latin typeface="Calibri"/>
                <a:ea typeface="Calibri"/>
                <a:cs typeface="Calibri"/>
                <a:sym typeface="Calibri"/>
                <a:hlinkClick r:id="rId17"/>
              </a:rPr>
              <a:t>mplementation</a:t>
            </a:r>
            <a:r>
              <a:rPr lang="en-US" sz="1400" u="sng">
                <a:solidFill>
                  <a:schemeClr val="hlink"/>
                </a:solidFill>
                <a:latin typeface="Calibri"/>
                <a:ea typeface="Calibri"/>
                <a:cs typeface="Calibri"/>
                <a:sym typeface="Calibri"/>
                <a:hlinkClick r:id="rId17"/>
              </a:rPr>
              <a:t> T</a:t>
            </a:r>
            <a:r>
              <a:rPr lang="en-US" sz="1400" u="sng" cap="small">
                <a:solidFill>
                  <a:schemeClr val="hlink"/>
                </a:solidFill>
                <a:latin typeface="Calibri"/>
                <a:ea typeface="Calibri"/>
                <a:cs typeface="Calibri"/>
                <a:sym typeface="Calibri"/>
                <a:hlinkClick r:id="rId17"/>
              </a:rPr>
              <a:t>ips</a:t>
            </a:r>
            <a:r>
              <a:rPr lang="en-US" sz="1400">
                <a:solidFill>
                  <a:srgbClr val="D6D6EF"/>
                </a:solidFill>
                <a:latin typeface="Calibri"/>
                <a:ea typeface="Calibri"/>
                <a:cs typeface="Calibri"/>
                <a:sym typeface="Calibri"/>
              </a:rPr>
              <a:t> </a:t>
            </a:r>
            <a:endParaRPr sz="1400">
              <a:solidFill>
                <a:srgbClr val="D6D6EF"/>
              </a:solidFill>
              <a:latin typeface="Calibri"/>
              <a:ea typeface="Calibri"/>
              <a:cs typeface="Calibri"/>
              <a:sym typeface="Calibri"/>
            </a:endParaRPr>
          </a:p>
          <a:p>
            <a:pPr marL="12700" marR="1017269" lvl="0" indent="0" algn="l" rtl="0">
              <a:lnSpc>
                <a:spcPct val="136800"/>
              </a:lnSpc>
              <a:spcBef>
                <a:spcPts val="0"/>
              </a:spcBef>
              <a:spcAft>
                <a:spcPts val="0"/>
              </a:spcAft>
              <a:buNone/>
            </a:pPr>
            <a:r>
              <a:rPr lang="en-US" sz="1400" u="sng">
                <a:solidFill>
                  <a:schemeClr val="hlink"/>
                </a:solidFill>
                <a:latin typeface="Calibri"/>
                <a:ea typeface="Calibri"/>
                <a:cs typeface="Calibri"/>
                <a:sym typeface="Calibri"/>
                <a:hlinkClick r:id="rId18"/>
              </a:rPr>
              <a:t>S</a:t>
            </a:r>
            <a:r>
              <a:rPr lang="en-US" sz="1400" u="sng" cap="small">
                <a:solidFill>
                  <a:schemeClr val="hlink"/>
                </a:solidFill>
                <a:latin typeface="Calibri"/>
                <a:ea typeface="Calibri"/>
                <a:cs typeface="Calibri"/>
                <a:sym typeface="Calibri"/>
                <a:hlinkClick r:id="rId18"/>
              </a:rPr>
              <a:t>ummary</a:t>
            </a:r>
            <a:endParaRPr sz="1400">
              <a:latin typeface="Calibri"/>
              <a:ea typeface="Calibri"/>
              <a:cs typeface="Calibri"/>
              <a:sym typeface="Calibri"/>
            </a:endParaRPr>
          </a:p>
        </p:txBody>
      </p:sp>
      <p:grpSp>
        <p:nvGrpSpPr>
          <p:cNvPr id="546" name="Google Shape;546;p31"/>
          <p:cNvGrpSpPr/>
          <p:nvPr/>
        </p:nvGrpSpPr>
        <p:grpSpPr>
          <a:xfrm>
            <a:off x="0" y="3141936"/>
            <a:ext cx="5760261" cy="92075"/>
            <a:chOff x="0" y="3141936"/>
            <a:chExt cx="5760261" cy="92075"/>
          </a:xfrm>
        </p:grpSpPr>
        <p:sp>
          <p:nvSpPr>
            <p:cNvPr id="547" name="Google Shape;547;p31"/>
            <p:cNvSpPr/>
            <p:nvPr/>
          </p:nvSpPr>
          <p:spPr>
            <a:xfrm>
              <a:off x="0" y="3141936"/>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548" name="Google Shape;548;p31"/>
            <p:cNvSpPr/>
            <p:nvPr/>
          </p:nvSpPr>
          <p:spPr>
            <a:xfrm>
              <a:off x="1923862" y="3141936"/>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549" name="Google Shape;549;p31"/>
            <p:cNvSpPr/>
            <p:nvPr/>
          </p:nvSpPr>
          <p:spPr>
            <a:xfrm>
              <a:off x="3836211" y="3141936"/>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550" name="Google Shape;550;p31"/>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551" name="Google Shape;551;p31"/>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Calibri"/>
                <a:ea typeface="Calibri"/>
                <a:cs typeface="Calibri"/>
                <a:sym typeface="Calibri"/>
                <a:hlinkClick r:id="rId19"/>
              </a:rPr>
              <a:t>D</a:t>
            </a:r>
            <a:r>
              <a:rPr lang="en-US" sz="600" u="sng" cap="small">
                <a:solidFill>
                  <a:schemeClr val="hlink"/>
                </a:solidFill>
                <a:latin typeface="Calibri"/>
                <a:ea typeface="Calibri"/>
                <a:cs typeface="Calibri"/>
                <a:sym typeface="Calibri"/>
                <a:hlinkClick r:id="rId19"/>
              </a:rPr>
              <a:t>eep</a:t>
            </a:r>
            <a:r>
              <a:rPr lang="en-US" sz="600" u="sng">
                <a:solidFill>
                  <a:schemeClr val="hlink"/>
                </a:solidFill>
                <a:latin typeface="Calibri"/>
                <a:ea typeface="Calibri"/>
                <a:cs typeface="Calibri"/>
                <a:sym typeface="Calibri"/>
                <a:hlinkClick r:id="rId19"/>
              </a:rPr>
              <a:t> L</a:t>
            </a:r>
            <a:r>
              <a:rPr lang="en-US" sz="600" u="sng" cap="small">
                <a:solidFill>
                  <a:schemeClr val="hlink"/>
                </a:solidFill>
                <a:latin typeface="Calibri"/>
                <a:ea typeface="Calibri"/>
                <a:cs typeface="Calibri"/>
                <a:sym typeface="Calibri"/>
                <a:hlinkClick r:id="rId19"/>
              </a:rPr>
              <a:t>earning</a:t>
            </a:r>
            <a:endParaRPr sz="600">
              <a:latin typeface="Calibri"/>
              <a:ea typeface="Calibri"/>
              <a:cs typeface="Calibri"/>
              <a:sym typeface="Calibri"/>
            </a:endParaRPr>
          </a:p>
        </p:txBody>
      </p:sp>
      <p:sp>
        <p:nvSpPr>
          <p:cNvPr id="552" name="Google Shape;552;p31"/>
          <p:cNvSpPr txBox="1">
            <a:spLocks noGrp="1"/>
          </p:cNvSpPr>
          <p:nvPr>
            <p:ph type="sldNum" idx="12"/>
          </p:nvPr>
        </p:nvSpPr>
        <p:spPr>
          <a:xfrm>
            <a:off x="4648848" y="3137672"/>
            <a:ext cx="318208" cy="1016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4</a:t>
            </a:fld>
            <a:r>
              <a:rPr lang="en-US"/>
              <a:t> / 46</a:t>
            </a:r>
            <a:endParaRPr/>
          </a:p>
        </p:txBody>
      </p:sp>
    </p:spTree>
  </p:cSld>
  <p:clrMapOvr>
    <a:masterClrMapping/>
  </p:clrMapOvr>
  <p:transition>
    <p:fade thruBlk="1"/>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56"/>
        <p:cNvGrpSpPr/>
        <p:nvPr/>
      </p:nvGrpSpPr>
      <p:grpSpPr>
        <a:xfrm>
          <a:off x="0" y="0"/>
          <a:ext cx="0" cy="0"/>
          <a:chOff x="0" y="0"/>
          <a:chExt cx="0" cy="0"/>
        </a:xfrm>
      </p:grpSpPr>
      <p:sp>
        <p:nvSpPr>
          <p:cNvPr id="557" name="Google Shape;557;p32"/>
          <p:cNvSpPr txBox="1">
            <a:spLocks noGrp="1"/>
          </p:cNvSpPr>
          <p:nvPr>
            <p:ph type="title"/>
          </p:nvPr>
        </p:nvSpPr>
        <p:spPr>
          <a:xfrm>
            <a:off x="82600" y="109545"/>
            <a:ext cx="4943475" cy="288290"/>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None/>
            </a:pPr>
            <a:r>
              <a:rPr lang="en-US">
                <a:solidFill>
                  <a:srgbClr val="FFFFFF"/>
                </a:solidFill>
              </a:rPr>
              <a:t>N</a:t>
            </a:r>
            <a:r>
              <a:rPr lang="en-US" cap="small">
                <a:solidFill>
                  <a:srgbClr val="FFFFFF"/>
                </a:solidFill>
              </a:rPr>
              <a:t>umerical</a:t>
            </a:r>
            <a:r>
              <a:rPr lang="en-US">
                <a:solidFill>
                  <a:srgbClr val="FFFFFF"/>
                </a:solidFill>
              </a:rPr>
              <a:t> E</a:t>
            </a:r>
            <a:r>
              <a:rPr lang="en-US" cap="small">
                <a:solidFill>
                  <a:srgbClr val="FFFFFF"/>
                </a:solidFill>
              </a:rPr>
              <a:t>xample</a:t>
            </a:r>
            <a:r>
              <a:rPr lang="en-US">
                <a:solidFill>
                  <a:srgbClr val="FFFFFF"/>
                </a:solidFill>
              </a:rPr>
              <a:t>: S</a:t>
            </a:r>
            <a:r>
              <a:rPr lang="en-US" cap="small">
                <a:solidFill>
                  <a:srgbClr val="FFFFFF"/>
                </a:solidFill>
              </a:rPr>
              <a:t>etup</a:t>
            </a:r>
            <a:endParaRPr/>
          </a:p>
        </p:txBody>
      </p:sp>
      <p:grpSp>
        <p:nvGrpSpPr>
          <p:cNvPr id="558" name="Google Shape;558;p32"/>
          <p:cNvGrpSpPr/>
          <p:nvPr/>
        </p:nvGrpSpPr>
        <p:grpSpPr>
          <a:xfrm>
            <a:off x="0" y="3141936"/>
            <a:ext cx="5760261" cy="92075"/>
            <a:chOff x="0" y="3141936"/>
            <a:chExt cx="5760261" cy="92075"/>
          </a:xfrm>
        </p:grpSpPr>
        <p:sp>
          <p:nvSpPr>
            <p:cNvPr id="559" name="Google Shape;559;p32"/>
            <p:cNvSpPr/>
            <p:nvPr/>
          </p:nvSpPr>
          <p:spPr>
            <a:xfrm>
              <a:off x="0" y="3141936"/>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560" name="Google Shape;560;p32"/>
            <p:cNvSpPr/>
            <p:nvPr/>
          </p:nvSpPr>
          <p:spPr>
            <a:xfrm>
              <a:off x="1923862" y="3141936"/>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561" name="Google Shape;561;p32"/>
            <p:cNvSpPr/>
            <p:nvPr/>
          </p:nvSpPr>
          <p:spPr>
            <a:xfrm>
              <a:off x="3836211" y="3141936"/>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562" name="Google Shape;562;p32"/>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563" name="Google Shape;563;p32"/>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Calibri"/>
                <a:ea typeface="Calibri"/>
                <a:cs typeface="Calibri"/>
                <a:sym typeface="Calibri"/>
                <a:hlinkClick r:id="rId3"/>
              </a:rPr>
              <a:t>D</a:t>
            </a:r>
            <a:r>
              <a:rPr lang="en-US" sz="600" u="sng" cap="small">
                <a:solidFill>
                  <a:schemeClr val="hlink"/>
                </a:solidFill>
                <a:latin typeface="Calibri"/>
                <a:ea typeface="Calibri"/>
                <a:cs typeface="Calibri"/>
                <a:sym typeface="Calibri"/>
                <a:hlinkClick r:id="rId3"/>
              </a:rPr>
              <a:t>eep</a:t>
            </a:r>
            <a:r>
              <a:rPr lang="en-US" sz="600" u="sng">
                <a:solidFill>
                  <a:schemeClr val="hlink"/>
                </a:solidFill>
                <a:latin typeface="Calibri"/>
                <a:ea typeface="Calibri"/>
                <a:cs typeface="Calibri"/>
                <a:sym typeface="Calibri"/>
                <a:hlinkClick r:id="rId3"/>
              </a:rPr>
              <a:t> L</a:t>
            </a:r>
            <a:r>
              <a:rPr lang="en-US" sz="600" u="sng" cap="small">
                <a:solidFill>
                  <a:schemeClr val="hlink"/>
                </a:solidFill>
                <a:latin typeface="Calibri"/>
                <a:ea typeface="Calibri"/>
                <a:cs typeface="Calibri"/>
                <a:sym typeface="Calibri"/>
                <a:hlinkClick r:id="rId3"/>
              </a:rPr>
              <a:t>earning</a:t>
            </a:r>
            <a:endParaRPr sz="600">
              <a:latin typeface="Calibri"/>
              <a:ea typeface="Calibri"/>
              <a:cs typeface="Calibri"/>
              <a:sym typeface="Calibri"/>
            </a:endParaRPr>
          </a:p>
        </p:txBody>
      </p:sp>
      <p:sp>
        <p:nvSpPr>
          <p:cNvPr id="564" name="Google Shape;564;p32"/>
          <p:cNvSpPr txBox="1">
            <a:spLocks noGrp="1"/>
          </p:cNvSpPr>
          <p:nvPr>
            <p:ph type="sldNum" idx="12"/>
          </p:nvPr>
        </p:nvSpPr>
        <p:spPr>
          <a:xfrm>
            <a:off x="4648848" y="3137672"/>
            <a:ext cx="318208" cy="1016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5</a:t>
            </a:fld>
            <a:r>
              <a:rPr lang="en-US"/>
              <a:t> / 46</a:t>
            </a:r>
            <a:endParaRPr/>
          </a:p>
        </p:txBody>
      </p:sp>
      <p:pic>
        <p:nvPicPr>
          <p:cNvPr id="565" name="Google Shape;565;p32"/>
          <p:cNvPicPr preferRelativeResize="0"/>
          <p:nvPr/>
        </p:nvPicPr>
        <p:blipFill>
          <a:blip r:embed="rId4">
            <a:alphaModFix/>
          </a:blip>
          <a:stretch>
            <a:fillRect/>
          </a:stretch>
        </p:blipFill>
        <p:spPr>
          <a:xfrm>
            <a:off x="152400" y="559200"/>
            <a:ext cx="5461002" cy="2429186"/>
          </a:xfrm>
          <a:prstGeom prst="rect">
            <a:avLst/>
          </a:prstGeom>
          <a:noFill/>
          <a:ln>
            <a:noFill/>
          </a:ln>
        </p:spPr>
      </p:pic>
      <mc:AlternateContent xmlns:mc="http://schemas.openxmlformats.org/markup-compatibility/2006">
        <mc:Choice xmlns:p14="http://schemas.microsoft.com/office/powerpoint/2010/main" Requires="p14">
          <p:contentPart p14:bwMode="auto" r:id="rId5">
            <p14:nvContentPartPr>
              <p14:cNvPr id="2" name="Ink 1">
                <a:extLst>
                  <a:ext uri="{FF2B5EF4-FFF2-40B4-BE49-F238E27FC236}">
                    <a16:creationId xmlns:a16="http://schemas.microsoft.com/office/drawing/2014/main" id="{395AA24C-595E-966C-53B8-36BED4E4126A}"/>
                  </a:ext>
                </a:extLst>
              </p14:cNvPr>
              <p14:cNvContentPartPr/>
              <p14:nvPr/>
            </p14:nvContentPartPr>
            <p14:xfrm>
              <a:off x="761760" y="366480"/>
              <a:ext cx="4950720" cy="1479240"/>
            </p14:xfrm>
          </p:contentPart>
        </mc:Choice>
        <mc:Fallback>
          <p:pic>
            <p:nvPicPr>
              <p:cNvPr id="2" name="Ink 1">
                <a:extLst>
                  <a:ext uri="{FF2B5EF4-FFF2-40B4-BE49-F238E27FC236}">
                    <a16:creationId xmlns:a16="http://schemas.microsoft.com/office/drawing/2014/main" id="{395AA24C-595E-966C-53B8-36BED4E4126A}"/>
                  </a:ext>
                </a:extLst>
              </p:cNvPr>
              <p:cNvPicPr/>
              <p:nvPr/>
            </p:nvPicPr>
            <p:blipFill>
              <a:blip r:embed="rId6"/>
              <a:stretch>
                <a:fillRect/>
              </a:stretch>
            </p:blipFill>
            <p:spPr>
              <a:xfrm>
                <a:off x="752400" y="357120"/>
                <a:ext cx="4969440" cy="1497960"/>
              </a:xfrm>
              <a:prstGeom prst="rect">
                <a:avLst/>
              </a:prstGeom>
            </p:spPr>
          </p:pic>
        </mc:Fallback>
      </mc:AlternateContent>
    </p:spTree>
  </p:cSld>
  <p:clrMapOvr>
    <a:masterClrMapping/>
  </p:clrMapOvr>
  <p:transition>
    <p:fade thruBlk="1"/>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569"/>
        <p:cNvGrpSpPr/>
        <p:nvPr/>
      </p:nvGrpSpPr>
      <p:grpSpPr>
        <a:xfrm>
          <a:off x="0" y="0"/>
          <a:ext cx="0" cy="0"/>
          <a:chOff x="0" y="0"/>
          <a:chExt cx="0" cy="0"/>
        </a:xfrm>
      </p:grpSpPr>
      <p:sp>
        <p:nvSpPr>
          <p:cNvPr id="570" name="Google Shape;570;p33"/>
          <p:cNvSpPr txBox="1">
            <a:spLocks noGrp="1"/>
          </p:cNvSpPr>
          <p:nvPr>
            <p:ph type="title"/>
          </p:nvPr>
        </p:nvSpPr>
        <p:spPr>
          <a:xfrm>
            <a:off x="82600" y="109545"/>
            <a:ext cx="4943475" cy="288290"/>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None/>
            </a:pPr>
            <a:r>
              <a:rPr lang="en-US">
                <a:solidFill>
                  <a:srgbClr val="FFFFFF"/>
                </a:solidFill>
              </a:rPr>
              <a:t>N</a:t>
            </a:r>
            <a:r>
              <a:rPr lang="en-US" cap="small">
                <a:solidFill>
                  <a:srgbClr val="FFFFFF"/>
                </a:solidFill>
              </a:rPr>
              <a:t>umerical</a:t>
            </a:r>
            <a:r>
              <a:rPr lang="en-US">
                <a:solidFill>
                  <a:srgbClr val="FFFFFF"/>
                </a:solidFill>
              </a:rPr>
              <a:t> E</a:t>
            </a:r>
            <a:r>
              <a:rPr lang="en-US" cap="small">
                <a:solidFill>
                  <a:srgbClr val="FFFFFF"/>
                </a:solidFill>
              </a:rPr>
              <a:t>xample</a:t>
            </a:r>
            <a:r>
              <a:rPr lang="en-US">
                <a:solidFill>
                  <a:srgbClr val="FFFFFF"/>
                </a:solidFill>
              </a:rPr>
              <a:t>: I</a:t>
            </a:r>
            <a:r>
              <a:rPr lang="en-US" cap="small">
                <a:solidFill>
                  <a:srgbClr val="FFFFFF"/>
                </a:solidFill>
              </a:rPr>
              <a:t>nitialization</a:t>
            </a:r>
            <a:endParaRPr/>
          </a:p>
        </p:txBody>
      </p:sp>
      <p:grpSp>
        <p:nvGrpSpPr>
          <p:cNvPr id="571" name="Google Shape;571;p33"/>
          <p:cNvGrpSpPr/>
          <p:nvPr/>
        </p:nvGrpSpPr>
        <p:grpSpPr>
          <a:xfrm>
            <a:off x="0" y="3109250"/>
            <a:ext cx="5760261" cy="92075"/>
            <a:chOff x="0" y="3109250"/>
            <a:chExt cx="5760261" cy="92075"/>
          </a:xfrm>
        </p:grpSpPr>
        <p:sp>
          <p:nvSpPr>
            <p:cNvPr id="572" name="Google Shape;572;p33"/>
            <p:cNvSpPr/>
            <p:nvPr/>
          </p:nvSpPr>
          <p:spPr>
            <a:xfrm>
              <a:off x="0"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573" name="Google Shape;573;p33"/>
            <p:cNvSpPr/>
            <p:nvPr/>
          </p:nvSpPr>
          <p:spPr>
            <a:xfrm>
              <a:off x="1923862" y="3109250"/>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574" name="Google Shape;574;p33"/>
            <p:cNvSpPr/>
            <p:nvPr/>
          </p:nvSpPr>
          <p:spPr>
            <a:xfrm>
              <a:off x="3836211"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575" name="Google Shape;575;p33"/>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576" name="Google Shape;576;p33"/>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Calibri"/>
                <a:ea typeface="Calibri"/>
                <a:cs typeface="Calibri"/>
                <a:sym typeface="Calibri"/>
                <a:hlinkClick r:id="rId3"/>
              </a:rPr>
              <a:t>D</a:t>
            </a:r>
            <a:r>
              <a:rPr lang="en-US" sz="600" u="sng" cap="small">
                <a:solidFill>
                  <a:schemeClr val="hlink"/>
                </a:solidFill>
                <a:latin typeface="Calibri"/>
                <a:ea typeface="Calibri"/>
                <a:cs typeface="Calibri"/>
                <a:sym typeface="Calibri"/>
                <a:hlinkClick r:id="rId3"/>
              </a:rPr>
              <a:t>eep</a:t>
            </a:r>
            <a:r>
              <a:rPr lang="en-US" sz="600" u="sng">
                <a:solidFill>
                  <a:schemeClr val="hlink"/>
                </a:solidFill>
                <a:latin typeface="Calibri"/>
                <a:ea typeface="Calibri"/>
                <a:cs typeface="Calibri"/>
                <a:sym typeface="Calibri"/>
                <a:hlinkClick r:id="rId3"/>
              </a:rPr>
              <a:t> L</a:t>
            </a:r>
            <a:r>
              <a:rPr lang="en-US" sz="600" u="sng" cap="small">
                <a:solidFill>
                  <a:schemeClr val="hlink"/>
                </a:solidFill>
                <a:latin typeface="Calibri"/>
                <a:ea typeface="Calibri"/>
                <a:cs typeface="Calibri"/>
                <a:sym typeface="Calibri"/>
                <a:hlinkClick r:id="rId3"/>
              </a:rPr>
              <a:t>earning</a:t>
            </a:r>
            <a:endParaRPr sz="600">
              <a:latin typeface="Calibri"/>
              <a:ea typeface="Calibri"/>
              <a:cs typeface="Calibri"/>
              <a:sym typeface="Calibri"/>
            </a:endParaRPr>
          </a:p>
        </p:txBody>
      </p:sp>
      <p:sp>
        <p:nvSpPr>
          <p:cNvPr id="577" name="Google Shape;577;p33"/>
          <p:cNvSpPr txBox="1">
            <a:spLocks noGrp="1"/>
          </p:cNvSpPr>
          <p:nvPr>
            <p:ph type="sldNum" idx="12"/>
          </p:nvPr>
        </p:nvSpPr>
        <p:spPr>
          <a:xfrm>
            <a:off x="4648848" y="3137672"/>
            <a:ext cx="318208" cy="1016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6</a:t>
            </a:fld>
            <a:r>
              <a:rPr lang="en-US"/>
              <a:t> / 46</a:t>
            </a:r>
            <a:endParaRPr/>
          </a:p>
        </p:txBody>
      </p:sp>
      <p:pic>
        <p:nvPicPr>
          <p:cNvPr id="578" name="Google Shape;578;p33"/>
          <p:cNvPicPr preferRelativeResize="0"/>
          <p:nvPr/>
        </p:nvPicPr>
        <p:blipFill>
          <a:blip r:embed="rId4">
            <a:alphaModFix/>
          </a:blip>
          <a:stretch>
            <a:fillRect/>
          </a:stretch>
        </p:blipFill>
        <p:spPr>
          <a:xfrm>
            <a:off x="152400" y="550235"/>
            <a:ext cx="5150208" cy="2406616"/>
          </a:xfrm>
          <a:prstGeom prst="rect">
            <a:avLst/>
          </a:prstGeom>
          <a:noFill/>
          <a:ln>
            <a:noFill/>
          </a:ln>
        </p:spPr>
      </p:pic>
      <p:sp>
        <p:nvSpPr>
          <p:cNvPr id="4" name="TextBox 3">
            <a:extLst>
              <a:ext uri="{FF2B5EF4-FFF2-40B4-BE49-F238E27FC236}">
                <a16:creationId xmlns:a16="http://schemas.microsoft.com/office/drawing/2014/main" id="{A16F4CBC-DCAF-9325-68A2-79A41B91A1F7}"/>
              </a:ext>
            </a:extLst>
          </p:cNvPr>
          <p:cNvSpPr txBox="1"/>
          <p:nvPr/>
        </p:nvSpPr>
        <p:spPr>
          <a:xfrm>
            <a:off x="6291" y="2793259"/>
            <a:ext cx="5607109" cy="284693"/>
          </a:xfrm>
          <a:prstGeom prst="rect">
            <a:avLst/>
          </a:prstGeom>
          <a:noFill/>
        </p:spPr>
        <p:txBody>
          <a:bodyPr wrap="square">
            <a:spAutoFit/>
          </a:bodyPr>
          <a:lstStyle/>
          <a:p>
            <a:pPr fontAlgn="t">
              <a:lnSpc>
                <a:spcPts val="1500"/>
              </a:lnSpc>
              <a:buNone/>
            </a:pPr>
            <a:r>
              <a:rPr lang="en-US" sz="1100" b="0" i="0" dirty="0">
                <a:effectLst/>
                <a:latin typeface="Segoe UI" panose="020B0502040204020203" pitchFamily="34" charset="0"/>
              </a:rPr>
              <a:t>Because we predicted 0 for everything, our error is large, so loss is 7.5</a:t>
            </a:r>
          </a:p>
        </p:txBody>
      </p:sp>
      <mc:AlternateContent xmlns:mc="http://schemas.openxmlformats.org/markup-compatibility/2006">
        <mc:Choice xmlns:p14="http://schemas.microsoft.com/office/powerpoint/2010/main" Requires="p14">
          <p:contentPart p14:bwMode="auto" r:id="rId5">
            <p14:nvContentPartPr>
              <p14:cNvPr id="2" name="Ink 1">
                <a:extLst>
                  <a:ext uri="{FF2B5EF4-FFF2-40B4-BE49-F238E27FC236}">
                    <a16:creationId xmlns:a16="http://schemas.microsoft.com/office/drawing/2014/main" id="{C8F91BB2-3CAC-A2DD-3F8D-E63F43DD3BB0}"/>
                  </a:ext>
                </a:extLst>
              </p14:cNvPr>
              <p14:cNvContentPartPr/>
              <p14:nvPr/>
            </p14:nvContentPartPr>
            <p14:xfrm>
              <a:off x="2546640" y="550080"/>
              <a:ext cx="671400" cy="385200"/>
            </p14:xfrm>
          </p:contentPart>
        </mc:Choice>
        <mc:Fallback>
          <p:pic>
            <p:nvPicPr>
              <p:cNvPr id="2" name="Ink 1">
                <a:extLst>
                  <a:ext uri="{FF2B5EF4-FFF2-40B4-BE49-F238E27FC236}">
                    <a16:creationId xmlns:a16="http://schemas.microsoft.com/office/drawing/2014/main" id="{C8F91BB2-3CAC-A2DD-3F8D-E63F43DD3BB0}"/>
                  </a:ext>
                </a:extLst>
              </p:cNvPr>
              <p:cNvPicPr/>
              <p:nvPr/>
            </p:nvPicPr>
            <p:blipFill>
              <a:blip r:embed="rId6"/>
              <a:stretch>
                <a:fillRect/>
              </a:stretch>
            </p:blipFill>
            <p:spPr>
              <a:xfrm>
                <a:off x="2537280" y="540720"/>
                <a:ext cx="690120" cy="403920"/>
              </a:xfrm>
              <a:prstGeom prst="rect">
                <a:avLst/>
              </a:prstGeom>
            </p:spPr>
          </p:pic>
        </mc:Fallback>
      </mc:AlternateContent>
    </p:spTree>
  </p:cSld>
  <p:clrMapOvr>
    <a:masterClrMapping/>
  </p:clrMapOvr>
  <p:transition>
    <p:fade thruBlk="1"/>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A3F5A42-3E51-3DC9-DE96-4F91093ED5B2}"/>
              </a:ext>
            </a:extLst>
          </p:cNvPr>
          <p:cNvPicPr>
            <a:picLocks noChangeAspect="1"/>
          </p:cNvPicPr>
          <p:nvPr/>
        </p:nvPicPr>
        <p:blipFill>
          <a:blip r:embed="rId2"/>
          <a:stretch>
            <a:fillRect/>
          </a:stretch>
        </p:blipFill>
        <p:spPr>
          <a:xfrm>
            <a:off x="281068" y="675864"/>
            <a:ext cx="3792167" cy="1873458"/>
          </a:xfrm>
          <a:prstGeom prst="rect">
            <a:avLst/>
          </a:prstGeom>
        </p:spPr>
      </p:pic>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C0CC0AB3-E8F0-BAC7-3D38-BDAEAA76E5A8}"/>
                  </a:ext>
                </a:extLst>
              </p14:cNvPr>
              <p14:cNvContentPartPr/>
              <p14:nvPr/>
            </p14:nvContentPartPr>
            <p14:xfrm>
              <a:off x="1283040" y="1509480"/>
              <a:ext cx="3623040" cy="898200"/>
            </p14:xfrm>
          </p:contentPart>
        </mc:Choice>
        <mc:Fallback>
          <p:pic>
            <p:nvPicPr>
              <p:cNvPr id="2" name="Ink 1">
                <a:extLst>
                  <a:ext uri="{FF2B5EF4-FFF2-40B4-BE49-F238E27FC236}">
                    <a16:creationId xmlns:a16="http://schemas.microsoft.com/office/drawing/2014/main" id="{C0CC0AB3-E8F0-BAC7-3D38-BDAEAA76E5A8}"/>
                  </a:ext>
                </a:extLst>
              </p:cNvPr>
              <p:cNvPicPr/>
              <p:nvPr/>
            </p:nvPicPr>
            <p:blipFill>
              <a:blip r:embed="rId4"/>
              <a:stretch>
                <a:fillRect/>
              </a:stretch>
            </p:blipFill>
            <p:spPr>
              <a:xfrm>
                <a:off x="1273680" y="1500120"/>
                <a:ext cx="3641760" cy="916920"/>
              </a:xfrm>
              <a:prstGeom prst="rect">
                <a:avLst/>
              </a:prstGeom>
            </p:spPr>
          </p:pic>
        </mc:Fallback>
      </mc:AlternateContent>
    </p:spTree>
    <p:extLst>
      <p:ext uri="{BB962C8B-B14F-4D97-AF65-F5344CB8AC3E}">
        <p14:creationId xmlns:p14="http://schemas.microsoft.com/office/powerpoint/2010/main" val="42787860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582"/>
        <p:cNvGrpSpPr/>
        <p:nvPr/>
      </p:nvGrpSpPr>
      <p:grpSpPr>
        <a:xfrm>
          <a:off x="0" y="0"/>
          <a:ext cx="0" cy="0"/>
          <a:chOff x="0" y="0"/>
          <a:chExt cx="0" cy="0"/>
        </a:xfrm>
      </p:grpSpPr>
      <p:sp>
        <p:nvSpPr>
          <p:cNvPr id="583" name="Google Shape;583;p34"/>
          <p:cNvSpPr txBox="1">
            <a:spLocks noGrp="1"/>
          </p:cNvSpPr>
          <p:nvPr>
            <p:ph type="title"/>
          </p:nvPr>
        </p:nvSpPr>
        <p:spPr>
          <a:xfrm>
            <a:off x="82600" y="109545"/>
            <a:ext cx="4943475" cy="288290"/>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None/>
            </a:pPr>
            <a:r>
              <a:rPr lang="en-US">
                <a:solidFill>
                  <a:srgbClr val="FFFFFF"/>
                </a:solidFill>
              </a:rPr>
              <a:t>N</a:t>
            </a:r>
            <a:r>
              <a:rPr lang="en-US" cap="small">
                <a:solidFill>
                  <a:srgbClr val="FFFFFF"/>
                </a:solidFill>
              </a:rPr>
              <a:t>umerical</a:t>
            </a:r>
            <a:r>
              <a:rPr lang="en-US">
                <a:solidFill>
                  <a:srgbClr val="FFFFFF"/>
                </a:solidFill>
              </a:rPr>
              <a:t> E</a:t>
            </a:r>
            <a:r>
              <a:rPr lang="en-US" cap="small">
                <a:solidFill>
                  <a:srgbClr val="FFFFFF"/>
                </a:solidFill>
              </a:rPr>
              <a:t>xample</a:t>
            </a:r>
            <a:r>
              <a:rPr lang="en-US">
                <a:solidFill>
                  <a:srgbClr val="FFFFFF"/>
                </a:solidFill>
              </a:rPr>
              <a:t>: C</a:t>
            </a:r>
            <a:r>
              <a:rPr lang="en-US" cap="small">
                <a:solidFill>
                  <a:srgbClr val="FFFFFF"/>
                </a:solidFill>
              </a:rPr>
              <a:t>omputing</a:t>
            </a:r>
            <a:r>
              <a:rPr lang="en-US">
                <a:solidFill>
                  <a:srgbClr val="FFFFFF"/>
                </a:solidFill>
              </a:rPr>
              <a:t> G</a:t>
            </a:r>
            <a:r>
              <a:rPr lang="en-US" cap="small">
                <a:solidFill>
                  <a:srgbClr val="FFFFFF"/>
                </a:solidFill>
              </a:rPr>
              <a:t>radient</a:t>
            </a:r>
            <a:endParaRPr/>
          </a:p>
        </p:txBody>
      </p:sp>
      <p:grpSp>
        <p:nvGrpSpPr>
          <p:cNvPr id="584" name="Google Shape;584;p34"/>
          <p:cNvGrpSpPr/>
          <p:nvPr/>
        </p:nvGrpSpPr>
        <p:grpSpPr>
          <a:xfrm>
            <a:off x="0" y="3141936"/>
            <a:ext cx="5760261" cy="92075"/>
            <a:chOff x="0" y="3141936"/>
            <a:chExt cx="5760261" cy="92075"/>
          </a:xfrm>
        </p:grpSpPr>
        <p:sp>
          <p:nvSpPr>
            <p:cNvPr id="585" name="Google Shape;585;p34"/>
            <p:cNvSpPr/>
            <p:nvPr/>
          </p:nvSpPr>
          <p:spPr>
            <a:xfrm>
              <a:off x="0" y="3141936"/>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586" name="Google Shape;586;p34"/>
            <p:cNvSpPr/>
            <p:nvPr/>
          </p:nvSpPr>
          <p:spPr>
            <a:xfrm>
              <a:off x="1923862" y="3141936"/>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587" name="Google Shape;587;p34"/>
            <p:cNvSpPr/>
            <p:nvPr/>
          </p:nvSpPr>
          <p:spPr>
            <a:xfrm>
              <a:off x="3836211" y="3141936"/>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588" name="Google Shape;588;p34"/>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589" name="Google Shape;589;p34"/>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Calibri"/>
                <a:ea typeface="Calibri"/>
                <a:cs typeface="Calibri"/>
                <a:sym typeface="Calibri"/>
                <a:hlinkClick r:id="rId3"/>
              </a:rPr>
              <a:t>D</a:t>
            </a:r>
            <a:r>
              <a:rPr lang="en-US" sz="600" u="sng" cap="small">
                <a:solidFill>
                  <a:schemeClr val="hlink"/>
                </a:solidFill>
                <a:latin typeface="Calibri"/>
                <a:ea typeface="Calibri"/>
                <a:cs typeface="Calibri"/>
                <a:sym typeface="Calibri"/>
                <a:hlinkClick r:id="rId3"/>
              </a:rPr>
              <a:t>eep</a:t>
            </a:r>
            <a:r>
              <a:rPr lang="en-US" sz="600" u="sng">
                <a:solidFill>
                  <a:schemeClr val="hlink"/>
                </a:solidFill>
                <a:latin typeface="Calibri"/>
                <a:ea typeface="Calibri"/>
                <a:cs typeface="Calibri"/>
                <a:sym typeface="Calibri"/>
                <a:hlinkClick r:id="rId3"/>
              </a:rPr>
              <a:t> L</a:t>
            </a:r>
            <a:r>
              <a:rPr lang="en-US" sz="600" u="sng" cap="small">
                <a:solidFill>
                  <a:schemeClr val="hlink"/>
                </a:solidFill>
                <a:latin typeface="Calibri"/>
                <a:ea typeface="Calibri"/>
                <a:cs typeface="Calibri"/>
                <a:sym typeface="Calibri"/>
                <a:hlinkClick r:id="rId3"/>
              </a:rPr>
              <a:t>earning</a:t>
            </a:r>
            <a:endParaRPr sz="600">
              <a:latin typeface="Calibri"/>
              <a:ea typeface="Calibri"/>
              <a:cs typeface="Calibri"/>
              <a:sym typeface="Calibri"/>
            </a:endParaRPr>
          </a:p>
        </p:txBody>
      </p:sp>
      <p:sp>
        <p:nvSpPr>
          <p:cNvPr id="590" name="Google Shape;590;p34"/>
          <p:cNvSpPr txBox="1">
            <a:spLocks noGrp="1"/>
          </p:cNvSpPr>
          <p:nvPr>
            <p:ph type="sldNum" idx="12"/>
          </p:nvPr>
        </p:nvSpPr>
        <p:spPr>
          <a:xfrm>
            <a:off x="4648848" y="3137672"/>
            <a:ext cx="318208" cy="1016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8</a:t>
            </a:fld>
            <a:r>
              <a:rPr lang="en-US"/>
              <a:t> / 46</a:t>
            </a:r>
            <a:endParaRPr/>
          </a:p>
        </p:txBody>
      </p:sp>
      <p:pic>
        <p:nvPicPr>
          <p:cNvPr id="591" name="Google Shape;591;p34"/>
          <p:cNvPicPr preferRelativeResize="0"/>
          <p:nvPr/>
        </p:nvPicPr>
        <p:blipFill>
          <a:blip r:embed="rId4">
            <a:alphaModFix/>
          </a:blip>
          <a:stretch>
            <a:fillRect/>
          </a:stretch>
        </p:blipFill>
        <p:spPr>
          <a:xfrm>
            <a:off x="152400" y="550235"/>
            <a:ext cx="5305272" cy="2435037"/>
          </a:xfrm>
          <a:prstGeom prst="rect">
            <a:avLst/>
          </a:prstGeom>
          <a:noFill/>
          <a:ln>
            <a:noFill/>
          </a:ln>
        </p:spPr>
      </p:pic>
      <mc:AlternateContent xmlns:mc="http://schemas.openxmlformats.org/markup-compatibility/2006">
        <mc:Choice xmlns:p14="http://schemas.microsoft.com/office/powerpoint/2010/main" Requires="p14">
          <p:contentPart p14:bwMode="auto" r:id="rId5">
            <p14:nvContentPartPr>
              <p14:cNvPr id="2" name="Ink 1">
                <a:extLst>
                  <a:ext uri="{FF2B5EF4-FFF2-40B4-BE49-F238E27FC236}">
                    <a16:creationId xmlns:a16="http://schemas.microsoft.com/office/drawing/2014/main" id="{894540DA-D850-86A0-8891-9366BE6263DE}"/>
                  </a:ext>
                </a:extLst>
              </p14:cNvPr>
              <p14:cNvContentPartPr/>
              <p14:nvPr/>
            </p14:nvContentPartPr>
            <p14:xfrm>
              <a:off x="216720" y="436320"/>
              <a:ext cx="5481360" cy="2754000"/>
            </p14:xfrm>
          </p:contentPart>
        </mc:Choice>
        <mc:Fallback>
          <p:pic>
            <p:nvPicPr>
              <p:cNvPr id="2" name="Ink 1">
                <a:extLst>
                  <a:ext uri="{FF2B5EF4-FFF2-40B4-BE49-F238E27FC236}">
                    <a16:creationId xmlns:a16="http://schemas.microsoft.com/office/drawing/2014/main" id="{894540DA-D850-86A0-8891-9366BE6263DE}"/>
                  </a:ext>
                </a:extLst>
              </p:cNvPr>
              <p:cNvPicPr/>
              <p:nvPr/>
            </p:nvPicPr>
            <p:blipFill>
              <a:blip r:embed="rId6"/>
              <a:stretch>
                <a:fillRect/>
              </a:stretch>
            </p:blipFill>
            <p:spPr>
              <a:xfrm>
                <a:off x="207360" y="426960"/>
                <a:ext cx="5500080" cy="2772720"/>
              </a:xfrm>
              <a:prstGeom prst="rect">
                <a:avLst/>
              </a:prstGeom>
            </p:spPr>
          </p:pic>
        </mc:Fallback>
      </mc:AlternateContent>
    </p:spTree>
  </p:cSld>
  <p:clrMapOvr>
    <a:masterClrMapping/>
  </p:clrMapOvr>
  <p:transition>
    <p:fade thruBlk="1"/>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595"/>
        <p:cNvGrpSpPr/>
        <p:nvPr/>
      </p:nvGrpSpPr>
      <p:grpSpPr>
        <a:xfrm>
          <a:off x="0" y="0"/>
          <a:ext cx="0" cy="0"/>
          <a:chOff x="0" y="0"/>
          <a:chExt cx="0" cy="0"/>
        </a:xfrm>
      </p:grpSpPr>
      <p:sp>
        <p:nvSpPr>
          <p:cNvPr id="596" name="Google Shape;596;p35"/>
          <p:cNvSpPr txBox="1">
            <a:spLocks noGrp="1"/>
          </p:cNvSpPr>
          <p:nvPr>
            <p:ph type="title"/>
          </p:nvPr>
        </p:nvSpPr>
        <p:spPr>
          <a:xfrm>
            <a:off x="82600" y="109545"/>
            <a:ext cx="4943475" cy="288290"/>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None/>
            </a:pPr>
            <a:r>
              <a:rPr lang="en-US">
                <a:solidFill>
                  <a:srgbClr val="FFFFFF"/>
                </a:solidFill>
              </a:rPr>
              <a:t>N</a:t>
            </a:r>
            <a:r>
              <a:rPr lang="en-US" cap="small">
                <a:solidFill>
                  <a:srgbClr val="FFFFFF"/>
                </a:solidFill>
              </a:rPr>
              <a:t>umerical</a:t>
            </a:r>
            <a:r>
              <a:rPr lang="en-US">
                <a:solidFill>
                  <a:srgbClr val="FFFFFF"/>
                </a:solidFill>
              </a:rPr>
              <a:t> E</a:t>
            </a:r>
            <a:r>
              <a:rPr lang="en-US" cap="small">
                <a:solidFill>
                  <a:srgbClr val="FFFFFF"/>
                </a:solidFill>
              </a:rPr>
              <a:t>xample</a:t>
            </a:r>
            <a:r>
              <a:rPr lang="en-US">
                <a:solidFill>
                  <a:srgbClr val="FFFFFF"/>
                </a:solidFill>
              </a:rPr>
              <a:t>: W</a:t>
            </a:r>
            <a:r>
              <a:rPr lang="en-US" cap="small">
                <a:solidFill>
                  <a:srgbClr val="FFFFFF"/>
                </a:solidFill>
              </a:rPr>
              <a:t>eight</a:t>
            </a:r>
            <a:r>
              <a:rPr lang="en-US">
                <a:solidFill>
                  <a:srgbClr val="FFFFFF"/>
                </a:solidFill>
              </a:rPr>
              <a:t> U</a:t>
            </a:r>
            <a:r>
              <a:rPr lang="en-US" cap="small">
                <a:solidFill>
                  <a:srgbClr val="FFFFFF"/>
                </a:solidFill>
              </a:rPr>
              <a:t>pdate</a:t>
            </a:r>
            <a:endParaRPr/>
          </a:p>
        </p:txBody>
      </p:sp>
      <p:grpSp>
        <p:nvGrpSpPr>
          <p:cNvPr id="597" name="Google Shape;597;p35"/>
          <p:cNvGrpSpPr/>
          <p:nvPr/>
        </p:nvGrpSpPr>
        <p:grpSpPr>
          <a:xfrm>
            <a:off x="0" y="3109250"/>
            <a:ext cx="5760261" cy="92075"/>
            <a:chOff x="0" y="3109250"/>
            <a:chExt cx="5760261" cy="92075"/>
          </a:xfrm>
        </p:grpSpPr>
        <p:sp>
          <p:nvSpPr>
            <p:cNvPr id="598" name="Google Shape;598;p35"/>
            <p:cNvSpPr/>
            <p:nvPr/>
          </p:nvSpPr>
          <p:spPr>
            <a:xfrm>
              <a:off x="0"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599" name="Google Shape;599;p35"/>
            <p:cNvSpPr/>
            <p:nvPr/>
          </p:nvSpPr>
          <p:spPr>
            <a:xfrm>
              <a:off x="1923862" y="3109250"/>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600" name="Google Shape;600;p35"/>
            <p:cNvSpPr/>
            <p:nvPr/>
          </p:nvSpPr>
          <p:spPr>
            <a:xfrm>
              <a:off x="3836211"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601" name="Google Shape;601;p35"/>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602" name="Google Shape;602;p35"/>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Calibri"/>
                <a:ea typeface="Calibri"/>
                <a:cs typeface="Calibri"/>
                <a:sym typeface="Calibri"/>
                <a:hlinkClick r:id="rId3"/>
              </a:rPr>
              <a:t>D</a:t>
            </a:r>
            <a:r>
              <a:rPr lang="en-US" sz="600" u="sng" cap="small">
                <a:solidFill>
                  <a:schemeClr val="hlink"/>
                </a:solidFill>
                <a:latin typeface="Calibri"/>
                <a:ea typeface="Calibri"/>
                <a:cs typeface="Calibri"/>
                <a:sym typeface="Calibri"/>
                <a:hlinkClick r:id="rId3"/>
              </a:rPr>
              <a:t>eep</a:t>
            </a:r>
            <a:r>
              <a:rPr lang="en-US" sz="600" u="sng">
                <a:solidFill>
                  <a:schemeClr val="hlink"/>
                </a:solidFill>
                <a:latin typeface="Calibri"/>
                <a:ea typeface="Calibri"/>
                <a:cs typeface="Calibri"/>
                <a:sym typeface="Calibri"/>
                <a:hlinkClick r:id="rId3"/>
              </a:rPr>
              <a:t> L</a:t>
            </a:r>
            <a:r>
              <a:rPr lang="en-US" sz="600" u="sng" cap="small">
                <a:solidFill>
                  <a:schemeClr val="hlink"/>
                </a:solidFill>
                <a:latin typeface="Calibri"/>
                <a:ea typeface="Calibri"/>
                <a:cs typeface="Calibri"/>
                <a:sym typeface="Calibri"/>
                <a:hlinkClick r:id="rId3"/>
              </a:rPr>
              <a:t>earning</a:t>
            </a:r>
            <a:endParaRPr sz="600">
              <a:latin typeface="Calibri"/>
              <a:ea typeface="Calibri"/>
              <a:cs typeface="Calibri"/>
              <a:sym typeface="Calibri"/>
            </a:endParaRPr>
          </a:p>
        </p:txBody>
      </p:sp>
      <p:sp>
        <p:nvSpPr>
          <p:cNvPr id="603" name="Google Shape;603;p35"/>
          <p:cNvSpPr txBox="1">
            <a:spLocks noGrp="1"/>
          </p:cNvSpPr>
          <p:nvPr>
            <p:ph type="sldNum" idx="12"/>
          </p:nvPr>
        </p:nvSpPr>
        <p:spPr>
          <a:xfrm>
            <a:off x="4648848" y="3137672"/>
            <a:ext cx="318208" cy="1016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9</a:t>
            </a:fld>
            <a:r>
              <a:rPr lang="en-US"/>
              <a:t> / 46</a:t>
            </a:r>
            <a:endParaRPr/>
          </a:p>
        </p:txBody>
      </p:sp>
      <p:pic>
        <p:nvPicPr>
          <p:cNvPr id="604" name="Google Shape;604;p35"/>
          <p:cNvPicPr preferRelativeResize="0"/>
          <p:nvPr/>
        </p:nvPicPr>
        <p:blipFill>
          <a:blip r:embed="rId4">
            <a:alphaModFix/>
          </a:blip>
          <a:stretch>
            <a:fillRect/>
          </a:stretch>
        </p:blipFill>
        <p:spPr>
          <a:xfrm>
            <a:off x="152400" y="550235"/>
            <a:ext cx="5446129" cy="2406614"/>
          </a:xfrm>
          <a:prstGeom prst="rect">
            <a:avLst/>
          </a:prstGeom>
          <a:noFill/>
          <a:ln>
            <a:noFill/>
          </a:ln>
        </p:spPr>
      </p:pic>
      <mc:AlternateContent xmlns:mc="http://schemas.openxmlformats.org/markup-compatibility/2006">
        <mc:Choice xmlns:p14="http://schemas.microsoft.com/office/powerpoint/2010/main" Requires="p14">
          <p:contentPart p14:bwMode="auto" r:id="rId5">
            <p14:nvContentPartPr>
              <p14:cNvPr id="2" name="Ink 1">
                <a:extLst>
                  <a:ext uri="{FF2B5EF4-FFF2-40B4-BE49-F238E27FC236}">
                    <a16:creationId xmlns:a16="http://schemas.microsoft.com/office/drawing/2014/main" id="{1D6C125C-9C2A-8439-2221-D1D6017B5EE3}"/>
                  </a:ext>
                </a:extLst>
              </p14:cNvPr>
              <p14:cNvContentPartPr/>
              <p14:nvPr/>
            </p14:nvContentPartPr>
            <p14:xfrm>
              <a:off x="1009800" y="908640"/>
              <a:ext cx="3727440" cy="1719360"/>
            </p14:xfrm>
          </p:contentPart>
        </mc:Choice>
        <mc:Fallback>
          <p:pic>
            <p:nvPicPr>
              <p:cNvPr id="2" name="Ink 1">
                <a:extLst>
                  <a:ext uri="{FF2B5EF4-FFF2-40B4-BE49-F238E27FC236}">
                    <a16:creationId xmlns:a16="http://schemas.microsoft.com/office/drawing/2014/main" id="{1D6C125C-9C2A-8439-2221-D1D6017B5EE3}"/>
                  </a:ext>
                </a:extLst>
              </p:cNvPr>
              <p:cNvPicPr/>
              <p:nvPr/>
            </p:nvPicPr>
            <p:blipFill>
              <a:blip r:embed="rId6"/>
              <a:stretch>
                <a:fillRect/>
              </a:stretch>
            </p:blipFill>
            <p:spPr>
              <a:xfrm>
                <a:off x="1000440" y="899280"/>
                <a:ext cx="3746160" cy="1738080"/>
              </a:xfrm>
              <a:prstGeom prst="rect">
                <a:avLst/>
              </a:prstGeom>
            </p:spPr>
          </p:pic>
        </mc:Fallback>
      </mc:AlternateContent>
    </p:spTree>
  </p:cSld>
  <p:clrMapOvr>
    <a:masterClrMapping/>
  </p:clrMapOvr>
  <p:transition>
    <p:fade thruBlk="1"/>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608"/>
        <p:cNvGrpSpPr/>
        <p:nvPr/>
      </p:nvGrpSpPr>
      <p:grpSpPr>
        <a:xfrm>
          <a:off x="0" y="0"/>
          <a:ext cx="0" cy="0"/>
          <a:chOff x="0" y="0"/>
          <a:chExt cx="0" cy="0"/>
        </a:xfrm>
      </p:grpSpPr>
      <p:sp>
        <p:nvSpPr>
          <p:cNvPr id="609" name="Google Shape;609;p36"/>
          <p:cNvSpPr txBox="1">
            <a:spLocks noGrp="1"/>
          </p:cNvSpPr>
          <p:nvPr>
            <p:ph type="title"/>
          </p:nvPr>
        </p:nvSpPr>
        <p:spPr>
          <a:xfrm>
            <a:off x="82600" y="109545"/>
            <a:ext cx="4943475" cy="288290"/>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None/>
            </a:pPr>
            <a:r>
              <a:rPr lang="en-US">
                <a:solidFill>
                  <a:srgbClr val="FFFFFF"/>
                </a:solidFill>
              </a:rPr>
              <a:t>N</a:t>
            </a:r>
            <a:r>
              <a:rPr lang="en-US" cap="small">
                <a:solidFill>
                  <a:srgbClr val="FFFFFF"/>
                </a:solidFill>
              </a:rPr>
              <a:t>umerical</a:t>
            </a:r>
            <a:r>
              <a:rPr lang="en-US">
                <a:solidFill>
                  <a:srgbClr val="FFFFFF"/>
                </a:solidFill>
              </a:rPr>
              <a:t> E</a:t>
            </a:r>
            <a:r>
              <a:rPr lang="en-US" cap="small">
                <a:solidFill>
                  <a:srgbClr val="FFFFFF"/>
                </a:solidFill>
              </a:rPr>
              <a:t>xample</a:t>
            </a:r>
            <a:r>
              <a:rPr lang="en-US">
                <a:solidFill>
                  <a:srgbClr val="FFFFFF"/>
                </a:solidFill>
              </a:rPr>
              <a:t>: N</a:t>
            </a:r>
            <a:r>
              <a:rPr lang="en-US" cap="small">
                <a:solidFill>
                  <a:srgbClr val="FFFFFF"/>
                </a:solidFill>
              </a:rPr>
              <a:t>ew</a:t>
            </a:r>
            <a:r>
              <a:rPr lang="en-US">
                <a:solidFill>
                  <a:srgbClr val="FFFFFF"/>
                </a:solidFill>
              </a:rPr>
              <a:t> L</a:t>
            </a:r>
            <a:r>
              <a:rPr lang="en-US" cap="small">
                <a:solidFill>
                  <a:srgbClr val="FFFFFF"/>
                </a:solidFill>
              </a:rPr>
              <a:t>oss</a:t>
            </a:r>
            <a:endParaRPr/>
          </a:p>
        </p:txBody>
      </p:sp>
      <p:grpSp>
        <p:nvGrpSpPr>
          <p:cNvPr id="610" name="Google Shape;610;p36"/>
          <p:cNvGrpSpPr/>
          <p:nvPr/>
        </p:nvGrpSpPr>
        <p:grpSpPr>
          <a:xfrm>
            <a:off x="0" y="3109250"/>
            <a:ext cx="5760261" cy="92075"/>
            <a:chOff x="0" y="3109250"/>
            <a:chExt cx="5760261" cy="92075"/>
          </a:xfrm>
        </p:grpSpPr>
        <p:sp>
          <p:nvSpPr>
            <p:cNvPr id="611" name="Google Shape;611;p36"/>
            <p:cNvSpPr/>
            <p:nvPr/>
          </p:nvSpPr>
          <p:spPr>
            <a:xfrm>
              <a:off x="0"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612" name="Google Shape;612;p36"/>
            <p:cNvSpPr/>
            <p:nvPr/>
          </p:nvSpPr>
          <p:spPr>
            <a:xfrm>
              <a:off x="1923862" y="3109250"/>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613" name="Google Shape;613;p36"/>
            <p:cNvSpPr/>
            <p:nvPr/>
          </p:nvSpPr>
          <p:spPr>
            <a:xfrm>
              <a:off x="3836211"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614" name="Google Shape;614;p36"/>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615" name="Google Shape;615;p36"/>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Calibri"/>
                <a:ea typeface="Calibri"/>
                <a:cs typeface="Calibri"/>
                <a:sym typeface="Calibri"/>
                <a:hlinkClick r:id="rId3"/>
              </a:rPr>
              <a:t>D</a:t>
            </a:r>
            <a:r>
              <a:rPr lang="en-US" sz="600" u="sng" cap="small">
                <a:solidFill>
                  <a:schemeClr val="hlink"/>
                </a:solidFill>
                <a:latin typeface="Calibri"/>
                <a:ea typeface="Calibri"/>
                <a:cs typeface="Calibri"/>
                <a:sym typeface="Calibri"/>
                <a:hlinkClick r:id="rId3"/>
              </a:rPr>
              <a:t>eep</a:t>
            </a:r>
            <a:r>
              <a:rPr lang="en-US" sz="600" u="sng">
                <a:solidFill>
                  <a:schemeClr val="hlink"/>
                </a:solidFill>
                <a:latin typeface="Calibri"/>
                <a:ea typeface="Calibri"/>
                <a:cs typeface="Calibri"/>
                <a:sym typeface="Calibri"/>
                <a:hlinkClick r:id="rId3"/>
              </a:rPr>
              <a:t> L</a:t>
            </a:r>
            <a:r>
              <a:rPr lang="en-US" sz="600" u="sng" cap="small">
                <a:solidFill>
                  <a:schemeClr val="hlink"/>
                </a:solidFill>
                <a:latin typeface="Calibri"/>
                <a:ea typeface="Calibri"/>
                <a:cs typeface="Calibri"/>
                <a:sym typeface="Calibri"/>
                <a:hlinkClick r:id="rId3"/>
              </a:rPr>
              <a:t>earning</a:t>
            </a:r>
            <a:endParaRPr sz="600">
              <a:latin typeface="Calibri"/>
              <a:ea typeface="Calibri"/>
              <a:cs typeface="Calibri"/>
              <a:sym typeface="Calibri"/>
            </a:endParaRPr>
          </a:p>
        </p:txBody>
      </p:sp>
      <p:sp>
        <p:nvSpPr>
          <p:cNvPr id="616" name="Google Shape;616;p36"/>
          <p:cNvSpPr txBox="1">
            <a:spLocks noGrp="1"/>
          </p:cNvSpPr>
          <p:nvPr>
            <p:ph type="sldNum" idx="12"/>
          </p:nvPr>
        </p:nvSpPr>
        <p:spPr>
          <a:xfrm>
            <a:off x="4648848" y="3137672"/>
            <a:ext cx="318208" cy="1016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10</a:t>
            </a:fld>
            <a:r>
              <a:rPr lang="en-US"/>
              <a:t> / 46</a:t>
            </a:r>
            <a:endParaRPr/>
          </a:p>
        </p:txBody>
      </p:sp>
      <p:pic>
        <p:nvPicPr>
          <p:cNvPr id="617" name="Google Shape;617;p36"/>
          <p:cNvPicPr preferRelativeResize="0"/>
          <p:nvPr/>
        </p:nvPicPr>
        <p:blipFill>
          <a:blip r:embed="rId4">
            <a:alphaModFix/>
          </a:blip>
          <a:stretch>
            <a:fillRect/>
          </a:stretch>
        </p:blipFill>
        <p:spPr>
          <a:xfrm>
            <a:off x="152400" y="550235"/>
            <a:ext cx="5265756" cy="2406615"/>
          </a:xfrm>
          <a:prstGeom prst="rect">
            <a:avLst/>
          </a:prstGeom>
          <a:noFill/>
          <a:ln>
            <a:noFill/>
          </a:ln>
        </p:spPr>
      </p:pic>
    </p:spTree>
  </p:cSld>
  <p:clrMapOvr>
    <a:masterClrMapping/>
  </p:clrMapOvr>
  <p:transition>
    <p:fade thruBlk="1"/>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695"/>
        <p:cNvGrpSpPr/>
        <p:nvPr/>
      </p:nvGrpSpPr>
      <p:grpSpPr>
        <a:xfrm>
          <a:off x="0" y="0"/>
          <a:ext cx="0" cy="0"/>
          <a:chOff x="0" y="0"/>
          <a:chExt cx="0" cy="0"/>
        </a:xfrm>
      </p:grpSpPr>
      <p:sp>
        <p:nvSpPr>
          <p:cNvPr id="696" name="Google Shape;696;p38"/>
          <p:cNvSpPr txBox="1">
            <a:spLocks noGrp="1"/>
          </p:cNvSpPr>
          <p:nvPr>
            <p:ph type="title"/>
          </p:nvPr>
        </p:nvSpPr>
        <p:spPr>
          <a:xfrm>
            <a:off x="82600" y="109545"/>
            <a:ext cx="4943475" cy="288290"/>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None/>
            </a:pPr>
            <a:r>
              <a:rPr lang="en-US">
                <a:solidFill>
                  <a:srgbClr val="FFFFFF"/>
                </a:solidFill>
              </a:rPr>
              <a:t>T</a:t>
            </a:r>
            <a:r>
              <a:rPr lang="en-US" cap="small">
                <a:solidFill>
                  <a:srgbClr val="FFFFFF"/>
                </a:solidFill>
              </a:rPr>
              <a:t>able</a:t>
            </a:r>
            <a:r>
              <a:rPr lang="en-US">
                <a:solidFill>
                  <a:srgbClr val="FFFFFF"/>
                </a:solidFill>
              </a:rPr>
              <a:t> </a:t>
            </a:r>
            <a:r>
              <a:rPr lang="en-US" cap="small">
                <a:solidFill>
                  <a:srgbClr val="FFFFFF"/>
                </a:solidFill>
              </a:rPr>
              <a:t>of</a:t>
            </a:r>
            <a:r>
              <a:rPr lang="en-US">
                <a:solidFill>
                  <a:srgbClr val="FFFFFF"/>
                </a:solidFill>
              </a:rPr>
              <a:t> C</a:t>
            </a:r>
            <a:r>
              <a:rPr lang="en-US" cap="small">
                <a:solidFill>
                  <a:srgbClr val="FFFFFF"/>
                </a:solidFill>
              </a:rPr>
              <a:t>ontents</a:t>
            </a:r>
            <a:endParaRPr/>
          </a:p>
        </p:txBody>
      </p:sp>
      <p:pic>
        <p:nvPicPr>
          <p:cNvPr id="697" name="Google Shape;697;p38"/>
          <p:cNvPicPr preferRelativeResize="0"/>
          <p:nvPr/>
        </p:nvPicPr>
        <p:blipFill rotWithShape="1">
          <a:blip r:embed="rId3">
            <a:alphaModFix/>
          </a:blip>
          <a:srcRect/>
          <a:stretch/>
        </p:blipFill>
        <p:spPr>
          <a:xfrm>
            <a:off x="343662" y="637743"/>
            <a:ext cx="169964" cy="169964"/>
          </a:xfrm>
          <a:prstGeom prst="rect">
            <a:avLst/>
          </a:prstGeom>
          <a:noFill/>
          <a:ln>
            <a:noFill/>
          </a:ln>
        </p:spPr>
      </p:pic>
      <p:sp>
        <p:nvSpPr>
          <p:cNvPr id="698" name="Google Shape;698;p38"/>
          <p:cNvSpPr txBox="1"/>
          <p:nvPr/>
        </p:nvSpPr>
        <p:spPr>
          <a:xfrm>
            <a:off x="387959" y="641412"/>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1</a:t>
            </a:r>
            <a:endParaRPr sz="800">
              <a:latin typeface="Calibri"/>
              <a:ea typeface="Calibri"/>
              <a:cs typeface="Calibri"/>
              <a:sym typeface="Calibri"/>
            </a:endParaRPr>
          </a:p>
        </p:txBody>
      </p:sp>
      <p:pic>
        <p:nvPicPr>
          <p:cNvPr id="699" name="Google Shape;699;p38"/>
          <p:cNvPicPr preferRelativeResize="0"/>
          <p:nvPr/>
        </p:nvPicPr>
        <p:blipFill rotWithShape="1">
          <a:blip r:embed="rId4">
            <a:alphaModFix/>
          </a:blip>
          <a:srcRect/>
          <a:stretch/>
        </p:blipFill>
        <p:spPr>
          <a:xfrm>
            <a:off x="343662" y="929678"/>
            <a:ext cx="169964" cy="169964"/>
          </a:xfrm>
          <a:prstGeom prst="rect">
            <a:avLst/>
          </a:prstGeom>
          <a:noFill/>
          <a:ln>
            <a:noFill/>
          </a:ln>
        </p:spPr>
      </p:pic>
      <p:sp>
        <p:nvSpPr>
          <p:cNvPr id="700" name="Google Shape;700;p38"/>
          <p:cNvSpPr txBox="1"/>
          <p:nvPr/>
        </p:nvSpPr>
        <p:spPr>
          <a:xfrm>
            <a:off x="387959" y="933347"/>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2</a:t>
            </a:r>
            <a:endParaRPr sz="800">
              <a:latin typeface="Calibri"/>
              <a:ea typeface="Calibri"/>
              <a:cs typeface="Calibri"/>
              <a:sym typeface="Calibri"/>
            </a:endParaRPr>
          </a:p>
        </p:txBody>
      </p:sp>
      <p:pic>
        <p:nvPicPr>
          <p:cNvPr id="701" name="Google Shape;701;p38"/>
          <p:cNvPicPr preferRelativeResize="0"/>
          <p:nvPr/>
        </p:nvPicPr>
        <p:blipFill rotWithShape="1">
          <a:blip r:embed="rId5">
            <a:alphaModFix/>
          </a:blip>
          <a:srcRect/>
          <a:stretch/>
        </p:blipFill>
        <p:spPr>
          <a:xfrm>
            <a:off x="343662" y="1221600"/>
            <a:ext cx="169964" cy="169964"/>
          </a:xfrm>
          <a:prstGeom prst="rect">
            <a:avLst/>
          </a:prstGeom>
          <a:noFill/>
          <a:ln>
            <a:noFill/>
          </a:ln>
        </p:spPr>
      </p:pic>
      <p:sp>
        <p:nvSpPr>
          <p:cNvPr id="702" name="Google Shape;702;p38"/>
          <p:cNvSpPr txBox="1"/>
          <p:nvPr/>
        </p:nvSpPr>
        <p:spPr>
          <a:xfrm>
            <a:off x="387959" y="1225281"/>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3</a:t>
            </a:r>
            <a:endParaRPr sz="800">
              <a:latin typeface="Calibri"/>
              <a:ea typeface="Calibri"/>
              <a:cs typeface="Calibri"/>
              <a:sym typeface="Calibri"/>
            </a:endParaRPr>
          </a:p>
        </p:txBody>
      </p:sp>
      <p:pic>
        <p:nvPicPr>
          <p:cNvPr id="703" name="Google Shape;703;p38"/>
          <p:cNvPicPr preferRelativeResize="0"/>
          <p:nvPr/>
        </p:nvPicPr>
        <p:blipFill rotWithShape="1">
          <a:blip r:embed="rId6">
            <a:alphaModFix/>
          </a:blip>
          <a:srcRect/>
          <a:stretch/>
        </p:blipFill>
        <p:spPr>
          <a:xfrm>
            <a:off x="343662" y="1513535"/>
            <a:ext cx="169964" cy="169964"/>
          </a:xfrm>
          <a:prstGeom prst="rect">
            <a:avLst/>
          </a:prstGeom>
          <a:noFill/>
          <a:ln>
            <a:noFill/>
          </a:ln>
        </p:spPr>
      </p:pic>
      <p:sp>
        <p:nvSpPr>
          <p:cNvPr id="704" name="Google Shape;704;p38"/>
          <p:cNvSpPr txBox="1"/>
          <p:nvPr/>
        </p:nvSpPr>
        <p:spPr>
          <a:xfrm>
            <a:off x="387959" y="1517204"/>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4</a:t>
            </a:r>
            <a:endParaRPr sz="800">
              <a:latin typeface="Calibri"/>
              <a:ea typeface="Calibri"/>
              <a:cs typeface="Calibri"/>
              <a:sym typeface="Calibri"/>
            </a:endParaRPr>
          </a:p>
        </p:txBody>
      </p:sp>
      <p:pic>
        <p:nvPicPr>
          <p:cNvPr id="705" name="Google Shape;705;p38"/>
          <p:cNvPicPr preferRelativeResize="0"/>
          <p:nvPr/>
        </p:nvPicPr>
        <p:blipFill rotWithShape="1">
          <a:blip r:embed="rId7">
            <a:alphaModFix/>
          </a:blip>
          <a:srcRect/>
          <a:stretch/>
        </p:blipFill>
        <p:spPr>
          <a:xfrm>
            <a:off x="343662" y="1805457"/>
            <a:ext cx="169964" cy="169964"/>
          </a:xfrm>
          <a:prstGeom prst="rect">
            <a:avLst/>
          </a:prstGeom>
          <a:noFill/>
          <a:ln>
            <a:noFill/>
          </a:ln>
        </p:spPr>
      </p:pic>
      <p:sp>
        <p:nvSpPr>
          <p:cNvPr id="706" name="Google Shape;706;p38"/>
          <p:cNvSpPr txBox="1"/>
          <p:nvPr/>
        </p:nvSpPr>
        <p:spPr>
          <a:xfrm>
            <a:off x="387959" y="1809139"/>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EAEAF7"/>
                </a:solidFill>
                <a:latin typeface="Calibri"/>
                <a:ea typeface="Calibri"/>
                <a:cs typeface="Calibri"/>
                <a:sym typeface="Calibri"/>
              </a:rPr>
              <a:t>5</a:t>
            </a:r>
            <a:endParaRPr sz="800">
              <a:latin typeface="Calibri"/>
              <a:ea typeface="Calibri"/>
              <a:cs typeface="Calibri"/>
              <a:sym typeface="Calibri"/>
            </a:endParaRPr>
          </a:p>
        </p:txBody>
      </p:sp>
      <p:pic>
        <p:nvPicPr>
          <p:cNvPr id="707" name="Google Shape;707;p38"/>
          <p:cNvPicPr preferRelativeResize="0"/>
          <p:nvPr/>
        </p:nvPicPr>
        <p:blipFill rotWithShape="1">
          <a:blip r:embed="rId8">
            <a:alphaModFix/>
          </a:blip>
          <a:srcRect/>
          <a:stretch/>
        </p:blipFill>
        <p:spPr>
          <a:xfrm>
            <a:off x="343649" y="2097392"/>
            <a:ext cx="169964" cy="169964"/>
          </a:xfrm>
          <a:prstGeom prst="rect">
            <a:avLst/>
          </a:prstGeom>
          <a:noFill/>
          <a:ln>
            <a:noFill/>
          </a:ln>
        </p:spPr>
      </p:pic>
      <p:sp>
        <p:nvSpPr>
          <p:cNvPr id="708" name="Google Shape;708;p38"/>
          <p:cNvSpPr txBox="1"/>
          <p:nvPr/>
        </p:nvSpPr>
        <p:spPr>
          <a:xfrm>
            <a:off x="387959" y="2101061"/>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6</a:t>
            </a:r>
            <a:endParaRPr sz="800">
              <a:latin typeface="Calibri"/>
              <a:ea typeface="Calibri"/>
              <a:cs typeface="Calibri"/>
              <a:sym typeface="Calibri"/>
            </a:endParaRPr>
          </a:p>
        </p:txBody>
      </p:sp>
      <p:pic>
        <p:nvPicPr>
          <p:cNvPr id="709" name="Google Shape;709;p38"/>
          <p:cNvPicPr preferRelativeResize="0"/>
          <p:nvPr/>
        </p:nvPicPr>
        <p:blipFill rotWithShape="1">
          <a:blip r:embed="rId9">
            <a:alphaModFix/>
          </a:blip>
          <a:srcRect/>
          <a:stretch/>
        </p:blipFill>
        <p:spPr>
          <a:xfrm>
            <a:off x="343649" y="2389314"/>
            <a:ext cx="169964" cy="169964"/>
          </a:xfrm>
          <a:prstGeom prst="rect">
            <a:avLst/>
          </a:prstGeom>
          <a:noFill/>
          <a:ln>
            <a:noFill/>
          </a:ln>
        </p:spPr>
      </p:pic>
      <p:sp>
        <p:nvSpPr>
          <p:cNvPr id="710" name="Google Shape;710;p38"/>
          <p:cNvSpPr txBox="1"/>
          <p:nvPr/>
        </p:nvSpPr>
        <p:spPr>
          <a:xfrm>
            <a:off x="387959" y="2392996"/>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7</a:t>
            </a:r>
            <a:endParaRPr sz="800">
              <a:latin typeface="Calibri"/>
              <a:ea typeface="Calibri"/>
              <a:cs typeface="Calibri"/>
              <a:sym typeface="Calibri"/>
            </a:endParaRPr>
          </a:p>
        </p:txBody>
      </p:sp>
      <p:pic>
        <p:nvPicPr>
          <p:cNvPr id="711" name="Google Shape;711;p38"/>
          <p:cNvPicPr preferRelativeResize="0"/>
          <p:nvPr/>
        </p:nvPicPr>
        <p:blipFill rotWithShape="1">
          <a:blip r:embed="rId10">
            <a:alphaModFix/>
          </a:blip>
          <a:srcRect/>
          <a:stretch/>
        </p:blipFill>
        <p:spPr>
          <a:xfrm>
            <a:off x="343649" y="2681249"/>
            <a:ext cx="169964" cy="169964"/>
          </a:xfrm>
          <a:prstGeom prst="rect">
            <a:avLst/>
          </a:prstGeom>
          <a:noFill/>
          <a:ln>
            <a:noFill/>
          </a:ln>
        </p:spPr>
      </p:pic>
      <p:sp>
        <p:nvSpPr>
          <p:cNvPr id="712" name="Google Shape;712;p38"/>
          <p:cNvSpPr txBox="1"/>
          <p:nvPr/>
        </p:nvSpPr>
        <p:spPr>
          <a:xfrm>
            <a:off x="387959" y="2684931"/>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8</a:t>
            </a:r>
            <a:endParaRPr sz="800">
              <a:latin typeface="Calibri"/>
              <a:ea typeface="Calibri"/>
              <a:cs typeface="Calibri"/>
              <a:sym typeface="Calibri"/>
            </a:endParaRPr>
          </a:p>
        </p:txBody>
      </p:sp>
      <p:sp>
        <p:nvSpPr>
          <p:cNvPr id="713" name="Google Shape;713;p38"/>
          <p:cNvSpPr txBox="1"/>
          <p:nvPr/>
        </p:nvSpPr>
        <p:spPr>
          <a:xfrm>
            <a:off x="563029" y="500281"/>
            <a:ext cx="3241800" cy="2291400"/>
          </a:xfrm>
          <a:prstGeom prst="rect">
            <a:avLst/>
          </a:prstGeom>
          <a:noFill/>
          <a:ln>
            <a:noFill/>
          </a:ln>
        </p:spPr>
        <p:txBody>
          <a:bodyPr spcFirstLastPara="1" wrap="square" lIns="0" tIns="90150" rIns="0" bIns="0" anchor="t" anchorCtr="0">
            <a:spAutoFit/>
          </a:bodyPr>
          <a:lstStyle/>
          <a:p>
            <a:pPr marL="12700" lvl="0" indent="0" algn="l" rtl="0">
              <a:lnSpc>
                <a:spcPct val="100000"/>
              </a:lnSpc>
              <a:spcBef>
                <a:spcPts val="0"/>
              </a:spcBef>
              <a:spcAft>
                <a:spcPts val="0"/>
              </a:spcAft>
              <a:buNone/>
            </a:pPr>
            <a:r>
              <a:rPr lang="en-US" sz="1400" u="sng">
                <a:solidFill>
                  <a:schemeClr val="hlink"/>
                </a:solidFill>
                <a:latin typeface="Calibri"/>
                <a:ea typeface="Calibri"/>
                <a:cs typeface="Calibri"/>
                <a:sym typeface="Calibri"/>
                <a:hlinkClick r:id="rId11"/>
              </a:rPr>
              <a:t>R</a:t>
            </a:r>
            <a:r>
              <a:rPr lang="en-US" sz="1400" u="sng" cap="small">
                <a:solidFill>
                  <a:schemeClr val="hlink"/>
                </a:solidFill>
                <a:latin typeface="Calibri"/>
                <a:ea typeface="Calibri"/>
                <a:cs typeface="Calibri"/>
                <a:sym typeface="Calibri"/>
                <a:hlinkClick r:id="rId11"/>
              </a:rPr>
              <a:t>egression</a:t>
            </a:r>
            <a:endParaRPr sz="1400">
              <a:latin typeface="Calibri"/>
              <a:ea typeface="Calibri"/>
              <a:cs typeface="Calibri"/>
              <a:sym typeface="Calibri"/>
            </a:endParaRPr>
          </a:p>
          <a:p>
            <a:pPr marL="12700" lvl="0" indent="0" algn="l" rtl="0">
              <a:lnSpc>
                <a:spcPct val="100000"/>
              </a:lnSpc>
              <a:spcBef>
                <a:spcPts val="620"/>
              </a:spcBef>
              <a:spcAft>
                <a:spcPts val="0"/>
              </a:spcAft>
              <a:buNone/>
            </a:pPr>
            <a:r>
              <a:rPr lang="en-US" sz="1400" u="sng">
                <a:solidFill>
                  <a:schemeClr val="hlink"/>
                </a:solidFill>
                <a:latin typeface="Calibri"/>
                <a:ea typeface="Calibri"/>
                <a:cs typeface="Calibri"/>
                <a:sym typeface="Calibri"/>
                <a:hlinkClick r:id="rId12"/>
              </a:rPr>
              <a:t>L</a:t>
            </a:r>
            <a:r>
              <a:rPr lang="en-US" sz="1400" u="sng" cap="small">
                <a:solidFill>
                  <a:schemeClr val="hlink"/>
                </a:solidFill>
                <a:latin typeface="Calibri"/>
                <a:ea typeface="Calibri"/>
                <a:cs typeface="Calibri"/>
                <a:sym typeface="Calibri"/>
                <a:hlinkClick r:id="rId12"/>
              </a:rPr>
              <a:t>inear</a:t>
            </a:r>
            <a:r>
              <a:rPr lang="en-US" sz="1400" u="sng">
                <a:solidFill>
                  <a:schemeClr val="hlink"/>
                </a:solidFill>
                <a:latin typeface="Calibri"/>
                <a:ea typeface="Calibri"/>
                <a:cs typeface="Calibri"/>
                <a:sym typeface="Calibri"/>
                <a:hlinkClick r:id="rId12"/>
              </a:rPr>
              <a:t> R</a:t>
            </a:r>
            <a:r>
              <a:rPr lang="en-US" sz="1400" u="sng" cap="small">
                <a:solidFill>
                  <a:schemeClr val="hlink"/>
                </a:solidFill>
                <a:latin typeface="Calibri"/>
                <a:ea typeface="Calibri"/>
                <a:cs typeface="Calibri"/>
                <a:sym typeface="Calibri"/>
                <a:hlinkClick r:id="rId12"/>
              </a:rPr>
              <a:t>egression</a:t>
            </a:r>
            <a:endParaRPr sz="1400">
              <a:latin typeface="Calibri"/>
              <a:ea typeface="Calibri"/>
              <a:cs typeface="Calibri"/>
              <a:sym typeface="Calibri"/>
            </a:endParaRPr>
          </a:p>
          <a:p>
            <a:pPr marL="12700" marR="5080" lvl="0" indent="0" algn="l" rtl="0">
              <a:lnSpc>
                <a:spcPct val="136800"/>
              </a:lnSpc>
              <a:spcBef>
                <a:spcPts val="0"/>
              </a:spcBef>
              <a:spcAft>
                <a:spcPts val="0"/>
              </a:spcAft>
              <a:buNone/>
            </a:pPr>
            <a:r>
              <a:rPr lang="en-US" sz="1400" u="sng">
                <a:solidFill>
                  <a:schemeClr val="hlink"/>
                </a:solidFill>
                <a:latin typeface="Calibri"/>
                <a:ea typeface="Calibri"/>
                <a:cs typeface="Calibri"/>
                <a:sym typeface="Calibri"/>
                <a:hlinkClick r:id="rId13"/>
              </a:rPr>
              <a:t>T</a:t>
            </a:r>
            <a:r>
              <a:rPr lang="en-US" sz="1400" u="sng" cap="small">
                <a:solidFill>
                  <a:schemeClr val="hlink"/>
                </a:solidFill>
                <a:latin typeface="Calibri"/>
                <a:ea typeface="Calibri"/>
                <a:cs typeface="Calibri"/>
                <a:sym typeface="Calibri"/>
                <a:hlinkClick r:id="rId13"/>
              </a:rPr>
              <a:t>he</a:t>
            </a:r>
            <a:r>
              <a:rPr lang="en-US" sz="1400" u="sng">
                <a:solidFill>
                  <a:schemeClr val="hlink"/>
                </a:solidFill>
                <a:latin typeface="Calibri"/>
                <a:ea typeface="Calibri"/>
                <a:cs typeface="Calibri"/>
                <a:sym typeface="Calibri"/>
                <a:hlinkClick r:id="rId13"/>
              </a:rPr>
              <a:t> L</a:t>
            </a:r>
            <a:r>
              <a:rPr lang="en-US" sz="1400" u="sng" cap="small">
                <a:solidFill>
                  <a:schemeClr val="hlink"/>
                </a:solidFill>
                <a:latin typeface="Calibri"/>
                <a:ea typeface="Calibri"/>
                <a:cs typeface="Calibri"/>
                <a:sym typeface="Calibri"/>
                <a:hlinkClick r:id="rId13"/>
              </a:rPr>
              <a:t>inear</a:t>
            </a:r>
            <a:r>
              <a:rPr lang="en-US" sz="1400" u="sng">
                <a:solidFill>
                  <a:schemeClr val="hlink"/>
                </a:solidFill>
                <a:latin typeface="Calibri"/>
                <a:ea typeface="Calibri"/>
                <a:cs typeface="Calibri"/>
                <a:sym typeface="Calibri"/>
                <a:hlinkClick r:id="rId13"/>
              </a:rPr>
              <a:t> M</a:t>
            </a:r>
            <a:r>
              <a:rPr lang="en-US" sz="1400" u="sng" cap="small">
                <a:solidFill>
                  <a:schemeClr val="hlink"/>
                </a:solidFill>
                <a:latin typeface="Calibri"/>
                <a:ea typeface="Calibri"/>
                <a:cs typeface="Calibri"/>
                <a:sym typeface="Calibri"/>
                <a:hlinkClick r:id="rId13"/>
              </a:rPr>
              <a:t>odel</a:t>
            </a:r>
            <a:r>
              <a:rPr lang="en-US" sz="1400" u="sng">
                <a:solidFill>
                  <a:schemeClr val="hlink"/>
                </a:solidFill>
                <a:latin typeface="Calibri"/>
                <a:ea typeface="Calibri"/>
                <a:cs typeface="Calibri"/>
                <a:sym typeface="Calibri"/>
                <a:hlinkClick r:id="rId13"/>
              </a:rPr>
              <a:t>: S</a:t>
            </a:r>
            <a:r>
              <a:rPr lang="en-US" sz="1400" u="sng" cap="small">
                <a:solidFill>
                  <a:schemeClr val="hlink"/>
                </a:solidFill>
                <a:latin typeface="Calibri"/>
                <a:ea typeface="Calibri"/>
                <a:cs typeface="Calibri"/>
                <a:sym typeface="Calibri"/>
                <a:hlinkClick r:id="rId13"/>
              </a:rPr>
              <a:t>ingle</a:t>
            </a:r>
            <a:r>
              <a:rPr lang="en-US" sz="1400" u="sng">
                <a:solidFill>
                  <a:schemeClr val="hlink"/>
                </a:solidFill>
                <a:latin typeface="Calibri"/>
                <a:ea typeface="Calibri"/>
                <a:cs typeface="Calibri"/>
                <a:sym typeface="Calibri"/>
                <a:hlinkClick r:id="rId13"/>
              </a:rPr>
              <a:t> N</a:t>
            </a:r>
            <a:r>
              <a:rPr lang="en-US" sz="1400" u="sng" cap="small">
                <a:solidFill>
                  <a:schemeClr val="hlink"/>
                </a:solidFill>
                <a:latin typeface="Calibri"/>
                <a:ea typeface="Calibri"/>
                <a:cs typeface="Calibri"/>
                <a:sym typeface="Calibri"/>
                <a:hlinkClick r:id="rId13"/>
              </a:rPr>
              <a:t>euron</a:t>
            </a:r>
            <a:r>
              <a:rPr lang="en-US" sz="1400">
                <a:solidFill>
                  <a:srgbClr val="D6D6EF"/>
                </a:solidFill>
                <a:latin typeface="Calibri"/>
                <a:ea typeface="Calibri"/>
                <a:cs typeface="Calibri"/>
                <a:sym typeface="Calibri"/>
              </a:rPr>
              <a:t> </a:t>
            </a:r>
            <a:endParaRPr sz="1400">
              <a:solidFill>
                <a:srgbClr val="D6D6EF"/>
              </a:solidFill>
              <a:latin typeface="Calibri"/>
              <a:ea typeface="Calibri"/>
              <a:cs typeface="Calibri"/>
              <a:sym typeface="Calibri"/>
            </a:endParaRPr>
          </a:p>
          <a:p>
            <a:pPr marL="12700" marR="5080" lvl="0" indent="0" algn="l" rtl="0">
              <a:lnSpc>
                <a:spcPct val="136800"/>
              </a:lnSpc>
              <a:spcBef>
                <a:spcPts val="0"/>
              </a:spcBef>
              <a:spcAft>
                <a:spcPts val="0"/>
              </a:spcAft>
              <a:buNone/>
            </a:pPr>
            <a:r>
              <a:rPr lang="en-US" sz="1400" u="sng">
                <a:solidFill>
                  <a:schemeClr val="hlink"/>
                </a:solidFill>
                <a:latin typeface="Calibri"/>
                <a:ea typeface="Calibri"/>
                <a:cs typeface="Calibri"/>
                <a:sym typeface="Calibri"/>
                <a:hlinkClick r:id="rId14"/>
              </a:rPr>
              <a:t>W</a:t>
            </a:r>
            <a:r>
              <a:rPr lang="en-US" sz="1400" u="sng" cap="small">
                <a:solidFill>
                  <a:schemeClr val="hlink"/>
                </a:solidFill>
                <a:latin typeface="Calibri"/>
                <a:ea typeface="Calibri"/>
                <a:cs typeface="Calibri"/>
                <a:sym typeface="Calibri"/>
                <a:hlinkClick r:id="rId14"/>
              </a:rPr>
              <a:t>orked</a:t>
            </a:r>
            <a:r>
              <a:rPr lang="en-US" sz="1400" u="sng">
                <a:solidFill>
                  <a:schemeClr val="hlink"/>
                </a:solidFill>
                <a:latin typeface="Calibri"/>
                <a:ea typeface="Calibri"/>
                <a:cs typeface="Calibri"/>
                <a:sym typeface="Calibri"/>
                <a:hlinkClick r:id="rId14"/>
              </a:rPr>
              <a:t> E</a:t>
            </a:r>
            <a:r>
              <a:rPr lang="en-US" sz="1400" u="sng" cap="small">
                <a:solidFill>
                  <a:schemeClr val="hlink"/>
                </a:solidFill>
                <a:latin typeface="Calibri"/>
                <a:ea typeface="Calibri"/>
                <a:cs typeface="Calibri"/>
                <a:sym typeface="Calibri"/>
                <a:hlinkClick r:id="rId14"/>
              </a:rPr>
              <a:t>xample</a:t>
            </a:r>
            <a:endParaRPr sz="1400">
              <a:latin typeface="Calibri"/>
              <a:ea typeface="Calibri"/>
              <a:cs typeface="Calibri"/>
              <a:sym typeface="Calibri"/>
            </a:endParaRPr>
          </a:p>
          <a:p>
            <a:pPr marL="12700" lvl="0" indent="0" algn="l" rtl="0">
              <a:lnSpc>
                <a:spcPct val="100000"/>
              </a:lnSpc>
              <a:spcBef>
                <a:spcPts val="620"/>
              </a:spcBef>
              <a:spcAft>
                <a:spcPts val="0"/>
              </a:spcAft>
              <a:buNone/>
            </a:pPr>
            <a:r>
              <a:rPr lang="en-US" sz="1400" u="sng">
                <a:solidFill>
                  <a:schemeClr val="hlink"/>
                </a:solidFill>
                <a:latin typeface="Calibri"/>
                <a:ea typeface="Calibri"/>
                <a:cs typeface="Calibri"/>
                <a:sym typeface="Calibri"/>
                <a:hlinkClick r:id="rId15"/>
              </a:rPr>
              <a:t>E</a:t>
            </a:r>
            <a:r>
              <a:rPr lang="en-US" sz="1400" u="sng" cap="small">
                <a:solidFill>
                  <a:schemeClr val="hlink"/>
                </a:solidFill>
                <a:latin typeface="Calibri"/>
                <a:ea typeface="Calibri"/>
                <a:cs typeface="Calibri"/>
                <a:sym typeface="Calibri"/>
                <a:hlinkClick r:id="rId15"/>
              </a:rPr>
              <a:t>valuation</a:t>
            </a:r>
            <a:endParaRPr sz="1400">
              <a:latin typeface="Calibri"/>
              <a:ea typeface="Calibri"/>
              <a:cs typeface="Calibri"/>
              <a:sym typeface="Calibri"/>
            </a:endParaRPr>
          </a:p>
          <a:p>
            <a:pPr marL="12700" marR="1017268" lvl="0" indent="0" algn="l" rtl="0">
              <a:lnSpc>
                <a:spcPct val="136800"/>
              </a:lnSpc>
              <a:spcBef>
                <a:spcPts val="0"/>
              </a:spcBef>
              <a:spcAft>
                <a:spcPts val="0"/>
              </a:spcAft>
              <a:buNone/>
            </a:pPr>
            <a:r>
              <a:rPr lang="en-US" sz="1400" u="sng">
                <a:solidFill>
                  <a:schemeClr val="hlink"/>
                </a:solidFill>
                <a:latin typeface="Calibri"/>
                <a:ea typeface="Calibri"/>
                <a:cs typeface="Calibri"/>
                <a:sym typeface="Calibri"/>
                <a:hlinkClick r:id="rId16"/>
              </a:rPr>
              <a:t>P</a:t>
            </a:r>
            <a:r>
              <a:rPr lang="en-US" sz="1400" u="sng" cap="small">
                <a:solidFill>
                  <a:schemeClr val="hlink"/>
                </a:solidFill>
                <a:latin typeface="Calibri"/>
                <a:ea typeface="Calibri"/>
                <a:cs typeface="Calibri"/>
                <a:sym typeface="Calibri"/>
                <a:hlinkClick r:id="rId16"/>
              </a:rPr>
              <a:t>ython</a:t>
            </a:r>
            <a:r>
              <a:rPr lang="en-US" sz="1400" u="sng">
                <a:solidFill>
                  <a:schemeClr val="hlink"/>
                </a:solidFill>
                <a:latin typeface="Calibri"/>
                <a:ea typeface="Calibri"/>
                <a:cs typeface="Calibri"/>
                <a:sym typeface="Calibri"/>
                <a:hlinkClick r:id="rId16"/>
              </a:rPr>
              <a:t> I</a:t>
            </a:r>
            <a:r>
              <a:rPr lang="en-US" sz="1400" u="sng" cap="small">
                <a:solidFill>
                  <a:schemeClr val="hlink"/>
                </a:solidFill>
                <a:latin typeface="Calibri"/>
                <a:ea typeface="Calibri"/>
                <a:cs typeface="Calibri"/>
                <a:sym typeface="Calibri"/>
                <a:hlinkClick r:id="rId16"/>
              </a:rPr>
              <a:t>mplementation</a:t>
            </a:r>
            <a:r>
              <a:rPr lang="en-US" sz="1400">
                <a:solidFill>
                  <a:srgbClr val="D6D6EF"/>
                </a:solidFill>
                <a:latin typeface="Calibri"/>
                <a:ea typeface="Calibri"/>
                <a:cs typeface="Calibri"/>
                <a:sym typeface="Calibri"/>
              </a:rPr>
              <a:t> </a:t>
            </a:r>
            <a:r>
              <a:rPr lang="en-US" sz="1400" u="sng">
                <a:solidFill>
                  <a:schemeClr val="hlink"/>
                </a:solidFill>
                <a:latin typeface="Calibri"/>
                <a:ea typeface="Calibri"/>
                <a:cs typeface="Calibri"/>
                <a:sym typeface="Calibri"/>
                <a:hlinkClick r:id="rId17"/>
              </a:rPr>
              <a:t>I</a:t>
            </a:r>
            <a:r>
              <a:rPr lang="en-US" sz="1400" u="sng" cap="small">
                <a:solidFill>
                  <a:schemeClr val="hlink"/>
                </a:solidFill>
                <a:latin typeface="Calibri"/>
                <a:ea typeface="Calibri"/>
                <a:cs typeface="Calibri"/>
                <a:sym typeface="Calibri"/>
                <a:hlinkClick r:id="rId17"/>
              </a:rPr>
              <a:t>mplementation</a:t>
            </a:r>
            <a:r>
              <a:rPr lang="en-US" sz="1400" u="sng">
                <a:solidFill>
                  <a:schemeClr val="hlink"/>
                </a:solidFill>
                <a:latin typeface="Calibri"/>
                <a:ea typeface="Calibri"/>
                <a:cs typeface="Calibri"/>
                <a:sym typeface="Calibri"/>
                <a:hlinkClick r:id="rId17"/>
              </a:rPr>
              <a:t> T</a:t>
            </a:r>
            <a:r>
              <a:rPr lang="en-US" sz="1400" u="sng" cap="small">
                <a:solidFill>
                  <a:schemeClr val="hlink"/>
                </a:solidFill>
                <a:latin typeface="Calibri"/>
                <a:ea typeface="Calibri"/>
                <a:cs typeface="Calibri"/>
                <a:sym typeface="Calibri"/>
                <a:hlinkClick r:id="rId17"/>
              </a:rPr>
              <a:t>ips</a:t>
            </a:r>
            <a:r>
              <a:rPr lang="en-US" sz="1400">
                <a:solidFill>
                  <a:srgbClr val="D6D6EF"/>
                </a:solidFill>
                <a:latin typeface="Calibri"/>
                <a:ea typeface="Calibri"/>
                <a:cs typeface="Calibri"/>
                <a:sym typeface="Calibri"/>
              </a:rPr>
              <a:t> </a:t>
            </a:r>
            <a:endParaRPr sz="1400">
              <a:solidFill>
                <a:srgbClr val="D6D6EF"/>
              </a:solidFill>
              <a:latin typeface="Calibri"/>
              <a:ea typeface="Calibri"/>
              <a:cs typeface="Calibri"/>
              <a:sym typeface="Calibri"/>
            </a:endParaRPr>
          </a:p>
          <a:p>
            <a:pPr marL="12700" marR="1017269" lvl="0" indent="0" algn="l" rtl="0">
              <a:lnSpc>
                <a:spcPct val="136800"/>
              </a:lnSpc>
              <a:spcBef>
                <a:spcPts val="0"/>
              </a:spcBef>
              <a:spcAft>
                <a:spcPts val="0"/>
              </a:spcAft>
              <a:buNone/>
            </a:pPr>
            <a:r>
              <a:rPr lang="en-US" sz="1400" u="sng">
                <a:solidFill>
                  <a:schemeClr val="hlink"/>
                </a:solidFill>
                <a:latin typeface="Calibri"/>
                <a:ea typeface="Calibri"/>
                <a:cs typeface="Calibri"/>
                <a:sym typeface="Calibri"/>
                <a:hlinkClick r:id="rId18"/>
              </a:rPr>
              <a:t>S</a:t>
            </a:r>
            <a:r>
              <a:rPr lang="en-US" sz="1400" u="sng" cap="small">
                <a:solidFill>
                  <a:schemeClr val="hlink"/>
                </a:solidFill>
                <a:latin typeface="Calibri"/>
                <a:ea typeface="Calibri"/>
                <a:cs typeface="Calibri"/>
                <a:sym typeface="Calibri"/>
                <a:hlinkClick r:id="rId18"/>
              </a:rPr>
              <a:t>ummary</a:t>
            </a:r>
            <a:endParaRPr sz="1400">
              <a:latin typeface="Calibri"/>
              <a:ea typeface="Calibri"/>
              <a:cs typeface="Calibri"/>
              <a:sym typeface="Calibri"/>
            </a:endParaRPr>
          </a:p>
        </p:txBody>
      </p:sp>
      <p:grpSp>
        <p:nvGrpSpPr>
          <p:cNvPr id="714" name="Google Shape;714;p38"/>
          <p:cNvGrpSpPr/>
          <p:nvPr/>
        </p:nvGrpSpPr>
        <p:grpSpPr>
          <a:xfrm>
            <a:off x="0" y="3109250"/>
            <a:ext cx="5760261" cy="92075"/>
            <a:chOff x="0" y="3109250"/>
            <a:chExt cx="5760261" cy="92075"/>
          </a:xfrm>
        </p:grpSpPr>
        <p:sp>
          <p:nvSpPr>
            <p:cNvPr id="715" name="Google Shape;715;p38"/>
            <p:cNvSpPr/>
            <p:nvPr/>
          </p:nvSpPr>
          <p:spPr>
            <a:xfrm>
              <a:off x="0"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716" name="Google Shape;716;p38"/>
            <p:cNvSpPr/>
            <p:nvPr/>
          </p:nvSpPr>
          <p:spPr>
            <a:xfrm>
              <a:off x="1923862" y="3109250"/>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717" name="Google Shape;717;p38"/>
            <p:cNvSpPr/>
            <p:nvPr/>
          </p:nvSpPr>
          <p:spPr>
            <a:xfrm>
              <a:off x="3836211"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718" name="Google Shape;718;p38"/>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719" name="Google Shape;719;p38"/>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Calibri"/>
                <a:ea typeface="Calibri"/>
                <a:cs typeface="Calibri"/>
                <a:sym typeface="Calibri"/>
                <a:hlinkClick r:id="rId19"/>
              </a:rPr>
              <a:t>D</a:t>
            </a:r>
            <a:r>
              <a:rPr lang="en-US" sz="600" u="sng" cap="small">
                <a:solidFill>
                  <a:schemeClr val="hlink"/>
                </a:solidFill>
                <a:latin typeface="Calibri"/>
                <a:ea typeface="Calibri"/>
                <a:cs typeface="Calibri"/>
                <a:sym typeface="Calibri"/>
                <a:hlinkClick r:id="rId19"/>
              </a:rPr>
              <a:t>eep</a:t>
            </a:r>
            <a:r>
              <a:rPr lang="en-US" sz="600" u="sng">
                <a:solidFill>
                  <a:schemeClr val="hlink"/>
                </a:solidFill>
                <a:latin typeface="Calibri"/>
                <a:ea typeface="Calibri"/>
                <a:cs typeface="Calibri"/>
                <a:sym typeface="Calibri"/>
                <a:hlinkClick r:id="rId19"/>
              </a:rPr>
              <a:t> L</a:t>
            </a:r>
            <a:r>
              <a:rPr lang="en-US" sz="600" u="sng" cap="small">
                <a:solidFill>
                  <a:schemeClr val="hlink"/>
                </a:solidFill>
                <a:latin typeface="Calibri"/>
                <a:ea typeface="Calibri"/>
                <a:cs typeface="Calibri"/>
                <a:sym typeface="Calibri"/>
                <a:hlinkClick r:id="rId19"/>
              </a:rPr>
              <a:t>earning</a:t>
            </a:r>
            <a:endParaRPr sz="600">
              <a:latin typeface="Calibri"/>
              <a:ea typeface="Calibri"/>
              <a:cs typeface="Calibri"/>
              <a:sym typeface="Calibri"/>
            </a:endParaRPr>
          </a:p>
        </p:txBody>
      </p:sp>
      <p:sp>
        <p:nvSpPr>
          <p:cNvPr id="720" name="Google Shape;720;p38"/>
          <p:cNvSpPr txBox="1">
            <a:spLocks noGrp="1"/>
          </p:cNvSpPr>
          <p:nvPr>
            <p:ph type="sldNum" idx="12"/>
          </p:nvPr>
        </p:nvSpPr>
        <p:spPr>
          <a:xfrm>
            <a:off x="4648848" y="3137672"/>
            <a:ext cx="318208" cy="1016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11</a:t>
            </a:fld>
            <a:r>
              <a:rPr lang="en-US"/>
              <a:t> / 46</a:t>
            </a:r>
            <a:endParaRPr/>
          </a:p>
        </p:txBody>
      </p:sp>
    </p:spTree>
  </p:cSld>
  <p:clrMapOvr>
    <a:masterClrMapping/>
  </p:clrMapOvr>
  <p:transition>
    <p:fade thruBlk="1"/>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724"/>
        <p:cNvGrpSpPr/>
        <p:nvPr/>
      </p:nvGrpSpPr>
      <p:grpSpPr>
        <a:xfrm>
          <a:off x="0" y="0"/>
          <a:ext cx="0" cy="0"/>
          <a:chOff x="0" y="0"/>
          <a:chExt cx="0" cy="0"/>
        </a:xfrm>
      </p:grpSpPr>
      <p:sp>
        <p:nvSpPr>
          <p:cNvPr id="725" name="Google Shape;725;p39"/>
          <p:cNvSpPr txBox="1">
            <a:spLocks noGrp="1"/>
          </p:cNvSpPr>
          <p:nvPr>
            <p:ph type="title"/>
          </p:nvPr>
        </p:nvSpPr>
        <p:spPr>
          <a:xfrm>
            <a:off x="82600" y="109545"/>
            <a:ext cx="4943475" cy="288290"/>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None/>
            </a:pPr>
            <a:r>
              <a:rPr lang="en-US">
                <a:solidFill>
                  <a:srgbClr val="FFFFFF"/>
                </a:solidFill>
              </a:rPr>
              <a:t>M</a:t>
            </a:r>
            <a:r>
              <a:rPr lang="en-US" cap="small">
                <a:solidFill>
                  <a:srgbClr val="FFFFFF"/>
                </a:solidFill>
              </a:rPr>
              <a:t>odel</a:t>
            </a:r>
            <a:r>
              <a:rPr lang="en-US">
                <a:solidFill>
                  <a:srgbClr val="FFFFFF"/>
                </a:solidFill>
              </a:rPr>
              <a:t> E</a:t>
            </a:r>
            <a:r>
              <a:rPr lang="en-US" cap="small">
                <a:solidFill>
                  <a:srgbClr val="FFFFFF"/>
                </a:solidFill>
              </a:rPr>
              <a:t>valuation</a:t>
            </a:r>
            <a:r>
              <a:rPr lang="en-US">
                <a:solidFill>
                  <a:srgbClr val="FFFFFF"/>
                </a:solidFill>
              </a:rPr>
              <a:t>: T</a:t>
            </a:r>
            <a:r>
              <a:rPr lang="en-US" cap="small">
                <a:solidFill>
                  <a:srgbClr val="FFFFFF"/>
                </a:solidFill>
              </a:rPr>
              <a:t>raining</a:t>
            </a:r>
            <a:r>
              <a:rPr lang="en-US">
                <a:solidFill>
                  <a:srgbClr val="FFFFFF"/>
                </a:solidFill>
              </a:rPr>
              <a:t> </a:t>
            </a:r>
            <a:r>
              <a:rPr lang="en-US" cap="small">
                <a:solidFill>
                  <a:srgbClr val="FFFFFF"/>
                </a:solidFill>
              </a:rPr>
              <a:t>vs</a:t>
            </a:r>
            <a:r>
              <a:rPr lang="en-US">
                <a:solidFill>
                  <a:srgbClr val="FFFFFF"/>
                </a:solidFill>
              </a:rPr>
              <a:t> T</a:t>
            </a:r>
            <a:r>
              <a:rPr lang="en-US" cap="small">
                <a:solidFill>
                  <a:srgbClr val="FFFFFF"/>
                </a:solidFill>
              </a:rPr>
              <a:t>est</a:t>
            </a:r>
            <a:r>
              <a:rPr lang="en-US">
                <a:solidFill>
                  <a:srgbClr val="FFFFFF"/>
                </a:solidFill>
              </a:rPr>
              <a:t> E</a:t>
            </a:r>
            <a:r>
              <a:rPr lang="en-US" cap="small">
                <a:solidFill>
                  <a:srgbClr val="FFFFFF"/>
                </a:solidFill>
              </a:rPr>
              <a:t>rror</a:t>
            </a:r>
            <a:endParaRPr/>
          </a:p>
        </p:txBody>
      </p:sp>
      <p:grpSp>
        <p:nvGrpSpPr>
          <p:cNvPr id="726" name="Google Shape;726;p39"/>
          <p:cNvGrpSpPr/>
          <p:nvPr/>
        </p:nvGrpSpPr>
        <p:grpSpPr>
          <a:xfrm>
            <a:off x="0" y="3109250"/>
            <a:ext cx="5760261" cy="92075"/>
            <a:chOff x="0" y="3109250"/>
            <a:chExt cx="5760261" cy="92075"/>
          </a:xfrm>
        </p:grpSpPr>
        <p:sp>
          <p:nvSpPr>
            <p:cNvPr id="727" name="Google Shape;727;p39"/>
            <p:cNvSpPr/>
            <p:nvPr/>
          </p:nvSpPr>
          <p:spPr>
            <a:xfrm>
              <a:off x="0"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728" name="Google Shape;728;p39"/>
            <p:cNvSpPr/>
            <p:nvPr/>
          </p:nvSpPr>
          <p:spPr>
            <a:xfrm>
              <a:off x="1923862" y="3109250"/>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729" name="Google Shape;729;p39"/>
            <p:cNvSpPr/>
            <p:nvPr/>
          </p:nvSpPr>
          <p:spPr>
            <a:xfrm>
              <a:off x="3836211"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730" name="Google Shape;730;p39"/>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731" name="Google Shape;731;p39"/>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Calibri"/>
                <a:ea typeface="Calibri"/>
                <a:cs typeface="Calibri"/>
                <a:sym typeface="Calibri"/>
                <a:hlinkClick r:id="rId3"/>
              </a:rPr>
              <a:t>D</a:t>
            </a:r>
            <a:r>
              <a:rPr lang="en-US" sz="600" u="sng" cap="small">
                <a:solidFill>
                  <a:schemeClr val="hlink"/>
                </a:solidFill>
                <a:latin typeface="Calibri"/>
                <a:ea typeface="Calibri"/>
                <a:cs typeface="Calibri"/>
                <a:sym typeface="Calibri"/>
                <a:hlinkClick r:id="rId3"/>
              </a:rPr>
              <a:t>eep</a:t>
            </a:r>
            <a:r>
              <a:rPr lang="en-US" sz="600" u="sng">
                <a:solidFill>
                  <a:schemeClr val="hlink"/>
                </a:solidFill>
                <a:latin typeface="Calibri"/>
                <a:ea typeface="Calibri"/>
                <a:cs typeface="Calibri"/>
                <a:sym typeface="Calibri"/>
                <a:hlinkClick r:id="rId3"/>
              </a:rPr>
              <a:t> L</a:t>
            </a:r>
            <a:r>
              <a:rPr lang="en-US" sz="600" u="sng" cap="small">
                <a:solidFill>
                  <a:schemeClr val="hlink"/>
                </a:solidFill>
                <a:latin typeface="Calibri"/>
                <a:ea typeface="Calibri"/>
                <a:cs typeface="Calibri"/>
                <a:sym typeface="Calibri"/>
                <a:hlinkClick r:id="rId3"/>
              </a:rPr>
              <a:t>earning</a:t>
            </a:r>
            <a:endParaRPr sz="600">
              <a:latin typeface="Calibri"/>
              <a:ea typeface="Calibri"/>
              <a:cs typeface="Calibri"/>
              <a:sym typeface="Calibri"/>
            </a:endParaRPr>
          </a:p>
        </p:txBody>
      </p:sp>
      <p:sp>
        <p:nvSpPr>
          <p:cNvPr id="732" name="Google Shape;732;p39"/>
          <p:cNvSpPr txBox="1">
            <a:spLocks noGrp="1"/>
          </p:cNvSpPr>
          <p:nvPr>
            <p:ph type="sldNum" idx="12"/>
          </p:nvPr>
        </p:nvSpPr>
        <p:spPr>
          <a:xfrm>
            <a:off x="4648848" y="3137672"/>
            <a:ext cx="318208" cy="1016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12</a:t>
            </a:fld>
            <a:r>
              <a:rPr lang="en-US"/>
              <a:t> / 46</a:t>
            </a:r>
            <a:endParaRPr/>
          </a:p>
        </p:txBody>
      </p:sp>
      <p:pic>
        <p:nvPicPr>
          <p:cNvPr id="733" name="Google Shape;733;p39"/>
          <p:cNvPicPr preferRelativeResize="0"/>
          <p:nvPr/>
        </p:nvPicPr>
        <p:blipFill>
          <a:blip r:embed="rId4">
            <a:alphaModFix/>
          </a:blip>
          <a:stretch>
            <a:fillRect/>
          </a:stretch>
        </p:blipFill>
        <p:spPr>
          <a:xfrm>
            <a:off x="152400" y="550235"/>
            <a:ext cx="5150208" cy="2406616"/>
          </a:xfrm>
          <a:prstGeom prst="rect">
            <a:avLst/>
          </a:prstGeom>
          <a:noFill/>
          <a:ln>
            <a:noFill/>
          </a:ln>
        </p:spPr>
      </p:pic>
      <mc:AlternateContent xmlns:mc="http://schemas.openxmlformats.org/markup-compatibility/2006">
        <mc:Choice xmlns:p14="http://schemas.microsoft.com/office/powerpoint/2010/main" Requires="p14">
          <p:contentPart p14:bwMode="auto" r:id="rId5">
            <p14:nvContentPartPr>
              <p14:cNvPr id="2" name="Ink 1">
                <a:extLst>
                  <a:ext uri="{FF2B5EF4-FFF2-40B4-BE49-F238E27FC236}">
                    <a16:creationId xmlns:a16="http://schemas.microsoft.com/office/drawing/2014/main" id="{B2B0B792-2C9F-C006-B6BB-530634AFCB92}"/>
                  </a:ext>
                </a:extLst>
              </p14:cNvPr>
              <p14:cNvContentPartPr/>
              <p14:nvPr/>
            </p14:nvContentPartPr>
            <p14:xfrm>
              <a:off x="0" y="348480"/>
              <a:ext cx="5650560" cy="2636280"/>
            </p14:xfrm>
          </p:contentPart>
        </mc:Choice>
        <mc:Fallback>
          <p:pic>
            <p:nvPicPr>
              <p:cNvPr id="2" name="Ink 1">
                <a:extLst>
                  <a:ext uri="{FF2B5EF4-FFF2-40B4-BE49-F238E27FC236}">
                    <a16:creationId xmlns:a16="http://schemas.microsoft.com/office/drawing/2014/main" id="{B2B0B792-2C9F-C006-B6BB-530634AFCB92}"/>
                  </a:ext>
                </a:extLst>
              </p:cNvPr>
              <p:cNvPicPr/>
              <p:nvPr/>
            </p:nvPicPr>
            <p:blipFill>
              <a:blip r:embed="rId6"/>
              <a:stretch>
                <a:fillRect/>
              </a:stretch>
            </p:blipFill>
            <p:spPr>
              <a:xfrm>
                <a:off x="-9360" y="339120"/>
                <a:ext cx="5669280" cy="2655000"/>
              </a:xfrm>
              <a:prstGeom prst="rect">
                <a:avLst/>
              </a:prstGeom>
            </p:spPr>
          </p:pic>
        </mc:Fallback>
      </mc:AlternateContent>
    </p:spTree>
  </p:cSld>
  <p:clrMapOvr>
    <a:masterClrMapping/>
  </p:clrMapOvr>
  <p:transition>
    <p:fade thruBlk="1"/>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737"/>
        <p:cNvGrpSpPr/>
        <p:nvPr/>
      </p:nvGrpSpPr>
      <p:grpSpPr>
        <a:xfrm>
          <a:off x="0" y="0"/>
          <a:ext cx="0" cy="0"/>
          <a:chOff x="0" y="0"/>
          <a:chExt cx="0" cy="0"/>
        </a:xfrm>
      </p:grpSpPr>
      <p:sp>
        <p:nvSpPr>
          <p:cNvPr id="738" name="Google Shape;738;p40"/>
          <p:cNvSpPr txBox="1">
            <a:spLocks noGrp="1"/>
          </p:cNvSpPr>
          <p:nvPr>
            <p:ph type="title"/>
          </p:nvPr>
        </p:nvSpPr>
        <p:spPr>
          <a:xfrm>
            <a:off x="82600" y="109545"/>
            <a:ext cx="4943475" cy="288290"/>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None/>
            </a:pPr>
            <a:r>
              <a:rPr lang="en-US">
                <a:solidFill>
                  <a:srgbClr val="FFFFFF"/>
                </a:solidFill>
              </a:rPr>
              <a:t>E</a:t>
            </a:r>
            <a:r>
              <a:rPr lang="en-US" cap="small">
                <a:solidFill>
                  <a:srgbClr val="FFFFFF"/>
                </a:solidFill>
              </a:rPr>
              <a:t>valuation</a:t>
            </a:r>
            <a:r>
              <a:rPr lang="en-US">
                <a:solidFill>
                  <a:srgbClr val="FFFFFF"/>
                </a:solidFill>
              </a:rPr>
              <a:t> M</a:t>
            </a:r>
            <a:r>
              <a:rPr lang="en-US" cap="small">
                <a:solidFill>
                  <a:srgbClr val="FFFFFF"/>
                </a:solidFill>
              </a:rPr>
              <a:t>etrics</a:t>
            </a:r>
            <a:endParaRPr/>
          </a:p>
        </p:txBody>
      </p:sp>
      <p:grpSp>
        <p:nvGrpSpPr>
          <p:cNvPr id="739" name="Google Shape;739;p40"/>
          <p:cNvGrpSpPr/>
          <p:nvPr/>
        </p:nvGrpSpPr>
        <p:grpSpPr>
          <a:xfrm>
            <a:off x="0" y="3109250"/>
            <a:ext cx="5760261" cy="92075"/>
            <a:chOff x="0" y="3109250"/>
            <a:chExt cx="5760261" cy="92075"/>
          </a:xfrm>
        </p:grpSpPr>
        <p:sp>
          <p:nvSpPr>
            <p:cNvPr id="740" name="Google Shape;740;p40"/>
            <p:cNvSpPr/>
            <p:nvPr/>
          </p:nvSpPr>
          <p:spPr>
            <a:xfrm>
              <a:off x="0"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741" name="Google Shape;741;p40"/>
            <p:cNvSpPr/>
            <p:nvPr/>
          </p:nvSpPr>
          <p:spPr>
            <a:xfrm>
              <a:off x="1923862" y="3109250"/>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742" name="Google Shape;742;p40"/>
            <p:cNvSpPr/>
            <p:nvPr/>
          </p:nvSpPr>
          <p:spPr>
            <a:xfrm>
              <a:off x="3836211"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743" name="Google Shape;743;p40"/>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744" name="Google Shape;744;p40"/>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Calibri"/>
                <a:ea typeface="Calibri"/>
                <a:cs typeface="Calibri"/>
                <a:sym typeface="Calibri"/>
                <a:hlinkClick r:id="rId3"/>
              </a:rPr>
              <a:t>D</a:t>
            </a:r>
            <a:r>
              <a:rPr lang="en-US" sz="600" u="sng" cap="small">
                <a:solidFill>
                  <a:schemeClr val="hlink"/>
                </a:solidFill>
                <a:latin typeface="Calibri"/>
                <a:ea typeface="Calibri"/>
                <a:cs typeface="Calibri"/>
                <a:sym typeface="Calibri"/>
                <a:hlinkClick r:id="rId3"/>
              </a:rPr>
              <a:t>eep</a:t>
            </a:r>
            <a:r>
              <a:rPr lang="en-US" sz="600" u="sng">
                <a:solidFill>
                  <a:schemeClr val="hlink"/>
                </a:solidFill>
                <a:latin typeface="Calibri"/>
                <a:ea typeface="Calibri"/>
                <a:cs typeface="Calibri"/>
                <a:sym typeface="Calibri"/>
                <a:hlinkClick r:id="rId3"/>
              </a:rPr>
              <a:t> L</a:t>
            </a:r>
            <a:r>
              <a:rPr lang="en-US" sz="600" u="sng" cap="small">
                <a:solidFill>
                  <a:schemeClr val="hlink"/>
                </a:solidFill>
                <a:latin typeface="Calibri"/>
                <a:ea typeface="Calibri"/>
                <a:cs typeface="Calibri"/>
                <a:sym typeface="Calibri"/>
                <a:hlinkClick r:id="rId3"/>
              </a:rPr>
              <a:t>earning</a:t>
            </a:r>
            <a:endParaRPr sz="600">
              <a:latin typeface="Calibri"/>
              <a:ea typeface="Calibri"/>
              <a:cs typeface="Calibri"/>
              <a:sym typeface="Calibri"/>
            </a:endParaRPr>
          </a:p>
        </p:txBody>
      </p:sp>
      <p:sp>
        <p:nvSpPr>
          <p:cNvPr id="745" name="Google Shape;745;p40"/>
          <p:cNvSpPr txBox="1">
            <a:spLocks noGrp="1"/>
          </p:cNvSpPr>
          <p:nvPr>
            <p:ph type="sldNum" idx="12"/>
          </p:nvPr>
        </p:nvSpPr>
        <p:spPr>
          <a:xfrm>
            <a:off x="4648848" y="3137672"/>
            <a:ext cx="318208" cy="1016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13</a:t>
            </a:fld>
            <a:r>
              <a:rPr lang="en-US"/>
              <a:t> / 46</a:t>
            </a:r>
            <a:endParaRPr/>
          </a:p>
        </p:txBody>
      </p:sp>
      <p:pic>
        <p:nvPicPr>
          <p:cNvPr id="746" name="Google Shape;746;p40"/>
          <p:cNvPicPr preferRelativeResize="0"/>
          <p:nvPr/>
        </p:nvPicPr>
        <p:blipFill>
          <a:blip r:embed="rId4">
            <a:alphaModFix/>
          </a:blip>
          <a:stretch>
            <a:fillRect/>
          </a:stretch>
        </p:blipFill>
        <p:spPr>
          <a:xfrm>
            <a:off x="152400" y="550235"/>
            <a:ext cx="5096950" cy="2406616"/>
          </a:xfrm>
          <a:prstGeom prst="rect">
            <a:avLst/>
          </a:prstGeom>
          <a:noFill/>
          <a:ln>
            <a:noFill/>
          </a:ln>
        </p:spPr>
      </p:pic>
      <mc:AlternateContent xmlns:mc="http://schemas.openxmlformats.org/markup-compatibility/2006">
        <mc:Choice xmlns:p14="http://schemas.microsoft.com/office/powerpoint/2010/main" Requires="p14">
          <p:contentPart p14:bwMode="auto" r:id="rId5">
            <p14:nvContentPartPr>
              <p14:cNvPr id="2" name="Ink 1">
                <a:extLst>
                  <a:ext uri="{FF2B5EF4-FFF2-40B4-BE49-F238E27FC236}">
                    <a16:creationId xmlns:a16="http://schemas.microsoft.com/office/drawing/2014/main" id="{FB9BB36C-5C4B-EF0B-1647-6209AE4540F7}"/>
                  </a:ext>
                </a:extLst>
              </p14:cNvPr>
              <p14:cNvContentPartPr/>
              <p14:nvPr/>
            </p14:nvContentPartPr>
            <p14:xfrm>
              <a:off x="665640" y="38880"/>
              <a:ext cx="5052960" cy="2675520"/>
            </p14:xfrm>
          </p:contentPart>
        </mc:Choice>
        <mc:Fallback>
          <p:pic>
            <p:nvPicPr>
              <p:cNvPr id="2" name="Ink 1">
                <a:extLst>
                  <a:ext uri="{FF2B5EF4-FFF2-40B4-BE49-F238E27FC236}">
                    <a16:creationId xmlns:a16="http://schemas.microsoft.com/office/drawing/2014/main" id="{FB9BB36C-5C4B-EF0B-1647-6209AE4540F7}"/>
                  </a:ext>
                </a:extLst>
              </p:cNvPr>
              <p:cNvPicPr/>
              <p:nvPr/>
            </p:nvPicPr>
            <p:blipFill>
              <a:blip r:embed="rId6"/>
              <a:stretch>
                <a:fillRect/>
              </a:stretch>
            </p:blipFill>
            <p:spPr>
              <a:xfrm>
                <a:off x="656280" y="29520"/>
                <a:ext cx="5071680" cy="2694240"/>
              </a:xfrm>
              <a:prstGeom prst="rect">
                <a:avLst/>
              </a:prstGeom>
            </p:spPr>
          </p:pic>
        </mc:Fallback>
      </mc:AlternateContent>
    </p:spTree>
  </p:cSld>
  <p:clrMapOvr>
    <a:masterClrMapping/>
  </p:clrMapOvr>
  <p:transition>
    <p:fade thruBlk="1"/>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750"/>
        <p:cNvGrpSpPr/>
        <p:nvPr/>
      </p:nvGrpSpPr>
      <p:grpSpPr>
        <a:xfrm>
          <a:off x="0" y="0"/>
          <a:ext cx="0" cy="0"/>
          <a:chOff x="0" y="0"/>
          <a:chExt cx="0" cy="0"/>
        </a:xfrm>
      </p:grpSpPr>
      <p:sp>
        <p:nvSpPr>
          <p:cNvPr id="751" name="Google Shape;751;p41"/>
          <p:cNvSpPr txBox="1">
            <a:spLocks noGrp="1"/>
          </p:cNvSpPr>
          <p:nvPr>
            <p:ph type="title"/>
          </p:nvPr>
        </p:nvSpPr>
        <p:spPr>
          <a:xfrm>
            <a:off x="82600" y="109545"/>
            <a:ext cx="4943475" cy="288290"/>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None/>
            </a:pPr>
            <a:r>
              <a:rPr lang="en-US" sz="1550" i="1">
                <a:solidFill>
                  <a:srgbClr val="FFFFFF"/>
                </a:solidFill>
                <a:latin typeface="Arial"/>
                <a:ea typeface="Arial"/>
                <a:cs typeface="Arial"/>
                <a:sym typeface="Arial"/>
              </a:rPr>
              <a:t>R</a:t>
            </a:r>
            <a:r>
              <a:rPr lang="en-US" sz="1575" baseline="30000">
                <a:solidFill>
                  <a:srgbClr val="FFFFFF"/>
                </a:solidFill>
                <a:latin typeface="Arial"/>
                <a:ea typeface="Arial"/>
                <a:cs typeface="Arial"/>
                <a:sym typeface="Arial"/>
              </a:rPr>
              <a:t>2 </a:t>
            </a:r>
            <a:r>
              <a:rPr lang="en-US" sz="1700">
                <a:solidFill>
                  <a:srgbClr val="FFFFFF"/>
                </a:solidFill>
              </a:rPr>
              <a:t>S</a:t>
            </a:r>
            <a:r>
              <a:rPr lang="en-US" sz="1700" cap="small">
                <a:solidFill>
                  <a:srgbClr val="FFFFFF"/>
                </a:solidFill>
              </a:rPr>
              <a:t>core</a:t>
            </a:r>
            <a:r>
              <a:rPr lang="en-US" sz="1700">
                <a:solidFill>
                  <a:srgbClr val="FFFFFF"/>
                </a:solidFill>
              </a:rPr>
              <a:t> (C</a:t>
            </a:r>
            <a:r>
              <a:rPr lang="en-US" sz="1700" cap="small">
                <a:solidFill>
                  <a:srgbClr val="FFFFFF"/>
                </a:solidFill>
              </a:rPr>
              <a:t>oefficient</a:t>
            </a:r>
            <a:r>
              <a:rPr lang="en-US" sz="1700">
                <a:solidFill>
                  <a:srgbClr val="FFFFFF"/>
                </a:solidFill>
              </a:rPr>
              <a:t> </a:t>
            </a:r>
            <a:r>
              <a:rPr lang="en-US" sz="1700" cap="small">
                <a:solidFill>
                  <a:srgbClr val="FFFFFF"/>
                </a:solidFill>
              </a:rPr>
              <a:t>of</a:t>
            </a:r>
            <a:r>
              <a:rPr lang="en-US" sz="1700">
                <a:solidFill>
                  <a:srgbClr val="FFFFFF"/>
                </a:solidFill>
              </a:rPr>
              <a:t> D</a:t>
            </a:r>
            <a:r>
              <a:rPr lang="en-US" sz="1700" cap="small">
                <a:solidFill>
                  <a:srgbClr val="FFFFFF"/>
                </a:solidFill>
              </a:rPr>
              <a:t>etermination</a:t>
            </a:r>
            <a:r>
              <a:rPr lang="en-US" sz="1700">
                <a:solidFill>
                  <a:srgbClr val="FFFFFF"/>
                </a:solidFill>
              </a:rPr>
              <a:t>)</a:t>
            </a:r>
            <a:endParaRPr sz="1700">
              <a:latin typeface="Arial"/>
              <a:ea typeface="Arial"/>
              <a:cs typeface="Arial"/>
              <a:sym typeface="Arial"/>
            </a:endParaRPr>
          </a:p>
        </p:txBody>
      </p:sp>
      <p:grpSp>
        <p:nvGrpSpPr>
          <p:cNvPr id="752" name="Google Shape;752;p41"/>
          <p:cNvGrpSpPr/>
          <p:nvPr/>
        </p:nvGrpSpPr>
        <p:grpSpPr>
          <a:xfrm>
            <a:off x="0" y="3109250"/>
            <a:ext cx="5760261" cy="92075"/>
            <a:chOff x="0" y="3109250"/>
            <a:chExt cx="5760261" cy="92075"/>
          </a:xfrm>
        </p:grpSpPr>
        <p:sp>
          <p:nvSpPr>
            <p:cNvPr id="753" name="Google Shape;753;p41"/>
            <p:cNvSpPr/>
            <p:nvPr/>
          </p:nvSpPr>
          <p:spPr>
            <a:xfrm>
              <a:off x="0"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754" name="Google Shape;754;p41"/>
            <p:cNvSpPr/>
            <p:nvPr/>
          </p:nvSpPr>
          <p:spPr>
            <a:xfrm>
              <a:off x="1923862" y="3109250"/>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755" name="Google Shape;755;p41"/>
            <p:cNvSpPr/>
            <p:nvPr/>
          </p:nvSpPr>
          <p:spPr>
            <a:xfrm>
              <a:off x="3836211"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756" name="Google Shape;756;p41"/>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757" name="Google Shape;757;p41"/>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Calibri"/>
                <a:ea typeface="Calibri"/>
                <a:cs typeface="Calibri"/>
                <a:sym typeface="Calibri"/>
                <a:hlinkClick r:id="rId3"/>
              </a:rPr>
              <a:t>D</a:t>
            </a:r>
            <a:r>
              <a:rPr lang="en-US" sz="600" u="sng" cap="small">
                <a:solidFill>
                  <a:schemeClr val="hlink"/>
                </a:solidFill>
                <a:latin typeface="Calibri"/>
                <a:ea typeface="Calibri"/>
                <a:cs typeface="Calibri"/>
                <a:sym typeface="Calibri"/>
                <a:hlinkClick r:id="rId3"/>
              </a:rPr>
              <a:t>eep</a:t>
            </a:r>
            <a:r>
              <a:rPr lang="en-US" sz="600" u="sng">
                <a:solidFill>
                  <a:schemeClr val="hlink"/>
                </a:solidFill>
                <a:latin typeface="Calibri"/>
                <a:ea typeface="Calibri"/>
                <a:cs typeface="Calibri"/>
                <a:sym typeface="Calibri"/>
                <a:hlinkClick r:id="rId3"/>
              </a:rPr>
              <a:t> L</a:t>
            </a:r>
            <a:r>
              <a:rPr lang="en-US" sz="600" u="sng" cap="small">
                <a:solidFill>
                  <a:schemeClr val="hlink"/>
                </a:solidFill>
                <a:latin typeface="Calibri"/>
                <a:ea typeface="Calibri"/>
                <a:cs typeface="Calibri"/>
                <a:sym typeface="Calibri"/>
                <a:hlinkClick r:id="rId3"/>
              </a:rPr>
              <a:t>earning</a:t>
            </a:r>
            <a:endParaRPr sz="600">
              <a:latin typeface="Calibri"/>
              <a:ea typeface="Calibri"/>
              <a:cs typeface="Calibri"/>
              <a:sym typeface="Calibri"/>
            </a:endParaRPr>
          </a:p>
        </p:txBody>
      </p:sp>
      <p:sp>
        <p:nvSpPr>
          <p:cNvPr id="758" name="Google Shape;758;p41"/>
          <p:cNvSpPr txBox="1">
            <a:spLocks noGrp="1"/>
          </p:cNvSpPr>
          <p:nvPr>
            <p:ph type="sldNum" idx="12"/>
          </p:nvPr>
        </p:nvSpPr>
        <p:spPr>
          <a:xfrm>
            <a:off x="4648848" y="3137672"/>
            <a:ext cx="318208" cy="1016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14</a:t>
            </a:fld>
            <a:r>
              <a:rPr lang="en-US"/>
              <a:t> / 46</a:t>
            </a:r>
            <a:endParaRPr/>
          </a:p>
        </p:txBody>
      </p:sp>
      <p:pic>
        <p:nvPicPr>
          <p:cNvPr id="759" name="Google Shape;759;p41"/>
          <p:cNvPicPr preferRelativeResize="0"/>
          <p:nvPr/>
        </p:nvPicPr>
        <p:blipFill>
          <a:blip r:embed="rId4">
            <a:alphaModFix/>
          </a:blip>
          <a:stretch>
            <a:fillRect/>
          </a:stretch>
        </p:blipFill>
        <p:spPr>
          <a:xfrm>
            <a:off x="152400" y="550235"/>
            <a:ext cx="5311150" cy="2406615"/>
          </a:xfrm>
          <a:prstGeom prst="rect">
            <a:avLst/>
          </a:prstGeom>
          <a:noFill/>
          <a:ln>
            <a:noFill/>
          </a:ln>
        </p:spPr>
      </p:pic>
      <mc:AlternateContent xmlns:mc="http://schemas.openxmlformats.org/markup-compatibility/2006">
        <mc:Choice xmlns:p14="http://schemas.microsoft.com/office/powerpoint/2010/main" Requires="p14">
          <p:contentPart p14:bwMode="auto" r:id="rId5">
            <p14:nvContentPartPr>
              <p14:cNvPr id="2" name="Ink 1">
                <a:extLst>
                  <a:ext uri="{FF2B5EF4-FFF2-40B4-BE49-F238E27FC236}">
                    <a16:creationId xmlns:a16="http://schemas.microsoft.com/office/drawing/2014/main" id="{4A1E9F21-7CA0-A608-495B-AF6B042553D5}"/>
                  </a:ext>
                </a:extLst>
              </p14:cNvPr>
              <p14:cNvContentPartPr/>
              <p14:nvPr/>
            </p14:nvContentPartPr>
            <p14:xfrm>
              <a:off x="425520" y="149400"/>
              <a:ext cx="5301360" cy="2996640"/>
            </p14:xfrm>
          </p:contentPart>
        </mc:Choice>
        <mc:Fallback>
          <p:pic>
            <p:nvPicPr>
              <p:cNvPr id="2" name="Ink 1">
                <a:extLst>
                  <a:ext uri="{FF2B5EF4-FFF2-40B4-BE49-F238E27FC236}">
                    <a16:creationId xmlns:a16="http://schemas.microsoft.com/office/drawing/2014/main" id="{4A1E9F21-7CA0-A608-495B-AF6B042553D5}"/>
                  </a:ext>
                </a:extLst>
              </p:cNvPr>
              <p:cNvPicPr/>
              <p:nvPr/>
            </p:nvPicPr>
            <p:blipFill>
              <a:blip r:embed="rId6"/>
              <a:stretch>
                <a:fillRect/>
              </a:stretch>
            </p:blipFill>
            <p:spPr>
              <a:xfrm>
                <a:off x="416160" y="140040"/>
                <a:ext cx="5320080" cy="3015360"/>
              </a:xfrm>
              <a:prstGeom prst="rect">
                <a:avLst/>
              </a:prstGeom>
            </p:spPr>
          </p:pic>
        </mc:Fallback>
      </mc:AlternateContent>
    </p:spTree>
  </p:cSld>
  <p:clrMapOvr>
    <a:masterClrMapping/>
  </p:clrMapOvr>
  <p:transition>
    <p:fade thruBlk="1"/>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763"/>
        <p:cNvGrpSpPr/>
        <p:nvPr/>
      </p:nvGrpSpPr>
      <p:grpSpPr>
        <a:xfrm>
          <a:off x="0" y="0"/>
          <a:ext cx="0" cy="0"/>
          <a:chOff x="0" y="0"/>
          <a:chExt cx="0" cy="0"/>
        </a:xfrm>
      </p:grpSpPr>
      <p:sp>
        <p:nvSpPr>
          <p:cNvPr id="764" name="Google Shape;764;p42"/>
          <p:cNvSpPr txBox="1">
            <a:spLocks noGrp="1"/>
          </p:cNvSpPr>
          <p:nvPr>
            <p:ph type="title"/>
          </p:nvPr>
        </p:nvSpPr>
        <p:spPr>
          <a:xfrm>
            <a:off x="82600" y="109545"/>
            <a:ext cx="4943475" cy="288290"/>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None/>
            </a:pPr>
            <a:r>
              <a:rPr lang="en-US">
                <a:solidFill>
                  <a:srgbClr val="FFFFFF"/>
                </a:solidFill>
              </a:rPr>
              <a:t>T</a:t>
            </a:r>
            <a:r>
              <a:rPr lang="en-US" cap="small">
                <a:solidFill>
                  <a:srgbClr val="FFFFFF"/>
                </a:solidFill>
              </a:rPr>
              <a:t>able</a:t>
            </a:r>
            <a:r>
              <a:rPr lang="en-US">
                <a:solidFill>
                  <a:srgbClr val="FFFFFF"/>
                </a:solidFill>
              </a:rPr>
              <a:t> </a:t>
            </a:r>
            <a:r>
              <a:rPr lang="en-US" cap="small">
                <a:solidFill>
                  <a:srgbClr val="FFFFFF"/>
                </a:solidFill>
              </a:rPr>
              <a:t>of</a:t>
            </a:r>
            <a:r>
              <a:rPr lang="en-US">
                <a:solidFill>
                  <a:srgbClr val="FFFFFF"/>
                </a:solidFill>
              </a:rPr>
              <a:t> C</a:t>
            </a:r>
            <a:r>
              <a:rPr lang="en-US" cap="small">
                <a:solidFill>
                  <a:srgbClr val="FFFFFF"/>
                </a:solidFill>
              </a:rPr>
              <a:t>ontents</a:t>
            </a:r>
            <a:endParaRPr/>
          </a:p>
        </p:txBody>
      </p:sp>
      <p:pic>
        <p:nvPicPr>
          <p:cNvPr id="765" name="Google Shape;765;p42"/>
          <p:cNvPicPr preferRelativeResize="0"/>
          <p:nvPr/>
        </p:nvPicPr>
        <p:blipFill rotWithShape="1">
          <a:blip r:embed="rId3">
            <a:alphaModFix/>
          </a:blip>
          <a:srcRect/>
          <a:stretch/>
        </p:blipFill>
        <p:spPr>
          <a:xfrm>
            <a:off x="343662" y="637743"/>
            <a:ext cx="169964" cy="169964"/>
          </a:xfrm>
          <a:prstGeom prst="rect">
            <a:avLst/>
          </a:prstGeom>
          <a:noFill/>
          <a:ln>
            <a:noFill/>
          </a:ln>
        </p:spPr>
      </p:pic>
      <p:sp>
        <p:nvSpPr>
          <p:cNvPr id="766" name="Google Shape;766;p42"/>
          <p:cNvSpPr txBox="1"/>
          <p:nvPr/>
        </p:nvSpPr>
        <p:spPr>
          <a:xfrm>
            <a:off x="387959" y="641412"/>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1</a:t>
            </a:r>
            <a:endParaRPr sz="800">
              <a:latin typeface="Calibri"/>
              <a:ea typeface="Calibri"/>
              <a:cs typeface="Calibri"/>
              <a:sym typeface="Calibri"/>
            </a:endParaRPr>
          </a:p>
        </p:txBody>
      </p:sp>
      <p:pic>
        <p:nvPicPr>
          <p:cNvPr id="767" name="Google Shape;767;p42"/>
          <p:cNvPicPr preferRelativeResize="0"/>
          <p:nvPr/>
        </p:nvPicPr>
        <p:blipFill rotWithShape="1">
          <a:blip r:embed="rId4">
            <a:alphaModFix/>
          </a:blip>
          <a:srcRect/>
          <a:stretch/>
        </p:blipFill>
        <p:spPr>
          <a:xfrm>
            <a:off x="343662" y="929678"/>
            <a:ext cx="169964" cy="169964"/>
          </a:xfrm>
          <a:prstGeom prst="rect">
            <a:avLst/>
          </a:prstGeom>
          <a:noFill/>
          <a:ln>
            <a:noFill/>
          </a:ln>
        </p:spPr>
      </p:pic>
      <p:sp>
        <p:nvSpPr>
          <p:cNvPr id="768" name="Google Shape;768;p42"/>
          <p:cNvSpPr txBox="1"/>
          <p:nvPr/>
        </p:nvSpPr>
        <p:spPr>
          <a:xfrm>
            <a:off x="387959" y="933347"/>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2</a:t>
            </a:r>
            <a:endParaRPr sz="800">
              <a:latin typeface="Calibri"/>
              <a:ea typeface="Calibri"/>
              <a:cs typeface="Calibri"/>
              <a:sym typeface="Calibri"/>
            </a:endParaRPr>
          </a:p>
        </p:txBody>
      </p:sp>
      <p:pic>
        <p:nvPicPr>
          <p:cNvPr id="769" name="Google Shape;769;p42"/>
          <p:cNvPicPr preferRelativeResize="0"/>
          <p:nvPr/>
        </p:nvPicPr>
        <p:blipFill rotWithShape="1">
          <a:blip r:embed="rId5">
            <a:alphaModFix/>
          </a:blip>
          <a:srcRect/>
          <a:stretch/>
        </p:blipFill>
        <p:spPr>
          <a:xfrm>
            <a:off x="343662" y="1221600"/>
            <a:ext cx="169964" cy="169964"/>
          </a:xfrm>
          <a:prstGeom prst="rect">
            <a:avLst/>
          </a:prstGeom>
          <a:noFill/>
          <a:ln>
            <a:noFill/>
          </a:ln>
        </p:spPr>
      </p:pic>
      <p:sp>
        <p:nvSpPr>
          <p:cNvPr id="770" name="Google Shape;770;p42"/>
          <p:cNvSpPr txBox="1"/>
          <p:nvPr/>
        </p:nvSpPr>
        <p:spPr>
          <a:xfrm>
            <a:off x="387959" y="1225281"/>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3</a:t>
            </a:r>
            <a:endParaRPr sz="800">
              <a:latin typeface="Calibri"/>
              <a:ea typeface="Calibri"/>
              <a:cs typeface="Calibri"/>
              <a:sym typeface="Calibri"/>
            </a:endParaRPr>
          </a:p>
        </p:txBody>
      </p:sp>
      <p:pic>
        <p:nvPicPr>
          <p:cNvPr id="771" name="Google Shape;771;p42"/>
          <p:cNvPicPr preferRelativeResize="0"/>
          <p:nvPr/>
        </p:nvPicPr>
        <p:blipFill rotWithShape="1">
          <a:blip r:embed="rId6">
            <a:alphaModFix/>
          </a:blip>
          <a:srcRect/>
          <a:stretch/>
        </p:blipFill>
        <p:spPr>
          <a:xfrm>
            <a:off x="343662" y="1513535"/>
            <a:ext cx="169964" cy="169964"/>
          </a:xfrm>
          <a:prstGeom prst="rect">
            <a:avLst/>
          </a:prstGeom>
          <a:noFill/>
          <a:ln>
            <a:noFill/>
          </a:ln>
        </p:spPr>
      </p:pic>
      <p:sp>
        <p:nvSpPr>
          <p:cNvPr id="772" name="Google Shape;772;p42"/>
          <p:cNvSpPr txBox="1"/>
          <p:nvPr/>
        </p:nvSpPr>
        <p:spPr>
          <a:xfrm>
            <a:off x="387959" y="1517204"/>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4</a:t>
            </a:r>
            <a:endParaRPr sz="800">
              <a:latin typeface="Calibri"/>
              <a:ea typeface="Calibri"/>
              <a:cs typeface="Calibri"/>
              <a:sym typeface="Calibri"/>
            </a:endParaRPr>
          </a:p>
        </p:txBody>
      </p:sp>
      <p:pic>
        <p:nvPicPr>
          <p:cNvPr id="773" name="Google Shape;773;p42"/>
          <p:cNvPicPr preferRelativeResize="0"/>
          <p:nvPr/>
        </p:nvPicPr>
        <p:blipFill rotWithShape="1">
          <a:blip r:embed="rId7">
            <a:alphaModFix/>
          </a:blip>
          <a:srcRect/>
          <a:stretch/>
        </p:blipFill>
        <p:spPr>
          <a:xfrm>
            <a:off x="343662" y="1805457"/>
            <a:ext cx="169964" cy="169964"/>
          </a:xfrm>
          <a:prstGeom prst="rect">
            <a:avLst/>
          </a:prstGeom>
          <a:noFill/>
          <a:ln>
            <a:noFill/>
          </a:ln>
        </p:spPr>
      </p:pic>
      <p:sp>
        <p:nvSpPr>
          <p:cNvPr id="774" name="Google Shape;774;p42"/>
          <p:cNvSpPr txBox="1"/>
          <p:nvPr/>
        </p:nvSpPr>
        <p:spPr>
          <a:xfrm>
            <a:off x="387959" y="1809139"/>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5</a:t>
            </a:r>
            <a:endParaRPr sz="800">
              <a:latin typeface="Calibri"/>
              <a:ea typeface="Calibri"/>
              <a:cs typeface="Calibri"/>
              <a:sym typeface="Calibri"/>
            </a:endParaRPr>
          </a:p>
        </p:txBody>
      </p:sp>
      <p:pic>
        <p:nvPicPr>
          <p:cNvPr id="775" name="Google Shape;775;p42"/>
          <p:cNvPicPr preferRelativeResize="0"/>
          <p:nvPr/>
        </p:nvPicPr>
        <p:blipFill rotWithShape="1">
          <a:blip r:embed="rId8">
            <a:alphaModFix/>
          </a:blip>
          <a:srcRect/>
          <a:stretch/>
        </p:blipFill>
        <p:spPr>
          <a:xfrm>
            <a:off x="343649" y="2097392"/>
            <a:ext cx="169964" cy="169964"/>
          </a:xfrm>
          <a:prstGeom prst="rect">
            <a:avLst/>
          </a:prstGeom>
          <a:noFill/>
          <a:ln>
            <a:noFill/>
          </a:ln>
        </p:spPr>
      </p:pic>
      <p:sp>
        <p:nvSpPr>
          <p:cNvPr id="776" name="Google Shape;776;p42"/>
          <p:cNvSpPr txBox="1"/>
          <p:nvPr/>
        </p:nvSpPr>
        <p:spPr>
          <a:xfrm>
            <a:off x="387959" y="2101061"/>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EAEAF7"/>
                </a:solidFill>
                <a:latin typeface="Calibri"/>
                <a:ea typeface="Calibri"/>
                <a:cs typeface="Calibri"/>
                <a:sym typeface="Calibri"/>
              </a:rPr>
              <a:t>6</a:t>
            </a:r>
            <a:endParaRPr sz="800">
              <a:latin typeface="Calibri"/>
              <a:ea typeface="Calibri"/>
              <a:cs typeface="Calibri"/>
              <a:sym typeface="Calibri"/>
            </a:endParaRPr>
          </a:p>
        </p:txBody>
      </p:sp>
      <p:pic>
        <p:nvPicPr>
          <p:cNvPr id="777" name="Google Shape;777;p42"/>
          <p:cNvPicPr preferRelativeResize="0"/>
          <p:nvPr/>
        </p:nvPicPr>
        <p:blipFill rotWithShape="1">
          <a:blip r:embed="rId9">
            <a:alphaModFix/>
          </a:blip>
          <a:srcRect/>
          <a:stretch/>
        </p:blipFill>
        <p:spPr>
          <a:xfrm>
            <a:off x="343649" y="2389314"/>
            <a:ext cx="169964" cy="169964"/>
          </a:xfrm>
          <a:prstGeom prst="rect">
            <a:avLst/>
          </a:prstGeom>
          <a:noFill/>
          <a:ln>
            <a:noFill/>
          </a:ln>
        </p:spPr>
      </p:pic>
      <p:sp>
        <p:nvSpPr>
          <p:cNvPr id="778" name="Google Shape;778;p42"/>
          <p:cNvSpPr txBox="1"/>
          <p:nvPr/>
        </p:nvSpPr>
        <p:spPr>
          <a:xfrm>
            <a:off x="387959" y="2392996"/>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7</a:t>
            </a:r>
            <a:endParaRPr sz="800">
              <a:latin typeface="Calibri"/>
              <a:ea typeface="Calibri"/>
              <a:cs typeface="Calibri"/>
              <a:sym typeface="Calibri"/>
            </a:endParaRPr>
          </a:p>
        </p:txBody>
      </p:sp>
      <p:pic>
        <p:nvPicPr>
          <p:cNvPr id="779" name="Google Shape;779;p42"/>
          <p:cNvPicPr preferRelativeResize="0"/>
          <p:nvPr/>
        </p:nvPicPr>
        <p:blipFill rotWithShape="1">
          <a:blip r:embed="rId10">
            <a:alphaModFix/>
          </a:blip>
          <a:srcRect/>
          <a:stretch/>
        </p:blipFill>
        <p:spPr>
          <a:xfrm>
            <a:off x="343649" y="2681249"/>
            <a:ext cx="169964" cy="169964"/>
          </a:xfrm>
          <a:prstGeom prst="rect">
            <a:avLst/>
          </a:prstGeom>
          <a:noFill/>
          <a:ln>
            <a:noFill/>
          </a:ln>
        </p:spPr>
      </p:pic>
      <p:sp>
        <p:nvSpPr>
          <p:cNvPr id="780" name="Google Shape;780;p42"/>
          <p:cNvSpPr txBox="1"/>
          <p:nvPr/>
        </p:nvSpPr>
        <p:spPr>
          <a:xfrm>
            <a:off x="387959" y="2684931"/>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8</a:t>
            </a:r>
            <a:endParaRPr sz="800">
              <a:latin typeface="Calibri"/>
              <a:ea typeface="Calibri"/>
              <a:cs typeface="Calibri"/>
              <a:sym typeface="Calibri"/>
            </a:endParaRPr>
          </a:p>
        </p:txBody>
      </p:sp>
      <p:sp>
        <p:nvSpPr>
          <p:cNvPr id="781" name="Google Shape;781;p42"/>
          <p:cNvSpPr txBox="1"/>
          <p:nvPr/>
        </p:nvSpPr>
        <p:spPr>
          <a:xfrm>
            <a:off x="563025" y="565985"/>
            <a:ext cx="3241800" cy="2291400"/>
          </a:xfrm>
          <a:prstGeom prst="rect">
            <a:avLst/>
          </a:prstGeom>
          <a:noFill/>
          <a:ln>
            <a:noFill/>
          </a:ln>
        </p:spPr>
        <p:txBody>
          <a:bodyPr spcFirstLastPara="1" wrap="square" lIns="0" tIns="90150" rIns="0" bIns="0" anchor="t" anchorCtr="0">
            <a:spAutoFit/>
          </a:bodyPr>
          <a:lstStyle/>
          <a:p>
            <a:pPr marL="12700" lvl="0" indent="0" algn="l" rtl="0">
              <a:lnSpc>
                <a:spcPct val="100000"/>
              </a:lnSpc>
              <a:spcBef>
                <a:spcPts val="0"/>
              </a:spcBef>
              <a:spcAft>
                <a:spcPts val="0"/>
              </a:spcAft>
              <a:buNone/>
            </a:pPr>
            <a:r>
              <a:rPr lang="en-US" sz="1400" u="sng">
                <a:solidFill>
                  <a:schemeClr val="hlink"/>
                </a:solidFill>
                <a:latin typeface="Calibri"/>
                <a:ea typeface="Calibri"/>
                <a:cs typeface="Calibri"/>
                <a:sym typeface="Calibri"/>
                <a:hlinkClick r:id="rId11"/>
              </a:rPr>
              <a:t>R</a:t>
            </a:r>
            <a:r>
              <a:rPr lang="en-US" sz="1400" u="sng" cap="small">
                <a:solidFill>
                  <a:schemeClr val="hlink"/>
                </a:solidFill>
                <a:latin typeface="Calibri"/>
                <a:ea typeface="Calibri"/>
                <a:cs typeface="Calibri"/>
                <a:sym typeface="Calibri"/>
                <a:hlinkClick r:id="rId11"/>
              </a:rPr>
              <a:t>egression</a:t>
            </a:r>
            <a:endParaRPr sz="1400">
              <a:latin typeface="Calibri"/>
              <a:ea typeface="Calibri"/>
              <a:cs typeface="Calibri"/>
              <a:sym typeface="Calibri"/>
            </a:endParaRPr>
          </a:p>
          <a:p>
            <a:pPr marL="12700" lvl="0" indent="0" algn="l" rtl="0">
              <a:lnSpc>
                <a:spcPct val="100000"/>
              </a:lnSpc>
              <a:spcBef>
                <a:spcPts val="620"/>
              </a:spcBef>
              <a:spcAft>
                <a:spcPts val="0"/>
              </a:spcAft>
              <a:buNone/>
            </a:pPr>
            <a:r>
              <a:rPr lang="en-US" sz="1400" u="sng">
                <a:solidFill>
                  <a:schemeClr val="hlink"/>
                </a:solidFill>
                <a:latin typeface="Calibri"/>
                <a:ea typeface="Calibri"/>
                <a:cs typeface="Calibri"/>
                <a:sym typeface="Calibri"/>
                <a:hlinkClick r:id="rId12"/>
              </a:rPr>
              <a:t>L</a:t>
            </a:r>
            <a:r>
              <a:rPr lang="en-US" sz="1400" u="sng" cap="small">
                <a:solidFill>
                  <a:schemeClr val="hlink"/>
                </a:solidFill>
                <a:latin typeface="Calibri"/>
                <a:ea typeface="Calibri"/>
                <a:cs typeface="Calibri"/>
                <a:sym typeface="Calibri"/>
                <a:hlinkClick r:id="rId12"/>
              </a:rPr>
              <a:t>inear</a:t>
            </a:r>
            <a:r>
              <a:rPr lang="en-US" sz="1400" u="sng">
                <a:solidFill>
                  <a:schemeClr val="hlink"/>
                </a:solidFill>
                <a:latin typeface="Calibri"/>
                <a:ea typeface="Calibri"/>
                <a:cs typeface="Calibri"/>
                <a:sym typeface="Calibri"/>
                <a:hlinkClick r:id="rId12"/>
              </a:rPr>
              <a:t> R</a:t>
            </a:r>
            <a:r>
              <a:rPr lang="en-US" sz="1400" u="sng" cap="small">
                <a:solidFill>
                  <a:schemeClr val="hlink"/>
                </a:solidFill>
                <a:latin typeface="Calibri"/>
                <a:ea typeface="Calibri"/>
                <a:cs typeface="Calibri"/>
                <a:sym typeface="Calibri"/>
                <a:hlinkClick r:id="rId12"/>
              </a:rPr>
              <a:t>egression</a:t>
            </a:r>
            <a:endParaRPr sz="1400">
              <a:latin typeface="Calibri"/>
              <a:ea typeface="Calibri"/>
              <a:cs typeface="Calibri"/>
              <a:sym typeface="Calibri"/>
            </a:endParaRPr>
          </a:p>
          <a:p>
            <a:pPr marL="12700" marR="5080" lvl="0" indent="0" algn="l" rtl="0">
              <a:lnSpc>
                <a:spcPct val="136800"/>
              </a:lnSpc>
              <a:spcBef>
                <a:spcPts val="0"/>
              </a:spcBef>
              <a:spcAft>
                <a:spcPts val="0"/>
              </a:spcAft>
              <a:buNone/>
            </a:pPr>
            <a:r>
              <a:rPr lang="en-US" sz="1400" u="sng">
                <a:solidFill>
                  <a:schemeClr val="hlink"/>
                </a:solidFill>
                <a:latin typeface="Calibri"/>
                <a:ea typeface="Calibri"/>
                <a:cs typeface="Calibri"/>
                <a:sym typeface="Calibri"/>
                <a:hlinkClick r:id="rId13"/>
              </a:rPr>
              <a:t>T</a:t>
            </a:r>
            <a:r>
              <a:rPr lang="en-US" sz="1400" u="sng" cap="small">
                <a:solidFill>
                  <a:schemeClr val="hlink"/>
                </a:solidFill>
                <a:latin typeface="Calibri"/>
                <a:ea typeface="Calibri"/>
                <a:cs typeface="Calibri"/>
                <a:sym typeface="Calibri"/>
                <a:hlinkClick r:id="rId13"/>
              </a:rPr>
              <a:t>he</a:t>
            </a:r>
            <a:r>
              <a:rPr lang="en-US" sz="1400" u="sng">
                <a:solidFill>
                  <a:schemeClr val="hlink"/>
                </a:solidFill>
                <a:latin typeface="Calibri"/>
                <a:ea typeface="Calibri"/>
                <a:cs typeface="Calibri"/>
                <a:sym typeface="Calibri"/>
                <a:hlinkClick r:id="rId13"/>
              </a:rPr>
              <a:t> L</a:t>
            </a:r>
            <a:r>
              <a:rPr lang="en-US" sz="1400" u="sng" cap="small">
                <a:solidFill>
                  <a:schemeClr val="hlink"/>
                </a:solidFill>
                <a:latin typeface="Calibri"/>
                <a:ea typeface="Calibri"/>
                <a:cs typeface="Calibri"/>
                <a:sym typeface="Calibri"/>
                <a:hlinkClick r:id="rId13"/>
              </a:rPr>
              <a:t>inear</a:t>
            </a:r>
            <a:r>
              <a:rPr lang="en-US" sz="1400" u="sng">
                <a:solidFill>
                  <a:schemeClr val="hlink"/>
                </a:solidFill>
                <a:latin typeface="Calibri"/>
                <a:ea typeface="Calibri"/>
                <a:cs typeface="Calibri"/>
                <a:sym typeface="Calibri"/>
                <a:hlinkClick r:id="rId13"/>
              </a:rPr>
              <a:t> M</a:t>
            </a:r>
            <a:r>
              <a:rPr lang="en-US" sz="1400" u="sng" cap="small">
                <a:solidFill>
                  <a:schemeClr val="hlink"/>
                </a:solidFill>
                <a:latin typeface="Calibri"/>
                <a:ea typeface="Calibri"/>
                <a:cs typeface="Calibri"/>
                <a:sym typeface="Calibri"/>
                <a:hlinkClick r:id="rId13"/>
              </a:rPr>
              <a:t>odel</a:t>
            </a:r>
            <a:r>
              <a:rPr lang="en-US" sz="1400" u="sng">
                <a:solidFill>
                  <a:schemeClr val="hlink"/>
                </a:solidFill>
                <a:latin typeface="Calibri"/>
                <a:ea typeface="Calibri"/>
                <a:cs typeface="Calibri"/>
                <a:sym typeface="Calibri"/>
                <a:hlinkClick r:id="rId13"/>
              </a:rPr>
              <a:t>: S</a:t>
            </a:r>
            <a:r>
              <a:rPr lang="en-US" sz="1400" u="sng" cap="small">
                <a:solidFill>
                  <a:schemeClr val="hlink"/>
                </a:solidFill>
                <a:latin typeface="Calibri"/>
                <a:ea typeface="Calibri"/>
                <a:cs typeface="Calibri"/>
                <a:sym typeface="Calibri"/>
                <a:hlinkClick r:id="rId13"/>
              </a:rPr>
              <a:t>ingle</a:t>
            </a:r>
            <a:r>
              <a:rPr lang="en-US" sz="1400" u="sng">
                <a:solidFill>
                  <a:schemeClr val="hlink"/>
                </a:solidFill>
                <a:latin typeface="Calibri"/>
                <a:ea typeface="Calibri"/>
                <a:cs typeface="Calibri"/>
                <a:sym typeface="Calibri"/>
                <a:hlinkClick r:id="rId13"/>
              </a:rPr>
              <a:t> N</a:t>
            </a:r>
            <a:r>
              <a:rPr lang="en-US" sz="1400" u="sng" cap="small">
                <a:solidFill>
                  <a:schemeClr val="hlink"/>
                </a:solidFill>
                <a:latin typeface="Calibri"/>
                <a:ea typeface="Calibri"/>
                <a:cs typeface="Calibri"/>
                <a:sym typeface="Calibri"/>
                <a:hlinkClick r:id="rId13"/>
              </a:rPr>
              <a:t>euron</a:t>
            </a:r>
            <a:r>
              <a:rPr lang="en-US" sz="1400">
                <a:solidFill>
                  <a:srgbClr val="D6D6EF"/>
                </a:solidFill>
                <a:latin typeface="Calibri"/>
                <a:ea typeface="Calibri"/>
                <a:cs typeface="Calibri"/>
                <a:sym typeface="Calibri"/>
              </a:rPr>
              <a:t> </a:t>
            </a:r>
            <a:endParaRPr sz="1400">
              <a:solidFill>
                <a:srgbClr val="D6D6EF"/>
              </a:solidFill>
              <a:latin typeface="Calibri"/>
              <a:ea typeface="Calibri"/>
              <a:cs typeface="Calibri"/>
              <a:sym typeface="Calibri"/>
            </a:endParaRPr>
          </a:p>
          <a:p>
            <a:pPr marL="12700" marR="5080" lvl="0" indent="0" algn="l" rtl="0">
              <a:lnSpc>
                <a:spcPct val="136800"/>
              </a:lnSpc>
              <a:spcBef>
                <a:spcPts val="0"/>
              </a:spcBef>
              <a:spcAft>
                <a:spcPts val="0"/>
              </a:spcAft>
              <a:buNone/>
            </a:pPr>
            <a:r>
              <a:rPr lang="en-US" sz="1400" u="sng">
                <a:solidFill>
                  <a:schemeClr val="hlink"/>
                </a:solidFill>
                <a:latin typeface="Calibri"/>
                <a:ea typeface="Calibri"/>
                <a:cs typeface="Calibri"/>
                <a:sym typeface="Calibri"/>
                <a:hlinkClick r:id="rId14"/>
              </a:rPr>
              <a:t>W</a:t>
            </a:r>
            <a:r>
              <a:rPr lang="en-US" sz="1400" u="sng" cap="small">
                <a:solidFill>
                  <a:schemeClr val="hlink"/>
                </a:solidFill>
                <a:latin typeface="Calibri"/>
                <a:ea typeface="Calibri"/>
                <a:cs typeface="Calibri"/>
                <a:sym typeface="Calibri"/>
                <a:hlinkClick r:id="rId14"/>
              </a:rPr>
              <a:t>orked</a:t>
            </a:r>
            <a:r>
              <a:rPr lang="en-US" sz="1400" u="sng">
                <a:solidFill>
                  <a:schemeClr val="hlink"/>
                </a:solidFill>
                <a:latin typeface="Calibri"/>
                <a:ea typeface="Calibri"/>
                <a:cs typeface="Calibri"/>
                <a:sym typeface="Calibri"/>
                <a:hlinkClick r:id="rId14"/>
              </a:rPr>
              <a:t> E</a:t>
            </a:r>
            <a:r>
              <a:rPr lang="en-US" sz="1400" u="sng" cap="small">
                <a:solidFill>
                  <a:schemeClr val="hlink"/>
                </a:solidFill>
                <a:latin typeface="Calibri"/>
                <a:ea typeface="Calibri"/>
                <a:cs typeface="Calibri"/>
                <a:sym typeface="Calibri"/>
                <a:hlinkClick r:id="rId14"/>
              </a:rPr>
              <a:t>xample</a:t>
            </a:r>
            <a:endParaRPr sz="1400">
              <a:latin typeface="Calibri"/>
              <a:ea typeface="Calibri"/>
              <a:cs typeface="Calibri"/>
              <a:sym typeface="Calibri"/>
            </a:endParaRPr>
          </a:p>
          <a:p>
            <a:pPr marL="12700" lvl="0" indent="0" algn="l" rtl="0">
              <a:lnSpc>
                <a:spcPct val="100000"/>
              </a:lnSpc>
              <a:spcBef>
                <a:spcPts val="620"/>
              </a:spcBef>
              <a:spcAft>
                <a:spcPts val="0"/>
              </a:spcAft>
              <a:buNone/>
            </a:pPr>
            <a:r>
              <a:rPr lang="en-US" sz="1400" u="sng">
                <a:solidFill>
                  <a:schemeClr val="hlink"/>
                </a:solidFill>
                <a:latin typeface="Calibri"/>
                <a:ea typeface="Calibri"/>
                <a:cs typeface="Calibri"/>
                <a:sym typeface="Calibri"/>
                <a:hlinkClick r:id="rId15"/>
              </a:rPr>
              <a:t>E</a:t>
            </a:r>
            <a:r>
              <a:rPr lang="en-US" sz="1400" u="sng" cap="small">
                <a:solidFill>
                  <a:schemeClr val="hlink"/>
                </a:solidFill>
                <a:latin typeface="Calibri"/>
                <a:ea typeface="Calibri"/>
                <a:cs typeface="Calibri"/>
                <a:sym typeface="Calibri"/>
                <a:hlinkClick r:id="rId15"/>
              </a:rPr>
              <a:t>valuation</a:t>
            </a:r>
            <a:endParaRPr sz="1400">
              <a:latin typeface="Calibri"/>
              <a:ea typeface="Calibri"/>
              <a:cs typeface="Calibri"/>
              <a:sym typeface="Calibri"/>
            </a:endParaRPr>
          </a:p>
          <a:p>
            <a:pPr marL="12700" marR="1017268" lvl="0" indent="0" algn="l" rtl="0">
              <a:lnSpc>
                <a:spcPct val="136800"/>
              </a:lnSpc>
              <a:spcBef>
                <a:spcPts val="0"/>
              </a:spcBef>
              <a:spcAft>
                <a:spcPts val="0"/>
              </a:spcAft>
              <a:buNone/>
            </a:pPr>
            <a:r>
              <a:rPr lang="en-US" sz="1400" u="sng">
                <a:solidFill>
                  <a:schemeClr val="hlink"/>
                </a:solidFill>
                <a:latin typeface="Calibri"/>
                <a:ea typeface="Calibri"/>
                <a:cs typeface="Calibri"/>
                <a:sym typeface="Calibri"/>
                <a:hlinkClick r:id="rId16"/>
              </a:rPr>
              <a:t>P</a:t>
            </a:r>
            <a:r>
              <a:rPr lang="en-US" sz="1400" u="sng" cap="small">
                <a:solidFill>
                  <a:schemeClr val="hlink"/>
                </a:solidFill>
                <a:latin typeface="Calibri"/>
                <a:ea typeface="Calibri"/>
                <a:cs typeface="Calibri"/>
                <a:sym typeface="Calibri"/>
                <a:hlinkClick r:id="rId16"/>
              </a:rPr>
              <a:t>ython</a:t>
            </a:r>
            <a:r>
              <a:rPr lang="en-US" sz="1400" u="sng">
                <a:solidFill>
                  <a:schemeClr val="hlink"/>
                </a:solidFill>
                <a:latin typeface="Calibri"/>
                <a:ea typeface="Calibri"/>
                <a:cs typeface="Calibri"/>
                <a:sym typeface="Calibri"/>
                <a:hlinkClick r:id="rId16"/>
              </a:rPr>
              <a:t> I</a:t>
            </a:r>
            <a:r>
              <a:rPr lang="en-US" sz="1400" u="sng" cap="small">
                <a:solidFill>
                  <a:schemeClr val="hlink"/>
                </a:solidFill>
                <a:latin typeface="Calibri"/>
                <a:ea typeface="Calibri"/>
                <a:cs typeface="Calibri"/>
                <a:sym typeface="Calibri"/>
                <a:hlinkClick r:id="rId16"/>
              </a:rPr>
              <a:t>mplementation</a:t>
            </a:r>
            <a:r>
              <a:rPr lang="en-US" sz="1400">
                <a:solidFill>
                  <a:srgbClr val="3333B2"/>
                </a:solidFill>
                <a:latin typeface="Calibri"/>
                <a:ea typeface="Calibri"/>
                <a:cs typeface="Calibri"/>
                <a:sym typeface="Calibri"/>
              </a:rPr>
              <a:t> </a:t>
            </a:r>
            <a:r>
              <a:rPr lang="en-US" sz="1400" u="sng">
                <a:solidFill>
                  <a:schemeClr val="hlink"/>
                </a:solidFill>
                <a:latin typeface="Calibri"/>
                <a:ea typeface="Calibri"/>
                <a:cs typeface="Calibri"/>
                <a:sym typeface="Calibri"/>
                <a:hlinkClick r:id="rId17"/>
              </a:rPr>
              <a:t>I</a:t>
            </a:r>
            <a:r>
              <a:rPr lang="en-US" sz="1400" u="sng" cap="small">
                <a:solidFill>
                  <a:schemeClr val="hlink"/>
                </a:solidFill>
                <a:latin typeface="Calibri"/>
                <a:ea typeface="Calibri"/>
                <a:cs typeface="Calibri"/>
                <a:sym typeface="Calibri"/>
                <a:hlinkClick r:id="rId17"/>
              </a:rPr>
              <a:t>mplementation</a:t>
            </a:r>
            <a:r>
              <a:rPr lang="en-US" sz="1400" u="sng">
                <a:solidFill>
                  <a:schemeClr val="hlink"/>
                </a:solidFill>
                <a:latin typeface="Calibri"/>
                <a:ea typeface="Calibri"/>
                <a:cs typeface="Calibri"/>
                <a:sym typeface="Calibri"/>
                <a:hlinkClick r:id="rId17"/>
              </a:rPr>
              <a:t> T</a:t>
            </a:r>
            <a:r>
              <a:rPr lang="en-US" sz="1400" u="sng" cap="small">
                <a:solidFill>
                  <a:schemeClr val="hlink"/>
                </a:solidFill>
                <a:latin typeface="Calibri"/>
                <a:ea typeface="Calibri"/>
                <a:cs typeface="Calibri"/>
                <a:sym typeface="Calibri"/>
                <a:hlinkClick r:id="rId17"/>
              </a:rPr>
              <a:t>ips</a:t>
            </a:r>
            <a:r>
              <a:rPr lang="en-US" sz="1400">
                <a:solidFill>
                  <a:srgbClr val="D6D6EF"/>
                </a:solidFill>
                <a:latin typeface="Calibri"/>
                <a:ea typeface="Calibri"/>
                <a:cs typeface="Calibri"/>
                <a:sym typeface="Calibri"/>
              </a:rPr>
              <a:t> </a:t>
            </a:r>
            <a:endParaRPr sz="1400">
              <a:solidFill>
                <a:srgbClr val="D6D6EF"/>
              </a:solidFill>
              <a:latin typeface="Calibri"/>
              <a:ea typeface="Calibri"/>
              <a:cs typeface="Calibri"/>
              <a:sym typeface="Calibri"/>
            </a:endParaRPr>
          </a:p>
          <a:p>
            <a:pPr marL="12700" marR="1017269" lvl="0" indent="0" algn="l" rtl="0">
              <a:lnSpc>
                <a:spcPct val="136800"/>
              </a:lnSpc>
              <a:spcBef>
                <a:spcPts val="0"/>
              </a:spcBef>
              <a:spcAft>
                <a:spcPts val="0"/>
              </a:spcAft>
              <a:buNone/>
            </a:pPr>
            <a:r>
              <a:rPr lang="en-US" sz="1400" u="sng">
                <a:solidFill>
                  <a:schemeClr val="hlink"/>
                </a:solidFill>
                <a:latin typeface="Calibri"/>
                <a:ea typeface="Calibri"/>
                <a:cs typeface="Calibri"/>
                <a:sym typeface="Calibri"/>
                <a:hlinkClick r:id="rId18"/>
              </a:rPr>
              <a:t>S</a:t>
            </a:r>
            <a:r>
              <a:rPr lang="en-US" sz="1400" u="sng" cap="small">
                <a:solidFill>
                  <a:schemeClr val="hlink"/>
                </a:solidFill>
                <a:latin typeface="Calibri"/>
                <a:ea typeface="Calibri"/>
                <a:cs typeface="Calibri"/>
                <a:sym typeface="Calibri"/>
                <a:hlinkClick r:id="rId18"/>
              </a:rPr>
              <a:t>ummary</a:t>
            </a:r>
            <a:endParaRPr sz="1400">
              <a:latin typeface="Calibri"/>
              <a:ea typeface="Calibri"/>
              <a:cs typeface="Calibri"/>
              <a:sym typeface="Calibri"/>
            </a:endParaRPr>
          </a:p>
        </p:txBody>
      </p:sp>
      <p:grpSp>
        <p:nvGrpSpPr>
          <p:cNvPr id="782" name="Google Shape;782;p42"/>
          <p:cNvGrpSpPr/>
          <p:nvPr/>
        </p:nvGrpSpPr>
        <p:grpSpPr>
          <a:xfrm>
            <a:off x="0" y="3109250"/>
            <a:ext cx="5760261" cy="92075"/>
            <a:chOff x="0" y="3109250"/>
            <a:chExt cx="5760261" cy="92075"/>
          </a:xfrm>
        </p:grpSpPr>
        <p:sp>
          <p:nvSpPr>
            <p:cNvPr id="783" name="Google Shape;783;p42"/>
            <p:cNvSpPr/>
            <p:nvPr/>
          </p:nvSpPr>
          <p:spPr>
            <a:xfrm>
              <a:off x="0"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784" name="Google Shape;784;p42"/>
            <p:cNvSpPr/>
            <p:nvPr/>
          </p:nvSpPr>
          <p:spPr>
            <a:xfrm>
              <a:off x="1923862" y="3109250"/>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785" name="Google Shape;785;p42"/>
            <p:cNvSpPr/>
            <p:nvPr/>
          </p:nvSpPr>
          <p:spPr>
            <a:xfrm>
              <a:off x="3836211"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786" name="Google Shape;786;p42"/>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787" name="Google Shape;787;p42"/>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Calibri"/>
                <a:ea typeface="Calibri"/>
                <a:cs typeface="Calibri"/>
                <a:sym typeface="Calibri"/>
                <a:hlinkClick r:id="rId19"/>
              </a:rPr>
              <a:t>D</a:t>
            </a:r>
            <a:r>
              <a:rPr lang="en-US" sz="600" u="sng" cap="small">
                <a:solidFill>
                  <a:schemeClr val="hlink"/>
                </a:solidFill>
                <a:latin typeface="Calibri"/>
                <a:ea typeface="Calibri"/>
                <a:cs typeface="Calibri"/>
                <a:sym typeface="Calibri"/>
                <a:hlinkClick r:id="rId19"/>
              </a:rPr>
              <a:t>eep</a:t>
            </a:r>
            <a:r>
              <a:rPr lang="en-US" sz="600" u="sng">
                <a:solidFill>
                  <a:schemeClr val="hlink"/>
                </a:solidFill>
                <a:latin typeface="Calibri"/>
                <a:ea typeface="Calibri"/>
                <a:cs typeface="Calibri"/>
                <a:sym typeface="Calibri"/>
                <a:hlinkClick r:id="rId19"/>
              </a:rPr>
              <a:t> L</a:t>
            </a:r>
            <a:r>
              <a:rPr lang="en-US" sz="600" u="sng" cap="small">
                <a:solidFill>
                  <a:schemeClr val="hlink"/>
                </a:solidFill>
                <a:latin typeface="Calibri"/>
                <a:ea typeface="Calibri"/>
                <a:cs typeface="Calibri"/>
                <a:sym typeface="Calibri"/>
                <a:hlinkClick r:id="rId19"/>
              </a:rPr>
              <a:t>earning</a:t>
            </a:r>
            <a:endParaRPr sz="600">
              <a:latin typeface="Calibri"/>
              <a:ea typeface="Calibri"/>
              <a:cs typeface="Calibri"/>
              <a:sym typeface="Calibri"/>
            </a:endParaRPr>
          </a:p>
        </p:txBody>
      </p:sp>
      <p:sp>
        <p:nvSpPr>
          <p:cNvPr id="788" name="Google Shape;788;p42"/>
          <p:cNvSpPr txBox="1">
            <a:spLocks noGrp="1"/>
          </p:cNvSpPr>
          <p:nvPr>
            <p:ph type="sldNum" idx="12"/>
          </p:nvPr>
        </p:nvSpPr>
        <p:spPr>
          <a:xfrm>
            <a:off x="4648848" y="3137672"/>
            <a:ext cx="318208" cy="1016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15</a:t>
            </a:fld>
            <a:r>
              <a:rPr lang="en-US"/>
              <a:t> / 46</a:t>
            </a:r>
            <a:endParaRPr/>
          </a:p>
        </p:txBody>
      </p:sp>
    </p:spTree>
  </p:cSld>
  <p:clrMapOvr>
    <a:masterClrMapping/>
  </p:clrMapOvr>
  <p:transition>
    <p:fade thruBlk="1"/>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792"/>
        <p:cNvGrpSpPr/>
        <p:nvPr/>
      </p:nvGrpSpPr>
      <p:grpSpPr>
        <a:xfrm>
          <a:off x="0" y="0"/>
          <a:ext cx="0" cy="0"/>
          <a:chOff x="0" y="0"/>
          <a:chExt cx="0" cy="0"/>
        </a:xfrm>
      </p:grpSpPr>
      <p:sp>
        <p:nvSpPr>
          <p:cNvPr id="793" name="Google Shape;793;p43"/>
          <p:cNvSpPr txBox="1">
            <a:spLocks noGrp="1"/>
          </p:cNvSpPr>
          <p:nvPr>
            <p:ph type="title"/>
          </p:nvPr>
        </p:nvSpPr>
        <p:spPr>
          <a:xfrm>
            <a:off x="82600" y="109545"/>
            <a:ext cx="4943475" cy="288290"/>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None/>
            </a:pPr>
            <a:r>
              <a:rPr lang="en-US">
                <a:solidFill>
                  <a:srgbClr val="FFFFFF"/>
                </a:solidFill>
              </a:rPr>
              <a:t>P</a:t>
            </a:r>
            <a:r>
              <a:rPr lang="en-US" cap="small">
                <a:solidFill>
                  <a:srgbClr val="FFFFFF"/>
                </a:solidFill>
              </a:rPr>
              <a:t>erceptron</a:t>
            </a:r>
            <a:r>
              <a:rPr lang="en-US">
                <a:solidFill>
                  <a:srgbClr val="FFFFFF"/>
                </a:solidFill>
              </a:rPr>
              <a:t> D</a:t>
            </a:r>
            <a:r>
              <a:rPr lang="en-US" cap="small">
                <a:solidFill>
                  <a:srgbClr val="FFFFFF"/>
                </a:solidFill>
              </a:rPr>
              <a:t>emo</a:t>
            </a:r>
            <a:r>
              <a:rPr lang="en-US">
                <a:solidFill>
                  <a:srgbClr val="FFFFFF"/>
                </a:solidFill>
              </a:rPr>
              <a:t> P</a:t>
            </a:r>
            <a:r>
              <a:rPr lang="en-US" cap="small">
                <a:solidFill>
                  <a:srgbClr val="FFFFFF"/>
                </a:solidFill>
              </a:rPr>
              <a:t>ython</a:t>
            </a:r>
            <a:r>
              <a:rPr lang="en-US">
                <a:solidFill>
                  <a:srgbClr val="FFFFFF"/>
                </a:solidFill>
              </a:rPr>
              <a:t> C</a:t>
            </a:r>
            <a:r>
              <a:rPr lang="en-US" cap="small">
                <a:solidFill>
                  <a:srgbClr val="FFFFFF"/>
                </a:solidFill>
              </a:rPr>
              <a:t>ode</a:t>
            </a:r>
            <a:endParaRPr/>
          </a:p>
        </p:txBody>
      </p:sp>
      <p:pic>
        <p:nvPicPr>
          <p:cNvPr id="794" name="Google Shape;794;p43"/>
          <p:cNvPicPr preferRelativeResize="0"/>
          <p:nvPr/>
        </p:nvPicPr>
        <p:blipFill rotWithShape="1">
          <a:blip r:embed="rId3">
            <a:alphaModFix/>
          </a:blip>
          <a:srcRect/>
          <a:stretch/>
        </p:blipFill>
        <p:spPr>
          <a:xfrm>
            <a:off x="513702" y="1017866"/>
            <a:ext cx="69291" cy="69291"/>
          </a:xfrm>
          <a:prstGeom prst="rect">
            <a:avLst/>
          </a:prstGeom>
          <a:noFill/>
          <a:ln>
            <a:noFill/>
          </a:ln>
        </p:spPr>
      </p:pic>
      <p:sp>
        <p:nvSpPr>
          <p:cNvPr id="795" name="Google Shape;795;p43"/>
          <p:cNvSpPr txBox="1"/>
          <p:nvPr/>
        </p:nvSpPr>
        <p:spPr>
          <a:xfrm>
            <a:off x="347294" y="925166"/>
            <a:ext cx="5065395" cy="1891657"/>
          </a:xfrm>
          <a:prstGeom prst="rect">
            <a:avLst/>
          </a:prstGeom>
          <a:noFill/>
          <a:ln>
            <a:noFill/>
          </a:ln>
        </p:spPr>
        <p:txBody>
          <a:bodyPr spcFirstLastPara="1" wrap="square" lIns="0" tIns="12050" rIns="0" bIns="0" anchor="t" anchorCtr="0">
            <a:spAutoFit/>
          </a:bodyPr>
          <a:lstStyle/>
          <a:p>
            <a:pPr marL="309880" marR="1232535" lvl="0"/>
            <a:r>
              <a:rPr lang="en-GB" sz="1200" dirty="0">
                <a:latin typeface="Calibri"/>
                <a:ea typeface="Calibri"/>
                <a:cs typeface="Calibri"/>
                <a:sym typeface="Calibri"/>
                <a:hlinkClick r:id="rId4"/>
              </a:rPr>
              <a:t>https://drive.google.com/file/d/1Qs9sAvBcfyr_bCpAKam9hRDXEw-K-ONF/view?usp=sharing</a:t>
            </a:r>
            <a:endParaRPr lang="en-GB" sz="1200" dirty="0">
              <a:latin typeface="Calibri"/>
              <a:ea typeface="Calibri"/>
              <a:cs typeface="Calibri"/>
              <a:sym typeface="Calibri"/>
            </a:endParaRPr>
          </a:p>
          <a:p>
            <a:pPr marL="309880" marR="1232535" lvl="0"/>
            <a:endParaRPr lang="en-GB" sz="1200" dirty="0">
              <a:latin typeface="Calibri"/>
              <a:ea typeface="Calibri"/>
              <a:cs typeface="Calibri"/>
              <a:sym typeface="Calibri"/>
            </a:endParaRPr>
          </a:p>
          <a:p>
            <a:pPr marL="309880" marR="1232535" lvl="0"/>
            <a:r>
              <a:rPr lang="en-GB" sz="1200" dirty="0">
                <a:latin typeface="Calibri"/>
                <a:ea typeface="Calibri"/>
                <a:cs typeface="Calibri"/>
                <a:sym typeface="Calibri"/>
              </a:rPr>
              <a:t>Already shown in webinar.</a:t>
            </a:r>
          </a:p>
          <a:p>
            <a:pPr marL="0" lvl="0" indent="0" algn="l" rtl="0">
              <a:lnSpc>
                <a:spcPct val="100000"/>
              </a:lnSpc>
              <a:spcBef>
                <a:spcPts val="360"/>
              </a:spcBef>
              <a:spcAft>
                <a:spcPts val="0"/>
              </a:spcAft>
              <a:buNone/>
            </a:pPr>
            <a:endParaRPr sz="1200" dirty="0">
              <a:latin typeface="Calibri"/>
              <a:ea typeface="Calibri"/>
              <a:cs typeface="Calibri"/>
              <a:sym typeface="Calibri"/>
            </a:endParaRPr>
          </a:p>
          <a:p>
            <a:pPr marL="12700" lvl="0" indent="0" algn="just" rtl="0">
              <a:lnSpc>
                <a:spcPct val="100000"/>
              </a:lnSpc>
              <a:spcBef>
                <a:spcPts val="0"/>
              </a:spcBef>
              <a:spcAft>
                <a:spcPts val="0"/>
              </a:spcAft>
              <a:buNone/>
            </a:pPr>
            <a:r>
              <a:rPr lang="en-US" sz="1050" dirty="0">
                <a:latin typeface="Arial"/>
                <a:ea typeface="Arial"/>
                <a:cs typeface="Arial"/>
                <a:sym typeface="Arial"/>
              </a:rPr>
              <a:t>Student pl note:</a:t>
            </a:r>
            <a:endParaRPr sz="1050" dirty="0">
              <a:latin typeface="Arial"/>
              <a:ea typeface="Arial"/>
              <a:cs typeface="Arial"/>
              <a:sym typeface="Arial"/>
            </a:endParaRPr>
          </a:p>
          <a:p>
            <a:pPr marL="12700" marR="5080" lvl="0" indent="0" algn="just" rtl="0">
              <a:lnSpc>
                <a:spcPct val="114700"/>
              </a:lnSpc>
              <a:spcBef>
                <a:spcPts val="0"/>
              </a:spcBef>
              <a:spcAft>
                <a:spcPts val="0"/>
              </a:spcAft>
              <a:buNone/>
            </a:pPr>
            <a:r>
              <a:rPr lang="en-US" sz="1050" dirty="0">
                <a:latin typeface="Arial"/>
                <a:ea typeface="Arial"/>
                <a:cs typeface="Arial"/>
                <a:sym typeface="Arial"/>
              </a:rPr>
              <a:t>The Python notebook is shared for anyone who has access to the link and the access is restricted to </a:t>
            </a:r>
            <a:r>
              <a:rPr lang="en-US" sz="1050" dirty="0">
                <a:solidFill>
                  <a:srgbClr val="FF0000"/>
                </a:solidFill>
                <a:latin typeface="Arial"/>
                <a:ea typeface="Arial"/>
                <a:cs typeface="Arial"/>
                <a:sym typeface="Arial"/>
              </a:rPr>
              <a:t>use BITS email id</a:t>
            </a:r>
            <a:r>
              <a:rPr lang="en-US" sz="1050" dirty="0">
                <a:latin typeface="Arial"/>
                <a:ea typeface="Arial"/>
                <a:cs typeface="Arial"/>
                <a:sym typeface="Arial"/>
              </a:rPr>
              <a:t>. So please do not access from non-BITS email id and send requests for access. Access for non-BITS email id will NOT be granted.</a:t>
            </a:r>
            <a:endParaRPr sz="1050" dirty="0">
              <a:latin typeface="Arial"/>
              <a:ea typeface="Arial"/>
              <a:cs typeface="Arial"/>
              <a:sym typeface="Arial"/>
            </a:endParaRPr>
          </a:p>
        </p:txBody>
      </p:sp>
      <p:grpSp>
        <p:nvGrpSpPr>
          <p:cNvPr id="796" name="Google Shape;796;p43"/>
          <p:cNvGrpSpPr/>
          <p:nvPr/>
        </p:nvGrpSpPr>
        <p:grpSpPr>
          <a:xfrm>
            <a:off x="0" y="3109250"/>
            <a:ext cx="5760261" cy="92075"/>
            <a:chOff x="0" y="3109250"/>
            <a:chExt cx="5760261" cy="92075"/>
          </a:xfrm>
        </p:grpSpPr>
        <p:sp>
          <p:nvSpPr>
            <p:cNvPr id="797" name="Google Shape;797;p43"/>
            <p:cNvSpPr/>
            <p:nvPr/>
          </p:nvSpPr>
          <p:spPr>
            <a:xfrm>
              <a:off x="0"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798" name="Google Shape;798;p43"/>
            <p:cNvSpPr/>
            <p:nvPr/>
          </p:nvSpPr>
          <p:spPr>
            <a:xfrm>
              <a:off x="1923862" y="3109250"/>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799" name="Google Shape;799;p43"/>
            <p:cNvSpPr/>
            <p:nvPr/>
          </p:nvSpPr>
          <p:spPr>
            <a:xfrm>
              <a:off x="3836211"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800" name="Google Shape;800;p43"/>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801" name="Google Shape;801;p43"/>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Calibri"/>
                <a:ea typeface="Calibri"/>
                <a:cs typeface="Calibri"/>
                <a:sym typeface="Calibri"/>
                <a:hlinkClick r:id="rId5"/>
              </a:rPr>
              <a:t>D</a:t>
            </a:r>
            <a:r>
              <a:rPr lang="en-US" sz="600" u="sng" cap="small">
                <a:solidFill>
                  <a:schemeClr val="hlink"/>
                </a:solidFill>
                <a:latin typeface="Calibri"/>
                <a:ea typeface="Calibri"/>
                <a:cs typeface="Calibri"/>
                <a:sym typeface="Calibri"/>
                <a:hlinkClick r:id="rId5"/>
              </a:rPr>
              <a:t>eep</a:t>
            </a:r>
            <a:r>
              <a:rPr lang="en-US" sz="600" u="sng">
                <a:solidFill>
                  <a:schemeClr val="hlink"/>
                </a:solidFill>
                <a:latin typeface="Calibri"/>
                <a:ea typeface="Calibri"/>
                <a:cs typeface="Calibri"/>
                <a:sym typeface="Calibri"/>
                <a:hlinkClick r:id="rId5"/>
              </a:rPr>
              <a:t> L</a:t>
            </a:r>
            <a:r>
              <a:rPr lang="en-US" sz="600" u="sng" cap="small">
                <a:solidFill>
                  <a:schemeClr val="hlink"/>
                </a:solidFill>
                <a:latin typeface="Calibri"/>
                <a:ea typeface="Calibri"/>
                <a:cs typeface="Calibri"/>
                <a:sym typeface="Calibri"/>
                <a:hlinkClick r:id="rId5"/>
              </a:rPr>
              <a:t>earning</a:t>
            </a:r>
            <a:endParaRPr sz="600">
              <a:latin typeface="Calibri"/>
              <a:ea typeface="Calibri"/>
              <a:cs typeface="Calibri"/>
              <a:sym typeface="Calibri"/>
            </a:endParaRPr>
          </a:p>
        </p:txBody>
      </p:sp>
      <p:sp>
        <p:nvSpPr>
          <p:cNvPr id="802" name="Google Shape;802;p43"/>
          <p:cNvSpPr txBox="1">
            <a:spLocks noGrp="1"/>
          </p:cNvSpPr>
          <p:nvPr>
            <p:ph type="sldNum" idx="12"/>
          </p:nvPr>
        </p:nvSpPr>
        <p:spPr>
          <a:xfrm>
            <a:off x="4648848" y="3137672"/>
            <a:ext cx="318208" cy="1016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16</a:t>
            </a:fld>
            <a:r>
              <a:rPr lang="en-US"/>
              <a:t> / 46</a:t>
            </a:r>
            <a:endParaRPr/>
          </a:p>
        </p:txBody>
      </p:sp>
    </p:spTree>
  </p:cSld>
  <p:clrMapOvr>
    <a:masterClrMapping/>
  </p:clrMapOvr>
  <p:transition>
    <p:fade thruBlk="1"/>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806"/>
        <p:cNvGrpSpPr/>
        <p:nvPr/>
      </p:nvGrpSpPr>
      <p:grpSpPr>
        <a:xfrm>
          <a:off x="0" y="0"/>
          <a:ext cx="0" cy="0"/>
          <a:chOff x="0" y="0"/>
          <a:chExt cx="0" cy="0"/>
        </a:xfrm>
      </p:grpSpPr>
      <p:sp>
        <p:nvSpPr>
          <p:cNvPr id="807" name="Google Shape;807;p44"/>
          <p:cNvSpPr txBox="1">
            <a:spLocks noGrp="1"/>
          </p:cNvSpPr>
          <p:nvPr>
            <p:ph type="title"/>
          </p:nvPr>
        </p:nvSpPr>
        <p:spPr>
          <a:xfrm>
            <a:off x="82600" y="109545"/>
            <a:ext cx="4943475" cy="288290"/>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None/>
            </a:pPr>
            <a:r>
              <a:rPr lang="en-US">
                <a:solidFill>
                  <a:srgbClr val="FFFFFF"/>
                </a:solidFill>
              </a:rPr>
              <a:t>T</a:t>
            </a:r>
            <a:r>
              <a:rPr lang="en-US" cap="small">
                <a:solidFill>
                  <a:srgbClr val="FFFFFF"/>
                </a:solidFill>
              </a:rPr>
              <a:t>able</a:t>
            </a:r>
            <a:r>
              <a:rPr lang="en-US">
                <a:solidFill>
                  <a:srgbClr val="FFFFFF"/>
                </a:solidFill>
              </a:rPr>
              <a:t> </a:t>
            </a:r>
            <a:r>
              <a:rPr lang="en-US" cap="small">
                <a:solidFill>
                  <a:srgbClr val="FFFFFF"/>
                </a:solidFill>
              </a:rPr>
              <a:t>of</a:t>
            </a:r>
            <a:r>
              <a:rPr lang="en-US">
                <a:solidFill>
                  <a:srgbClr val="FFFFFF"/>
                </a:solidFill>
              </a:rPr>
              <a:t> C</a:t>
            </a:r>
            <a:r>
              <a:rPr lang="en-US" cap="small">
                <a:solidFill>
                  <a:srgbClr val="FFFFFF"/>
                </a:solidFill>
              </a:rPr>
              <a:t>ontents</a:t>
            </a:r>
            <a:endParaRPr/>
          </a:p>
        </p:txBody>
      </p:sp>
      <p:pic>
        <p:nvPicPr>
          <p:cNvPr id="808" name="Google Shape;808;p44"/>
          <p:cNvPicPr preferRelativeResize="0"/>
          <p:nvPr/>
        </p:nvPicPr>
        <p:blipFill rotWithShape="1">
          <a:blip r:embed="rId3">
            <a:alphaModFix/>
          </a:blip>
          <a:srcRect/>
          <a:stretch/>
        </p:blipFill>
        <p:spPr>
          <a:xfrm>
            <a:off x="343662" y="637743"/>
            <a:ext cx="169964" cy="169964"/>
          </a:xfrm>
          <a:prstGeom prst="rect">
            <a:avLst/>
          </a:prstGeom>
          <a:noFill/>
          <a:ln>
            <a:noFill/>
          </a:ln>
        </p:spPr>
      </p:pic>
      <p:sp>
        <p:nvSpPr>
          <p:cNvPr id="809" name="Google Shape;809;p44"/>
          <p:cNvSpPr txBox="1"/>
          <p:nvPr/>
        </p:nvSpPr>
        <p:spPr>
          <a:xfrm>
            <a:off x="387959" y="641412"/>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1</a:t>
            </a:r>
            <a:endParaRPr sz="800">
              <a:latin typeface="Calibri"/>
              <a:ea typeface="Calibri"/>
              <a:cs typeface="Calibri"/>
              <a:sym typeface="Calibri"/>
            </a:endParaRPr>
          </a:p>
        </p:txBody>
      </p:sp>
      <p:pic>
        <p:nvPicPr>
          <p:cNvPr id="810" name="Google Shape;810;p44"/>
          <p:cNvPicPr preferRelativeResize="0"/>
          <p:nvPr/>
        </p:nvPicPr>
        <p:blipFill rotWithShape="1">
          <a:blip r:embed="rId4">
            <a:alphaModFix/>
          </a:blip>
          <a:srcRect/>
          <a:stretch/>
        </p:blipFill>
        <p:spPr>
          <a:xfrm>
            <a:off x="343662" y="929678"/>
            <a:ext cx="169964" cy="169964"/>
          </a:xfrm>
          <a:prstGeom prst="rect">
            <a:avLst/>
          </a:prstGeom>
          <a:noFill/>
          <a:ln>
            <a:noFill/>
          </a:ln>
        </p:spPr>
      </p:pic>
      <p:sp>
        <p:nvSpPr>
          <p:cNvPr id="811" name="Google Shape;811;p44"/>
          <p:cNvSpPr txBox="1"/>
          <p:nvPr/>
        </p:nvSpPr>
        <p:spPr>
          <a:xfrm>
            <a:off x="387959" y="933347"/>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2</a:t>
            </a:r>
            <a:endParaRPr sz="800">
              <a:latin typeface="Calibri"/>
              <a:ea typeface="Calibri"/>
              <a:cs typeface="Calibri"/>
              <a:sym typeface="Calibri"/>
            </a:endParaRPr>
          </a:p>
        </p:txBody>
      </p:sp>
      <p:pic>
        <p:nvPicPr>
          <p:cNvPr id="812" name="Google Shape;812;p44"/>
          <p:cNvPicPr preferRelativeResize="0"/>
          <p:nvPr/>
        </p:nvPicPr>
        <p:blipFill rotWithShape="1">
          <a:blip r:embed="rId5">
            <a:alphaModFix/>
          </a:blip>
          <a:srcRect/>
          <a:stretch/>
        </p:blipFill>
        <p:spPr>
          <a:xfrm>
            <a:off x="343662" y="1221600"/>
            <a:ext cx="169964" cy="169964"/>
          </a:xfrm>
          <a:prstGeom prst="rect">
            <a:avLst/>
          </a:prstGeom>
          <a:noFill/>
          <a:ln>
            <a:noFill/>
          </a:ln>
        </p:spPr>
      </p:pic>
      <p:sp>
        <p:nvSpPr>
          <p:cNvPr id="813" name="Google Shape;813;p44"/>
          <p:cNvSpPr txBox="1"/>
          <p:nvPr/>
        </p:nvSpPr>
        <p:spPr>
          <a:xfrm>
            <a:off x="387959" y="1225281"/>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3</a:t>
            </a:r>
            <a:endParaRPr sz="800">
              <a:latin typeface="Calibri"/>
              <a:ea typeface="Calibri"/>
              <a:cs typeface="Calibri"/>
              <a:sym typeface="Calibri"/>
            </a:endParaRPr>
          </a:p>
        </p:txBody>
      </p:sp>
      <p:pic>
        <p:nvPicPr>
          <p:cNvPr id="814" name="Google Shape;814;p44"/>
          <p:cNvPicPr preferRelativeResize="0"/>
          <p:nvPr/>
        </p:nvPicPr>
        <p:blipFill rotWithShape="1">
          <a:blip r:embed="rId6">
            <a:alphaModFix/>
          </a:blip>
          <a:srcRect/>
          <a:stretch/>
        </p:blipFill>
        <p:spPr>
          <a:xfrm>
            <a:off x="343662" y="1513535"/>
            <a:ext cx="169964" cy="169964"/>
          </a:xfrm>
          <a:prstGeom prst="rect">
            <a:avLst/>
          </a:prstGeom>
          <a:noFill/>
          <a:ln>
            <a:noFill/>
          </a:ln>
        </p:spPr>
      </p:pic>
      <p:sp>
        <p:nvSpPr>
          <p:cNvPr id="815" name="Google Shape;815;p44"/>
          <p:cNvSpPr txBox="1"/>
          <p:nvPr/>
        </p:nvSpPr>
        <p:spPr>
          <a:xfrm>
            <a:off x="387959" y="1517204"/>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4</a:t>
            </a:r>
            <a:endParaRPr sz="800">
              <a:latin typeface="Calibri"/>
              <a:ea typeface="Calibri"/>
              <a:cs typeface="Calibri"/>
              <a:sym typeface="Calibri"/>
            </a:endParaRPr>
          </a:p>
        </p:txBody>
      </p:sp>
      <p:pic>
        <p:nvPicPr>
          <p:cNvPr id="816" name="Google Shape;816;p44"/>
          <p:cNvPicPr preferRelativeResize="0"/>
          <p:nvPr/>
        </p:nvPicPr>
        <p:blipFill rotWithShape="1">
          <a:blip r:embed="rId7">
            <a:alphaModFix/>
          </a:blip>
          <a:srcRect/>
          <a:stretch/>
        </p:blipFill>
        <p:spPr>
          <a:xfrm>
            <a:off x="343662" y="1805457"/>
            <a:ext cx="169964" cy="169964"/>
          </a:xfrm>
          <a:prstGeom prst="rect">
            <a:avLst/>
          </a:prstGeom>
          <a:noFill/>
          <a:ln>
            <a:noFill/>
          </a:ln>
        </p:spPr>
      </p:pic>
      <p:sp>
        <p:nvSpPr>
          <p:cNvPr id="817" name="Google Shape;817;p44"/>
          <p:cNvSpPr txBox="1"/>
          <p:nvPr/>
        </p:nvSpPr>
        <p:spPr>
          <a:xfrm>
            <a:off x="387959" y="1809139"/>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5</a:t>
            </a:r>
            <a:endParaRPr sz="800">
              <a:latin typeface="Calibri"/>
              <a:ea typeface="Calibri"/>
              <a:cs typeface="Calibri"/>
              <a:sym typeface="Calibri"/>
            </a:endParaRPr>
          </a:p>
        </p:txBody>
      </p:sp>
      <p:pic>
        <p:nvPicPr>
          <p:cNvPr id="818" name="Google Shape;818;p44"/>
          <p:cNvPicPr preferRelativeResize="0"/>
          <p:nvPr/>
        </p:nvPicPr>
        <p:blipFill rotWithShape="1">
          <a:blip r:embed="rId8">
            <a:alphaModFix/>
          </a:blip>
          <a:srcRect/>
          <a:stretch/>
        </p:blipFill>
        <p:spPr>
          <a:xfrm>
            <a:off x="343649" y="2097392"/>
            <a:ext cx="169964" cy="169964"/>
          </a:xfrm>
          <a:prstGeom prst="rect">
            <a:avLst/>
          </a:prstGeom>
          <a:noFill/>
          <a:ln>
            <a:noFill/>
          </a:ln>
        </p:spPr>
      </p:pic>
      <p:sp>
        <p:nvSpPr>
          <p:cNvPr id="819" name="Google Shape;819;p44"/>
          <p:cNvSpPr txBox="1"/>
          <p:nvPr/>
        </p:nvSpPr>
        <p:spPr>
          <a:xfrm>
            <a:off x="387959" y="2101061"/>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6</a:t>
            </a:r>
            <a:endParaRPr sz="800">
              <a:latin typeface="Calibri"/>
              <a:ea typeface="Calibri"/>
              <a:cs typeface="Calibri"/>
              <a:sym typeface="Calibri"/>
            </a:endParaRPr>
          </a:p>
        </p:txBody>
      </p:sp>
      <p:pic>
        <p:nvPicPr>
          <p:cNvPr id="820" name="Google Shape;820;p44"/>
          <p:cNvPicPr preferRelativeResize="0"/>
          <p:nvPr/>
        </p:nvPicPr>
        <p:blipFill rotWithShape="1">
          <a:blip r:embed="rId9">
            <a:alphaModFix/>
          </a:blip>
          <a:srcRect/>
          <a:stretch/>
        </p:blipFill>
        <p:spPr>
          <a:xfrm>
            <a:off x="343649" y="2389314"/>
            <a:ext cx="169964" cy="169964"/>
          </a:xfrm>
          <a:prstGeom prst="rect">
            <a:avLst/>
          </a:prstGeom>
          <a:noFill/>
          <a:ln>
            <a:noFill/>
          </a:ln>
        </p:spPr>
      </p:pic>
      <p:sp>
        <p:nvSpPr>
          <p:cNvPr id="821" name="Google Shape;821;p44"/>
          <p:cNvSpPr txBox="1"/>
          <p:nvPr/>
        </p:nvSpPr>
        <p:spPr>
          <a:xfrm>
            <a:off x="387959" y="2392996"/>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EAEAF7"/>
                </a:solidFill>
                <a:latin typeface="Calibri"/>
                <a:ea typeface="Calibri"/>
                <a:cs typeface="Calibri"/>
                <a:sym typeface="Calibri"/>
              </a:rPr>
              <a:t>7</a:t>
            </a:r>
            <a:endParaRPr sz="800">
              <a:latin typeface="Calibri"/>
              <a:ea typeface="Calibri"/>
              <a:cs typeface="Calibri"/>
              <a:sym typeface="Calibri"/>
            </a:endParaRPr>
          </a:p>
        </p:txBody>
      </p:sp>
      <p:pic>
        <p:nvPicPr>
          <p:cNvPr id="822" name="Google Shape;822;p44"/>
          <p:cNvPicPr preferRelativeResize="0"/>
          <p:nvPr/>
        </p:nvPicPr>
        <p:blipFill rotWithShape="1">
          <a:blip r:embed="rId10">
            <a:alphaModFix/>
          </a:blip>
          <a:srcRect/>
          <a:stretch/>
        </p:blipFill>
        <p:spPr>
          <a:xfrm>
            <a:off x="343649" y="2681249"/>
            <a:ext cx="169964" cy="169964"/>
          </a:xfrm>
          <a:prstGeom prst="rect">
            <a:avLst/>
          </a:prstGeom>
          <a:noFill/>
          <a:ln>
            <a:noFill/>
          </a:ln>
        </p:spPr>
      </p:pic>
      <p:sp>
        <p:nvSpPr>
          <p:cNvPr id="823" name="Google Shape;823;p44"/>
          <p:cNvSpPr txBox="1"/>
          <p:nvPr/>
        </p:nvSpPr>
        <p:spPr>
          <a:xfrm>
            <a:off x="387959" y="2684931"/>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8</a:t>
            </a:r>
            <a:endParaRPr sz="800">
              <a:latin typeface="Calibri"/>
              <a:ea typeface="Calibri"/>
              <a:cs typeface="Calibri"/>
              <a:sym typeface="Calibri"/>
            </a:endParaRPr>
          </a:p>
        </p:txBody>
      </p:sp>
      <p:sp>
        <p:nvSpPr>
          <p:cNvPr id="824" name="Google Shape;824;p44"/>
          <p:cNvSpPr txBox="1"/>
          <p:nvPr/>
        </p:nvSpPr>
        <p:spPr>
          <a:xfrm>
            <a:off x="563029" y="562863"/>
            <a:ext cx="3241800" cy="2291400"/>
          </a:xfrm>
          <a:prstGeom prst="rect">
            <a:avLst/>
          </a:prstGeom>
          <a:noFill/>
          <a:ln>
            <a:noFill/>
          </a:ln>
        </p:spPr>
        <p:txBody>
          <a:bodyPr spcFirstLastPara="1" wrap="square" lIns="0" tIns="90150" rIns="0" bIns="0" anchor="t" anchorCtr="0">
            <a:spAutoFit/>
          </a:bodyPr>
          <a:lstStyle/>
          <a:p>
            <a:pPr marL="12700" lvl="0" indent="0" algn="l" rtl="0">
              <a:lnSpc>
                <a:spcPct val="100000"/>
              </a:lnSpc>
              <a:spcBef>
                <a:spcPts val="0"/>
              </a:spcBef>
              <a:spcAft>
                <a:spcPts val="0"/>
              </a:spcAft>
              <a:buNone/>
            </a:pPr>
            <a:r>
              <a:rPr lang="en-US" sz="1400" u="sng">
                <a:solidFill>
                  <a:schemeClr val="hlink"/>
                </a:solidFill>
                <a:latin typeface="Calibri"/>
                <a:ea typeface="Calibri"/>
                <a:cs typeface="Calibri"/>
                <a:sym typeface="Calibri"/>
                <a:hlinkClick r:id="rId11"/>
              </a:rPr>
              <a:t>R</a:t>
            </a:r>
            <a:r>
              <a:rPr lang="en-US" sz="1400" u="sng" cap="small">
                <a:solidFill>
                  <a:schemeClr val="hlink"/>
                </a:solidFill>
                <a:latin typeface="Calibri"/>
                <a:ea typeface="Calibri"/>
                <a:cs typeface="Calibri"/>
                <a:sym typeface="Calibri"/>
                <a:hlinkClick r:id="rId11"/>
              </a:rPr>
              <a:t>egression</a:t>
            </a:r>
            <a:endParaRPr sz="1400">
              <a:latin typeface="Calibri"/>
              <a:ea typeface="Calibri"/>
              <a:cs typeface="Calibri"/>
              <a:sym typeface="Calibri"/>
            </a:endParaRPr>
          </a:p>
          <a:p>
            <a:pPr marL="12700" lvl="0" indent="0" algn="l" rtl="0">
              <a:lnSpc>
                <a:spcPct val="100000"/>
              </a:lnSpc>
              <a:spcBef>
                <a:spcPts val="620"/>
              </a:spcBef>
              <a:spcAft>
                <a:spcPts val="0"/>
              </a:spcAft>
              <a:buNone/>
            </a:pPr>
            <a:r>
              <a:rPr lang="en-US" sz="1400" u="sng">
                <a:solidFill>
                  <a:schemeClr val="hlink"/>
                </a:solidFill>
                <a:latin typeface="Calibri"/>
                <a:ea typeface="Calibri"/>
                <a:cs typeface="Calibri"/>
                <a:sym typeface="Calibri"/>
                <a:hlinkClick r:id="rId12"/>
              </a:rPr>
              <a:t>L</a:t>
            </a:r>
            <a:r>
              <a:rPr lang="en-US" sz="1400" u="sng" cap="small">
                <a:solidFill>
                  <a:schemeClr val="hlink"/>
                </a:solidFill>
                <a:latin typeface="Calibri"/>
                <a:ea typeface="Calibri"/>
                <a:cs typeface="Calibri"/>
                <a:sym typeface="Calibri"/>
                <a:hlinkClick r:id="rId12"/>
              </a:rPr>
              <a:t>inear</a:t>
            </a:r>
            <a:r>
              <a:rPr lang="en-US" sz="1400" u="sng">
                <a:solidFill>
                  <a:schemeClr val="hlink"/>
                </a:solidFill>
                <a:latin typeface="Calibri"/>
                <a:ea typeface="Calibri"/>
                <a:cs typeface="Calibri"/>
                <a:sym typeface="Calibri"/>
                <a:hlinkClick r:id="rId12"/>
              </a:rPr>
              <a:t> R</a:t>
            </a:r>
            <a:r>
              <a:rPr lang="en-US" sz="1400" u="sng" cap="small">
                <a:solidFill>
                  <a:schemeClr val="hlink"/>
                </a:solidFill>
                <a:latin typeface="Calibri"/>
                <a:ea typeface="Calibri"/>
                <a:cs typeface="Calibri"/>
                <a:sym typeface="Calibri"/>
                <a:hlinkClick r:id="rId12"/>
              </a:rPr>
              <a:t>egression</a:t>
            </a:r>
            <a:endParaRPr sz="1400">
              <a:latin typeface="Calibri"/>
              <a:ea typeface="Calibri"/>
              <a:cs typeface="Calibri"/>
              <a:sym typeface="Calibri"/>
            </a:endParaRPr>
          </a:p>
          <a:p>
            <a:pPr marL="12700" marR="5080" lvl="0" indent="0" algn="l" rtl="0">
              <a:lnSpc>
                <a:spcPct val="136800"/>
              </a:lnSpc>
              <a:spcBef>
                <a:spcPts val="0"/>
              </a:spcBef>
              <a:spcAft>
                <a:spcPts val="0"/>
              </a:spcAft>
              <a:buNone/>
            </a:pPr>
            <a:r>
              <a:rPr lang="en-US" sz="1400" u="sng">
                <a:solidFill>
                  <a:schemeClr val="hlink"/>
                </a:solidFill>
                <a:latin typeface="Calibri"/>
                <a:ea typeface="Calibri"/>
                <a:cs typeface="Calibri"/>
                <a:sym typeface="Calibri"/>
                <a:hlinkClick r:id="rId13"/>
              </a:rPr>
              <a:t>T</a:t>
            </a:r>
            <a:r>
              <a:rPr lang="en-US" sz="1400" u="sng" cap="small">
                <a:solidFill>
                  <a:schemeClr val="hlink"/>
                </a:solidFill>
                <a:latin typeface="Calibri"/>
                <a:ea typeface="Calibri"/>
                <a:cs typeface="Calibri"/>
                <a:sym typeface="Calibri"/>
                <a:hlinkClick r:id="rId13"/>
              </a:rPr>
              <a:t>he</a:t>
            </a:r>
            <a:r>
              <a:rPr lang="en-US" sz="1400" u="sng">
                <a:solidFill>
                  <a:schemeClr val="hlink"/>
                </a:solidFill>
                <a:latin typeface="Calibri"/>
                <a:ea typeface="Calibri"/>
                <a:cs typeface="Calibri"/>
                <a:sym typeface="Calibri"/>
                <a:hlinkClick r:id="rId13"/>
              </a:rPr>
              <a:t> L</a:t>
            </a:r>
            <a:r>
              <a:rPr lang="en-US" sz="1400" u="sng" cap="small">
                <a:solidFill>
                  <a:schemeClr val="hlink"/>
                </a:solidFill>
                <a:latin typeface="Calibri"/>
                <a:ea typeface="Calibri"/>
                <a:cs typeface="Calibri"/>
                <a:sym typeface="Calibri"/>
                <a:hlinkClick r:id="rId13"/>
              </a:rPr>
              <a:t>inear</a:t>
            </a:r>
            <a:r>
              <a:rPr lang="en-US" sz="1400" u="sng">
                <a:solidFill>
                  <a:schemeClr val="hlink"/>
                </a:solidFill>
                <a:latin typeface="Calibri"/>
                <a:ea typeface="Calibri"/>
                <a:cs typeface="Calibri"/>
                <a:sym typeface="Calibri"/>
                <a:hlinkClick r:id="rId13"/>
              </a:rPr>
              <a:t> M</a:t>
            </a:r>
            <a:r>
              <a:rPr lang="en-US" sz="1400" u="sng" cap="small">
                <a:solidFill>
                  <a:schemeClr val="hlink"/>
                </a:solidFill>
                <a:latin typeface="Calibri"/>
                <a:ea typeface="Calibri"/>
                <a:cs typeface="Calibri"/>
                <a:sym typeface="Calibri"/>
                <a:hlinkClick r:id="rId13"/>
              </a:rPr>
              <a:t>odel</a:t>
            </a:r>
            <a:r>
              <a:rPr lang="en-US" sz="1400" u="sng">
                <a:solidFill>
                  <a:schemeClr val="hlink"/>
                </a:solidFill>
                <a:latin typeface="Calibri"/>
                <a:ea typeface="Calibri"/>
                <a:cs typeface="Calibri"/>
                <a:sym typeface="Calibri"/>
                <a:hlinkClick r:id="rId13"/>
              </a:rPr>
              <a:t>: S</a:t>
            </a:r>
            <a:r>
              <a:rPr lang="en-US" sz="1400" u="sng" cap="small">
                <a:solidFill>
                  <a:schemeClr val="hlink"/>
                </a:solidFill>
                <a:latin typeface="Calibri"/>
                <a:ea typeface="Calibri"/>
                <a:cs typeface="Calibri"/>
                <a:sym typeface="Calibri"/>
                <a:hlinkClick r:id="rId13"/>
              </a:rPr>
              <a:t>ingle</a:t>
            </a:r>
            <a:r>
              <a:rPr lang="en-US" sz="1400" u="sng">
                <a:solidFill>
                  <a:schemeClr val="hlink"/>
                </a:solidFill>
                <a:latin typeface="Calibri"/>
                <a:ea typeface="Calibri"/>
                <a:cs typeface="Calibri"/>
                <a:sym typeface="Calibri"/>
                <a:hlinkClick r:id="rId13"/>
              </a:rPr>
              <a:t> N</a:t>
            </a:r>
            <a:r>
              <a:rPr lang="en-US" sz="1400" u="sng" cap="small">
                <a:solidFill>
                  <a:schemeClr val="hlink"/>
                </a:solidFill>
                <a:latin typeface="Calibri"/>
                <a:ea typeface="Calibri"/>
                <a:cs typeface="Calibri"/>
                <a:sym typeface="Calibri"/>
                <a:hlinkClick r:id="rId13"/>
              </a:rPr>
              <a:t>euron</a:t>
            </a:r>
            <a:r>
              <a:rPr lang="en-US" sz="1400">
                <a:solidFill>
                  <a:srgbClr val="D6D6EF"/>
                </a:solidFill>
                <a:latin typeface="Calibri"/>
                <a:ea typeface="Calibri"/>
                <a:cs typeface="Calibri"/>
                <a:sym typeface="Calibri"/>
              </a:rPr>
              <a:t> </a:t>
            </a:r>
            <a:endParaRPr sz="1400">
              <a:solidFill>
                <a:srgbClr val="D6D6EF"/>
              </a:solidFill>
              <a:latin typeface="Calibri"/>
              <a:ea typeface="Calibri"/>
              <a:cs typeface="Calibri"/>
              <a:sym typeface="Calibri"/>
            </a:endParaRPr>
          </a:p>
          <a:p>
            <a:pPr marL="12700" marR="5080" lvl="0" indent="0" algn="l" rtl="0">
              <a:lnSpc>
                <a:spcPct val="136800"/>
              </a:lnSpc>
              <a:spcBef>
                <a:spcPts val="0"/>
              </a:spcBef>
              <a:spcAft>
                <a:spcPts val="0"/>
              </a:spcAft>
              <a:buNone/>
            </a:pPr>
            <a:r>
              <a:rPr lang="en-US" sz="1400" u="sng">
                <a:solidFill>
                  <a:schemeClr val="hlink"/>
                </a:solidFill>
                <a:latin typeface="Calibri"/>
                <a:ea typeface="Calibri"/>
                <a:cs typeface="Calibri"/>
                <a:sym typeface="Calibri"/>
                <a:hlinkClick r:id="rId14"/>
              </a:rPr>
              <a:t>W</a:t>
            </a:r>
            <a:r>
              <a:rPr lang="en-US" sz="1400" u="sng" cap="small">
                <a:solidFill>
                  <a:schemeClr val="hlink"/>
                </a:solidFill>
                <a:latin typeface="Calibri"/>
                <a:ea typeface="Calibri"/>
                <a:cs typeface="Calibri"/>
                <a:sym typeface="Calibri"/>
                <a:hlinkClick r:id="rId14"/>
              </a:rPr>
              <a:t>orked</a:t>
            </a:r>
            <a:r>
              <a:rPr lang="en-US" sz="1400" u="sng">
                <a:solidFill>
                  <a:schemeClr val="hlink"/>
                </a:solidFill>
                <a:latin typeface="Calibri"/>
                <a:ea typeface="Calibri"/>
                <a:cs typeface="Calibri"/>
                <a:sym typeface="Calibri"/>
                <a:hlinkClick r:id="rId14"/>
              </a:rPr>
              <a:t> E</a:t>
            </a:r>
            <a:r>
              <a:rPr lang="en-US" sz="1400" u="sng" cap="small">
                <a:solidFill>
                  <a:schemeClr val="hlink"/>
                </a:solidFill>
                <a:latin typeface="Calibri"/>
                <a:ea typeface="Calibri"/>
                <a:cs typeface="Calibri"/>
                <a:sym typeface="Calibri"/>
                <a:hlinkClick r:id="rId14"/>
              </a:rPr>
              <a:t>xample</a:t>
            </a:r>
            <a:endParaRPr sz="1400">
              <a:latin typeface="Calibri"/>
              <a:ea typeface="Calibri"/>
              <a:cs typeface="Calibri"/>
              <a:sym typeface="Calibri"/>
            </a:endParaRPr>
          </a:p>
          <a:p>
            <a:pPr marL="12700" lvl="0" indent="0" algn="l" rtl="0">
              <a:lnSpc>
                <a:spcPct val="100000"/>
              </a:lnSpc>
              <a:spcBef>
                <a:spcPts val="620"/>
              </a:spcBef>
              <a:spcAft>
                <a:spcPts val="0"/>
              </a:spcAft>
              <a:buNone/>
            </a:pPr>
            <a:r>
              <a:rPr lang="en-US" sz="1400" u="sng">
                <a:solidFill>
                  <a:schemeClr val="hlink"/>
                </a:solidFill>
                <a:latin typeface="Calibri"/>
                <a:ea typeface="Calibri"/>
                <a:cs typeface="Calibri"/>
                <a:sym typeface="Calibri"/>
                <a:hlinkClick r:id="rId15"/>
              </a:rPr>
              <a:t>E</a:t>
            </a:r>
            <a:r>
              <a:rPr lang="en-US" sz="1400" u="sng" cap="small">
                <a:solidFill>
                  <a:schemeClr val="hlink"/>
                </a:solidFill>
                <a:latin typeface="Calibri"/>
                <a:ea typeface="Calibri"/>
                <a:cs typeface="Calibri"/>
                <a:sym typeface="Calibri"/>
                <a:hlinkClick r:id="rId15"/>
              </a:rPr>
              <a:t>valuation</a:t>
            </a:r>
            <a:endParaRPr sz="1400">
              <a:latin typeface="Calibri"/>
              <a:ea typeface="Calibri"/>
              <a:cs typeface="Calibri"/>
              <a:sym typeface="Calibri"/>
            </a:endParaRPr>
          </a:p>
          <a:p>
            <a:pPr marL="12700" marR="1017268" lvl="0" indent="0" algn="l" rtl="0">
              <a:lnSpc>
                <a:spcPct val="136800"/>
              </a:lnSpc>
              <a:spcBef>
                <a:spcPts val="0"/>
              </a:spcBef>
              <a:spcAft>
                <a:spcPts val="0"/>
              </a:spcAft>
              <a:buNone/>
            </a:pPr>
            <a:r>
              <a:rPr lang="en-US" sz="1400" u="sng">
                <a:solidFill>
                  <a:schemeClr val="hlink"/>
                </a:solidFill>
                <a:latin typeface="Calibri"/>
                <a:ea typeface="Calibri"/>
                <a:cs typeface="Calibri"/>
                <a:sym typeface="Calibri"/>
                <a:hlinkClick r:id="rId16"/>
              </a:rPr>
              <a:t>P</a:t>
            </a:r>
            <a:r>
              <a:rPr lang="en-US" sz="1400" u="sng" cap="small">
                <a:solidFill>
                  <a:schemeClr val="hlink"/>
                </a:solidFill>
                <a:latin typeface="Calibri"/>
                <a:ea typeface="Calibri"/>
                <a:cs typeface="Calibri"/>
                <a:sym typeface="Calibri"/>
                <a:hlinkClick r:id="rId16"/>
              </a:rPr>
              <a:t>ython</a:t>
            </a:r>
            <a:r>
              <a:rPr lang="en-US" sz="1400" u="sng">
                <a:solidFill>
                  <a:schemeClr val="hlink"/>
                </a:solidFill>
                <a:latin typeface="Calibri"/>
                <a:ea typeface="Calibri"/>
                <a:cs typeface="Calibri"/>
                <a:sym typeface="Calibri"/>
                <a:hlinkClick r:id="rId16"/>
              </a:rPr>
              <a:t> I</a:t>
            </a:r>
            <a:r>
              <a:rPr lang="en-US" sz="1400" u="sng" cap="small">
                <a:solidFill>
                  <a:schemeClr val="hlink"/>
                </a:solidFill>
                <a:latin typeface="Calibri"/>
                <a:ea typeface="Calibri"/>
                <a:cs typeface="Calibri"/>
                <a:sym typeface="Calibri"/>
                <a:hlinkClick r:id="rId16"/>
              </a:rPr>
              <a:t>mplementation</a:t>
            </a:r>
            <a:r>
              <a:rPr lang="en-US" sz="1400">
                <a:solidFill>
                  <a:srgbClr val="D6D6EF"/>
                </a:solidFill>
                <a:latin typeface="Calibri"/>
                <a:ea typeface="Calibri"/>
                <a:cs typeface="Calibri"/>
                <a:sym typeface="Calibri"/>
              </a:rPr>
              <a:t> </a:t>
            </a:r>
            <a:r>
              <a:rPr lang="en-US" sz="1400" u="sng">
                <a:solidFill>
                  <a:schemeClr val="hlink"/>
                </a:solidFill>
                <a:latin typeface="Calibri"/>
                <a:ea typeface="Calibri"/>
                <a:cs typeface="Calibri"/>
                <a:sym typeface="Calibri"/>
                <a:hlinkClick r:id="rId17"/>
              </a:rPr>
              <a:t>I</a:t>
            </a:r>
            <a:r>
              <a:rPr lang="en-US" sz="1400" u="sng" cap="small">
                <a:solidFill>
                  <a:schemeClr val="hlink"/>
                </a:solidFill>
                <a:latin typeface="Calibri"/>
                <a:ea typeface="Calibri"/>
                <a:cs typeface="Calibri"/>
                <a:sym typeface="Calibri"/>
                <a:hlinkClick r:id="rId17"/>
              </a:rPr>
              <a:t>mplementation</a:t>
            </a:r>
            <a:r>
              <a:rPr lang="en-US" sz="1400" u="sng">
                <a:solidFill>
                  <a:schemeClr val="hlink"/>
                </a:solidFill>
                <a:latin typeface="Calibri"/>
                <a:ea typeface="Calibri"/>
                <a:cs typeface="Calibri"/>
                <a:sym typeface="Calibri"/>
                <a:hlinkClick r:id="rId17"/>
              </a:rPr>
              <a:t> T</a:t>
            </a:r>
            <a:r>
              <a:rPr lang="en-US" sz="1400" u="sng" cap="small">
                <a:solidFill>
                  <a:schemeClr val="hlink"/>
                </a:solidFill>
                <a:latin typeface="Calibri"/>
                <a:ea typeface="Calibri"/>
                <a:cs typeface="Calibri"/>
                <a:sym typeface="Calibri"/>
                <a:hlinkClick r:id="rId17"/>
              </a:rPr>
              <a:t>ips</a:t>
            </a:r>
            <a:r>
              <a:rPr lang="en-US" sz="1400">
                <a:solidFill>
                  <a:srgbClr val="3333B2"/>
                </a:solidFill>
                <a:latin typeface="Calibri"/>
                <a:ea typeface="Calibri"/>
                <a:cs typeface="Calibri"/>
                <a:sym typeface="Calibri"/>
              </a:rPr>
              <a:t> </a:t>
            </a:r>
            <a:endParaRPr sz="1400">
              <a:solidFill>
                <a:srgbClr val="3333B2"/>
              </a:solidFill>
              <a:latin typeface="Calibri"/>
              <a:ea typeface="Calibri"/>
              <a:cs typeface="Calibri"/>
              <a:sym typeface="Calibri"/>
            </a:endParaRPr>
          </a:p>
          <a:p>
            <a:pPr marL="12700" marR="1017269" lvl="0" indent="0" algn="l" rtl="0">
              <a:lnSpc>
                <a:spcPct val="136800"/>
              </a:lnSpc>
              <a:spcBef>
                <a:spcPts val="0"/>
              </a:spcBef>
              <a:spcAft>
                <a:spcPts val="0"/>
              </a:spcAft>
              <a:buNone/>
            </a:pPr>
            <a:r>
              <a:rPr lang="en-US" sz="1400" u="sng">
                <a:solidFill>
                  <a:schemeClr val="hlink"/>
                </a:solidFill>
                <a:latin typeface="Calibri"/>
                <a:ea typeface="Calibri"/>
                <a:cs typeface="Calibri"/>
                <a:sym typeface="Calibri"/>
                <a:hlinkClick r:id="rId18"/>
              </a:rPr>
              <a:t>S</a:t>
            </a:r>
            <a:r>
              <a:rPr lang="en-US" sz="1400" u="sng" cap="small">
                <a:solidFill>
                  <a:schemeClr val="hlink"/>
                </a:solidFill>
                <a:latin typeface="Calibri"/>
                <a:ea typeface="Calibri"/>
                <a:cs typeface="Calibri"/>
                <a:sym typeface="Calibri"/>
                <a:hlinkClick r:id="rId18"/>
              </a:rPr>
              <a:t>ummary</a:t>
            </a:r>
            <a:endParaRPr sz="1400">
              <a:latin typeface="Calibri"/>
              <a:ea typeface="Calibri"/>
              <a:cs typeface="Calibri"/>
              <a:sym typeface="Calibri"/>
            </a:endParaRPr>
          </a:p>
        </p:txBody>
      </p:sp>
      <p:grpSp>
        <p:nvGrpSpPr>
          <p:cNvPr id="825" name="Google Shape;825;p44"/>
          <p:cNvGrpSpPr/>
          <p:nvPr/>
        </p:nvGrpSpPr>
        <p:grpSpPr>
          <a:xfrm>
            <a:off x="0" y="3109250"/>
            <a:ext cx="5760261" cy="92075"/>
            <a:chOff x="0" y="3109250"/>
            <a:chExt cx="5760261" cy="92075"/>
          </a:xfrm>
        </p:grpSpPr>
        <p:sp>
          <p:nvSpPr>
            <p:cNvPr id="826" name="Google Shape;826;p44"/>
            <p:cNvSpPr/>
            <p:nvPr/>
          </p:nvSpPr>
          <p:spPr>
            <a:xfrm>
              <a:off x="0"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827" name="Google Shape;827;p44"/>
            <p:cNvSpPr/>
            <p:nvPr/>
          </p:nvSpPr>
          <p:spPr>
            <a:xfrm>
              <a:off x="1923862" y="3109250"/>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828" name="Google Shape;828;p44"/>
            <p:cNvSpPr/>
            <p:nvPr/>
          </p:nvSpPr>
          <p:spPr>
            <a:xfrm>
              <a:off x="3836211"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829" name="Google Shape;829;p44"/>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830" name="Google Shape;830;p44"/>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Calibri"/>
                <a:ea typeface="Calibri"/>
                <a:cs typeface="Calibri"/>
                <a:sym typeface="Calibri"/>
                <a:hlinkClick r:id="rId19"/>
              </a:rPr>
              <a:t>D</a:t>
            </a:r>
            <a:r>
              <a:rPr lang="en-US" sz="600" u="sng" cap="small">
                <a:solidFill>
                  <a:schemeClr val="hlink"/>
                </a:solidFill>
                <a:latin typeface="Calibri"/>
                <a:ea typeface="Calibri"/>
                <a:cs typeface="Calibri"/>
                <a:sym typeface="Calibri"/>
                <a:hlinkClick r:id="rId19"/>
              </a:rPr>
              <a:t>eep</a:t>
            </a:r>
            <a:r>
              <a:rPr lang="en-US" sz="600" u="sng">
                <a:solidFill>
                  <a:schemeClr val="hlink"/>
                </a:solidFill>
                <a:latin typeface="Calibri"/>
                <a:ea typeface="Calibri"/>
                <a:cs typeface="Calibri"/>
                <a:sym typeface="Calibri"/>
                <a:hlinkClick r:id="rId19"/>
              </a:rPr>
              <a:t> L</a:t>
            </a:r>
            <a:r>
              <a:rPr lang="en-US" sz="600" u="sng" cap="small">
                <a:solidFill>
                  <a:schemeClr val="hlink"/>
                </a:solidFill>
                <a:latin typeface="Calibri"/>
                <a:ea typeface="Calibri"/>
                <a:cs typeface="Calibri"/>
                <a:sym typeface="Calibri"/>
                <a:hlinkClick r:id="rId19"/>
              </a:rPr>
              <a:t>earning</a:t>
            </a:r>
            <a:endParaRPr sz="600">
              <a:latin typeface="Calibri"/>
              <a:ea typeface="Calibri"/>
              <a:cs typeface="Calibri"/>
              <a:sym typeface="Calibri"/>
            </a:endParaRPr>
          </a:p>
        </p:txBody>
      </p:sp>
      <p:sp>
        <p:nvSpPr>
          <p:cNvPr id="831" name="Google Shape;831;p44"/>
          <p:cNvSpPr txBox="1">
            <a:spLocks noGrp="1"/>
          </p:cNvSpPr>
          <p:nvPr>
            <p:ph type="sldNum" idx="12"/>
          </p:nvPr>
        </p:nvSpPr>
        <p:spPr>
          <a:xfrm>
            <a:off x="4648848" y="3137672"/>
            <a:ext cx="318208" cy="1016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17</a:t>
            </a:fld>
            <a:r>
              <a:rPr lang="en-US"/>
              <a:t> / 46</a:t>
            </a:r>
            <a:endParaRPr/>
          </a:p>
        </p:txBody>
      </p:sp>
      <mc:AlternateContent xmlns:mc="http://schemas.openxmlformats.org/markup-compatibility/2006">
        <mc:Choice xmlns:p14="http://schemas.microsoft.com/office/powerpoint/2010/main" Requires="p14">
          <p:contentPart p14:bwMode="auto" r:id="rId20">
            <p14:nvContentPartPr>
              <p14:cNvPr id="2" name="Ink 1">
                <a:extLst>
                  <a:ext uri="{FF2B5EF4-FFF2-40B4-BE49-F238E27FC236}">
                    <a16:creationId xmlns:a16="http://schemas.microsoft.com/office/drawing/2014/main" id="{B28643EF-8D9E-A30F-FEAA-01DB70CBA466}"/>
                  </a:ext>
                </a:extLst>
              </p14:cNvPr>
              <p14:cNvContentPartPr/>
              <p14:nvPr/>
            </p14:nvContentPartPr>
            <p14:xfrm>
              <a:off x="2394000" y="579960"/>
              <a:ext cx="3290040" cy="2202840"/>
            </p14:xfrm>
          </p:contentPart>
        </mc:Choice>
        <mc:Fallback>
          <p:pic>
            <p:nvPicPr>
              <p:cNvPr id="2" name="Ink 1">
                <a:extLst>
                  <a:ext uri="{FF2B5EF4-FFF2-40B4-BE49-F238E27FC236}">
                    <a16:creationId xmlns:a16="http://schemas.microsoft.com/office/drawing/2014/main" id="{B28643EF-8D9E-A30F-FEAA-01DB70CBA466}"/>
                  </a:ext>
                </a:extLst>
              </p:cNvPr>
              <p:cNvPicPr/>
              <p:nvPr/>
            </p:nvPicPr>
            <p:blipFill>
              <a:blip r:embed="rId21"/>
              <a:stretch>
                <a:fillRect/>
              </a:stretch>
            </p:blipFill>
            <p:spPr>
              <a:xfrm>
                <a:off x="2384640" y="570600"/>
                <a:ext cx="3308760" cy="2221560"/>
              </a:xfrm>
              <a:prstGeom prst="rect">
                <a:avLst/>
              </a:prstGeom>
            </p:spPr>
          </p:pic>
        </mc:Fallback>
      </mc:AlternateContent>
    </p:spTree>
  </p:cSld>
  <p:clrMapOvr>
    <a:masterClrMapping/>
  </p:clrMapOvr>
  <p:transition>
    <p:fade thruBlk="1"/>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835"/>
        <p:cNvGrpSpPr/>
        <p:nvPr/>
      </p:nvGrpSpPr>
      <p:grpSpPr>
        <a:xfrm>
          <a:off x="0" y="0"/>
          <a:ext cx="0" cy="0"/>
          <a:chOff x="0" y="0"/>
          <a:chExt cx="0" cy="0"/>
        </a:xfrm>
      </p:grpSpPr>
      <p:sp>
        <p:nvSpPr>
          <p:cNvPr id="836" name="Google Shape;836;p45"/>
          <p:cNvSpPr txBox="1">
            <a:spLocks noGrp="1"/>
          </p:cNvSpPr>
          <p:nvPr>
            <p:ph type="title"/>
          </p:nvPr>
        </p:nvSpPr>
        <p:spPr>
          <a:xfrm>
            <a:off x="82600" y="109545"/>
            <a:ext cx="4943475" cy="288290"/>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None/>
            </a:pPr>
            <a:r>
              <a:rPr lang="en-US">
                <a:solidFill>
                  <a:srgbClr val="FFFFFF"/>
                </a:solidFill>
              </a:rPr>
              <a:t>T</a:t>
            </a:r>
            <a:r>
              <a:rPr lang="en-US" cap="small">
                <a:solidFill>
                  <a:srgbClr val="FFFFFF"/>
                </a:solidFill>
              </a:rPr>
              <a:t>ips</a:t>
            </a:r>
            <a:r>
              <a:rPr lang="en-US">
                <a:solidFill>
                  <a:srgbClr val="FFFFFF"/>
                </a:solidFill>
              </a:rPr>
              <a:t> </a:t>
            </a:r>
            <a:r>
              <a:rPr lang="en-US" cap="small">
                <a:solidFill>
                  <a:srgbClr val="FFFFFF"/>
                </a:solidFill>
              </a:rPr>
              <a:t>for</a:t>
            </a:r>
            <a:r>
              <a:rPr lang="en-US">
                <a:solidFill>
                  <a:srgbClr val="FFFFFF"/>
                </a:solidFill>
              </a:rPr>
              <a:t> I</a:t>
            </a:r>
            <a:r>
              <a:rPr lang="en-US" cap="small">
                <a:solidFill>
                  <a:srgbClr val="FFFFFF"/>
                </a:solidFill>
              </a:rPr>
              <a:t>mplementation</a:t>
            </a:r>
            <a:endParaRPr/>
          </a:p>
        </p:txBody>
      </p:sp>
      <p:grpSp>
        <p:nvGrpSpPr>
          <p:cNvPr id="837" name="Google Shape;837;p45"/>
          <p:cNvGrpSpPr/>
          <p:nvPr/>
        </p:nvGrpSpPr>
        <p:grpSpPr>
          <a:xfrm>
            <a:off x="0" y="3109250"/>
            <a:ext cx="5760261" cy="92075"/>
            <a:chOff x="0" y="3109250"/>
            <a:chExt cx="5760261" cy="92075"/>
          </a:xfrm>
        </p:grpSpPr>
        <p:sp>
          <p:nvSpPr>
            <p:cNvPr id="838" name="Google Shape;838;p45"/>
            <p:cNvSpPr/>
            <p:nvPr/>
          </p:nvSpPr>
          <p:spPr>
            <a:xfrm>
              <a:off x="0"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839" name="Google Shape;839;p45"/>
            <p:cNvSpPr/>
            <p:nvPr/>
          </p:nvSpPr>
          <p:spPr>
            <a:xfrm>
              <a:off x="1923862" y="3109250"/>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840" name="Google Shape;840;p45"/>
            <p:cNvSpPr/>
            <p:nvPr/>
          </p:nvSpPr>
          <p:spPr>
            <a:xfrm>
              <a:off x="3836211"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841" name="Google Shape;841;p45"/>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842" name="Google Shape;842;p45"/>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Calibri"/>
                <a:ea typeface="Calibri"/>
                <a:cs typeface="Calibri"/>
                <a:sym typeface="Calibri"/>
                <a:hlinkClick r:id="rId3"/>
              </a:rPr>
              <a:t>D</a:t>
            </a:r>
            <a:r>
              <a:rPr lang="en-US" sz="600" u="sng" cap="small">
                <a:solidFill>
                  <a:schemeClr val="hlink"/>
                </a:solidFill>
                <a:latin typeface="Calibri"/>
                <a:ea typeface="Calibri"/>
                <a:cs typeface="Calibri"/>
                <a:sym typeface="Calibri"/>
                <a:hlinkClick r:id="rId3"/>
              </a:rPr>
              <a:t>eep</a:t>
            </a:r>
            <a:r>
              <a:rPr lang="en-US" sz="600" u="sng">
                <a:solidFill>
                  <a:schemeClr val="hlink"/>
                </a:solidFill>
                <a:latin typeface="Calibri"/>
                <a:ea typeface="Calibri"/>
                <a:cs typeface="Calibri"/>
                <a:sym typeface="Calibri"/>
                <a:hlinkClick r:id="rId3"/>
              </a:rPr>
              <a:t> L</a:t>
            </a:r>
            <a:r>
              <a:rPr lang="en-US" sz="600" u="sng" cap="small">
                <a:solidFill>
                  <a:schemeClr val="hlink"/>
                </a:solidFill>
                <a:latin typeface="Calibri"/>
                <a:ea typeface="Calibri"/>
                <a:cs typeface="Calibri"/>
                <a:sym typeface="Calibri"/>
                <a:hlinkClick r:id="rId3"/>
              </a:rPr>
              <a:t>earning</a:t>
            </a:r>
            <a:endParaRPr sz="600">
              <a:latin typeface="Calibri"/>
              <a:ea typeface="Calibri"/>
              <a:cs typeface="Calibri"/>
              <a:sym typeface="Calibri"/>
            </a:endParaRPr>
          </a:p>
        </p:txBody>
      </p:sp>
      <p:sp>
        <p:nvSpPr>
          <p:cNvPr id="843" name="Google Shape;843;p45"/>
          <p:cNvSpPr txBox="1">
            <a:spLocks noGrp="1"/>
          </p:cNvSpPr>
          <p:nvPr>
            <p:ph type="sldNum" idx="12"/>
          </p:nvPr>
        </p:nvSpPr>
        <p:spPr>
          <a:xfrm>
            <a:off x="4648848" y="3137672"/>
            <a:ext cx="318208" cy="1016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18</a:t>
            </a:fld>
            <a:r>
              <a:rPr lang="en-US"/>
              <a:t> / 46</a:t>
            </a:r>
            <a:endParaRPr/>
          </a:p>
        </p:txBody>
      </p:sp>
      <p:pic>
        <p:nvPicPr>
          <p:cNvPr id="844" name="Google Shape;844;p45"/>
          <p:cNvPicPr preferRelativeResize="0"/>
          <p:nvPr/>
        </p:nvPicPr>
        <p:blipFill>
          <a:blip r:embed="rId4">
            <a:alphaModFix/>
          </a:blip>
          <a:stretch>
            <a:fillRect/>
          </a:stretch>
        </p:blipFill>
        <p:spPr>
          <a:xfrm>
            <a:off x="152400" y="550235"/>
            <a:ext cx="4998733" cy="2406616"/>
          </a:xfrm>
          <a:prstGeom prst="rect">
            <a:avLst/>
          </a:prstGeom>
          <a:noFill/>
          <a:ln>
            <a:noFill/>
          </a:ln>
        </p:spPr>
      </p:pic>
      <mc:AlternateContent xmlns:mc="http://schemas.openxmlformats.org/markup-compatibility/2006">
        <mc:Choice xmlns:p14="http://schemas.microsoft.com/office/powerpoint/2010/main" Requires="p14">
          <p:contentPart p14:bwMode="auto" r:id="rId5">
            <p14:nvContentPartPr>
              <p14:cNvPr id="2" name="Ink 1">
                <a:extLst>
                  <a:ext uri="{FF2B5EF4-FFF2-40B4-BE49-F238E27FC236}">
                    <a16:creationId xmlns:a16="http://schemas.microsoft.com/office/drawing/2014/main" id="{044E2E9E-4330-F693-8D20-5DC30B13264D}"/>
                  </a:ext>
                </a:extLst>
              </p14:cNvPr>
              <p14:cNvContentPartPr/>
              <p14:nvPr/>
            </p14:nvContentPartPr>
            <p14:xfrm>
              <a:off x="269280" y="406080"/>
              <a:ext cx="5470200" cy="2644920"/>
            </p14:xfrm>
          </p:contentPart>
        </mc:Choice>
        <mc:Fallback>
          <p:pic>
            <p:nvPicPr>
              <p:cNvPr id="2" name="Ink 1">
                <a:extLst>
                  <a:ext uri="{FF2B5EF4-FFF2-40B4-BE49-F238E27FC236}">
                    <a16:creationId xmlns:a16="http://schemas.microsoft.com/office/drawing/2014/main" id="{044E2E9E-4330-F693-8D20-5DC30B13264D}"/>
                  </a:ext>
                </a:extLst>
              </p:cNvPr>
              <p:cNvPicPr/>
              <p:nvPr/>
            </p:nvPicPr>
            <p:blipFill>
              <a:blip r:embed="rId6"/>
              <a:stretch>
                <a:fillRect/>
              </a:stretch>
            </p:blipFill>
            <p:spPr>
              <a:xfrm>
                <a:off x="259920" y="396720"/>
                <a:ext cx="5488920" cy="2663640"/>
              </a:xfrm>
              <a:prstGeom prst="rect">
                <a:avLst/>
              </a:prstGeom>
            </p:spPr>
          </p:pic>
        </mc:Fallback>
      </mc:AlternateContent>
    </p:spTree>
  </p:cSld>
  <p:clrMapOvr>
    <a:masterClrMapping/>
  </p:clrMapOvr>
  <p:transition>
    <p:fade thruBlk="1"/>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848"/>
        <p:cNvGrpSpPr/>
        <p:nvPr/>
      </p:nvGrpSpPr>
      <p:grpSpPr>
        <a:xfrm>
          <a:off x="0" y="0"/>
          <a:ext cx="0" cy="0"/>
          <a:chOff x="0" y="0"/>
          <a:chExt cx="0" cy="0"/>
        </a:xfrm>
      </p:grpSpPr>
      <p:sp>
        <p:nvSpPr>
          <p:cNvPr id="849" name="Google Shape;849;p46"/>
          <p:cNvSpPr txBox="1">
            <a:spLocks noGrp="1"/>
          </p:cNvSpPr>
          <p:nvPr>
            <p:ph type="title"/>
          </p:nvPr>
        </p:nvSpPr>
        <p:spPr>
          <a:xfrm>
            <a:off x="82600" y="109545"/>
            <a:ext cx="4943475" cy="288290"/>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None/>
            </a:pPr>
            <a:r>
              <a:rPr lang="en-US">
                <a:solidFill>
                  <a:srgbClr val="FFFFFF"/>
                </a:solidFill>
              </a:rPr>
              <a:t>M</a:t>
            </a:r>
            <a:r>
              <a:rPr lang="en-US" cap="small">
                <a:solidFill>
                  <a:srgbClr val="FFFFFF"/>
                </a:solidFill>
              </a:rPr>
              <a:t>ore</a:t>
            </a:r>
            <a:r>
              <a:rPr lang="en-US">
                <a:solidFill>
                  <a:srgbClr val="FFFFFF"/>
                </a:solidFill>
              </a:rPr>
              <a:t> P</a:t>
            </a:r>
            <a:r>
              <a:rPr lang="en-US" cap="small">
                <a:solidFill>
                  <a:srgbClr val="FFFFFF"/>
                </a:solidFill>
              </a:rPr>
              <a:t>ractical</a:t>
            </a:r>
            <a:r>
              <a:rPr lang="en-US">
                <a:solidFill>
                  <a:srgbClr val="FFFFFF"/>
                </a:solidFill>
              </a:rPr>
              <a:t> T</a:t>
            </a:r>
            <a:r>
              <a:rPr lang="en-US" cap="small">
                <a:solidFill>
                  <a:srgbClr val="FFFFFF"/>
                </a:solidFill>
              </a:rPr>
              <a:t>ips</a:t>
            </a:r>
            <a:endParaRPr/>
          </a:p>
        </p:txBody>
      </p:sp>
      <p:sp>
        <p:nvSpPr>
          <p:cNvPr id="850" name="Google Shape;850;p46"/>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851" name="Google Shape;851;p46"/>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Calibri"/>
                <a:ea typeface="Calibri"/>
                <a:cs typeface="Calibri"/>
                <a:sym typeface="Calibri"/>
                <a:hlinkClick r:id="rId3"/>
              </a:rPr>
              <a:t>D</a:t>
            </a:r>
            <a:r>
              <a:rPr lang="en-US" sz="600" u="sng" cap="small">
                <a:solidFill>
                  <a:schemeClr val="hlink"/>
                </a:solidFill>
                <a:latin typeface="Calibri"/>
                <a:ea typeface="Calibri"/>
                <a:cs typeface="Calibri"/>
                <a:sym typeface="Calibri"/>
                <a:hlinkClick r:id="rId3"/>
              </a:rPr>
              <a:t>eep</a:t>
            </a:r>
            <a:r>
              <a:rPr lang="en-US" sz="600" u="sng">
                <a:solidFill>
                  <a:schemeClr val="hlink"/>
                </a:solidFill>
                <a:latin typeface="Calibri"/>
                <a:ea typeface="Calibri"/>
                <a:cs typeface="Calibri"/>
                <a:sym typeface="Calibri"/>
                <a:hlinkClick r:id="rId3"/>
              </a:rPr>
              <a:t> L</a:t>
            </a:r>
            <a:r>
              <a:rPr lang="en-US" sz="600" u="sng" cap="small">
                <a:solidFill>
                  <a:schemeClr val="hlink"/>
                </a:solidFill>
                <a:latin typeface="Calibri"/>
                <a:ea typeface="Calibri"/>
                <a:cs typeface="Calibri"/>
                <a:sym typeface="Calibri"/>
                <a:hlinkClick r:id="rId3"/>
              </a:rPr>
              <a:t>earning</a:t>
            </a:r>
            <a:endParaRPr sz="600">
              <a:latin typeface="Calibri"/>
              <a:ea typeface="Calibri"/>
              <a:cs typeface="Calibri"/>
              <a:sym typeface="Calibri"/>
            </a:endParaRPr>
          </a:p>
        </p:txBody>
      </p:sp>
      <p:sp>
        <p:nvSpPr>
          <p:cNvPr id="852" name="Google Shape;852;p46"/>
          <p:cNvSpPr txBox="1"/>
          <p:nvPr/>
        </p:nvSpPr>
        <p:spPr>
          <a:xfrm>
            <a:off x="4674248" y="3137672"/>
            <a:ext cx="292735"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a:latin typeface="Calibri"/>
                <a:ea typeface="Calibri"/>
                <a:cs typeface="Calibri"/>
                <a:sym typeface="Calibri"/>
              </a:rPr>
              <a:t>40 / 46</a:t>
            </a:r>
            <a:endParaRPr sz="600">
              <a:latin typeface="Calibri"/>
              <a:ea typeface="Calibri"/>
              <a:cs typeface="Calibri"/>
              <a:sym typeface="Calibri"/>
            </a:endParaRPr>
          </a:p>
        </p:txBody>
      </p:sp>
      <p:pic>
        <p:nvPicPr>
          <p:cNvPr id="853" name="Google Shape;853;p46"/>
          <p:cNvPicPr preferRelativeResize="0"/>
          <p:nvPr/>
        </p:nvPicPr>
        <p:blipFill>
          <a:blip r:embed="rId4">
            <a:alphaModFix/>
          </a:blip>
          <a:stretch>
            <a:fillRect/>
          </a:stretch>
        </p:blipFill>
        <p:spPr>
          <a:xfrm>
            <a:off x="152400" y="550235"/>
            <a:ext cx="5397140" cy="2435038"/>
          </a:xfrm>
          <a:prstGeom prst="rect">
            <a:avLst/>
          </a:prstGeom>
          <a:noFill/>
          <a:ln>
            <a:noFill/>
          </a:ln>
        </p:spPr>
      </p:pic>
      <p:sp>
        <p:nvSpPr>
          <p:cNvPr id="4" name="TextBox 3">
            <a:extLst>
              <a:ext uri="{FF2B5EF4-FFF2-40B4-BE49-F238E27FC236}">
                <a16:creationId xmlns:a16="http://schemas.microsoft.com/office/drawing/2014/main" id="{43EFF0D0-E693-DE8D-9FF4-62A679DB71B7}"/>
              </a:ext>
            </a:extLst>
          </p:cNvPr>
          <p:cNvSpPr txBox="1"/>
          <p:nvPr/>
        </p:nvSpPr>
        <p:spPr>
          <a:xfrm>
            <a:off x="152400" y="2842926"/>
            <a:ext cx="5296117" cy="477054"/>
          </a:xfrm>
          <a:prstGeom prst="rect">
            <a:avLst/>
          </a:prstGeom>
          <a:noFill/>
        </p:spPr>
        <p:txBody>
          <a:bodyPr wrap="square">
            <a:spAutoFit/>
          </a:bodyPr>
          <a:lstStyle/>
          <a:p>
            <a:pPr fontAlgn="t">
              <a:lnSpc>
                <a:spcPts val="1500"/>
              </a:lnSpc>
              <a:buFont typeface="Arial" panose="020B0604020202020204" pitchFamily="34" charset="0"/>
              <a:buChar char="•"/>
            </a:pPr>
            <a:r>
              <a:rPr lang="en-US" sz="1000" b="1" i="0" dirty="0">
                <a:effectLst/>
                <a:latin typeface="Segoe UI" panose="020B0502040204020203" pitchFamily="34" charset="0"/>
              </a:rPr>
              <a:t>Min Max - Sensitive to outliers</a:t>
            </a:r>
            <a:r>
              <a:rPr lang="en-US" sz="1000" b="0" i="0" dirty="0">
                <a:effectLst/>
                <a:latin typeface="Segoe UI" panose="020B0502040204020203" pitchFamily="34" charset="0"/>
              </a:rPr>
              <a:t>: if one extreme max exists, everything else squashes near 0.</a:t>
            </a:r>
          </a:p>
        </p:txBody>
      </p:sp>
      <mc:AlternateContent xmlns:mc="http://schemas.openxmlformats.org/markup-compatibility/2006">
        <mc:Choice xmlns:p14="http://schemas.microsoft.com/office/powerpoint/2010/main" Requires="p14">
          <p:contentPart p14:bwMode="auto" r:id="rId5">
            <p14:nvContentPartPr>
              <p14:cNvPr id="2" name="Ink 1">
                <a:extLst>
                  <a:ext uri="{FF2B5EF4-FFF2-40B4-BE49-F238E27FC236}">
                    <a16:creationId xmlns:a16="http://schemas.microsoft.com/office/drawing/2014/main" id="{3333CD16-B7A1-7468-43C4-91A66AB60366}"/>
                  </a:ext>
                </a:extLst>
              </p14:cNvPr>
              <p14:cNvContentPartPr/>
              <p14:nvPr/>
            </p14:nvContentPartPr>
            <p14:xfrm>
              <a:off x="231480" y="177120"/>
              <a:ext cx="4909680" cy="2672640"/>
            </p14:xfrm>
          </p:contentPart>
        </mc:Choice>
        <mc:Fallback>
          <p:pic>
            <p:nvPicPr>
              <p:cNvPr id="2" name="Ink 1">
                <a:extLst>
                  <a:ext uri="{FF2B5EF4-FFF2-40B4-BE49-F238E27FC236}">
                    <a16:creationId xmlns:a16="http://schemas.microsoft.com/office/drawing/2014/main" id="{3333CD16-B7A1-7468-43C4-91A66AB60366}"/>
                  </a:ext>
                </a:extLst>
              </p:cNvPr>
              <p:cNvPicPr/>
              <p:nvPr/>
            </p:nvPicPr>
            <p:blipFill>
              <a:blip r:embed="rId6"/>
              <a:stretch>
                <a:fillRect/>
              </a:stretch>
            </p:blipFill>
            <p:spPr>
              <a:xfrm>
                <a:off x="222120" y="167760"/>
                <a:ext cx="4928400" cy="2691360"/>
              </a:xfrm>
              <a:prstGeom prst="rect">
                <a:avLst/>
              </a:prstGeom>
            </p:spPr>
          </p:pic>
        </mc:Fallback>
      </mc:AlternateContent>
    </p:spTree>
  </p:cSld>
  <p:clrMapOvr>
    <a:masterClrMapping/>
  </p:clrMapOvr>
  <p:transition>
    <p:fade thruBlk="1"/>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F1C31E6-9BDC-C999-50C3-9A18F1DC64F7}"/>
              </a:ext>
            </a:extLst>
          </p:cNvPr>
          <p:cNvPicPr>
            <a:picLocks noChangeAspect="1"/>
          </p:cNvPicPr>
          <p:nvPr/>
        </p:nvPicPr>
        <p:blipFill>
          <a:blip r:embed="rId2"/>
          <a:stretch>
            <a:fillRect/>
          </a:stretch>
        </p:blipFill>
        <p:spPr>
          <a:xfrm>
            <a:off x="98714" y="495254"/>
            <a:ext cx="3257892" cy="2136532"/>
          </a:xfrm>
          <a:prstGeom prst="rect">
            <a:avLst/>
          </a:prstGeom>
        </p:spPr>
      </p:pic>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025E979F-367E-7313-9438-203471C8C9BC}"/>
                  </a:ext>
                </a:extLst>
              </p14:cNvPr>
              <p14:cNvContentPartPr/>
              <p14:nvPr/>
            </p14:nvContentPartPr>
            <p14:xfrm>
              <a:off x="1404720" y="596520"/>
              <a:ext cx="2540160" cy="2130840"/>
            </p14:xfrm>
          </p:contentPart>
        </mc:Choice>
        <mc:Fallback>
          <p:pic>
            <p:nvPicPr>
              <p:cNvPr id="2" name="Ink 1">
                <a:extLst>
                  <a:ext uri="{FF2B5EF4-FFF2-40B4-BE49-F238E27FC236}">
                    <a16:creationId xmlns:a16="http://schemas.microsoft.com/office/drawing/2014/main" id="{025E979F-367E-7313-9438-203471C8C9BC}"/>
                  </a:ext>
                </a:extLst>
              </p:cNvPr>
              <p:cNvPicPr/>
              <p:nvPr/>
            </p:nvPicPr>
            <p:blipFill>
              <a:blip r:embed="rId4"/>
              <a:stretch>
                <a:fillRect/>
              </a:stretch>
            </p:blipFill>
            <p:spPr>
              <a:xfrm>
                <a:off x="1395360" y="587160"/>
                <a:ext cx="2558880" cy="2149560"/>
              </a:xfrm>
              <a:prstGeom prst="rect">
                <a:avLst/>
              </a:prstGeom>
            </p:spPr>
          </p:pic>
        </mc:Fallback>
      </mc:AlternateContent>
    </p:spTree>
    <p:extLst>
      <p:ext uri="{BB962C8B-B14F-4D97-AF65-F5344CB8AC3E}">
        <p14:creationId xmlns:p14="http://schemas.microsoft.com/office/powerpoint/2010/main" val="79771351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31C3B9-4927-C5CA-337F-8BD46C5E690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CF18299E-4F8C-E104-9EB2-31B3B1C58EB1}"/>
              </a:ext>
            </a:extLst>
          </p:cNvPr>
          <p:cNvPicPr>
            <a:picLocks noChangeAspect="1"/>
          </p:cNvPicPr>
          <p:nvPr/>
        </p:nvPicPr>
        <p:blipFill>
          <a:blip r:embed="rId2"/>
          <a:stretch>
            <a:fillRect/>
          </a:stretch>
        </p:blipFill>
        <p:spPr>
          <a:xfrm>
            <a:off x="72735" y="497266"/>
            <a:ext cx="3647235" cy="2576134"/>
          </a:xfrm>
          <a:prstGeom prst="rect">
            <a:avLst/>
          </a:prstGeom>
        </p:spPr>
      </p:pic>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FFE17812-0314-C272-85DD-EFEA4038EB5A}"/>
                  </a:ext>
                </a:extLst>
              </p14:cNvPr>
              <p14:cNvContentPartPr/>
              <p14:nvPr/>
            </p14:nvContentPartPr>
            <p14:xfrm>
              <a:off x="1076040" y="698040"/>
              <a:ext cx="2664360" cy="2358720"/>
            </p14:xfrm>
          </p:contentPart>
        </mc:Choice>
        <mc:Fallback>
          <p:pic>
            <p:nvPicPr>
              <p:cNvPr id="2" name="Ink 1">
                <a:extLst>
                  <a:ext uri="{FF2B5EF4-FFF2-40B4-BE49-F238E27FC236}">
                    <a16:creationId xmlns:a16="http://schemas.microsoft.com/office/drawing/2014/main" id="{FFE17812-0314-C272-85DD-EFEA4038EB5A}"/>
                  </a:ext>
                </a:extLst>
              </p:cNvPr>
              <p:cNvPicPr/>
              <p:nvPr/>
            </p:nvPicPr>
            <p:blipFill>
              <a:blip r:embed="rId4"/>
              <a:stretch>
                <a:fillRect/>
              </a:stretch>
            </p:blipFill>
            <p:spPr>
              <a:xfrm>
                <a:off x="1066680" y="688680"/>
                <a:ext cx="2683080" cy="2377440"/>
              </a:xfrm>
              <a:prstGeom prst="rect">
                <a:avLst/>
              </a:prstGeom>
            </p:spPr>
          </p:pic>
        </mc:Fallback>
      </mc:AlternateContent>
    </p:spTree>
    <p:extLst>
      <p:ext uri="{BB962C8B-B14F-4D97-AF65-F5344CB8AC3E}">
        <p14:creationId xmlns:p14="http://schemas.microsoft.com/office/powerpoint/2010/main" val="165418989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D7518A-9A08-2579-C0DA-D95AB50DCC15}"/>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BD19304B-284C-E033-B990-98CEC136F467}"/>
              </a:ext>
            </a:extLst>
          </p:cNvPr>
          <p:cNvPicPr>
            <a:picLocks noChangeAspect="1"/>
          </p:cNvPicPr>
          <p:nvPr/>
        </p:nvPicPr>
        <p:blipFill>
          <a:blip r:embed="rId2"/>
          <a:stretch>
            <a:fillRect/>
          </a:stretch>
        </p:blipFill>
        <p:spPr>
          <a:xfrm>
            <a:off x="192231" y="563317"/>
            <a:ext cx="3484233" cy="2291873"/>
          </a:xfrm>
          <a:prstGeom prst="rect">
            <a:avLst/>
          </a:prstGeom>
        </p:spPr>
      </p:pic>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B36883AF-9B14-6CE0-8FF7-487892BB09B4}"/>
                  </a:ext>
                </a:extLst>
              </p14:cNvPr>
              <p14:cNvContentPartPr/>
              <p14:nvPr/>
            </p14:nvContentPartPr>
            <p14:xfrm>
              <a:off x="770400" y="30600"/>
              <a:ext cx="4458600" cy="2908080"/>
            </p14:xfrm>
          </p:contentPart>
        </mc:Choice>
        <mc:Fallback>
          <p:pic>
            <p:nvPicPr>
              <p:cNvPr id="2" name="Ink 1">
                <a:extLst>
                  <a:ext uri="{FF2B5EF4-FFF2-40B4-BE49-F238E27FC236}">
                    <a16:creationId xmlns:a16="http://schemas.microsoft.com/office/drawing/2014/main" id="{B36883AF-9B14-6CE0-8FF7-487892BB09B4}"/>
                  </a:ext>
                </a:extLst>
              </p:cNvPr>
              <p:cNvPicPr/>
              <p:nvPr/>
            </p:nvPicPr>
            <p:blipFill>
              <a:blip r:embed="rId4"/>
              <a:stretch>
                <a:fillRect/>
              </a:stretch>
            </p:blipFill>
            <p:spPr>
              <a:xfrm>
                <a:off x="761040" y="21240"/>
                <a:ext cx="4477320" cy="2926800"/>
              </a:xfrm>
              <a:prstGeom prst="rect">
                <a:avLst/>
              </a:prstGeom>
            </p:spPr>
          </p:pic>
        </mc:Fallback>
      </mc:AlternateContent>
    </p:spTree>
    <p:extLst>
      <p:ext uri="{BB962C8B-B14F-4D97-AF65-F5344CB8AC3E}">
        <p14:creationId xmlns:p14="http://schemas.microsoft.com/office/powerpoint/2010/main" val="145083085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857"/>
        <p:cNvGrpSpPr/>
        <p:nvPr/>
      </p:nvGrpSpPr>
      <p:grpSpPr>
        <a:xfrm>
          <a:off x="0" y="0"/>
          <a:ext cx="0" cy="0"/>
          <a:chOff x="0" y="0"/>
          <a:chExt cx="0" cy="0"/>
        </a:xfrm>
      </p:grpSpPr>
      <p:sp>
        <p:nvSpPr>
          <p:cNvPr id="858" name="Google Shape;858;p47"/>
          <p:cNvSpPr txBox="1">
            <a:spLocks noGrp="1"/>
          </p:cNvSpPr>
          <p:nvPr>
            <p:ph type="title"/>
          </p:nvPr>
        </p:nvSpPr>
        <p:spPr>
          <a:xfrm>
            <a:off x="82600" y="109545"/>
            <a:ext cx="4943475" cy="288290"/>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None/>
            </a:pPr>
            <a:r>
              <a:rPr lang="en-US">
                <a:solidFill>
                  <a:srgbClr val="FFFFFF"/>
                </a:solidFill>
              </a:rPr>
              <a:t>D</a:t>
            </a:r>
            <a:r>
              <a:rPr lang="en-US" cap="small">
                <a:solidFill>
                  <a:srgbClr val="FFFFFF"/>
                </a:solidFill>
              </a:rPr>
              <a:t>ebugging</a:t>
            </a:r>
            <a:r>
              <a:rPr lang="en-US">
                <a:solidFill>
                  <a:srgbClr val="FFFFFF"/>
                </a:solidFill>
              </a:rPr>
              <a:t> C</a:t>
            </a:r>
            <a:r>
              <a:rPr lang="en-US" cap="small">
                <a:solidFill>
                  <a:srgbClr val="FFFFFF"/>
                </a:solidFill>
              </a:rPr>
              <a:t>hecklist</a:t>
            </a:r>
            <a:endParaRPr/>
          </a:p>
        </p:txBody>
      </p:sp>
      <p:grpSp>
        <p:nvGrpSpPr>
          <p:cNvPr id="859" name="Google Shape;859;p47"/>
          <p:cNvGrpSpPr/>
          <p:nvPr/>
        </p:nvGrpSpPr>
        <p:grpSpPr>
          <a:xfrm>
            <a:off x="0" y="3109250"/>
            <a:ext cx="5760261" cy="92075"/>
            <a:chOff x="0" y="3109250"/>
            <a:chExt cx="5760261" cy="92075"/>
          </a:xfrm>
        </p:grpSpPr>
        <p:sp>
          <p:nvSpPr>
            <p:cNvPr id="860" name="Google Shape;860;p47"/>
            <p:cNvSpPr/>
            <p:nvPr/>
          </p:nvSpPr>
          <p:spPr>
            <a:xfrm>
              <a:off x="0"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861" name="Google Shape;861;p47"/>
            <p:cNvSpPr/>
            <p:nvPr/>
          </p:nvSpPr>
          <p:spPr>
            <a:xfrm>
              <a:off x="1923862" y="3109250"/>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862" name="Google Shape;862;p47"/>
            <p:cNvSpPr/>
            <p:nvPr/>
          </p:nvSpPr>
          <p:spPr>
            <a:xfrm>
              <a:off x="3836211"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863" name="Google Shape;863;p47"/>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864" name="Google Shape;864;p47"/>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Calibri"/>
                <a:ea typeface="Calibri"/>
                <a:cs typeface="Calibri"/>
                <a:sym typeface="Calibri"/>
                <a:hlinkClick r:id="rId3"/>
              </a:rPr>
              <a:t>D</a:t>
            </a:r>
            <a:r>
              <a:rPr lang="en-US" sz="600" u="sng" cap="small">
                <a:solidFill>
                  <a:schemeClr val="hlink"/>
                </a:solidFill>
                <a:latin typeface="Calibri"/>
                <a:ea typeface="Calibri"/>
                <a:cs typeface="Calibri"/>
                <a:sym typeface="Calibri"/>
                <a:hlinkClick r:id="rId3"/>
              </a:rPr>
              <a:t>eep</a:t>
            </a:r>
            <a:r>
              <a:rPr lang="en-US" sz="600" u="sng">
                <a:solidFill>
                  <a:schemeClr val="hlink"/>
                </a:solidFill>
                <a:latin typeface="Calibri"/>
                <a:ea typeface="Calibri"/>
                <a:cs typeface="Calibri"/>
                <a:sym typeface="Calibri"/>
                <a:hlinkClick r:id="rId3"/>
              </a:rPr>
              <a:t> L</a:t>
            </a:r>
            <a:r>
              <a:rPr lang="en-US" sz="600" u="sng" cap="small">
                <a:solidFill>
                  <a:schemeClr val="hlink"/>
                </a:solidFill>
                <a:latin typeface="Calibri"/>
                <a:ea typeface="Calibri"/>
                <a:cs typeface="Calibri"/>
                <a:sym typeface="Calibri"/>
                <a:hlinkClick r:id="rId3"/>
              </a:rPr>
              <a:t>earning</a:t>
            </a:r>
            <a:endParaRPr sz="600">
              <a:latin typeface="Calibri"/>
              <a:ea typeface="Calibri"/>
              <a:cs typeface="Calibri"/>
              <a:sym typeface="Calibri"/>
            </a:endParaRPr>
          </a:p>
        </p:txBody>
      </p:sp>
      <p:sp>
        <p:nvSpPr>
          <p:cNvPr id="865" name="Google Shape;865;p47"/>
          <p:cNvSpPr txBox="1">
            <a:spLocks noGrp="1"/>
          </p:cNvSpPr>
          <p:nvPr>
            <p:ph type="sldNum" idx="12"/>
          </p:nvPr>
        </p:nvSpPr>
        <p:spPr>
          <a:xfrm>
            <a:off x="4648848" y="3137672"/>
            <a:ext cx="318208" cy="1016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23</a:t>
            </a:fld>
            <a:r>
              <a:rPr lang="en-US"/>
              <a:t> / 46</a:t>
            </a:r>
            <a:endParaRPr/>
          </a:p>
        </p:txBody>
      </p:sp>
      <p:pic>
        <p:nvPicPr>
          <p:cNvPr id="866" name="Google Shape;866;p47"/>
          <p:cNvPicPr preferRelativeResize="0"/>
          <p:nvPr/>
        </p:nvPicPr>
        <p:blipFill>
          <a:blip r:embed="rId4">
            <a:alphaModFix/>
          </a:blip>
          <a:stretch>
            <a:fillRect/>
          </a:stretch>
        </p:blipFill>
        <p:spPr>
          <a:xfrm>
            <a:off x="152400" y="550235"/>
            <a:ext cx="5322624" cy="2406616"/>
          </a:xfrm>
          <a:prstGeom prst="rect">
            <a:avLst/>
          </a:prstGeom>
          <a:noFill/>
          <a:ln>
            <a:noFill/>
          </a:ln>
        </p:spPr>
      </p:pic>
      <mc:AlternateContent xmlns:mc="http://schemas.openxmlformats.org/markup-compatibility/2006">
        <mc:Choice xmlns:p14="http://schemas.microsoft.com/office/powerpoint/2010/main" Requires="p14">
          <p:contentPart p14:bwMode="auto" r:id="rId5">
            <p14:nvContentPartPr>
              <p14:cNvPr id="2" name="Ink 1">
                <a:extLst>
                  <a:ext uri="{FF2B5EF4-FFF2-40B4-BE49-F238E27FC236}">
                    <a16:creationId xmlns:a16="http://schemas.microsoft.com/office/drawing/2014/main" id="{1FF62019-5515-DE3A-6038-406FB04ED745}"/>
                  </a:ext>
                </a:extLst>
              </p14:cNvPr>
              <p14:cNvContentPartPr/>
              <p14:nvPr/>
            </p14:nvContentPartPr>
            <p14:xfrm>
              <a:off x="98280" y="432000"/>
              <a:ext cx="5456520" cy="2151360"/>
            </p14:xfrm>
          </p:contentPart>
        </mc:Choice>
        <mc:Fallback>
          <p:pic>
            <p:nvPicPr>
              <p:cNvPr id="2" name="Ink 1">
                <a:extLst>
                  <a:ext uri="{FF2B5EF4-FFF2-40B4-BE49-F238E27FC236}">
                    <a16:creationId xmlns:a16="http://schemas.microsoft.com/office/drawing/2014/main" id="{1FF62019-5515-DE3A-6038-406FB04ED745}"/>
                  </a:ext>
                </a:extLst>
              </p:cNvPr>
              <p:cNvPicPr/>
              <p:nvPr/>
            </p:nvPicPr>
            <p:blipFill>
              <a:blip r:embed="rId6"/>
              <a:stretch>
                <a:fillRect/>
              </a:stretch>
            </p:blipFill>
            <p:spPr>
              <a:xfrm>
                <a:off x="88920" y="422640"/>
                <a:ext cx="5475240" cy="2170080"/>
              </a:xfrm>
              <a:prstGeom prst="rect">
                <a:avLst/>
              </a:prstGeom>
            </p:spPr>
          </p:pic>
        </mc:Fallback>
      </mc:AlternateContent>
    </p:spTree>
  </p:cSld>
  <p:clrMapOvr>
    <a:masterClrMapping/>
  </p:clrMapOvr>
  <p:transition>
    <p:fade thruBlk="1"/>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870"/>
        <p:cNvGrpSpPr/>
        <p:nvPr/>
      </p:nvGrpSpPr>
      <p:grpSpPr>
        <a:xfrm>
          <a:off x="0" y="0"/>
          <a:ext cx="0" cy="0"/>
          <a:chOff x="0" y="0"/>
          <a:chExt cx="0" cy="0"/>
        </a:xfrm>
      </p:grpSpPr>
      <p:sp>
        <p:nvSpPr>
          <p:cNvPr id="871" name="Google Shape;871;p48"/>
          <p:cNvSpPr txBox="1">
            <a:spLocks noGrp="1"/>
          </p:cNvSpPr>
          <p:nvPr>
            <p:ph type="title"/>
          </p:nvPr>
        </p:nvSpPr>
        <p:spPr>
          <a:xfrm>
            <a:off x="82600" y="109545"/>
            <a:ext cx="4943475" cy="288290"/>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None/>
            </a:pPr>
            <a:r>
              <a:rPr lang="en-US">
                <a:solidFill>
                  <a:srgbClr val="FFFFFF"/>
                </a:solidFill>
              </a:rPr>
              <a:t>T</a:t>
            </a:r>
            <a:r>
              <a:rPr lang="en-US" cap="small">
                <a:solidFill>
                  <a:srgbClr val="FFFFFF"/>
                </a:solidFill>
              </a:rPr>
              <a:t>able</a:t>
            </a:r>
            <a:r>
              <a:rPr lang="en-US">
                <a:solidFill>
                  <a:srgbClr val="FFFFFF"/>
                </a:solidFill>
              </a:rPr>
              <a:t> </a:t>
            </a:r>
            <a:r>
              <a:rPr lang="en-US" cap="small">
                <a:solidFill>
                  <a:srgbClr val="FFFFFF"/>
                </a:solidFill>
              </a:rPr>
              <a:t>of</a:t>
            </a:r>
            <a:r>
              <a:rPr lang="en-US">
                <a:solidFill>
                  <a:srgbClr val="FFFFFF"/>
                </a:solidFill>
              </a:rPr>
              <a:t> C</a:t>
            </a:r>
            <a:r>
              <a:rPr lang="en-US" cap="small">
                <a:solidFill>
                  <a:srgbClr val="FFFFFF"/>
                </a:solidFill>
              </a:rPr>
              <a:t>ontents</a:t>
            </a:r>
            <a:endParaRPr/>
          </a:p>
        </p:txBody>
      </p:sp>
      <p:pic>
        <p:nvPicPr>
          <p:cNvPr id="872" name="Google Shape;872;p48"/>
          <p:cNvPicPr preferRelativeResize="0"/>
          <p:nvPr/>
        </p:nvPicPr>
        <p:blipFill rotWithShape="1">
          <a:blip r:embed="rId3">
            <a:alphaModFix/>
          </a:blip>
          <a:srcRect/>
          <a:stretch/>
        </p:blipFill>
        <p:spPr>
          <a:xfrm>
            <a:off x="343662" y="637743"/>
            <a:ext cx="169964" cy="169964"/>
          </a:xfrm>
          <a:prstGeom prst="rect">
            <a:avLst/>
          </a:prstGeom>
          <a:noFill/>
          <a:ln>
            <a:noFill/>
          </a:ln>
        </p:spPr>
      </p:pic>
      <p:sp>
        <p:nvSpPr>
          <p:cNvPr id="873" name="Google Shape;873;p48"/>
          <p:cNvSpPr txBox="1"/>
          <p:nvPr/>
        </p:nvSpPr>
        <p:spPr>
          <a:xfrm>
            <a:off x="387959" y="641412"/>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1</a:t>
            </a:r>
            <a:endParaRPr sz="800">
              <a:latin typeface="Calibri"/>
              <a:ea typeface="Calibri"/>
              <a:cs typeface="Calibri"/>
              <a:sym typeface="Calibri"/>
            </a:endParaRPr>
          </a:p>
        </p:txBody>
      </p:sp>
      <p:pic>
        <p:nvPicPr>
          <p:cNvPr id="874" name="Google Shape;874;p48"/>
          <p:cNvPicPr preferRelativeResize="0"/>
          <p:nvPr/>
        </p:nvPicPr>
        <p:blipFill rotWithShape="1">
          <a:blip r:embed="rId4">
            <a:alphaModFix/>
          </a:blip>
          <a:srcRect/>
          <a:stretch/>
        </p:blipFill>
        <p:spPr>
          <a:xfrm>
            <a:off x="343662" y="929678"/>
            <a:ext cx="169964" cy="169964"/>
          </a:xfrm>
          <a:prstGeom prst="rect">
            <a:avLst/>
          </a:prstGeom>
          <a:noFill/>
          <a:ln>
            <a:noFill/>
          </a:ln>
        </p:spPr>
      </p:pic>
      <p:sp>
        <p:nvSpPr>
          <p:cNvPr id="875" name="Google Shape;875;p48"/>
          <p:cNvSpPr txBox="1"/>
          <p:nvPr/>
        </p:nvSpPr>
        <p:spPr>
          <a:xfrm>
            <a:off x="387959" y="933347"/>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2</a:t>
            </a:r>
            <a:endParaRPr sz="800">
              <a:latin typeface="Calibri"/>
              <a:ea typeface="Calibri"/>
              <a:cs typeface="Calibri"/>
              <a:sym typeface="Calibri"/>
            </a:endParaRPr>
          </a:p>
        </p:txBody>
      </p:sp>
      <p:pic>
        <p:nvPicPr>
          <p:cNvPr id="876" name="Google Shape;876;p48"/>
          <p:cNvPicPr preferRelativeResize="0"/>
          <p:nvPr/>
        </p:nvPicPr>
        <p:blipFill rotWithShape="1">
          <a:blip r:embed="rId5">
            <a:alphaModFix/>
          </a:blip>
          <a:srcRect/>
          <a:stretch/>
        </p:blipFill>
        <p:spPr>
          <a:xfrm>
            <a:off x="343662" y="1221600"/>
            <a:ext cx="169964" cy="169964"/>
          </a:xfrm>
          <a:prstGeom prst="rect">
            <a:avLst/>
          </a:prstGeom>
          <a:noFill/>
          <a:ln>
            <a:noFill/>
          </a:ln>
        </p:spPr>
      </p:pic>
      <p:sp>
        <p:nvSpPr>
          <p:cNvPr id="877" name="Google Shape;877;p48"/>
          <p:cNvSpPr txBox="1"/>
          <p:nvPr/>
        </p:nvSpPr>
        <p:spPr>
          <a:xfrm>
            <a:off x="387959" y="1225281"/>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3</a:t>
            </a:r>
            <a:endParaRPr sz="800">
              <a:latin typeface="Calibri"/>
              <a:ea typeface="Calibri"/>
              <a:cs typeface="Calibri"/>
              <a:sym typeface="Calibri"/>
            </a:endParaRPr>
          </a:p>
        </p:txBody>
      </p:sp>
      <p:pic>
        <p:nvPicPr>
          <p:cNvPr id="878" name="Google Shape;878;p48"/>
          <p:cNvPicPr preferRelativeResize="0"/>
          <p:nvPr/>
        </p:nvPicPr>
        <p:blipFill rotWithShape="1">
          <a:blip r:embed="rId6">
            <a:alphaModFix/>
          </a:blip>
          <a:srcRect/>
          <a:stretch/>
        </p:blipFill>
        <p:spPr>
          <a:xfrm>
            <a:off x="343662" y="1513535"/>
            <a:ext cx="169964" cy="169964"/>
          </a:xfrm>
          <a:prstGeom prst="rect">
            <a:avLst/>
          </a:prstGeom>
          <a:noFill/>
          <a:ln>
            <a:noFill/>
          </a:ln>
        </p:spPr>
      </p:pic>
      <p:sp>
        <p:nvSpPr>
          <p:cNvPr id="879" name="Google Shape;879;p48"/>
          <p:cNvSpPr txBox="1"/>
          <p:nvPr/>
        </p:nvSpPr>
        <p:spPr>
          <a:xfrm>
            <a:off x="387959" y="1517204"/>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4</a:t>
            </a:r>
            <a:endParaRPr sz="800">
              <a:latin typeface="Calibri"/>
              <a:ea typeface="Calibri"/>
              <a:cs typeface="Calibri"/>
              <a:sym typeface="Calibri"/>
            </a:endParaRPr>
          </a:p>
        </p:txBody>
      </p:sp>
      <p:pic>
        <p:nvPicPr>
          <p:cNvPr id="880" name="Google Shape;880;p48"/>
          <p:cNvPicPr preferRelativeResize="0"/>
          <p:nvPr/>
        </p:nvPicPr>
        <p:blipFill rotWithShape="1">
          <a:blip r:embed="rId7">
            <a:alphaModFix/>
          </a:blip>
          <a:srcRect/>
          <a:stretch/>
        </p:blipFill>
        <p:spPr>
          <a:xfrm>
            <a:off x="343662" y="1805457"/>
            <a:ext cx="169964" cy="169964"/>
          </a:xfrm>
          <a:prstGeom prst="rect">
            <a:avLst/>
          </a:prstGeom>
          <a:noFill/>
          <a:ln>
            <a:noFill/>
          </a:ln>
        </p:spPr>
      </p:pic>
      <p:sp>
        <p:nvSpPr>
          <p:cNvPr id="881" name="Google Shape;881;p48"/>
          <p:cNvSpPr txBox="1"/>
          <p:nvPr/>
        </p:nvSpPr>
        <p:spPr>
          <a:xfrm>
            <a:off x="387959" y="1809139"/>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5</a:t>
            </a:r>
            <a:endParaRPr sz="800">
              <a:latin typeface="Calibri"/>
              <a:ea typeface="Calibri"/>
              <a:cs typeface="Calibri"/>
              <a:sym typeface="Calibri"/>
            </a:endParaRPr>
          </a:p>
        </p:txBody>
      </p:sp>
      <p:pic>
        <p:nvPicPr>
          <p:cNvPr id="882" name="Google Shape;882;p48"/>
          <p:cNvPicPr preferRelativeResize="0"/>
          <p:nvPr/>
        </p:nvPicPr>
        <p:blipFill rotWithShape="1">
          <a:blip r:embed="rId8">
            <a:alphaModFix/>
          </a:blip>
          <a:srcRect/>
          <a:stretch/>
        </p:blipFill>
        <p:spPr>
          <a:xfrm>
            <a:off x="343649" y="2097392"/>
            <a:ext cx="169964" cy="169964"/>
          </a:xfrm>
          <a:prstGeom prst="rect">
            <a:avLst/>
          </a:prstGeom>
          <a:noFill/>
          <a:ln>
            <a:noFill/>
          </a:ln>
        </p:spPr>
      </p:pic>
      <p:sp>
        <p:nvSpPr>
          <p:cNvPr id="883" name="Google Shape;883;p48"/>
          <p:cNvSpPr txBox="1"/>
          <p:nvPr/>
        </p:nvSpPr>
        <p:spPr>
          <a:xfrm>
            <a:off x="387959" y="2101061"/>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6</a:t>
            </a:r>
            <a:endParaRPr sz="800">
              <a:latin typeface="Calibri"/>
              <a:ea typeface="Calibri"/>
              <a:cs typeface="Calibri"/>
              <a:sym typeface="Calibri"/>
            </a:endParaRPr>
          </a:p>
        </p:txBody>
      </p:sp>
      <p:pic>
        <p:nvPicPr>
          <p:cNvPr id="884" name="Google Shape;884;p48"/>
          <p:cNvPicPr preferRelativeResize="0"/>
          <p:nvPr/>
        </p:nvPicPr>
        <p:blipFill rotWithShape="1">
          <a:blip r:embed="rId9">
            <a:alphaModFix/>
          </a:blip>
          <a:srcRect/>
          <a:stretch/>
        </p:blipFill>
        <p:spPr>
          <a:xfrm>
            <a:off x="343649" y="2389314"/>
            <a:ext cx="169964" cy="169964"/>
          </a:xfrm>
          <a:prstGeom prst="rect">
            <a:avLst/>
          </a:prstGeom>
          <a:noFill/>
          <a:ln>
            <a:noFill/>
          </a:ln>
        </p:spPr>
      </p:pic>
      <p:sp>
        <p:nvSpPr>
          <p:cNvPr id="885" name="Google Shape;885;p48"/>
          <p:cNvSpPr txBox="1"/>
          <p:nvPr/>
        </p:nvSpPr>
        <p:spPr>
          <a:xfrm>
            <a:off x="387959" y="2392996"/>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7</a:t>
            </a:r>
            <a:endParaRPr sz="800">
              <a:latin typeface="Calibri"/>
              <a:ea typeface="Calibri"/>
              <a:cs typeface="Calibri"/>
              <a:sym typeface="Calibri"/>
            </a:endParaRPr>
          </a:p>
        </p:txBody>
      </p:sp>
      <p:pic>
        <p:nvPicPr>
          <p:cNvPr id="886" name="Google Shape;886;p48"/>
          <p:cNvPicPr preferRelativeResize="0"/>
          <p:nvPr/>
        </p:nvPicPr>
        <p:blipFill rotWithShape="1">
          <a:blip r:embed="rId10">
            <a:alphaModFix/>
          </a:blip>
          <a:srcRect/>
          <a:stretch/>
        </p:blipFill>
        <p:spPr>
          <a:xfrm>
            <a:off x="343649" y="2681249"/>
            <a:ext cx="169964" cy="169964"/>
          </a:xfrm>
          <a:prstGeom prst="rect">
            <a:avLst/>
          </a:prstGeom>
          <a:noFill/>
          <a:ln>
            <a:noFill/>
          </a:ln>
        </p:spPr>
      </p:pic>
      <p:sp>
        <p:nvSpPr>
          <p:cNvPr id="887" name="Google Shape;887;p48"/>
          <p:cNvSpPr txBox="1"/>
          <p:nvPr/>
        </p:nvSpPr>
        <p:spPr>
          <a:xfrm>
            <a:off x="387959" y="2684931"/>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EAEAF7"/>
                </a:solidFill>
                <a:latin typeface="Calibri"/>
                <a:ea typeface="Calibri"/>
                <a:cs typeface="Calibri"/>
                <a:sym typeface="Calibri"/>
              </a:rPr>
              <a:t>8</a:t>
            </a:r>
            <a:endParaRPr sz="800">
              <a:latin typeface="Calibri"/>
              <a:ea typeface="Calibri"/>
              <a:cs typeface="Calibri"/>
              <a:sym typeface="Calibri"/>
            </a:endParaRPr>
          </a:p>
        </p:txBody>
      </p:sp>
      <p:sp>
        <p:nvSpPr>
          <p:cNvPr id="888" name="Google Shape;888;p48"/>
          <p:cNvSpPr txBox="1"/>
          <p:nvPr/>
        </p:nvSpPr>
        <p:spPr>
          <a:xfrm>
            <a:off x="563025" y="544082"/>
            <a:ext cx="3241800" cy="2291400"/>
          </a:xfrm>
          <a:prstGeom prst="rect">
            <a:avLst/>
          </a:prstGeom>
          <a:noFill/>
          <a:ln>
            <a:noFill/>
          </a:ln>
        </p:spPr>
        <p:txBody>
          <a:bodyPr spcFirstLastPara="1" wrap="square" lIns="0" tIns="90150" rIns="0" bIns="0" anchor="t" anchorCtr="0">
            <a:spAutoFit/>
          </a:bodyPr>
          <a:lstStyle/>
          <a:p>
            <a:pPr marL="12700" lvl="0" indent="0" algn="l" rtl="0">
              <a:lnSpc>
                <a:spcPct val="100000"/>
              </a:lnSpc>
              <a:spcBef>
                <a:spcPts val="0"/>
              </a:spcBef>
              <a:spcAft>
                <a:spcPts val="0"/>
              </a:spcAft>
              <a:buNone/>
            </a:pPr>
            <a:r>
              <a:rPr lang="en-US" sz="1400" u="sng">
                <a:solidFill>
                  <a:schemeClr val="hlink"/>
                </a:solidFill>
                <a:latin typeface="Calibri"/>
                <a:ea typeface="Calibri"/>
                <a:cs typeface="Calibri"/>
                <a:sym typeface="Calibri"/>
                <a:hlinkClick r:id="rId11"/>
              </a:rPr>
              <a:t>R</a:t>
            </a:r>
            <a:r>
              <a:rPr lang="en-US" sz="1400" u="sng" cap="small">
                <a:solidFill>
                  <a:schemeClr val="hlink"/>
                </a:solidFill>
                <a:latin typeface="Calibri"/>
                <a:ea typeface="Calibri"/>
                <a:cs typeface="Calibri"/>
                <a:sym typeface="Calibri"/>
                <a:hlinkClick r:id="rId11"/>
              </a:rPr>
              <a:t>egression</a:t>
            </a:r>
            <a:endParaRPr sz="1400">
              <a:latin typeface="Calibri"/>
              <a:ea typeface="Calibri"/>
              <a:cs typeface="Calibri"/>
              <a:sym typeface="Calibri"/>
            </a:endParaRPr>
          </a:p>
          <a:p>
            <a:pPr marL="12700" lvl="0" indent="0" algn="l" rtl="0">
              <a:lnSpc>
                <a:spcPct val="100000"/>
              </a:lnSpc>
              <a:spcBef>
                <a:spcPts val="620"/>
              </a:spcBef>
              <a:spcAft>
                <a:spcPts val="0"/>
              </a:spcAft>
              <a:buNone/>
            </a:pPr>
            <a:r>
              <a:rPr lang="en-US" sz="1400" u="sng">
                <a:solidFill>
                  <a:schemeClr val="hlink"/>
                </a:solidFill>
                <a:latin typeface="Calibri"/>
                <a:ea typeface="Calibri"/>
                <a:cs typeface="Calibri"/>
                <a:sym typeface="Calibri"/>
                <a:hlinkClick r:id="rId12"/>
              </a:rPr>
              <a:t>L</a:t>
            </a:r>
            <a:r>
              <a:rPr lang="en-US" sz="1400" u="sng" cap="small">
                <a:solidFill>
                  <a:schemeClr val="hlink"/>
                </a:solidFill>
                <a:latin typeface="Calibri"/>
                <a:ea typeface="Calibri"/>
                <a:cs typeface="Calibri"/>
                <a:sym typeface="Calibri"/>
                <a:hlinkClick r:id="rId12"/>
              </a:rPr>
              <a:t>inear</a:t>
            </a:r>
            <a:r>
              <a:rPr lang="en-US" sz="1400" u="sng">
                <a:solidFill>
                  <a:schemeClr val="hlink"/>
                </a:solidFill>
                <a:latin typeface="Calibri"/>
                <a:ea typeface="Calibri"/>
                <a:cs typeface="Calibri"/>
                <a:sym typeface="Calibri"/>
                <a:hlinkClick r:id="rId12"/>
              </a:rPr>
              <a:t> R</a:t>
            </a:r>
            <a:r>
              <a:rPr lang="en-US" sz="1400" u="sng" cap="small">
                <a:solidFill>
                  <a:schemeClr val="hlink"/>
                </a:solidFill>
                <a:latin typeface="Calibri"/>
                <a:ea typeface="Calibri"/>
                <a:cs typeface="Calibri"/>
                <a:sym typeface="Calibri"/>
                <a:hlinkClick r:id="rId12"/>
              </a:rPr>
              <a:t>egression</a:t>
            </a:r>
            <a:endParaRPr sz="1400">
              <a:latin typeface="Calibri"/>
              <a:ea typeface="Calibri"/>
              <a:cs typeface="Calibri"/>
              <a:sym typeface="Calibri"/>
            </a:endParaRPr>
          </a:p>
          <a:p>
            <a:pPr marL="12700" marR="5080" lvl="0" indent="0" algn="l" rtl="0">
              <a:lnSpc>
                <a:spcPct val="136800"/>
              </a:lnSpc>
              <a:spcBef>
                <a:spcPts val="0"/>
              </a:spcBef>
              <a:spcAft>
                <a:spcPts val="0"/>
              </a:spcAft>
              <a:buNone/>
            </a:pPr>
            <a:r>
              <a:rPr lang="en-US" sz="1400" u="sng">
                <a:solidFill>
                  <a:schemeClr val="hlink"/>
                </a:solidFill>
                <a:latin typeface="Calibri"/>
                <a:ea typeface="Calibri"/>
                <a:cs typeface="Calibri"/>
                <a:sym typeface="Calibri"/>
                <a:hlinkClick r:id="rId13"/>
              </a:rPr>
              <a:t>T</a:t>
            </a:r>
            <a:r>
              <a:rPr lang="en-US" sz="1400" u="sng" cap="small">
                <a:solidFill>
                  <a:schemeClr val="hlink"/>
                </a:solidFill>
                <a:latin typeface="Calibri"/>
                <a:ea typeface="Calibri"/>
                <a:cs typeface="Calibri"/>
                <a:sym typeface="Calibri"/>
                <a:hlinkClick r:id="rId13"/>
              </a:rPr>
              <a:t>he</a:t>
            </a:r>
            <a:r>
              <a:rPr lang="en-US" sz="1400" u="sng">
                <a:solidFill>
                  <a:schemeClr val="hlink"/>
                </a:solidFill>
                <a:latin typeface="Calibri"/>
                <a:ea typeface="Calibri"/>
                <a:cs typeface="Calibri"/>
                <a:sym typeface="Calibri"/>
                <a:hlinkClick r:id="rId13"/>
              </a:rPr>
              <a:t> L</a:t>
            </a:r>
            <a:r>
              <a:rPr lang="en-US" sz="1400" u="sng" cap="small">
                <a:solidFill>
                  <a:schemeClr val="hlink"/>
                </a:solidFill>
                <a:latin typeface="Calibri"/>
                <a:ea typeface="Calibri"/>
                <a:cs typeface="Calibri"/>
                <a:sym typeface="Calibri"/>
                <a:hlinkClick r:id="rId13"/>
              </a:rPr>
              <a:t>inear</a:t>
            </a:r>
            <a:r>
              <a:rPr lang="en-US" sz="1400" u="sng">
                <a:solidFill>
                  <a:schemeClr val="hlink"/>
                </a:solidFill>
                <a:latin typeface="Calibri"/>
                <a:ea typeface="Calibri"/>
                <a:cs typeface="Calibri"/>
                <a:sym typeface="Calibri"/>
                <a:hlinkClick r:id="rId13"/>
              </a:rPr>
              <a:t> M</a:t>
            </a:r>
            <a:r>
              <a:rPr lang="en-US" sz="1400" u="sng" cap="small">
                <a:solidFill>
                  <a:schemeClr val="hlink"/>
                </a:solidFill>
                <a:latin typeface="Calibri"/>
                <a:ea typeface="Calibri"/>
                <a:cs typeface="Calibri"/>
                <a:sym typeface="Calibri"/>
                <a:hlinkClick r:id="rId13"/>
              </a:rPr>
              <a:t>odel</a:t>
            </a:r>
            <a:r>
              <a:rPr lang="en-US" sz="1400" u="sng">
                <a:solidFill>
                  <a:schemeClr val="hlink"/>
                </a:solidFill>
                <a:latin typeface="Calibri"/>
                <a:ea typeface="Calibri"/>
                <a:cs typeface="Calibri"/>
                <a:sym typeface="Calibri"/>
                <a:hlinkClick r:id="rId13"/>
              </a:rPr>
              <a:t>: S</a:t>
            </a:r>
            <a:r>
              <a:rPr lang="en-US" sz="1400" u="sng" cap="small">
                <a:solidFill>
                  <a:schemeClr val="hlink"/>
                </a:solidFill>
                <a:latin typeface="Calibri"/>
                <a:ea typeface="Calibri"/>
                <a:cs typeface="Calibri"/>
                <a:sym typeface="Calibri"/>
                <a:hlinkClick r:id="rId13"/>
              </a:rPr>
              <a:t>ingle</a:t>
            </a:r>
            <a:r>
              <a:rPr lang="en-US" sz="1400" u="sng">
                <a:solidFill>
                  <a:schemeClr val="hlink"/>
                </a:solidFill>
                <a:latin typeface="Calibri"/>
                <a:ea typeface="Calibri"/>
                <a:cs typeface="Calibri"/>
                <a:sym typeface="Calibri"/>
                <a:hlinkClick r:id="rId13"/>
              </a:rPr>
              <a:t> N</a:t>
            </a:r>
            <a:r>
              <a:rPr lang="en-US" sz="1400" u="sng" cap="small">
                <a:solidFill>
                  <a:schemeClr val="hlink"/>
                </a:solidFill>
                <a:latin typeface="Calibri"/>
                <a:ea typeface="Calibri"/>
                <a:cs typeface="Calibri"/>
                <a:sym typeface="Calibri"/>
                <a:hlinkClick r:id="rId13"/>
              </a:rPr>
              <a:t>euron</a:t>
            </a:r>
            <a:r>
              <a:rPr lang="en-US" sz="1400">
                <a:solidFill>
                  <a:srgbClr val="D6D6EF"/>
                </a:solidFill>
                <a:latin typeface="Calibri"/>
                <a:ea typeface="Calibri"/>
                <a:cs typeface="Calibri"/>
                <a:sym typeface="Calibri"/>
              </a:rPr>
              <a:t> </a:t>
            </a:r>
            <a:endParaRPr sz="1400">
              <a:solidFill>
                <a:srgbClr val="D6D6EF"/>
              </a:solidFill>
              <a:latin typeface="Calibri"/>
              <a:ea typeface="Calibri"/>
              <a:cs typeface="Calibri"/>
              <a:sym typeface="Calibri"/>
            </a:endParaRPr>
          </a:p>
          <a:p>
            <a:pPr marL="12700" marR="5080" lvl="0" indent="0" algn="l" rtl="0">
              <a:lnSpc>
                <a:spcPct val="136800"/>
              </a:lnSpc>
              <a:spcBef>
                <a:spcPts val="0"/>
              </a:spcBef>
              <a:spcAft>
                <a:spcPts val="0"/>
              </a:spcAft>
              <a:buNone/>
            </a:pPr>
            <a:r>
              <a:rPr lang="en-US" sz="1400" u="sng">
                <a:solidFill>
                  <a:schemeClr val="hlink"/>
                </a:solidFill>
                <a:latin typeface="Calibri"/>
                <a:ea typeface="Calibri"/>
                <a:cs typeface="Calibri"/>
                <a:sym typeface="Calibri"/>
                <a:hlinkClick r:id="rId14"/>
              </a:rPr>
              <a:t>W</a:t>
            </a:r>
            <a:r>
              <a:rPr lang="en-US" sz="1400" u="sng" cap="small">
                <a:solidFill>
                  <a:schemeClr val="hlink"/>
                </a:solidFill>
                <a:latin typeface="Calibri"/>
                <a:ea typeface="Calibri"/>
                <a:cs typeface="Calibri"/>
                <a:sym typeface="Calibri"/>
                <a:hlinkClick r:id="rId14"/>
              </a:rPr>
              <a:t>orked</a:t>
            </a:r>
            <a:r>
              <a:rPr lang="en-US" sz="1400" u="sng">
                <a:solidFill>
                  <a:schemeClr val="hlink"/>
                </a:solidFill>
                <a:latin typeface="Calibri"/>
                <a:ea typeface="Calibri"/>
                <a:cs typeface="Calibri"/>
                <a:sym typeface="Calibri"/>
                <a:hlinkClick r:id="rId14"/>
              </a:rPr>
              <a:t> E</a:t>
            </a:r>
            <a:r>
              <a:rPr lang="en-US" sz="1400" u="sng" cap="small">
                <a:solidFill>
                  <a:schemeClr val="hlink"/>
                </a:solidFill>
                <a:latin typeface="Calibri"/>
                <a:ea typeface="Calibri"/>
                <a:cs typeface="Calibri"/>
                <a:sym typeface="Calibri"/>
                <a:hlinkClick r:id="rId14"/>
              </a:rPr>
              <a:t>xample</a:t>
            </a:r>
            <a:endParaRPr sz="1400">
              <a:latin typeface="Calibri"/>
              <a:ea typeface="Calibri"/>
              <a:cs typeface="Calibri"/>
              <a:sym typeface="Calibri"/>
            </a:endParaRPr>
          </a:p>
          <a:p>
            <a:pPr marL="12700" lvl="0" indent="0" algn="l" rtl="0">
              <a:lnSpc>
                <a:spcPct val="100000"/>
              </a:lnSpc>
              <a:spcBef>
                <a:spcPts val="620"/>
              </a:spcBef>
              <a:spcAft>
                <a:spcPts val="0"/>
              </a:spcAft>
              <a:buNone/>
            </a:pPr>
            <a:r>
              <a:rPr lang="en-US" sz="1400" u="sng">
                <a:solidFill>
                  <a:schemeClr val="hlink"/>
                </a:solidFill>
                <a:latin typeface="Calibri"/>
                <a:ea typeface="Calibri"/>
                <a:cs typeface="Calibri"/>
                <a:sym typeface="Calibri"/>
                <a:hlinkClick r:id="rId15"/>
              </a:rPr>
              <a:t>E</a:t>
            </a:r>
            <a:r>
              <a:rPr lang="en-US" sz="1400" u="sng" cap="small">
                <a:solidFill>
                  <a:schemeClr val="hlink"/>
                </a:solidFill>
                <a:latin typeface="Calibri"/>
                <a:ea typeface="Calibri"/>
                <a:cs typeface="Calibri"/>
                <a:sym typeface="Calibri"/>
                <a:hlinkClick r:id="rId15"/>
              </a:rPr>
              <a:t>valuation</a:t>
            </a:r>
            <a:endParaRPr sz="1400">
              <a:latin typeface="Calibri"/>
              <a:ea typeface="Calibri"/>
              <a:cs typeface="Calibri"/>
              <a:sym typeface="Calibri"/>
            </a:endParaRPr>
          </a:p>
          <a:p>
            <a:pPr marL="12700" marR="1017268" lvl="0" indent="0" algn="l" rtl="0">
              <a:lnSpc>
                <a:spcPct val="136800"/>
              </a:lnSpc>
              <a:spcBef>
                <a:spcPts val="0"/>
              </a:spcBef>
              <a:spcAft>
                <a:spcPts val="0"/>
              </a:spcAft>
              <a:buNone/>
            </a:pPr>
            <a:r>
              <a:rPr lang="en-US" sz="1400" u="sng">
                <a:solidFill>
                  <a:schemeClr val="hlink"/>
                </a:solidFill>
                <a:latin typeface="Calibri"/>
                <a:ea typeface="Calibri"/>
                <a:cs typeface="Calibri"/>
                <a:sym typeface="Calibri"/>
                <a:hlinkClick r:id="rId16"/>
              </a:rPr>
              <a:t>P</a:t>
            </a:r>
            <a:r>
              <a:rPr lang="en-US" sz="1400" u="sng" cap="small">
                <a:solidFill>
                  <a:schemeClr val="hlink"/>
                </a:solidFill>
                <a:latin typeface="Calibri"/>
                <a:ea typeface="Calibri"/>
                <a:cs typeface="Calibri"/>
                <a:sym typeface="Calibri"/>
                <a:hlinkClick r:id="rId16"/>
              </a:rPr>
              <a:t>ython</a:t>
            </a:r>
            <a:r>
              <a:rPr lang="en-US" sz="1400" u="sng">
                <a:solidFill>
                  <a:schemeClr val="hlink"/>
                </a:solidFill>
                <a:latin typeface="Calibri"/>
                <a:ea typeface="Calibri"/>
                <a:cs typeface="Calibri"/>
                <a:sym typeface="Calibri"/>
                <a:hlinkClick r:id="rId16"/>
              </a:rPr>
              <a:t> I</a:t>
            </a:r>
            <a:r>
              <a:rPr lang="en-US" sz="1400" u="sng" cap="small">
                <a:solidFill>
                  <a:schemeClr val="hlink"/>
                </a:solidFill>
                <a:latin typeface="Calibri"/>
                <a:ea typeface="Calibri"/>
                <a:cs typeface="Calibri"/>
                <a:sym typeface="Calibri"/>
                <a:hlinkClick r:id="rId16"/>
              </a:rPr>
              <a:t>mplementation</a:t>
            </a:r>
            <a:r>
              <a:rPr lang="en-US" sz="1400">
                <a:solidFill>
                  <a:srgbClr val="D6D6EF"/>
                </a:solidFill>
                <a:latin typeface="Calibri"/>
                <a:ea typeface="Calibri"/>
                <a:cs typeface="Calibri"/>
                <a:sym typeface="Calibri"/>
              </a:rPr>
              <a:t> </a:t>
            </a:r>
            <a:r>
              <a:rPr lang="en-US" sz="1400" u="sng">
                <a:solidFill>
                  <a:schemeClr val="hlink"/>
                </a:solidFill>
                <a:latin typeface="Calibri"/>
                <a:ea typeface="Calibri"/>
                <a:cs typeface="Calibri"/>
                <a:sym typeface="Calibri"/>
                <a:hlinkClick r:id="rId17"/>
              </a:rPr>
              <a:t>I</a:t>
            </a:r>
            <a:r>
              <a:rPr lang="en-US" sz="1400" u="sng" cap="small">
                <a:solidFill>
                  <a:schemeClr val="hlink"/>
                </a:solidFill>
                <a:latin typeface="Calibri"/>
                <a:ea typeface="Calibri"/>
                <a:cs typeface="Calibri"/>
                <a:sym typeface="Calibri"/>
                <a:hlinkClick r:id="rId17"/>
              </a:rPr>
              <a:t>mplementation</a:t>
            </a:r>
            <a:r>
              <a:rPr lang="en-US" sz="1400" u="sng">
                <a:solidFill>
                  <a:schemeClr val="hlink"/>
                </a:solidFill>
                <a:latin typeface="Calibri"/>
                <a:ea typeface="Calibri"/>
                <a:cs typeface="Calibri"/>
                <a:sym typeface="Calibri"/>
                <a:hlinkClick r:id="rId17"/>
              </a:rPr>
              <a:t> T</a:t>
            </a:r>
            <a:r>
              <a:rPr lang="en-US" sz="1400" u="sng" cap="small">
                <a:solidFill>
                  <a:schemeClr val="hlink"/>
                </a:solidFill>
                <a:latin typeface="Calibri"/>
                <a:ea typeface="Calibri"/>
                <a:cs typeface="Calibri"/>
                <a:sym typeface="Calibri"/>
                <a:hlinkClick r:id="rId17"/>
              </a:rPr>
              <a:t>ips</a:t>
            </a:r>
            <a:r>
              <a:rPr lang="en-US" sz="1400">
                <a:solidFill>
                  <a:srgbClr val="D6D6EF"/>
                </a:solidFill>
                <a:latin typeface="Calibri"/>
                <a:ea typeface="Calibri"/>
                <a:cs typeface="Calibri"/>
                <a:sym typeface="Calibri"/>
              </a:rPr>
              <a:t> </a:t>
            </a:r>
            <a:endParaRPr sz="1400">
              <a:solidFill>
                <a:srgbClr val="D6D6EF"/>
              </a:solidFill>
              <a:latin typeface="Calibri"/>
              <a:ea typeface="Calibri"/>
              <a:cs typeface="Calibri"/>
              <a:sym typeface="Calibri"/>
            </a:endParaRPr>
          </a:p>
          <a:p>
            <a:pPr marL="12700" marR="1017269" lvl="0" indent="0" algn="l" rtl="0">
              <a:lnSpc>
                <a:spcPct val="136800"/>
              </a:lnSpc>
              <a:spcBef>
                <a:spcPts val="0"/>
              </a:spcBef>
              <a:spcAft>
                <a:spcPts val="0"/>
              </a:spcAft>
              <a:buNone/>
            </a:pPr>
            <a:r>
              <a:rPr lang="en-US" sz="1400" u="sng">
                <a:solidFill>
                  <a:schemeClr val="hlink"/>
                </a:solidFill>
                <a:latin typeface="Calibri"/>
                <a:ea typeface="Calibri"/>
                <a:cs typeface="Calibri"/>
                <a:sym typeface="Calibri"/>
                <a:hlinkClick r:id="rId18"/>
              </a:rPr>
              <a:t>S</a:t>
            </a:r>
            <a:r>
              <a:rPr lang="en-US" sz="1400" u="sng" cap="small">
                <a:solidFill>
                  <a:schemeClr val="hlink"/>
                </a:solidFill>
                <a:latin typeface="Calibri"/>
                <a:ea typeface="Calibri"/>
                <a:cs typeface="Calibri"/>
                <a:sym typeface="Calibri"/>
                <a:hlinkClick r:id="rId18"/>
              </a:rPr>
              <a:t>ummary</a:t>
            </a:r>
            <a:endParaRPr sz="1400">
              <a:latin typeface="Calibri"/>
              <a:ea typeface="Calibri"/>
              <a:cs typeface="Calibri"/>
              <a:sym typeface="Calibri"/>
            </a:endParaRPr>
          </a:p>
        </p:txBody>
      </p:sp>
      <p:grpSp>
        <p:nvGrpSpPr>
          <p:cNvPr id="889" name="Google Shape;889;p48"/>
          <p:cNvGrpSpPr/>
          <p:nvPr/>
        </p:nvGrpSpPr>
        <p:grpSpPr>
          <a:xfrm>
            <a:off x="0" y="3109250"/>
            <a:ext cx="5760261" cy="92075"/>
            <a:chOff x="0" y="3109250"/>
            <a:chExt cx="5760261" cy="92075"/>
          </a:xfrm>
        </p:grpSpPr>
        <p:sp>
          <p:nvSpPr>
            <p:cNvPr id="890" name="Google Shape;890;p48"/>
            <p:cNvSpPr/>
            <p:nvPr/>
          </p:nvSpPr>
          <p:spPr>
            <a:xfrm>
              <a:off x="0"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891" name="Google Shape;891;p48"/>
            <p:cNvSpPr/>
            <p:nvPr/>
          </p:nvSpPr>
          <p:spPr>
            <a:xfrm>
              <a:off x="1923862" y="3109250"/>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892" name="Google Shape;892;p48"/>
            <p:cNvSpPr/>
            <p:nvPr/>
          </p:nvSpPr>
          <p:spPr>
            <a:xfrm>
              <a:off x="3836211"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893" name="Google Shape;893;p48"/>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894" name="Google Shape;894;p48"/>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Calibri"/>
                <a:ea typeface="Calibri"/>
                <a:cs typeface="Calibri"/>
                <a:sym typeface="Calibri"/>
                <a:hlinkClick r:id="rId19"/>
              </a:rPr>
              <a:t>D</a:t>
            </a:r>
            <a:r>
              <a:rPr lang="en-US" sz="600" u="sng" cap="small">
                <a:solidFill>
                  <a:schemeClr val="hlink"/>
                </a:solidFill>
                <a:latin typeface="Calibri"/>
                <a:ea typeface="Calibri"/>
                <a:cs typeface="Calibri"/>
                <a:sym typeface="Calibri"/>
                <a:hlinkClick r:id="rId19"/>
              </a:rPr>
              <a:t>eep</a:t>
            </a:r>
            <a:r>
              <a:rPr lang="en-US" sz="600" u="sng">
                <a:solidFill>
                  <a:schemeClr val="hlink"/>
                </a:solidFill>
                <a:latin typeface="Calibri"/>
                <a:ea typeface="Calibri"/>
                <a:cs typeface="Calibri"/>
                <a:sym typeface="Calibri"/>
                <a:hlinkClick r:id="rId19"/>
              </a:rPr>
              <a:t> L</a:t>
            </a:r>
            <a:r>
              <a:rPr lang="en-US" sz="600" u="sng" cap="small">
                <a:solidFill>
                  <a:schemeClr val="hlink"/>
                </a:solidFill>
                <a:latin typeface="Calibri"/>
                <a:ea typeface="Calibri"/>
                <a:cs typeface="Calibri"/>
                <a:sym typeface="Calibri"/>
                <a:hlinkClick r:id="rId19"/>
              </a:rPr>
              <a:t>earning</a:t>
            </a:r>
            <a:endParaRPr sz="600">
              <a:latin typeface="Calibri"/>
              <a:ea typeface="Calibri"/>
              <a:cs typeface="Calibri"/>
              <a:sym typeface="Calibri"/>
            </a:endParaRPr>
          </a:p>
        </p:txBody>
      </p:sp>
      <p:sp>
        <p:nvSpPr>
          <p:cNvPr id="895" name="Google Shape;895;p48"/>
          <p:cNvSpPr txBox="1">
            <a:spLocks noGrp="1"/>
          </p:cNvSpPr>
          <p:nvPr>
            <p:ph type="sldNum" idx="12"/>
          </p:nvPr>
        </p:nvSpPr>
        <p:spPr>
          <a:xfrm>
            <a:off x="4648848" y="3137672"/>
            <a:ext cx="318208" cy="1016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24</a:t>
            </a:fld>
            <a:r>
              <a:rPr lang="en-US"/>
              <a:t> / 46</a:t>
            </a:r>
            <a:endParaRPr/>
          </a:p>
        </p:txBody>
      </p:sp>
    </p:spTree>
  </p:cSld>
  <p:clrMapOvr>
    <a:masterClrMapping/>
  </p:clrMapOvr>
  <p:transition>
    <p:fade thruBlk="1"/>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899"/>
        <p:cNvGrpSpPr/>
        <p:nvPr/>
      </p:nvGrpSpPr>
      <p:grpSpPr>
        <a:xfrm>
          <a:off x="0" y="0"/>
          <a:ext cx="0" cy="0"/>
          <a:chOff x="0" y="0"/>
          <a:chExt cx="0" cy="0"/>
        </a:xfrm>
      </p:grpSpPr>
      <p:sp>
        <p:nvSpPr>
          <p:cNvPr id="900" name="Google Shape;900;p49"/>
          <p:cNvSpPr txBox="1">
            <a:spLocks noGrp="1"/>
          </p:cNvSpPr>
          <p:nvPr>
            <p:ph type="title"/>
          </p:nvPr>
        </p:nvSpPr>
        <p:spPr>
          <a:xfrm>
            <a:off x="82600" y="109545"/>
            <a:ext cx="4943475" cy="288290"/>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None/>
            </a:pPr>
            <a:r>
              <a:rPr lang="en-US">
                <a:solidFill>
                  <a:srgbClr val="FFFFFF"/>
                </a:solidFill>
              </a:rPr>
              <a:t>S</a:t>
            </a:r>
            <a:r>
              <a:rPr lang="en-US" cap="small">
                <a:solidFill>
                  <a:srgbClr val="FFFFFF"/>
                </a:solidFill>
              </a:rPr>
              <a:t>ummary</a:t>
            </a:r>
            <a:r>
              <a:rPr lang="en-US">
                <a:solidFill>
                  <a:srgbClr val="FFFFFF"/>
                </a:solidFill>
              </a:rPr>
              <a:t>: P</a:t>
            </a:r>
            <a:r>
              <a:rPr lang="en-US" cap="small">
                <a:solidFill>
                  <a:srgbClr val="FFFFFF"/>
                </a:solidFill>
              </a:rPr>
              <a:t>utting</a:t>
            </a:r>
            <a:r>
              <a:rPr lang="en-US">
                <a:solidFill>
                  <a:srgbClr val="FFFFFF"/>
                </a:solidFill>
              </a:rPr>
              <a:t> I</a:t>
            </a:r>
            <a:r>
              <a:rPr lang="en-US" cap="small">
                <a:solidFill>
                  <a:srgbClr val="FFFFFF"/>
                </a:solidFill>
              </a:rPr>
              <a:t>t</a:t>
            </a:r>
            <a:r>
              <a:rPr lang="en-US">
                <a:solidFill>
                  <a:srgbClr val="FFFFFF"/>
                </a:solidFill>
              </a:rPr>
              <a:t> A</a:t>
            </a:r>
            <a:r>
              <a:rPr lang="en-US" cap="small">
                <a:solidFill>
                  <a:srgbClr val="FFFFFF"/>
                </a:solidFill>
              </a:rPr>
              <a:t>ll</a:t>
            </a:r>
            <a:r>
              <a:rPr lang="en-US">
                <a:solidFill>
                  <a:srgbClr val="FFFFFF"/>
                </a:solidFill>
              </a:rPr>
              <a:t> T</a:t>
            </a:r>
            <a:r>
              <a:rPr lang="en-US" cap="small">
                <a:solidFill>
                  <a:srgbClr val="FFFFFF"/>
                </a:solidFill>
              </a:rPr>
              <a:t>ogether</a:t>
            </a:r>
            <a:endParaRPr/>
          </a:p>
        </p:txBody>
      </p:sp>
      <p:grpSp>
        <p:nvGrpSpPr>
          <p:cNvPr id="901" name="Google Shape;901;p49"/>
          <p:cNvGrpSpPr/>
          <p:nvPr/>
        </p:nvGrpSpPr>
        <p:grpSpPr>
          <a:xfrm>
            <a:off x="1079987" y="504721"/>
            <a:ext cx="3600207" cy="2340448"/>
            <a:chOff x="1079987" y="504721"/>
            <a:chExt cx="3600207" cy="2340448"/>
          </a:xfrm>
        </p:grpSpPr>
        <p:sp>
          <p:nvSpPr>
            <p:cNvPr id="902" name="Google Shape;902;p49"/>
            <p:cNvSpPr/>
            <p:nvPr/>
          </p:nvSpPr>
          <p:spPr>
            <a:xfrm>
              <a:off x="1079987" y="504721"/>
              <a:ext cx="1440180" cy="900430"/>
            </a:xfrm>
            <a:custGeom>
              <a:avLst/>
              <a:gdLst/>
              <a:ahLst/>
              <a:cxnLst/>
              <a:rect l="l" t="t" r="r" b="b"/>
              <a:pathLst>
                <a:path w="1440180" h="900430" extrusionOk="0">
                  <a:moveTo>
                    <a:pt x="1389407" y="0"/>
                  </a:moveTo>
                  <a:lnTo>
                    <a:pt x="50610" y="0"/>
                  </a:lnTo>
                  <a:lnTo>
                    <a:pt x="30910" y="3977"/>
                  </a:lnTo>
                  <a:lnTo>
                    <a:pt x="14823" y="14823"/>
                  </a:lnTo>
                  <a:lnTo>
                    <a:pt x="3977" y="30910"/>
                  </a:lnTo>
                  <a:lnTo>
                    <a:pt x="0" y="50610"/>
                  </a:lnTo>
                  <a:lnTo>
                    <a:pt x="0" y="849400"/>
                  </a:lnTo>
                  <a:lnTo>
                    <a:pt x="3977" y="869100"/>
                  </a:lnTo>
                  <a:lnTo>
                    <a:pt x="14823" y="885187"/>
                  </a:lnTo>
                  <a:lnTo>
                    <a:pt x="30910" y="896033"/>
                  </a:lnTo>
                  <a:lnTo>
                    <a:pt x="50610" y="900011"/>
                  </a:lnTo>
                  <a:lnTo>
                    <a:pt x="1389407" y="900011"/>
                  </a:lnTo>
                  <a:lnTo>
                    <a:pt x="1409107" y="896033"/>
                  </a:lnTo>
                  <a:lnTo>
                    <a:pt x="1425194" y="885187"/>
                  </a:lnTo>
                  <a:lnTo>
                    <a:pt x="1436041" y="869100"/>
                  </a:lnTo>
                  <a:lnTo>
                    <a:pt x="1440018" y="849400"/>
                  </a:lnTo>
                  <a:lnTo>
                    <a:pt x="1440018" y="50610"/>
                  </a:lnTo>
                  <a:lnTo>
                    <a:pt x="1436041" y="30910"/>
                  </a:lnTo>
                  <a:lnTo>
                    <a:pt x="1425194" y="14823"/>
                  </a:lnTo>
                  <a:lnTo>
                    <a:pt x="1409107" y="3977"/>
                  </a:lnTo>
                  <a:lnTo>
                    <a:pt x="1389407" y="0"/>
                  </a:lnTo>
                  <a:close/>
                </a:path>
              </a:pathLst>
            </a:custGeom>
            <a:solidFill>
              <a:srgbClr val="F8FCFD"/>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903" name="Google Shape;903;p49"/>
            <p:cNvSpPr/>
            <p:nvPr/>
          </p:nvSpPr>
          <p:spPr>
            <a:xfrm>
              <a:off x="1079987" y="504721"/>
              <a:ext cx="1440180" cy="900430"/>
            </a:xfrm>
            <a:custGeom>
              <a:avLst/>
              <a:gdLst/>
              <a:ahLst/>
              <a:cxnLst/>
              <a:rect l="l" t="t" r="r" b="b"/>
              <a:pathLst>
                <a:path w="1440180" h="900430" extrusionOk="0">
                  <a:moveTo>
                    <a:pt x="1389407" y="0"/>
                  </a:moveTo>
                  <a:lnTo>
                    <a:pt x="50610" y="0"/>
                  </a:lnTo>
                  <a:lnTo>
                    <a:pt x="30910" y="3977"/>
                  </a:lnTo>
                  <a:lnTo>
                    <a:pt x="14823" y="14823"/>
                  </a:lnTo>
                  <a:lnTo>
                    <a:pt x="3977" y="30910"/>
                  </a:lnTo>
                  <a:lnTo>
                    <a:pt x="0" y="50610"/>
                  </a:lnTo>
                  <a:lnTo>
                    <a:pt x="0" y="849400"/>
                  </a:lnTo>
                  <a:lnTo>
                    <a:pt x="3977" y="869100"/>
                  </a:lnTo>
                  <a:lnTo>
                    <a:pt x="14823" y="885187"/>
                  </a:lnTo>
                  <a:lnTo>
                    <a:pt x="30910" y="896033"/>
                  </a:lnTo>
                  <a:lnTo>
                    <a:pt x="50610" y="900011"/>
                  </a:lnTo>
                  <a:lnTo>
                    <a:pt x="1389407" y="900011"/>
                  </a:lnTo>
                  <a:lnTo>
                    <a:pt x="1409107" y="896033"/>
                  </a:lnTo>
                  <a:lnTo>
                    <a:pt x="1425194" y="885187"/>
                  </a:lnTo>
                  <a:lnTo>
                    <a:pt x="1436041" y="869100"/>
                  </a:lnTo>
                  <a:lnTo>
                    <a:pt x="1440018" y="849400"/>
                  </a:lnTo>
                  <a:lnTo>
                    <a:pt x="1440018" y="50610"/>
                  </a:lnTo>
                  <a:lnTo>
                    <a:pt x="1436041" y="30910"/>
                  </a:lnTo>
                  <a:lnTo>
                    <a:pt x="1425194" y="14823"/>
                  </a:lnTo>
                  <a:lnTo>
                    <a:pt x="1409107" y="3977"/>
                  </a:lnTo>
                  <a:lnTo>
                    <a:pt x="1389407" y="0"/>
                  </a:lnTo>
                  <a:close/>
                </a:path>
              </a:pathLst>
            </a:custGeom>
            <a:noFill/>
            <a:ln w="10100" cap="flat" cmpd="sng">
              <a:solidFill>
                <a:srgbClr val="76C3E7"/>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904" name="Google Shape;904;p49"/>
            <p:cNvSpPr/>
            <p:nvPr/>
          </p:nvSpPr>
          <p:spPr>
            <a:xfrm>
              <a:off x="3240014" y="504721"/>
              <a:ext cx="1440180" cy="900430"/>
            </a:xfrm>
            <a:custGeom>
              <a:avLst/>
              <a:gdLst/>
              <a:ahLst/>
              <a:cxnLst/>
              <a:rect l="l" t="t" r="r" b="b"/>
              <a:pathLst>
                <a:path w="1440179" h="900430" extrusionOk="0">
                  <a:moveTo>
                    <a:pt x="1389407" y="0"/>
                  </a:moveTo>
                  <a:lnTo>
                    <a:pt x="50610" y="0"/>
                  </a:lnTo>
                  <a:lnTo>
                    <a:pt x="30910" y="3977"/>
                  </a:lnTo>
                  <a:lnTo>
                    <a:pt x="14823" y="14823"/>
                  </a:lnTo>
                  <a:lnTo>
                    <a:pt x="3977" y="30910"/>
                  </a:lnTo>
                  <a:lnTo>
                    <a:pt x="0" y="50610"/>
                  </a:lnTo>
                  <a:lnTo>
                    <a:pt x="0" y="849400"/>
                  </a:lnTo>
                  <a:lnTo>
                    <a:pt x="3977" y="869100"/>
                  </a:lnTo>
                  <a:lnTo>
                    <a:pt x="14823" y="885187"/>
                  </a:lnTo>
                  <a:lnTo>
                    <a:pt x="30910" y="896033"/>
                  </a:lnTo>
                  <a:lnTo>
                    <a:pt x="50610" y="900011"/>
                  </a:lnTo>
                  <a:lnTo>
                    <a:pt x="1389407" y="900011"/>
                  </a:lnTo>
                  <a:lnTo>
                    <a:pt x="1409107" y="896033"/>
                  </a:lnTo>
                  <a:lnTo>
                    <a:pt x="1425194" y="885187"/>
                  </a:lnTo>
                  <a:lnTo>
                    <a:pt x="1436041" y="869100"/>
                  </a:lnTo>
                  <a:lnTo>
                    <a:pt x="1440018" y="849400"/>
                  </a:lnTo>
                  <a:lnTo>
                    <a:pt x="1440018" y="50610"/>
                  </a:lnTo>
                  <a:lnTo>
                    <a:pt x="1436041" y="30910"/>
                  </a:lnTo>
                  <a:lnTo>
                    <a:pt x="1425194" y="14823"/>
                  </a:lnTo>
                  <a:lnTo>
                    <a:pt x="1409107" y="3977"/>
                  </a:lnTo>
                  <a:lnTo>
                    <a:pt x="1389407" y="0"/>
                  </a:lnTo>
                  <a:close/>
                </a:path>
              </a:pathLst>
            </a:custGeom>
            <a:solidFill>
              <a:srgbClr val="F8FCFD"/>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905" name="Google Shape;905;p49"/>
            <p:cNvSpPr/>
            <p:nvPr/>
          </p:nvSpPr>
          <p:spPr>
            <a:xfrm>
              <a:off x="3240014" y="504721"/>
              <a:ext cx="1440180" cy="900430"/>
            </a:xfrm>
            <a:custGeom>
              <a:avLst/>
              <a:gdLst/>
              <a:ahLst/>
              <a:cxnLst/>
              <a:rect l="l" t="t" r="r" b="b"/>
              <a:pathLst>
                <a:path w="1440179" h="900430" extrusionOk="0">
                  <a:moveTo>
                    <a:pt x="1389407" y="0"/>
                  </a:moveTo>
                  <a:lnTo>
                    <a:pt x="50610" y="0"/>
                  </a:lnTo>
                  <a:lnTo>
                    <a:pt x="30910" y="3977"/>
                  </a:lnTo>
                  <a:lnTo>
                    <a:pt x="14823" y="14823"/>
                  </a:lnTo>
                  <a:lnTo>
                    <a:pt x="3977" y="30910"/>
                  </a:lnTo>
                  <a:lnTo>
                    <a:pt x="0" y="50610"/>
                  </a:lnTo>
                  <a:lnTo>
                    <a:pt x="0" y="849400"/>
                  </a:lnTo>
                  <a:lnTo>
                    <a:pt x="3977" y="869100"/>
                  </a:lnTo>
                  <a:lnTo>
                    <a:pt x="14823" y="885187"/>
                  </a:lnTo>
                  <a:lnTo>
                    <a:pt x="30910" y="896033"/>
                  </a:lnTo>
                  <a:lnTo>
                    <a:pt x="50610" y="900011"/>
                  </a:lnTo>
                  <a:lnTo>
                    <a:pt x="1389407" y="900011"/>
                  </a:lnTo>
                  <a:lnTo>
                    <a:pt x="1409107" y="896033"/>
                  </a:lnTo>
                  <a:lnTo>
                    <a:pt x="1425194" y="885187"/>
                  </a:lnTo>
                  <a:lnTo>
                    <a:pt x="1436041" y="869100"/>
                  </a:lnTo>
                  <a:lnTo>
                    <a:pt x="1440018" y="849400"/>
                  </a:lnTo>
                  <a:lnTo>
                    <a:pt x="1440018" y="50610"/>
                  </a:lnTo>
                  <a:lnTo>
                    <a:pt x="1436041" y="30910"/>
                  </a:lnTo>
                  <a:lnTo>
                    <a:pt x="1425194" y="14823"/>
                  </a:lnTo>
                  <a:lnTo>
                    <a:pt x="1409107" y="3977"/>
                  </a:lnTo>
                  <a:lnTo>
                    <a:pt x="1389407" y="0"/>
                  </a:lnTo>
                  <a:close/>
                </a:path>
              </a:pathLst>
            </a:custGeom>
            <a:noFill/>
            <a:ln w="10100" cap="flat" cmpd="sng">
              <a:solidFill>
                <a:srgbClr val="76C3E7"/>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906" name="Google Shape;906;p49"/>
            <p:cNvSpPr/>
            <p:nvPr/>
          </p:nvSpPr>
          <p:spPr>
            <a:xfrm>
              <a:off x="3240014" y="1944739"/>
              <a:ext cx="1440180" cy="900430"/>
            </a:xfrm>
            <a:custGeom>
              <a:avLst/>
              <a:gdLst/>
              <a:ahLst/>
              <a:cxnLst/>
              <a:rect l="l" t="t" r="r" b="b"/>
              <a:pathLst>
                <a:path w="1440179" h="900430" extrusionOk="0">
                  <a:moveTo>
                    <a:pt x="1389407" y="0"/>
                  </a:moveTo>
                  <a:lnTo>
                    <a:pt x="50610" y="0"/>
                  </a:lnTo>
                  <a:lnTo>
                    <a:pt x="30910" y="3977"/>
                  </a:lnTo>
                  <a:lnTo>
                    <a:pt x="14823" y="14823"/>
                  </a:lnTo>
                  <a:lnTo>
                    <a:pt x="3977" y="30910"/>
                  </a:lnTo>
                  <a:lnTo>
                    <a:pt x="0" y="50610"/>
                  </a:lnTo>
                  <a:lnTo>
                    <a:pt x="0" y="849400"/>
                  </a:lnTo>
                  <a:lnTo>
                    <a:pt x="3977" y="869100"/>
                  </a:lnTo>
                  <a:lnTo>
                    <a:pt x="14823" y="885187"/>
                  </a:lnTo>
                  <a:lnTo>
                    <a:pt x="30910" y="896033"/>
                  </a:lnTo>
                  <a:lnTo>
                    <a:pt x="50610" y="900011"/>
                  </a:lnTo>
                  <a:lnTo>
                    <a:pt x="1389407" y="900011"/>
                  </a:lnTo>
                  <a:lnTo>
                    <a:pt x="1409107" y="896033"/>
                  </a:lnTo>
                  <a:lnTo>
                    <a:pt x="1425194" y="885187"/>
                  </a:lnTo>
                  <a:lnTo>
                    <a:pt x="1436041" y="869100"/>
                  </a:lnTo>
                  <a:lnTo>
                    <a:pt x="1440018" y="849400"/>
                  </a:lnTo>
                  <a:lnTo>
                    <a:pt x="1440018" y="50610"/>
                  </a:lnTo>
                  <a:lnTo>
                    <a:pt x="1436041" y="30910"/>
                  </a:lnTo>
                  <a:lnTo>
                    <a:pt x="1425194" y="14823"/>
                  </a:lnTo>
                  <a:lnTo>
                    <a:pt x="1409107" y="3977"/>
                  </a:lnTo>
                  <a:lnTo>
                    <a:pt x="1389407" y="0"/>
                  </a:lnTo>
                  <a:close/>
                </a:path>
              </a:pathLst>
            </a:custGeom>
            <a:solidFill>
              <a:srgbClr val="F8FCFD"/>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907" name="Google Shape;907;p49"/>
            <p:cNvSpPr/>
            <p:nvPr/>
          </p:nvSpPr>
          <p:spPr>
            <a:xfrm>
              <a:off x="3240014" y="1944739"/>
              <a:ext cx="1440180" cy="900430"/>
            </a:xfrm>
            <a:custGeom>
              <a:avLst/>
              <a:gdLst/>
              <a:ahLst/>
              <a:cxnLst/>
              <a:rect l="l" t="t" r="r" b="b"/>
              <a:pathLst>
                <a:path w="1440179" h="900430" extrusionOk="0">
                  <a:moveTo>
                    <a:pt x="1389407" y="0"/>
                  </a:moveTo>
                  <a:lnTo>
                    <a:pt x="50610" y="0"/>
                  </a:lnTo>
                  <a:lnTo>
                    <a:pt x="30910" y="3977"/>
                  </a:lnTo>
                  <a:lnTo>
                    <a:pt x="14823" y="14823"/>
                  </a:lnTo>
                  <a:lnTo>
                    <a:pt x="3977" y="30910"/>
                  </a:lnTo>
                  <a:lnTo>
                    <a:pt x="0" y="50610"/>
                  </a:lnTo>
                  <a:lnTo>
                    <a:pt x="0" y="849400"/>
                  </a:lnTo>
                  <a:lnTo>
                    <a:pt x="3977" y="869100"/>
                  </a:lnTo>
                  <a:lnTo>
                    <a:pt x="14823" y="885187"/>
                  </a:lnTo>
                  <a:lnTo>
                    <a:pt x="30910" y="896033"/>
                  </a:lnTo>
                  <a:lnTo>
                    <a:pt x="50610" y="900011"/>
                  </a:lnTo>
                  <a:lnTo>
                    <a:pt x="1389407" y="900011"/>
                  </a:lnTo>
                  <a:lnTo>
                    <a:pt x="1409107" y="896033"/>
                  </a:lnTo>
                  <a:lnTo>
                    <a:pt x="1425194" y="885187"/>
                  </a:lnTo>
                  <a:lnTo>
                    <a:pt x="1436041" y="869100"/>
                  </a:lnTo>
                  <a:lnTo>
                    <a:pt x="1440018" y="849400"/>
                  </a:lnTo>
                  <a:lnTo>
                    <a:pt x="1440018" y="50610"/>
                  </a:lnTo>
                  <a:lnTo>
                    <a:pt x="1436041" y="30910"/>
                  </a:lnTo>
                  <a:lnTo>
                    <a:pt x="1425194" y="14823"/>
                  </a:lnTo>
                  <a:lnTo>
                    <a:pt x="1409107" y="3977"/>
                  </a:lnTo>
                  <a:lnTo>
                    <a:pt x="1389407" y="0"/>
                  </a:lnTo>
                  <a:close/>
                </a:path>
              </a:pathLst>
            </a:custGeom>
            <a:noFill/>
            <a:ln w="10100" cap="flat" cmpd="sng">
              <a:solidFill>
                <a:srgbClr val="76C3E7"/>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908" name="Google Shape;908;p49"/>
            <p:cNvSpPr/>
            <p:nvPr/>
          </p:nvSpPr>
          <p:spPr>
            <a:xfrm>
              <a:off x="1079987" y="1944739"/>
              <a:ext cx="1440180" cy="900430"/>
            </a:xfrm>
            <a:custGeom>
              <a:avLst/>
              <a:gdLst/>
              <a:ahLst/>
              <a:cxnLst/>
              <a:rect l="l" t="t" r="r" b="b"/>
              <a:pathLst>
                <a:path w="1440180" h="900430" extrusionOk="0">
                  <a:moveTo>
                    <a:pt x="1389407" y="0"/>
                  </a:moveTo>
                  <a:lnTo>
                    <a:pt x="50610" y="0"/>
                  </a:lnTo>
                  <a:lnTo>
                    <a:pt x="30910" y="3977"/>
                  </a:lnTo>
                  <a:lnTo>
                    <a:pt x="14823" y="14823"/>
                  </a:lnTo>
                  <a:lnTo>
                    <a:pt x="3977" y="30910"/>
                  </a:lnTo>
                  <a:lnTo>
                    <a:pt x="0" y="50610"/>
                  </a:lnTo>
                  <a:lnTo>
                    <a:pt x="0" y="849400"/>
                  </a:lnTo>
                  <a:lnTo>
                    <a:pt x="3977" y="869100"/>
                  </a:lnTo>
                  <a:lnTo>
                    <a:pt x="14823" y="885187"/>
                  </a:lnTo>
                  <a:lnTo>
                    <a:pt x="30910" y="896033"/>
                  </a:lnTo>
                  <a:lnTo>
                    <a:pt x="50610" y="900011"/>
                  </a:lnTo>
                  <a:lnTo>
                    <a:pt x="1389407" y="900011"/>
                  </a:lnTo>
                  <a:lnTo>
                    <a:pt x="1409107" y="896033"/>
                  </a:lnTo>
                  <a:lnTo>
                    <a:pt x="1425194" y="885187"/>
                  </a:lnTo>
                  <a:lnTo>
                    <a:pt x="1436041" y="869100"/>
                  </a:lnTo>
                  <a:lnTo>
                    <a:pt x="1440018" y="849400"/>
                  </a:lnTo>
                  <a:lnTo>
                    <a:pt x="1440018" y="50610"/>
                  </a:lnTo>
                  <a:lnTo>
                    <a:pt x="1436041" y="30910"/>
                  </a:lnTo>
                  <a:lnTo>
                    <a:pt x="1425194" y="14823"/>
                  </a:lnTo>
                  <a:lnTo>
                    <a:pt x="1409107" y="3977"/>
                  </a:lnTo>
                  <a:lnTo>
                    <a:pt x="1389407" y="0"/>
                  </a:lnTo>
                  <a:close/>
                </a:path>
              </a:pathLst>
            </a:custGeom>
            <a:solidFill>
              <a:srgbClr val="F8FCFD"/>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909" name="Google Shape;909;p49"/>
            <p:cNvSpPr/>
            <p:nvPr/>
          </p:nvSpPr>
          <p:spPr>
            <a:xfrm>
              <a:off x="1079987" y="1944739"/>
              <a:ext cx="1440180" cy="900430"/>
            </a:xfrm>
            <a:custGeom>
              <a:avLst/>
              <a:gdLst/>
              <a:ahLst/>
              <a:cxnLst/>
              <a:rect l="l" t="t" r="r" b="b"/>
              <a:pathLst>
                <a:path w="1440180" h="900430" extrusionOk="0">
                  <a:moveTo>
                    <a:pt x="1389407" y="0"/>
                  </a:moveTo>
                  <a:lnTo>
                    <a:pt x="50610" y="0"/>
                  </a:lnTo>
                  <a:lnTo>
                    <a:pt x="30910" y="3977"/>
                  </a:lnTo>
                  <a:lnTo>
                    <a:pt x="14823" y="14823"/>
                  </a:lnTo>
                  <a:lnTo>
                    <a:pt x="3977" y="30910"/>
                  </a:lnTo>
                  <a:lnTo>
                    <a:pt x="0" y="50610"/>
                  </a:lnTo>
                  <a:lnTo>
                    <a:pt x="0" y="849400"/>
                  </a:lnTo>
                  <a:lnTo>
                    <a:pt x="3977" y="869100"/>
                  </a:lnTo>
                  <a:lnTo>
                    <a:pt x="14823" y="885187"/>
                  </a:lnTo>
                  <a:lnTo>
                    <a:pt x="30910" y="896033"/>
                  </a:lnTo>
                  <a:lnTo>
                    <a:pt x="50610" y="900011"/>
                  </a:lnTo>
                  <a:lnTo>
                    <a:pt x="1389407" y="900011"/>
                  </a:lnTo>
                  <a:lnTo>
                    <a:pt x="1409107" y="896033"/>
                  </a:lnTo>
                  <a:lnTo>
                    <a:pt x="1425194" y="885187"/>
                  </a:lnTo>
                  <a:lnTo>
                    <a:pt x="1436041" y="869100"/>
                  </a:lnTo>
                  <a:lnTo>
                    <a:pt x="1440018" y="849400"/>
                  </a:lnTo>
                  <a:lnTo>
                    <a:pt x="1440018" y="50610"/>
                  </a:lnTo>
                  <a:lnTo>
                    <a:pt x="1436041" y="30910"/>
                  </a:lnTo>
                  <a:lnTo>
                    <a:pt x="1425194" y="14823"/>
                  </a:lnTo>
                  <a:lnTo>
                    <a:pt x="1409107" y="3977"/>
                  </a:lnTo>
                  <a:lnTo>
                    <a:pt x="1389407" y="0"/>
                  </a:lnTo>
                  <a:close/>
                </a:path>
              </a:pathLst>
            </a:custGeom>
            <a:noFill/>
            <a:ln w="10100" cap="flat" cmpd="sng">
              <a:solidFill>
                <a:srgbClr val="76C3E7"/>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910" name="Google Shape;910;p49"/>
          <p:cNvSpPr txBox="1"/>
          <p:nvPr/>
        </p:nvSpPr>
        <p:spPr>
          <a:xfrm>
            <a:off x="2054809" y="1560403"/>
            <a:ext cx="1651000" cy="189865"/>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1050" b="1">
                <a:solidFill>
                  <a:srgbClr val="EC2027"/>
                </a:solidFill>
                <a:latin typeface="Arial"/>
                <a:ea typeface="Arial"/>
                <a:cs typeface="Arial"/>
                <a:sym typeface="Arial"/>
              </a:rPr>
              <a:t>Linear Regression Model</a:t>
            </a:r>
            <a:endParaRPr sz="1050">
              <a:latin typeface="Arial"/>
              <a:ea typeface="Arial"/>
              <a:cs typeface="Arial"/>
              <a:sym typeface="Arial"/>
            </a:endParaRPr>
          </a:p>
        </p:txBody>
      </p:sp>
      <p:sp>
        <p:nvSpPr>
          <p:cNvPr id="911" name="Google Shape;911;p49"/>
          <p:cNvSpPr txBox="1"/>
          <p:nvPr/>
        </p:nvSpPr>
        <p:spPr>
          <a:xfrm>
            <a:off x="1061636" y="537323"/>
            <a:ext cx="1477010" cy="685800"/>
          </a:xfrm>
          <a:prstGeom prst="rect">
            <a:avLst/>
          </a:prstGeom>
          <a:noFill/>
          <a:ln>
            <a:noFill/>
          </a:ln>
        </p:spPr>
        <p:txBody>
          <a:bodyPr spcFirstLastPara="1" wrap="square" lIns="0" tIns="16500" rIns="0" bIns="0" anchor="t" anchorCtr="0">
            <a:spAutoFit/>
          </a:bodyPr>
          <a:lstStyle/>
          <a:p>
            <a:pPr marL="89535" lvl="0" indent="0" algn="l" rtl="0">
              <a:lnSpc>
                <a:spcPct val="100000"/>
              </a:lnSpc>
              <a:spcBef>
                <a:spcPts val="0"/>
              </a:spcBef>
              <a:spcAft>
                <a:spcPts val="0"/>
              </a:spcAft>
              <a:buNone/>
            </a:pPr>
            <a:r>
              <a:rPr lang="en-US" sz="950" b="1" dirty="0">
                <a:solidFill>
                  <a:srgbClr val="1B1472"/>
                </a:solidFill>
                <a:latin typeface="Arial"/>
                <a:ea typeface="Arial"/>
                <a:cs typeface="Arial"/>
                <a:sym typeface="Arial"/>
              </a:rPr>
              <a:t>1. Data &amp; Initialization</a:t>
            </a:r>
            <a:endParaRPr sz="950" dirty="0">
              <a:latin typeface="Arial"/>
              <a:ea typeface="Arial"/>
              <a:cs typeface="Arial"/>
              <a:sym typeface="Arial"/>
            </a:endParaRPr>
          </a:p>
          <a:p>
            <a:pPr marL="0" lvl="0" indent="0" algn="l" rtl="0">
              <a:lnSpc>
                <a:spcPct val="100000"/>
              </a:lnSpc>
              <a:spcBef>
                <a:spcPts val="180"/>
              </a:spcBef>
              <a:spcAft>
                <a:spcPts val="0"/>
              </a:spcAft>
              <a:buNone/>
            </a:pPr>
            <a:endParaRPr sz="950" dirty="0">
              <a:latin typeface="Arial"/>
              <a:ea typeface="Arial"/>
              <a:cs typeface="Arial"/>
              <a:sym typeface="Arial"/>
            </a:endParaRPr>
          </a:p>
          <a:p>
            <a:pPr marL="0" lvl="0" indent="0" algn="ctr" rtl="0">
              <a:lnSpc>
                <a:spcPct val="100000"/>
              </a:lnSpc>
              <a:spcBef>
                <a:spcPts val="5"/>
              </a:spcBef>
              <a:spcAft>
                <a:spcPts val="0"/>
              </a:spcAft>
              <a:buNone/>
            </a:pPr>
            <a:r>
              <a:rPr lang="en-US" sz="1100" dirty="0">
                <a:latin typeface="Lucida Sans"/>
                <a:ea typeface="Lucida Sans"/>
                <a:cs typeface="Lucida Sans"/>
                <a:sym typeface="Lucida Sans"/>
              </a:rPr>
              <a:t>D </a:t>
            </a:r>
            <a:r>
              <a:rPr lang="en-US" sz="1100" dirty="0">
                <a:latin typeface="Tahoma"/>
                <a:ea typeface="Tahoma"/>
                <a:cs typeface="Tahoma"/>
                <a:sym typeface="Tahoma"/>
              </a:rPr>
              <a:t>= </a:t>
            </a:r>
            <a:r>
              <a:rPr lang="en-US" sz="1100" dirty="0">
                <a:latin typeface="Lucida Sans"/>
                <a:ea typeface="Lucida Sans"/>
                <a:cs typeface="Lucida Sans"/>
                <a:sym typeface="Lucida Sans"/>
              </a:rPr>
              <a:t>{</a:t>
            </a:r>
            <a:r>
              <a:rPr lang="en-US" sz="1100" dirty="0">
                <a:latin typeface="Tahoma"/>
                <a:ea typeface="Tahoma"/>
                <a:cs typeface="Tahoma"/>
                <a:sym typeface="Tahoma"/>
              </a:rPr>
              <a:t>(</a:t>
            </a:r>
            <a:r>
              <a:rPr lang="en-US" sz="950" b="1" dirty="0">
                <a:latin typeface="Arial"/>
                <a:ea typeface="Arial"/>
                <a:cs typeface="Arial"/>
                <a:sym typeface="Arial"/>
              </a:rPr>
              <a:t>x</a:t>
            </a:r>
            <a:r>
              <a:rPr lang="en-US" sz="1200" baseline="30000" dirty="0">
                <a:latin typeface="Tahoma"/>
                <a:ea typeface="Tahoma"/>
                <a:cs typeface="Tahoma"/>
                <a:sym typeface="Tahoma"/>
              </a:rPr>
              <a:t>(</a:t>
            </a:r>
            <a:r>
              <a:rPr lang="en-US" sz="1050" i="1" baseline="30000" dirty="0" err="1">
                <a:latin typeface="Arial"/>
                <a:ea typeface="Arial"/>
                <a:cs typeface="Arial"/>
                <a:sym typeface="Arial"/>
              </a:rPr>
              <a:t>i</a:t>
            </a:r>
            <a:r>
              <a:rPr lang="en-US" sz="1200" baseline="30000" dirty="0">
                <a:latin typeface="Tahoma"/>
                <a:ea typeface="Tahoma"/>
                <a:cs typeface="Tahoma"/>
                <a:sym typeface="Tahoma"/>
              </a:rPr>
              <a:t>)</a:t>
            </a:r>
            <a:r>
              <a:rPr lang="en-US" sz="1100" i="1" dirty="0">
                <a:latin typeface="Georgia"/>
                <a:ea typeface="Georgia"/>
                <a:cs typeface="Georgia"/>
                <a:sym typeface="Georgia"/>
              </a:rPr>
              <a:t>, </a:t>
            </a:r>
            <a:r>
              <a:rPr lang="en-US" sz="950" i="1" dirty="0">
                <a:latin typeface="Arial"/>
                <a:ea typeface="Arial"/>
                <a:cs typeface="Arial"/>
                <a:sym typeface="Arial"/>
              </a:rPr>
              <a:t>y </a:t>
            </a:r>
            <a:r>
              <a:rPr lang="en-US" sz="1200" baseline="30000" dirty="0">
                <a:latin typeface="Tahoma"/>
                <a:ea typeface="Tahoma"/>
                <a:cs typeface="Tahoma"/>
                <a:sym typeface="Tahoma"/>
              </a:rPr>
              <a:t>(</a:t>
            </a:r>
            <a:r>
              <a:rPr lang="en-US" sz="1050" i="1" baseline="30000" dirty="0" err="1">
                <a:latin typeface="Arial"/>
                <a:ea typeface="Arial"/>
                <a:cs typeface="Arial"/>
                <a:sym typeface="Arial"/>
              </a:rPr>
              <a:t>i</a:t>
            </a:r>
            <a:r>
              <a:rPr lang="en-US" sz="1200" baseline="30000" dirty="0">
                <a:latin typeface="Tahoma"/>
                <a:ea typeface="Tahoma"/>
                <a:cs typeface="Tahoma"/>
                <a:sym typeface="Tahoma"/>
              </a:rPr>
              <a:t>)</a:t>
            </a:r>
            <a:r>
              <a:rPr lang="en-US" sz="1100" dirty="0">
                <a:latin typeface="Tahoma"/>
                <a:ea typeface="Tahoma"/>
                <a:cs typeface="Tahoma"/>
                <a:sym typeface="Tahoma"/>
              </a:rPr>
              <a:t>)</a:t>
            </a:r>
            <a:r>
              <a:rPr lang="en-US" sz="1100" dirty="0">
                <a:latin typeface="Lucida Sans"/>
                <a:ea typeface="Lucida Sans"/>
                <a:cs typeface="Lucida Sans"/>
                <a:sym typeface="Lucida Sans"/>
              </a:rPr>
              <a:t>}</a:t>
            </a:r>
            <a:endParaRPr sz="1100" dirty="0">
              <a:latin typeface="Lucida Sans"/>
              <a:ea typeface="Lucida Sans"/>
              <a:cs typeface="Lucida Sans"/>
              <a:sym typeface="Lucida Sans"/>
            </a:endParaRPr>
          </a:p>
          <a:p>
            <a:pPr marL="0" lvl="0" indent="0" algn="ctr" rtl="0">
              <a:lnSpc>
                <a:spcPct val="100000"/>
              </a:lnSpc>
              <a:spcBef>
                <a:spcPts val="110"/>
              </a:spcBef>
              <a:spcAft>
                <a:spcPts val="0"/>
              </a:spcAft>
              <a:buNone/>
            </a:pPr>
            <a:r>
              <a:rPr lang="en-US" sz="1425" b="1" baseline="-25000" dirty="0">
                <a:latin typeface="Arial"/>
                <a:ea typeface="Arial"/>
                <a:cs typeface="Arial"/>
                <a:sym typeface="Arial"/>
              </a:rPr>
              <a:t>w</a:t>
            </a:r>
            <a:r>
              <a:rPr lang="en-US" sz="800" dirty="0">
                <a:latin typeface="Tahoma"/>
                <a:ea typeface="Tahoma"/>
                <a:cs typeface="Tahoma"/>
                <a:sym typeface="Tahoma"/>
              </a:rPr>
              <a:t>(</a:t>
            </a:r>
            <a:r>
              <a:rPr lang="en-US" sz="700" dirty="0">
                <a:latin typeface="Arial"/>
                <a:ea typeface="Arial"/>
                <a:cs typeface="Arial"/>
                <a:sym typeface="Arial"/>
              </a:rPr>
              <a:t>0</a:t>
            </a:r>
            <a:r>
              <a:rPr lang="en-US" sz="800" dirty="0">
                <a:latin typeface="Tahoma"/>
                <a:ea typeface="Tahoma"/>
                <a:cs typeface="Tahoma"/>
                <a:sym typeface="Tahoma"/>
              </a:rPr>
              <a:t>) </a:t>
            </a:r>
            <a:r>
              <a:rPr lang="en-US" sz="1650" baseline="-25000" dirty="0">
                <a:latin typeface="Tahoma"/>
                <a:ea typeface="Tahoma"/>
                <a:cs typeface="Tahoma"/>
                <a:sym typeface="Tahoma"/>
              </a:rPr>
              <a:t>= </a:t>
            </a:r>
            <a:r>
              <a:rPr lang="en-US" sz="1425" b="1" baseline="-25000" dirty="0">
                <a:latin typeface="Arial"/>
                <a:ea typeface="Arial"/>
                <a:cs typeface="Arial"/>
                <a:sym typeface="Arial"/>
              </a:rPr>
              <a:t>0</a:t>
            </a:r>
            <a:endParaRPr sz="1425" baseline="-25000" dirty="0">
              <a:latin typeface="Arial"/>
              <a:ea typeface="Arial"/>
              <a:cs typeface="Arial"/>
              <a:sym typeface="Arial"/>
            </a:endParaRPr>
          </a:p>
        </p:txBody>
      </p:sp>
      <p:grpSp>
        <p:nvGrpSpPr>
          <p:cNvPr id="912" name="Google Shape;912;p49"/>
          <p:cNvGrpSpPr/>
          <p:nvPr/>
        </p:nvGrpSpPr>
        <p:grpSpPr>
          <a:xfrm>
            <a:off x="3533072" y="671776"/>
            <a:ext cx="804407" cy="565901"/>
            <a:chOff x="3533072" y="671776"/>
            <a:chExt cx="804407" cy="565901"/>
          </a:xfrm>
        </p:grpSpPr>
        <p:pic>
          <p:nvPicPr>
            <p:cNvPr id="913" name="Google Shape;913;p49"/>
            <p:cNvPicPr preferRelativeResize="0"/>
            <p:nvPr/>
          </p:nvPicPr>
          <p:blipFill rotWithShape="1">
            <a:blip r:embed="rId3">
              <a:alphaModFix/>
            </a:blip>
            <a:srcRect/>
            <a:stretch/>
          </p:blipFill>
          <p:spPr>
            <a:xfrm>
              <a:off x="3533072" y="671776"/>
              <a:ext cx="133892" cy="133892"/>
            </a:xfrm>
            <a:prstGeom prst="rect">
              <a:avLst/>
            </a:prstGeom>
            <a:noFill/>
            <a:ln>
              <a:noFill/>
            </a:ln>
          </p:spPr>
        </p:pic>
        <p:pic>
          <p:nvPicPr>
            <p:cNvPr id="914" name="Google Shape;914;p49"/>
            <p:cNvPicPr preferRelativeResize="0"/>
            <p:nvPr/>
          </p:nvPicPr>
          <p:blipFill rotWithShape="1">
            <a:blip r:embed="rId3">
              <a:alphaModFix/>
            </a:blip>
            <a:srcRect/>
            <a:stretch/>
          </p:blipFill>
          <p:spPr>
            <a:xfrm>
              <a:off x="3533072" y="887781"/>
              <a:ext cx="133892" cy="133892"/>
            </a:xfrm>
            <a:prstGeom prst="rect">
              <a:avLst/>
            </a:prstGeom>
            <a:noFill/>
            <a:ln>
              <a:noFill/>
            </a:ln>
          </p:spPr>
        </p:pic>
        <p:pic>
          <p:nvPicPr>
            <p:cNvPr id="915" name="Google Shape;915;p49"/>
            <p:cNvPicPr preferRelativeResize="0"/>
            <p:nvPr/>
          </p:nvPicPr>
          <p:blipFill rotWithShape="1">
            <a:blip r:embed="rId4">
              <a:alphaModFix/>
            </a:blip>
            <a:srcRect/>
            <a:stretch/>
          </p:blipFill>
          <p:spPr>
            <a:xfrm>
              <a:off x="3533072" y="1103785"/>
              <a:ext cx="133892" cy="133892"/>
            </a:xfrm>
            <a:prstGeom prst="rect">
              <a:avLst/>
            </a:prstGeom>
            <a:noFill/>
            <a:ln>
              <a:noFill/>
            </a:ln>
          </p:spPr>
        </p:pic>
        <p:pic>
          <p:nvPicPr>
            <p:cNvPr id="916" name="Google Shape;916;p49"/>
            <p:cNvPicPr preferRelativeResize="0"/>
            <p:nvPr/>
          </p:nvPicPr>
          <p:blipFill rotWithShape="1">
            <a:blip r:embed="rId5">
              <a:alphaModFix/>
            </a:blip>
            <a:srcRect/>
            <a:stretch/>
          </p:blipFill>
          <p:spPr>
            <a:xfrm>
              <a:off x="3948729" y="835431"/>
              <a:ext cx="238592" cy="238592"/>
            </a:xfrm>
            <a:prstGeom prst="rect">
              <a:avLst/>
            </a:prstGeom>
            <a:noFill/>
            <a:ln>
              <a:noFill/>
            </a:ln>
          </p:spPr>
        </p:pic>
        <p:sp>
          <p:nvSpPr>
            <p:cNvPr id="917" name="Google Shape;917;p49"/>
            <p:cNvSpPr/>
            <p:nvPr/>
          </p:nvSpPr>
          <p:spPr>
            <a:xfrm>
              <a:off x="3660799" y="766775"/>
              <a:ext cx="290195" cy="133985"/>
            </a:xfrm>
            <a:custGeom>
              <a:avLst/>
              <a:gdLst/>
              <a:ahLst/>
              <a:cxnLst/>
              <a:rect l="l" t="t" r="r" b="b"/>
              <a:pathLst>
                <a:path w="290195" h="133984" extrusionOk="0">
                  <a:moveTo>
                    <a:pt x="0" y="0"/>
                  </a:moveTo>
                  <a:lnTo>
                    <a:pt x="289725" y="133720"/>
                  </a:lnTo>
                </a:path>
              </a:pathLst>
            </a:custGeom>
            <a:noFill/>
            <a:ln w="1010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918" name="Google Shape;918;p49"/>
            <p:cNvSpPr/>
            <p:nvPr/>
          </p:nvSpPr>
          <p:spPr>
            <a:xfrm>
              <a:off x="3909155" y="853172"/>
              <a:ext cx="46355" cy="71755"/>
            </a:xfrm>
            <a:custGeom>
              <a:avLst/>
              <a:gdLst/>
              <a:ahLst/>
              <a:cxnLst/>
              <a:rect l="l" t="t" r="r" b="b"/>
              <a:pathLst>
                <a:path w="46354" h="71755" extrusionOk="0">
                  <a:moveTo>
                    <a:pt x="33111" y="0"/>
                  </a:moveTo>
                  <a:lnTo>
                    <a:pt x="31771" y="16480"/>
                  </a:lnTo>
                  <a:lnTo>
                    <a:pt x="34028" y="30066"/>
                  </a:lnTo>
                  <a:lnTo>
                    <a:pt x="39040" y="40979"/>
                  </a:lnTo>
                  <a:lnTo>
                    <a:pt x="45964" y="49444"/>
                  </a:lnTo>
                  <a:lnTo>
                    <a:pt x="35031" y="49667"/>
                  </a:lnTo>
                  <a:lnTo>
                    <a:pt x="23474" y="52934"/>
                  </a:lnTo>
                  <a:lnTo>
                    <a:pt x="11671" y="60030"/>
                  </a:lnTo>
                  <a:lnTo>
                    <a:pt x="0" y="71742"/>
                  </a:lnTo>
                </a:path>
              </a:pathLst>
            </a:custGeom>
            <a:noFill/>
            <a:ln w="1010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919" name="Google Shape;919;p49"/>
            <p:cNvSpPr/>
            <p:nvPr/>
          </p:nvSpPr>
          <p:spPr>
            <a:xfrm>
              <a:off x="3666964" y="954727"/>
              <a:ext cx="271780" cy="0"/>
            </a:xfrm>
            <a:custGeom>
              <a:avLst/>
              <a:gdLst/>
              <a:ahLst/>
              <a:cxnLst/>
              <a:rect l="l" t="t" r="r" b="b"/>
              <a:pathLst>
                <a:path w="271779" h="120000" extrusionOk="0">
                  <a:moveTo>
                    <a:pt x="0" y="0"/>
                  </a:moveTo>
                  <a:lnTo>
                    <a:pt x="271642" y="0"/>
                  </a:lnTo>
                </a:path>
              </a:pathLst>
            </a:custGeom>
            <a:noFill/>
            <a:ln w="1010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920" name="Google Shape;920;p49"/>
            <p:cNvSpPr/>
            <p:nvPr/>
          </p:nvSpPr>
          <p:spPr>
            <a:xfrm>
              <a:off x="3911277" y="915218"/>
              <a:ext cx="32384" cy="79375"/>
            </a:xfrm>
            <a:custGeom>
              <a:avLst/>
              <a:gdLst/>
              <a:ahLst/>
              <a:cxnLst/>
              <a:rect l="l" t="t" r="r" b="b"/>
              <a:pathLst>
                <a:path w="32385" h="79375" extrusionOk="0">
                  <a:moveTo>
                    <a:pt x="0" y="0"/>
                  </a:moveTo>
                  <a:lnTo>
                    <a:pt x="5689" y="15525"/>
                  </a:lnTo>
                  <a:lnTo>
                    <a:pt x="13432" y="26915"/>
                  </a:lnTo>
                  <a:lnTo>
                    <a:pt x="22556" y="34724"/>
                  </a:lnTo>
                  <a:lnTo>
                    <a:pt x="32390" y="39509"/>
                  </a:lnTo>
                  <a:lnTo>
                    <a:pt x="22556" y="44293"/>
                  </a:lnTo>
                  <a:lnTo>
                    <a:pt x="13432" y="52102"/>
                  </a:lnTo>
                  <a:lnTo>
                    <a:pt x="5689" y="63492"/>
                  </a:lnTo>
                  <a:lnTo>
                    <a:pt x="0" y="79018"/>
                  </a:lnTo>
                </a:path>
              </a:pathLst>
            </a:custGeom>
            <a:noFill/>
            <a:ln w="1010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921" name="Google Shape;921;p49"/>
            <p:cNvSpPr/>
            <p:nvPr/>
          </p:nvSpPr>
          <p:spPr>
            <a:xfrm>
              <a:off x="3660799" y="1008958"/>
              <a:ext cx="290195" cy="133985"/>
            </a:xfrm>
            <a:custGeom>
              <a:avLst/>
              <a:gdLst/>
              <a:ahLst/>
              <a:cxnLst/>
              <a:rect l="l" t="t" r="r" b="b"/>
              <a:pathLst>
                <a:path w="290195" h="133984" extrusionOk="0">
                  <a:moveTo>
                    <a:pt x="0" y="133720"/>
                  </a:moveTo>
                  <a:lnTo>
                    <a:pt x="289725" y="0"/>
                  </a:lnTo>
                </a:path>
              </a:pathLst>
            </a:custGeom>
            <a:noFill/>
            <a:ln w="1010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922" name="Google Shape;922;p49"/>
            <p:cNvSpPr/>
            <p:nvPr/>
          </p:nvSpPr>
          <p:spPr>
            <a:xfrm>
              <a:off x="3909155" y="984539"/>
              <a:ext cx="46355" cy="71755"/>
            </a:xfrm>
            <a:custGeom>
              <a:avLst/>
              <a:gdLst/>
              <a:ahLst/>
              <a:cxnLst/>
              <a:rect l="l" t="t" r="r" b="b"/>
              <a:pathLst>
                <a:path w="46354" h="71755" extrusionOk="0">
                  <a:moveTo>
                    <a:pt x="0" y="0"/>
                  </a:moveTo>
                  <a:lnTo>
                    <a:pt x="11671" y="11712"/>
                  </a:lnTo>
                  <a:lnTo>
                    <a:pt x="23474" y="18808"/>
                  </a:lnTo>
                  <a:lnTo>
                    <a:pt x="35031" y="22075"/>
                  </a:lnTo>
                  <a:lnTo>
                    <a:pt x="45964" y="22298"/>
                  </a:lnTo>
                  <a:lnTo>
                    <a:pt x="39040" y="30763"/>
                  </a:lnTo>
                  <a:lnTo>
                    <a:pt x="34028" y="41676"/>
                  </a:lnTo>
                  <a:lnTo>
                    <a:pt x="31771" y="55262"/>
                  </a:lnTo>
                  <a:lnTo>
                    <a:pt x="33111" y="71742"/>
                  </a:lnTo>
                </a:path>
              </a:pathLst>
            </a:custGeom>
            <a:noFill/>
            <a:ln w="1010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923" name="Google Shape;923;p49"/>
            <p:cNvSpPr/>
            <p:nvPr/>
          </p:nvSpPr>
          <p:spPr>
            <a:xfrm>
              <a:off x="4187321" y="954727"/>
              <a:ext cx="145415" cy="0"/>
            </a:xfrm>
            <a:custGeom>
              <a:avLst/>
              <a:gdLst/>
              <a:ahLst/>
              <a:cxnLst/>
              <a:rect l="l" t="t" r="r" b="b"/>
              <a:pathLst>
                <a:path w="145414" h="120000" extrusionOk="0">
                  <a:moveTo>
                    <a:pt x="0" y="0"/>
                  </a:moveTo>
                  <a:lnTo>
                    <a:pt x="145103" y="0"/>
                  </a:lnTo>
                </a:path>
              </a:pathLst>
            </a:custGeom>
            <a:noFill/>
            <a:ln w="1010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924" name="Google Shape;924;p49"/>
            <p:cNvSpPr/>
            <p:nvPr/>
          </p:nvSpPr>
          <p:spPr>
            <a:xfrm>
              <a:off x="4305095" y="915218"/>
              <a:ext cx="32384" cy="79375"/>
            </a:xfrm>
            <a:custGeom>
              <a:avLst/>
              <a:gdLst/>
              <a:ahLst/>
              <a:cxnLst/>
              <a:rect l="l" t="t" r="r" b="b"/>
              <a:pathLst>
                <a:path w="32385" h="79375" extrusionOk="0">
                  <a:moveTo>
                    <a:pt x="0" y="0"/>
                  </a:moveTo>
                  <a:lnTo>
                    <a:pt x="5689" y="15525"/>
                  </a:lnTo>
                  <a:lnTo>
                    <a:pt x="13432" y="26915"/>
                  </a:lnTo>
                  <a:lnTo>
                    <a:pt x="22556" y="34724"/>
                  </a:lnTo>
                  <a:lnTo>
                    <a:pt x="32390" y="39509"/>
                  </a:lnTo>
                  <a:lnTo>
                    <a:pt x="22556" y="44293"/>
                  </a:lnTo>
                  <a:lnTo>
                    <a:pt x="13432" y="52102"/>
                  </a:lnTo>
                  <a:lnTo>
                    <a:pt x="5689" y="63492"/>
                  </a:lnTo>
                  <a:lnTo>
                    <a:pt x="0" y="79018"/>
                  </a:lnTo>
                </a:path>
              </a:pathLst>
            </a:custGeom>
            <a:noFill/>
            <a:ln w="1010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925" name="Google Shape;925;p49"/>
          <p:cNvSpPr txBox="1"/>
          <p:nvPr/>
        </p:nvSpPr>
        <p:spPr>
          <a:xfrm>
            <a:off x="3221663" y="535633"/>
            <a:ext cx="1477010" cy="827405"/>
          </a:xfrm>
          <a:prstGeom prst="rect">
            <a:avLst/>
          </a:prstGeom>
          <a:noFill/>
          <a:ln>
            <a:noFill/>
          </a:ln>
        </p:spPr>
        <p:txBody>
          <a:bodyPr spcFirstLastPara="1" wrap="square" lIns="0" tIns="16500" rIns="0" bIns="0" anchor="t" anchorCtr="0">
            <a:spAutoFit/>
          </a:bodyPr>
          <a:lstStyle/>
          <a:p>
            <a:pPr marL="484505" lvl="0" indent="0" algn="l" rtl="0">
              <a:lnSpc>
                <a:spcPct val="107263"/>
              </a:lnSpc>
              <a:spcBef>
                <a:spcPts val="0"/>
              </a:spcBef>
              <a:spcAft>
                <a:spcPts val="0"/>
              </a:spcAft>
              <a:buNone/>
            </a:pPr>
            <a:r>
              <a:rPr lang="en-US" sz="950" b="1">
                <a:solidFill>
                  <a:srgbClr val="1B1472"/>
                </a:solidFill>
                <a:latin typeface="Arial"/>
                <a:ea typeface="Arial"/>
                <a:cs typeface="Arial"/>
                <a:sym typeface="Arial"/>
              </a:rPr>
              <a:t>2. Model</a:t>
            </a:r>
            <a:endParaRPr sz="950">
              <a:latin typeface="Arial"/>
              <a:ea typeface="Arial"/>
              <a:cs typeface="Arial"/>
              <a:sym typeface="Arial"/>
            </a:endParaRPr>
          </a:p>
          <a:p>
            <a:pPr marL="154940" lvl="0" indent="0" algn="l" rtl="0">
              <a:lnSpc>
                <a:spcPct val="96000"/>
              </a:lnSpc>
              <a:spcBef>
                <a:spcPts val="0"/>
              </a:spcBef>
              <a:spcAft>
                <a:spcPts val="0"/>
              </a:spcAft>
              <a:buNone/>
            </a:pPr>
            <a:r>
              <a:rPr lang="en-US" sz="700" i="1">
                <a:latin typeface="Arial"/>
                <a:ea typeface="Arial"/>
                <a:cs typeface="Arial"/>
                <a:sym typeface="Arial"/>
              </a:rPr>
              <a:t>x</a:t>
            </a:r>
            <a:r>
              <a:rPr lang="en-US" sz="750" baseline="-25000">
                <a:latin typeface="Arial"/>
                <a:ea typeface="Arial"/>
                <a:cs typeface="Arial"/>
                <a:sym typeface="Arial"/>
              </a:rPr>
              <a:t>1</a:t>
            </a:r>
            <a:endParaRPr sz="750" baseline="-25000">
              <a:latin typeface="Arial"/>
              <a:ea typeface="Arial"/>
              <a:cs typeface="Arial"/>
              <a:sym typeface="Arial"/>
            </a:endParaRPr>
          </a:p>
          <a:p>
            <a:pPr marL="0" lvl="0" indent="0" algn="l" rtl="0">
              <a:lnSpc>
                <a:spcPct val="100000"/>
              </a:lnSpc>
              <a:spcBef>
                <a:spcPts val="40"/>
              </a:spcBef>
              <a:spcAft>
                <a:spcPts val="0"/>
              </a:spcAft>
              <a:buNone/>
            </a:pPr>
            <a:endParaRPr sz="500">
              <a:latin typeface="Arial"/>
              <a:ea typeface="Arial"/>
              <a:cs typeface="Arial"/>
              <a:sym typeface="Arial"/>
            </a:endParaRPr>
          </a:p>
          <a:p>
            <a:pPr marL="154940" lvl="0" indent="0" algn="l" rtl="0">
              <a:lnSpc>
                <a:spcPct val="100000"/>
              </a:lnSpc>
              <a:spcBef>
                <a:spcPts val="0"/>
              </a:spcBef>
              <a:spcAft>
                <a:spcPts val="0"/>
              </a:spcAft>
              <a:buNone/>
            </a:pPr>
            <a:r>
              <a:rPr lang="en-US" sz="1050" i="1" baseline="30000">
                <a:latin typeface="Arial"/>
                <a:ea typeface="Arial"/>
                <a:cs typeface="Arial"/>
                <a:sym typeface="Arial"/>
              </a:rPr>
              <a:t>x</a:t>
            </a:r>
            <a:r>
              <a:rPr lang="en-US" sz="750" baseline="30000">
                <a:latin typeface="Arial"/>
                <a:ea typeface="Arial"/>
                <a:cs typeface="Arial"/>
                <a:sym typeface="Arial"/>
              </a:rPr>
              <a:t>2	</a:t>
            </a:r>
            <a:r>
              <a:rPr lang="en-US" sz="800">
                <a:latin typeface="Tahoma"/>
                <a:ea typeface="Tahoma"/>
                <a:cs typeface="Tahoma"/>
                <a:sym typeface="Tahoma"/>
              </a:rPr>
              <a:t>Σ	</a:t>
            </a:r>
            <a:r>
              <a:rPr lang="en-US" sz="950" i="1">
                <a:latin typeface="Arial"/>
                <a:ea typeface="Arial"/>
                <a:cs typeface="Arial"/>
                <a:sym typeface="Arial"/>
              </a:rPr>
              <a:t>y</a:t>
            </a:r>
            <a:r>
              <a:rPr lang="en-US" sz="1650" baseline="30000">
                <a:latin typeface="Tahoma"/>
                <a:ea typeface="Tahoma"/>
                <a:cs typeface="Tahoma"/>
                <a:sym typeface="Tahoma"/>
              </a:rPr>
              <a:t>ˆ</a:t>
            </a:r>
            <a:endParaRPr sz="1650" baseline="30000">
              <a:latin typeface="Tahoma"/>
              <a:ea typeface="Tahoma"/>
              <a:cs typeface="Tahoma"/>
              <a:sym typeface="Tahoma"/>
            </a:endParaRPr>
          </a:p>
          <a:p>
            <a:pPr marL="0" lvl="0" indent="0" algn="l" rtl="0">
              <a:lnSpc>
                <a:spcPct val="100000"/>
              </a:lnSpc>
              <a:spcBef>
                <a:spcPts val="15"/>
              </a:spcBef>
              <a:spcAft>
                <a:spcPts val="0"/>
              </a:spcAft>
              <a:buNone/>
            </a:pPr>
            <a:endParaRPr sz="500">
              <a:latin typeface="Tahoma"/>
              <a:ea typeface="Tahoma"/>
              <a:cs typeface="Tahoma"/>
              <a:sym typeface="Tahoma"/>
            </a:endParaRPr>
          </a:p>
          <a:p>
            <a:pPr marL="148590" lvl="0" indent="0" algn="l" rtl="0">
              <a:lnSpc>
                <a:spcPct val="100000"/>
              </a:lnSpc>
              <a:spcBef>
                <a:spcPts val="0"/>
              </a:spcBef>
              <a:spcAft>
                <a:spcPts val="0"/>
              </a:spcAft>
              <a:buNone/>
            </a:pPr>
            <a:r>
              <a:rPr lang="en-US" sz="700" i="1">
                <a:latin typeface="Arial"/>
                <a:ea typeface="Arial"/>
                <a:cs typeface="Arial"/>
                <a:sym typeface="Arial"/>
              </a:rPr>
              <a:t>x</a:t>
            </a:r>
            <a:r>
              <a:rPr lang="en-US" sz="750" i="1" baseline="-25000">
                <a:latin typeface="Arial"/>
                <a:ea typeface="Arial"/>
                <a:cs typeface="Arial"/>
                <a:sym typeface="Arial"/>
              </a:rPr>
              <a:t>d</a:t>
            </a:r>
            <a:endParaRPr sz="750" baseline="-25000">
              <a:latin typeface="Arial"/>
              <a:ea typeface="Arial"/>
              <a:cs typeface="Arial"/>
              <a:sym typeface="Arial"/>
            </a:endParaRPr>
          </a:p>
          <a:p>
            <a:pPr marL="323215" lvl="0" indent="0" algn="l" rtl="0">
              <a:lnSpc>
                <a:spcPct val="100000"/>
              </a:lnSpc>
              <a:spcBef>
                <a:spcPts val="305"/>
              </a:spcBef>
              <a:spcAft>
                <a:spcPts val="0"/>
              </a:spcAft>
              <a:buNone/>
            </a:pPr>
            <a:r>
              <a:rPr lang="en-US" sz="700">
                <a:latin typeface="Arial"/>
                <a:ea typeface="Arial"/>
                <a:cs typeface="Arial"/>
                <a:sym typeface="Arial"/>
              </a:rPr>
              <a:t>Linear Activation Function</a:t>
            </a:r>
            <a:endParaRPr sz="700">
              <a:latin typeface="Arial"/>
              <a:ea typeface="Arial"/>
              <a:cs typeface="Arial"/>
              <a:sym typeface="Arial"/>
            </a:endParaRPr>
          </a:p>
        </p:txBody>
      </p:sp>
      <p:grpSp>
        <p:nvGrpSpPr>
          <p:cNvPr id="926" name="Google Shape;926;p49"/>
          <p:cNvGrpSpPr/>
          <p:nvPr/>
        </p:nvGrpSpPr>
        <p:grpSpPr>
          <a:xfrm>
            <a:off x="3600018" y="2322745"/>
            <a:ext cx="720090" cy="205307"/>
            <a:chOff x="3600018" y="2322745"/>
            <a:chExt cx="720090" cy="205307"/>
          </a:xfrm>
        </p:grpSpPr>
        <p:sp>
          <p:nvSpPr>
            <p:cNvPr id="927" name="Google Shape;927;p49"/>
            <p:cNvSpPr/>
            <p:nvPr/>
          </p:nvSpPr>
          <p:spPr>
            <a:xfrm>
              <a:off x="3600018" y="2322745"/>
              <a:ext cx="720090" cy="180340"/>
            </a:xfrm>
            <a:custGeom>
              <a:avLst/>
              <a:gdLst/>
              <a:ahLst/>
              <a:cxnLst/>
              <a:rect l="l" t="t" r="r" b="b"/>
              <a:pathLst>
                <a:path w="720089" h="180339" extrusionOk="0">
                  <a:moveTo>
                    <a:pt x="0" y="0"/>
                  </a:moveTo>
                  <a:lnTo>
                    <a:pt x="10612" y="10482"/>
                  </a:lnTo>
                  <a:lnTo>
                    <a:pt x="14689" y="14392"/>
                  </a:lnTo>
                  <a:lnTo>
                    <a:pt x="44066" y="41374"/>
                  </a:lnTo>
                  <a:lnTo>
                    <a:pt x="58755" y="53965"/>
                  </a:lnTo>
                  <a:lnTo>
                    <a:pt x="62831" y="57376"/>
                  </a:lnTo>
                  <a:lnTo>
                    <a:pt x="69368" y="62712"/>
                  </a:lnTo>
                  <a:lnTo>
                    <a:pt x="73444" y="65957"/>
                  </a:lnTo>
                  <a:lnTo>
                    <a:pt x="77520" y="69201"/>
                  </a:lnTo>
                  <a:lnTo>
                    <a:pt x="84057" y="74272"/>
                  </a:lnTo>
                  <a:lnTo>
                    <a:pt x="88133" y="77349"/>
                  </a:lnTo>
                  <a:lnTo>
                    <a:pt x="92209" y="80427"/>
                  </a:lnTo>
                  <a:lnTo>
                    <a:pt x="128124" y="105351"/>
                  </a:lnTo>
                  <a:lnTo>
                    <a:pt x="146889" y="116923"/>
                  </a:lnTo>
                  <a:lnTo>
                    <a:pt x="150965" y="119336"/>
                  </a:lnTo>
                  <a:lnTo>
                    <a:pt x="157501" y="123075"/>
                  </a:lnTo>
                  <a:lnTo>
                    <a:pt x="161577" y="125322"/>
                  </a:lnTo>
                  <a:lnTo>
                    <a:pt x="165653" y="127569"/>
                  </a:lnTo>
                  <a:lnTo>
                    <a:pt x="190955" y="140313"/>
                  </a:lnTo>
                  <a:lnTo>
                    <a:pt x="195031" y="142227"/>
                  </a:lnTo>
                  <a:lnTo>
                    <a:pt x="201568" y="145163"/>
                  </a:lnTo>
                  <a:lnTo>
                    <a:pt x="205644" y="146910"/>
                  </a:lnTo>
                  <a:lnTo>
                    <a:pt x="209720" y="148658"/>
                  </a:lnTo>
                  <a:lnTo>
                    <a:pt x="216257" y="151328"/>
                  </a:lnTo>
                  <a:lnTo>
                    <a:pt x="220333" y="152909"/>
                  </a:lnTo>
                  <a:lnTo>
                    <a:pt x="224409" y="154490"/>
                  </a:lnTo>
                  <a:lnTo>
                    <a:pt x="230946" y="156893"/>
                  </a:lnTo>
                  <a:lnTo>
                    <a:pt x="235022" y="158309"/>
                  </a:lnTo>
                  <a:lnTo>
                    <a:pt x="239098" y="159724"/>
                  </a:lnTo>
                  <a:lnTo>
                    <a:pt x="279089" y="170910"/>
                  </a:lnTo>
                  <a:lnTo>
                    <a:pt x="293778" y="173915"/>
                  </a:lnTo>
                  <a:lnTo>
                    <a:pt x="297854" y="174665"/>
                  </a:lnTo>
                  <a:lnTo>
                    <a:pt x="304391" y="175733"/>
                  </a:lnTo>
                  <a:lnTo>
                    <a:pt x="308467" y="176316"/>
                  </a:lnTo>
                  <a:lnTo>
                    <a:pt x="312543" y="176899"/>
                  </a:lnTo>
                  <a:lnTo>
                    <a:pt x="337844" y="179320"/>
                  </a:lnTo>
                  <a:lnTo>
                    <a:pt x="341920" y="179571"/>
                  </a:lnTo>
                  <a:lnTo>
                    <a:pt x="348457" y="179840"/>
                  </a:lnTo>
                  <a:lnTo>
                    <a:pt x="352533" y="179925"/>
                  </a:lnTo>
                  <a:lnTo>
                    <a:pt x="356609" y="180009"/>
                  </a:lnTo>
                  <a:lnTo>
                    <a:pt x="363146" y="180012"/>
                  </a:lnTo>
                  <a:lnTo>
                    <a:pt x="367222" y="179930"/>
                  </a:lnTo>
                  <a:lnTo>
                    <a:pt x="371298" y="179849"/>
                  </a:lnTo>
                  <a:lnTo>
                    <a:pt x="396600" y="178145"/>
                  </a:lnTo>
                  <a:lnTo>
                    <a:pt x="400676" y="177731"/>
                  </a:lnTo>
                  <a:lnTo>
                    <a:pt x="425978" y="173959"/>
                  </a:lnTo>
                  <a:lnTo>
                    <a:pt x="430054" y="173212"/>
                  </a:lnTo>
                  <a:lnTo>
                    <a:pt x="436591" y="171878"/>
                  </a:lnTo>
                  <a:lnTo>
                    <a:pt x="440667" y="170965"/>
                  </a:lnTo>
                  <a:lnTo>
                    <a:pt x="444743" y="170052"/>
                  </a:lnTo>
                  <a:lnTo>
                    <a:pt x="470044" y="163187"/>
                  </a:lnTo>
                  <a:lnTo>
                    <a:pt x="474120" y="161941"/>
                  </a:lnTo>
                  <a:lnTo>
                    <a:pt x="480657" y="159809"/>
                  </a:lnTo>
                  <a:lnTo>
                    <a:pt x="484733" y="158397"/>
                  </a:lnTo>
                  <a:lnTo>
                    <a:pt x="488809" y="156984"/>
                  </a:lnTo>
                  <a:lnTo>
                    <a:pt x="495346" y="154586"/>
                  </a:lnTo>
                  <a:lnTo>
                    <a:pt x="499422" y="153008"/>
                  </a:lnTo>
                  <a:lnTo>
                    <a:pt x="503498" y="151430"/>
                  </a:lnTo>
                  <a:lnTo>
                    <a:pt x="539413" y="135321"/>
                  </a:lnTo>
                  <a:lnTo>
                    <a:pt x="572867" y="117071"/>
                  </a:lnTo>
                  <a:lnTo>
                    <a:pt x="576943" y="114661"/>
                  </a:lnTo>
                  <a:lnTo>
                    <a:pt x="602244" y="98504"/>
                  </a:lnTo>
                  <a:lnTo>
                    <a:pt x="606321" y="95761"/>
                  </a:lnTo>
                  <a:lnTo>
                    <a:pt x="612857" y="91229"/>
                  </a:lnTo>
                  <a:lnTo>
                    <a:pt x="616933" y="88320"/>
                  </a:lnTo>
                  <a:lnTo>
                    <a:pt x="621009" y="85411"/>
                  </a:lnTo>
                  <a:lnTo>
                    <a:pt x="646311" y="66155"/>
                  </a:lnTo>
                  <a:lnTo>
                    <a:pt x="650387" y="62913"/>
                  </a:lnTo>
                  <a:lnTo>
                    <a:pt x="656924" y="57581"/>
                  </a:lnTo>
                  <a:lnTo>
                    <a:pt x="661000" y="54174"/>
                  </a:lnTo>
                  <a:lnTo>
                    <a:pt x="665076" y="50766"/>
                  </a:lnTo>
                  <a:lnTo>
                    <a:pt x="694454" y="24675"/>
                  </a:lnTo>
                  <a:lnTo>
                    <a:pt x="705067" y="14633"/>
                  </a:lnTo>
                  <a:lnTo>
                    <a:pt x="709143" y="10726"/>
                  </a:lnTo>
                  <a:lnTo>
                    <a:pt x="719756" y="252"/>
                  </a:lnTo>
                </a:path>
              </a:pathLst>
            </a:custGeom>
            <a:noFill/>
            <a:ln w="10100" cap="flat" cmpd="sng">
              <a:solidFill>
                <a:srgbClr val="1B1472"/>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pic>
          <p:nvPicPr>
            <p:cNvPr id="928" name="Google Shape;928;p49"/>
            <p:cNvPicPr preferRelativeResize="0"/>
            <p:nvPr/>
          </p:nvPicPr>
          <p:blipFill rotWithShape="1">
            <a:blip r:embed="rId6">
              <a:alphaModFix/>
            </a:blip>
            <a:srcRect/>
            <a:stretch/>
          </p:blipFill>
          <p:spPr>
            <a:xfrm>
              <a:off x="3934717" y="2353681"/>
              <a:ext cx="210368" cy="174371"/>
            </a:xfrm>
            <a:prstGeom prst="rect">
              <a:avLst/>
            </a:prstGeom>
            <a:noFill/>
            <a:ln>
              <a:noFill/>
            </a:ln>
          </p:spPr>
        </p:pic>
      </p:grpSp>
      <p:sp>
        <p:nvSpPr>
          <p:cNvPr id="929" name="Google Shape;929;p49"/>
          <p:cNvSpPr txBox="1"/>
          <p:nvPr/>
        </p:nvSpPr>
        <p:spPr>
          <a:xfrm>
            <a:off x="3247063" y="1978747"/>
            <a:ext cx="1426210" cy="814705"/>
          </a:xfrm>
          <a:prstGeom prst="rect">
            <a:avLst/>
          </a:prstGeom>
          <a:noFill/>
          <a:ln>
            <a:noFill/>
          </a:ln>
        </p:spPr>
        <p:txBody>
          <a:bodyPr spcFirstLastPara="1" wrap="square" lIns="0" tIns="16500" rIns="0" bIns="0" anchor="t" anchorCtr="0">
            <a:spAutoFit/>
          </a:bodyPr>
          <a:lstStyle/>
          <a:p>
            <a:pPr marL="358775" lvl="0" indent="0" algn="l" rtl="0">
              <a:lnSpc>
                <a:spcPct val="100000"/>
              </a:lnSpc>
              <a:spcBef>
                <a:spcPts val="0"/>
              </a:spcBef>
              <a:spcAft>
                <a:spcPts val="0"/>
              </a:spcAft>
              <a:buNone/>
            </a:pPr>
            <a:r>
              <a:rPr lang="en-US" sz="950" b="1">
                <a:solidFill>
                  <a:srgbClr val="1B1472"/>
                </a:solidFill>
                <a:latin typeface="Arial"/>
                <a:ea typeface="Arial"/>
                <a:cs typeface="Arial"/>
                <a:sym typeface="Arial"/>
              </a:rPr>
              <a:t>3. Objective</a:t>
            </a:r>
            <a:endParaRPr sz="950">
              <a:latin typeface="Arial"/>
              <a:ea typeface="Arial"/>
              <a:cs typeface="Arial"/>
              <a:sym typeface="Arial"/>
            </a:endParaRPr>
          </a:p>
          <a:p>
            <a:pPr marL="826135" lvl="0" indent="0" algn="l" rtl="0">
              <a:lnSpc>
                <a:spcPct val="100000"/>
              </a:lnSpc>
              <a:spcBef>
                <a:spcPts val="844"/>
              </a:spcBef>
              <a:spcAft>
                <a:spcPts val="0"/>
              </a:spcAft>
              <a:buNone/>
            </a:pPr>
            <a:r>
              <a:rPr lang="en-US" sz="500">
                <a:solidFill>
                  <a:srgbClr val="FF0000"/>
                </a:solidFill>
                <a:latin typeface="Arial"/>
                <a:ea typeface="Arial"/>
                <a:cs typeface="Arial"/>
                <a:sym typeface="Arial"/>
              </a:rPr>
              <a:t>minimum</a:t>
            </a:r>
            <a:endParaRPr sz="500">
              <a:latin typeface="Arial"/>
              <a:ea typeface="Arial"/>
              <a:cs typeface="Arial"/>
              <a:sym typeface="Arial"/>
            </a:endParaRPr>
          </a:p>
          <a:p>
            <a:pPr marL="0" lvl="0" indent="0" algn="l" rtl="0">
              <a:lnSpc>
                <a:spcPct val="100000"/>
              </a:lnSpc>
              <a:spcBef>
                <a:spcPts val="0"/>
              </a:spcBef>
              <a:spcAft>
                <a:spcPts val="0"/>
              </a:spcAft>
              <a:buNone/>
            </a:pPr>
            <a:endParaRPr sz="500">
              <a:latin typeface="Arial"/>
              <a:ea typeface="Arial"/>
              <a:cs typeface="Arial"/>
              <a:sym typeface="Arial"/>
            </a:endParaRPr>
          </a:p>
          <a:p>
            <a:pPr marL="0" lvl="0" indent="0" algn="l" rtl="0">
              <a:lnSpc>
                <a:spcPct val="100000"/>
              </a:lnSpc>
              <a:spcBef>
                <a:spcPts val="270"/>
              </a:spcBef>
              <a:spcAft>
                <a:spcPts val="0"/>
              </a:spcAft>
              <a:buNone/>
            </a:pPr>
            <a:endParaRPr sz="500">
              <a:latin typeface="Arial"/>
              <a:ea typeface="Arial"/>
              <a:cs typeface="Arial"/>
              <a:sym typeface="Arial"/>
            </a:endParaRPr>
          </a:p>
          <a:p>
            <a:pPr marL="0" lvl="0" indent="0" algn="ctr" rtl="0">
              <a:lnSpc>
                <a:spcPct val="100000"/>
              </a:lnSpc>
              <a:spcBef>
                <a:spcPts val="0"/>
              </a:spcBef>
              <a:spcAft>
                <a:spcPts val="0"/>
              </a:spcAft>
              <a:buNone/>
            </a:pPr>
            <a:r>
              <a:rPr lang="en-US" sz="700" i="1">
                <a:latin typeface="Arial"/>
                <a:ea typeface="Arial"/>
                <a:cs typeface="Arial"/>
                <a:sym typeface="Arial"/>
              </a:rPr>
              <a:t>J</a:t>
            </a:r>
            <a:r>
              <a:rPr lang="en-US" sz="800">
                <a:latin typeface="Tahoma"/>
                <a:ea typeface="Tahoma"/>
                <a:cs typeface="Tahoma"/>
                <a:sym typeface="Tahoma"/>
              </a:rPr>
              <a:t>(</a:t>
            </a:r>
            <a:r>
              <a:rPr lang="en-US" sz="700" b="1">
                <a:latin typeface="Arial"/>
                <a:ea typeface="Arial"/>
                <a:cs typeface="Arial"/>
                <a:sym typeface="Arial"/>
              </a:rPr>
              <a:t>w</a:t>
            </a:r>
            <a:r>
              <a:rPr lang="en-US" sz="800">
                <a:latin typeface="Tahoma"/>
                <a:ea typeface="Tahoma"/>
                <a:cs typeface="Tahoma"/>
                <a:sym typeface="Tahoma"/>
              </a:rPr>
              <a:t>)</a:t>
            </a:r>
            <a:endParaRPr sz="800">
              <a:latin typeface="Tahoma"/>
              <a:ea typeface="Tahoma"/>
              <a:cs typeface="Tahoma"/>
              <a:sym typeface="Tahoma"/>
            </a:endParaRPr>
          </a:p>
          <a:p>
            <a:pPr marL="0" lvl="0" indent="0" algn="ctr" rtl="0">
              <a:lnSpc>
                <a:spcPct val="100000"/>
              </a:lnSpc>
              <a:spcBef>
                <a:spcPts val="370"/>
              </a:spcBef>
              <a:spcAft>
                <a:spcPts val="0"/>
              </a:spcAft>
              <a:buNone/>
            </a:pPr>
            <a:r>
              <a:rPr lang="en-US" sz="700">
                <a:latin typeface="Arial"/>
                <a:ea typeface="Arial"/>
                <a:cs typeface="Arial"/>
                <a:sym typeface="Arial"/>
              </a:rPr>
              <a:t>MSE Loss Function</a:t>
            </a:r>
            <a:endParaRPr sz="700">
              <a:latin typeface="Arial"/>
              <a:ea typeface="Arial"/>
              <a:cs typeface="Arial"/>
              <a:sym typeface="Arial"/>
            </a:endParaRPr>
          </a:p>
        </p:txBody>
      </p:sp>
      <p:grpSp>
        <p:nvGrpSpPr>
          <p:cNvPr id="930" name="Google Shape;930;p49"/>
          <p:cNvGrpSpPr/>
          <p:nvPr/>
        </p:nvGrpSpPr>
        <p:grpSpPr>
          <a:xfrm>
            <a:off x="1246349" y="2302389"/>
            <a:ext cx="1150616" cy="401320"/>
            <a:chOff x="1246349" y="2302389"/>
            <a:chExt cx="1150616" cy="401320"/>
          </a:xfrm>
        </p:grpSpPr>
        <p:sp>
          <p:nvSpPr>
            <p:cNvPr id="931" name="Google Shape;931;p49"/>
            <p:cNvSpPr/>
            <p:nvPr/>
          </p:nvSpPr>
          <p:spPr>
            <a:xfrm>
              <a:off x="1246349" y="2345107"/>
              <a:ext cx="315595" cy="315595"/>
            </a:xfrm>
            <a:custGeom>
              <a:avLst/>
              <a:gdLst/>
              <a:ahLst/>
              <a:cxnLst/>
              <a:rect l="l" t="t" r="r" b="b"/>
              <a:pathLst>
                <a:path w="315594" h="315594" extrusionOk="0">
                  <a:moveTo>
                    <a:pt x="157639" y="0"/>
                  </a:moveTo>
                  <a:lnTo>
                    <a:pt x="107813" y="8036"/>
                  </a:lnTo>
                  <a:lnTo>
                    <a:pt x="64539" y="30415"/>
                  </a:lnTo>
                  <a:lnTo>
                    <a:pt x="30415" y="64539"/>
                  </a:lnTo>
                  <a:lnTo>
                    <a:pt x="8036" y="107813"/>
                  </a:lnTo>
                  <a:lnTo>
                    <a:pt x="0" y="157640"/>
                  </a:lnTo>
                  <a:lnTo>
                    <a:pt x="8036" y="207466"/>
                  </a:lnTo>
                  <a:lnTo>
                    <a:pt x="30415" y="250740"/>
                  </a:lnTo>
                  <a:lnTo>
                    <a:pt x="64539" y="284864"/>
                  </a:lnTo>
                  <a:lnTo>
                    <a:pt x="107813" y="307243"/>
                  </a:lnTo>
                  <a:lnTo>
                    <a:pt x="157639" y="315280"/>
                  </a:lnTo>
                  <a:lnTo>
                    <a:pt x="207466" y="307243"/>
                  </a:lnTo>
                  <a:lnTo>
                    <a:pt x="250740" y="284864"/>
                  </a:lnTo>
                  <a:lnTo>
                    <a:pt x="284864" y="250740"/>
                  </a:lnTo>
                  <a:lnTo>
                    <a:pt x="307243" y="207466"/>
                  </a:lnTo>
                  <a:lnTo>
                    <a:pt x="315279" y="157640"/>
                  </a:lnTo>
                  <a:lnTo>
                    <a:pt x="307243" y="107813"/>
                  </a:lnTo>
                  <a:lnTo>
                    <a:pt x="284864" y="64539"/>
                  </a:lnTo>
                  <a:lnTo>
                    <a:pt x="250740" y="30415"/>
                  </a:lnTo>
                  <a:lnTo>
                    <a:pt x="207466" y="8036"/>
                  </a:lnTo>
                  <a:lnTo>
                    <a:pt x="157639" y="0"/>
                  </a:lnTo>
                  <a:close/>
                </a:path>
              </a:pathLst>
            </a:custGeom>
            <a:solidFill>
              <a:srgbClr val="CCCCFF"/>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932" name="Google Shape;932;p49"/>
            <p:cNvSpPr/>
            <p:nvPr/>
          </p:nvSpPr>
          <p:spPr>
            <a:xfrm>
              <a:off x="1246349" y="2345107"/>
              <a:ext cx="315595" cy="315595"/>
            </a:xfrm>
            <a:custGeom>
              <a:avLst/>
              <a:gdLst/>
              <a:ahLst/>
              <a:cxnLst/>
              <a:rect l="l" t="t" r="r" b="b"/>
              <a:pathLst>
                <a:path w="315594" h="315594" extrusionOk="0">
                  <a:moveTo>
                    <a:pt x="315279" y="157640"/>
                  </a:moveTo>
                  <a:lnTo>
                    <a:pt x="307243" y="107813"/>
                  </a:lnTo>
                  <a:lnTo>
                    <a:pt x="284864" y="64539"/>
                  </a:lnTo>
                  <a:lnTo>
                    <a:pt x="250740" y="30415"/>
                  </a:lnTo>
                  <a:lnTo>
                    <a:pt x="207466" y="8036"/>
                  </a:lnTo>
                  <a:lnTo>
                    <a:pt x="157639" y="0"/>
                  </a:lnTo>
                  <a:lnTo>
                    <a:pt x="107813" y="8036"/>
                  </a:lnTo>
                  <a:lnTo>
                    <a:pt x="64539" y="30415"/>
                  </a:lnTo>
                  <a:lnTo>
                    <a:pt x="30415" y="64539"/>
                  </a:lnTo>
                  <a:lnTo>
                    <a:pt x="8036" y="107813"/>
                  </a:lnTo>
                  <a:lnTo>
                    <a:pt x="0" y="157640"/>
                  </a:lnTo>
                  <a:lnTo>
                    <a:pt x="8036" y="207466"/>
                  </a:lnTo>
                  <a:lnTo>
                    <a:pt x="30415" y="250740"/>
                  </a:lnTo>
                  <a:lnTo>
                    <a:pt x="64539" y="284864"/>
                  </a:lnTo>
                  <a:lnTo>
                    <a:pt x="107813" y="307243"/>
                  </a:lnTo>
                  <a:lnTo>
                    <a:pt x="157639" y="315280"/>
                  </a:lnTo>
                  <a:lnTo>
                    <a:pt x="207466" y="307243"/>
                  </a:lnTo>
                  <a:lnTo>
                    <a:pt x="250740" y="284864"/>
                  </a:lnTo>
                  <a:lnTo>
                    <a:pt x="284864" y="250740"/>
                  </a:lnTo>
                  <a:lnTo>
                    <a:pt x="307243" y="207466"/>
                  </a:lnTo>
                  <a:lnTo>
                    <a:pt x="315279" y="157640"/>
                  </a:lnTo>
                  <a:close/>
                </a:path>
              </a:pathLst>
            </a:custGeom>
            <a:noFill/>
            <a:ln w="9525" cap="flat" cmpd="sng">
              <a:solidFill>
                <a:srgbClr val="1B1472"/>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933" name="Google Shape;933;p49"/>
            <p:cNvSpPr/>
            <p:nvPr/>
          </p:nvSpPr>
          <p:spPr>
            <a:xfrm>
              <a:off x="1995645" y="2302389"/>
              <a:ext cx="401320" cy="401320"/>
            </a:xfrm>
            <a:custGeom>
              <a:avLst/>
              <a:gdLst/>
              <a:ahLst/>
              <a:cxnLst/>
              <a:rect l="l" t="t" r="r" b="b"/>
              <a:pathLst>
                <a:path w="401319" h="401319" extrusionOk="0">
                  <a:moveTo>
                    <a:pt x="200358" y="0"/>
                  </a:moveTo>
                  <a:lnTo>
                    <a:pt x="154417" y="5291"/>
                  </a:lnTo>
                  <a:lnTo>
                    <a:pt x="112245" y="20364"/>
                  </a:lnTo>
                  <a:lnTo>
                    <a:pt x="75043" y="44016"/>
                  </a:lnTo>
                  <a:lnTo>
                    <a:pt x="44016" y="75043"/>
                  </a:lnTo>
                  <a:lnTo>
                    <a:pt x="20364" y="112245"/>
                  </a:lnTo>
                  <a:lnTo>
                    <a:pt x="5291" y="154417"/>
                  </a:lnTo>
                  <a:lnTo>
                    <a:pt x="0" y="200358"/>
                  </a:lnTo>
                  <a:lnTo>
                    <a:pt x="5291" y="246299"/>
                  </a:lnTo>
                  <a:lnTo>
                    <a:pt x="20364" y="288471"/>
                  </a:lnTo>
                  <a:lnTo>
                    <a:pt x="44016" y="325672"/>
                  </a:lnTo>
                  <a:lnTo>
                    <a:pt x="75043" y="356700"/>
                  </a:lnTo>
                  <a:lnTo>
                    <a:pt x="112245" y="380352"/>
                  </a:lnTo>
                  <a:lnTo>
                    <a:pt x="154417" y="395424"/>
                  </a:lnTo>
                  <a:lnTo>
                    <a:pt x="200358" y="400716"/>
                  </a:lnTo>
                  <a:lnTo>
                    <a:pt x="246299" y="395424"/>
                  </a:lnTo>
                  <a:lnTo>
                    <a:pt x="288471" y="380352"/>
                  </a:lnTo>
                  <a:lnTo>
                    <a:pt x="325672" y="356700"/>
                  </a:lnTo>
                  <a:lnTo>
                    <a:pt x="356700" y="325672"/>
                  </a:lnTo>
                  <a:lnTo>
                    <a:pt x="380352" y="288471"/>
                  </a:lnTo>
                  <a:lnTo>
                    <a:pt x="395425" y="246299"/>
                  </a:lnTo>
                  <a:lnTo>
                    <a:pt x="400716" y="200358"/>
                  </a:lnTo>
                  <a:lnTo>
                    <a:pt x="395425" y="154417"/>
                  </a:lnTo>
                  <a:lnTo>
                    <a:pt x="380352" y="112245"/>
                  </a:lnTo>
                  <a:lnTo>
                    <a:pt x="356700" y="75043"/>
                  </a:lnTo>
                  <a:lnTo>
                    <a:pt x="325672" y="44016"/>
                  </a:lnTo>
                  <a:lnTo>
                    <a:pt x="288471" y="20364"/>
                  </a:lnTo>
                  <a:lnTo>
                    <a:pt x="246299" y="5291"/>
                  </a:lnTo>
                  <a:lnTo>
                    <a:pt x="200358" y="0"/>
                  </a:lnTo>
                  <a:close/>
                </a:path>
              </a:pathLst>
            </a:custGeom>
            <a:solidFill>
              <a:srgbClr val="99FF99"/>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934" name="Google Shape;934;p49"/>
            <p:cNvSpPr/>
            <p:nvPr/>
          </p:nvSpPr>
          <p:spPr>
            <a:xfrm>
              <a:off x="1995645" y="2302389"/>
              <a:ext cx="401320" cy="401320"/>
            </a:xfrm>
            <a:custGeom>
              <a:avLst/>
              <a:gdLst/>
              <a:ahLst/>
              <a:cxnLst/>
              <a:rect l="l" t="t" r="r" b="b"/>
              <a:pathLst>
                <a:path w="401319" h="401319" extrusionOk="0">
                  <a:moveTo>
                    <a:pt x="400716" y="200358"/>
                  </a:moveTo>
                  <a:lnTo>
                    <a:pt x="395425" y="154417"/>
                  </a:lnTo>
                  <a:lnTo>
                    <a:pt x="380352" y="112245"/>
                  </a:lnTo>
                  <a:lnTo>
                    <a:pt x="356700" y="75043"/>
                  </a:lnTo>
                  <a:lnTo>
                    <a:pt x="325672" y="44016"/>
                  </a:lnTo>
                  <a:lnTo>
                    <a:pt x="288471" y="20364"/>
                  </a:lnTo>
                  <a:lnTo>
                    <a:pt x="246299" y="5291"/>
                  </a:lnTo>
                  <a:lnTo>
                    <a:pt x="200358" y="0"/>
                  </a:lnTo>
                  <a:lnTo>
                    <a:pt x="154417" y="5291"/>
                  </a:lnTo>
                  <a:lnTo>
                    <a:pt x="112245" y="20364"/>
                  </a:lnTo>
                  <a:lnTo>
                    <a:pt x="75043" y="44016"/>
                  </a:lnTo>
                  <a:lnTo>
                    <a:pt x="44016" y="75043"/>
                  </a:lnTo>
                  <a:lnTo>
                    <a:pt x="20364" y="112245"/>
                  </a:lnTo>
                  <a:lnTo>
                    <a:pt x="5291" y="154417"/>
                  </a:lnTo>
                  <a:lnTo>
                    <a:pt x="0" y="200358"/>
                  </a:lnTo>
                  <a:lnTo>
                    <a:pt x="5291" y="246299"/>
                  </a:lnTo>
                  <a:lnTo>
                    <a:pt x="20364" y="288471"/>
                  </a:lnTo>
                  <a:lnTo>
                    <a:pt x="44016" y="325672"/>
                  </a:lnTo>
                  <a:lnTo>
                    <a:pt x="75043" y="356700"/>
                  </a:lnTo>
                  <a:lnTo>
                    <a:pt x="112245" y="380352"/>
                  </a:lnTo>
                  <a:lnTo>
                    <a:pt x="154417" y="395424"/>
                  </a:lnTo>
                  <a:lnTo>
                    <a:pt x="200358" y="400716"/>
                  </a:lnTo>
                  <a:lnTo>
                    <a:pt x="246299" y="395424"/>
                  </a:lnTo>
                  <a:lnTo>
                    <a:pt x="288471" y="380352"/>
                  </a:lnTo>
                  <a:lnTo>
                    <a:pt x="325672" y="356700"/>
                  </a:lnTo>
                  <a:lnTo>
                    <a:pt x="356700" y="325672"/>
                  </a:lnTo>
                  <a:lnTo>
                    <a:pt x="380352" y="288471"/>
                  </a:lnTo>
                  <a:lnTo>
                    <a:pt x="395425" y="246299"/>
                  </a:lnTo>
                  <a:lnTo>
                    <a:pt x="400716" y="200358"/>
                  </a:lnTo>
                  <a:close/>
                </a:path>
              </a:pathLst>
            </a:custGeom>
            <a:noFill/>
            <a:ln w="9525" cap="flat" cmpd="sng">
              <a:solidFill>
                <a:srgbClr val="33FF33"/>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935" name="Google Shape;935;p49"/>
            <p:cNvSpPr/>
            <p:nvPr/>
          </p:nvSpPr>
          <p:spPr>
            <a:xfrm>
              <a:off x="1564159" y="2502747"/>
              <a:ext cx="414020" cy="0"/>
            </a:xfrm>
            <a:custGeom>
              <a:avLst/>
              <a:gdLst/>
              <a:ahLst/>
              <a:cxnLst/>
              <a:rect l="l" t="t" r="r" b="b"/>
              <a:pathLst>
                <a:path w="414019" h="120000" extrusionOk="0">
                  <a:moveTo>
                    <a:pt x="0" y="0"/>
                  </a:moveTo>
                  <a:lnTo>
                    <a:pt x="413771" y="0"/>
                  </a:lnTo>
                </a:path>
              </a:pathLst>
            </a:custGeom>
            <a:noFill/>
            <a:ln w="15175" cap="flat" cmpd="sng">
              <a:solidFill>
                <a:srgbClr val="FF4C4C"/>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936" name="Google Shape;936;p49"/>
            <p:cNvSpPr/>
            <p:nvPr/>
          </p:nvSpPr>
          <p:spPr>
            <a:xfrm>
              <a:off x="1947059" y="2454096"/>
              <a:ext cx="38735" cy="97790"/>
            </a:xfrm>
            <a:custGeom>
              <a:avLst/>
              <a:gdLst/>
              <a:ahLst/>
              <a:cxnLst/>
              <a:rect l="l" t="t" r="r" b="b"/>
              <a:pathLst>
                <a:path w="38735" h="97789" extrusionOk="0">
                  <a:moveTo>
                    <a:pt x="0" y="0"/>
                  </a:moveTo>
                  <a:lnTo>
                    <a:pt x="6755" y="19118"/>
                  </a:lnTo>
                  <a:lnTo>
                    <a:pt x="15950" y="33143"/>
                  </a:lnTo>
                  <a:lnTo>
                    <a:pt x="26786" y="42760"/>
                  </a:lnTo>
                  <a:lnTo>
                    <a:pt x="38464" y="48651"/>
                  </a:lnTo>
                  <a:lnTo>
                    <a:pt x="26786" y="54542"/>
                  </a:lnTo>
                  <a:lnTo>
                    <a:pt x="15950" y="64158"/>
                  </a:lnTo>
                  <a:lnTo>
                    <a:pt x="6755" y="78183"/>
                  </a:lnTo>
                  <a:lnTo>
                    <a:pt x="0" y="97302"/>
                  </a:lnTo>
                </a:path>
              </a:pathLst>
            </a:custGeom>
            <a:noFill/>
            <a:ln w="15175" cap="flat" cmpd="sng">
              <a:solidFill>
                <a:srgbClr val="FF4C4C"/>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937" name="Google Shape;937;p49"/>
          <p:cNvSpPr txBox="1"/>
          <p:nvPr/>
        </p:nvSpPr>
        <p:spPr>
          <a:xfrm>
            <a:off x="1061636" y="1977325"/>
            <a:ext cx="1477010" cy="567055"/>
          </a:xfrm>
          <a:prstGeom prst="rect">
            <a:avLst/>
          </a:prstGeom>
          <a:noFill/>
          <a:ln>
            <a:noFill/>
          </a:ln>
        </p:spPr>
        <p:txBody>
          <a:bodyPr spcFirstLastPara="1" wrap="square" lIns="0" tIns="16500" rIns="0" bIns="0" anchor="t" anchorCtr="0">
            <a:spAutoFit/>
          </a:bodyPr>
          <a:lstStyle/>
          <a:p>
            <a:pPr marL="401320" lvl="0" indent="0" algn="l" rtl="0">
              <a:lnSpc>
                <a:spcPct val="100000"/>
              </a:lnSpc>
              <a:spcBef>
                <a:spcPts val="0"/>
              </a:spcBef>
              <a:spcAft>
                <a:spcPts val="0"/>
              </a:spcAft>
              <a:buNone/>
            </a:pPr>
            <a:r>
              <a:rPr lang="en-US" sz="950" b="1">
                <a:solidFill>
                  <a:srgbClr val="1B1472"/>
                </a:solidFill>
                <a:latin typeface="Arial"/>
                <a:ea typeface="Arial"/>
                <a:cs typeface="Arial"/>
                <a:sym typeface="Arial"/>
              </a:rPr>
              <a:t>4. Learning</a:t>
            </a:r>
            <a:endParaRPr sz="950">
              <a:latin typeface="Arial"/>
              <a:ea typeface="Arial"/>
              <a:cs typeface="Arial"/>
              <a:sym typeface="Arial"/>
            </a:endParaRPr>
          </a:p>
          <a:p>
            <a:pPr marL="0" lvl="0" indent="0" algn="l" rtl="0">
              <a:lnSpc>
                <a:spcPct val="100000"/>
              </a:lnSpc>
              <a:spcBef>
                <a:spcPts val="400"/>
              </a:spcBef>
              <a:spcAft>
                <a:spcPts val="0"/>
              </a:spcAft>
              <a:buNone/>
            </a:pPr>
            <a:endParaRPr sz="950">
              <a:latin typeface="Arial"/>
              <a:ea typeface="Arial"/>
              <a:cs typeface="Arial"/>
              <a:sym typeface="Arial"/>
            </a:endParaRPr>
          </a:p>
          <a:p>
            <a:pPr marL="0" marR="41910" lvl="0" indent="0" algn="ctr" rtl="0">
              <a:lnSpc>
                <a:spcPct val="107500"/>
              </a:lnSpc>
              <a:spcBef>
                <a:spcPts val="0"/>
              </a:spcBef>
              <a:spcAft>
                <a:spcPts val="0"/>
              </a:spcAft>
              <a:buNone/>
            </a:pPr>
            <a:r>
              <a:rPr lang="en-US" sz="800">
                <a:solidFill>
                  <a:srgbClr val="FF4C4C"/>
                </a:solidFill>
                <a:latin typeface="Lucida Sans"/>
                <a:ea typeface="Lucida Sans"/>
                <a:cs typeface="Lucida Sans"/>
                <a:sym typeface="Lucida Sans"/>
              </a:rPr>
              <a:t>—</a:t>
            </a:r>
            <a:r>
              <a:rPr lang="en-US" sz="800" i="1">
                <a:solidFill>
                  <a:srgbClr val="FF4C4C"/>
                </a:solidFill>
                <a:latin typeface="Verdana"/>
                <a:ea typeface="Verdana"/>
                <a:cs typeface="Verdana"/>
                <a:sym typeface="Verdana"/>
              </a:rPr>
              <a:t>η</a:t>
            </a:r>
            <a:r>
              <a:rPr lang="en-US" sz="800">
                <a:solidFill>
                  <a:srgbClr val="FF4C4C"/>
                </a:solidFill>
                <a:latin typeface="Lucida Sans"/>
                <a:ea typeface="Lucida Sans"/>
                <a:cs typeface="Lucida Sans"/>
                <a:sym typeface="Lucida Sans"/>
              </a:rPr>
              <a:t>∇</a:t>
            </a:r>
            <a:r>
              <a:rPr lang="en-US" sz="700" i="1">
                <a:solidFill>
                  <a:srgbClr val="FF4C4C"/>
                </a:solidFill>
                <a:latin typeface="Arial"/>
                <a:ea typeface="Arial"/>
                <a:cs typeface="Arial"/>
                <a:sym typeface="Arial"/>
              </a:rPr>
              <a:t>J</a:t>
            </a:r>
            <a:endParaRPr sz="700">
              <a:latin typeface="Arial"/>
              <a:ea typeface="Arial"/>
              <a:cs typeface="Arial"/>
              <a:sym typeface="Arial"/>
            </a:endParaRPr>
          </a:p>
          <a:p>
            <a:pPr marL="259715" lvl="0" indent="0" algn="l" rtl="0">
              <a:lnSpc>
                <a:spcPct val="70476"/>
              </a:lnSpc>
              <a:spcBef>
                <a:spcPts val="0"/>
              </a:spcBef>
              <a:spcAft>
                <a:spcPts val="0"/>
              </a:spcAft>
              <a:buNone/>
            </a:pPr>
            <a:r>
              <a:rPr lang="en-US" sz="1050" b="1" baseline="-25000">
                <a:latin typeface="Arial"/>
                <a:ea typeface="Arial"/>
                <a:cs typeface="Arial"/>
                <a:sym typeface="Arial"/>
              </a:rPr>
              <a:t>w</a:t>
            </a:r>
            <a:r>
              <a:rPr lang="en-US" sz="600">
                <a:latin typeface="Tahoma"/>
                <a:ea typeface="Tahoma"/>
                <a:cs typeface="Tahoma"/>
                <a:sym typeface="Tahoma"/>
              </a:rPr>
              <a:t>(</a:t>
            </a:r>
            <a:r>
              <a:rPr lang="en-US" sz="500" i="1">
                <a:latin typeface="Arial"/>
                <a:ea typeface="Arial"/>
                <a:cs typeface="Arial"/>
                <a:sym typeface="Arial"/>
              </a:rPr>
              <a:t>t </a:t>
            </a:r>
            <a:r>
              <a:rPr lang="en-US" sz="600">
                <a:latin typeface="Tahoma"/>
                <a:ea typeface="Tahoma"/>
                <a:cs typeface="Tahoma"/>
                <a:sym typeface="Tahoma"/>
              </a:rPr>
              <a:t>)	</a:t>
            </a:r>
            <a:r>
              <a:rPr lang="en-US" sz="1050" b="1" baseline="-25000">
                <a:latin typeface="Arial"/>
                <a:ea typeface="Arial"/>
                <a:cs typeface="Arial"/>
                <a:sym typeface="Arial"/>
              </a:rPr>
              <a:t>w</a:t>
            </a:r>
            <a:r>
              <a:rPr lang="en-US" sz="600">
                <a:latin typeface="Tahoma"/>
                <a:ea typeface="Tahoma"/>
                <a:cs typeface="Tahoma"/>
                <a:sym typeface="Tahoma"/>
              </a:rPr>
              <a:t>(</a:t>
            </a:r>
            <a:r>
              <a:rPr lang="en-US" sz="500" i="1">
                <a:latin typeface="Arial"/>
                <a:ea typeface="Arial"/>
                <a:cs typeface="Arial"/>
                <a:sym typeface="Arial"/>
              </a:rPr>
              <a:t>t </a:t>
            </a:r>
            <a:r>
              <a:rPr lang="en-US" sz="600">
                <a:latin typeface="Tahoma"/>
                <a:ea typeface="Tahoma"/>
                <a:cs typeface="Tahoma"/>
                <a:sym typeface="Tahoma"/>
              </a:rPr>
              <a:t>+</a:t>
            </a:r>
            <a:r>
              <a:rPr lang="en-US" sz="500">
                <a:latin typeface="Arial"/>
                <a:ea typeface="Arial"/>
                <a:cs typeface="Arial"/>
                <a:sym typeface="Arial"/>
              </a:rPr>
              <a:t>1</a:t>
            </a:r>
            <a:r>
              <a:rPr lang="en-US" sz="600">
                <a:latin typeface="Tahoma"/>
                <a:ea typeface="Tahoma"/>
                <a:cs typeface="Tahoma"/>
                <a:sym typeface="Tahoma"/>
              </a:rPr>
              <a:t>)</a:t>
            </a:r>
            <a:endParaRPr sz="600">
              <a:latin typeface="Tahoma"/>
              <a:ea typeface="Tahoma"/>
              <a:cs typeface="Tahoma"/>
              <a:sym typeface="Tahoma"/>
            </a:endParaRPr>
          </a:p>
        </p:txBody>
      </p:sp>
      <p:grpSp>
        <p:nvGrpSpPr>
          <p:cNvPr id="938" name="Google Shape;938;p49"/>
          <p:cNvGrpSpPr/>
          <p:nvPr/>
        </p:nvGrpSpPr>
        <p:grpSpPr>
          <a:xfrm>
            <a:off x="2525066" y="922336"/>
            <a:ext cx="710510" cy="65405"/>
            <a:chOff x="2525066" y="922336"/>
            <a:chExt cx="710510" cy="65405"/>
          </a:xfrm>
        </p:grpSpPr>
        <p:sp>
          <p:nvSpPr>
            <p:cNvPr id="939" name="Google Shape;939;p49"/>
            <p:cNvSpPr/>
            <p:nvPr/>
          </p:nvSpPr>
          <p:spPr>
            <a:xfrm>
              <a:off x="2525066" y="954727"/>
              <a:ext cx="669925" cy="0"/>
            </a:xfrm>
            <a:custGeom>
              <a:avLst/>
              <a:gdLst/>
              <a:ahLst/>
              <a:cxnLst/>
              <a:rect l="l" t="t" r="r" b="b"/>
              <a:pathLst>
                <a:path w="669925" h="120000" extrusionOk="0">
                  <a:moveTo>
                    <a:pt x="0" y="0"/>
                  </a:moveTo>
                  <a:lnTo>
                    <a:pt x="669397" y="0"/>
                  </a:lnTo>
                </a:path>
              </a:pathLst>
            </a:custGeom>
            <a:noFill/>
            <a:ln w="15175" cap="flat" cmpd="sng">
              <a:solidFill>
                <a:srgbClr val="1B1472"/>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940" name="Google Shape;940;p49"/>
            <p:cNvSpPr/>
            <p:nvPr/>
          </p:nvSpPr>
          <p:spPr>
            <a:xfrm>
              <a:off x="3170171" y="922336"/>
              <a:ext cx="65405" cy="65405"/>
            </a:xfrm>
            <a:custGeom>
              <a:avLst/>
              <a:gdLst/>
              <a:ahLst/>
              <a:cxnLst/>
              <a:rect l="l" t="t" r="r" b="b"/>
              <a:pathLst>
                <a:path w="65405" h="65405" extrusionOk="0">
                  <a:moveTo>
                    <a:pt x="0" y="0"/>
                  </a:moveTo>
                  <a:lnTo>
                    <a:pt x="24293" y="32390"/>
                  </a:lnTo>
                  <a:lnTo>
                    <a:pt x="0" y="64781"/>
                  </a:lnTo>
                  <a:lnTo>
                    <a:pt x="64781" y="32390"/>
                  </a:lnTo>
                  <a:lnTo>
                    <a:pt x="0" y="0"/>
                  </a:lnTo>
                  <a:close/>
                </a:path>
              </a:pathLst>
            </a:custGeom>
            <a:solidFill>
              <a:srgbClr val="1B1472"/>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941" name="Google Shape;941;p49"/>
          <p:cNvSpPr txBox="1"/>
          <p:nvPr/>
        </p:nvSpPr>
        <p:spPr>
          <a:xfrm>
            <a:off x="2717495" y="796301"/>
            <a:ext cx="325120" cy="135255"/>
          </a:xfrm>
          <a:prstGeom prst="rect">
            <a:avLst/>
          </a:prstGeom>
          <a:noFill/>
          <a:ln>
            <a:noFill/>
          </a:ln>
        </p:spPr>
        <p:txBody>
          <a:bodyPr spcFirstLastPara="1" wrap="square" lIns="0" tIns="14600" rIns="0" bIns="0" anchor="t" anchorCtr="0">
            <a:spAutoFit/>
          </a:bodyPr>
          <a:lstStyle/>
          <a:p>
            <a:pPr marL="12700" lvl="0" indent="0" algn="l" rtl="0">
              <a:lnSpc>
                <a:spcPct val="100000"/>
              </a:lnSpc>
              <a:spcBef>
                <a:spcPts val="0"/>
              </a:spcBef>
              <a:spcAft>
                <a:spcPts val="0"/>
              </a:spcAft>
              <a:buNone/>
            </a:pPr>
            <a:r>
              <a:rPr lang="en-US" sz="700">
                <a:solidFill>
                  <a:srgbClr val="1B1472"/>
                </a:solidFill>
                <a:latin typeface="Arial"/>
                <a:ea typeface="Arial"/>
                <a:cs typeface="Arial"/>
                <a:sym typeface="Arial"/>
              </a:rPr>
              <a:t>forward</a:t>
            </a:r>
            <a:endParaRPr sz="700">
              <a:latin typeface="Arial"/>
              <a:ea typeface="Arial"/>
              <a:cs typeface="Arial"/>
              <a:sym typeface="Arial"/>
            </a:endParaRPr>
          </a:p>
        </p:txBody>
      </p:sp>
      <p:grpSp>
        <p:nvGrpSpPr>
          <p:cNvPr id="942" name="Google Shape;942;p49"/>
          <p:cNvGrpSpPr/>
          <p:nvPr/>
        </p:nvGrpSpPr>
        <p:grpSpPr>
          <a:xfrm>
            <a:off x="3927632" y="1409794"/>
            <a:ext cx="65405" cy="530507"/>
            <a:chOff x="3927632" y="1409794"/>
            <a:chExt cx="65405" cy="530507"/>
          </a:xfrm>
        </p:grpSpPr>
        <p:sp>
          <p:nvSpPr>
            <p:cNvPr id="943" name="Google Shape;943;p49"/>
            <p:cNvSpPr/>
            <p:nvPr/>
          </p:nvSpPr>
          <p:spPr>
            <a:xfrm>
              <a:off x="3960023" y="1409794"/>
              <a:ext cx="0" cy="489584"/>
            </a:xfrm>
            <a:custGeom>
              <a:avLst/>
              <a:gdLst/>
              <a:ahLst/>
              <a:cxnLst/>
              <a:rect l="l" t="t" r="r" b="b"/>
              <a:pathLst>
                <a:path w="120000" h="489585" extrusionOk="0">
                  <a:moveTo>
                    <a:pt x="0" y="0"/>
                  </a:moveTo>
                  <a:lnTo>
                    <a:pt x="0" y="489395"/>
                  </a:lnTo>
                </a:path>
              </a:pathLst>
            </a:custGeom>
            <a:noFill/>
            <a:ln w="15175" cap="flat" cmpd="sng">
              <a:solidFill>
                <a:srgbClr val="1B1472"/>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944" name="Google Shape;944;p49"/>
            <p:cNvSpPr/>
            <p:nvPr/>
          </p:nvSpPr>
          <p:spPr>
            <a:xfrm>
              <a:off x="3927632" y="1874896"/>
              <a:ext cx="65405" cy="65405"/>
            </a:xfrm>
            <a:custGeom>
              <a:avLst/>
              <a:gdLst/>
              <a:ahLst/>
              <a:cxnLst/>
              <a:rect l="l" t="t" r="r" b="b"/>
              <a:pathLst>
                <a:path w="65404" h="65405" extrusionOk="0">
                  <a:moveTo>
                    <a:pt x="64781" y="0"/>
                  </a:moveTo>
                  <a:lnTo>
                    <a:pt x="32390" y="24293"/>
                  </a:lnTo>
                  <a:lnTo>
                    <a:pt x="0" y="0"/>
                  </a:lnTo>
                  <a:lnTo>
                    <a:pt x="32390" y="64781"/>
                  </a:lnTo>
                  <a:lnTo>
                    <a:pt x="64781" y="0"/>
                  </a:lnTo>
                  <a:close/>
                </a:path>
              </a:pathLst>
            </a:custGeom>
            <a:solidFill>
              <a:srgbClr val="1B1472"/>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945" name="Google Shape;945;p49"/>
          <p:cNvSpPr txBox="1"/>
          <p:nvPr/>
        </p:nvSpPr>
        <p:spPr>
          <a:xfrm>
            <a:off x="4000436" y="1591905"/>
            <a:ext cx="375285" cy="135255"/>
          </a:xfrm>
          <a:prstGeom prst="rect">
            <a:avLst/>
          </a:prstGeom>
          <a:noFill/>
          <a:ln>
            <a:noFill/>
          </a:ln>
        </p:spPr>
        <p:txBody>
          <a:bodyPr spcFirstLastPara="1" wrap="square" lIns="0" tIns="14600" rIns="0" bIns="0" anchor="t" anchorCtr="0">
            <a:spAutoFit/>
          </a:bodyPr>
          <a:lstStyle/>
          <a:p>
            <a:pPr marL="12700" lvl="0" indent="0" algn="l" rtl="0">
              <a:lnSpc>
                <a:spcPct val="100000"/>
              </a:lnSpc>
              <a:spcBef>
                <a:spcPts val="0"/>
              </a:spcBef>
              <a:spcAft>
                <a:spcPts val="0"/>
              </a:spcAft>
              <a:buNone/>
            </a:pPr>
            <a:r>
              <a:rPr lang="en-US" sz="700">
                <a:solidFill>
                  <a:srgbClr val="1B1472"/>
                </a:solidFill>
                <a:latin typeface="Arial"/>
                <a:ea typeface="Arial"/>
                <a:cs typeface="Arial"/>
                <a:sym typeface="Arial"/>
              </a:rPr>
              <a:t>compute</a:t>
            </a:r>
            <a:endParaRPr sz="700">
              <a:latin typeface="Arial"/>
              <a:ea typeface="Arial"/>
              <a:cs typeface="Arial"/>
              <a:sym typeface="Arial"/>
            </a:endParaRPr>
          </a:p>
        </p:txBody>
      </p:sp>
      <p:grpSp>
        <p:nvGrpSpPr>
          <p:cNvPr id="946" name="Google Shape;946;p49"/>
          <p:cNvGrpSpPr/>
          <p:nvPr/>
        </p:nvGrpSpPr>
        <p:grpSpPr>
          <a:xfrm>
            <a:off x="2525066" y="2362354"/>
            <a:ext cx="710414" cy="65405"/>
            <a:chOff x="2525066" y="2362354"/>
            <a:chExt cx="710414" cy="65405"/>
          </a:xfrm>
        </p:grpSpPr>
        <p:sp>
          <p:nvSpPr>
            <p:cNvPr id="947" name="Google Shape;947;p49"/>
            <p:cNvSpPr/>
            <p:nvPr/>
          </p:nvSpPr>
          <p:spPr>
            <a:xfrm>
              <a:off x="2565555" y="2394745"/>
              <a:ext cx="669925" cy="0"/>
            </a:xfrm>
            <a:custGeom>
              <a:avLst/>
              <a:gdLst/>
              <a:ahLst/>
              <a:cxnLst/>
              <a:rect l="l" t="t" r="r" b="b"/>
              <a:pathLst>
                <a:path w="669925" h="120000" extrusionOk="0">
                  <a:moveTo>
                    <a:pt x="669397" y="0"/>
                  </a:moveTo>
                  <a:lnTo>
                    <a:pt x="0" y="0"/>
                  </a:lnTo>
                </a:path>
              </a:pathLst>
            </a:custGeom>
            <a:noFill/>
            <a:ln w="15175" cap="flat" cmpd="sng">
              <a:solidFill>
                <a:srgbClr val="1B1472"/>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948" name="Google Shape;948;p49"/>
            <p:cNvSpPr/>
            <p:nvPr/>
          </p:nvSpPr>
          <p:spPr>
            <a:xfrm>
              <a:off x="2525066" y="2362354"/>
              <a:ext cx="65405" cy="65405"/>
            </a:xfrm>
            <a:custGeom>
              <a:avLst/>
              <a:gdLst/>
              <a:ahLst/>
              <a:cxnLst/>
              <a:rect l="l" t="t" r="r" b="b"/>
              <a:pathLst>
                <a:path w="65405" h="65405" extrusionOk="0">
                  <a:moveTo>
                    <a:pt x="64781" y="64781"/>
                  </a:moveTo>
                  <a:lnTo>
                    <a:pt x="40488" y="32390"/>
                  </a:lnTo>
                  <a:lnTo>
                    <a:pt x="64781" y="0"/>
                  </a:lnTo>
                  <a:lnTo>
                    <a:pt x="0" y="32390"/>
                  </a:lnTo>
                  <a:lnTo>
                    <a:pt x="64781" y="64781"/>
                  </a:lnTo>
                  <a:close/>
                </a:path>
              </a:pathLst>
            </a:custGeom>
            <a:solidFill>
              <a:srgbClr val="1B1472"/>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949" name="Google Shape;949;p49"/>
          <p:cNvSpPr txBox="1"/>
          <p:nvPr/>
        </p:nvSpPr>
        <p:spPr>
          <a:xfrm>
            <a:off x="2703639" y="2409887"/>
            <a:ext cx="353060" cy="135255"/>
          </a:xfrm>
          <a:prstGeom prst="rect">
            <a:avLst/>
          </a:prstGeom>
          <a:noFill/>
          <a:ln>
            <a:noFill/>
          </a:ln>
        </p:spPr>
        <p:txBody>
          <a:bodyPr spcFirstLastPara="1" wrap="square" lIns="0" tIns="14600" rIns="0" bIns="0" anchor="t" anchorCtr="0">
            <a:spAutoFit/>
          </a:bodyPr>
          <a:lstStyle/>
          <a:p>
            <a:pPr marL="12700" lvl="0" indent="0" algn="l" rtl="0">
              <a:lnSpc>
                <a:spcPct val="100000"/>
              </a:lnSpc>
              <a:spcBef>
                <a:spcPts val="0"/>
              </a:spcBef>
              <a:spcAft>
                <a:spcPts val="0"/>
              </a:spcAft>
              <a:buNone/>
            </a:pPr>
            <a:r>
              <a:rPr lang="en-US" sz="700">
                <a:solidFill>
                  <a:srgbClr val="1B1472"/>
                </a:solidFill>
                <a:latin typeface="Arial"/>
                <a:ea typeface="Arial"/>
                <a:cs typeface="Arial"/>
                <a:sym typeface="Arial"/>
              </a:rPr>
              <a:t>gradient</a:t>
            </a:r>
            <a:endParaRPr sz="700">
              <a:latin typeface="Arial"/>
              <a:ea typeface="Arial"/>
              <a:cs typeface="Arial"/>
              <a:sym typeface="Arial"/>
            </a:endParaRPr>
          </a:p>
        </p:txBody>
      </p:sp>
      <p:grpSp>
        <p:nvGrpSpPr>
          <p:cNvPr id="950" name="Google Shape;950;p49"/>
          <p:cNvGrpSpPr/>
          <p:nvPr/>
        </p:nvGrpSpPr>
        <p:grpSpPr>
          <a:xfrm>
            <a:off x="1767605" y="1409794"/>
            <a:ext cx="65405" cy="530072"/>
            <a:chOff x="1767605" y="1409794"/>
            <a:chExt cx="65405" cy="530072"/>
          </a:xfrm>
        </p:grpSpPr>
        <p:sp>
          <p:nvSpPr>
            <p:cNvPr id="951" name="Google Shape;951;p49"/>
            <p:cNvSpPr/>
            <p:nvPr/>
          </p:nvSpPr>
          <p:spPr>
            <a:xfrm>
              <a:off x="1799996" y="1450282"/>
              <a:ext cx="0" cy="489584"/>
            </a:xfrm>
            <a:custGeom>
              <a:avLst/>
              <a:gdLst/>
              <a:ahLst/>
              <a:cxnLst/>
              <a:rect l="l" t="t" r="r" b="b"/>
              <a:pathLst>
                <a:path w="120000" h="489585" extrusionOk="0">
                  <a:moveTo>
                    <a:pt x="0" y="489395"/>
                  </a:moveTo>
                  <a:lnTo>
                    <a:pt x="0" y="0"/>
                  </a:lnTo>
                </a:path>
              </a:pathLst>
            </a:custGeom>
            <a:noFill/>
            <a:ln w="15175" cap="flat" cmpd="sng">
              <a:solidFill>
                <a:srgbClr val="1B1472"/>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952" name="Google Shape;952;p49"/>
            <p:cNvSpPr/>
            <p:nvPr/>
          </p:nvSpPr>
          <p:spPr>
            <a:xfrm>
              <a:off x="1767605" y="1409794"/>
              <a:ext cx="65405" cy="65405"/>
            </a:xfrm>
            <a:custGeom>
              <a:avLst/>
              <a:gdLst/>
              <a:ahLst/>
              <a:cxnLst/>
              <a:rect l="l" t="t" r="r" b="b"/>
              <a:pathLst>
                <a:path w="65405" h="65405" extrusionOk="0">
                  <a:moveTo>
                    <a:pt x="0" y="64781"/>
                  </a:moveTo>
                  <a:lnTo>
                    <a:pt x="32390" y="40488"/>
                  </a:lnTo>
                  <a:lnTo>
                    <a:pt x="64781" y="64781"/>
                  </a:lnTo>
                  <a:lnTo>
                    <a:pt x="32390" y="0"/>
                  </a:lnTo>
                  <a:lnTo>
                    <a:pt x="0" y="64781"/>
                  </a:lnTo>
                  <a:close/>
                </a:path>
              </a:pathLst>
            </a:custGeom>
            <a:solidFill>
              <a:srgbClr val="1B1472"/>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953" name="Google Shape;953;p49"/>
          <p:cNvSpPr txBox="1"/>
          <p:nvPr/>
        </p:nvSpPr>
        <p:spPr>
          <a:xfrm>
            <a:off x="1481924" y="1603094"/>
            <a:ext cx="278130" cy="135255"/>
          </a:xfrm>
          <a:prstGeom prst="rect">
            <a:avLst/>
          </a:prstGeom>
          <a:noFill/>
          <a:ln>
            <a:noFill/>
          </a:ln>
        </p:spPr>
        <p:txBody>
          <a:bodyPr spcFirstLastPara="1" wrap="square" lIns="0" tIns="14600" rIns="0" bIns="0" anchor="t" anchorCtr="0">
            <a:spAutoFit/>
          </a:bodyPr>
          <a:lstStyle/>
          <a:p>
            <a:pPr marL="12700" lvl="0" indent="0" algn="l" rtl="0">
              <a:lnSpc>
                <a:spcPct val="100000"/>
              </a:lnSpc>
              <a:spcBef>
                <a:spcPts val="0"/>
              </a:spcBef>
              <a:spcAft>
                <a:spcPts val="0"/>
              </a:spcAft>
              <a:buNone/>
            </a:pPr>
            <a:r>
              <a:rPr lang="en-US" sz="700">
                <a:solidFill>
                  <a:srgbClr val="1B1472"/>
                </a:solidFill>
                <a:latin typeface="Arial"/>
                <a:ea typeface="Arial"/>
                <a:cs typeface="Arial"/>
                <a:sym typeface="Arial"/>
              </a:rPr>
              <a:t>iterate</a:t>
            </a:r>
            <a:endParaRPr sz="700">
              <a:latin typeface="Arial"/>
              <a:ea typeface="Arial"/>
              <a:cs typeface="Arial"/>
              <a:sym typeface="Arial"/>
            </a:endParaRPr>
          </a:p>
        </p:txBody>
      </p:sp>
      <p:sp>
        <p:nvSpPr>
          <p:cNvPr id="954" name="Google Shape;954;p49"/>
          <p:cNvSpPr txBox="1"/>
          <p:nvPr/>
        </p:nvSpPr>
        <p:spPr>
          <a:xfrm>
            <a:off x="601776" y="2884473"/>
            <a:ext cx="4549140" cy="175260"/>
          </a:xfrm>
          <a:prstGeom prst="rect">
            <a:avLst/>
          </a:prstGeom>
          <a:noFill/>
          <a:ln>
            <a:noFill/>
          </a:ln>
        </p:spPr>
        <p:txBody>
          <a:bodyPr spcFirstLastPara="1" wrap="square" lIns="0" tIns="16500" rIns="0" bIns="0" anchor="t" anchorCtr="0">
            <a:spAutoFit/>
          </a:bodyPr>
          <a:lstStyle/>
          <a:p>
            <a:pPr marL="12700" lvl="0" indent="0" algn="l" rtl="0">
              <a:lnSpc>
                <a:spcPct val="100000"/>
              </a:lnSpc>
              <a:spcBef>
                <a:spcPts val="0"/>
              </a:spcBef>
              <a:spcAft>
                <a:spcPts val="0"/>
              </a:spcAft>
              <a:buNone/>
            </a:pPr>
            <a:r>
              <a:rPr lang="en-US" sz="950" i="1">
                <a:latin typeface="Arial"/>
                <a:ea typeface="Arial"/>
                <a:cs typeface="Arial"/>
                <a:sym typeface="Arial"/>
              </a:rPr>
              <a:t>This framework extends to more complex models: neural networks, deep learning!</a:t>
            </a:r>
            <a:endParaRPr sz="950">
              <a:latin typeface="Arial"/>
              <a:ea typeface="Arial"/>
              <a:cs typeface="Arial"/>
              <a:sym typeface="Arial"/>
            </a:endParaRPr>
          </a:p>
        </p:txBody>
      </p:sp>
      <p:grpSp>
        <p:nvGrpSpPr>
          <p:cNvPr id="955" name="Google Shape;955;p49"/>
          <p:cNvGrpSpPr/>
          <p:nvPr/>
        </p:nvGrpSpPr>
        <p:grpSpPr>
          <a:xfrm>
            <a:off x="0" y="3109250"/>
            <a:ext cx="5760261" cy="92075"/>
            <a:chOff x="0" y="3109250"/>
            <a:chExt cx="5760261" cy="92075"/>
          </a:xfrm>
        </p:grpSpPr>
        <p:sp>
          <p:nvSpPr>
            <p:cNvPr id="956" name="Google Shape;956;p49"/>
            <p:cNvSpPr/>
            <p:nvPr/>
          </p:nvSpPr>
          <p:spPr>
            <a:xfrm>
              <a:off x="0"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957" name="Google Shape;957;p49"/>
            <p:cNvSpPr/>
            <p:nvPr/>
          </p:nvSpPr>
          <p:spPr>
            <a:xfrm>
              <a:off x="1923862" y="3109250"/>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958" name="Google Shape;958;p49"/>
            <p:cNvSpPr/>
            <p:nvPr/>
          </p:nvSpPr>
          <p:spPr>
            <a:xfrm>
              <a:off x="3836211"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959" name="Google Shape;959;p49"/>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960" name="Google Shape;960;p49"/>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Calibri"/>
                <a:ea typeface="Calibri"/>
                <a:cs typeface="Calibri"/>
                <a:sym typeface="Calibri"/>
                <a:hlinkClick r:id="rId7"/>
              </a:rPr>
              <a:t>D</a:t>
            </a:r>
            <a:r>
              <a:rPr lang="en-US" sz="600" u="sng" cap="small">
                <a:solidFill>
                  <a:schemeClr val="hlink"/>
                </a:solidFill>
                <a:latin typeface="Calibri"/>
                <a:ea typeface="Calibri"/>
                <a:cs typeface="Calibri"/>
                <a:sym typeface="Calibri"/>
                <a:hlinkClick r:id="rId7"/>
              </a:rPr>
              <a:t>eep</a:t>
            </a:r>
            <a:r>
              <a:rPr lang="en-US" sz="600" u="sng">
                <a:solidFill>
                  <a:schemeClr val="hlink"/>
                </a:solidFill>
                <a:latin typeface="Calibri"/>
                <a:ea typeface="Calibri"/>
                <a:cs typeface="Calibri"/>
                <a:sym typeface="Calibri"/>
                <a:hlinkClick r:id="rId7"/>
              </a:rPr>
              <a:t> L</a:t>
            </a:r>
            <a:r>
              <a:rPr lang="en-US" sz="600" u="sng" cap="small">
                <a:solidFill>
                  <a:schemeClr val="hlink"/>
                </a:solidFill>
                <a:latin typeface="Calibri"/>
                <a:ea typeface="Calibri"/>
                <a:cs typeface="Calibri"/>
                <a:sym typeface="Calibri"/>
                <a:hlinkClick r:id="rId7"/>
              </a:rPr>
              <a:t>earning</a:t>
            </a:r>
            <a:endParaRPr sz="600">
              <a:latin typeface="Calibri"/>
              <a:ea typeface="Calibri"/>
              <a:cs typeface="Calibri"/>
              <a:sym typeface="Calibri"/>
            </a:endParaRPr>
          </a:p>
        </p:txBody>
      </p:sp>
      <p:sp>
        <p:nvSpPr>
          <p:cNvPr id="961" name="Google Shape;961;p49"/>
          <p:cNvSpPr txBox="1">
            <a:spLocks noGrp="1"/>
          </p:cNvSpPr>
          <p:nvPr>
            <p:ph type="sldNum" idx="12"/>
          </p:nvPr>
        </p:nvSpPr>
        <p:spPr>
          <a:xfrm>
            <a:off x="4648848" y="3137672"/>
            <a:ext cx="318208" cy="1016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25</a:t>
            </a:fld>
            <a:r>
              <a:rPr lang="en-US"/>
              <a:t> / 46</a:t>
            </a:r>
            <a:endParaRPr/>
          </a:p>
        </p:txBody>
      </p:sp>
    </p:spTree>
  </p:cSld>
  <p:clrMapOvr>
    <a:masterClrMapping/>
  </p:clrMapOvr>
  <p:transition>
    <p:fade thruBlk="1"/>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965"/>
        <p:cNvGrpSpPr/>
        <p:nvPr/>
      </p:nvGrpSpPr>
      <p:grpSpPr>
        <a:xfrm>
          <a:off x="0" y="0"/>
          <a:ext cx="0" cy="0"/>
          <a:chOff x="0" y="0"/>
          <a:chExt cx="0" cy="0"/>
        </a:xfrm>
      </p:grpSpPr>
      <p:sp>
        <p:nvSpPr>
          <p:cNvPr id="966" name="Google Shape;966;p50"/>
          <p:cNvSpPr txBox="1">
            <a:spLocks noGrp="1"/>
          </p:cNvSpPr>
          <p:nvPr>
            <p:ph type="title"/>
          </p:nvPr>
        </p:nvSpPr>
        <p:spPr>
          <a:xfrm>
            <a:off x="82600" y="109545"/>
            <a:ext cx="4943475" cy="288290"/>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None/>
            </a:pPr>
            <a:r>
              <a:rPr lang="en-US">
                <a:solidFill>
                  <a:srgbClr val="FFFFFF"/>
                </a:solidFill>
              </a:rPr>
              <a:t>K</a:t>
            </a:r>
            <a:r>
              <a:rPr lang="en-US" cap="small">
                <a:solidFill>
                  <a:srgbClr val="FFFFFF"/>
                </a:solidFill>
              </a:rPr>
              <a:t>ey</a:t>
            </a:r>
            <a:r>
              <a:rPr lang="en-US">
                <a:solidFill>
                  <a:srgbClr val="FFFFFF"/>
                </a:solidFill>
              </a:rPr>
              <a:t> T</a:t>
            </a:r>
            <a:r>
              <a:rPr lang="en-US" cap="small">
                <a:solidFill>
                  <a:srgbClr val="FFFFFF"/>
                </a:solidFill>
              </a:rPr>
              <a:t>akeaways</a:t>
            </a:r>
            <a:endParaRPr/>
          </a:p>
        </p:txBody>
      </p:sp>
      <p:grpSp>
        <p:nvGrpSpPr>
          <p:cNvPr id="967" name="Google Shape;967;p50"/>
          <p:cNvGrpSpPr/>
          <p:nvPr/>
        </p:nvGrpSpPr>
        <p:grpSpPr>
          <a:xfrm>
            <a:off x="0" y="3109250"/>
            <a:ext cx="5760261" cy="92075"/>
            <a:chOff x="0" y="3109250"/>
            <a:chExt cx="5760261" cy="92075"/>
          </a:xfrm>
        </p:grpSpPr>
        <p:sp>
          <p:nvSpPr>
            <p:cNvPr id="968" name="Google Shape;968;p50"/>
            <p:cNvSpPr/>
            <p:nvPr/>
          </p:nvSpPr>
          <p:spPr>
            <a:xfrm>
              <a:off x="0"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969" name="Google Shape;969;p50"/>
            <p:cNvSpPr/>
            <p:nvPr/>
          </p:nvSpPr>
          <p:spPr>
            <a:xfrm>
              <a:off x="1923862" y="3109250"/>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970" name="Google Shape;970;p50"/>
            <p:cNvSpPr/>
            <p:nvPr/>
          </p:nvSpPr>
          <p:spPr>
            <a:xfrm>
              <a:off x="3836211"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971" name="Google Shape;971;p50"/>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972" name="Google Shape;972;p50"/>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Calibri"/>
                <a:ea typeface="Calibri"/>
                <a:cs typeface="Calibri"/>
                <a:sym typeface="Calibri"/>
                <a:hlinkClick r:id="rId3"/>
              </a:rPr>
              <a:t>D</a:t>
            </a:r>
            <a:r>
              <a:rPr lang="en-US" sz="600" u="sng" cap="small">
                <a:solidFill>
                  <a:schemeClr val="hlink"/>
                </a:solidFill>
                <a:latin typeface="Calibri"/>
                <a:ea typeface="Calibri"/>
                <a:cs typeface="Calibri"/>
                <a:sym typeface="Calibri"/>
                <a:hlinkClick r:id="rId3"/>
              </a:rPr>
              <a:t>eep</a:t>
            </a:r>
            <a:r>
              <a:rPr lang="en-US" sz="600" u="sng">
                <a:solidFill>
                  <a:schemeClr val="hlink"/>
                </a:solidFill>
                <a:latin typeface="Calibri"/>
                <a:ea typeface="Calibri"/>
                <a:cs typeface="Calibri"/>
                <a:sym typeface="Calibri"/>
                <a:hlinkClick r:id="rId3"/>
              </a:rPr>
              <a:t> L</a:t>
            </a:r>
            <a:r>
              <a:rPr lang="en-US" sz="600" u="sng" cap="small">
                <a:solidFill>
                  <a:schemeClr val="hlink"/>
                </a:solidFill>
                <a:latin typeface="Calibri"/>
                <a:ea typeface="Calibri"/>
                <a:cs typeface="Calibri"/>
                <a:sym typeface="Calibri"/>
                <a:hlinkClick r:id="rId3"/>
              </a:rPr>
              <a:t>earning</a:t>
            </a:r>
            <a:endParaRPr sz="600">
              <a:latin typeface="Calibri"/>
              <a:ea typeface="Calibri"/>
              <a:cs typeface="Calibri"/>
              <a:sym typeface="Calibri"/>
            </a:endParaRPr>
          </a:p>
        </p:txBody>
      </p:sp>
      <p:sp>
        <p:nvSpPr>
          <p:cNvPr id="973" name="Google Shape;973;p50"/>
          <p:cNvSpPr txBox="1">
            <a:spLocks noGrp="1"/>
          </p:cNvSpPr>
          <p:nvPr>
            <p:ph type="sldNum" idx="12"/>
          </p:nvPr>
        </p:nvSpPr>
        <p:spPr>
          <a:xfrm>
            <a:off x="4648848" y="3137672"/>
            <a:ext cx="318208" cy="1016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26</a:t>
            </a:fld>
            <a:r>
              <a:rPr lang="en-US"/>
              <a:t> / 46</a:t>
            </a:r>
            <a:endParaRPr/>
          </a:p>
        </p:txBody>
      </p:sp>
      <p:pic>
        <p:nvPicPr>
          <p:cNvPr id="974" name="Google Shape;974;p50"/>
          <p:cNvPicPr preferRelativeResize="0"/>
          <p:nvPr/>
        </p:nvPicPr>
        <p:blipFill>
          <a:blip r:embed="rId4">
            <a:alphaModFix/>
          </a:blip>
          <a:stretch>
            <a:fillRect/>
          </a:stretch>
        </p:blipFill>
        <p:spPr>
          <a:xfrm>
            <a:off x="152400" y="550235"/>
            <a:ext cx="5461002" cy="2285195"/>
          </a:xfrm>
          <a:prstGeom prst="rect">
            <a:avLst/>
          </a:prstGeom>
          <a:noFill/>
          <a:ln>
            <a:noFill/>
          </a:ln>
        </p:spPr>
      </p:pic>
    </p:spTree>
  </p:cSld>
  <p:clrMapOvr>
    <a:masterClrMapping/>
  </p:clrMapOvr>
  <p:transition>
    <p:fade thruBlk="1"/>
  </p:transition>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Shape 991"/>
        <p:cNvGrpSpPr/>
        <p:nvPr/>
      </p:nvGrpSpPr>
      <p:grpSpPr>
        <a:xfrm>
          <a:off x="0" y="0"/>
          <a:ext cx="0" cy="0"/>
          <a:chOff x="0" y="0"/>
          <a:chExt cx="0" cy="0"/>
        </a:xfrm>
      </p:grpSpPr>
      <p:pic>
        <p:nvPicPr>
          <p:cNvPr id="992" name="Google Shape;992;p52"/>
          <p:cNvPicPr preferRelativeResize="0"/>
          <p:nvPr/>
        </p:nvPicPr>
        <p:blipFill rotWithShape="1">
          <a:blip r:embed="rId3">
            <a:alphaModFix/>
          </a:blip>
          <a:srcRect/>
          <a:stretch/>
        </p:blipFill>
        <p:spPr>
          <a:xfrm>
            <a:off x="0" y="7"/>
            <a:ext cx="5759865" cy="3239902"/>
          </a:xfrm>
          <a:prstGeom prst="rect">
            <a:avLst/>
          </a:prstGeom>
          <a:noFill/>
          <a:ln>
            <a:noFill/>
          </a:ln>
        </p:spPr>
      </p:pic>
      <p:sp>
        <p:nvSpPr>
          <p:cNvPr id="993" name="Google Shape;993;p52"/>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994" name="Google Shape;994;p52"/>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Calibri"/>
                <a:ea typeface="Calibri"/>
                <a:cs typeface="Calibri"/>
                <a:sym typeface="Calibri"/>
                <a:hlinkClick r:id="rId4"/>
              </a:rPr>
              <a:t>D</a:t>
            </a:r>
            <a:r>
              <a:rPr lang="en-US" sz="600" u="sng" cap="small">
                <a:solidFill>
                  <a:schemeClr val="hlink"/>
                </a:solidFill>
                <a:latin typeface="Calibri"/>
                <a:ea typeface="Calibri"/>
                <a:cs typeface="Calibri"/>
                <a:sym typeface="Calibri"/>
                <a:hlinkClick r:id="rId4"/>
              </a:rPr>
              <a:t>eep</a:t>
            </a:r>
            <a:r>
              <a:rPr lang="en-US" sz="600" u="sng">
                <a:solidFill>
                  <a:schemeClr val="hlink"/>
                </a:solidFill>
                <a:latin typeface="Calibri"/>
                <a:ea typeface="Calibri"/>
                <a:cs typeface="Calibri"/>
                <a:sym typeface="Calibri"/>
                <a:hlinkClick r:id="rId4"/>
              </a:rPr>
              <a:t> L</a:t>
            </a:r>
            <a:r>
              <a:rPr lang="en-US" sz="600" u="sng" cap="small">
                <a:solidFill>
                  <a:schemeClr val="hlink"/>
                </a:solidFill>
                <a:latin typeface="Calibri"/>
                <a:ea typeface="Calibri"/>
                <a:cs typeface="Calibri"/>
                <a:sym typeface="Calibri"/>
                <a:hlinkClick r:id="rId4"/>
              </a:rPr>
              <a:t>earning</a:t>
            </a:r>
            <a:endParaRPr sz="600">
              <a:latin typeface="Calibri"/>
              <a:ea typeface="Calibri"/>
              <a:cs typeface="Calibri"/>
              <a:sym typeface="Calibri"/>
            </a:endParaRPr>
          </a:p>
        </p:txBody>
      </p:sp>
      <p:sp>
        <p:nvSpPr>
          <p:cNvPr id="995" name="Google Shape;995;p52"/>
          <p:cNvSpPr txBox="1">
            <a:spLocks noGrp="1"/>
          </p:cNvSpPr>
          <p:nvPr>
            <p:ph type="sldNum" idx="12"/>
          </p:nvPr>
        </p:nvSpPr>
        <p:spPr>
          <a:xfrm>
            <a:off x="4648848" y="3137672"/>
            <a:ext cx="318208" cy="1016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27</a:t>
            </a:fld>
            <a:r>
              <a:rPr lang="en-US"/>
              <a:t> / 46</a:t>
            </a:r>
            <a:endParaRPr/>
          </a:p>
        </p:txBody>
      </p:sp>
      <p:pic>
        <p:nvPicPr>
          <p:cNvPr id="996" name="Google Shape;996;p52"/>
          <p:cNvPicPr preferRelativeResize="0"/>
          <p:nvPr/>
        </p:nvPicPr>
        <p:blipFill>
          <a:blip r:embed="rId5">
            <a:alphaModFix/>
          </a:blip>
          <a:stretch>
            <a:fillRect/>
          </a:stretch>
        </p:blipFill>
        <p:spPr>
          <a:xfrm>
            <a:off x="0" y="39089"/>
            <a:ext cx="5765801" cy="3003960"/>
          </a:xfrm>
          <a:prstGeom prst="rect">
            <a:avLst/>
          </a:prstGeom>
          <a:noFill/>
          <a:ln>
            <a:noFill/>
          </a:ln>
        </p:spPr>
      </p:pic>
    </p:spTree>
  </p:cSld>
  <p:clrMapOvr>
    <a:masterClrMapping/>
  </p:clrMapOvr>
  <p:transition>
    <p:fade thruBlk="1"/>
  </p:transition>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87ba5c36-b7cf-4793-bbc2-bd5b3a9f95ca}" enabled="1" method="Privilege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otalTime>217</TotalTime>
  <Words>2204</Words>
  <Application>Microsoft Office PowerPoint</Application>
  <PresentationFormat>Custom</PresentationFormat>
  <Paragraphs>330</Paragraphs>
  <Slides>27</Slides>
  <Notes>23</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27</vt:i4>
      </vt:variant>
    </vt:vector>
  </HeadingPairs>
  <TitlesOfParts>
    <vt:vector size="37" baseType="lpstr">
      <vt:lpstr>Verdana</vt:lpstr>
      <vt:lpstr>Cambria Math</vt:lpstr>
      <vt:lpstr>Calibri</vt:lpstr>
      <vt:lpstr>Tahoma</vt:lpstr>
      <vt:lpstr>Segoe UI</vt:lpstr>
      <vt:lpstr>Cambria</vt:lpstr>
      <vt:lpstr>Georgia</vt:lpstr>
      <vt:lpstr>Arial</vt:lpstr>
      <vt:lpstr>Lucida Sans</vt:lpstr>
      <vt:lpstr>Office Theme</vt:lpstr>
      <vt:lpstr>PowerPoint Presentation</vt:lpstr>
      <vt:lpstr>PowerPoint Presentation</vt:lpstr>
      <vt:lpstr>Table of Contents</vt:lpstr>
      <vt:lpstr>Table of Contents</vt:lpstr>
      <vt:lpstr>Numerical Example: Setup</vt:lpstr>
      <vt:lpstr>Numerical Example: Initialization</vt:lpstr>
      <vt:lpstr>PowerPoint Presentation</vt:lpstr>
      <vt:lpstr>Numerical Example: Computing Gradient</vt:lpstr>
      <vt:lpstr>Numerical Example: Weight Update</vt:lpstr>
      <vt:lpstr>Numerical Example: New Loss</vt:lpstr>
      <vt:lpstr>Table of Contents</vt:lpstr>
      <vt:lpstr>Model Evaluation: Training vs Test Error</vt:lpstr>
      <vt:lpstr>Evaluation Metrics</vt:lpstr>
      <vt:lpstr>R2 Score (Coefficient of Determination)</vt:lpstr>
      <vt:lpstr>Table of Contents</vt:lpstr>
      <vt:lpstr>Perceptron Demo Python Code</vt:lpstr>
      <vt:lpstr>Table of Contents</vt:lpstr>
      <vt:lpstr>Tips for Implementation</vt:lpstr>
      <vt:lpstr>More Practical Tips</vt:lpstr>
      <vt:lpstr>PowerPoint Presentation</vt:lpstr>
      <vt:lpstr>PowerPoint Presentation</vt:lpstr>
      <vt:lpstr>PowerPoint Presentation</vt:lpstr>
      <vt:lpstr>Debugging Checklist</vt:lpstr>
      <vt:lpstr>Table of Contents</vt:lpstr>
      <vt:lpstr>Summary: Putting It All Together</vt:lpstr>
      <vt:lpstr>Key Takeaways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Aakash Goel (DSAI)</cp:lastModifiedBy>
  <cp:revision>21</cp:revision>
  <dcterms:modified xsi:type="dcterms:W3CDTF">2026-02-27T15:47:12Z</dcterms:modified>
</cp:coreProperties>
</file>