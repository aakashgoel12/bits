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Masters/slideMaster1.xml" ContentType="application/vnd.openxmlformats-officedocument.presentationml.slideMaster+xml"/>
  <Override PartName="/ppt/notesSlides/notesSlide24.xml" ContentType="application/vnd.openxmlformats-officedocument.presentationml.notes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2.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0.xml" ContentType="application/vnd.openxmlformats-officedocument.presentationml.notesSlide+xml"/>
  <Override PartName="/ppt/notesSlides/notesSlide23.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6.xml" ContentType="application/inkml+xml"/>
  <Override PartName="/ppt/ink/ink5.xml" ContentType="application/inkml+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302" r:id="rId31"/>
    <p:sldId id="285" r:id="rId32"/>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A1C12C4-A1A8-4A4A-8DC1-9A2683A6B42E}">
  <a:tblStyle styleId="{4A1C12C4-A1A8-4A4A-8DC1-9A2683A6B42E}"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2301" autoAdjust="0"/>
  </p:normalViewPr>
  <p:slideViewPr>
    <p:cSldViewPr snapToGrid="0">
      <p:cViewPr varScale="1">
        <p:scale>
          <a:sx n="93" d="100"/>
          <a:sy n="93" d="100"/>
        </p:scale>
        <p:origin x="1162" y="293"/>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customXml" Target="../customXml/item2.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customXml" Target="../customXml/item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40" Type="http://schemas.openxmlformats.org/officeDocument/2006/relationships/customXml" Target="../customXml/item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ink/ink1.xml><?xml version="1.0" encoding="utf-8"?>
<inkml:ink xmlns:inkml="http://www.w3.org/2003/InkML">
  <inkml:definitions>
    <inkml:context xml:id="ctx0">
      <inkml:inkSource xml:id="inkSrc0">
        <inkml:traceFormat>
          <inkml:channel name="X" type="integer" max="1920" units="cm"/>
          <inkml:channel name="Y" type="integer" max="1200" units="cm"/>
          <inkml:channel name="T" type="integer" max="2.14748E9" units="dev"/>
        </inkml:traceFormat>
        <inkml:channelProperties>
          <inkml:channelProperty channel="X" name="resolution" value="55.65217" units="1/cm"/>
          <inkml:channelProperty channel="Y" name="resolution" value="55.81395" units="1/cm"/>
          <inkml:channelProperty channel="T" name="resolution" value="1" units="1/dev"/>
        </inkml:channelProperties>
      </inkml:inkSource>
      <inkml:timestamp xml:id="ts0" timeString="2026-01-25T11:36:55.554"/>
    </inkml:context>
    <inkml:brush xml:id="br0">
      <inkml:brushProperty name="width" value="0.05292" units="cm"/>
      <inkml:brushProperty name="height" value="0.05292" units="cm"/>
      <inkml:brushProperty name="color" value="#FF0000"/>
    </inkml:brush>
    <inkml:context xml:id="ctx1">
      <inkml:inkSource xml:id="inkSrc1">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1" timeString="2026-01-25T11:37:10.224"/>
    </inkml:context>
  </inkml:definitions>
  <inkml:trace contextRef="#ctx0" brushRef="#br0">8572 6032 0,'0'186'203,"-52"396"-188,38-357 1,14 92 0,14-132 15,12 1-15,-13-147-16,0 107 15,-13-40 1,0 92-1,0-66 1,-13-13 0,0 27-1,0-80 1,0 40 0,13-27-1,-14 67 1,14-27-1,0-13 1,0-53 0,0 52-1,0 173 17,0-159-17,0-13 1,-13-66-16,13 66 15,0 0 1,-13-1 0,0 67-1,13-53 1,-27 14 0,27-27-1,-13-14 1,0 14-1,0 0 1,-1-67 0,-12 67-1,13 0 1,13 13 0,-14-26-1,14-27 1,0 66-1,0-52 1,0 78 0,-26-65-1,13 0 1,13-40 0,-14-1-1,14-38-15,0 12 16,0 1-1,0 12 1,0-12 0,0-1-1,0 1 17,0-14-17,0 0 48,0-26 62</inkml:trace>
  <inkml:trace contextRef="#ctx1" brushRef="#br0">12200 5507 0,'0'0'0,"0"0"0,0 0 0,0 0 16,0 5-16,-4 14 15,-3 24-15,-6 22 16,3 1-16,-3 7 15,-1-2-15,-4 5 16,-1-2-16,3-14 16,3-13-16,4-13 15,2-11 1,4-7-16,1-5 16,2-11-16,-1 13 15,1-13-15,18 11 16,9-14-16,21-18 15,16-18-15,3-15 16,-16 11-16,-18 11 16,-13 12-16,-9 8 15,-11 12 1,0 0-16,30 10 16,-9 37-16,4 20 15,-5 11-15,-6-7 16,1-10-16,-2-16 15,13-11-15,10-14 16,5-12-16,10-16 16,8-27-1,2-16-15,-4-14 16,-6-8-16,-8 0 16,-5-1-16,-8 8 15,-10 10-15,-5 12 16,-6 16-16,-4 7 15,-3 9-15,-2 12 16,2-12-16,-2 12 16,0 0-16,0 0 15,0 0 1,0 0-16</inkml:trace>
  <inkml:trace contextRef="#ctx1" brushRef="#br0" timeOffset="229.67">13372 6336 0,'0'0'0,"0"0"0,0 0 16,0 0-16,0 7 16,0 6-16,0 11 15,-4 19-15,-7 10 16,-5 6-16,-3 2 15,-3 0-15,1 0 16,1-3-16,1-4 16,3-7-16,4-10 15,6-9 1,3-13-16</inkml:trace>
  <inkml:trace contextRef="#ctx1" brushRef="#br0" timeOffset="529.88">13447 6066 0,'0'0'0,"0"0"0,2 5 16,10 15-16,20 34 15,15 27-15,13 6 16,12-7-16,-2-13 16,4-6-16,-5-10 15,-9-13 1,-1-4-16,-8-13 16,-7-9-16,-8-11 15</inkml:trace>
  <inkml:trace contextRef="#ctx1" brushRef="#br0" timeOffset="731.07">13858 5999 0,'0'0'0,"0"0"0,0 0 16,-3 5-16,-6 18 15,-18 34-15,-11 29 16,10-5 0,6 0-16,5 1 0,2 2 15,0 5-15,5-3 16,4-15 0</inkml:trace>
  <inkml:trace contextRef="#ctx1" brushRef="#br0" timeOffset="995.99">14383 6319 0,'0'0'0,"0"3"0,0-3 16,-3 41-16,-1 23 15,-3 23-15,2 7 16,-1 5-16,0-2 16,1-6-16,0-6 15,2-15-15,-1-12 16,3-15 0</inkml:trace>
  <inkml:trace contextRef="#ctx1" brushRef="#br0" timeOffset="1245.94">14676 6507 0,'0'0'0,"0"0"0,0 0 16,11-2-16,33-3 15,50-5-15,26-4 16,-5-5-16,7-3 16,-2-3-16,-1-1 15,-11 3-15,-21 4 16,-10 2-16,-23 5 16,-13 3-1</inkml:trace>
  <inkml:trace contextRef="#ctx1" brushRef="#br0" timeOffset="1495.88">15012 6050 0,'0'0'0,"0"0"15,0 0-15,1 10 16,2 27-16,5 39 15,9 18-15,7 3 16,4-4-16,6-3 16,2-1-16,0-11 15,5-5-15,-3-13 16,1-10-16</inkml:trace>
  <inkml:trace contextRef="#ctx1" brushRef="#br0" timeOffset="2046.7">16057 5911 0,'0'0'0,"0"0"0,0 0 0,0 0 0,0 10 15,0 18-15,4 25 16,6 10-16,5-4 16,3-15-16,5-9 15,8-10-15,7-14 16,3-11-16,7-20 16,1-19-1,0 10 1,-12 6-1,-4 21-15,-4 22 16,-5 8-16,4 9 16,2 16-16,-5-4 15,-5-8-15,-3-8 16,-3-12-16,9-11 16,4-13-1,7-15-15,6-15 16,-3-23-16,-5 1 15,-8-12-15,-3 2 16,-7 0-16,-9 1 16,-5 17-16,-1 10 15,-2 12-15,1 9 16,2 16-16,-2-15 16,2 15-1,0 0-15,0 0 16,0 0-16</inkml:trace>
  <inkml:trace contextRef="#ctx1" brushRef="#br0" timeOffset="2411.83">17034 6399 0,'0'0'0,"0"0"0,1 4 16,-1-4-16,15 13 16,-2 0-16,6 3 15,7-2 1,6-1-16,5 0 15,-2-5-15,0-1 16,-4 2-16,-3-3 16,-5 6-16,-3 13 15,-8 12-15,-7 5 16,-11 11-16,-8 4 16,-2-2-16,-1-2 15,1-1 1,2-6-16,3-6 15,1-11-15,6-8 16,4-3-16,11-1 16,12 1-16,16 0 15,19-2-15,5-8 16,5-6-16,0-7 16,-1-7-16,-5-2 15,-4-2 1,-6 1-16,-5-3 15,-8-14-15</inkml:trace>
  <inkml:trace contextRef="#ctx1" brushRef="#br0" timeOffset="2712.82">17672 6341 0,'0'0'0,"0"0"0,0 0 16,0 0-16,0 0 16,7 2-16,10 5 15,25 19-15,19 14 16,9 10 0,3 8-16,1 5 0,1 3 15,-4-3 1,4 4-1,-2-25 1,-10-18-16,-13-15 16,-23-13-16,-8-14 15</inkml:trace>
  <inkml:trace contextRef="#ctx1" brushRef="#br0" timeOffset="2946.73">18006 6251 0,'0'0'0,"0"0"0,0 0 0,-1 6 0,-6 15 16,-10 26-16,-6 15 16,0 5-16,0-2 15,0 0-15,3-1 16,3 26 15,8 13-31,4-11 16</inkml:trace>
  <inkml:trace contextRef="#ctx1" brushRef="#br0" timeOffset="3313.11">18549 6832 0,'5'0'0,"13"-4"0,8-2 15,37-7-15,3 4 16,-8 9-16,-4 8 16,-8 5-16,-8 3 15,-14 1-15,-10 9 16,-14 9-1,-11 7-15,-10 2 16,-8-2-16,0-7 16,2-5-16,7-10 15,8-7-15,12-13 16,-13 14-16,13-14 16,0 0-16,40 16 15,25-8-15,20-16 16,0-5-1,-2 1-15,-6-3 16,-2-2-16,8-7 16</inkml:trace>
  <inkml:trace contextRef="#ctx1" brushRef="#br0" timeOffset="3779.68">19316 6399 0,'0'0'0,"0"0"0,0 0 0,4 0 0,20 0 16,45 0-16,34 0 16,4 0-16,2 0 15,4 0-15,5 0 16,8 0-16,-2 0 16,-5 0-16,-13 0 15,-15-6-15,-7-5 16,-34 0-16</inkml:trace>
  <inkml:trace contextRef="#ctx1" brushRef="#br0" timeOffset="4028.92">19752 6143 0,'0'0'0,"0"0"0,0 0 0,0 0 16,2 6-16,11 22 15,7 35-15,2 27 16,-1 15-16,-1-2 16,2 3-16,-4-9 15,2-13-15</inkml:trace>
  <inkml:trace contextRef="#ctx1" brushRef="#br0" timeOffset="4262.3">21261 6490 0,'0'0'0,"9"0"0,-9 0 0,22 0 16,51 0-16,38 0 15,-8 0-15</inkml:trace>
  <inkml:trace contextRef="#ctx1" brushRef="#br0" timeOffset="4378.59">22667 6474 0,'9'0'0,"15"-2"16,19 0-16</inkml:trace>
  <inkml:trace contextRef="#ctx1" brushRef="#br0" timeOffset="4479.06">23544 6638 0,'0'0'0,"11"-2"0,-11 2 0,19-2 16,35 11-16</inkml:trace>
  <inkml:trace contextRef="#ctx1" brushRef="#br0" timeOffset="6432.8">11614 4921 0,'0'0'0,"0"0"0,0 0 0,0 0 16,0-2 0,0 2-16,0 0 15,0 0-15,0 0 16,0 0-16,0 0 16,0 0-16,0 0 15,0 0-15,0 0 16,0 0-16,-15 11 15,15-11-15,-9 19 16,-3 2 0,-7 16-16,-5 8 15,-2 2-15,2 1 16,1 4-16,1 5 16,0 4-16,1 2 15,0 1-15,1 5 16,2 1-16,2-2 15,1-1-15,3-3 16,-1 1 0,4 2-16,1-2 15,5-3-15,0 0 16,2-3-16,2 1 16,3-3-16,2-3 15,5-3-15,-2-4 16,-1-1-16,5 6 15,0 2-15,2 2 16,-1-1-16,-1-8 16,3 3-16,3 0 15,2 0 1,0-5-16,1 0 16,4 1-16,-3-7 15,1 1-15,-5-10 16,2 0-16,-2-2 15,-1 2-15,3-1 16,-2-2-16,-1-3 16,-2 0-1,0-3-15,-3 0 16,1-2-16,0-2 16,-1-4-16,-2-1 15,0-1-15,-11-11 16,16 15-16,-16-15 15,11 12-15</inkml:trace>
  <inkml:trace contextRef="#ctx1" brushRef="#br0" timeOffset="7764.6">23554 4898 0,'0'0'0,"0"0"0,0 0 15,0 0 1,0 0-16,4 3 0,-4-3 16,35 10-1,7 0-15,5 2 16,0-1-16,1 1 15,4 4-15,4 8 16,1 7-16,-1 4 16,4 7-16,-4 5 15,-4 1 1,-2 7-16,-9-3 16,-3 6-16,-2 0 15,-5-2-15,-1 3 16,-5 3-16,-1 3 15,-5-1-15,-4-2 16,-1 0-16,-3-5 16,-3 1-16,-2 1 15,-2-3 1,-4 5-16,-4-1 16,-2 1-16,-2 0 15,-1 2-15,-2 2 16,2-2-16,-1 1 15,2-3-15,-3 3 16,-1-1-16,-3 5 16,-2-3-16,0-2 15,-5 0 1,-1-7-16,-6 2 16,-3 1-16,-3-1 15,0-5-15,-2-3 16,2-10-16,4-3 15,0-4-15,0 0 16,0-3-16,8-5 16,2-4-16,6-6 15,15-15 1,-20 16-16,20-16 16,0 0-16,0 0 15,0 0-15,-18 10 16</inkml:trace>
  <inkml:trace contextRef="#ctx1" brushRef="#br0" timeOffset="31046.07">11196 7330 0,'0'0'0,"0"0"0,0 0 0,0 0 16,4-9-16,19-19 15,38-24-15,9 2 16,16 11 0,-5 16-1,-6 9-15,-3 9 16,-21 7-16,0 1 15,7 6-15,7-1 16,4 3-16,4-1 16,2 1-1,-4-2-15,-5 0 16,-3-1-16,-7-1 16,-5-1-16,-2 1 15,0 0-15,5-1 16,5 0-16,6-4 15,8-4-15,-5-4 16,1 1 0,-3 0-16,-4-1 15,-4 2-15,-6 1 16,-5 0-16,-2 0 16,-3 3-16,2-3 15,3 0-15,8 1 16,4-1-16,3 1 15,1 0-15,-2-2 16,1 2-16,0 0 16,-4-1-16,1 0 15,-9 1 1,-1-2-16,-1 2 16,6 0-16,8 2 15,4 0-15,9 0 16,7 0-16,2 0 15,4-2-15,-2-3 16,-5-2 0,-9 2-16,-11-2 15,-9 2-15,-5 0 16,-2 0-16,1 5 16,5 1-16,1 5 15,11 2-15,5-1 16,3 1-16,-4 0 15,-4-2-15,-4 0 16,-1-2-16,-7-1 16,-3-1-16,-10-1 15,-3 0 1,-4 1-16,1 0 16,6 5-16,4 8 15,8 3-15,0-1 16,5 1-16,-4-1 15,3-4-15,0-6 16,-9 0 0,0-5-16,-4 0 15,0 0-15,-5 1 16,1 0-16,-4 0 16,2-1-16,3 0 15,11 1-15,8 1 16,4 0-16,-1-4 15,-7-4-15,-7-3 16,-7 3-16,-7-1 16,-3 1-1,0 0-15,2 2 16,3 4-16,2 4 16,5 3-16,2 3 15,0-2-15,-3 2 16,1 0-16,-8-4 15,2-2-15,-3-4 16,-1-1-16,0 0 16,3 0-1,0 1-15,12 0 16,6-2-16,8 2 16,7-1-16,4 1 15,3-1-15,5-7 16,-3-8-16,-8 2 15,-9-1-15,-16 4 16,-5 1-16,-4 1 16,2 2-1,3 4-15,8 3 0,9 3 16,2 3 0,3-2-16,0 1 15,2-4-15,-4-2 16,-5-2-16,-2-1 15,-11-3-15,1-2 16,-3-1-16,0 0 16,6-1-16,2 2 15,5 1 1,6-1-16,0 1 16,-1 3-16,4 8 15,3-1-15,1 3 16,-4-1-16,-7-4 15,-7-1-15,-4-4 16,-3 1-16,4 0 16,5 2-16,10 7 15,-1-3-15,5 5 16,1-3 0,-1 2-16,0-2 15,-9-5-15,-5 1 16,-4 0-16,-2-6 15,-2 4-15,5-4 16,3-7-16,-2 4 16,1-4-16,2 14 15,1 16 1,12 0-16,-4 0 16,-1-4-16,1-18 15,-7-12-15,-2 6 16,-5 0-16,-1 2 15,2 1-15,0-2 16,7 2-16,12 14 16,7 9-16,-8-9 15,-5 4-15,-2-19 16,-1-4 0,-5 2-16,0 1 15,-9 2-15,-1 2 16,-5 1-16,6 3 15,11 17-15,0-3 16,8 6-16,-4-4 16,0-1-16,3-1 15,-6-9 1,3-1-16,-8 1 16,-4-5-16,-7 2 15,-5-1-15,-2 0 16,4 1-16,2-1 15,8 0-15,7 0 16,3 0-16,29 1 31,1-1-31,-4 1 16,-7-2-16,-32 1 16,-5 0-1,1 1-15,0 0 16,8 1-16,12-1 15,10 1-15</inkml:trace>
  <inkml:trace contextRef="#ctx1" brushRef="#br0" timeOffset="108512.87">10288 5541 0,'0'0'0,"7"0"0,-7 0 0,59 0 16,11-6-16,10-5 16,-5 0-16,-3-1 15,-11-1-15,-10 3 16,-13 3-16,-11 2 16,-9 0-16,-18 5 15</inkml:trace>
  <inkml:trace contextRef="#ctx1" brushRef="#br0" timeOffset="108929.81">10120 5571 0,'0'0'0,"0"10"16,0 6-16,0 26 15,2 25-15,1 18 16,3 12-16,4 15 16,1 7-16,0 0 15,2 4-15,-1 8 16,1-10-16,-3 5 16,-2-9-1,-6-3-15,-18 24 31,-13-17-31,-14-17 16,2-29-16,11-43 16,-4-16-16,-9-14 15,-10-8-15,-5-14 16,3-15-16,-2-15 16,2-4-16,5-6 15,15 13-15,8 4 16,11 6-1,3 5-15,3 3 16,10 0-16</inkml:trace>
  <inkml:trace contextRef="#ctx1" brushRef="#br0" timeOffset="109278.65">9658 6428 0,'0'0'0,"0"0"0,0 0 0,0 0 0,0-2 15,0 2-15,0 0 16,32 0-1,32 0-15,22 0 16,12 0-16,16 0 16,12 0-16,6 0 15,-1 0-15,-10 0 16,-14 0-16,-17 0 16,-15 1-16,-16 3 15,-13 1-15,-9 3 16,-6 2-1</inkml:trace>
  <inkml:trace contextRef="#ctx1" brushRef="#br0" timeOffset="121580.16">14726 5535 0,'0'0'0,"0"0"0,1 4 16,-1-4-16,6 28 15,2 1-15,-1 5 16,3 4-16,0-8 15,-1-4-15,0-10 16,-2-3-16,-7-13 16,30 10-16,25-25 15,56-30-15,40-31 16,2-8 0,3-4-16,-9 4 15,-18 12-15,-20 11 16,-21 12-16,-25 14 15,-19 11-15,-17 8 16,-11 6-16,-16 10 16,16-5-16,-16 5 15</inkml:trace>
  <inkml:trace contextRef="#ctx1" brushRef="#br0" timeOffset="121912.55">15030 5658 0,'0'0'0,"0"0"0,0 0 16,0 0-16,0 0 15,0 0-15,0 0 16,14 0-16,21-2 15,56-20-15,51-28 16,21-19-16,-1-4 16,-16 4-16,-19 5 15,-31 14 1,-25 12-16,-23 10 16,-18 10-16,-13 6 15,-17 12-15,0 0 16,17-9-16,-17 9 15</inkml:trace>
  <inkml:trace contextRef="#ctx1" brushRef="#br0" timeOffset="122080.76">15456 5526 0,'0'0'0,"0"0"16,6-2-16,45-7 16,91-25-16,53-37 15</inkml:trace>
  <inkml:trace contextRef="#ctx1" brushRef="#br0" timeOffset="122229.56">16613 5063 0,'0'0'0,"0"0"16,0 0-16,0 0 16,0 6-16,0-6 15,3 24-15</inkml:trace>
  <inkml:trace contextRef="#ctx1" brushRef="#br0" timeOffset="139878.47">17124 5503 0,'0'0'0,"0"0"0,0 0 15,0 0-15,5 1 16,-5-1-16,29 8 16,-3-2-16,4-4 15,3-2-15,3-7 16,9-15-16,10-15 16,14-28-16,6-14 15,4-17 1,-3-8-16,0-8 15,-2-5-15,-6 7 16,3-5-16,-6 9 16,-4 7-16,3 10 15,-8 15-15,0 5 16,-1 6-16,-1 7 16,2-3-16,-2 8 15,-7 8 1,-4 6-16,-5 8 15,0 7-15,-1 6 16,-2 8-16,-9 4 16,-8 2-16,3 6 15,-1 1-15,4 9 16,3 10-16,3 13 16,3 12-16,6 13 15,2 10 1,-3-6-16,5 12 15,-3-9-15,1 3 16,7 12-16,-6-10 16,6 10-16,-4-8 15,-3-4-15,0-1 16,2 1-16,-7-5 16,0-7-16,-2-7 15,2-6 1,2-7-16,0-9 15,-1-8-15,1-4 16,4-7-16,10-6 16,11-19-16,7-16 15,4-16-15,-3-10 16,6-15-16,-1-7 16,2-11-16,2-5 15,-4 0 1,9-14-16,-15 15 15,13-18-15,-7 7 16,0 1-16,-10 9 16,0 18-16,8-3 15,6 2-15,2-7 16,-9 13-16,-8 11 16,-4 6-16,-7 9 15,-8 10 1,-6 7-16,-6 8 15,1 5-15,-3 4 16,-3 3-16,-1 4 16,-1 3-16,1 1 15,-2 1-15,8-1 16,12-1-16,10-7 16,14-11-16,4-3 15,-9-5-15,7-6 16,-6-4-1,-2 0-15,4-2 16,-13 4-16,-7 3 16,-4-1-16,0-7 15,3-6-15,2-3 16,-5 0-16,-2-1 16,0-6-16,2-9 15,3-11-15,-4 4 16,-1-2-1,2-6-15,1-1 16,2-8-16,-1 5 16,-4 12-16,2 9 15,-7 10-15,-5 11 16,-5 11-16,-9 11 16,-4 6-1,-14 13-15,15-14 16,-15 14-16,0 0 15,0 0-15,0 0 16,0 0-16,0 0 16,0 0-16,0 0 15,7 29-15,-9 14 16,-3 9-16,-7 3 16,-2 3-16,-1-3 15,-1 0 1,2-6-16,4-9 15,0-7-15,3-10 16,1-5-16,1-5 16,1-3-16,4-10 15,-34 14-15,-47-2 16,-60-6-16,10-12 16,18-11-16,14-9 15,-30-13-15,-27-16 16,23 11-16,23 6 15,35 14 1,14 4-16,2-5 16,13 4-16,5 0 15,12 5-15,10 4 16,6 1-16,13 11 16,-18-14-16,18 14 15,0 0-15,0 0 16,0 0-16,0 0 15,-11 14 1,6 11-16,1 20 16,7 25-16,15 13 15,17 16-15,11 6 16,16 7-16,14-2 16,-2 2-16,8-1 15,-6-15-15,5 1 16,7-10-1,-6-6-15,2-3 16,-10-10-16,-3-4 16,0 1-16,-3-4 15,-9-5-15,-10-1 16,-8-2-16,-13 12 16,-11 2-16,-10 21 15</inkml:trace>
</inkml:ink>
</file>

<file path=ppt/ink/ink2.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1-25T11:39:51.119"/>
    </inkml:context>
    <inkml:brush xml:id="br0">
      <inkml:brushProperty name="width" value="0.05292" units="cm"/>
      <inkml:brushProperty name="height" value="0.05292" units="cm"/>
      <inkml:brushProperty name="color" value="#FF0000"/>
    </inkml:brush>
  </inkml:definitions>
  <inkml:trace contextRef="#ctx0" brushRef="#br0">20792 7174 0,'3'3'0,"-3"-3"0,4 14 0,1-3 16,3 7 0,-1 1-16,4 6 15,5 7-15,0-1 16,7 11-16,-7-18 15,-1-5-15,7-4 16,4-10-16,8 7 16,8-10-16,17-33 15,6 2-15,1-14 16,8-4-16,7-13 16,12-13-1,6-12-15,-6 10 16,2-5-16,-8 8 15,-7 6-15,-19 14 16,-8 10-16,-6 5 16,-6 7-16,1-1 15,-11 12-15,2 1 16,-1 1-16,-7 6 16,3-3-16</inkml:trace>
</inkml:ink>
</file>

<file path=ppt/ink/ink3.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1-25T11:40:16.619"/>
    </inkml:context>
    <inkml:brush xml:id="br0">
      <inkml:brushProperty name="width" value="0.05292" units="cm"/>
      <inkml:brushProperty name="height" value="0.05292" units="cm"/>
      <inkml:brushProperty name="color" value="#FF0000"/>
    </inkml:brush>
  </inkml:definitions>
  <inkml:trace contextRef="#ctx0" brushRef="#br0">17002 4428 0,'0'0'0,"0"0"0,0-4 0,0 4 16,-3-13-16,-4 0 16,1-2-16,-1 1 15,-2-3-15,-4-2 16,-3-5-16,-1 0 15,0 1 1,1 4-16,0 3 16,0 3-16,-2 3 15,-3 1-15,-6 1 16,-2 0-16,-2 2 16,-2 2-16,-1 4 15,-6 4-15,-3 1 16,-4 3-16,-4 3 15,-7 2-15,-2 9 16,-3 9 0,0 7-16,6-2 15,8-2-15,9-4 16,4-2-16,4-1 16,1-1-16,1-1 15,4 2-15,2 1 16,3 3-16,1 4 15,2 2-15,0 7 16,0 3 0,2-1-16,0-1 15,1-1-15,3 3 16,5-1-16,2 1 16,9-6-16,1-2 15,3-4-15,3-4 16,0 0-16,5 0 15,3 1-15,6-1 16,1-5 0,4 0-16,2-2 15,0-5-15,5-2 16,5-4-16,6-2 16,7-6-16,-1-1 15,1-4-15,2-3 16,3-1-16,3-5 15,-7 0-15,-1-3 16,0-3-16,-3 1 16,1-2-1,-2-1-15,1-3 16,0-2-16,-5 1 16,0-3-16,-1 0 15,1-4-15,0 0 16,-6-1-16,-5 0 15,-7-7-15,-4-5 16,-4 0-16,-4-2 16,-6 0-1,-2 0-15,-4-3 16,-2-5-16,-8-4 16,-9-3-16,-2 3 15,-3 3-15,-7 3 16,-6 5-16,-10-3 15,-1 7-15,-6-1 16,-3 8 0,-1 7-16,-2 6 15,1 8-15,6 3 16,7 4-16,8 4 16,7 7-16</inkml:trace>
  <inkml:trace contextRef="#ctx0" brushRef="#br0" timeOffset="4618.99">13607 3824 0,'0'0'0,"0"0"0,0 0 16,0 0-16,0 0 16,7 1-16,16 3 15,26 9 1,23 8-16,11 3 15,13 3-15,1 2 16,7 3-16,3 2 16,6 1-16,0-1 15,-2 1 1,-4-1-16,-7-3 16,-3-1-16,-2-2 15,-3-1-15,0 0 16,-13-3-16,1 0 15,-10-1-15,-9-3 16,-6-1-16,-5 0 16,0 3-16,2-1 15,-3-1-15,-5-2 16,-9-5-16,-1-4 16,2 0-1,0-4-15,5-5 16</inkml:trace>
  <inkml:trace contextRef="#ctx0" brushRef="#br0" timeOffset="5082.26">13871 4775 0,'0'0'0,"9"0"0,11 0 16,38 0-16,30 0 16,10 0-16,3 0 15,10 0-15,3 0 16,4 3-16,1 2 16,1 0-16,2 1 15,-6-1 1,-9 0-16,-3 0 15,-16-1-15,-10-2 16,-18-2-16,-15 0 16,-10 0-16,-10 0 15,-6 0-15,-2 0 16,-17 0-16</inkml:trace>
  <inkml:trace contextRef="#ctx0" brushRef="#br0" timeOffset="5466.02">13925 5316 0,'0'0'0,"0"0"0,0 0 16,0 0-16,0 0 16,5 0-16,-5 0 15,56 3-15,25 2 16,18-1-16,3-4 16,10-4-16,11-3 15,5-3 1,10 2-16,-12 0 15,-9 0-15,-13 3 16,-11 5-16,-13 4 16,-12 4-16,-16 1 15,-12 1-15,-5 2 16,-11 3-16,-5-2 16</inkml:trace>
  <inkml:trace contextRef="#ctx0" brushRef="#br0" timeOffset="6666.01">17527 4729 0,'0'0'0,"0"0"0,0 0 15,0 0-15,0 0 16,0 0-16,5 5 16,-5-5-16,50 32 15,26-4-15,23-6 16,20-4-16,11-9 16,-2-4-16,23-5 15,0-3-15,5-2 16,4-1-16,1 0 15,11-1 1,-21 4-16,-6-2 16,-22 1-16,-12 1 15,6 1-15,-18 0 16,-15 0-16,-17 1 16,-17 1-16,-15 0 15,-9 0-15,-8 0 16,-18 0-1,16 0-15,-16 0 16,0 0-16,0 0 16,0 0-16,0 0 15,0 0-15,0 0 16,-28-19-16,-26-8 16,-3-6-16,5 6 15,0 2-15,-1 3 16,1 0-16,3 2 15,10 3 1,6 5-16,9 2 16,6 1-16,18 9 15,-26-12-15,26 12 16,0 0-16,0 0 16,0 0-16,0 0 15,0 0-15,0 0 16,38 2-16,48 11 15,6 2 1,-5 4-16,-13 8 16,-16 0-16,-11-2 15,-14-7-15,-7-4 16,-6-1-16,-5 0 16,-6 4-16,-5 7 15,-6 7-15,-21 15 16,-49 23-16,-74 9 15</inkml:trace>
  <inkml:trace contextRef="#ctx0" brushRef="#br0" timeOffset="9953.65">13061 3674 0,'0'0'0,"0"0"0,0 0 0,0 0 16,1 3-16,-1-3 15,0 0-15,0 0 16,0 0-1,0 0 1,0 0-16,7 11 16,3 5-16,4 11 15,4 4 1,2 4-16,5 5 16,2 3-16,4 2 15,0 1-15,0-1 16,-3-3-16,-1-2 15,-3-4-15,-2-2 16,0-1-16,-3-4 16,1-2-16,-4-3 15,-5-5 1,-11-19-16</inkml:trace>
  <inkml:trace contextRef="#ctx0" brushRef="#br0" timeOffset="10268.9">13443 3785 0,'0'0'0,"0"0"0,0 0 15,0 0-15,0 0 16,0 0-16,0 0 15,0 0-15,0 0 16,0 0-16,-3 9 16,-6 12-16,-7 26 15,-9 20-15,0 1 16,-3 0 0,-6 0-16,-5 0 15,-4 0-15,0-8 16,5-7-16,4-12 15,3-11-15</inkml:trace>
  <inkml:trace contextRef="#ctx0" brushRef="#br0" timeOffset="42049.14">19372 4186 0,'0'0'0,"0"0"0,0 0 0,3 2 15,-3-2-15,15 24 16,-2-6-16,-1 1 15,3 2-15,-1 1 16,5 1-16,0-2 16,2-3-16,3-5 15,7-1-15,8-8 16,11-7-16,11-14 16,12-17-1,10-14-15,8-11 16,8-11-16,1-8 15,9-13-15,5-3 16,5-5-16,-3 4 16,-7 8-16,-7 17 15,-4 9-15,-15 12 16,-6 4-16,-11 10 16,-15 7-1,-8 7-15,-7 7 16,-2 3-16,-2 1 15,0 0-15</inkml:trace>
  <inkml:trace contextRef="#ctx0" brushRef="#br0" timeOffset="53048.39">6363 2233 0,'4'-2'15,"-4"2"-15,32-12 0,21-5 0,26-3 16,8 2-1,10 3-15,3 5 16,-4 4-16,3 5 16,0 5-16,0 4 15,10 2-15,6 1 16,-1 0-16,18 1 16,-4-2-16,11-2 15,0-5-15,8-4 16,-3-4-16,2 1 15,7 0 1,-7 1-16,7-1 16,-7 0-16,10 0 15,-2 5-15,2 3 16,1 2-16,-1-2 16,-2 3-16,1-1 15,-5 1-15,4 1 16,-2 0-16,1-1 15,2 1-15,-4-3 16,0-3 0,-6-3-16,-1-2 15,-1-3-15,-3-1 16,0 0-16,-4 1 16,-1-3-16,-8 1 15,0-1-15,-15 0 16,-4-1-16,0 1 15,-7 1 1,-3 1-16,3-1 16,-11 1-16,-2 0 15,-3 1-15,-8 0 16,-5 1-16,-8 1 16,-10 0-16,-13 2 15,-8-1-15,-5 2 16,-8 0-16,-20 1 15,26 0 1,-26 0-16,19 0 16,-19 0-16</inkml:trace>
  <inkml:trace contextRef="#ctx0" brushRef="#br0" timeOffset="68531.34">17127 10461 0,'0'0'0,"0"0"0,-2-6 0,-6-4 16,-11-13-16,-7-9 16,-11-3-16,-3 1 15,-6 2 1,-2 2-16,1 1 0,-1 3 15,0 0-15,-9-1 16,5 2-16,-1 2 16,8 2-1,-1 0-15,0 1 16,2 0-16,5 2 16,4 6-16,3 3 15,0 2-15,-1 6 16,-15 10-16,-17 14 15,-12 14-15,-2 13 16,0 12 0,0 7-16,-2 10 15,7-1-15,6-1 16,5 4-16,8-4 16,8 1-16,10-1 15,7-2-15,4 0 16,7-2-16,3 2 15,6 4-15,7 3 16,7 0 0,11-3-16,11 2 15,10 3-15,18-2 16,5-4-16,14-1 16,5-4-16,13-3 15,6-8-15,11-9 16,8-5-16,4-9 15,2-10-15,0-7 16,-5-10-16,-2-6 16,-2-7-1,-3-11-15,-6-6 16,7-10-16,-6-11 16,-1-6-16,-1-11 15,-19-6-15,-8-8 16,-8-3-16,-15-7 15,-11-3-15,-7-4 16,-12 2 0,-10-8-16,-12-1 15,-12-3-15,-11-8 16,-8 3-16,-14-1 16,-11 5-16,-10 5 15,-12 0-15,-6 5 16,-6 4-16,-1 7 15,-3 5-15,-3 4 16,3 6 0,1 5-16,4 7 15,1 9-15,3 5 16,3 10-16,5 7 16,2 5-16,0 12 15,-1 13-15,-12 22 16,5 6-16</inkml:trace>
  <inkml:trace contextRef="#ctx0" brushRef="#br0" timeOffset="69698.3">20313 9425 0,'-5'-5'0,"-14"-9"0,-14-6 16,-48-21-1,-9 1-15,-3 7 16,3 4-16,-7 2 16,4 5-16,8 7 15,-6 4-15,3 7 16,-3 8-16,-3 5 15,5 8-15,-3 8 16,0 7 0,1 8-16,2 8 15,10 7-15,2 14 16,10 3-16,1 14 16,10 3-16,4 4 15,11 4-15,8 1 16,8 6-16,12-2 15,10 8-15,12 1 16,12 3-16,10 2 16,8-2-1,11-6-15,10 0 16,17 1-16,6-2 16,14-2-16,14-8 15,9-6-15,14-16 16,0-5-16,8-10 15,11-7-15,11-4 16,4-12 0,2-11-16,-1-7 15,0-13-15,-10-10 16,0-7-16,-22-9 16,5-7-16,-17-7 15,-16-7-15,-1-15 16,-23-1-16,-8-9 15,-10-3-15,-12-4 16,-8-9 0,-10-13-16,-17-3 0,-13-11 15,-14 6 1,-11-11-16,-10-3 16,-9 1-16,-16 3 15,-9 0-15,-14 1 16,-9-1-16,-14-1 15,-5 7-15,-13 3 16,-4 5-16,-10 2 16,-11 12-16,2 6 15,-2 16-15,0 10 16,-4 1 0,5 15-16,6 7 15,8 11-15,8 11 16,8 7-16,-1 13 15,4 15-15,-6 18 16,-3 21-16,-10 13 16</inkml:trace>
  <inkml:trace contextRef="#ctx0" brushRef="#br0" timeOffset="71048.78">23826 9558 0,'0'0'0,"0"0"16,-10-6-16,-7-8 16,-10-8-16,-3-5 15,-1 1-15,0 1 16,4 1 0,4 6-16,7 3 15,4 5-15,12 10 16,-22-14-16,3 13 15,-19 6-15,-34 11 16,-20 17-16,-2 6 16,3 10-16,8 8 15,-1 6 1,2 6-16,6 5 16,1 4-16,4 5 15,8-5-15,3 7 16,10-2-16,0 2 15,4 1-15,6-3 16,3 1-16,6-1 16,7-6-16,6 2 15,6 1 1,10-7-16,2 3 16,6-4-16,8 0 15,11-5-15,7 6 16,6-4-16,7-2 15,5 0-15,3-5 16,6-3-16,6-3 16,3-2-16,7 2 15,1-5 1,5-8-16,4-7 16,-1-5-16,0-7 15,6-5-15,1-7 16,-1-5-16,0-8 15,-8-5-15,3-6 16,3-11-16,-4-4 16,6-9-16,-9-3 15,-13 1 1,-1-6-16,-8-5 16,6-13-16,-2-9 15,-9 2-15,-10 2 16,-5-1-16,-7-3 15,-5-2-15,-3-11 16,-11 4-16,-6-3 16,-7-4-16,-6 3 15,-4-10-15,-1 1 16,-5 0 0,-4 5-16,-7-2 15,-5-3-15,0 6 16,-3-7-16,0 5 15,-3 3-15,-6-1 16,-1 10-16,-9-1 16,-2 1-16,0 6 15,-3 0-15,1 8 16,-12 0-16,-1 7 16,-13 2-1,-7 7-15,3 13 16,-2 6-16,4 7 15,-2 3-15</inkml:trace>
  <inkml:trace contextRef="#ctx0" brushRef="#br0" timeOffset="81664.48">19571 11556 0,'0'0'0,"4"2"0,-4-2 15,15 13-15,-3-3 16,-12-10-16,20 16 16,-20-16-16,18 11 15,-18-11-15,23 12 16,-23-12-16,25 13 16,-25-13-16,26 9 15,-26-9-15,30 6 16,-13-5-1,4 3-15,2-2 16,1 0-16,-1 0 16,2 0-16,0-2 15,0 2-15,2-1 16,1 0-16,3 0 16,0-1-16,-3 0 15,-1 0-15,-4 0 16,1 0-16,-4-1 15,2 0 1,-5 0-16,-17 1 16,24-2-16,-24 2 15,19-4-15,-19 4 16,23-2-16,-23 2 16,28-2-16,-28 2 15,28-4-15,-28 4 16,26-5-16,-26 5 15,25-6 1,-10 3-16,4 1 16,3 0-16,-2-1 15,1 0-15,-1 1 16,-4-1-16,2 1 16,2-1-16,2 0 15,1 0-15,-1 1 16,-5 1-1,-17 1-15,27-3 16,-27 3-16,19-2 16,-19 2-16,27-2 15,-12 2-15,-15 0 16,24 0-16,-24 0 16,0 0-16,18 0 15,-18 0-15,0 0 16,0 0-16,17 0 15,-17 0 1,0 0-16,12 15 16</inkml:trace>
  <inkml:trace contextRef="#ctx0" brushRef="#br0" timeOffset="98897.91">17408 4391 0,'0'0'0,"0"0"0,0 0 0,0 0 15,-2 4 1,2-4-16,0 0 16,-4 12-16,1 7 15,-3 19-15,-2 17 16,2 10-16,0 3 16,0 3-16,0 0 15,0 6-15,-1 8 16,0 0-16,-5 8 15,-4-3 1,-1 1-16,-3 4 16,-2 7-16,-3 1 15,-1 3-15,1 1 16,0-1-16,-1 3 16,-1 5-16,2-5 15,1 8-15,6 3 16,1-3-16,3 4 15,2-4 1,5-3-16,2 4 16,2 3-16,4-4 15,4 6-15,-3-6 16,1-1-16,-1 2 16,-4 3-16,-1-4 15,-2 2-15,1-12 16,2-2-16,0-6 15,6-6-15,6-2 16,5-4 0,3-7-16,5-5 15,2 3-15,-1-8 16,-1-3-16,0-2 16,-2-6-16,1-2 15,-1-8-15,4-4 16,0-7-16,6-2 15,8-6 1,-3-9-16,3-7 16,-6-7-16,-5-1 15,-4-4-15,1-4 16,2-2-16,3-4 16,1-5-16,-1-11 15,-1-14-15,1-8 16,1-11-16,-4-3 15,-5 2 1,-8-6-16,-7-11 16,0-7-16,-4-5 15,0-5-15,-1-1 16,-2-10-16,-3 0 16,1-5-16,-1-2 15,-4-5-15,3-1 16,-3 0-16,-1-6 15,2 0-15,-3-2 16,2 2 0,0-2-16,1 3 15,4 0-15,2-2 16,4-4-16,7-1 16,1 1-16,3 2 15,1 8-15,-1 0 16,1-3-16,-2 9 15,0-3-15,-1 2 16,-4 5-16,-5 2 16,-2 2-1,-5 9-15,-4 0 16,-2 3-16,0 0 16,0 7-16,-2 2 15,-2 8-15,-2 4 16,-2 0-16,-1 8 15,-1 6-15,1 11 16,-2 5-16,2 3 16,-3 2-1,-2 5-15,6 6 16,1 3-16,2 6 16,1 1-16,4 3 15,9 11-15,-15-12 16,15 12-16,-21 4 15,7 9-15</inkml:trace>
  <inkml:trace contextRef="#ctx0" brushRef="#br0" timeOffset="106915.64">19768 2242 0,'0'0'0,"0"0"0,0 0 0,0 0 15,0 2-15,-1 11 16,1 13-16,1 17 16,6 7-1,2 1-15,0 4 16,0 7-16,2 1 16,-2-4-16,-1-6 15,-2-4-15,0-6 16,-1-4-16,-1-5 15,-1-12-15,-3-6 16</inkml:trace>
  <inkml:trace contextRef="#ctx0" brushRef="#br0" timeOffset="107465.88">19582 2111 0,'0'0'0,"0"0"15,0 0-15,15 0 16,28-5-16,40 4 15,13 11 1,0 2-16,5 7 0,1 4 16,-3 2-1,7 6-15,-11-1 16,-6 7-16,-13 5 16,-19-2-16,-12-3 15,-15-2-15,-6 6 16,-9 0-16,-8 5 15,-14 3-15,-17-3 16,-26 5-16,-14-5 16,-19-1-1,-10-9-15,6-11 16,-6-3-16,-2-8 16,1-5-16,1-5 15,5-3-15,4-4 16,14-1-16,10-1 15,14-1-15,16 0 16,11 2-16,19 4 16,0 0-16,-4-29 15</inkml:trace>
  <inkml:trace contextRef="#ctx0" brushRef="#br0" timeOffset="109584.81">21309 2785 0,'0'0'0,"0"0"15,0 0 1,0 0-16,0 0 16,0 0-16,0 0 15,-4 0-15,4 0 16,0 0-16,0 0 15,0 0-15,0 0 16,0 0-16,0 0 16,12-17-16,28-7 15,34-10-15,9 8 16,1 5 0,-5 3-16,-6 3 15,-10 0-15,-5 2 16,-9 1-16,-8-2 15,-11 2-15,-7-3 16,-8-2-16,-7-6 16,-8-2-16,-18-6 15,-16 1-15,-27 1 16,-11 2-16,-12 11 16,1 8-1,3 8-15,8 7 16,10 5-16,13 4 15,10 0-15,8 1 16,5 4-16,2 3 16,7 2-16,7 3 15,8 5-15,12 6 16,7 2 0,11 4-16,8-3 15,10 0-15,11-6 16,2-3-16,8-7 15,1-3-15,6-6 16,10-5-16,10-4 16,6-4-16,-6-6 15,-3-5-15,4-7 16,-8-4-16,0-2 16,-10-3-1,-13-4-15,-4-5 16,-9-6-16,-9-5 15,-9 3-15,-9 2 16,-8 0-16,-7 1 16,-11-4-16,-8-4 15,-12 1-15,-18 0 16,-12 3 0,-14 9-16,-10 14 15,-3 12-15,6 13 16,0 8-16,10 3 15,2 7-15,6 6 16,9 3-16,6 5 16,13 2-16,12 1 15,7 0-15,15 3 16,13 3 0,17-1-16,25-6 15,11-2-15,11-9 16,7-10-16,-2-8 15,7-9-15,2-3 16,0-6-16,0-5 16,-10-4-16,-10-5 15,-9-3-15,-13-3 16,-9-1 0,-6-5-16,-8 0 15,-5-6-15,-8 3 16,-7 6-16,-4 3 15,-6 7-15,-2 5 16,-1 1-16,0 12 16,-2-14-16,2 14 15,0 0-15,-21 4 16,5 18 0,0 13-16,0 17 15,5 8-15,4 8 16,5 3-16,1-3 15,1 3-15,1-9 16,-1 1-16,0-7 16,0-7-16,0-7 15,0-12-15,0-9 16,0-6 0,0-4-16,0-11 15,0 13-15,0-13 16,0 0-16,-9-13 15,-9-20-15,-5-20 16,4-10-16,4-10 16,-1-5-16,5 0 15,3-2-15,3 2 16,4 5 0,1 4-16,3 10 15,7 5-15,7 4 16,12 3-16,8 6 15,10 5-15,9 5 16,7 9-16,3 10 16,1 10-16,1 13 15,-5 6-15,-5 13 16,-9 5-16,-10 1 16,-7 9-1,-13-2-15,-8 5 16,-16 2-16,-18-1 15,-20 3-15,-20-1 16,-13-9-16,3-11 16,8-11-16,7-9 15,10-5-15,5-8 16,7-5-16</inkml:trace>
  <inkml:trace contextRef="#ctx0" brushRef="#br0" timeOffset="111264.04">19511 3583 0,'0'0'0,"0"0"0,0 0 0,0 0 0,0 0 15,0 0-15,0 0 16,0 0-16,0 0 16,0 0-16,8 1 15,13 0-15,20 6 16,11-3-1,7 0-15,3-2 16,4 0-16,5 0 16,9-1-16,2 0 15,3 0-15,6 1 16,-5-1-16,0 0 16,-5 1-16,-2-1 15,-3 0 1,-6 0-16,-2 3 15,1 3-15,1-1 16,5 1-16,-3 0 16,-7-2-16,4-1 15,0-1-15,-3-1 16,-1-2-16,-4-5 16,5 1-16,-1-1 15,-4-1 1,0 1-16,-5 1 15,-2-2-15,0-1 16,-3 1-16,2-1 16,-3 0-16,-1 2 15,-2-1-15,1 1 16,0 0-16,1 0 16,0 0-16,0 2 15,0-1-15,-4 0 16,-1-1-1,3 2-15,1 1 16,0-1-16,-3 3 16,-7-2-16,-1 2 15,-2 0-15,0 2 16,4 0-16,1 1 16,1 0-1,0 2-15,-8-3 16,-1 1-16,-3 0 15,2-1-15,-1 2 16,2 0-16,2 0 16,0 0-16,0 0 15,-1-1-15,1-3 16,1 0-16,1 0 16,0 0-16,4 0 15,-1 0-15,4 0 16,-3 0-1,-1-2-15,1 1 16,-2-1-16,0 0 16,0 2-16,-3-1 15,-1 0-15,-3-1 16,-6 1-16,-1-1 16,-4 1-16,-1 0 15,-4 0 1,-15 1-16,24-3 0,-24 3 15,16 0 1,-16 0-16,0 0 16,15-2-16,-15 2 15,0 0-15,7-17 16,-10 2-16,-6-7 16,-8-3-16,-5-4 15,-6-1-15,3 4 16,0 3-16,3 4 15,0 3 1,1-1-16,0 2 16,3 1-16,3 2 15,15 12-15,-21-14 16,21 14-16,0 0 16,0 0-16,0 0 15,-15-10 1,15 10-16,0 0 15,8 22-15,3-1 16,6 7-16,13 4 16,9 1-16,4-1 15,-2-2-15,-2-8 16,-1-3-16,0-2 16,-3-1-16,-5-4 15,-7-1-15,-5-3 16,-18-8-16,25 21 15,-18-9 1,-3 4-16,-4 2 16,-8 4-16,-13 7 15,-13 7-15,-13 4 16,-3-6-16,0-5 16,1-3-16,0-4 15,3-1-15</inkml:trace>
  <inkml:trace contextRef="#ctx0" brushRef="#br0" timeOffset="112198.94">20045 3413 0,'0'0'0,"0"0"15,0 0-15,0 0 16,0 0-16,-3-3 16,3 3-16,0 0 15,0 0-15,0 0 16,0 0-1,-29-13-15,3 7 16,-10 6-16,-9 6 16,-9 7-16,-7 0 15,0 4-15,-1 1 16,7 1-16,3 1 16,5 1-16,1 0 15,3 3-15,6-3 16,7-4-1,8-3-15,6-6 16,16-8-16,-17 12 16,17-12-16,0 0 15,0 0-15,-15 12 16,15-12-16,0 0 16,0 0-16,0 0 15,-3 11-15,3-11 16,13 24-1,16 10-15,12 9 16,13 2-16,6-1 16,4-2-16,5-1 15,-1 0-15,-4-8 16,-4 0-16,-3-2 16,-6-4-16,-6-2 15,-9-5-15,-7-5 16,-7-3-16,-5-2 15,-17-10 1,22 17-16,-22-17 16,0 0-16,13 10 15,-13-10-15</inkml:trace>
  <inkml:trace contextRef="#ctx0" brushRef="#br0" timeOffset="116398.37">18474 3969 0,'0'0'0,"0"0"0,0 0 0,0 0 16,0 4-16,0-4 15,0 23-15,0 10 16,0 3-16,0 5 16,0-1-16,-2-2 15,0-3-15,-3 2 16,1-8 0,-1-3-16,0-1 15,0-5-15,2-3 16,0-3-16,0-3 15,3-11-15,-3 16 16,3-16-16,6 20 16,4-9-16,7 3 15,6-3-15,8 0 16,8-4 0,10-2-16,5-4 15,1-4-15,-4-5 16,-12 0-16,-10-5 15,6-5-15</inkml:trace>
  <inkml:trace contextRef="#ctx0" brushRef="#br0" timeOffset="116698.29">19004 4189 0,'0'0'0,"0"0"0,0 0 0,0 0 0,0 0 16,0 8-16,0 11 15,0 16-15,0 12 16,0 9-16,0 7 16,0 6-1,0-4-15,0 4 16,0-5-16,0-4 15,0-2-15,0-8 16,2 1-16,1-4 16,4 1-16,4-2 15,11-5-15</inkml:trace>
  <inkml:trace contextRef="#ctx0" brushRef="#br0" timeOffset="117232.74">20154 4453 0,'0'0'0,"0"0"0,0 0 0,2 9 15,3 19-15,5 18 16,-3 12-16,-6 6 16,-5-6-1,-3-3-15,-1-1 16,-1 2-16,1 1 15,1-7-15,1-7 16,-1-6-16,2-7 16,2-2-16,-1-5 15,2-4-15,-1-5 16,2-2-16,3-1 16,9 0-16,16 0 15,20-7 1,13-5-16,3-9 15,1-3-15,-5 1 16,-1 1-16,-7 2 16,-11 0-16,-7 3 15,-9 2-15,-6 2 16,-18 2 0</inkml:trace>
  <inkml:trace contextRef="#ctx0" brushRef="#br0" timeOffset="117615.06">20778 5138 0,'0'0'0,"0"0"0,0 0 16,0 0-16,0 0 16,4 3-16,-4-3 15,20 13 1,5 4-16,4 2 15,-2 0-15,0 0 16,1 1-16,-2 5 16,-9 8-16,-5 4 15,-9 0-15,-10 2 16,-9 4-16,-6 2 16,-2-4-1,4-9-15,5-11 16,4-7-16,5-3 15,6-11-15,-8 10 16,8-10-16,0 0 16,19 7-16,18-3 15,15-8-15,3-1 16,3-7-16,-1-9 16,4-4-1,4-5-15</inkml:trace>
  <inkml:trace contextRef="#ctx0" brushRef="#br0" timeOffset="118097.56">21907 4818 0,'0'0'0,"0"0"0,0 0 15,0 0-15,0 2 16,0 11-16,0 23 16,-1 20-16,-5 10 15,-5 3 1,-7-3-16,-6 2 15,-4-3-15,-2-3 16,3-10-16,1-2 16,4-11-16,3-3 15,2-3-15,6-5 16,5-2-16,4-3 16,4-3-16,1-3 15,8-3 1,11-2-16,17-3 15,13-3-15,6-8 16,-7-5-16,-6 0 16,-9-1-16,0-1 15,1-1-15,-1 1 16</inkml:trace>
  <inkml:trace contextRef="#ctx0" brushRef="#br0" timeOffset="118715.48">22298 5581 0,'0'0'0,"0"0"0,0 0 16,0 0-16,0 0 16,0 0-16,0 0 15,4-1 1,-4 1-16,41-10 15,1 2-15,0 5 16,2 3-16,-3 5 16,-6 4-16,-6 3 15,-7 2-15,-7 2 16,-6 5-16,-10 6 16,-13 9-16,-13 9 15,-17 0-15,-7-6 16,3-4-1,6-12-15,11-6 16,11-6-16,20-11 16,-25 12-16,25-12 15,0 0-15,0 0 16,0 0-16,0 0 16,0 0-16,0 0 15,37 14 1,-1-9-16,-2 1 15,0 0-15,-3 1 16,-6 5-16,-2 4 16,-8 1-16,-8 5 15,-6 7-15,-7 4 16,-17-3-16,-8 0 16,-14 3-16,-18-4 15,-6-5 1,-6-6-16,3-9 15,7-9-15,6-5 16,4-3-16,11-5 16,7 2-16,2-3 15,9-2-15,2-6 16,9-8-16,11-16 16</inkml:trace>
  <inkml:trace contextRef="#ctx0" brushRef="#br0" timeOffset="128680.78">18981 4782 0,'0'0'0,"0"0"0,0 0 16,0 0-16,-3-3 15,3 3 1,-19-17-16,-3 1 16,-17-3-16,-17 5 15,-17 7-15,-15 13 16,0 6-16,11 4 16,19 0-16,18-4 15,10-2-15,7-1 16,6-2-16,-3 3 15,1 2 1,-3 2-16,1 1 16,2 1-16,0 3 15,3 2-15,0 4 16,2 5-16,1 6 16,1 7-16,0 11 15,1 6-15,-1 4 16,0 8-16,-1-5 15,4 10 1,-1-3-16,2 6 16,-1-1-16,0 3 15,2 7-15,-2-1 16,1 0-16,0-6 16,1 0-16,-1 0 15,3-2-15,1-3 16,-1 5-16,3 0 15,0-1 1,2-6-16,2-1 16,0 4-16,1 0 15,3-5-15,0-2 16,4 4-16,-4-2 16,2-3-16,-2-2 15,-1-1-15,2 3 16,-3 0-16,2-4 15,-1-4 1,-2-2-16,1 4 16,-3-1-16,-2-3 15,-3-1-15,-1-4 16,-2-3-16,1 4 16,-3 0-16,2-3 15,0-5-15,1-6 16,0 0-16,-1 0 15,2 7 1,-2 2-16,0 1 16,1-4-16,0-1 15,4 1-15,0 4 16,0 4-16,2 1 16,3 1-16,0-6 15,2-4-15,1 1 16,2 3-16,3 1 15,0-1-15,0-2 16,1-4 0,3 1-16,3 1 15,0-7-15,1-3 16,-1-3-16,4 1 16,1 0-16,0-3 15,-1-7-15,1-4 16,6-7-16,5-2 15,4-6 1,4-7-16,4-10 16,8-9-16,7-11 15,-7-8-15,-5-5 16,-1-3-16,-2-4 16,-2-2-16,-2-2 15,-2-8-15,-2-6 16,0-2-16,-2-7 15,0-1 1,-4-2-16,-7 0 16,-2-2-16,-3-4 15,2-6-15,-4 4 16,0 1-16,-4 3 16,-5-2-16,-3 0 15,-4 4-15,0-2 16,-4 2-16,1-4 15,-2 4 1,-1-4-16,0 4 16,-2-2-16,-1-2 15,-1-2-15,-2 2 16,2 5-16,-1 0 16,2-3-16,-4-3 15,0-1-15,-1 0 16,1 1-16,0 6 15,0 0-15,1-1 16,-1 1-16,-1-2 16,0 5-1,-2-6-15,1 4 16,-1 2-16,-2 5 16,2 2-16,-2 2 15,1 0-15,1 0 16,1 7-16,3-1 15,-1 1-15,2-3 16,0 2 0,1 7-16,1 3 15,2 4-15,-2-2 16,-3 7-16,-2 3 16,-1 4-16,0 4 15,0 3-15,-2 1 16,-1 7-16,2 2 15,1 5-15,-1 5 16</inkml:trace>
  <inkml:trace contextRef="#ctx0" brushRef="#br0" timeOffset="-108884.8">16203 1158 0,'0'0'0,"0"0"0,0 0 0,0 0 0,0 0 16,5 5 0,7 8-16,16 18 15,13 13-15,6 10 16,10-1-16,1 2 15,9 0-15,-2-5 16,2 0-16,-6-4 16,-6-4-16,-2-4 15,-7 1-15,-7-3 16,-6-7-16,-7-3 16</inkml:trace>
  <inkml:trace contextRef="#ctx0" brushRef="#br0" timeOffset="-108551.52">16864 1200 0,'0'0'0,"0"0"15,0 0-15,0 0 16,0 0-16,0 0 16,-2 3-16,2-3 15,-11 18-15,-8 13 16,-10 23-16,-5 8 16,3 2-1,2 1-15,-1-1 16,1-1-16,1-2 15,0-4-15,2-5 16,-1-7-16,0-4 16,1-8-16,5-12 15</inkml:trace>
  <inkml:trace contextRef="#ctx0" brushRef="#br0" timeOffset="-107801.81">17072 1522 0,'0'0'0,"0"0"0,0 0 0,0 0 15,0 0-15,0 0 16,0 0-16,3 0 16,-3 0-16,42 5 15,19 3-15,12 1 16,1-1-16,0-3 16,2-3-16,-1 0 15,-6-2 1,-9 0-16,-2 0 15,-9 0-15,-9 0 16,-12-2-16,-11 1 16,-17 1-16,18 0 15,-18 0-15,0 0 16,0 0-16,0 0 16,0 0-16,0 0 15,0 0 1,0 0-16,-5-12 15,-21-5-15,-10-3 16,5 5-16,5 3 16,4 1-16,-1 2 15,1 1-15,3 0 16,19 8-16,-25-9 16,25 9-16,0 0 15,0 0 1,-17-7-16,17 7 15,0 0-15,0 0 16,0 0-16,0 0 16,0 0-16,32 18 15,0 0-15,4 2 16,-2 0-16,-6-2 16,-7-2-16,-7-1 15,-1-2 1,-6 2-16,0 0 15,-3 1-15,-4-1 16,-6 2-16,-5 4 16,-10 0-16,-7-7 15</inkml:trace>
  <inkml:trace contextRef="#ctx0" brushRef="#br0" timeOffset="-106850.64">18083 1197 0,'0'0'0,"0"0"15,0 0-15,2 2 16,4 8-1,6 12-15,5 9 16,3 1-16,5 8 16,4 0-16,3-1 15,-2-5-15,-1-6 16,-1 0-16,-1-4 16,-2-3-16,-5-5 15,-4-5 1,0-2-16,2-4 15,5-6-15,4-6 16,2-6-16,-1-6 16,-3-1-16,1-7 15,-1-6-15,-4-4 16,-3 1-16,-7 1 16,-2-2-16,-4 3 15,-3 6-15,-1 6 16,0 5-1,1 6-15,-2 11 16,0-14-16,0 14 16,0 0-16,0 0 15,0 0-15,0 0 16,-10 10-16,-2 25 16,-2 15-16,-2 3 15,0 0 1,1 0-16,-1 1 15,-5-7-15,0-6 16,0-9-16,3-5 16,4-9-16,3-5 15,11-13-15,-14 15 16,14-15-16,0 0 16,0 0-16,0 0 15,0 0-15,-15 9 16,15-9-1,0 0-15,0 0 16,0 0-16,0 0 16,-4 11-16,0 12 15,-4 27-15,-1 21 16,2-4-16,1 2 16,1 0-16,2 2 15,0-6 1,1-5-16,-1-6 0,1 0 15,0-7 1,1-6-16,-1-9 16,1-6-16,1-7 15,0-5-15,0-2 16,0-12-16,0 13 16,0-13-16,0 0 15,1 14 1,-1-14-16,4 11 15</inkml:trace>
</inkml:ink>
</file>

<file path=ppt/ink/ink4.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1-25T11:43:07.199"/>
    </inkml:context>
    <inkml:brush xml:id="br0">
      <inkml:brushProperty name="width" value="0.05292" units="cm"/>
      <inkml:brushProperty name="height" value="0.05292" units="cm"/>
      <inkml:brushProperty name="color" value="#FF0000"/>
    </inkml:brush>
  </inkml:definitions>
  <inkml:trace contextRef="#ctx0" brushRef="#br0">17114 4419 0,'0'0'0,"0"0"0,3 5 0,0 5 16,6 16-16,5 15 15,1 4-15,2 2 16,-2-2-16,5 1 16,1-7-16,7-3 15,5-10-15,11-11 16,26-13-16,30-26 16,37-38-1,23-22-15,17-37 16,19-8-16,3-2 15,1-1-15,-32 20 16,-11 17-16,-30 33 16,-24 21-16,-24 20 15,-22 14-15,-20 14 16</inkml:trace>
  <inkml:trace contextRef="#ctx0" brushRef="#br0" timeOffset="1133.6">16134 3401 0,'0'0'0,"0"0"16,0 0-16,0 0 16,2 4-16,-2-4 15,0 0-15,4 20 16,0-2 0,3 9-16,0 2 15,4 8-15,3-3 0,2 2 16,-1-6-1,-1-3-15,0-4 16,3-3-16,1-3 16,8-1-16,5-4 15,11-6-15,26-24 16,36-30-16,33-31 16,26-30-16,9-13 15,10-8-15,8-6 16,-7 7-1,-13 8-15,-18 22 16,-10 16-16,-23 17 16,3 5-16,-17 16 15,-7 10-15,-14 9 16,-25 14-16</inkml:trace>
  <inkml:trace contextRef="#ctx0" brushRef="#br0" timeOffset="4366.22">14003 5526 0,'0'0'0,"0"0"0,0 0 16,0 0-16,4 5 16,0 8-16,7 13 15,3 9-15,2 3 16,-1 3-16,-1-5 15,1 0-15,-1 0 16,2 2-16,1-2 16,-1-3-1,2-6-15,-1-4 16,1-4-16,7-1 16,12-4-16,20-12 15,35-28-15,28-27 16,16-28-16,12-17 15,1-3-15,-4-3 16,-8 9-16,-14 9 16,-18 13-16,-12 6 15,-17 15 1,-18 14-16,-9 11 16,-16 10-16,-8 7 15,-8 4-15,-17 6 16,18-7-16,-18 7 15,0 0-15,0 0 16,16-6-16,-16 6 16,15-2-16,5 3 15,6-1 1</inkml:trace>
  <inkml:trace contextRef="#ctx0" brushRef="#br0" timeOffset="11315.86">7801 7429 0,'0'0'0,"0"0"0,0 0 15,0 0-15,0 0 16,0 0-16,0 0 16,12 2-16,21 5 15,24 2-15,16-2 16,10-5 0,4-2-16,0-2 0,2 0 15,-4 1 1,-3-1-16,5 4 15,0 2-15,1 3 16,4 2-16,0-1 16,0 0-16,-1 0 15,5 0-15,-3 0 16,-8-3 0,4 5-16,-7-1 0,-1 2 15,6 2 1,-4 0-16,4 0 15,4 3-15,-2-2 16,3 1-16,-1 1 16,-1-4-16,-1-2 15,-4-3-15,1 1 16,0-4-16,-1 0 16,3-1-16,-6 1 15,2-2 1,-1-1-16,-2-2 15,2-1-15,0 0 16,-4 0-16,-2-2 16,0 0-16,-3-1 15,1-2-15,0 0 16,-3 0-16,-2 0 16,-3 0-16,0-1 15,1-1-15,4-1 16,-1 1-1,0-2-15,1 0 16,0-1-16,6-1 16,-2 0-16,-1 0 15,4 0-15,-1 1 16,2-2-16,1 1 16,2 2-16,1 1 15,3 2-15,4 0 16,-6 2-1,0-1-15,-5 2 16,2 1-16,0 1 16,2 1-16,4-1 15,-2 0-15,-1 1 16,1-1-16,-2 1 16,-4 0-16,-2-1 15,-2 1 1,-2 2-16,3-2 15,-2 2-15,0 0 16,-2 2-16,-1 0 16,-4 1-16,-5 0 15,-2 2-15,-1-1 16,2 1-16,2 2 16,-3-1-16,-6 0 15,3-1 1,4 0-16,0 0 15,0 0-15,-7-1 16,7 1-16,7-2 16,-3-2-16,2-1 15,-5-4-15,3-1 16,6-3-16,-5 1 16,0-2-16,1 2 15,6-1 1,-2 0-16,4 1 15,-4 1-15,0-1 16,1 1-16,-3 0 16,-1 1-16,0 0 15,-1 1-15,-1 4 16,-1 2-16,-2 0 16,1 1-16,-3 4 15,1 1 1,-2-2-16,2 2 0,2-1 15,0 2 1,-8-3-16,0 1 16,3-1-16,4 1 15,1-3-15,-2-2 16,-1-2-16,6-2 16,2-4-16,1 1 15,-8 0 1,4-2-16,-5 1 15,0-1-15,-3 1 16,0-1-16,1-3 16,2 1-16,-4 0 15,-4 1-15,0 0 16,-8 2-16,-4 1 16,-10 0-16,-7 2 15,-2-1-15,-5 2 16,-18 2-16,24-3 15,-24 3 1,0 0-16,19-1 16,-19 1-16,0 0 15,0 0-15,0 0 16,0 0-16,0 0 16,0 0-16,0 0 15,0 0 1,0 0-16,0 0 15,0 0-15,0 0 16,0 0-16,0 0 16,0 0-16,0 0 15,0 0-15,0 0 16,0 0-16,0 0 16,0 0-16,0 0 15,0 0-15,0 0 16,0 0-16,0 0 15,0 0 1,0 0-16,0 0 16,0 0-16,0 0 15,0 0-15,0 0 16,0 0-16,0 0 16,0 0-16,0 0 15,0 0-15,0 0 16,0 0-1,0 0-15,0 0 16,0 0-16,0 0 16,0 0-16,0 0 15,0 0-15,0 0 16,0 0-16,0 0 16,0 0-16,0 0 15,0 0-15,0 0 16,0 0-16,0 0 15,0 0 1,0 0-16,0 0 16,0 0-16,0 0 15,0 0-15,0 0 16,0 0-16,0 0 16,0 0-16,0 0 15,0 0-15,0 0 16,0 0-1,0 0-15,0 0 16,0 0-16,0 0 16,0 0-16,0 0 15,0 0-15,0 0 16,0 0-16,0 0 16,0 0-16,0 0 15,0 0-15,0 0 16,0 0-16,0 0 15,0 0-15,0 0 16,0 0 0,0 0-16,0 0 15,0 0-15,0 0 16,0 0-16,0 0 16,0 0-16,0 0 15,0 0-15,0 0 16,0 0-16,0 0 15,0 0-15,0 0 16,0 0 0,0 0-16,0 0 15,0 0-15,0 0 16,0 0-16,0 0 16,0 0-16,0 0 15,0 0-15,0 0 16,0 0-16,0 0 15,0 0-15,-16 1 16,16-1 0,0 0-16,0 0 15,0 0-15,0 0 16,-18 9-16,18-9 16,0 0-16,0 0 15,0 0-15,-18 6 16,18-6-16,0 0 15,0 0 1,0 0-16,0 0 16,0 0-16,-16 2 15,16-2-15,0 0 16,0 0-16,0 0 16,0 0-16,0 0 15,0 0-15,0 0 16,0 0-16,0 0 15,-14 10 1,14-10-16,0 0 16,0 0-16,0 0 15,0 0-15,-7 10 16,7-10-16,0 0 16,0 0-16,0 0 15,0 0-15,0 0 16,0 0-16,-8 11 15,8-11-15,0 0 16,0 0-16,0 0 16,0 0-1,0 0-15,0 0 16,0 0-16,0 0 16,0 0-16,0 0 15,0 0-15,0 0 16,0 0-16,0 0 15,0 0-15,0 0 16,0 0-16,0 0 16,0 0-1,0 0-15,0 0 16,0 0-16,0 0 16,0 0-16,0 0 15,0 0-15,0 0 16,0 0-16,0 0 15,0 0-15,0 0 16,0 0-16,0 0 16,0 0-1,0 0-15,0 0 16,0 0-16,0 0 16,0 0-16,0 0 15,0 0-15,0 0 16,0 0-16,0 0 15,0 0-15,0 0 16,0 0 0,0 0-16,0 0 15,0 0-15,0 0 16,0 0-16,0 0 16,0 0-16,0 0 15,0 0-15,0 0 16,0 0-16,0 0 15,0 0-15,0 0 16,0 0-16,0 0 16,0 0-1,0 0-15,0 0 16,0 0-16,0 0 16,0 0-16,22-13 15,-22 13-15,16-8 16,-16 8-16,0 0 15,17-10-15,-17 10 16,0 0-16,0 0 16,16-10-16,-16 10 15,0 0 1,0 0-16,17-8 16,-17 8-16,0 0 15,17-9-15,-17 9 16,29-20-16,-2 1 15,2-2-15,-8 5 16,-7 7-16,-14 9 16,15-12-1,-15 12-15,0 0 16,0 0-16,10-10 16,-10 10-16,0 0 15,0 0-15,0 0 16,0 0-16,0 0 15,0 0-15,0 0 16,0 0-16,0 0 16,0 0-16,0 0 15,0 0 1,0 0-16,0 0 16,0 0-16,-10 12 15,10-12-15,0 0 16,-4 13-16,4-13 15,0 0-15,0 0 16,-5 12-16,5-12 16,0 0-1,0 0-15,0 0 16,0 0-16,0 0 16,0 0-16,0 0 15,0 0-15,23 9 16</inkml:trace>
  <inkml:trace contextRef="#ctx0" brushRef="#br0" timeOffset="20432.82">14689 8701 0,'0'0'0,"0"0"0,0 0 0,0 0 16,0 0-16,0 0 16,0 0-16,0 0 15,0 0-15,0 0 16,5 2-16,-5-2 15,43 17-15,7 0 16,12 2-16,13-1 16,10-5-16,2-1 15,0-5 1,2 0-16,-1-3 16,-1-2-16,6 1 15,-4-1-15,-2 2 16,-3-2-16,-5 0 15,-7 0-15,-9-2 16,-9 0-16,-10 2 16,-5 0-16,-5 1 15,-5 2 1,-3 0-16,-8 0 16,-18-5-16,19 4 15,-19-4-15,0 0 16,0 0-16,0 0 15,0 0-15,16 7 16,-16-7-16,0 0 16,0 0-16,0 0 15,-17-27 1,1 2-16,-3-1 16,-3 0-16,-1-1 15,-1 1-15,1 1 16,2 4-16,3 2 15,4 5-15,1 0 16,2 5-16,11 9 16,-18-15-16,18 15 15,0 0 1,0 0-16,0 0 16,-16-9-16,16 9 15,0 0-15,0 0 16,0 0-16,0 0 15,7 10-15,7 13 16,6 8-16,3 4 16,-1-4-16,-2-1 15,-2-4 1,-2-4-16,-3-1 16,1-2-16,-3 0 15,-2 3-15,-6-3 16,-5 4-16,-10 6 15,-13 7-15,-11 0 16,-7-3-16,0-7 16,5-6-16,5-4 15,9-6 1,8-2-16,16-8 16,-17 8-16,17-8 15,0 0-15,0 0 16</inkml:trace>
  <inkml:trace contextRef="#ctx0" brushRef="#br0" timeOffset="21498.9">17459 8351 0,'0'0'0,"0"0"15,0 0-15,0 0 16,-2-6-16,-5-5 16,-4-9-16,-5-6 15,-5 0 1,-1 1-16,-7 1 16,-3 1-16,-4 2 15,1 4-15,7 5 16,7 5-16,6 1 15,15 6-15,-26-2 16,5 9-16,-16 10 16,-8 11-16,0 6 15,-2 7-15,-1 8 16,-2 10 0,-5 8-16,6 3 15,1 6-15,14-3 16,6 3-16,11-2 15,7-6-15,8 0 16,6-6-16,10-4 16,8-4-16,11-7 15,5-6 1,8-6-16,2-10 16,-2-8-16,1-12 15,-5-7-15,2-5 16,-6-6-16,-8-3 15,-8-2-15,-5-2 16,-3-1-16,-4-4 16,-5 0-16,-5 2 15,-5-1-15,-7 1 16,-1 0 0,1 6-16,0 4 15,12 13-15,-13-12 16,13 12-16,0 0 15,0 0-15,0 0 16,0 0-16,0 0 16,0 0-16,32-11 15,-14 10-15,0 1 16,-18 0-16,27 1 16,-27-1-1,16 6-15,-16-6 16,11 19-16,-9-2 15,-3 6-15,-7 8 16,-4 7-16,-5 2 16,-3 8-16,-1 1 15,1-3-15,2-6 16,2-5 0,2-3-16,2 1 15,1 0-15,2 0 16,5 1-16,1-5 15,1-3-15,4-3 16,-2-5-16,3-6 16,-3-12-16</inkml:trace>
  <inkml:trace contextRef="#ctx0" brushRef="#br0" timeOffset="28666.62">17725 8974 0,'0'0'0,"0"0"0,0 0 16,0 0-16,5 2 16,11 0-16,20 5 15,20-3-15,20-4 16,13-3-16,4-2 15,6-3-15,-3-1 16,-4-1-16,-3 0 16,-9 1-16,-5 1 15,-12 3 1,-12-1-16,-9 4 16,-9 2-16,-8 1 15,-8 0-15,-17-1 16,15 4-16,-15-4 15,0 0-15,0 0 16,0 0-16,0 0 16,-29-28-16,-5 7 15,-6-1 1,0 3-16,0 3 0,4 3 16,8 3-1,5 2-15,4 1 16,19 7-16,-24-6 15,24 6-15,0 0 16,0 0-16,0 0 16,1 13-16,16 3 15,14 7-15,6 1 16,3 0-16,-2-3 16,-8-4-1,-3-2-15,-5-3 16,-3-1-16,-4 0 15,-4 5-15,-5 2 16,-6 2-16,-7 1 16,-7 6-16,-5-2 15,-3-1-15,-5 2 16,-9-1 0,-9-1-16</inkml:trace>
  <inkml:trace contextRef="#ctx0" brushRef="#br0" timeOffset="29166.72">18179 8629 0,'0'0'0,"0"0"15,0 0-15,0 0 16,0 0-16,-3 7 16,-3 7-1,-6 15-15,-10 6 16,-18 5-16,-8-5 15,-4-5-15,1-8 16,5-6-16,3-5 16,3-2-16,3-2 15,10-3-15,8-1 16,19-3 0,-16 3-16,16-3 15,-3 15-15,9 3 16,8 9-16,15 4 15,8 2-15,10-2 16,7-1-16,3-5 16,-2-6-16,-2-4 15,-2 2-15,-1-1 16,4 1-16,0-2 16,-4-2-1</inkml:trace>
  <inkml:trace contextRef="#ctx0" brushRef="#br0" timeOffset="29633.26">19596 8569 0,'0'0'0,"0"0"15,0 4-15,0-4 16,0 0-16,1 13 16,-1 6-1,-4 13-15,-5 10 16,-11 5-16,-4 3 15,0-7-15,-3 0 16,2-2-16,-2-2 16,2-1-16,3-5 15,4-4-15,1-5 16,2 0 0,5-8-1,9 3 1,12 2-16,24 6 15,25-5-15,23-13 16,8-8-16,3-16 16,-10 2-16,-5 2 15,-9 1-15,4 7 16</inkml:trace>
  <inkml:trace contextRef="#ctx0" brushRef="#br0" timeOffset="32849.19">18848 9757 0,'0'0'0,"0"0"16,0 0-16,0 0 16,-6-1-16,6 1 15,0 0-15,0 0 16,0 0-16,-21 15 15,6 1 1,-6 16-16,-4 11 16,-1 12-16,2-4 15,3 0-15,2 1 16,0-2-16,2 4 16,-1 7-16,0 1 15,2-2-15,1-4 16,-1-5-16,-1-3 15,-3-5 1,0-3-16,1-7 16,2-9-16,4-6 15,2-5-15,0-2 16,11-11-16,-20 10 16,20-10-16,-19-1 15,19 1-15,-25-19 16,10 2-16,1-4 15,0-4 1,-1-3-16,0-1 16,0 1-16,-1 0 15,2 3-15,1 6 16,2 5-16,4 2 16,7 12-16,-11-11 15,11 11-15,0 0 16,0 0-16,-23 11 15,16 3 1,3 7-16,1 11 16,6 6-16,9-3 15,8-5-15,14-8 16,14-6-16,18-6 16,16-16-16,13-18 15,-10-1-15,-9-2 16,-12 1-16,-1 3 15,-5 0-15,-16 7 16</inkml:trace>
  <inkml:trace contextRef="#ctx0" brushRef="#br0" timeOffset="33565.67">17346 10790 0,'0'0'0,"-2"-4"15,2 4-15,0 0 16,0 0-16,-20 2 15,2 12-15,-11 22 16,-3 9-16,-1 5 16,0-3-1,-2 4-15,-3-3 16,-2-9-16,8-4 16,0-1-16,-1 1 15,5 4-15,4 1 16,12-8-16,4-5 15,4-5-15,3-3 16,2-4 0,3 0-16,1-3 15,4 0-15,0 0 16,5-1-16,4-1 16,11 0-16,9-3 15,8-6-15,-5-3 16,-10-1-16,-6 0 15,-2-1-15</inkml:trace>
  <inkml:trace contextRef="#ctx0" brushRef="#br0" timeOffset="35065.36">17628 11215 0,'0'0'0,"0"0"0,0 0 16,-6 0-16,6 0 15,-19 24-15,2 8 16,-2 3-16,5-4 15,5-6-15,1-4 16,6-1-16,0-3 16,4-4-1,0-2-15,-2-11 16,17 21-16,4-7 16,9-4-16,9-5 15,-4-11-15,-5-4 16,-8-5-16,-4-4 15,-5-7-15,-4-4 16,-2-5 0,0-4-16,-1 3 15,-3 6-15,-2 8 16,-3 7-16,2 15 16,-21-13-16,3 10 15,-3 3-15,1 1 16,2 4-16,18-5 15,-25 22-15,17-1 16,2 2-16,4 5 16,5-2-1,13 3-15,1-4 16,10-2-16,5-7 16,2-6-16,16-8 15,17-6-15,3-9 16,5-8-16,-14-3 15,-9 0-15,-6-1 16,-12 5-16,0-6 16,-4-3-1,-3 0-15,-7 5 16,-10 7-16,-7 4 16,-16-4-16,-14 1 15,-14-1-15,1 9 16,-1 11-16,-4 9 15,-4 12-15,8 2 16,7 2-16,10-5 16,7 3-16,1 2 15,7 15 1,14-2-16,15 1 16,10-6-16,3-8 15,1-4-15,7-2 16,4 0-16,0-4 15,-4-3-15,-13-8 16,-8-3-16,-20-4 16,24 2-1,-24-2-15,0 0 16,0 0-16,-36 24 16,-8 3-16,-5-2 15,-4-9-15,10-5 16,8-9-16,13 0 15,22-2-15,-21 0 16,21 0-16,0 0 16,0 0-16,59-25 15,23-7 1,6-3-16,-8 3 16,18-5-16,-13 5 15,2-2-15,-2 1 16,-15-5-16,1-7 15,-23 5 1,-16 6-16,-8 4 0,-9 4 16,-2 3-16,-7 3 15,-10 1 1,-11-1-16,-20 1 16,1 3-16,-15 6 15,4 9-15,-19 7 16,-4 8-16,8 1 15,15 5-15,17 3 16,8 5-16,5 6 16,6-1-16,12 0 15,17 3 1,19-2-16,12 2 16,10-8-16,9-6 15,17-2-15,-13-7 16,-10-6-16,-15-4 15,-26-2-15,-23-1 16,16 2-16,-16-2 16,0 0-16,-20 1 15,-50 9 1,-42 17-16,-32 1 16,16-2-16,20-6 15,15-3-15,11-2 16,9-7-16,16-9 15,7-5-15</inkml:trace>
  <inkml:trace contextRef="#ctx0" brushRef="#br0" timeOffset="41666.54">16662 11791 0,'0'0'0,"0"0"0,0 0 0,8 4 0,-8-4 16,43 17 0,-8-8-16,4-3 15,-4-5-15,-6 0 16,-5 1-16,5-2 16,6 3-16,4 7 15,6 5-15,-5-1 16,-3-4-16,2 3 15,0 0-15,0 0 16,0 0-16,-6-4 16,-7-1-1,6 1-15,0 6 16,2 4-16,-6 0 16,-10-4-16,-2-3 15,-2-3-15,-1 1 16,-13-10-1,28 17-15,-5-14 16,19-2-16,11-2 16,-1-2-16,-6 1 15,-10 0-15,-1-3 16,13 0-16,9 0 16,3 0-16,1-1 15,-8 0-15,-4-3 16,5-1-16,-4 1 15,-3 6-15,-2 6 16,-6-2 0,-2 0-16,4-1 15,0-2-15,0 1 16,-2-1-16,0 6 16,4-1-16,-13 1 15,-3-2-15,-5-2 16,8 0-16,24-4 15,-2-2-15,-2-1 16,-10 0 0,-3 1-16,25-17 15,1-4-15,-9-1 16,-7 2-16,-17 6 16,-5 1-16,11-5 15,7-6 1,-6 3-16,-4 6 0,-16 4 15,-4 1 1,-1-1-16,-3 0 16,1-3-16,2-6 15,-2-6-15,-2-4 16,-8 2-16,-13-1 16,-9-9-16,-6 1 15,-10-15-15,10 15 16,1 4-16,-7-5 15,-1 7 1,-3-2-16,11 12 16,2 4-16,1 2 15,-3 1-15,-7-6 16,5 9-16,-6-4 16,-5-3-16,2 2 15,0-4-15,8 7 16,5 4-16,-2-3 15,-5-3-15,-9-5 16,-6 3-16,0 5 16,-7 3-1,-8-1-15,-1 2 16,1 1-16,1 1 16,2 2-16,-2-2 15,1 2-15,1 0 16,4 4-16,-3 1 15,-3 1-15,2 2 16,1 3-16,4 3 16,3 0-1,0 0-15,5-4 16,2 0-16,2-2 16,3 0-16,-5-2 15,-1 0-15,1-3 16,4 0-16,7-1 15,0 0-15,-2 0 16,0-4-16,-6 0 16,5-2-1,-3 2-15,7 2 16,-3 0-16,-4 5 16,-1 3-16,-5 2 15,2 3-15,-4 1 16,0 6-16,2 5 15,2 5-15,0 0 16,0 6-16,6-1 16,1 0-16,3 2 15,-2 6 1,-2 4-16,2 4 16,2 1-1,2-2-15,3-1 0,0-2 16,5-1-16,1 1 15,3 0-15,3-2 16,3 0-16,3 2 16,5 0-16,2-1 15,3-1 1,3-2-16,4-1 16,0 2-16,0 0 15,3-1-15,-1-1 16,1-1-16,3 0 15,2-2-15,1 0 16,3 4 15,3 2-31,-1 0 16,1-2-16,0-6 16,3-4-16,-1-4 15,5-6-15,2-4 16,5-4-16,-1-5 15,-4 0-15,6 0 16,1 0-16,-3 0 16,6 0-16,-5 0 15,-1-1 1,-3-3-16,-8 0 16,-2-1-16,-4 0 15,8-3-15</inkml:trace>
  <inkml:trace contextRef="#ctx0" brushRef="#br0" timeOffset="52353.22">16118 11420 0,'0'0'0,"0"0"0,0 0 0,0 0 16,0 0-16,0 0 15,0 0-15,0 0 16,0 0 0,0 0-16,0 0 15,0 0-15,0 0 16,-5-2-16,5 2 15,0 0-15,0 0 16,-18-11-16,18 11 16,-20-9-16,20 9 15,-38-13-15,7 6 16,-17 3-16,-10-1 16,2 4-1,-2 1-15,-5 1 16,-6-1-16,-3 2 15,7 1-15,3 1 16,-7 1-16,2 0 16,2-2-16,10 0 15,8-1-15,3 1 16,4-1-16,1-1 16,4 0-1,9 1-15,3-2 16,23 0-16,-25 0 15,25 0-15,0 0 16,-19 0-16,19 0 16,0 0-16,-8-13 15,10-2-15,5-8 16,8-4-16,8-4 16,8-4-1,5 1-15,2 2 16,-6 5-16,2 5 15,-1 4-15,-2 3 16,-6 5-16,-8 4 16,-17 6-16,21-3 15,-21 3-15,0 0 16,0 0-16,6 19 16,-16 4-1,-9 5-15,-7 3 16,-3 1-16,-6-1 15,1-5-15,-2-2 16,1-5-16,6 0 16,7-5-16,4-3 15,18-11-15,-20 12 16,20-12-16,0 0 16,-8 15-1,8-15-15,24 22 16,7-6-16,10 1 15,1-2-15,3 0 16,1 0-16,1 1 16,-5-1-16,-9-3 15</inkml:trace>
  <inkml:trace contextRef="#ctx0" brushRef="#br0" timeOffset="56066.37">5707 8045 0,'0'0'0,"-5"-1"0,5 1 16,-16 3-16,-5 1 15,-11 17-15,-7 16 16,-4 13-16,0 17 15,7 8-15,3 4 16,12 7-16,7-8 16,8-3-1,9-9-15,4-3 16,7-3-16,4 0 16,7-1-16,5-6 15,5-11-15,5-5 16,0-10-16,0-7 15,1-10-15,1-7 16,4-11 0,1-8-16,-2-12 15,-1-15-15,-5-9 16,-5-4-16,-10-2 16,-6-1-16,-7-13 15,-7-2-15,-4-1 16,-3-1-16,-5 4 15,-5 2-15,-4 4 16,-4 8-16,-2 6 16,-5 4-1,-3 7-15,-3 9 16,1 4-16,-2 11 16,5 6-16,0 8 15,1 10-15,-1 10 16,-1 11-16</inkml:trace>
  <inkml:trace contextRef="#ctx0" brushRef="#br0" timeOffset="56865.77">5781 10274 0,'0'0'0,"-4"0"15,4 0-15,0 0 16,-28-7-16,28 7 15,-28-8-15,28 8 16,-28-3-16,28 3 16,-33 18-1,8 11-15,-4 16 16,-1 12-16,0 12 16,3 6-16,4-1 15,7-2-15,7-9 16,7 6-16,4-1 15,6-9-15,5-5 16,6-11-16,12-5 16,2-4-1,-1-11-15,-3-8 16,-2-8-16,1-3 16,-3-8-16,3-11 15,5-13-15,1-13 16,-1-18-16,-5-14 15,-9-9-15,-3-6 16,-8 0-16,-5-4 16,-4 3-1,-5-2-15,-4 10 16,-8 3-16,-4 11 16,0 7-16,-2 8 15,2 8-15,1 8 16,4 13-16,1 7 15,16 16-15,-28-12 16,28 12-16,-18 19 16,5 7-16</inkml:trace>
  <inkml:trace contextRef="#ctx0" brushRef="#br0" timeOffset="57732.36">6018 8152 0,'0'0'0,"0"0"16,0 0-16,0 0 15,7 4-15,10 8 16,22 15 0,19 13-16,12 8 15,14 5-15,14-1 16,15-11-16,8 0 15,13 0-15,11 0 16,9 6-16,8 0 16,2 1-16,1-1 15,4 1 1,2-1-16,-3-1 16,0-1-16,-10 1 15,-9 5-15,-11-4 16,-14 0-16,-7-1 15,-9-1-15,-10 0 16,-11-4-16,-11-6 16,-10-5-16,-8-4 15,-8-4 1,-11-3-16,-4-3 16,-2-2-16,-7-1 15,1 0-15,-3-5 16,-3 1-16,0-3 15,-2-1-15,0-3 16,1 0-16,1-2 16,-3 0-16,4 0 15,3 0 1,3 0-16,-2 0 16,1 0-16,-1 0 15,-1 1-15,-7 1 16,-18-2-16,26 6 15,-26-6-15,17 5 16,-17-5-16,0 0 16,18 13-1,-18-13-15</inkml:trace>
  <inkml:trace contextRef="#ctx0" brushRef="#br0" timeOffset="58665.24">10138 9625 0,'0'0'0,"0"0"0,0 0 0,-7-3 0,7 3 16,0 0-16,-15-11 15,15 11-15,0 0 16,0 0-16,0 0 16,-27 14-16,7 25 15,-1 15-15,2 4 16,9 4 0,5 6-16,6 0 15,9 0-15,4-4 16,9-2-16,9-8 15,7-3-15,4-3 16,9-7-16,-2-11 16,1-6-16,3-11 15,-7-6-15,-2-7 16,-2-9-16,-6-9 16,-3-12-1,-2-6-15,-8-8 16,0-5-16,-10-4 15,-4-9-15,-6-5 16,-7-1-16,-4 2 16,-6 5-16,-4 1 15,-5 0-15,-1 1 16,-6 4-16,-1 10 16,-2 5-1,-1 5-15,-3 8 16,-1 5-16,-1 6 15,-1 10-15,1 1 16,8 6-16,6 3 16,7-1-16,17-3 15,-13 13 1,15 0-16,9 2 0,20 8 16</inkml:trace>
  <inkml:trace contextRef="#ctx0" brushRef="#br0" timeOffset="60801.71">7560 7899 0,'0'0'0,"0"0"16,0 2-16,0-2 15,0 0-15,0 0 16,0 0-16,0 11 16,0-11-16,0 0 15,0 0-15,0 11 16,0-11-16,-2 14 16,0 4-16,-1 16 15,2 8 1,1 5-16,2 1 15,3 0-15,2-2 16,1-9-16,1-6 16,-2-5-16,2-4 15,0-5-15,0-5 16,-1-1-16,-8-11 16,13 12-16,-13-12 15,28-17 1,-3-10-16,2-15 15,-4 1-15,-5-2 16,0 4-16,-5 3 16,-2 3-16,-1 5 15,-3 9-15,-1 3 16,-3 4-16,-3 12 16,4-12-16,-4 12 15,0 0 1,0 0-16,0 0 15,23-4-15,-5 15 16,4 4-16,0 3 16,-1 3-16,-1 1 15,1 4-15,2 1 16,-1 0-16,2 1 16,-4-3-16,-1-2 15,-4-3 1,-1-4-16,-2-6 15,-12-10-15,17 16 16,-17-16-16,0 0 16,21 3-16,-6-15 15,9-12-15,0-8 16,-3-6-16,-2-2 16,-3-5-16,-3-2 15,1-5 1,-4 2-16,-1 5 15,0 9-15,-3 7 16,-1 7-16,-3 5 16,1 7-16,-3 10 15,2-13-15,-2 13 16,0 0-16,0 0 16,0 0-16,16-8 15,1 11 1,11 5-16,3 2 15</inkml:trace>
  <inkml:trace contextRef="#ctx0" brushRef="#br0" timeOffset="61215.38">8690 8133 0,'0'0'0,"0"0"15,0 0-15,0 0 16,0 0-16,0 3 16,0-3-16,0 0 15,0 0-15,3 22 16,2 1-16,1 10 16,4 9-16,2 6 15,2 1 1,2 3-16,-1-4 15,-1-4-15,-1-6 16,-4-4-16,-2-1 16,0-3-16,-3-3 15,1-3-15,0-8 16,-5-4-16,0-12 16,2 15-16,-2-15 15,0 0 1,1 11-16,-1-11 15,0 0-15</inkml:trace>
  <inkml:trace contextRef="#ctx0" brushRef="#br0" timeOffset="62716.28">9025 7735 0,'0'0'0,"-5"-6"0,5 6 16,-26-28-1,-1 0-15,-6-3 16,-3-1-16,-3 0 16,-3-1-16,-6 1 15,-3 2-15,-6-4 16,-2 0-16,1 1 16,-5-2-16,2 3 15,0 2-15,-7 0 16,5 6-1,-2 3-15,-4 5 16,3 5-16,-2 7 16,0 4-16,-3 3 15,0 9-15,-1 7 16,4 8-16,0 8 16,1 5-16,-1 7 15,0 9-15,6 5 16,4 9-16,11-4 15,4 2 1,8-9-16,4 2 16,3 7-16,5 0 15,5 0-15,5 5 16,5-2-16,4 7 16,7 7-16,5-4 15,6 7-15,5-2 16,3 0-1,7 2-15,5-1 16,7 1-16,10-1 16,5-5-16,3-5 15,9-3-15,-1-6 16,10-6-16,10-6 16,0-7-16,12-1 15,-6-6-15,1 1 16,1-4-16,-2-4 15,1-5 1,3-9-16,3-4 16,-4-8-16,1-5 15,-1-9-15,-6-5 16,0-8-16,-3-6 16,-1-9-16,-3-10 15,-5-5-15,-5-10 16,-2-8-1,-3-4-15,-1-10 16,-11 0-16,-6-10 16,-7-1-16,-9-1 15,-5 3-15,-10-4 16,-6-1-16,-4 0 16,-9-3-16,-4 6 15,-4 2-15,-8 4 16,-3 4-16,-9-2 15,-5 2 1,-5 6-16,-4 4 16,-5 3-16,-3 0 15,-6 0-15,-2 8 16,-2 7-16,0 6 16,-4-1-16,2 8 15,-4 3-15,-1 4 16,-4 6-16,-6 2 15,3 8 1,2 3-16,6 5 16,1 3-16,-2 3 15,5 3-15,7 0 16,7 2-16,3 0 16,4 1-16,2 1 15,4 0-15,5-2 16,8 1-16,3-1 15,19-2-15,-26 2 16,26-2 0,-17 2-16,17-2 15,0 0-15,0 0 16,0 0-16,0 0 16,-16 4-16,16-4 15,0 0-15,0 0 16,0 0-16,0 0 15,14 14-15</inkml:trace>
  <inkml:trace contextRef="#ctx0" brushRef="#br0" timeOffset="63499.98">7429 9203 0,'0'0'0,"0"0"16,0 0 0,10-4-16,18-3 15,27-2-15,22 0 16,14 3-16,6-5 16,14 3-16,6-1 15,12-3-15,-7-2 16,9-7-16,0-5 15,-4-2-15,8-3 16,-21 5 0,8-2-16,-14 6 15,-2-2-15,-7 3 16,-2-2-16,-13 5 16,-7 2-16,-9 0 15,-16 3-15,-7 1 16,-14 3-16,-9 0 15,-22 9-15,23-10 16,-23 10-16,0 0 16,0 0-1,-17-11-15</inkml:trace>
  <inkml:trace contextRef="#ctx0" brushRef="#br0" timeOffset="64131.95">7149 9558 0,'0'0'0,"0"0"0,0 0 16,0 0-16,13-2 15,20 0 1,32-4-16,23-2 16,23-10-16,11-6 15,-1-7-15,11-4 16,-2-3-16,3 0 15,9-3-15,-2-2 16,-2 4-16,-3-1 16,-4 1-1,-6 3-15,-1 1 16,-10 2-16,-7 4 16,-8-1-16,-14 0 15,-9 2-15,-13 3 16,-8 3-16,-9 0 15,-10 4-15,-8 2 16,-7 0-16,-6 3 16,-3 1-1,-5 3-15,-7 9 16,11-17-16,-11 17 16,2-13-16,-2 13 15,0 0-15,2-13 16,-2 13-16,0 0 15,0 0-15,0 0 16,0 0-16,0 0 16,0 0-1,0 0-15</inkml:trace>
  <inkml:trace contextRef="#ctx0" brushRef="#br0" timeOffset="71516.13">7583 9268 0,'0'0'0,"0"0"0,0 0 15,-3 3-15,3-3 16,0 0 0,0 0-16,0 0 15,0 0-15,0 0 16,0 0-16,0 0 16,-6 10-16,6-10 15,0 0-15,0 0 16,0 0-16,0 0 15,-11 12-15,0 4 16,-11 13-16,3-3 16,5-9-1,4-6-15,10-11 16,-10 14-16,10-14 16,0 0-16,0 0 15,-10 12-15,10-12 16,0 0-16,0 0 15,0 0-15,0 0 16,0 0 0,0 0-16,0 0 15,0 0-15,0 0 16,0 0-16,0 0 16,0 0-16,0 0 15,0 0-15,-8 11 16,1 0-16,-6 13 15,-3 2-15,4-5 16,5-10 0,7-11-16,-8 13 15,8-13-15,0 0 16,0 0-16,-9 11 16,9-11-16,0 0 15,0 0-15,0 0 16,0 0-16,0 0 15,0 0-15,0 0 16,0 0 0,0 0-16,2-17 15,3-4-15,1-2 16,-2 5-16,0 2 16,-1 1-16,1-1 15,1-1-15,0-4 16,2 3-16,0-1 15,-1 0-15,-2 5 16,-4 14-16,5-16 16,-5 16-1,0 0-15,0 0 16,5-10-16,-5 10 16,0 0-16,0 0 15,0 0-15,-7 19 16,2-5-16,0-2 15,5-12-15,-5 14 16,5-14 0,0 0-16,0 0 15,0 0-15,0 0 16,0 0-16,27-31 16,20-32-16,2-5 15,-15 20-15,-10 14 16,-9 12-16,-5 7 15,-10 15-15,9-12 16,-9 12 0,0 0-16,4 21 15,-19 51-15,-21 52 16</inkml:trace>
  <inkml:trace contextRef="#ctx0" brushRef="#br0" timeOffset="76282.61">20927 3891 0,'0'0'0,"0"0"0,0 0 15,11 4-15,-11-4 16,44 15-16,3-6 16,5-2-16,0-4 15,2-3 1,-2 0-16,-1-1 15,2-2-15,-8 1 16,-4-2-16,-3 3 16,-8-2-16,-3 1 15,-7-1-15,-20 3 16,25-3-16,-25 3 16,29-7-16</inkml:trace>
  <inkml:trace contextRef="#ctx0" brushRef="#br0" timeOffset="77033.09">21120 3862 0,'0'0'0,"0"0"0,0 0 0,0 0 16,0 0-16,-3 2 15,3-2-15,0 0 16,0 0-16,-15 10 16,15-10-16,-17 12 15,17-12-15,-17 11 16,17-11-1,-26 17-15,10-3 16,0 1-16,0 7 16,0 4-16,-2 3 15,2 4-15,-1-2 16,-1 11-16,2 5 16,-1 9-16,1 3 15,0-2 1,-1 0-16,1 3 15,0-1-15,-2 0 16,2-3-16,2-4 16,1-10-16,-3-1 15,-2-3-15,0-2 16,-1 0-16,0-3 16,-5 2-16,3-3 15,-2-6-15,4-2 16,1-9-16,6-2 15,12-13 1,-16 12-16,16-12 16,0 0-16,-19 12 15,19-12-15,-21-4 16,4-7-16,-4-9 16,-3-6-16,7 2 15,3 1-15,4 4 16,1 3-1,3 2-15,3 4 16,3 10-16,-5-14 16,5 14-16,0 0 15,0 0-15,-1-11 16,1 11-16</inkml:trace>
  <inkml:trace contextRef="#ctx0" brushRef="#br0" timeOffset="77482.69">20345 4500 0,'0'0'0,"0"0"0,0 0 0,0 0 16,0 0-16,0 0 16,0 0-16,0 0 15,0 0-15,0 0 16,0 0-16,0 0 15,0 0-15,5 0 16,11 0 0,24 0-16,21 0 15,8 0-15,-2 0 16,2 0-16,-4 0 16,-5 0-16,-8 0 15,-9 0-15,-9 0 16,-8 0-16,-5 0 15,-4 0 1,-17 0-16,30 0 16,-10 0-16,4 0 15</inkml:trace>
  <inkml:trace contextRef="#ctx0" brushRef="#br0" timeOffset="78233.53">21544 4401 0,'0'0'0,"-3"3"0,3-3 0,-18 24 16,-6 8-1,-7 12-15,-13 11 16,-4 5-16,-2-2 16,-1-2-16,8-6 15,3-5-15,7-8 16,9-5-16,10-5 15,12-9-15,7-7 16,20-6 0,45-20-16</inkml:trace>
  <inkml:trace contextRef="#ctx0" brushRef="#br0" timeOffset="78732.7">22166 4522 0,'0'0'0,"-2"5"0,2-5 0,0 0 15,-27 32-15,-1 5 16,-3 2-16,0-1 16,1-1-16,4-3 15,3-4-15,3-6 16,6-7-16,4-8 15,10-9-15,0 0 16,-6 10-16,6-10 16,43 5-1,2-7-15,-3-1 16,-1 0-16,-9 0 16,-7 1-16,-9 1 15,-16 1-15,19 1 16,-19-1-16,0 0 15,14 21-15,-13-7 16,-2 1-16,-1-1 16,-2-1-1,-1 1-15,0 2 16,-3 0-16,-1-1 16,-3 0-16,0 4 15,-6 3-15,-3 2 16,-10 3-16,-4-2 15,-1-3-15,4-4 16,9-5 0,23-13-16,-19 11 15,19-11-15</inkml:trace>
  <inkml:trace contextRef="#ctx0" brushRef="#br0" timeOffset="79949.36">21059 5055 0,'0'0'0,"0"0"15,0 0-15,0 0 16,0 0-16,0 0 16,0 0-16,0 0 15,13 5 1,9 1-16,16 0 16,7 0-16,5-6 15,5-2-15,-2-5 16,-5-3-16,2-5 15,1-7-15,2 1 16,1-6-16,-1 0 16,-5 1-1,-8 6-15,-5 1 16,-3 2-16,-2 1 16,-4 1-16,-7 4 15,-4 1-15,-15 10 16,19-14-16,-19 14 15,11-11-15,-11 11 16,0 0-16,8-13 16,-8 13-1,0 0-15,0 0 16,0 0-16,4-10 16,-4 10-16,0 0 15,0 0-15,0 0 16,0 0-16,-10 17 15,-2 8-15,-2 7 16,1 0-16,6-4 16,10 2-1,6-3-15,7-4 16,10-7-16,9-10 16,11-11-16,8-12 15,2-9-15,-2-3 16,-3 0-16,-4-3 15,-3 0-15,-8 3 16,-10 5-16,-8 7 16,-5 3-1,-13 14-15,15-13 16,-15 13-16,0 0 16,0 0-16,10-11 15,-10 11-15,0 0 16,0 0-16,3 11 15,-1 6-15,-6 10 16,-8 10-16,-6 4 16,-9 9-16,-6 0 15,0-7 1,0-8-16,6-10 16,6-8-16,8-6 15,13-11-15,-19 9 16,19-9-16,0 0 15,3-18-15,14-14 16,18-10-16,8-4 16,7-2-1,2 3-15,3 4 16,3 4-16,-8 6 16,-9 11-16,-9 4 15,-9 10-15,0 5 16,-1 6-16,0 6 15,-5 3-15,-4 2 16,-7 5-16,-3 8 16,-10 7-16,-11 7 15,-9 5-15,-13 4 16,1-3 0,4-10-16,12-14 15,9-11-15,14-14 16,0 0-16</inkml:trace>
  <inkml:trace contextRef="#ctx0" brushRef="#br0" timeOffset="80548.34">23470 4727 0,'0'0'0,"0"0"0,0 0 16,0 0-16,0 0 16,-4 3-16,4-3 15,-14 10-15,-8 7 16,-13 8 0,-3 2-16,-2 3 15,4-4-15,1-1 16,6-3-16,4 0 15,5 2-15,7-3 16,8-1-16,8-3 16,9-2-16,12 0 15,11-2-15,11-6 16,13-8 0,3-9-16,4-9 15,-4-8-15,2-5 16,3-7-16,5-4 15,-4 0-15,-11 2 16,-13 9-16,-14 8 16,-13 7-16,-17 17 15,15-16-15,-15 16 16,0 0 0,0 0-16,0 0 15,0 0-15,-16 1 16,-15 25-16,-5 13 15,0 6-15,2 2 16,2 0-16,2 1 16,2-3-16,5-9 15,1-1-15,5-8 16,1-8 0,6-7-16,10-12 15,-26 6-15</inkml:trace>
  <inkml:trace contextRef="#ctx0" brushRef="#br0" timeOffset="80749.22">23666 4871 0,'0'0'0,"0"0"0,0 0 0,0 0 15,0 0-15,3 0 16,-3 0-16,0 0 15,23 14-15,-6-4 16,3 0-16,1 1 16,0-1-16,3-3 15,16-14-15</inkml:trace>
  <inkml:trace contextRef="#ctx0" brushRef="#br0" timeOffset="81531.98">24681 4395 0,'0'0'0,"0"0"0,0 0 0,0 0 0,0 0 16,-4 5-16,4-5 15,-33 29-15,-2 4 16,-13 10-16,-4 2 15,-4 1-15,2-3 16,4-1-16,3-3 16,2-2-16,1 0 15,2 3-15,1 6 16,1 4 0,-3 11-16,1 4 15,-1 7-15,-1 5 16,4-3-16,6-1 15,11-3-15,12-1 16,6-8-16,13-2 16,12-8-16,13-10 15,20-9-15,9-8 16,9-10 0,-4-10-16</inkml:trace>
  <inkml:trace contextRef="#ctx0" brushRef="#br0" timeOffset="82416.16">24415 5093 0,'0'0'0,"0"0"0,0 0 0,0 0 16,0 0-16,0 0 15,-5 5 1,1 5-16,0 8 15,0 8-15,8 10 16,4 3-16,3-3 16,1-3-16,4-1 15,1-1-15,3 2 16,2-4-16,2-6 16,1-5-1,6-5-15,4-4 16</inkml:trace>
  <inkml:trace contextRef="#ctx0" brushRef="#br0" timeOffset="82748.95">24759 5085 0,'0'0'0,"0"0"0,0 0 0,0 0 16,0 0-16,-4 4 16,4-4-16,-23 26 15,1 0-15,-7 5 16,-2 6-16,-2 1 16,-6 1-16,-11 1 15,-9-2 1,-8 1-16,1-4 15,7-7-15,7-5 16,9-1-16,9-7 16,10-4-16</inkml:trace>
  <inkml:trace contextRef="#ctx0" brushRef="#br0" timeOffset="83150.08">25021 4847 0,'0'0'0,"0"0"0,0 0 0,0 0 0,0 0 0,0 0 0,0 0 0,0 0 0,0 5 0,0 6 0,0 7 0,0 15 0,0 9 0,0 2 0,-2 0 0,0 5 0,-5-3 0,-44 68 0,23-61 0,-25 9 16,-31 6-16,-23 7 16,-14-5-16,12-10 15,17-11-15,26-12 16</inkml:trace>
  <inkml:trace contextRef="#ctx0" brushRef="#br0" timeOffset="83886">22439 5686 0,'0'0'0,"0"0"0,0 0 16,0 0-16,0 6 16,0 10-16,-2 13 15,-3 15-15,-6 8 16,-7 3-16,-10 7 16,-5 3-16,-11 6 15,-15 6-15,-12 2 16,-7 5-1,7-9-15,9-10 16,10-9-16,0 11 31,12-7-31,10-13 16,11-19-16,12-16 16,7-12-16,0 0 15,0 0-15,-15-38 16,17-15-1,5 1-15,-1 9 16,1 8-16,-2 5 16,-3 4-16,2 5 15,-1 8-15,-3 13 16,1-13-16,-1 13 16,0 0-16,0 35 15,0 11-15,0 13 16,0-15-1,0 0-15,2-5 16,6-7-16,10-4 16,12-12-16,21-11 15,22-21-15,10-4 16,3-12-16,-20 4 16</inkml:trace>
  <inkml:trace contextRef="#ctx0" brushRef="#br0" timeOffset="84432.02">21732 7157 0,'0'0'0,"0"-2"0,0 2 16,0 0-16,0 0 16,0 0-16,0 0 15,-3 26-15,0-1 16,0 22-16,-5 15 16,3-33-16,1 5 15,0-11-15,6-10 16,13 0-1,13-17-15,35-16 16,16-1-16,2-5 16,-8 0-16,-9-28 15,-9 7-15,-13 9 16,-9 2-16,-13 17 16,-6 6-16,-14 13 15,17-8-15,-17 8 16,15 31-16,-13-2 15,-22 31 1,-15 3-16,-21 32 16,-12 15-16,6-20 15,-13 25-15,12-20 16,-19 57 0,9 31-1,12-45-15,5 5 16,22-64-1</inkml:trace>
  <inkml:trace contextRef="#ctx0" brushRef="#br0" timeOffset="84631.93">21751 8191 0,'10'-12'0,"41"-37"0,10-9 16,77-57-1,-23 38-15,-18 21 16,-7 14-16,-18 10 16,-20 11-16,-8 10 15,-12 10-15,-12 5 16,-20-4-16</inkml:trace>
  <inkml:trace contextRef="#ctx0" brushRef="#br0" timeOffset="87248.26">20237 5388 0,'0'0'0,"0"0"0,0 0 0,0 0 16,0 0-1,0 0-15,10 0 16,-10 0-16,38 3 16,-4-1-16,11 0 15,3 1-15,5-3 16,6-3-16,3-1 15,0-2-15,-8 2 16,-6 1-16,-14 0 16,-6 1-1,-5 2-15,-4 2 16,1 3-16,-1 3 16,4 2-16,4 4 15,8 3-15,7 4 16,10-4-16,13-10 15,1-6-15,0-1 16,-9-1 0,-15 1-16,-15 0 15,-8 0-15,-19 0 16,25 0-16,-25 0 16,42 10-16,-7-2 15,17 5-15,2 1 16,2-6-16,-2-4 15,-5-4-15,-6 0 16,-6-4-16,-10 1 16,-8 1-1,-3 0-15,4 1 16,6-2-16,11 0 16,12-1-16,13 0 15,7 2-15,-5 0 16,-12 0-16,-14 1 15,-14 1-15,-3 1 16,-21-1-16,23 3 16,-23-3-1,18 2-15,3 1 16,17 2-16,15 1 16,-3-5-16,-7-1 31,-13 0-31,-9 0 15,-5 0-15,-16 0 16,24 0-16,-24 0 16,30 5-1,-8 2-15,8-1 16,6 4-16,-4-3 16,-9-1-16,-8-1 15,-15-5-15,20 8 16,-20-8-16,0 0 15,15 11-15,-15-11 16,20 17-16,0-3 16,16-2-16,10-1 15,-4-2 1,-13-3-16,-6-3 16,-23-3-16,20 4 15,-20-4-15,0 0 16,18 2-16,-18-2 15,27 0-15,6 0 16,13 0-16,3 0 16,-7 0-16,-12 0 15,-7 0 1,-23 0-16,22 0 16,-22 0-16,0 0 15,20 0-15,-20 0 16,26 0-16,4 2 15,12 2-15,3 0 16,-2 0-16,-11-1 16,-8-2-16,-5 1 15,-19-2 1,25 7-16</inkml:trace>
  <inkml:trace contextRef="#ctx0" brushRef="#br0" timeOffset="106048.04">22541 7692 0,'0'0'0,"0"0"0,8 5 15,-8-5-15,23 17 16,-12-5 0,-2 1-16,0-2 15,-2 1-15,-7-12 16,12 14-16,-12-14 15,27 2-15,11-17 16,25-19-16,21-22 16,14-12-16,3-5 15,4 0-15,12-6 16,-2 5-16,2 5 16,-4 7-1,1 4 1,-24 19-1,-26 11-15,-23 13 16,-23 9-16,-18 6 16,18-7-16,-18 7 15,0 0-15,0 0 16,0 0-16,0 0 16,0 0-1,16-3-15,-16 3 16,0 0-16,0 0 15,0 0-15,0 0 16,0 0-16,0 0 16,0 0-16,0 0 15,0 0-15,0 0 16,0 0-16,0 0 16,0 0-1,0 0-15,0 0 16,0 0-16,0 0 15,0 0-15,0 0 16,0 0-16,0 0 16,0 0-16,0 0 15,0 0-15,0 0 16,0 0-16,0 0 16,0 0-1,0 0-15,0 0 16,0 0-16,0 0 15,0 0-15,0 0 16,0 0-16,0 0 16,0 0-16,0 0 15,0 0-15,0 0 16,0 0-16,0 0 16,0 0-1,0 0-15,0 0 16,0 0-16,0 0 15,0 0-15,0 0 16,0 0-16,0 0 16,0 0-16,0 0 15,0 0-15,0 0 16,0 0-16,0 0 16,0 0-1,0 0-15,0 0 16,0 0-16,0 0 15,0 0-15,0 0 16,0 0-16,0 0 16,0 0-16,0 0 15,0 0-15,0 0 16,0 0-16,0 0 16,0 0-1,0 0-15,0 0 16,0 0-16,0 0 15,0 0-15,0 0 16,0 0-16,0 0 16,0 0-16,0 0 15,0 0-15,0 0 16,0 0-16,0 0 16,0 0-16,0 0 15,0 0 1,0 0-16,0 0 15,0 0-15,0 0 16,0 0-16,0 0 16,0 0-16,0 0 15,0 0-15,0 0 16,0 0-16,0 0 16,0 0-16,0 0 15,0 0 1,0 0-16,0 0 15,0 0-15,0 0 16,0 0-16,0 0 16,0 0-16,0 0 15,0 0-15,0 0 16,0 0-16,0 0 16,0 0-16,0 0 15,0 0-15,0 0 16,0 0-1,0 0-15,0 0 16,0 0-16,0 0 16,0 0-16,0 0 15,0 0-15,0 0 16,0 0-16,0 0 16,0 0-16,0 0 15,0 0 1</inkml:trace>
  <inkml:trace contextRef="#ctx0" brushRef="#br0" timeOffset="108917.58">11906 10743 0,'0'0'0,"0"0"0,0 0 0,-3 0 16,3 0-16,0 0 16,0 0-1,-10 14-15,-5 11 16,-12 29-16,0 18 16,7-4-16,8-3 15,6 1-15,7 3 16,6-1-16,10-6 15,9-14-15,10-11 16,7-8-16,16-20 31,13-22-15,-1-21-16,1-11 16,-20 3-16,-12-1 15,-8 2-15,-9 8 16,-9 8-16,-6 8 15,-1 4-15,-7 13 16,6-16-16,-6 16 16,0 0-1,0 0-15,0 0 16,-5 14-16,-5 24 16,-6 18-16,2 7 15,7 0-15,1-2 16,4-2-16,0 3 15,4 1-15,5-9 16,3-7-16,0-13 16,-2-11-1,0-6-15,3-7 16,7-6-16,9-8 16,12-9-16,13-19 15,-1-7-15,1-11 16</inkml:trace>
  <inkml:trace contextRef="#ctx0" brushRef="#br0" timeOffset="109531.94">12795 11015 0,'0'0'0,"-2"2"16,2-2-16,0 0 15,0 0 1,-14 14-16,8 0 0,-4 9 16,0 17-16,3 18 15,2 8 1,1-2-16,1-11 16,1-8-16,1-3 15,1 6-15,1 0 16,-1 6-1,0-9 1,-1-13-16,-2-12 16,3-20-1,-7 11-15,7-11 16,-28-31-16,11-14 16,3-4-16,9-11 15,5-13-15,2-5 16,5 8-16,4 8 15,2 9-15,4 0 16,4 4-16,3 6 16,1 8-16,1 7 15,2 7 1,0 6-16,3 8 16,-4 12-16,-2 7 15,0 5-15,-5 7 16,-7 0-16,-9 6 15,-5 5-15,-18 8 16,-13 6-16,-12-1 16,-11-3-1,6-14-15,2-13 16,9-9-16,12-7 16,10-7-16,16 5 15</inkml:trace>
  <inkml:trace contextRef="#ctx0" brushRef="#br0" timeOffset="110131.88">13298 10868 0,'0'0'0,"0"0"16,-4 4-16,-4 12 16,-6 13-16,-1 20 15,3 5 1,0-2-16,3-1 16,0-2-16,4-6 15,7-2-15,3-6 16,4-11-16,2-6 15,-11-18-15,28 10 16,-4-22-16,3-9 16,-2-8-1,-5-4-15,-4 6 16,-5 5-16,-4 8 16,-7 14-16,8-13 15,-8 13-15,17-4 16,-17 4-16,18 14 15,-7 3-15,0 2 16,0 3-16,-1-1 16,-1-2-16,0-3 15,-2-4 1,-7-12-16,18 7 16,-1-20-16,9-14 15,5-18-15,-2-2 16,-1-8-16,-1-4 15,-5 7-15,-6 9 16,-5 8-16,-4 7 16,-3 6-16,1 1 15,-1 2 1,3 0-16,8-1 16</inkml:trace>
  <inkml:trace contextRef="#ctx0" brushRef="#br0" timeOffset="110398.44">14027 10620 0,'0'0'0,"0"0"16,0 0-16,0 0 16,0 0-16,0 0 15,4 1 1,-4-1-16,12 19 16,-3 7-16,-7 21 15,-5 9-15,-10 11 16,-5 0-16,-3-2 15,-11 15 1,2 3 0,0-7-16,10-11 15,16-27 1,1-17-16,3-9 16,0-12-16,0 0 15</inkml:trace>
  <inkml:trace contextRef="#ctx0" brushRef="#br0" timeOffset="110564.56">13890 11015 0,'0'0'0,"0"0"15,0 0 1,0 0-16,7-4 16,-7 4-16,45-22 15,-1 7-15,10-3 16,4 5-16,-8 4 15,0 2-15</inkml:trace>
  <inkml:trace contextRef="#ctx0" brushRef="#br0" timeOffset="110731.87">14556 10953 0,'0'0'0,"0"0"16,0 0-16,-5 2 16,5-2-16,-28 13 15</inkml:trace>
  <inkml:trace contextRef="#ctx0" brushRef="#br0" timeOffset="111231.33">12188 11920 0,'8'-2'0,"12"-5"16,12-3-16,52-17 16,10 0-1,4-1-15,6 2 16,-5 2-16,0 4 15,-5 2-15,-3 0 16,-1 1-16,-3 1 16,2-1-16,-9 11 15,-9 6-15,2 2 16,-9 0-16,5 0 16,-7 1-1,-6 4-15,-8 1 16,-14-3-16,-6-1 15,-3 0-15,-2-2 16,-2 1-16,-2-3 16,7-3-16,8-8 15</inkml:trace>
  <inkml:trace contextRef="#ctx0" brushRef="#br0" timeOffset="111398.64">14009 11562 0,'0'0'0,"0"0"16,0 0-16,0 0 0,0 0 0,2 2 16,-2-2-1</inkml:trace>
  <inkml:trace contextRef="#ctx0" brushRef="#br0" timeOffset="115116.7">13217 7237 0,'0'0'0,"0"0"0,0 0 15,0 0-15,11-2 16,7-2-16,9 2 16,7 2-16,0 4 15,-3 2-15,-2-1 16,-6-1-16,-5 2 16,1-1-16,0 1 15,4 3-15,1 0 16,4-1-16,6-3 15,0-3 1,-5-6-16,-5 3 16,-5-1-16,-4 2 15,-15 0-15,30-4 16,-12 4-16,9-2 16,6 1-16,4 0 15,6-1-15,-2-1 16,3-4-1,-8 0-15,-4 2 16,-5 1-16,-6 2 16,-1-1-16,2 1 15,5 2-15,5 2 16,6 1-16,7-1 16,0 1-16,-2 0 15,-4-2-15,-6 0 16,-3 0-1,-3 0-15,1 1 16,3-1-16,6 3 16,11 2-16,6 1 15,4 2-15,6 1 16,7 2-16,-7-1 16,-2-1-16,-11-3 15,-9-2-15,-4 0 16,-4 2-1,-3-3-15,3 1 16,6 4-16,7 6 16,8 1-16,3 1 15,5 2-15,-1-6 16,3-3-16,-11-7 16,-7-1-16,-11-2 15,-8-2-15,-6 2 16,2 0-16,7 0 15,11 0-15,10 0 16,12 0 0,5-1-16,-3-4 15,1 0-15,-6-1 16,-11 0-16,-7 3 16,-8-1-16,2 0 15,3-3-15,13-1 16,11-1-1,13-1-15,4 0 0,8-2 16,-1 0 0,-11 4-16,-14 0 15,-10 3-15,-13 2 16,-7 1-16,-7-1 16,1 1-16,1 0 15,3 2-15,1 2 16,-3-2-16,-10 2 15,-19-2-15,0 0 16,0 0 0</inkml:trace>
  <inkml:trace contextRef="#ctx0" brushRef="#br0" timeOffset="116181.5">7549 7114 0,'0'0'0,"0"0"16,3-2-16,-3 2 15,17-4-15,-17 4 16,35-5-16,-9 5 16,7 4-16,6 1 15,1 0-15,10 2 16,14-5-16,21-9 15,19-19-15,7-13 16,-18 0-16,17-3 31,-20 14-15,-2 35-16,-12-2 16,-28 6-16,2 0 15,6 0-15,13 4 16,13-1-16,5-12 15,-2-5 1,-5-2-16,-5 1 16,1-1-16,2 4 15,3 5-15,-5 5 16,6 3-16,5-1 16,3 0-16,14-2 15,6-7-15,2-8 16,-3-4-16,-9 0 15,-9 3 1,-14 0-16,-15 2 0,-8 4 16,-1 1-1,0 3-15,1 0 16,-6 2-16,1-2 16,-1 1-16,-2 0 15,-1 0-15,-2-2 16,11-2-16</inkml:trace>
  <inkml:trace contextRef="#ctx0" brushRef="#br0" timeOffset="123682.05">12667 9435 0,'0'0'0,"0"0"0,0 0 16,0 0-16,0 0 15,0 0-15,0 0 16,13 0-16,14 0 16,25 0-16,13 0 15,15 0 1,12 0-16,8-2 15,10 0-15,8-5 16,7-2-16,-2-3 16,-4-1-16,0-2 15,-4 0-15,-4-4 16,-1-1-16,-8-5 16,-14 1-16,-14-1 15,-13 0-15,-12-1 16,-8 3-1,-8-2-15,-7 2 16,-6-2-16,-6 0 16,-3-3-16,-9-2 15,-4 0-15,-9 0 16,-6 0-16,-20-5 16,-16-1-16,-18-2 15,-25 7-15,-9 4 16,-17 3-1,-7 4-15,2 5 16,-1 1-16,6 3 16,2-1-16,2 1 15,2-2-15,3 2 16,2 3-16,4-2 16,14 2-16,6 2 15,3 0 1,-2-1-16,-5 3 0,-4 2 15,-3 3 1,-1 4-16,-2 8 16,10 2-16,9 2 15,2 4-15,9 3 16,2 6-16,3 5 16,6 2-16,3 4 15,10-1 1,5 2-16,10-2 15,6-2-15,7-2 16,7-2-16,8 1 16,5 1-16,7 2 15,7 1-15,8 1 16,7-1-16,9 0 16,7-3-16,8-1 15,6-5-15,11-2 16,2-4-1,3-5-15,-1-2 16,6-1-16,4-2 16,5-3-16,1-2 15,4-2-15,1-3 16,6-3-16,1 1 16,6-4-16,-2 1 15,-7-3 1,3-1-16,-7-1 15,-2-1-15,-3-2 16,-3 3-16,-3-1 16,-4 1-16,1-1 15,-4 1-15,0-2 16,-2 1-16,-7 3 16,-1-3-16,-6 1 15,-8-1-15,-7 0 16,-9 2-16,-4-1 15,-4 1 1,-4-1-16,-6 1 16,-4 1-16,-16 4 15,18-8-15,-18 8 16,0 0-16,0 0 16,0 0-16,0 0 15,14-10-15,-14 10 16,0 0-1,0 0-15,0 0 16,0 0-16,0 0 16,0 0-16,0 0 15,0 0-15,0 0 16,0 0-16,0 0 16,7-13-16,7-2 15,12-14-15,10-9 16,5 0-16,-1 1 15,-1 1 1,-3 5-16,-2-1 16,1 2-16,-3 0 15,-3-4-15,-4-4 16,-4 0-16,-5-4 16,-4 4-16,-8-3 15,-6 1-15,-10-6 16,-7-2-16,-13-7 15,-10 2 1,-9 0-16,-19-2 16,-9 7-16,-21-2 15,-9 6-15,-12 5 16,-7 1-16,-4 1 16,-11 2-16,2 4 15,-7 4-15,-1 4 16,4 3-16,1 5 15,6 2-15,2 3 16,3 1 0,-2 2-16,8 5 15,-2 2-15,6 4 16,8 8-16,-1 1 16,10 6-16,4 5 15,4 4-15,11 6 16,0 9-1,10-1-15,8 6 16,9 1-16,8 6 16,10 5-16,5 3 15,6 6-15,14-5 16,12 3-16,12-4 16,11-1-16,17-1 15,15-1-15,22-5 16,16-4-16,23-12 15,16-3 1,14-6-16,10-2 16,2 0-16,-6-1 15,-6-3-15,-13 0 16,-13-2-16,-12 4 16,-10 2-16,-9-2 15,-1 4-15,-5 0 16</inkml:trace>
</inkml:ink>
</file>

<file path=ppt/ink/ink5.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1-25T12:00:30.686"/>
    </inkml:context>
    <inkml:brush xml:id="br0">
      <inkml:brushProperty name="width" value="0.05292" units="cm"/>
      <inkml:brushProperty name="height" value="0.05292" units="cm"/>
      <inkml:brushProperty name="color" value="#00B0F0"/>
    </inkml:brush>
  </inkml:definitions>
  <inkml:trace contextRef="#ctx0" brushRef="#br0">17396 7124 0,'0'0'0,"0"0"0,0 0 16,0 0-16,14-4 16,17-7-1,23-12-15,14-18 16,12-16-16,3-4 16,0-5-16,7-3 15,0 1-15,3-3 16,-6 7-16,-9 4 15,2 5 1,-8 8-16,-6 7 16,-11 5-16,-13 9 15,-13 8-15,-10 6 16,-19 12-16,16-9 16,-16 9-16,0 0 15,0 0-15,-30-15 16,-8 13-16,-10 3 15,-6 4-15,2 0 16,2 1-16,6-1 16,6 1-1,10-758-15,6 1510 16,6-756-16,16-2 16,0 0-16,-19 0 15,19 0-15,0 0 16,0 0-16,0 0 15,34 0-15,18 0 16,11 0-16,1-2 16,3 0-1,-2 2-15,-3-1 16,-8 6-16,-7 7 16,-12 4-16,-9 3 15,-12 4-15,-12 9 16,-12 12-16,-21 17 15,-12 8-15,-14 0 16,2-14-16</inkml:trace>
  <inkml:trace contextRef="#ctx0" brushRef="#br0" timeOffset="1567.99">16207 4513 0,'0'0'0,"0"0"16,0 0-16,0 0 15,0 0-15,1 6 16,4 6-16,1 8 15,5 7-15,-2-1 16,0 0-16,2-4 16,3-2-16,9-4 15,22-14 1,40-32-16,43-58 16,24-43-16,-6-3 15,-15-2-15</inkml:trace>
  <inkml:trace contextRef="#ctx0" brushRef="#br0" timeOffset="1933.46">19166 4292 0,'0'0'0,"0"0"0,1 4 16,-1-4-16,11 25 16,-2-3-16,0-2 15,-1-2 1,8-4-16,23-9 16,47-27-16,51-58 15,29-54-15,5 4 16</inkml:trace>
  <inkml:trace contextRef="#ctx0" brushRef="#br0" timeOffset="2651.39">20261 8246 0,'0'0'0,"0"0"15,0 0-15,0 0 16,0 0-16,2 6 15,6 4-15,9 12 16,14 4-16,32-17 16,43-35-16,50-69 15,26-49-15,7-2 16,-9-14 0</inkml:trace>
  <inkml:trace contextRef="#ctx0" brushRef="#br0" timeOffset="4034.13">17076 8129 0,'0'0'0,"0"0"0,0 0 15,0 0-15,0 0 16,-2 7-16,-7 8 16,-8 18-1,-12 19-15,-11 11 16,-8-1-16,-6 0 15,-8 0-15,3-6 16,2-3-16,7-5 16,8-9-16,6-6 15,9-6-15,5-8 16,6-5-16,5-1 16,11-13-1,-12 15-15,12-15 16,0 0-16,-8 11 15,8-11-15,0 0 16,0 0-16,0 0 16,0 0-16,0 0 15,0 0-15,0 0 16,0 0-16,0 0 16,0 0-1,0 0-15,0 0 16,0 0-16,0 0 15,0 0-15,0 0 16,13 13-16,4-5 16,10 5-16,3 11 15,-3-1-15,-3 1 16,1-3-16,-3 0 16,-1-3-16</inkml:trace>
  <inkml:trace contextRef="#ctx0" brushRef="#br0" timeOffset="6535.35">15867 9994 0,'0'0'0,"0"0"15,0 0-15,-2 6 16,2-6-16,-3 13 16,3-13-16,0 0 15,24 6-15,6-25 16,12-18-16,6-9 15,-3 3 1,-5 3-16,-3 3 16,-6 9-16,-7 4 15,-7 7-15,-4 5 16,-13 12-16,14-12 16,-14 12-16,0 0 15,0 0-15,0 0 16,10-11-1,-10 11-15,0 0 0,0 0 16,0 0 0,0 0-16,0 0 15,0 0-15,0 0 16</inkml:trace>
</inkml:ink>
</file>

<file path=ppt/ink/ink6.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1-25T11:58:47.206"/>
    </inkml:context>
    <inkml:brush xml:id="br0">
      <inkml:brushProperty name="width" value="0.05292" units="cm"/>
      <inkml:brushProperty name="height" value="0.05292" units="cm"/>
      <inkml:brushProperty name="color" value="#C00000"/>
    </inkml:brush>
    <inkml:brush xml:id="br1">
      <inkml:brushProperty name="width" value="0.05292" units="cm"/>
      <inkml:brushProperty name="height" value="0.05292" units="cm"/>
      <inkml:brushProperty name="color" value="#00B0F0"/>
    </inkml:brush>
  </inkml:definitions>
  <inkml:trace contextRef="#ctx0" brushRef="#br0">1267 1305 0,'0'0'0,"5"0"0,-5 0 16,72 15-16,26 19 15,10 22 1,0 11-16,-2 15 16,-10 4-16,-2-1 15,-11-6-15,-9-5 16,-6-6-16,-14-11 15,-6-8-15,-10-8 16,-11-12-16,-5-10 16,-8-7-16</inkml:trace>
  <inkml:trace contextRef="#ctx0" brushRef="#br0" timeOffset="282.81">2184 1279 0,'0'0'0,"0"0"0,0 2 15,-1 20-15,-14 40 16,-15 42-16,-13 10 15,-3 0-15,-9 3 16,-3-5-16,-1-11 16,4-13-16,7-15 15,4-10-15,12-17 16,10-14 0,8-11-16,14-21 15,-10 13-15</inkml:trace>
  <inkml:trace contextRef="#ctx0" brushRef="#br0" timeOffset="547.95">2529 1834 0,'0'0'0,"0"0"0,0 0 0,0 0 15,0 0-15,0 2 16,1 8-16,1 16 16,1 23-16,-3 9 15,-4 0-15,-2-3 16,-1 3 0,-3 2-16,0 3 15,0-2-15,1-1 16,2 2-16,7 0 15</inkml:trace>
  <inkml:trace contextRef="#ctx0" brushRef="#br0" timeOffset="1183.08">3494 1096 0,'0'0'0,"0"0"15,0 2-15,0 13 16,4 44-16,-1 61 16,-6 40-16,-4 14 15,-3 17-15,0 19 16,1-2-16,0 28 16,2-1-1,1 12-15,3 6 16,1 1-16,2 4 15,-2 7-15,2-6 16,0-11-16,0 1 16,-5-13-16,-6 5 15,-3-30-15,-3-17 16,1-34 0,-3-27-16,0-31 15,3-31-15,7-29 16,4-22-16,5-20 15</inkml:trace>
  <inkml:trace contextRef="#ctx0" brushRef="#br0" timeOffset="1580.92">4147 1423 0,'0'0'0,"0"0"0,0 0 16,1 4-16,11 10 16,15 29-16,20 26 15,7 8-15,2-5 16,5-2-16,-4-11 16,2-1-1,-4-3-15,-8-9 16,-4-7-16,-9-9 15,-5-8-15,-7-7 16,-6-11-16</inkml:trace>
  <inkml:trace contextRef="#ctx0" brushRef="#br0" timeOffset="1882.74">4601 1385 0,'0'0'0,"0"0"16,0 0-16,0 0 15,0 0-15,-1 9 16,-2 17-16,-5 23 16,0 11-1,-1 2-15,2 1 16,-2-5-16,3 0 15,0-2-15,1-4 16,-5 2-16,1 0 16,-6 0-16,-6-2 15,0-3-15,-3-2 16</inkml:trace>
  <inkml:trace contextRef="#ctx0" brushRef="#br0" timeOffset="2365.63">4964 1798 0,'0'0'0,"0"0"0,0 0 0,0 0 0,4 0 15,-4 0 1,26 3-16,-5 4 15,3 6-15,-6 7 16,-1 9-16,-9 10 16,-10 1-16,-8 2 15,-4-4-15,-3-8 16,0-2-16,-3-4 16,1-3-1,2-3-15,1-3 16,3-2-16,13-13 15,-14 16-15,14-16 16,0 0-16,-8 12 16,8-12-16,8 13 15,5-1-15,13 0 16,10 2-16,7-3 16,3-5-16,-1-6 15,-5 0 1,-10-3-16,-9 0 15,-21 3-15,23-2 16,-23 2-16,0 0 16,0 0-16,0 0 15,0 0-15</inkml:trace>
  <inkml:trace contextRef="#ctx0" brushRef="#br0" timeOffset="2915.55">5879 971 0,'0'0'0,"0"0"0,0 0 0,0 0 15,4 14-15,6 24 16,8 39-16,-4 22 16,-9 18-16,-6 16 15,-6 1-15,-1 13 16,-5 10-16,1 9 16,-3 8-16,1 8 15,0 11-15,0 8 16,-2 10-1,8 1-15,11 6 16,2 9-16,6 1 16,2 1-16,2 5 15,-3-13-15,1 5 16,-2-15-16,1-19 16,-3-2-16,0-26 15,-2-16-15,0-10 16,2-19-1,7-9-15,0-17 16,2-14-16,0-13 16,0-12-16,-3-12 15,-3-11-15,-2-8 16,-4-9-16,-6-14 16,7 14-16,-7-14 15,0 0 1</inkml:trace>
  <inkml:trace contextRef="#ctx0" brushRef="#br0" timeOffset="4899.47">815 2525 0,'0'0'0,"0"0"0,0 0 15,4 2-15,13 4 16,27 10-16,30 9 16,12 1-16,12-7 15,18 0 1,7-9-16,13 0 15,3-2-15,9-3 16,-2-1-16,10-3 16,2-4-16,8-3 15,9 0-15,-4-1 16,17 1-16,-3-1 16,6 1-16,-2-1 15,-8-2-15,-1 3 16,-2-3-16,-6 3 15,0-1 1,-1 1-16,-5 0 16,8-1-16,-7 1 15,7 1-15,-5-1 16,-1 0-16,3 2 16,-14-2-16,13 1 15,-16 0-15,-6 0 16,-8 1-16,-17 0 15,2-1 1,-13 3-16,1 1 16,-3 2-16,-9 1 15,-1-2-15,-3 2 16,-7-1-16,-4 1 16,-10 0-16,-9-2 15,-4 0-15,-7 0 16,-9 0-16,-13-2 15,-5-1 1,-7 1-16,-3-1 16,-19 3-16,22-5 15,-22 5-15,0 0 16,18-7-16,-18 7 16,0 0-16,0 0 15,26-14-15,-7 4 16,1 0-16,-4-1 15,-16 11-15,23-13 16,-23 13 0,0 0-16,0 0 15,14-12-15,-14 12 16,0 0-16,0 0 16,0 0-16</inkml:trace>
  <inkml:trace contextRef="#ctx0" brushRef="#br0" timeOffset="5600.19">6345 1407 0,'0'0'0,"0"0"0,0 0 0,8 6 15,12 10 1,14 13-16,9 15 16,4 9-16,-1 3 15,1 5-15,-3-8 16,-6-6-16,-5-8 15,-7-9 1,-4-6-16,-3-7 16,-5-7-16,-14-10 15,23 10-15</inkml:trace>
  <inkml:trace contextRef="#ctx0" brushRef="#br0" timeOffset="5865.04">6618 1379 0,'0'0'0,"0"0"0,0 0 0,0 0 0,-2 7 16,-1 15-16,-5 21 15,0 10-15,0 0 16,0 3-1,0-4-15,-4-5 0,1-4 16,0-7-16,0-5 16,2-5-1,1-4-15,1 0 16</inkml:trace>
  <inkml:trace contextRef="#ctx0" brushRef="#br0" timeOffset="6365.73">7051 1454 0,'0'0'0,"0"0"0,0 0 15,0 0-15,-3 8 16,-6 14-16,-2 13 15,-1 7 1,6-2-16,4-4 0,4-4 16,3-3-1,4-4-15,0-5 16,0-3-16,2-4 16,-11-13-16,24 16 15,-24-16-15,32 0 16,-9-14-16,4-6 15,-2-8-15,-7-5 16,-7-2-16,-3-4 16,-8 0-16,-5 4 15,-5-1 1,-5 6-16,-2 6 16,-2 2-16,-1 7 15,5 3-15,-1 5 16,16 7-16,-27 4 15,11 7-15,3 4 16,3 4-16,7 5 16</inkml:trace>
  <inkml:trace contextRef="#ctx0" brushRef="#br0" timeOffset="7298.81">7611 1372 0,'0'0'0,"0"0"0,0 0 0,0 0 15,0 0 1,0 0-16,1 11 16,1 10-16,2 19 15,1 7-15,-3 3 16,-2 4-1,-2 1-15,0 2 0,-1-4 16,1-3-16,0-5 16,1-2-1,0-4-15,0-1 16,2-4-16,3-4 16,-1-7-16,-1-9 15,-2-14-15,0 0 16,0 0-16,0 0 31,-41-60-31,5-15 16,3 0-16,9 19 15,-1-3 1,5-1-16,7 5 16,6 3-16,6 8 15,2 6-15,4-2 16,4-1-16,9-12 15,16-8-15,11 3 16,5 8-16,-2 9 16,-1 11-16,0 5 15,1 7 1,1 13-16,1 6 16,-3 14-16,-7-1 15,-9 2-15,-6 3 16,-4 8-16,-5 11 15,-11 10-15,-12 5 16,-21 4-16,-23 1 16,1-9-16,-1-12 15,9-11 1,11-9-16,4-6 16,7-3-16,5-3 15,15-5-15,-17 5 16,17-5-16,0 0 15,0 0-15,0 0 16,0 0-16,0 0 16,0 0-16,17 11 15,38 5 1,24 9-16,5 8 16,6 9-16,0 5 15,-6 0-15,-3 2 16,-12-2-16,-5 3 15,-8-4-15,-12-6 16,-9-9-16,-10-4 16,-7-7-16,-4-5 15,-7-4-15,-7-11 16,8 13 0,-8-13-16,0 0 15,4 10-15,-4-10 16,0 0-16,0 0 15</inkml:trace>
  <inkml:trace contextRef="#ctx0" brushRef="#br0" timeOffset="9316.54">1595 3218 0,'0'0'0,"0"0"15,0 0-15,-2-4 16,2 4-16,-20-11 15,-3 1-15,-12 10 16,-13 16-16,-14 20 16,1 24-16,3 19 15,8 11-15,14-1 16,17-5-16,10-11 16,13-13-1,11 1-15,15 0 16,15-4-16,14-9 15,10-16-15,5-13 16,6-12-16,-2-16 16,-4-16-16,-6-9 15,-14-12-15,-11-3 16,-15 3 0,-13-10-16,-8-2 15,-7-6-15,-13 3 16,-12 1-16,-9 6 15,-17-1-15,-5 6 16,-6 8-16,-4 7 16,-1 9-16,4 5 15,8 7-15,11 7 16,15 5-16,10 2 16,19-1-1,-18 12-15,20 9 16,19 19-16</inkml:trace>
  <inkml:trace contextRef="#ctx0" brushRef="#br0" timeOffset="10065.09">4880 3212 0,'0'0'0,"0"0"15,0 0-15,0 0 16,-6-3-16,6 3 16,-32 5-16,-5 8 15,-11 9-15,12 0 16,5 2 0,7 5-16,6 2 15,5 2-15,5 7 16,5-1-16,8 2 15,11 8-15,13 2 16,13 1-16,20-9 16,0-11-16,8-14 15,4-16-15,-1-12 16,2-17-16,-10-2 16,-11-10-1,-11 1-15,-11-5 16,-5-6-16,-7-3 15,-9-4-15,-11-1 16,-11 2-16,-9 4 16,-8 2-16,-10 3 15,-8 3-15,-9 5 16,-13 9-16,-9 5 16,0 10-16,2 6 15,14 9 1,3 8-16,10 5 15,6 2-15</inkml:trace>
  <inkml:trace contextRef="#ctx0" brushRef="#br0" timeOffset="10948.15">2003 4836 0,'0'0'0,"0"0"16,-5-2-16,5 2 15,0 0-15,-22-3 16,22 3-16,-22 2 16,4 7-16,-7 13 15,-5 9-15,2 12 16,8 7-1,7 0-15,11 1 16,9-8-16,11 1 16,12 0-16,9-7 15,16-7-15,8-11 16,7-18-16,4-14 16,2-13-16,-4-15 15,-13-11-15,-14-9 16,-13-3-1,-13 2-15,-19-3 16,-10 6-16,-12 4 16,-12 2-16,-7 9 15,-8 11-15,-10 12 16,-5 15-16,-5 9 16,2 10-16,9 8 15,7 3 1,12 3-16,13 3 15,8 5-15</inkml:trace>
  <inkml:trace contextRef="#ctx0" brushRef="#br0" timeOffset="11332.49">4881 4544 0,'0'0'0,"0"0"0,0 0 16,0 0-1,0 0-15,-4 2 16,-3 14-16,-14 18 16,-3 21-16,7 2 15,7 10-15,6 10 16,8 7-16,4-7 16,8-6-16,6-1 15,4-6-15,4 4 16,-5-10-1,-1-5-15,-4-5 16</inkml:trace>
  <inkml:trace contextRef="#ctx0" brushRef="#br0" timeOffset="11931.34">1816 6120 0,'0'0'0,"0"0"0,0 0 16,0 0-16,0 0 15,0 0-15,0 0 16,2 4-16,0 12 15,4 17-15,1 12 16,1 5 0,-1 0-16,-3-4 15,-3-2-15,-2 0 16,-1 1-16,-1-1 16,-1-3-16,1-2 15,-1-3-15,-2-2 16,2-5-16,-1-3 15</inkml:trace>
  <inkml:trace contextRef="#ctx0" brushRef="#br0" timeOffset="12699.94">4780 6374 0,'0'0'0,"-5"-1"16,5 1 0,-16-6-16,-1 2 15,0-1-15,17 5 16,-25-5-16,25 5 16,-20 5-16,20-5 15,-21 21-15,11-5 16,5 1-16,3 3 15,8 5-15,8 3 16,15 6 0,12-3-16,11-5 15,6-9-15,4-13 16,-6-12-16,-5-9 16,-7-10-16,-9-8 15,-8-6-15,-8-7 16,-12-9-16,-10 2 15,-17 0-15,-9 7 16,-9 4 0,-12 5-16,-4 9 15,-8 11-15,0 9 16,1 9-16,3 5 16,3 10-16,5 9 15,1 18-15,5 21 16,6-12-16</inkml:trace>
  <inkml:trace contextRef="#ctx0" brushRef="#br0" timeOffset="13298.33">3200 5694 0,'0'0'0,"0"0"0,0 0 16,0 0-16,3 12 15,6 16-15,6 34 16,0 21-16,0 12 16,-3 8-16,-4 6 15,-5 15-15,-5 23 16,-5 9-16,0 5 15,0-4-15,0 9 16,-4-7-16,-3-6 16,1-1-1,-2-10-15,2-8 16,2-13-16,0-21 16,2-18-16,2-15 15,4-5-15</inkml:trace>
  <inkml:trace contextRef="#ctx0" brushRef="#br0" timeOffset="13883.35">5980 6052 0,'0'0'0,"0"0"0,1-2 15,-1 2-15,0 0 16,0 0-16,0 0 15,10 27-15,-1 13 16,3 16-16,-3 11 16,-5 11-1,-4 3-15,0 6 16,-2 9-16,0 8 16,-1-3-16,0 7 15,1-6-15,0-2 16,0 4-16,0-7 15,-1-1-15,3-1 16,2-8 0,5-5-16,3-7 0,1-7 15,-1 7 1</inkml:trace>
  <inkml:trace contextRef="#ctx0" brushRef="#br0" timeOffset="14317.65">1863 7346 0,'0'0'0,"0"0"0,0 0 16,2 15 0,5 27-16,2 34 15,1 19-15,-3-5 16,0-4-16,0 1 15,0-1-15,-1-7 16</inkml:trace>
  <inkml:trace contextRef="#ctx0" brushRef="#br0" timeOffset="14832.67">4884 7375 0,'0'0'0,"0"0"0,0 0 0,0 0 16,0 0-16,0 0 15,0 0-15,0 11 16,0 29-16,-3 30 15,-1 10-15,-1-6 16,0 0-16,0-4 16,1-10-16,1-6 15,2-12-15,1-7 16,2-4 0,2-2-16,3 1 15,-1-3-15,-2-3 16,0 0-16,2-3 15,-3-5-15</inkml:trace>
  <inkml:trace contextRef="#ctx0" brushRef="#br0" timeOffset="24749.2">7117 4587 0,'0'0'0,"0"0"0,0 0 16,0 0-16,0 0 15,0 2-15,0-2 16,0 0-16,3 14 16,4 9-16,1 13 15,-1 6-15,-2 0 16,-1 6 0,1 5-16,0 6 15,-2 4-15,-1-3 16,-2-5-16,0 0 15,0 1-15,0-2 16,0-5-16,0-11 16,0-10-16,0-7 15,0-8-15,0-13 16</inkml:trace>
  <inkml:trace contextRef="#ctx0" brushRef="#br0" timeOffset="25855.41">7159 6084 0,'0'0'0,"0"0"15,0 0-15,0 0 16,0 0-16,0 0 16,0 7-16,4 11 15,3 16-15,2 9 16,0 3-16,-1 0 16,-4 2-1,-4-1-15,-1-1 16,-2-4-16,2-1 15,0-2-15,0-4 16,-1-4-16,1-4 16,0-3-16,1-1 15,1-5-15</inkml:trace>
  <inkml:trace contextRef="#ctx0" brushRef="#br0" timeOffset="28000.3">7278 7629 0,'0'0'0,"-5"-3"0,5 3 15,-20-20 1,1 0-16,-3 5 16,-2 2-16,-7 0 15,-6-1-15,0 1 16,-2-1-16,0 6 16,0 2-16,0 1 15,2 5-15,9 0 16,5 2-16,1 3 15,6 0 1,0 2-16,16-7 16,-25 28-16,14-2 15,1 2-15,4 7 16,5-3-16,4 1 16,0-2-16,2-7 15,2-2-15,-1-1 16,3 2-16,1 2 15,0-2-15,2-1 16,1 0 0,2 0-16,-4-1 15,0-1-15,1-1 16,2-1-16,0-1 16,3 1-16,3-1 15,2-1-15,1-2 16,2-1-16,2 1 15,-2-5-15,2 0 16,3-1 0,3-2-16,4-4 15,1-4-15,0-2 16,0-2-16,1-3 16,-2-7-16,1-5 15,-2-4-15,1-6 16,-5-3-16,-4-5 15,-6 4 1,-5 3-16,-4-1 16,-5-4-16,-5-5 15,-6 5-15,-10 2 16,-8 1-16,-8-2 16,-10-1-16,-10 5 15,-7 4-15,-13 14 16,-6 3-16,-2 6 15,6 10-15,13 2 16,11 6 0,6 7-16,13 4 15</inkml:trace>
  <inkml:trace contextRef="#ctx0" brushRef="#br0" timeOffset="30631.39">7263 3154 0,'0'0'0,"0"0"0,0 0 16,0 0-16,0 0 15,0 0-15,-5-5 16,5 5 0,-27-11-16,-7 3 15,-8 5-15,-8 6 16,-7 6-16,1 6 15,4 4-15,16 11 16,6 5-16,5 13 16,9 5-16,10 3 15,15 6-15,14-1 16,10-2 0,15-2-16,5-9 15,3-8-15,7-7 16,0-9-16,0-10 15,0-9-15,-8-7 16,3-17-16,-6-1 16,-7-4-16,-10-5 15,-10-1-15,-8-3 16,-7-12 0,-11-2-16,-15-5 15,-12-4-15,-11-1 16,-19 8-16,-13 0 15,-6 10-15,-6 10 16,5 6-16,1 10 16,5 6-16,6 5 15,15 2-15</inkml:trace>
  <inkml:trace contextRef="#ctx0" brushRef="#br0" timeOffset="42648.32">13852 1896 0,'0'0'0,"0"0"0,0 6 16,0 15-16,-1 29 15,-4 30-15,-3 16 16,1 10-16,-3 8 15,-1 11 1,4-6-16,3 4 16,3 0-16,2 4 15,3 11-15,-2-2 16,0 6-16,1 6 16,-1 6-16,-1 3 15,0 13-15,-2-6 16,-2 6-16,-2 7 15,-4 1-15,-1 4 16,-2-4 0,-4 4-16,0-8 15,-2 12-15,1-14 16,-1 1-16,3-12 16,0-15-16,3-6 15,-1-13-15,3-3 16,3-13-16,2-7 15,3-7 1,1-11-16,1-6 16,0-9-16,0-2 15,1-7-15,1-3 16,0-12-16,0-6 16,-1-10-16,0-6 15,1-2-15,-1-3 16,0-1-16,0-5 15,0-2-15,0-2 16,1 2 0,-2 1-16,2 4 15,-1 4-15,0 6 16,0-1-16,1 3 16,-2 4-16,2-2 15,-1 0-15,-1-4 16,-1-1-16,-1 1 15,-2-2-15,1 0 16,-1-6-16,1 0 16,-1-5-1,2-1-15,-1-2 16,1-1-16</inkml:trace>
  <inkml:trace contextRef="#ctx0" brushRef="#br0" timeOffset="43799.08">12411 7677 0,'0'0'0,"0"0"15,0 0-15,0 0 16,1-3 0,-1 3-16,0 0 15,36-12-15,18-4 16,23 2-16,17 3 16,14 4-16,8 3 15,8 1-15,-2 4 16,7 5-16,3 1 15,8 1-15,0-1 16,7 1-16,1 0 16,3 0-1,2 0-15,0-1 16,8 6-16,-6 3 16,15-2-16,-8 1 15,9-2-15,13 3 16,-11-2-16,11-1 15,-11 0-15,-1 0 16,11-2 0,-7-1-16,17 3 15,-16 2-15,11 1 16,-3 4-16,-1 0 16,-7-2-16,1-1 15,-9 0-15,-4 0 16,1 0-16,-7-2 15,3 3-15,-7-3 16,-13-1-16,-14-1 16,1 0-1,-2 1-15,14-3 16,-14-4-16,-17-3 16,-8-2-16,-14-4 15,4 1-15,-8-1 16,-1 1-16,-8 1 15,-7 0-15,-8 0 16,-14 0-16,-4-1 16,-12 1-1,-11 0-15,-19 0 16,19-4-16,-19 4 16,0 0-16,0 0 15,0 0-15,2-10 16,-24-7-16,-23-12 15,-9 3-15,-5 0 16,-2 7 0,1 1-16,1 0 15,5 2-15,5-2 16,5 2-16,7 0 16,8 0-16,5-2 15,6-3-15,4 3 16,5 1-16,4 6 15,5 11-15,-5-11 16,5 11-16,0 0 16,37 2-1,8 3-15,7 2 16,-4 9-16,-1 8 16,-5 4-16,-1 11 15,-8-1-15,-10 1 16,-8-2-16,-12-1 15,-10 10-15,-14 7 16,-14 1 0,-11 3-16,-13-5 15,-1-7-15,-2-4 16,3-8-16,4-8 16,10-6-16,9-4 15,7-4-15,8-1 16,2-3-16</inkml:trace>
  <inkml:trace contextRef="#ctx0" brushRef="#br0" timeOffset="44414.78">20278 8868 0,'0'0'0,"0"0"16,0 0-16,0 0 16,0 0-16,21 14 15,14 13-15,15 15 16,-4-6-16,4 5 15,8 5-15,-1 1 16,1 0-16,-9-10 16,-8-3-1,-8-10-15,-3-5 16,-3-2-16,-2-4 16,-3-1-16,-22-12 15</inkml:trace>
  <inkml:trace contextRef="#ctx0" brushRef="#br0" timeOffset="44699.63">20739 8998 0,'-2'-11'0,"-1"1"0,3 10 0,0 0 0,-7-16 16,7 16-16,0 0 15,0 0-15,0 0 16,-21 9-16,-3 13 16,0 10-1,-6 19-15,-2-1 16,4 6-16,0-4 16,1-1-16,3-1 15,-1 0-15,1 5 16,7-3-16,5-2 15,6-14-15</inkml:trace>
  <inkml:trace contextRef="#ctx0" brushRef="#br0" timeOffset="44964.78">21204 9348 0,'0'0'16,"0"0"-16,0-3 0,0 3 15,0 0 1,0 0-16,-9 17 16,-11 31-16,-18 34 15,-3 20-15,2 1 16,5 3-16,7-4 15,4-7-15,8-17 16</inkml:trace>
  <inkml:trace contextRef="#ctx0" brushRef="#br0" timeOffset="45981.25">13587 1829 0,'0'0'0,"0"0"0,0 0 15,-4 10-15,-7 14 16,-10 24 0,-3 7-16,2 1 15,4-12-15,5-8 16,4-11-16,2-6 15,2-4-15,5-15 16,-4 12-16,4-12 16,0 0-16,0 0 15,0 0-15,0 0 16,30-12-16,23-30 16,12-15-16,-10 7 15,-12 10 1,-7 8-16,-5 3 15,1 3-15,5 4 16,1 9-16,0 5 16,-6 7-16,1 10 15,1 7-15,1 9 16,4 7 0,0 5-16,-5 0 15,2 1-15,-2-2 16,-2-3-16,-8-7 15,0-3-15,-1-7 16,-2-4-16,-4-5 16,-17-7-16,19 9 15</inkml:trace>
  <inkml:trace contextRef="#ctx0" brushRef="#br0" timeOffset="46382.03">12188 1429 0,'0'0'0,"0"0"16,0 0-16,0 0 15,0 0-15,3 5 16,4 6-16,9 12 16,7 13-1,7 9-15,8 8 16,8 2-16,2-4 15,1-3-15,-2-4 16,-6-7-16,-2 0 16,-4-7-16,-6-2 15,-9-11-15,-6-2 16,-5-4 0</inkml:trace>
  <inkml:trace contextRef="#ctx0" brushRef="#br0" timeOffset="46664.42">12510 1436 0,'0'0'0,"0"0"0,0 0 16,0 2-16,-3 9 15,-4 20-15,-5 16 16,-3 9-16,-1 4 16,0 0-16,-2-4 15,1-4-15,0-2 16,0 0-16,0-3 16,0-2-1,-1-6-15,2-5 16</inkml:trace>
  <inkml:trace contextRef="#ctx0" brushRef="#br0" timeOffset="47232.04">12712 1952 0,'0'0'0,"0"0"0,0 0 0,0 0 16,4 0-16,-4 0 16,25-4-16,2 1 15,4 3-15,-2 4 16,-1 7 0,-6 1-16,-6 2 15,-3 5-15,-5 3 16,-3 4-16,-5 4 15,-6 6-15,-5 3 16,-6 9-16,-2-1 16,-3 0-16,4-3 15,0-5-15,2-5 16,2-4-16,3-4 16,2-5-1,0-1-15,3-4 16,3-4-16,3-12 15,-4 13-15,4-13 16,0 0-16,-3 11 16,3-11-16,11 13 15,12-5-15,20 3 16,22-7 0,9-4-16,-1-3 15,-12-5-15,-7 0 16,-12 1-16,-9 3 15,-6 0-15,-9 1 16,-18 3-16,19-2 16,-19 2-16,0 0 15</inkml:trace>
  <inkml:trace contextRef="#ctx0" brushRef="#br0" timeOffset="52315.15">13684 7604 0,'0'0'0,"0"0"0,0 0 16,0 0-16,-5 3 15,5-3-15,0 0 16,-15 10-16,15-10 16,0 0-1,0 0-15,0 0 16,-10 11-16,10-11 16,-2 16-16,2-1 15,5 0-15,3 2 16,9-1-16,5-7 15,8-7-15,6-9 16,0-1 0,-3-7-16,-2-9 0,-6 0 15,-6-6 1,-4-2-16,-7 3 16,-8 3-16,-3 1 15,-6 5-15,-4 1 16,-6 4-16,-2 3 15,-3 3-15,-1 5 16,3 3-16,4 4 16,2 1-1,1 2-15,15-6 16,-28 23-16,15-8 16,3 1-16,2 3 15,1 0-15,4 6 16,3 3-16,6 1 15,2-5-15,2-6 16,-1-3-16,-9-15 16,18 15-16,-18-15 15,21 6 1,-21-6-16,23-10 16,-15-7-16,-4-6 15,-6-3-15,-3 4 16,-7-1-16,-5 0 15,-4 3-15,-3 4 16,-2 3-16,0 6 16,1 2-16,4 2 15,6 3 1,15 0-16,-24 8 16,24-8-16,-17 14 15,10 0-15,3 4 16,2 10-16,4-2 15,4 5-15,4-2 16,5-1 0,0-3-16,-1-8 15,-2-5-15,-12-12 16,21 15-16,-21-15 16,29 4-16,-9-13 15,2-10-15,-2-7 16,-4-4-16,-6-2 15,-3-2-15,-6 3 16,-3 2-16,-5 4 16,-5-1-16,-3 2 15,-3 4 1,0 4-16,2 1 16,16 15-16,-22-15 15,22 15-15,0 0 16,-21-6-16,21 6 15,-15 10-15,6 3 16,0 13-16,3 7 16,6 2-1,4 0-15,3-5 16,4 3-16,4-1 16,3-1-16,-1-6 15,-2-8-15,-5-7 16,-10-10-16,18 9 15,-18-9-15,31-9 16,-14-8-16,-3-4 16,-7-3-1,-7-3-15,-4 3 16,-6-2-16,-4 4 16,-3 0-16,0 7 15,-6 3-15,-7 8 16,-8 8-16,-1 11 15,5 6-15,5 7 16,8-4-16,6 2 16,4-3-1,5 3-15,5 1 16,3-2-16,5-2 16,0-3-16,2-5 15,-2-4-15,-7-11 16,13 11-16,-13-11 15,32-13-15,-6-11 16,-4-8-16,-7-1 16,-8-4-16,-5 3 15,-6 3 1,-3 7-16,2 8 16,-3 3-16,8 13 15,0 0-15,-12-11 16,3 22-16,-14 15 15</inkml:trace>
  <inkml:trace contextRef="#ctx0" brushRef="#br0" timeOffset="55247.24">695 3111 0,'0'0'0,"0"0"0,0 0 15,0 0-15,0 0 16,-4 4-16,4-4 15,0 0-15,0 0 16,0 0-16,0 0 16,0 0-16,0 0 15,-3 10-15,3-10 16,0 0 0,0 0-16,0 0 15,0 0-15,0 0 16,0 0-16,0 0 15,0 0-15,0 0 16,0 0-16,0 0 16,0 0-16,0 0 15,0 0-15,-11 10 16,11-10-16,0 0 16,0 0-16,0 0 15,0 0 1,0 0-16,0 0 15,0 0-15,0 0 16,0 0-16,0 0 16,0 0-16,0 0 15,0 0-15,0 0 16,0 0 0,0 0-16,0 0 0,0 0 15,0 0 1,0 0-16,0 0 15,0 0-15,0 0 16,0 0-16,0 0 16,-13 17-16,2 10 15,-9 22-15,-6 13 16,4-4-16,1-5 16,1 0-16,-1 3 15,-1 1 1,2-3-16,-1-6 15,8-7-15,2-9 16,1-6-16,4-5 16,6-21-16,0 0 15,0 16-15,0-16 16,0 14-16,0-14 16,0 0-16,0 0 15,0-36 1,2-27-16,5-5 15,13-6-15,2 3 16,-1 13-16,-2 6 16,-4 13-16,-3 10 15,-4 9-15,-1 7 16,-7 13-16,4-13 16,-4 13-16,0 0 15,0 0 1,0 0-16,0 0 15,17 10-15,-2 6 16,3 12-16,2 7 16,3 8-16,-4 0 15,0 0-15,-4 2 16,-1-4-16,0 4 16,-4-6-1,-1-4-15,-3-8 16,-4-7-16,-1-7 15,-1-13-15,1 17 16,-1-17-16,0 0 16,0 0-16,0 0 15</inkml:trace>
  <inkml:trace contextRef="#ctx0" brushRef="#br0" timeOffset="55480.9">438 3625 0,'0'0'0,"0"0"16,0 0-16,0 0 16,11-4-16,10-4 15,12-4 1,10 0-16,0 1 15,2 2-15,-4 3 16,-4 0-16,-8 2 16,-1 1-16,-7 1 15,-6-10-15</inkml:trace>
  <inkml:trace contextRef="#ctx0" brushRef="#br0" timeOffset="55831.06">796 2888 0,'0'0'0,"0"0"0,0 0 16,6 7-16,12 13 0,18 27 15,5 11 1,-2 7-16,-4 9 16,-3 8-16,-6-1 15,-7 2-15,-4-1 16,-11 7-16,-11 5 16,-13 6-16,-17 20 15,-22 21-15,-12 7 16,-18 18-1,-314 433 1</inkml:trace>
  <inkml:trace contextRef="#ctx0" brushRef="#br0" timeOffset="57232.24">13145 8214 0,'0'0'0,"0"0"0,0 0 0,-7 13 15,-17 31-15,-20 30 16,-5 5-16,-3-1 16,-3 6-16,0-3 15,7-12-15,5-12 16,6-5-16,5-13 16,7-7-16,8-9 15,6-12-15,11-11 16,0 0-1,0 0-15,-6-32 16,21-36-16,20-17 16,9-9-16,8 2 15,3 2-15,3 6 16,-4 7-16,-7 15 16,-10 14-16,-9 16 15,-5 12-15,-5 6 16,-18 14-1,28-8-15,-13 15 16,3 13-16,2 17 16,-4 21-16,-4 10 15,-3 6-15,-3 3 16,1-4-16,-2-3 16,1-2-16,3-4 15,3 4-15,6-1 16,2-2-16,0-12 15,-2-10 17,-2-9-32,-5-10 15</inkml:trace>
  <inkml:trace contextRef="#ctx0" brushRef="#br0" timeOffset="57498.69">12653 9015 0,'0'0'0,"0"0"16,6 0-16,15 0 15,36 0-15,24 0 16,5-2-16,-4 0 15,-4-3-15,-6 0 16,-9-2 0,-7-5-16,-11 0 15,-9-1-15,-15 5 16</inkml:trace>
  <inkml:trace contextRef="#ctx0" brushRef="#br0" timeOffset="63364.75">13803 3343 0,'0'0'0,"0"0"0,0 0 0,0 0 15,0 0-15,-3 5 16,3-5-16,-10 13 15,3-2-15,0 0 16,7-11-16,-13 18 16,10-7-16,3 0 15,2 4-15,7 0 16,7-1-16,9 1 16,9-3-1,5-7-15,-6-5 16,-6-6-16,-4-3 15,-5-4-15,-5-5 16,-4-4-16,-3-7 16,-5-2-16,-3-2 15,-5 4-15,-2 1 16,-4 5-16,1 3 16,-3 5-1,3 4-15,12 11 16,-20-12-16,20 12 15,0 0-15,-16-4 16,16 4-16,0 0 16,-12 16-16,8 1 15,4 7-15,3 1 16,5 2-16,4 3 16,2-5-1,1-4-15,-2-6 16,1-3-16,-14-12 15,26 9-15,-26-9 16,26-7-16,-12-6 16,-5-4-16,-4-7 15,-4 1-15,-6 2 16,-5 2-16,-2 2 16,-6 3-16,-7 6 15,-11 1 1,-2 5-16,5 2 15,8 4-15,1 5 16,0 9-16,2 9 16,1 5-16,6 4 15,4 5-15,4-3 16,4 0-16,6-4 16,1-3-16,3-6 15,2-3 1,-1-5-16,-1-5 15,-7-12-15,14 13 16,-14-13-16,22-1 16,-7-10-16,-1-6 15,-2-6-15,-3-6 16,-5 0-16,-4-2 16,-4-2-16,-5-2 15,-3 4 1,-3 6-16,-3 3 15,3 6-15,1 6 16,14 10-16,-19-9 16,19 9-16,0 0 15,-15 0-15,15 0 16,-11 15-16,4 7 16,2 9-16,4 6 15,4 2 1,6-2-16,3 0 15,2-5-15,1-4 16,-1-9-16,-3-6 16,-11-13-16,16 15 15,-16-15-15,17 2 16,-17-2-16,25-17 16,-15 0-16,-2-4 15,-7-6 1,-1 2-16,-5 1 15,-4 4-15,0 0 16,-3 4-16,1 1 16,0 4-16,11 11 15,-15-9-15,15 9 16,0 0-16,0 0 16,0 0-16,-16-2 15,16 2-15,0 0 16,0 0-1,0 0-15,2 13 16,-2-13-16,16 17 16,2-6-16</inkml:trace>
  <inkml:trace contextRef="#ctx0" brushRef="#br0" timeOffset="65414.62">12259 3241 0,'0'0'0,"0"0"0,0 0 16,0 0-16,0 4 15,2 10-15,2 17 16,0 10-16,2 2 16,0-2-16,1 1 15,2 0-15,0-1 16,-1 2-1,2-4-15,-2 0 16,0 0-16,-1-2 16,1-3-16,-4-1 15,3-4-15,-2-1 16,-3-8-16,1-6 16,-3-14-16,3 15 15,-3-15-15,0 0 16,0 0-1,0 0-15,0 0 16,-10-15-16,-1-13 16,-5-4-16,0-6 15,-2-6-15,2-3 16,1-1-16,4 1 16,3 4-16,0 2 15,3 1-15,-2-2 16,2-1-1,0 1-15,1 0 16,1 2-16,3 6 16,1 2-16,2 3 15,1 4-15,1-1 16,0 5-16,4-1 16,3-1-16,2 3 15,4 0-15,4 3 16,6 4-1,5 3-15,6 3 16,2 5-16,-1 6 16,1 6-16,-7 2 15,-4 3-15,-6 2 16,-2 5-16,-5 4 16,-3 2-16,-1 3 15,-10 0-15,-3 0 16,-3 0-1,-10 0-15,-4 5 16,-6-3-16,-4-1 16,2-6-16,0-5 15,3-3-15,1-3 16,4-4-16,1-2 16,16-9-16,-23 12 15,23-12-15,-17 7 16,17-7-1,0 0-15,0 0 16,0 0-16,-18 4 16,18-4-16,0 0 15,0 0-15,0 0 16,0 0-16,0 0 16,0 0-16,0 0 15,0 0-15,0 0 16,0 0-16,0 0 15,0 0 1,0 0-16,35-8 16,-1 5-16,11-1 15,8-1-15,0 0 16,-1 2-16,-6 1 16,-7 0-16,-5 4 15,-4 0-15,-5 2 16,-3 3-16,-4 1 15,1 2 1,-3 2-16,-1 4 16,-2 1-16,-4 0 15,-2-1-15,-2 0 16,-1 1-16,-4 0 16,0 0-16,-4 3 15,-5 1-15,-6 3 16,-7 3-1,0 0-15,-3-6 16,2-3-16,1-3 16,-2-3-16,-3 2 15,-8-1-15,0-4 16,2-1-16,2-2 16,2 1-16,-2-3 15,1 0-15,-4 0 16,-1-1-16,-7-3 15,0-2-15,-1 1 16,3 0 0,1-1-16,3 1 15,2-1-15,3 0 16,7 0-16,2-2 16,6-1-16,16 5 15,-21-8-15</inkml:trace>
  <inkml:trace contextRef="#ctx0" brushRef="#br0" timeOffset="67883">542 4910 0,'0'0'0,"0"0"0,0 0 16,0 2-16,0-2 15,6 29-15,6 8 16,5 11-16,1 13 16,7 10-1,-7 11-15,-10 2 16,-8-13-16,-5-15 16,0-11-16,-6-4 15,0-7-15,0-12 16,1-9-16,10-13 15,-22-5-15,4-15 16,-6-26-16,-4-23 16,8-21-16,9-4 15,5 0 1,7 10-16,4 11 16,3 11-16,7 10 15,3 4-15,6 3 16,12 0-16,10 5 15,17 7-15,5 5 16,-1 5-16,5 7 16,-7 5-16,-3 6 15,-12 6 1,-6 4-16,-14 7 16,-6 7-16,-9 10 15,-9 12-15,-15 15 16,-21 14-16,-18 15 15,-9-6 1,2-15-16,0-9 0,6-13 16,6-10-16,9-7 15,9-9 1,10-8-16,15-8 16,0 0-16,0 0 15,0 0-15,31-1 16,31-13-16,11-5 15,7-1-15,-6 2 16,-4 4-16,-8 7 16,-4 9-16,-6 4 15,-16 5-15,-12 6 16,-11 12 0,-13 18-16,-21 21 15,-25 13-15,-19 5 16,-12-3-16,-4-5 15,2-13-15,-6-5 16,6-13-16,7-12 16,8-13-16,14-18 15,-7-30 1,-216-183 0</inkml:trace>
  <inkml:trace contextRef="#ctx0" brushRef="#br0" timeOffset="68165.74">1469 4356 0,'0'0'0,"0"0"0,1 6 16,3 13-16,10 32 15,0 36-15,-6 15 16,-9 11-16,-7 3 16,-6 9-16,-7 8 15,-8-3-15,-6 1 16,-16 12 0,-1-9-16,-11 12 15,-9-2-15,-6-4 16</inkml:trace>
  <inkml:trace contextRef="#ctx0" brushRef="#br0" timeOffset="71313.96">18301 7742 0,'0'0'0,"0"0"0,0 0 16,0 0-16,0 0 16,0 0-16,0 0 15,0 0-15,0 8 16,-1 5-16,0 11 16,-2 7-1,1 7-15,0 7 16,-1 4-16,1-5 15,0-8-15,-1-5 16,1-6-16,1-5 16,1-5-16,-1-3 15,1-12-15,0 16 16,0-16-16,0 0 16,0 0-16,0 0 15,0 0 1,0 0-16,-20-23 15,3-6-15,-1-5 16,5 1-16,2 3 16,2 5-16,4 7 15,2 3-15,0 6 16,3 9-16,-2-10 16,2 10-1,0 0-15,0 0 16,0 0-16,0 0 15,0 0-15,-10 11 16,-3 12-16,3 5 16,3 3-16,6 4 15,3 0-15,4-5 16,0-6-16,0-8 16,1-3-1,-7-13-15,22 14 16,-4-13-16,7-6 15,0-7-15,-4-6 16,-2-6-16,-5-2 16,-5-1-16,-7 2 15,-4 4-15,-1 2 16,0 7-16,3 12 16,-9-13-16,9 13 15,-29 0-15,1 7 16,-8 10-1,4 7-15,5 9 16,5 5-16,6 5 16,7 4-16,4-1 15,8-4-15,4-6 16,6-4-16,2-6 16,4-6-1,1-8-15,5-9 16,7-12-16,1-11 15,2-12-15,-7-10 16,-7-3-16,-3-8 16,-6-1-16,-5 4 15,-3 6-15,-5 8 16,-3 9-16,-1 7 16,1 10-16,4 10 15,-7-12 1,7 12-16,-40 14 15,-2 12-15,0 10 16,8 5-16,5 0 16,6 0-16,10-4 15,6-5-15,6-2 16,5-6-16,2-4 16,-1-6-16,-5-14 15,17 14-15,-1-16 16,5-10-16,3-11 15,-3-10 1,-5 0-16,-8-2 16,-4 1-16,-4 7 15,-3 3-15,0 7 16,1 7-16,2 10 16,-4-11-16,4 11 15,0 0-15,-14 12 16,1 16-1</inkml:trace>
  <inkml:trace contextRef="#ctx0" brushRef="#br0" timeOffset="72015.11">18656 9022 0,'0'0'0,"0"0"16,-2-4-16,2 4 15,-11-24-15,-9 0 16,-14 0-1,-11-2-15,-9-2 16,-5 6-16,-2 2 16,3 6-16,-3 4 15,7 3-15,8 5 16,12 3-16,7 3 16,-2 4-16,-2 9 15,-3 11-15,2 9 16,5 10-1,5 10-15,4 10 16,6 5-16,10 4 16,7 1-16,8-1 15,8 0-15,6-6 16,13-7-16,7-8 16,12-9-16,15-12 15,11-7-15,13-17 16,2-12-1,-5-8-15,-12-8 16,-17-3-16,-13 0 16,-10-2-16,-9-1 15,-12 3-15,-15-4 16</inkml:trace>
  <inkml:trace contextRef="#ctx0" brushRef="#br0" timeOffset="73015.32">967 6447 0,'0'0'0,"0"0"16,0 0-16,0 0 16,-8 0-16,8 0 15,-25 0-15,-1 0 16,-11 2-16,-6 4 15,-8 9 1,1 7-16,-5 7 16,7 9-16,11 4 15,10 2-15,10-3 16,10-2-16,6-3 16,12 1-16,5 2 15,17 0-15,9-1 16,5-5-16,7-8 15,-11-7 1,-5-7-16,-3-7 16,2-5-16,-2-6 15,5-10-15,1-14 16,5-11-16</inkml:trace>
  <inkml:trace contextRef="#ctx0" brushRef="#br0" timeOffset="73298.58">1086 6157 0,'0'0'0,"0"0"0,0 0 0,4 1 16,-4-1-16,35 17 15,4 6-15,6 17 16,-2 13 0,-8 5-16,-11 11 15,-13 11-15,-12 15 16,-22 23-16,-25 22 16,-20 7-16,-20 17 15,-4-11-15,-11 1 16,-353 420-16</inkml:trace>
  <inkml:trace contextRef="#ctx0" brushRef="#br0" timeOffset="77097.67">19096 3394 0,'0'0'0,"0"0"0,0 0 0,0 0 16,0 0-16,0 0 15,0 3-15,0-3 16,0 13-16,-1 0 16,0 7-16,-1 4 15,2 5-15,-2 0 16,1 2-16,0-2 16,0-2-1,1 0-15,2 3 16,1 1-16,2 0 15,1-1-15,-2-2 16,1 1-16,-5-6 16</inkml:trace>
  <inkml:trace contextRef="#ctx0" brushRef="#br0" timeOffset="77598.06">18851 3106 0,'0'0'0,"0"0"0,0 0 0,2-6 16,13-7-16,37-8 16,32-5-16,8 11 15,-4 10-15,0 9 16,-3 7-16,-8 5 16,5 7-16,-1 4 15,-5 7 1,-5 9-16,-9 4 15,-10 0-15,-11 7 16,-10 2-16,-12 6 16,-13 2-16,-17 5 15,-18-1-15,-18-1 16,-25-5-16,-21 1 16,-22-4-16,-16-6 15,5-9 1,1-7-16,18-13 15,16-9-15,14-7 16,14-8-16,9-5 16,12-12-16</inkml:trace>
  <inkml:trace contextRef="#ctx0" brushRef="#br0" timeOffset="78664.12">18295 3768 0,'0'0'0,"0"0"16,0 0-16,0 0 16,0 0-16,0 0 15,0 0-15,0 0 16,0 0-16,0 0 16,0 3-16,0-3 15,0 10 1,0-10-16,5 19 15,-5-19-15,12 14 16,-12-14-16,22 10 16,3-9-16,6-5 15,-1-3-15,-7-3 16,-6-4-16,-5-2 16,-5-2-1,-1-6-15,-6 2 16,-4-5-16,-5 2 15,-5-1-15,-3 6 16,-2 2-16,-3 5 16,0 7-16,-4 4 15,-1 7-15,1 7 16,3 4-16,7 1 16,5 6-16,6 2 15,5 3 1,6-1-16,4-4 15,3-2-15,3-3 16,5-6-16,7-1 16,4-7-16,2-5 15,-5-6-15,-10-2 16,-4-2-16,-6-4 16,-3-1-16,-5-5 15,-5 0 1,-5 0-16,-5-1 15,-4 5-15,0 2 16,-2 6-16,0 5 16,-2 6-16,1 5 15,0 7-15,6 6 16,5 4-16,4 3 16,7 2-16,7 2 15,10 2 1,8 0-16,4-6 15,7-7-15,1-11 16,-2-5-16,-1-9 16,-9-1-16,-7-6 15,-5 0-15,-5 0 16,-5-2-16,-5-3 16,-17-6-16,-33-2 15,-52 2 1</inkml:trace>
  <inkml:trace contextRef="#ctx0" brushRef="#br0" timeOffset="79681.77">759 7864 0,'0'0'0,"0"2"0,0-2 0,4 42 16,4 18-16,-2 2 16,1-4-16,-2-2 15,2 5-15,-1-6 16,-3-8-16,2-16 15</inkml:trace>
  <inkml:trace contextRef="#ctx0" brushRef="#br0" timeOffset="80048">533 7830 0,'0'0'0,"0"0"16,0 0 0,3 0-16,19 0 15,25 0-15,15 0 16,7 4-16,-3 5 16,-4 9-16,-3 5 15,-5 7-15,-6 2 16,-10 1-1,-11 1-15,-9 0 16,-7 3-16,-11 12 16,-10 13-16,-16 8 15,-11-1-15,-2-14 16,-8-14-16,7-10 16,0-9-16,-10-11 15,-227-1 1</inkml:trace>
  <inkml:trace contextRef="#ctx0" brushRef="#br0" timeOffset="80331.47">1104 7466 0,'0'0'0,"0"0"0,0 0 0,0 0 0,8 6 15,13 14 1,20 16-16,11 14 16,0 8-16,1 13 15,-5 5-15,-8 5 16,-6 12-16,-9 15 16,-12 18-16,-13 17 15,-17 9-15,-14-2 16,-8-1-1,-7-14-15,3-19 16,0-6-16</inkml:trace>
  <inkml:trace contextRef="#ctx0" brushRef="#br0" timeOffset="83682.73">7968 4521 0,'0'0'0,"-12"-4"16,-5-2-16,-31-8 16,-25 0-16,-9 6 15,-8 2-15,4 2 16,0 1-16,-3 1 15,2 0-15,-5-1 16,4 1-16,-1-4 16,-2-5-1,0-1-15,-3-2 16,-8-1-16,6 1 16,-1 0-16,-5-1 15,9 2-15,-4 0 16,1 1-16,1-1 15,0 0-15,-1-1 16,5 3 0,-4-1-16,-2-1 15,0 0-15,-7-2 16,2 6-16,2 1 16,-7 2-16,4 4 15,-1 2-15,2-1 16,6 1-16,-2 0 15,-1 0-15,7 0 16,0 0-16,3 0 16,6 0-16,4 0 15,5 0 1,1-2-16,1-1 16,0-2-16,0-3 15,0 0-15,1 0 16,-3 0-16,0 0 15,1 2-15,-7 4 16,-2 6-16,4 2 16,0 1-1,-2 2-15,1 1 16,-1 2-16,2 3 16,1 5-16,-2 2 15,4 0-15,3-1 16,3-1-16,7 0 15,2-1-15,1 0 16,1-2-16,2 0 16,-2-2-1,2-1-15,0 0 16,0 1-16,-2-1 16,-4-3-16,1-1 15,2 1-15,-2-1 16,-6 1-16,-4 0 15,7 1-15,3-2 16,3 1-16,2 4 16,3 0-1,3-2-15,-2 0 16,1 0-16,-1 0 16,-2 1-16,2 3 15,2 4-15,-1 4 16,0 5-16,1 1 15,4 1-15,46-32 16,-28 21-16,6 3 16,-3 8-16,5 8 15,0 3 1,9-3-16,2-3 16,2-1-16,1 2 15,2 2-15,-2 3 16,1 3-16,2-2 15,0-2-15,1-8 16,1 2-16,1 3 16,0 2-1,0 9-15,0-2 16,0 3-16,0 3 16,0 4-16,0 8 15,1 8-15,1-4 16,0-3-16,-1 3 15,-1 3-15,1-1 16,1-6-16,0-1 16,0-5-16,1 3 15,1 1 1,-1-8-16,4-1 16,-1-7-16,3-2 15,15-2-15,-3 0 16,1 3-16,53 48 15,-46-56-15,3-4 16,0-1-16,8-3 16,6-4-1,4 0-15,12-3 16,1-3-16,5-3 16,5-4-16,6-4 15,6-1-15,3-4 16,6-1-16,-1-2 15,9 0-15,6 1 16,-2 1-16,8 0 16,-4 1-16,9 4 15,-3 1 1,-6-2-16,0 2 16,0-2-16,1 4 15,3 0-15,2-1 16,-1 1-16,-1-1 15,8 2-15,-6-4 16,1 1-16,0-3 16,-10-1-16,6-3 15,1-2-15,3-2 16,11-2 0,-1-6-16,4-5 15,-1-3-15,-1-1 16,6 1-16,-4 1 15,-7-2-15,-1 2 16,-4-1-16,-4 2 16,4-2-16,-9 3 15,4 0 1,-4 0-16,1 2 16,-8 3-16,-3 2 15,-4 2-15,-4 2 16,-4 2-16,1 0 15,-1 0-15,-3-1 16,0 1-16,-1 0 16,1-1-16,-2-2 15,4-3 1,0-3-16,-4-1 16,-4-4-16,-5-2 15,-1 1-15,-4-1 16,0 2-16,-5 0 15,-5 3-15,-5 0 16,-4-2-16,1 0 16,3-3-16,-3 0 15,-2-1-15,-4-1 16,-2-6 0,-2-1-16,-5-4 15,-5-3-15,-4-8 16,-6-7-16,-3-5 15,-3-3-15,-6 2 16,0-8-16,-5-9 16,-1-8-16,-3 0 15,0-2-15,-3-1 16,-1 0 0,-4-5-16,-1-1 15,-1 2-15,0 0 16,0 5-16,1 2 15,0-2-15,-1 0 16,0-2-16,2 1 16,0 4-16,1 0 15,-2 3-15,2 6 16,-6 6-16,-1 6 16,-2 7-1,-4 1-15,-3 1 16,-1 1-16,-3 4 15,2 3-15,-4 1 16,0-1-16,1 6 16,1 3-16,2 3 15,0 4-15,-3 1 16,3 2 0,3 6-16,2 3 15,3 3-15,-3 3 16,-12 9-16,-20 18 15,-17 6-15</inkml:trace>
  <inkml:trace contextRef="#ctx0" brushRef="#br1" timeOffset="90899.46">13272 3171 0,'0'0'0,"0"0"0,0 0 0,0 0 16,-3 0-16,3 0 15,0 0-15,0 0 16,-18 18-16,1 5 15,-4 16-15,1 12 16,3 8-16,1 5 16,5 8-16,7 6 15,4-3 1,10-5-16,8-7 16,8-7-16,7-5 15,4-6-15,4-5 16,1-8-16,-1-5 15,-3-8-15,-6-9 16,-1-5-16,-4-4 16,-4-3-1,-1-4-15,3-5 16,5-6-16,3-13 16,-1-5-16,-2-5 15,-6 1-15,-4 0 16,-4-2-16,-2 0 15,-4 0-15,-4 0 16,-4 1-16,-2 3 16,-2 4-16,-3-1 15,0 2 1,-5-2-16,-2-1 16,-2-1-16,-1-2 15,-1 6-15,2 0 16,-1 3-16,-4 2 15,-4 0-15,-1 2 16,-3 0-16,3 5 16,0 2-1,2 3-15,-1 0 16,-1 2-16,-1 0 16,1 1-16,1 2 15,4 5-15,-1 0 16,3 0-16,-2 4 15,-2 3-15,-5 6 16,-4 3-16,1 6 16,2-1-16,2 1 15,1 2 1,1 3-16,1 6 16,-1 4-16,1 4 15,5 1-15,2 2 16,5 0-16,4 1 15,4-1-15,2 2 16,3 0-16,2 0 16,2-2-16,2 2 15,5-1-15,-1 0 16,4-4 0,1-4-16,4 3 15,8-5-15</inkml:trace>
  <inkml:trace contextRef="#ctx0" brushRef="#br1" timeOffset="92398.49">18603 7285 0,'0'0'0,"-9"-1"0,9 1 16,-50-3-16,-2 5 16,-13 4-16,-8 5 15,-2 4-15,-5 7 16,1 3-16,-2 7 16,3 3-16,6 2 15,3 3 1,2 10-16,5 6 15,6 2-15,7 1 16,11 3-16,5 2 16,3 8-16,6-4 15,10 0-15,8 1 16,10-1-16,10 1 16,9-6-1,8-2-15,12-3 16,11-9-16,11-1 15,13-10-15,7-3 16,4-7-16,9-6 16,1-7-16,5-8 15,6-9-15,-5-6 16,3-11-16,-6-5 16,-3-4-16,0-8 15,-11-5 1,-7-2-16,-13-7 15,-8-6-15,-6-3 16,-10-3-16,-11 1 16,-15-9-16,-9-1 15,-13-7-15,-14-1 16,-18-1-16,-18-7 16,-13 0-16,-13 1 15,-11 7 1,-16 4-16,-5 8 15,-16 3-15,4 12 16,0 9-16,7 9 16,9 5-16,13 5 15,15 5-15,15 4 16,7 0 0</inkml:trace>
  <inkml:trace contextRef="#ctx0" brushRef="#br1" timeOffset="93431.72">14216 2998 0,'0'0'0,"0"0"0,0 0 16,-9-2-16,9 2 16,-37 0-16,2-2 15,-7 2-15,-4 2 16,-2 5-1,-3 1-15,-4 5 16,-3 5-16,-4 5 16,-1 6-16,0 4 15,0 7-15,0 7 16,5 7-16,5 6 16,7 1-16,5 6 15,3 2-15,4 4 16,7-2-1,6-5-15,10-1 16,9 2-16,6-2 16,10 4-16,6-7 15,11-2-15,12-1 16,9-3-16,12-9 16,12-7-16,7-9 15,6-7-15,6-7 16,5-16-1,-3-11-15,3-11 16,1-7-16,-5-6 16,-10-3-16,-5-5 15,-13-6-15,-11-5 16,-8-7-16,-8 0 16,-11-4-16,-6 1 15,-9-6-15,-9-4 16,-11 0-16,-6 2 15,-12 1 1,-6 4-16,-9-1 16,-10 4-16,-6 5 15,-5 6-15,-8 7 16,-11 8-16,-11 3 16,-8 8-16,0 15 15,-6 5-15,2 14 16,-3 8-1,15 3-15</inkml:trace>
  <inkml:trace contextRef="#ctx0" brushRef="#br1" timeOffset="98931.45">8056 8912 0,'0'0'0,"0"0"0,0 0 16,12 8-16,17 11 15,20 12-15,15 12 16,8 7-16,6 8 16,4 2-16,7 9 15,3 2-15,3 4 16,1 5-16,1 5 16,2 7-1,2 9-15,2 3 16,-5 1-16,3 3 15,-7-8-15,0 1 16,-1-2-16,-5-8 16,-2-6-16,-3-5 15,-5-7-15,-3-6 16,-6-6 0,-7-8-16,-2-3 15,-13-11-15,-5-1 16,-8-9-16,-7-4 15,-5-7-15,-2-2 16,-5-3-16,-4-2 16,-11-11-16,15 11 15,-15-11-15,0 0 16,0 0 0,0 0-16,0 0 15,15 9-15,-15-9 16</inkml:trace>
  <inkml:trace contextRef="#ctx0" brushRef="#br1" timeOffset="100664.84">9397 9625 0,'0'0'0,"0"0"0,-3 3 16,3-3-16,0 0 15,-22 11-15,22-11 16,0 0-16,0 0 16,-17 5-16,17-5 15,0 0 1,0 0-16,0 0 15,0 0-15,0 0 16,1-21-16,8-7 16,7-7-16,10-3 15,10-6-15,8-3 16,3-7-16,6-2 16,0-1-1,-1 0-15,5-1 16,-1 0-16,1-2 15,-2 5-15,0-1 16,-8 7-16,-2 4 16,-7 4-16,-7 10 15,-8 8-15,-7 8 16,-6 4-16,-10 11 16,11-10-16,-11 10 15,0 0 1,0 0-16,0 0 15,0 0-15,0 0 16,0 0-16,0 0 16,-33-9-16,4 9 15,2 0-15,1 0 16,3 0 0,3 0-16,0 1 0,3-1 15,2 1 1,15-1-16,-23 0 15,23 0-15,-15 0 16,15 0-16,0 0 16,0 0-16,-17 0 15,17 0-15,0 0 16,0 0-16,0 0 16,0 0-1,0 0-15,0 0 16,28 7-16,12-7 15,8 0-15,4-1 16,-6-4-16,-6 1 16,-12 0-16,-7 2 15,-21 2-15,20-3 16,-20 3-16,0 0 16,0 0-1,9 15-15,-29 40 16</inkml:trace>
  <inkml:trace contextRef="#ctx0" brushRef="#br1" timeOffset="123563.45">13201 2244 0,'0'0'0,"0"0"0,0 0 0,0 0 16,0 0-16,0 0 16,0 0-16,0 0 15,2 5 1,-2-5-16,18 19 0,-1-1 16,7 1-1,5 2-15,8 1 16,3 0-16,5 1 15,2-2-15,1 1 16,4 2-16,2-2 16,4 4-16,3 5 15,2 8-15,3 7 16,-1 3-16,0 4 16,-1-1-16,-1 0 15,3 2 1,1 3-16,-2-2 15,5 3-15,1-1 16,3-1-16,4 2 16,1-2-16,4 4 15,1 1-15,4 3 16,-2-1 0,3 0-16,0-1 15,-1 3-15,2-3 16,1-1-16,1-1 15,-2 0-15,0-2 16,-4-2-16,3 1 16,-1 1-16,0 0 15,-1-2-15,-3 0 16,-6-3-16,0 5 16,-2-3-1,-1 3-15,-2 0 16,-4-4-16,3 6 15,-2 1-15,1-3 16,-1 2-16,-5-4 16,4 2-16,-5 0 15,7 2-15,1 1 16,-6-4-16,4 2 16,-1-1-1,4 5-15,1-2 16,0 3-16,-4-1 15,-1-1-15,2 4 16,-1-3-16,4 6 16,-1-2-16,-4-4 15,2 3-15,-4-3 16,1 2-16,-1-3 16,-1 1-16,0 0 15,-1-3 1,4 1-16,-8-8 15,7 3-15,-4-3 16,-4-7-16,-2 1 16,-1-3-16,-1-2 15,0 2-15,-3-2 16,-3 0-16,-4-2 16,-5-3-16,0 1 15,2 2 1,-1-4-16,2 3 15,-4-2-15,1-1 16,0-2-16,-4 0 16,2 0-16,5 2 15,3 1-15,4 0 16,-1-3-16,0-2 16,1 0-16,-3-2 15,1-1 1,0 1-16,-4-2 15,-1 0-15,-3-1 16,3 0-16,-3 0 16,-3 0-16,-5-1 15,-2-3-15,-1 4 16,-2 0-16,-3-1 16,-1-4-16,-5-1 15,1 0 1,3-1-16,-7-1 15</inkml:trace>
  <inkml:trace contextRef="#ctx0" brushRef="#br1" timeOffset="126131.47">16245 4303 0,'0'0'0,"0"0"16,0 0-16,1-5 15,-1 5-15,0 0 16,0 0-16,7-11 16,-7 11-16,0 0 15,0 0-15,0 0 16,6-13-16,-6 13 16,10-15-16,2 0 15,2-4-15,1-1 16,1 0-1,0-3-15,3 0 16,-1-1-16,-1 0 16,4-2-16,2-1 15,2-1-15,-1-1 16,0 1-16,0 1 16,4-3-16,2 1 15,1 1-15,-2 2 16,-2 0-1,0 0-15,1-2 16,1-1-16,0 3 16,-4 2-16,1 0 15,0 0-15,-1 1 16,0 1-16,-6 3 16,-2 4-16,-3 2 15,-4 2-15,-10 11 16,14-16-1,-14 16-15,6-12 16,-6 12-16,0 0 16,4-11-16,-4 11 15,0 0-15,0-14 16,0 14-16,-5-14 16,5 14-16,-12-15 15,12 15-15,-19-16 16,19 16-16,-29-14 15,29 14 1,-31-9-16,31 9 16,-32-1-16,16 1 15,-1 0-15,2 0 16,-1 0-16,16 0 16,-28 0-16,28 0 15,-30 0-15,30 0 16,-28 0-16,28 0 15,-27 0-15,27 0 16,-27 0 0,11 1-16,0 1 15,16-2-15,-26 5 16,26-5-16,-24 8 16,24-8-16,-20 8 15,20-8-15,0 0 16,-20 9-1,20-9-15,0 0 0,0 0 16,0 0 0,-16 11-16,16-11 15,0 0-15,0 0 16,0 0-16,0 0 16,0 0-16,0 0 15,0 0-15,0 0 16,0 0-16,0 0 15,0 0-15,0 0 16,0 0 0,0 0-16,0 0 15,0 0-15,0 0 16,0 0-16,32-4 16,-8-4-16,3 1 15,2 2-15,-2 1 16,1 2-16,-1 1 15,-2 0-15,-1-1 16,2 0 0,-6 1-16,-4-1 15,-16 2-15,27-2 16,-27 2-16,0 0 16,18 0-16,-18 0 15,0 0-15,0 0 16,0 0-16,0 0 15,16 0-15,-16 0 16,0 0-16,0 0 16,0 0-1,0 0-15,0 0 16,0 0-16,0 0 16,0 0-16,0 0 15,0 0-15,0 0 16,0 0-16,0 0 15,0 0-15,0 0 16,0 0 0,0 0-16,0 0 15,0 0-15,0 0 16,0 0-16,0 0 16,9 12-16,-9-12 15,0 10-15,0 1 16,0 3-16,0 3 15,0 3-15,0 5 16,0 1 0,0 1-16,0-5 15,-1 2-15,0-1 16,-2-2-16,1 1 16,-3-1-16,3 1 15,-3 2-15,-1-3 16,3-1-16,0-3 15,0 0-15,-1 1 16,0-3-16,1 0 16,-1 0-1,2-2-15,-1-2 16,3-11-16</inkml:trace>
  <inkml:trace contextRef="#ctx0" brushRef="#br1" timeOffset="137083.39">11742 3511 0,'0'0'0,"0"0"0,0 0 16,0 0-16,0 0 15,0 0-15,0 0 16,0 0-16,0 0 16,0 0-16,0 0 15,5 7-15,6 5 16,10 9 0,10 8-16,10 6 15,11 4-15,6 2 16,5 1-16,-1 2 15,11 4-15,-3 3 16,2 8-16,2 5 16,-5 1-16,2 6 15,-1 2-15,4 5 16,1 3-16,-1 1 16,1-2-1,1 2-15,2 2 16,0-1-16,2 2 15,1 1-15,2 0 16,1 5-16,5 3 16,0-1-16,4 6 15,-1 3-15,0 1 16,3 5-16,-2-1 16,3 2-1,1 4-15,1-1 16,-2 3-16,-1-1 15,0 6-15,-3-3 16,1 10-16,-10-6 16,6 9-16,-4-1 15,-2-4-15,5 10 16,-2-7 0,-1 0-16,2-3 15,4-5-15,0-6 16,5 2-16,0-4 15,0-3-15,3 2 16,0-4-16,-1-4 16,-2 2-16,-4-6 15,-3-3-15,-2-1 16,-7-10 0,-1 0-16,-9-5 15,-9-7-15,-10-6 16,-7-6-16,-5 0 15,-4-8-15,-3-4 16,-3-3-16,3-6 16</inkml:trace>
  <inkml:trace contextRef="#ctx0" brushRef="#br1" timeOffset="149831.32">13670 10784 0,'0'0'0,"-5"-4"0,5 4 0,-18-13 15,0 0-15,-6-1 16,-6-2-16,-13 3 15,-8 5 1,1 5-16,2 6 16,1-1-16,-6 4 15,-6 5-15,-3 4 16,4 5-16,3 8 16,0 10-1,-2 9-15,0 12 16,8 1-16,7-1 15,7 5-15,11 8 16,8 0-16,4-2 16,8-10-16,6-2 15,9 2-15,10-4 16,11 2-16,11-6 16,9-3-16,8-3 15,8-3-15,8-10 16,6-1-1,3-6-15,1 1 16,0 1-16,-1-1 16,-1-2-16,2 1 15,-3-5-15,1-7 16,-4-4-16,2-3 16,-5-5-16,-2-4 15,-1-3-15,-3-6 16,-3-6-16,-5-5 15,-7-9 1,-1-4-16,-4-4 16,-7-2-16,-8-4 15,-3 0-15,-5-9 16,-2-8-16,-7 3 16,-6-3-16,-9 0 15,-5-1-15,-5-4 16,-8 1-16,-3 5 15,-6 0 1,-6 1-16,-6 4 16,-2-3-16,-4 4 15,-6 5-15,-5 1 16,-4 4-16,-7 2 16,-1 4-16,-3 4 15,-5-1-15,0 5 16,0 3-1,3 3-15,-2 4 16,3 3-16,-1 5 16,3 9-16,3 4 15,3 4-15,0 6 16,4 3-16,3 2 16,7 0-16,6-1 15,3 0-15,5 1 16,7-2-1,7-2-15,18-11 0,-22 14 16,22-14 0,0 0-16,0 0 15,-15 12-15,15-12 16,0 0-16,0 0 16,0 0-16,-3 9 15,3-9-15,0 0 16,0 0-16,0 0 15,0 0 1,0 0-16,0 0 16,0 11-16,0-11 15,0 0-15,0 0 16,0 0-16,0 0 16,0 0-16,0 0 15,0 10-15,0-10 16,0 0-16,0 0 15,0 0-15,0 0 16,0 0 0,0 0-16,0 0 15,0 0-15,0 0 16,0 0-16,0 0 16,0 0-16,0 0 15,0 11-15,0-11 16,0 0-16,0 0 15,0 0-15,0 0 16,0 0 0,0 0-16,0 0 15,0 0-15,0 0 16,0 0-16,0 0 16,0 0-16,0 0 15,0 0-15,0 0 16,0 0-16,0 0 15,0 0-15,0 0 16,0 0-16,0 0 16,0 0-1,0 0-15,0 0 16,0 0-16,0 0 16,0 0-16,0 0 15,0 0-15,-3 11 16,3-11-16,0 0 15,0 0 1,0 0-16,0 0 16,0 0-16,0 0 15,0 0-15,0 0 16,0 0-16,0 0 16,0 0-16,0 0 15,0 0-15,0 0 16,0 0-16,0 0 15,0 0-15,0 0 16,0 0 0,0 0-16,0 0 15,0 0-15,0 0 16,0 0-16,0 0 16,0 0-16,0 0 15,0 0-15,0 0 16,0 0-16,0 0 15,0 0-15,0 0 16,0 0 0,0 0-16,0 0 15,0 0-15,0 0 16,0 0-16,0 0 16,0 0-16,0 0 15,0 0-15,0 0 16,0 0-16,0 0 15,0 0-15,0 0 16,0 0-16,0 0 16,0 0-1,0 0-15,0 0 16,0 0-16,0 0 16,0 0-16,0 0 15,0 0-15,0 0 16,0 0-16,0 0 15,0 0-15,0 0 16,0 0-16,0 0 16,0 0-1,0 0-15,0 0 16,0 0-16,0 0 16,0 0-16,0 0 15,0 0-15,0 0 16,0 0-16,0 0 15,0 0 1,0 0-16,0 0 16,0 0-16,0 0 15,0 0-15,0 0 16,0 0-16,0 0 16,0 0-16,0 0 15,0 0-15,0 0 16,0 0-16,0 0 15,0 0-15,0 0 16,0 0-16,0 0 16,0 0-1,0 0-15,0 0 16,0 0-16,0 0 16,0 0-16,0 0 15,0 0-15,0 0 16,0 0-16,0 0 15,0 0-15,0 0 16,0 0-16,0 0 16,0 0-16,0 0 15,0 0 1,0 0-16,0 0 16,0 0-16,0 0 15,0 0-15,0 0 16,0 0-16,0 0 15,0 0-15,0 0 16,0 0-16,0 0 16,0 0-1,0 0-15,0 0 16,0 0-16,0 0 16,0 0-16,0 0 15,0 0-15,0 0 16,0 0-16,0 0 15,0 0-15,0 0 16,0 0-16,0 0 16,0 0-1,0 0-15,0 0 16,0 0-16,0 0 16,0 0-16,0 0 15,0 0-15,0 0 16,0 0-16,0 0 15,0 0-15,0 0 16,0 0-16,0 0 16,0 0-1,0 0-15,0 0 16,0 0-16,0 0 16,0 0-16,0 0 15,0 0-15,0 0 16,0 0-16,0 0 15,0 0-15,0 0 16,0 0-16,0 0 16,0 0-16,0 0 15,0 0 1,0 0-16,0 0 16,0 0-16,0 0 15,0 0-15,0 0 16,0 0-16,0 0 15,0 0-15,0 0 16,0 0-16</inkml:trace>
  <inkml:trace contextRef="#ctx0" brushRef="#br1" timeOffset="152698.18">16171 10594 0,'0'0'0,"0"0"0,0 0 16,0 0-16,0 0 15,0 0-15,0 0 16,0 0-16,0 0 16,0 3-16,0-3 15,0 11-15,0 7 16,0 12-16,0 10 16,0 4-1,0 11-15,0 12 16,-2 6-16,0 2 15,-6 0-15,-2 5 16,-4 2-16,-3-2 16,-2 4-16,0-8 15,1-3-15,-1-5 16,3-9-16,1-5 16,3-9-16,2-6 15,4-10 1,1-9-16,1-5 15,1-5-15,3-10 16,-1 14-16,1-14 16,0 0-16,2 14 15,-2-14-15,35 17 16,5-9-16,8-3 16,11-2-1,2-3-15,-6-1 16,3-2-16,3 1 15,2-2-15,-6 2 16,-7-2-16,-8 3 16,-6-1-16,-3 1 15,-5 0-15,-3 1 16,-8 2-16,-17-2 16,23 9-1,-23-9-15,0 0 16,0 0-16,15 7 15</inkml:trace>
  <inkml:trace contextRef="#ctx0" brushRef="#br1" timeOffset="153397.25">17062 11108 0,'0'0'0,"0"0"15,0 0-15,0 0 16,0 0-1,0 0-15,1 5 16,1 6-16,1 11 16,2 15-16,1 10 15,-3 4-15,2 4 16,-6-1-16,-5 6 16,-1 5-16,-3 0 15,0-1-15,1-7 16,-4 1-1,1-3-15,0-1 16,2-2-16,-1-5 16,3-5-1,2-12 1,3-15-16,3-15 16,0 0-1</inkml:trace>
  <inkml:trace contextRef="#ctx0" brushRef="#br1" timeOffset="153647.47">16933 10743 0,'0'0'0,"0"0"0,0 0 0,0 0 0,-5-2 15,5 2-15,0 0 16,0 0-16,0 0 16,0 0-16,0 0 15,0 0-15,0 0 16,0 0-16</inkml:trace>
  <inkml:trace contextRef="#ctx0" brushRef="#br1" timeOffset="154614.16">17572 11239 0,'0'0'0,"0"0"16,0 0-16,2 2 15,1 13-15,6 18 16,3 22-16,-4 17 16,-8 1-1,-3 1-15,-1-3 0,1-5 16,-1-1-1,1-7-15,-3-8 16,2-5-16,0-4 16,1-5-16,-1-6 15,2-9-15,1-5 16,1-4-16,0-12 16,0 12-16,0-12 15,0 0-15,-4-12 16,-4-21-1,4-30-15,2-16 0,0-4 16,5-10 0,-1 5-16,1 3 15,0 4-15,-1 6 16,1 7-16,1 11 16,-1 10-16,1 6 15,0 9-15,-1 8 16,-1 8-1,-2 6-15,0 10 16,2-10-16,-2 10 16,0 0-16,20 2 15,3 14-15,9 19 16,10 19-16,2 13 16,0 1-16,-6 3 15,3 5-15,-2 2 16,0-1-16,1-1 15,2 1-15,19 15 32,1-7-17,4-14-15,-13-24 16,-21-22-16,-5-7 16,-9-8-16,-18-10 15,24 5 1,-24-5-16,26-36 15,-6-10-15,-2-27 16,-4-10-16,-4-8 16,0-6-16,-2 0 15,1 2-15,-2-2 16,0 16-16,-3 5 16,-1 10-16,-3 13 15,-2 9-15,1 13 16,0 12-16,0 6 15,1 13-15,-2-13 16,2 13 0,0 0-16,0 0 15,-14 15-15</inkml:trace>
  <inkml:trace contextRef="#ctx0" brushRef="#br1" timeOffset="155347.12">19902 10961 0,'0'0'0,"0"0"0,0-2 16,0 2-16,-13-13 16,-8 1-16,-29 7 15,-16 0-15,-10 7 16,-5 3-16,-2 3 16,1 7-16,7 5 15,8 4-15,6-1 16,7 2-16,4 2 15,12 6 1,11 3-16,11 0 16,10 1-16,11 0 15,15 6-15,11 0 16,17 2-16,6-8 16,9-6-16,7-5 15,0-9-15,-4-3 16,-10-8-16,-9-1 15,-10-2-15,-10 0 16,-9-2 0,-18-1-16,17 3 15,-17-3-15,-7 12 16,-31 18-16,-25 13 16,-14 0-16,3-1 15,-1 0-15,8-5 16,5-3-16,13 1 15,13 1 1,11 0-16,11-4 16,6 0-16,14-1 15,15 0-15,23-3 16,19-4-16,16-5 16,18-11-16,-5-5 15,5-7-15,-17-4 16,-8-1-16,-9-3 15,-15 4 1,-12-1-16,-7 5 16,-8-1-16,-5-3 15</inkml:trace>
  <inkml:trace contextRef="#ctx0" brushRef="#br1" timeOffset="156081.21">20564 11211 0,'0'0'0,"0"0"15,0 4-15,0 5 16,0 24-16,0 33 15,-2 18 1,-6 7-16,-6 2 16,-5-1-16,-1-2 15,-1-3-15,0-9 16,2-11-16,3-14 16,3-14-16,4-13 15,3-11-15,6-15 16,-5 12-16,5-12 15,-2-12 1,-2-23-16,4-30 16,6-19-16,6-4 15,3-5-15,1 2 16,1-1-16,-1 0 16,-2 12-16,1-1 15,-4 11-15,-1 5 16,0 10-16,-1 12 15,-1 12-15,2 9 16,-6 7 0,-4 15-16,10-16 15,-10 16-15,16-3 16,5 14-16,8 12 16,5 15-16,4 15 15,-1 12-15,2 8 16,0 7-16,-1 6 15,2 0 1,-2-2-16,0-1 16,0 0-16,1 3 15,17 29 1,-1-8 0,-12-31-16,-4-6 15,-21-37-15,-9-19 16,-9-14-16,0 0 15,0 0-15,0 0 16,-40-20 0</inkml:trace>
  <inkml:trace contextRef="#ctx0" brushRef="#br1" timeOffset="156330.84">20202 11801 0,'0'0'0,"0"0"15,5-5-15,14-8 16,33-5-16,47-4 16,-12 12-16,12 2 15,-5 0-15,-7 2 16,-9 2-16,-11-1 15,-5 2 1,-16-2-16,2-16 16</inkml:trace>
  <inkml:trace contextRef="#ctx0" brushRef="#br1" timeOffset="157249.46">21418 11321 0,'0'0'0,"0"0"0,0 0 15,2 4-15,0 11 16,9 27-16,5 24 16,-3-4-16,1 1 15,2 17-15,-2-2 16,-4 11-16,-8-7 15,-2-17-15,-2 2 32,2-11-17,0-13-15,0-15 16,-2-15-16,2-13 16,0 0-16,0 0 15,-36-32-15,9-23 16,-6-23-16,1-11 15,7-4-15,0-7 16,9 2 0,0 2-16,4 0 15,5 3-15,0 8 16,4 7-16,3 9 16,0 6-16,3 8 15,2 13-15,2 11 16,-1 8-16,2 6 15,4 5-15,12 1 16,13 4-16,17 6 16,9 9-1,-1 7-15,1 8 16,1 10-16,-6 4 16,-8 6-16,-9 0 15,-10 8-15,-11 8 16,-8 2-16,-12-2 15,-10-5-15,-15 4 16,-12-2-16,-15 0 16,-5-6-1,-7-12-15,2-5 16,8-7-16,12-9 16,4-2-16,10-4 15,7-6-15,4 1 16,17-6-16,-17 4 15,17-4-15,0 0 16,0 0-16,0 0 16,0 0-1,20-4-15,28 1 16,11 8-16,7 8 16,-3 8-16,5 7 15,-4 5-15,1 5 16,-6-2-16,0 6 15,-8-1-15,-7 2 16,-6-6-16,-6-4 16,-4-6-1,-9-6-15,-5-7 16,-14-14-16,16 10 16</inkml:trace>
  <inkml:trace contextRef="#ctx0" brushRef="#br1" timeOffset="158680.99">22272 11374 0,'0'0'0,"0"0"0,0 0 15,0 0-15,0 0 16,9 5-16,9 12 16,9 20-1,3 11-15,-5 1 16,-4-3-16,-2 2 16,-3 0-16,-1-4 15,-6-11-15,-1-7 16,-2-8-16,-1-5 15,-5-13-15,49 10 16,32-40-16,36-31 16,24-33-1,-3-10-15,19-16 16,-17 10-16,1 2 16,-7 4-16,0 8 15,-15 19-15,-11 9 16,-17 12-16,-19 14 15,-10 7-15,-13 7 16,-12 7-16,-8 6 16,-8 4-16,-21 11 15,25-13 1,-25 13-16,0 0 16,19-7-16,-19 7 15,0 0-15,0 0 16,0 0-16,0 0 15,0 0-15,0 0 16,0 0-16,0 0 16,0 0-1,0 0-15,0 0 16,0 0-16,0 0 16,0 0-16,0 0 15,0 0-15,0 0 16,0 0-16,0 0 15,16-2-15,-16 2 16,0 0-16,0 0 16,0 0-16,0 0 15,0 0-15,0 0 16,0 0 0,0 0-16,0 0 15,0 0-15,0 0 16,0 0-16,0 0 15,0 0-15,0 0 16,0 0-16,0 0 16,0 0-16,0 0 15,0 0 1,0 0-16,0 0 16,0 0-16,0 0 15,0 0-15,0 0 16,0 0-16,0 0 15,0 0-15,0 0 16,0 0-16,0 0 16,0 0-16,0 0 15,0 0 1,0 0-16,0 0 16,0 0-16,0 0 15,0 0-15,0 0 16,0 0-16,0 0 15,0 0-15,0 0 16,0 0-16,0 0 16,0 0-1,0 0-15,0 0 16,0 0-16,0 0 16,0 0-16,0 0 15,0 0-15,0 0 16,0 0-16,0 0 15,0 0-15,0 0 16,0 0-16,0 0 16,0 0-16,0 0 15,0 0 1,0 0-16,0 0 16,0 0-16,0 0 15,0 0-15,0 0 16,0 0-16,0 0 15,0 0-15,0 0 16,0 0-16,0 0 16,0 0-16,0 0 15,0 0 1,0 0-16,0 0 16,0 0-16,0 0 15,2-10-15,-2 10 16</inkml:trace>
  <inkml:trace contextRef="#ctx0" brushRef="#br1" timeOffset="168130.79">12635 12593 0,'0'0'0,"0"0"0,0 0 15,0 0-15,0 0 16,0 0-16,0 0 16,0 0-1,0 0-15,0 0 16,9 4-16,9 4 16,18 5-16,18 1 15,14-2-15,9-6 16,11-1-16,8-3 15,10-2-15,12-4 16,3 0 0,8-1-16,2-1 15,4-1-15,1 0 16,-5-1-16,1-1 16,-4-1-16,-3 0 15,-5-1-15,-10 3 16,-6-2-16,-4 3 15,-7 1-15,-10 2 16,-5 4-16,-11 0 16,-6 4-1,-11-2-15,-11 0 16,-12 2-16,-9-4 16,-18 0-16,17 3 15,-17-3-15,0 0 16,0 0-16,0 0 15,-20 1-15,-45-1 16,-25 1 0,-17 7-16,-9 7 15,-7 3-15,-7 3 16,-1 5-16,0 4 16,-4 1-16,-7 3 15,5-2-15,-4 1 16,10-1-16,5-7 15,1-8-15,4-9 16,11-7-16,3-2 16,6-2-1,9-3-15,5 1 16,12-1-16,9-2 16,3 3-16,14-3 15,7 4-15,13 0 16,11 1-16,18 3 15,-20-3-15,20 3 16,0 0-16,0 0 16,39-5-1,30 2-15,19-1 16,9 1-16,9 1 16,12-2-16,1 2 15,7 0-15,9-1 16,-1 1-16,8-4 15,0-2-15,-5 0 16,-6 0-16,0 0 16,-5 1-1,-9 1-15,-3-1 16,-17 1-16,-6 0 16,-13 1-16,-15 1 15,-10 3-15,-11 1 16,-13 1-16,-9 0 15,-20-1-15,18 3 16,-18-3-16,0 0 16,0 0-1,0 0-15,-35 2 16,-19-2-16,-15 0 16,-5-1-16,-4-2 15,-6 0-15,2-3 16,-5 1-16,2 0 15,2 0-15,-3-1 16,3 6-16,2 0 16,0 4-1,7-3-15,3 0 16,6-1-16,3 0 16,-2 0-16,0 0 15,1 0-15,2 0 16,1-1-16,1-2 15,0-1-15,3 2 16,4-1-16,5 1 16,7 0-1,8 1-15,7 0 16,5-1-16,20 2 16,-23 0-16,23 0 15,0 0-15,0 0 16,0 0-16,0 0 15,0 0-15,23 22 16,26-1-16,18-3 16,10-4-1,5-4-15,8-2 16,4-3-16,4 0 16,-1-3-16,-2-1 15,-1-1-15,-1 0 16,-10-1-16,-4 0 15,-5 0-15,-6-2 16,-1 0-16,-5-1 16,-8 0-16,-3 0 15,-6-1 1,-5 0-16,-5 0 16,-7 2-16,-6 0 15,-4 0-15,-18 3 16,25-5-16,-25 5 15,0 0-15,17-4 16,-17 4-16,0 0 16,0 0-1,2-10-15,-2 10 16,-8-12-16,8 12 16,-17-13-16,17 13 15,-27-18-15,10 8 16,-6 1-16,-8-1 15,-7 1-15,-4 0 16,-4 0-16,-4 1 16,-14 1-16,-7 1 15,-8 2 1,-8 4-16,0 0 16,-8 4-16,-7-4 15,3 2-15,-2-1 16,-1 0-16,8 1 15,-3-1-15,11 0 16,0 1-16,10-1 16,4-1-16,9 0 15,7 0-15,8 0 16,7 0 0,5 0-16,10 0 15,7 0-15,19 0 16,-20 0-16,20 0 15,0 0-15,0 0 16,0 0-16,27 20 16,22 0-16,19-2 15,15-3 1,9-6-16,6-2 16,4-4-16,2-3 15,6-3-15,-4 1 16,-2-3-16,0 3 15,-1-3-15,-1-1 16,-10 0-16,-5 1 16,-7 1-16,-4 0 15,-6 1-15,-4 1 16,-5 1 0,-7-3-16,-4 0 15,-11 0-15,-5 0 16,-7 1-16,-3 2 15,-7-1-15,-17 2 16,28-3-16,-28 3 16,0 0-16,19-2 15,-19 2 1,0 0-16,0 0 16,0 0-16,0 0 15,0 0-15,0 0 16,0 0-16,0 0 15,0 0-15,0 0 16,0 0-16,16-9 16,-16 9-16,0 0 15,0 0-15,0 0 16,0 0 0,0 0-16,0 0 15,0 0-15,0 0 16,0 0-16,0 0 15,0 0-15,0 0 16,0 0-16,0 0 16,0 0-16,0 0 15,0 0-15,0 0 16,0 0 0,0 0-16,0 0 15,0 0-15,0 0 16,0 0-16,0 0 15,0 0-15,0 0 16,0 0-16,0 0 16,0 0-16,0 0 15,0 0-15,0 0 16,0 0 0,0 0-16,0 0 15,0 0-15,16-8 16,-16 8-16,0 0 15,0 0-15,0 0 16,0 0-16,0 0 16,0 0-16,0 0 15,0 0-15,0 0 16,0 0 0,0 0-16,0 0 15,0 0-15,0 0 16,0 0-16,0 0 15,0 0-15,0 0 16,0 0-16,0 0 16,0 0-16,0 0 15,0 0-15,0 0 16,0 0-16,0 0 16,0 0-1,0 0-15,0 0 16,0 0-16,0 0 15,0 0-15,0 0 16,0 0-16,0 0 16,0 0-16,0 0 15,0 0-15,0 0 16,0 0-16,0 0 16,0 0-1,0 0-15,0 0 16,0 0-16,0 0 15,0 0-15,0 0 16,0 0-16,0 0 16,0 0-16,0 0 15,0 0-15,0 0 16,0 0 0,0 0-16,0 0 15,0 0-15,0 0 16,0 0-16,0 0 15,0 0-15,0 0 16,0 0-16,0 0 16,0 0-16,0 0 15,0 0-15,0 0 16,0 0-16,0 0 16,0 0-1,0 0-15,0 0 16,0 0-16,0 0 15,0 0-15,0 0 16,0 0-16,0 0 16,0 0-16,0 0 15,0 0-15,0 0 16,0 0-16,0 0 16,0 0-1,0 0-15,0 0 16,0 0-16,0 0 15,0 0-15,0 0 16,0 0-16,0 0 16,0 0-16,0 0 15,0 0-15,0 0 16,0 0-16,0 0 16,0 0-16,0 0 15,0 0 1,0 0-16,0 0 15,0 0-15,0 0 16,0 0-16,0 0 16,0 0-16,0 0 15,0 0-15,0 0 16,0 0-16,0 0 16,0 0-16,0 0 15,0 0 1,0 0-16,0 0 15,0 0-15,0 0 16,0 0-16,0 0 16,0 0-16,0 0 15,0 0-15,0 0 16,0 0-16,0 0 16,0 0-16,0 0 15,0 0 1,0 0-16,0 0 15,0 0-15,0 0 16,0 0-16,0 0 16,0 0-16,0 0 15,0 0-15,0 0 16,0 0-16,0 0 16,0 0-1,0 0-15,0 0 0,0 0 16,0 0-1,0 0-15,0 0 16,0 0-16,0 0 16,0 0-16,0 0 15,0 0-15,0 0 16,0 0-16,0 0 16,0 0-16,0 0 15,0 0 1,0 0-16,0 0 15,0 0-15,0 0 16,0 0-16,0 0 16,0 0-16,0 0 15,0 0-15,0 0 16,0 0-16</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
        <p:cNvGrpSpPr/>
        <p:nvPr/>
      </p:nvGrpSpPr>
      <p:grpSpPr>
        <a:xfrm>
          <a:off x="0" y="0"/>
          <a:ext cx="0" cy="0"/>
          <a:chOff x="0" y="0"/>
          <a:chExt cx="0" cy="0"/>
        </a:xfrm>
      </p:grpSpPr>
      <p:sp>
        <p:nvSpPr>
          <p:cNvPr id="52" name="Google Shape;52;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 name="Google Shape;53;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
        <p:cNvGrpSpPr/>
        <p:nvPr/>
      </p:nvGrpSpPr>
      <p:grpSpPr>
        <a:xfrm>
          <a:off x="0" y="0"/>
          <a:ext cx="0" cy="0"/>
          <a:chOff x="0" y="0"/>
          <a:chExt cx="0" cy="0"/>
        </a:xfrm>
      </p:grpSpPr>
      <p:sp>
        <p:nvSpPr>
          <p:cNvPr id="59" name="Google Shape;59;g244d658b016_0_28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 name="Google Shape;60;g244d658b016_0_2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29986dc0089_0_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29986dc0089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p:cNvGrpSpPr/>
        <p:nvPr/>
      </p:nvGrpSpPr>
      <p:grpSpPr>
        <a:xfrm>
          <a:off x="0" y="0"/>
          <a:ext cx="0" cy="0"/>
          <a:chOff x="0" y="0"/>
          <a:chExt cx="0" cy="0"/>
        </a:xfrm>
      </p:grpSpPr>
      <p:sp>
        <p:nvSpPr>
          <p:cNvPr id="71" name="Google Shape;71;g29986dc0089_0_6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 name="Google Shape;72;g29986dc0089_0_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Human brain has the capability to learn, solve problems, recognize patterns, create, think deeply about something, meditate and many many more. We humans learn by observation. This is called as learning through association, in literature.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g29986dc0089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 name="Google Shape;80;g29986dc0089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What is inside the brain? Neurons or neural units. Each unit is excited or fired or triggered based on the input it receives. When see an elephant or when we hear a sound, or smell maggi noodles, some of the neurons are excited and they get fired. Note that only those neurons that respond to smell of maggi noodles get fired. Others are inactive. These neurons that respond to smell, will get fired, and each neuron will produce or generate an apt response that can trigger some actions for the other parts of body like responding with words yummy!!!!</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29986dc0089_0_7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29986dc0089_0_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The neurons in brain are interconnected to a lot of other neurons. The interconnections between the biological neurons are many and varied. Each neuron may receive stimulus from many other neurons. Each neurons will send responses to many other neurons. Even loops between neurons and self loops can be seen among these neurons.</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g29986dc0089_0_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 name="Google Shape;96;g29986dc0089_0_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sz="1100" b="0" i="0" u="none" strike="noStrike" cap="none" dirty="0">
                <a:solidFill>
                  <a:srgbClr val="000000"/>
                </a:solidFill>
                <a:effectLst/>
                <a:latin typeface="Arial"/>
                <a:ea typeface="Arial"/>
                <a:cs typeface="Arial"/>
                <a:sym typeface="Arial"/>
              </a:rPr>
              <a:t>Artificial neural networks (ANNs) are computer systems inspired by biological neural networks in the human brain, using layers of interconnected artificial neurons to process information. They are motivated by the brain's ability to process information through highly parallel computations across many neurons and to learn from experience to recognize patterns and make predictions, though they use mathematical and data-driven processes instead of biological ones. </a:t>
            </a:r>
          </a:p>
          <a:p>
            <a:r>
              <a:rPr lang="en-US" sz="1100" b="1" i="0" u="none" strike="noStrike" cap="none" dirty="0">
                <a:solidFill>
                  <a:srgbClr val="000000"/>
                </a:solidFill>
                <a:effectLst/>
                <a:latin typeface="Arial"/>
                <a:ea typeface="Arial"/>
                <a:cs typeface="Arial"/>
                <a:sym typeface="Arial"/>
              </a:rPr>
              <a:t>Biological motivation for ANNs</a:t>
            </a:r>
          </a:p>
          <a:p>
            <a:r>
              <a:rPr lang="en-US" sz="1100" b="1" i="0" u="none" strike="noStrike" cap="none" dirty="0">
                <a:solidFill>
                  <a:srgbClr val="000000"/>
                </a:solidFill>
                <a:effectLst/>
                <a:latin typeface="Arial"/>
                <a:ea typeface="Arial"/>
                <a:cs typeface="Arial"/>
                <a:sym typeface="Arial"/>
              </a:rPr>
              <a:t>Parallel processing:</a:t>
            </a:r>
            <a:r>
              <a:rPr lang="en-US" sz="1100" b="0" i="0" u="none" strike="noStrike" cap="none" dirty="0">
                <a:solidFill>
                  <a:srgbClr val="000000"/>
                </a:solidFill>
                <a:effectLst/>
                <a:latin typeface="Arial"/>
                <a:ea typeface="Arial"/>
                <a:cs typeface="Arial"/>
                <a:sym typeface="Arial"/>
              </a:rPr>
              <a:t> The human brain's massive network of neurons allows for complex decisions to be made quickly through a highly parallel process. ANNs are designed to mimic this by using a large number of interconnected units (artificial neurons) that operate simultaneously.</a:t>
            </a:r>
          </a:p>
          <a:p>
            <a:r>
              <a:rPr lang="en-US" sz="1100" b="1" i="0" u="none" strike="noStrike" cap="none" dirty="0">
                <a:solidFill>
                  <a:srgbClr val="000000"/>
                </a:solidFill>
                <a:effectLst/>
                <a:latin typeface="Arial"/>
                <a:ea typeface="Arial"/>
                <a:cs typeface="Arial"/>
                <a:sym typeface="Arial"/>
              </a:rPr>
              <a:t>Learning from data:</a:t>
            </a:r>
            <a:r>
              <a:rPr lang="en-US" sz="1100" b="0" i="0" u="none" strike="noStrike" cap="none" dirty="0">
                <a:solidFill>
                  <a:srgbClr val="000000"/>
                </a:solidFill>
                <a:effectLst/>
                <a:latin typeface="Arial"/>
                <a:ea typeface="Arial"/>
                <a:cs typeface="Arial"/>
                <a:sym typeface="Arial"/>
              </a:rPr>
              <a:t> The brain learns and adapts through experience, and ANNs are designed to do the same by processing large amounts of data to identify patterns and make predictions. The network adjusts the "weights" of its connections to improve its performance over time.</a:t>
            </a:r>
          </a:p>
          <a:p>
            <a:r>
              <a:rPr lang="en-US" sz="1100" b="1" i="0" u="none" strike="noStrike" cap="none" dirty="0">
                <a:solidFill>
                  <a:srgbClr val="000000"/>
                </a:solidFill>
                <a:effectLst/>
                <a:latin typeface="Arial"/>
                <a:ea typeface="Arial"/>
                <a:cs typeface="Arial"/>
                <a:sym typeface="Arial"/>
              </a:rPr>
              <a:t>Distributed representations:</a:t>
            </a:r>
            <a:r>
              <a:rPr lang="en-US" sz="1100" b="0" i="0" u="none" strike="noStrike" cap="none" dirty="0">
                <a:solidFill>
                  <a:srgbClr val="000000"/>
                </a:solidFill>
                <a:effectLst/>
                <a:latin typeface="Arial"/>
                <a:ea typeface="Arial"/>
                <a:cs typeface="Arial"/>
                <a:sym typeface="Arial"/>
              </a:rPr>
              <a:t> The brain doesn't store information in a single location. Instead, representations are distributed across many neurons. ANNs also use this principle, where a concept or pattern is represented by the pattern of activations across many artificial </a:t>
            </a:r>
            <a:r>
              <a:rPr lang="en-US" sz="1100" b="0" i="0" u="none" strike="noStrike" cap="none" dirty="0" err="1">
                <a:solidFill>
                  <a:srgbClr val="000000"/>
                </a:solidFill>
                <a:effectLst/>
                <a:latin typeface="Arial"/>
                <a:ea typeface="Arial"/>
                <a:cs typeface="Arial"/>
                <a:sym typeface="Arial"/>
              </a:rPr>
              <a:t>neurons.</a:t>
            </a:r>
            <a:r>
              <a:rPr lang="en-US" sz="1100" b="1" i="0" u="none" strike="noStrike" cap="none" dirty="0" err="1">
                <a:solidFill>
                  <a:srgbClr val="000000"/>
                </a:solidFill>
                <a:effectLst/>
                <a:latin typeface="Arial"/>
                <a:ea typeface="Arial"/>
                <a:cs typeface="Arial"/>
                <a:sym typeface="Arial"/>
              </a:rPr>
              <a:t>Robustness</a:t>
            </a:r>
            <a:r>
              <a:rPr lang="en-US" sz="1100" b="1" i="0" u="none" strike="noStrike" cap="none" dirty="0">
                <a:solidFill>
                  <a:srgbClr val="000000"/>
                </a:solidFill>
                <a:effectLst/>
                <a:latin typeface="Arial"/>
                <a:ea typeface="Arial"/>
                <a:cs typeface="Arial"/>
                <a:sym typeface="Arial"/>
              </a:rPr>
              <a:t>:</a:t>
            </a:r>
            <a:r>
              <a:rPr lang="en-US" sz="1100" b="0" i="0" u="none" strike="noStrike" cap="none" dirty="0">
                <a:solidFill>
                  <a:srgbClr val="000000"/>
                </a:solidFill>
                <a:effectLst/>
                <a:latin typeface="Arial"/>
                <a:ea typeface="Arial"/>
                <a:cs typeface="Arial"/>
                <a:sym typeface="Arial"/>
              </a:rPr>
              <a:t> The brain can often tolerate damage to some neurons without a complete loss of function. Similarly, ANNs can be robust to the failure of some of their processing elements because the information is processed in a distributed manner. </a:t>
            </a:r>
          </a:p>
          <a:p>
            <a:r>
              <a:rPr lang="en-US" sz="1100" b="1" i="0" u="none" strike="noStrike" cap="none" dirty="0">
                <a:solidFill>
                  <a:srgbClr val="000000"/>
                </a:solidFill>
                <a:effectLst/>
                <a:latin typeface="Arial"/>
                <a:ea typeface="Arial"/>
                <a:cs typeface="Arial"/>
                <a:sym typeface="Arial"/>
              </a:rPr>
              <a:t>How ANNs mimic the brain</a:t>
            </a:r>
          </a:p>
          <a:p>
            <a:r>
              <a:rPr lang="en-US" sz="1100" b="1" i="0" u="none" strike="noStrike" cap="none" dirty="0">
                <a:solidFill>
                  <a:srgbClr val="000000"/>
                </a:solidFill>
                <a:effectLst/>
                <a:latin typeface="Arial"/>
                <a:ea typeface="Arial"/>
                <a:cs typeface="Arial"/>
                <a:sym typeface="Arial"/>
              </a:rPr>
              <a:t>Biological neurons:</a:t>
            </a:r>
            <a:r>
              <a:rPr lang="en-US" sz="1100" b="0" i="0" u="none" strike="noStrike" cap="none" dirty="0">
                <a:solidFill>
                  <a:srgbClr val="000000"/>
                </a:solidFill>
                <a:effectLst/>
                <a:latin typeface="Arial"/>
                <a:ea typeface="Arial"/>
                <a:cs typeface="Arial"/>
                <a:sym typeface="Arial"/>
              </a:rPr>
              <a:t> Biological neurons receive signals through dendrites, process them in the cell body, and transmit them down the axon to other neurons.</a:t>
            </a:r>
          </a:p>
          <a:p>
            <a:r>
              <a:rPr lang="en-US" sz="1100" b="1" i="0" u="none" strike="noStrike" cap="none" dirty="0">
                <a:solidFill>
                  <a:srgbClr val="000000"/>
                </a:solidFill>
                <a:effectLst/>
                <a:latin typeface="Arial"/>
                <a:ea typeface="Arial"/>
                <a:cs typeface="Arial"/>
                <a:sym typeface="Arial"/>
              </a:rPr>
              <a:t>Artificial neurons (nodes):</a:t>
            </a:r>
            <a:r>
              <a:rPr lang="en-US" sz="1100" b="0" i="0" u="none" strike="noStrike" cap="none" dirty="0">
                <a:solidFill>
                  <a:srgbClr val="000000"/>
                </a:solidFill>
                <a:effectLst/>
                <a:latin typeface="Arial"/>
                <a:ea typeface="Arial"/>
                <a:cs typeface="Arial"/>
                <a:sym typeface="Arial"/>
              </a:rPr>
              <a:t> ANNs have input nodes that receive data, hidden layers of processing nodes, and output nodes that produce the final result.</a:t>
            </a:r>
          </a:p>
          <a:p>
            <a:r>
              <a:rPr lang="en-US" sz="1100" b="1" i="0" u="none" strike="noStrike" cap="none" dirty="0">
                <a:solidFill>
                  <a:srgbClr val="000000"/>
                </a:solidFill>
                <a:effectLst/>
                <a:latin typeface="Arial"/>
                <a:ea typeface="Arial"/>
                <a:cs typeface="Arial"/>
                <a:sym typeface="Arial"/>
              </a:rPr>
              <a:t>Synapses:</a:t>
            </a:r>
            <a:r>
              <a:rPr lang="en-US" sz="1100" b="0" i="0" u="none" strike="noStrike" cap="none" dirty="0">
                <a:solidFill>
                  <a:srgbClr val="000000"/>
                </a:solidFill>
                <a:effectLst/>
                <a:latin typeface="Arial"/>
                <a:ea typeface="Arial"/>
                <a:cs typeface="Arial"/>
                <a:sym typeface="Arial"/>
              </a:rPr>
              <a:t> The connections between biological neurons are called synapses, which can be strengthened or weakened.</a:t>
            </a:r>
          </a:p>
          <a:p>
            <a:r>
              <a:rPr lang="en-US" sz="1100" b="1" i="0" u="none" strike="noStrike" cap="none" dirty="0">
                <a:solidFill>
                  <a:srgbClr val="000000"/>
                </a:solidFill>
                <a:effectLst/>
                <a:latin typeface="Arial"/>
                <a:ea typeface="Arial"/>
                <a:cs typeface="Arial"/>
                <a:sym typeface="Arial"/>
              </a:rPr>
              <a:t>Weights:</a:t>
            </a:r>
            <a:r>
              <a:rPr lang="en-US" sz="1100" b="0" i="0" u="none" strike="noStrike" cap="none" dirty="0">
                <a:solidFill>
                  <a:srgbClr val="000000"/>
                </a:solidFill>
                <a:effectLst/>
                <a:latin typeface="Arial"/>
                <a:ea typeface="Arial"/>
                <a:cs typeface="Arial"/>
                <a:sym typeface="Arial"/>
              </a:rPr>
              <a:t> In an ANN, the connections between artificial neurons have weights that can be adjusted during the learning process. A neuron in one layer receives inputs from the previous layer, multiplies each input by its corresponding weight, and then passes the result to the next layer.</a:t>
            </a:r>
          </a:p>
          <a:p>
            <a:r>
              <a:rPr lang="en-US" sz="1100" b="1" i="0" u="none" strike="noStrike" cap="none" dirty="0">
                <a:solidFill>
                  <a:srgbClr val="000000"/>
                </a:solidFill>
                <a:effectLst/>
                <a:latin typeface="Arial"/>
                <a:ea typeface="Arial"/>
                <a:cs typeface="Arial"/>
                <a:sym typeface="Arial"/>
              </a:rPr>
              <a:t>Activation function:</a:t>
            </a:r>
            <a:r>
              <a:rPr lang="en-US" sz="1100" b="0" i="0" u="none" strike="noStrike" cap="none" dirty="0">
                <a:solidFill>
                  <a:srgbClr val="000000"/>
                </a:solidFill>
                <a:effectLst/>
                <a:latin typeface="Arial"/>
                <a:ea typeface="Arial"/>
                <a:cs typeface="Arial"/>
                <a:sym typeface="Arial"/>
              </a:rPr>
              <a:t> A mathematical function is used in each artificial neuron to determine its output based on the sum of its weighted inputs. This is similar to how a biological neuron "fires" when its input reaches a certain threshold</a:t>
            </a:r>
          </a:p>
          <a:p>
            <a:pPr marL="0" lvl="0" indent="0" algn="l" rtl="0">
              <a:spcBef>
                <a:spcPts val="0"/>
              </a:spcBef>
              <a:spcAft>
                <a:spcPts val="0"/>
              </a:spcAft>
              <a:buNone/>
            </a:pP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38ca2b74484_0_9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 name="Google Shape;104;g38ca2b74484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g29986dc0089_0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29986dc0089_0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The artificial neural unit found in the connectionist machine started of as a perceptron. Each neuron will do the computation, which we call as weighted sum. This may be given out as output directly, or we made apply additional processing on the weighted sum before sending the response. The interconnection among the neural unit will store the knowledge of the world. We call the mechanism for storing the knowledge as parameters or weights. </a:t>
            </a:r>
          </a:p>
          <a:p>
            <a:r>
              <a:rPr lang="en-US" sz="1100" b="1" i="0" u="none" strike="noStrike" cap="none" dirty="0">
                <a:solidFill>
                  <a:srgbClr val="000000"/>
                </a:solidFill>
                <a:effectLst/>
                <a:latin typeface="Arial"/>
                <a:ea typeface="Arial"/>
                <a:cs typeface="Arial"/>
                <a:sym typeface="Arial"/>
              </a:rPr>
              <a:t>How ANNs mimic the brain</a:t>
            </a:r>
          </a:p>
          <a:p>
            <a:r>
              <a:rPr lang="en-US" sz="1100" b="1" i="0" u="none" strike="noStrike" cap="none" dirty="0">
                <a:solidFill>
                  <a:srgbClr val="000000"/>
                </a:solidFill>
                <a:effectLst/>
                <a:latin typeface="Arial"/>
                <a:ea typeface="Arial"/>
                <a:cs typeface="Arial"/>
                <a:sym typeface="Arial"/>
              </a:rPr>
              <a:t>Biological neurons:</a:t>
            </a:r>
            <a:r>
              <a:rPr lang="en-US" sz="1100" b="0" i="0" u="none" strike="noStrike" cap="none" dirty="0">
                <a:solidFill>
                  <a:srgbClr val="000000"/>
                </a:solidFill>
                <a:effectLst/>
                <a:latin typeface="Arial"/>
                <a:ea typeface="Arial"/>
                <a:cs typeface="Arial"/>
                <a:sym typeface="Arial"/>
              </a:rPr>
              <a:t> Biological neurons receive signals through dendrites, process them in the cell body, and transmit them down the axon to other neurons.</a:t>
            </a:r>
          </a:p>
          <a:p>
            <a:r>
              <a:rPr lang="en-US" sz="1100" b="1" i="0" u="none" strike="noStrike" cap="none" dirty="0">
                <a:solidFill>
                  <a:srgbClr val="000000"/>
                </a:solidFill>
                <a:effectLst/>
                <a:latin typeface="Arial"/>
                <a:ea typeface="Arial"/>
                <a:cs typeface="Arial"/>
                <a:sym typeface="Arial"/>
              </a:rPr>
              <a:t>Artificial neurons (nodes):</a:t>
            </a:r>
            <a:r>
              <a:rPr lang="en-US" sz="1100" b="0" i="0" u="none" strike="noStrike" cap="none" dirty="0">
                <a:solidFill>
                  <a:srgbClr val="000000"/>
                </a:solidFill>
                <a:effectLst/>
                <a:latin typeface="Arial"/>
                <a:ea typeface="Arial"/>
                <a:cs typeface="Arial"/>
                <a:sym typeface="Arial"/>
              </a:rPr>
              <a:t> ANNs have input nodes that receive data, hidden layers of processing nodes, and output nodes that produce the final result.</a:t>
            </a:r>
          </a:p>
          <a:p>
            <a:r>
              <a:rPr lang="en-US" sz="1100" b="1" i="0" u="none" strike="noStrike" cap="none" dirty="0">
                <a:solidFill>
                  <a:srgbClr val="000000"/>
                </a:solidFill>
                <a:effectLst/>
                <a:latin typeface="Arial"/>
                <a:ea typeface="Arial"/>
                <a:cs typeface="Arial"/>
                <a:sym typeface="Arial"/>
              </a:rPr>
              <a:t>Synapses:</a:t>
            </a:r>
            <a:r>
              <a:rPr lang="en-US" sz="1100" b="0" i="0" u="none" strike="noStrike" cap="none" dirty="0">
                <a:solidFill>
                  <a:srgbClr val="000000"/>
                </a:solidFill>
                <a:effectLst/>
                <a:latin typeface="Arial"/>
                <a:ea typeface="Arial"/>
                <a:cs typeface="Arial"/>
                <a:sym typeface="Arial"/>
              </a:rPr>
              <a:t> The connections between biological neurons are called synapses, which can be strengthened or weakened.</a:t>
            </a:r>
          </a:p>
          <a:p>
            <a:r>
              <a:rPr lang="en-US" sz="1100" b="1" i="0" u="none" strike="noStrike" cap="none" dirty="0">
                <a:solidFill>
                  <a:srgbClr val="000000"/>
                </a:solidFill>
                <a:effectLst/>
                <a:latin typeface="Arial"/>
                <a:ea typeface="Arial"/>
                <a:cs typeface="Arial"/>
                <a:sym typeface="Arial"/>
              </a:rPr>
              <a:t>Weights:</a:t>
            </a:r>
            <a:r>
              <a:rPr lang="en-US" sz="1100" b="0" i="0" u="none" strike="noStrike" cap="none" dirty="0">
                <a:solidFill>
                  <a:srgbClr val="000000"/>
                </a:solidFill>
                <a:effectLst/>
                <a:latin typeface="Arial"/>
                <a:ea typeface="Arial"/>
                <a:cs typeface="Arial"/>
                <a:sym typeface="Arial"/>
              </a:rPr>
              <a:t> In an ANN, the connections between artificial neurons have weights that can be adjusted during the learning process. A neuron in one layer receives inputs from the previous layer, multiplies each input by its corresponding weight, and then passes the result to the next layer.</a:t>
            </a:r>
          </a:p>
          <a:p>
            <a:r>
              <a:rPr lang="en-US" sz="1100" b="1" i="0" u="none" strike="noStrike" cap="none" dirty="0">
                <a:solidFill>
                  <a:srgbClr val="000000"/>
                </a:solidFill>
                <a:effectLst/>
                <a:latin typeface="Arial"/>
                <a:ea typeface="Arial"/>
                <a:cs typeface="Arial"/>
                <a:sym typeface="Arial"/>
              </a:rPr>
              <a:t>Activation function:</a:t>
            </a:r>
            <a:r>
              <a:rPr lang="en-US" sz="1100" b="0" i="0" u="none" strike="noStrike" cap="none" dirty="0">
                <a:solidFill>
                  <a:srgbClr val="000000"/>
                </a:solidFill>
                <a:effectLst/>
                <a:latin typeface="Arial"/>
                <a:ea typeface="Arial"/>
                <a:cs typeface="Arial"/>
                <a:sym typeface="Arial"/>
              </a:rPr>
              <a:t> A mathematical function is used in each artificial neuron to determine its output based on the sum of its weighted inputs. This is similar to how a biological neuron "fires" when its input reaches a certain threshold</a:t>
            </a:r>
          </a:p>
          <a:p>
            <a:pPr marL="0" lvl="0" indent="0" algn="l" rtl="0">
              <a:spcBef>
                <a:spcPts val="0"/>
              </a:spcBef>
              <a:spcAft>
                <a:spcPts val="0"/>
              </a:spcAft>
              <a:buNone/>
            </a:pPr>
            <a:endParaRP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38ca2b74484_0_10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38ca2b74484_0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artificial neural unit found in the connectionist machine started of as a perceptron. Each neuron will do the computation, which we call as weighted sum. This may be given out as output directly, or we made apply additional processing on the weighted sum before sending the response. The interconnection among the neural unit will store the knowledge of the world. We call the mechanism for storing the knowledge as parameters or weights.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38ca2b74484_0_1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 name="Google Shape;126;g38ca2b74484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artificial neural unit found in the connectionist machine started of as a perceptron. Each neuron will do the computation, which we call as weighted sum. This may be given out as output directly, or we made apply additional processing on the weighted sum before sending the response. The interconnection among the neural unit will store the knowledge of the world. We call the mechanism for storing the knowledge as parameters or weights.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8ca2b74484_0_1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 name="Google Shape;134;g38ca2b74484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g38ca2b74484_0_1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 name="Google Shape;142;g38ca2b74484_0_1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38ca2b74484_0_1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38ca2b74484_0_1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g29986dc0089_0_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 name="Google Shape;156;g29986dc0089_0_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29986dc0089_0_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g29986dc0089_0_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29986dc0089_0_8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29986dc0089_0_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machines that emulate the brain to some extent are called connectionist machines. It is a concept in Artificial intelligence, where each indictila processing element called as neural unit will so some computation. Each unit will receive input from many other units. And each unit will send responses to other neural units. The ideal connectionist machines will have loops and self loops and ll kinds of interconnections imaginable.</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8ca2b74484_0_14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8" name="Google Shape;178;g38ca2b7448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The machines that emulate the brain to some extent are called connectionist machines. It is a concept in Artificial intelligence, where each indictila processing element called as neural unit will so some computation. Each unit will receive input from many other units. And each unit will send responses to other neural units. The ideal connectionist machines will have loops and self loops and ll kinds of interconnections imaginable.</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g29986dc0089_0_10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6" name="Google Shape;186;g29986dc0089_0_1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29986dc0089_0_1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2" name="Google Shape;192;g29986dc0089_0_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A perceptron is a simple machine learning algorithm for supervised learning of binary classifiers, acting as a single-layer neural network. </a:t>
            </a:r>
            <a:r>
              <a:rPr lang="en-US" sz="1100" b="0" i="0" u="none" strike="noStrike" cap="none">
                <a:solidFill>
                  <a:srgbClr val="000000"/>
                </a:solidFill>
                <a:effectLst/>
                <a:latin typeface="Arial"/>
                <a:ea typeface="Arial"/>
                <a:cs typeface="Arial"/>
                <a:sym typeface="Arial"/>
              </a:rPr>
              <a:t>It takes in input data, weights the inputs, and uses an activation function to produce a binary output, deciding whether an input belongs to one of two classes. </a:t>
            </a:r>
            <a:endParaRPr lang="en"/>
          </a:p>
          <a:p>
            <a:pPr marL="0" lvl="0" indent="0" algn="l" rtl="0">
              <a:spcBef>
                <a:spcPts val="0"/>
              </a:spcBef>
              <a:spcAft>
                <a:spcPts val="0"/>
              </a:spcAft>
              <a:buNone/>
            </a:pPr>
            <a:r>
              <a:rPr lang="en" dirty="0"/>
              <a:t>Highlight that perceptron will have outputs as +1 and -1 always.</a:t>
            </a:r>
            <a:endParaRPr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38ca2b74484_0_1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38ca2b74484_0_1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Highlight that perceptron will have outputs as +1 and -1 always.</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38ca2b74484_0_15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38ca2b74484_0_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2"/>
        <p:cNvGrpSpPr/>
        <p:nvPr/>
      </p:nvGrpSpPr>
      <p:grpSpPr>
        <a:xfrm>
          <a:off x="0" y="0"/>
          <a:ext cx="0" cy="0"/>
          <a:chOff x="0" y="0"/>
          <a:chExt cx="0" cy="0"/>
        </a:xfrm>
      </p:grpSpPr>
      <p:sp>
        <p:nvSpPr>
          <p:cNvPr id="213" name="Google Shape;213;g261b0c45690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4" name="Google Shape;214;g261b0c45690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29986dc0089_0_1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29986dc0089_0_1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g29986dc0089_0_14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9" name="Google Shape;229;g29986dc0089_0_1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4 equations and 3 unknown. Easily solved using linear algebra.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g29986dc0089_0_14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6" name="Google Shape;236;g29986dc0089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g38ca2b74484_0_1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3" name="Google Shape;243;g38ca2b74484_0_1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g38ca2b74484_0_16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1" name="Google Shape;251;g38ca2b74484_0_1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g38ca2b74484_0_1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8" name="Google Shape;258;g38ca2b74484_0_1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g29986dc0089_0_1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5" name="Google Shape;265;g29986dc0089_0_1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Give this as exercise for the students. </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NAND Gate in a Perceptron</a:t>
            </a:r>
            <a:r>
              <a:rPr lang="en-US" sz="1100" b="0" i="0" u="none" strike="noStrike" cap="none" dirty="0">
                <a:solidFill>
                  <a:srgbClr val="000000"/>
                </a:solidFill>
                <a:effectLst/>
                <a:latin typeface="Arial"/>
                <a:ea typeface="Arial"/>
                <a:cs typeface="Arial"/>
                <a:sym typeface="Arial"/>
              </a:rPr>
              <a:t>: </a:t>
            </a: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A NAND gate outputs O only when all its inputs are 1; otherwise, it outputs 1. To implement this with a perceptron: </a:t>
            </a: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Inputs: Let x_{1} and x_{2} be the binary inputs (0 or 1). </a:t>
            </a: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Weights: Set the weights, w_{1} and w_{2} to negative values (e.g., -1). </a:t>
            </a: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Bias: Set the bias, b, to a positive value (e.g., 1.5). </a:t>
            </a: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Activation Function: Use a step function that outputs 1 if the weighted sum plus bias is greater than or equal to a threshold (e.g., 0), and O otherwise. </a:t>
            </a: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The perceptron calculates y = Theta(w_{1}*x_{1} + w_{2}*x_{2} + b) </a:t>
            </a: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For example, with w_{1} = - 1, w_{2} = - 1 ,b=1.5: If x_{1} = 1 x_{2} = 1 / (- 1) * (1) + (- 1)(1) + 1.5 = - 0.5 Since - 0.5 &lt; 0 the output is 0. For any other input combination (e.g., x_{1} = 0 x_{2} = 0 ): (- 1)(0) + (- 1)(0) + 1.5 = 1.5 Since 1.5 &gt;= 0 the output is 1.</a:t>
            </a:r>
          </a:p>
          <a:p>
            <a:pPr marL="0" lvl="0" indent="0" algn="l" rtl="0">
              <a:spcBef>
                <a:spcPts val="0"/>
              </a:spcBef>
              <a:spcAft>
                <a:spcPts val="0"/>
              </a:spcAft>
              <a:buNone/>
            </a:pPr>
            <a:endParaRPr lang="en-US" sz="1100" b="0" i="0" u="none" strike="noStrike" cap="none" dirty="0">
              <a:solidFill>
                <a:srgbClr val="000000"/>
              </a:solidFill>
              <a:effectLst/>
              <a:latin typeface="Arial"/>
              <a:cs typeface="Arial"/>
              <a:sym typeface="Arial"/>
            </a:endParaRPr>
          </a:p>
          <a:p>
            <a:pPr marL="0" lvl="0" indent="0" algn="l" rtl="0">
              <a:spcBef>
                <a:spcPts val="0"/>
              </a:spcBef>
              <a:spcAft>
                <a:spcPts val="0"/>
              </a:spcAft>
              <a:buNone/>
            </a:pPr>
            <a:r>
              <a:rPr lang="en-US" b="1" dirty="0"/>
              <a:t>NOR Gate in a Perceptron:</a:t>
            </a:r>
          </a:p>
          <a:p>
            <a:pPr marL="0" lvl="0" indent="0" algn="l" rtl="0">
              <a:spcBef>
                <a:spcPts val="0"/>
              </a:spcBef>
              <a:spcAft>
                <a:spcPts val="0"/>
              </a:spcAft>
              <a:buNone/>
            </a:pPr>
            <a:r>
              <a:rPr lang="en-US" dirty="0"/>
              <a:t>A NOR gate outputs 1 only when all its inputs are 0; otherwise, it outputs O. To implement this with a perceptron:</a:t>
            </a:r>
          </a:p>
          <a:p>
            <a:pPr marL="0" lvl="0" indent="0" algn="l" rtl="0">
              <a:spcBef>
                <a:spcPts val="0"/>
              </a:spcBef>
              <a:spcAft>
                <a:spcPts val="0"/>
              </a:spcAft>
              <a:buNone/>
            </a:pPr>
            <a:r>
              <a:rPr lang="en-US" dirty="0"/>
              <a:t>Inputs: Let x_{1} and x_{2} be the binary inputs (0 or 1).</a:t>
            </a:r>
          </a:p>
          <a:p>
            <a:pPr marL="0" lvl="0" indent="0" algn="l" rtl="0">
              <a:spcBef>
                <a:spcPts val="0"/>
              </a:spcBef>
              <a:spcAft>
                <a:spcPts val="0"/>
              </a:spcAft>
              <a:buNone/>
            </a:pPr>
            <a:r>
              <a:rPr lang="en-US" dirty="0"/>
              <a:t>Weights: Set the weights, w_{1} and w_{2} to negative values (e.g., -1).</a:t>
            </a:r>
          </a:p>
          <a:p>
            <a:pPr marL="0" lvl="0" indent="0" algn="l" rtl="0">
              <a:spcBef>
                <a:spcPts val="0"/>
              </a:spcBef>
              <a:spcAft>
                <a:spcPts val="0"/>
              </a:spcAft>
              <a:buNone/>
            </a:pPr>
            <a:r>
              <a:rPr lang="en-US" dirty="0"/>
              <a:t>Bias: Set the bias, b, to a small positive value (e.g., 0.5).</a:t>
            </a:r>
          </a:p>
          <a:p>
            <a:pPr marL="0" lvl="0" indent="0" algn="l" rtl="0">
              <a:spcBef>
                <a:spcPts val="0"/>
              </a:spcBef>
              <a:spcAft>
                <a:spcPts val="0"/>
              </a:spcAft>
              <a:buNone/>
            </a:pPr>
            <a:r>
              <a:rPr lang="en-US" dirty="0"/>
              <a:t>Activation Function: Use a step function that outputs 1 if the weighted sum plus bias is greater than or equal to a threshold (e.g., 0), and O otherwise.</a:t>
            </a:r>
          </a:p>
          <a:p>
            <a:pPr marL="0" lvl="0" indent="0" algn="l" rtl="0">
              <a:spcBef>
                <a:spcPts val="0"/>
              </a:spcBef>
              <a:spcAft>
                <a:spcPts val="0"/>
              </a:spcAft>
              <a:buNone/>
            </a:pPr>
            <a:r>
              <a:rPr lang="en-US" dirty="0"/>
              <a:t>The perceptron calculates y = Theta(w_{1}*x_{1} + w_{2}*x_{2} + b)</a:t>
            </a:r>
          </a:p>
          <a:p>
            <a:pPr marL="0" lvl="0" indent="0" algn="l" rtl="0">
              <a:spcBef>
                <a:spcPts val="0"/>
              </a:spcBef>
              <a:spcAft>
                <a:spcPts val="0"/>
              </a:spcAft>
              <a:buNone/>
            </a:pPr>
            <a:r>
              <a:rPr lang="en-US" dirty="0"/>
              <a:t>For example, with w_{1} = - 1, w_{2} = - 1 ,b=0.5:</a:t>
            </a:r>
          </a:p>
          <a:p>
            <a:pPr marL="0" lvl="0" indent="0" algn="l" rtl="0">
              <a:spcBef>
                <a:spcPts val="0"/>
              </a:spcBef>
              <a:spcAft>
                <a:spcPts val="0"/>
              </a:spcAft>
              <a:buNone/>
            </a:pPr>
            <a:r>
              <a:rPr lang="en-US" dirty="0"/>
              <a:t>If x_{1} = 0 x_{2} = 0 / (- 1) * (0) + (- 1)(0) + 0.5 = 0.5 Since 0.5 &gt;= 0 the output is 1.</a:t>
            </a:r>
          </a:p>
          <a:p>
            <a:pPr marL="0" lvl="0" indent="0" algn="l" rtl="0">
              <a:spcBef>
                <a:spcPts val="0"/>
              </a:spcBef>
              <a:spcAft>
                <a:spcPts val="0"/>
              </a:spcAft>
              <a:buNone/>
            </a:pPr>
            <a:r>
              <a:rPr lang="en-US" dirty="0"/>
              <a:t>For any other input combination (e.g., x_{1} = 1 x_{2} = 0 ): (- 1)(1) + (- 1)(0) + 0.5 = - 0.5 Since - 0.5 &lt; 0 the output is 0.</a:t>
            </a:r>
            <a:endParaRPr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142450"/>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018475"/>
            <a:ext cx="8520600" cy="38958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chemeClr val="dk1"/>
              </a:buClr>
              <a:buSzPts val="2000"/>
              <a:buChar char="●"/>
              <a:defRPr sz="2000">
                <a:solidFill>
                  <a:schemeClr val="dk1"/>
                </a:solidFill>
              </a:defRPr>
            </a:lvl1pPr>
            <a:lvl2pPr marL="914400" lvl="1" indent="-330200">
              <a:spcBef>
                <a:spcPts val="0"/>
              </a:spcBef>
              <a:spcAft>
                <a:spcPts val="0"/>
              </a:spcAft>
              <a:buClr>
                <a:schemeClr val="dk1"/>
              </a:buClr>
              <a:buSzPts val="1600"/>
              <a:buChar char="○"/>
              <a:defRPr sz="1600">
                <a:solidFill>
                  <a:schemeClr val="dk1"/>
                </a:solidFill>
              </a:defRPr>
            </a:lvl2pPr>
            <a:lvl3pPr marL="1371600" lvl="2" indent="-330200">
              <a:spcBef>
                <a:spcPts val="0"/>
              </a:spcBef>
              <a:spcAft>
                <a:spcPts val="0"/>
              </a:spcAft>
              <a:buClr>
                <a:schemeClr val="dk1"/>
              </a:buClr>
              <a:buSzPts val="1600"/>
              <a:buChar char="■"/>
              <a:defRPr sz="1600">
                <a:solidFill>
                  <a:schemeClr val="dk1"/>
                </a:solidFill>
              </a:defRPr>
            </a:lvl3pPr>
            <a:lvl4pPr marL="1828800" lvl="3" indent="-330200">
              <a:spcBef>
                <a:spcPts val="0"/>
              </a:spcBef>
              <a:spcAft>
                <a:spcPts val="0"/>
              </a:spcAft>
              <a:buClr>
                <a:schemeClr val="dk1"/>
              </a:buClr>
              <a:buSzPts val="1600"/>
              <a:buChar char="●"/>
              <a:defRPr sz="1600">
                <a:solidFill>
                  <a:schemeClr val="dk1"/>
                </a:solidFill>
              </a:defRPr>
            </a:lvl4pPr>
            <a:lvl5pPr marL="2286000" lvl="4" indent="-330200">
              <a:spcBef>
                <a:spcPts val="0"/>
              </a:spcBef>
              <a:spcAft>
                <a:spcPts val="0"/>
              </a:spcAft>
              <a:buClr>
                <a:schemeClr val="dk1"/>
              </a:buClr>
              <a:buSzPts val="1600"/>
              <a:buChar char="○"/>
              <a:defRPr sz="1600">
                <a:solidFill>
                  <a:schemeClr val="dk1"/>
                </a:solidFill>
              </a:defRPr>
            </a:lvl5pPr>
            <a:lvl6pPr marL="2743200" lvl="5" indent="-330200">
              <a:spcBef>
                <a:spcPts val="0"/>
              </a:spcBef>
              <a:spcAft>
                <a:spcPts val="0"/>
              </a:spcAft>
              <a:buClr>
                <a:schemeClr val="dk1"/>
              </a:buClr>
              <a:buSzPts val="1600"/>
              <a:buChar char="■"/>
              <a:defRPr sz="1600">
                <a:solidFill>
                  <a:schemeClr val="dk1"/>
                </a:solidFill>
              </a:defRPr>
            </a:lvl6pPr>
            <a:lvl7pPr marL="3200400" lvl="6" indent="-330200">
              <a:spcBef>
                <a:spcPts val="0"/>
              </a:spcBef>
              <a:spcAft>
                <a:spcPts val="0"/>
              </a:spcAft>
              <a:buClr>
                <a:schemeClr val="dk1"/>
              </a:buClr>
              <a:buSzPts val="1600"/>
              <a:buChar char="●"/>
              <a:defRPr sz="1600">
                <a:solidFill>
                  <a:schemeClr val="dk1"/>
                </a:solidFill>
              </a:defRPr>
            </a:lvl7pPr>
            <a:lvl8pPr marL="3657600" lvl="7" indent="-330200">
              <a:spcBef>
                <a:spcPts val="0"/>
              </a:spcBef>
              <a:spcAft>
                <a:spcPts val="0"/>
              </a:spcAft>
              <a:buClr>
                <a:schemeClr val="dk1"/>
              </a:buClr>
              <a:buSzPts val="1600"/>
              <a:buChar char="○"/>
              <a:defRPr sz="1600">
                <a:solidFill>
                  <a:schemeClr val="dk1"/>
                </a:solidFill>
              </a:defRPr>
            </a:lvl8pPr>
            <a:lvl9pPr marL="4114800" lvl="8" indent="-330200">
              <a:spcBef>
                <a:spcPts val="0"/>
              </a:spcBef>
              <a:spcAft>
                <a:spcPts val="0"/>
              </a:spcAft>
              <a:buClr>
                <a:schemeClr val="dk1"/>
              </a:buClr>
              <a:buSzPts val="1600"/>
              <a:buChar char="■"/>
              <a:defRPr sz="1600">
                <a:solidFill>
                  <a:schemeClr val="dk1"/>
                </a:solidFill>
              </a:defRPr>
            </a:lvl9pPr>
          </a:lstStyle>
          <a:p>
            <a:endParaRPr/>
          </a:p>
        </p:txBody>
      </p:sp>
      <p:sp>
        <p:nvSpPr>
          <p:cNvPr id="19" name="Google Shape;19;p4"/>
          <p:cNvSpPr txBox="1">
            <a:spLocks noGrp="1"/>
          </p:cNvSpPr>
          <p:nvPr>
            <p:ph type="sldNum" idx="12"/>
          </p:nvPr>
        </p:nvSpPr>
        <p:spPr>
          <a:xfrm>
            <a:off x="8595300" y="4603599"/>
            <a:ext cx="548700" cy="310800"/>
          </a:xfrm>
          <a:prstGeom prst="rect">
            <a:avLst/>
          </a:prstGeom>
        </p:spPr>
        <p:txBody>
          <a:bodyPr spcFirstLastPara="1" wrap="square" lIns="91425" tIns="91425" rIns="91425" bIns="91425" anchor="ctr" anchorCtr="0">
            <a:normAutofit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7" name="Google Shape;27;p6"/>
          <p:cNvSpPr txBox="1">
            <a:spLocks noGrp="1"/>
          </p:cNvSpPr>
          <p:nvPr>
            <p:ph type="title"/>
          </p:nvPr>
        </p:nvSpPr>
        <p:spPr>
          <a:xfrm>
            <a:off x="311700" y="142450"/>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0" name="Google Shape;30;p7"/>
          <p:cNvSpPr txBox="1">
            <a:spLocks noGrp="1"/>
          </p:cNvSpPr>
          <p:nvPr>
            <p:ph type="title"/>
          </p:nvPr>
        </p:nvSpPr>
        <p:spPr>
          <a:xfrm>
            <a:off x="311700" y="142450"/>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1" name="Google Shape;31;p7"/>
          <p:cNvSpPr txBox="1">
            <a:spLocks noGrp="1"/>
          </p:cNvSpPr>
          <p:nvPr>
            <p:ph type="body" idx="1"/>
          </p:nvPr>
        </p:nvSpPr>
        <p:spPr>
          <a:xfrm>
            <a:off x="311700" y="1018475"/>
            <a:ext cx="5411400" cy="38958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chemeClr val="dk1"/>
              </a:buClr>
              <a:buSzPts val="2000"/>
              <a:buChar char="➔"/>
              <a:defRPr sz="2000">
                <a:solidFill>
                  <a:schemeClr val="dk1"/>
                </a:solidFill>
              </a:defRPr>
            </a:lvl1pPr>
            <a:lvl2pPr marL="914400" lvl="1" indent="-330200">
              <a:spcBef>
                <a:spcPts val="0"/>
              </a:spcBef>
              <a:spcAft>
                <a:spcPts val="0"/>
              </a:spcAft>
              <a:buClr>
                <a:schemeClr val="dk1"/>
              </a:buClr>
              <a:buSzPts val="1600"/>
              <a:buChar char="◆"/>
              <a:defRPr sz="1600">
                <a:solidFill>
                  <a:schemeClr val="dk1"/>
                </a:solidFill>
              </a:defRPr>
            </a:lvl2pPr>
            <a:lvl3pPr marL="1371600" lvl="2" indent="-330200">
              <a:spcBef>
                <a:spcPts val="0"/>
              </a:spcBef>
              <a:spcAft>
                <a:spcPts val="0"/>
              </a:spcAft>
              <a:buClr>
                <a:schemeClr val="dk1"/>
              </a:buClr>
              <a:buSzPts val="1600"/>
              <a:buChar char="●"/>
              <a:defRPr sz="1600">
                <a:solidFill>
                  <a:schemeClr val="dk1"/>
                </a:solidFill>
              </a:defRPr>
            </a:lvl3pPr>
            <a:lvl4pPr marL="1828800" lvl="3" indent="-330200">
              <a:spcBef>
                <a:spcPts val="0"/>
              </a:spcBef>
              <a:spcAft>
                <a:spcPts val="0"/>
              </a:spcAft>
              <a:buClr>
                <a:schemeClr val="dk1"/>
              </a:buClr>
              <a:buSzPts val="1600"/>
              <a:buChar char="○"/>
              <a:defRPr sz="1600">
                <a:solidFill>
                  <a:schemeClr val="dk1"/>
                </a:solidFill>
              </a:defRPr>
            </a:lvl4pPr>
            <a:lvl5pPr marL="2286000" lvl="4" indent="-330200">
              <a:spcBef>
                <a:spcPts val="0"/>
              </a:spcBef>
              <a:spcAft>
                <a:spcPts val="0"/>
              </a:spcAft>
              <a:buClr>
                <a:schemeClr val="dk1"/>
              </a:buClr>
              <a:buSzPts val="1600"/>
              <a:buChar char="◆"/>
              <a:defRPr sz="1600">
                <a:solidFill>
                  <a:schemeClr val="dk1"/>
                </a:solidFill>
              </a:defRPr>
            </a:lvl5pPr>
            <a:lvl6pPr marL="2743200" lvl="5" indent="-330200">
              <a:spcBef>
                <a:spcPts val="0"/>
              </a:spcBef>
              <a:spcAft>
                <a:spcPts val="0"/>
              </a:spcAft>
              <a:buClr>
                <a:schemeClr val="dk1"/>
              </a:buClr>
              <a:buSzPts val="1600"/>
              <a:buChar char="●"/>
              <a:defRPr sz="1600">
                <a:solidFill>
                  <a:schemeClr val="dk1"/>
                </a:solidFill>
              </a:defRPr>
            </a:lvl6pPr>
            <a:lvl7pPr marL="3200400" lvl="6" indent="-330200">
              <a:spcBef>
                <a:spcPts val="0"/>
              </a:spcBef>
              <a:spcAft>
                <a:spcPts val="0"/>
              </a:spcAft>
              <a:buClr>
                <a:schemeClr val="dk1"/>
              </a:buClr>
              <a:buSzPts val="1600"/>
              <a:buChar char="○"/>
              <a:defRPr sz="1600">
                <a:solidFill>
                  <a:schemeClr val="dk1"/>
                </a:solidFill>
              </a:defRPr>
            </a:lvl7pPr>
            <a:lvl8pPr marL="3657600" lvl="7" indent="-330200">
              <a:spcBef>
                <a:spcPts val="0"/>
              </a:spcBef>
              <a:spcAft>
                <a:spcPts val="0"/>
              </a:spcAft>
              <a:buClr>
                <a:schemeClr val="dk1"/>
              </a:buClr>
              <a:buSzPts val="1600"/>
              <a:buChar char="◆"/>
              <a:defRPr sz="1600">
                <a:solidFill>
                  <a:schemeClr val="dk1"/>
                </a:solidFill>
              </a:defRPr>
            </a:lvl8pPr>
            <a:lvl9pPr marL="4114800" lvl="8" indent="-330200">
              <a:spcBef>
                <a:spcPts val="0"/>
              </a:spcBef>
              <a:spcAft>
                <a:spcPts val="0"/>
              </a:spcAft>
              <a:buClr>
                <a:schemeClr val="dk1"/>
              </a:buClr>
              <a:buSzPts val="1600"/>
              <a:buChar char="●"/>
              <a:defRPr sz="1600">
                <a:solidFill>
                  <a:schemeClr val="dk1"/>
                </a:solidFill>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50" name="Google Shape;50;p12"/>
          <p:cNvSpPr txBox="1">
            <a:spLocks noGrp="1"/>
          </p:cNvSpPr>
          <p:nvPr>
            <p:ph type="title"/>
          </p:nvPr>
        </p:nvSpPr>
        <p:spPr>
          <a:xfrm>
            <a:off x="311700" y="142450"/>
            <a:ext cx="8520600" cy="5727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lt1"/>
              </a:buClr>
              <a:buSzPts val="2800"/>
              <a:buNone/>
              <a:defRPr>
                <a:solidFill>
                  <a:schemeClr val="lt1"/>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blipFill>
          <a:blip r:embed="rId13">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6.xml"/><Relationship Id="rId5" Type="http://schemas.openxmlformats.org/officeDocument/2006/relationships/image" Target="../media/image9.png"/><Relationship Id="rId4" Type="http://schemas.openxmlformats.org/officeDocument/2006/relationships/customXml" Target="../ink/ink1.xml"/></Relationships>
</file>

<file path=ppt/slides/_rels/slide12.xml.rels><?xml version="1.0" encoding="UTF-8" standalone="yes"?>
<Relationships xmlns="http://schemas.openxmlformats.org/package/2006/relationships"><Relationship Id="rId3" Type="http://schemas.openxmlformats.org/officeDocument/2006/relationships/customXml" Target="../ink/ink2.xml"/><Relationship Id="rId2" Type="http://schemas.openxmlformats.org/officeDocument/2006/relationships/notesSlide" Target="../notesSlides/notesSlide12.xml"/><Relationship Id="rId1" Type="http://schemas.openxmlformats.org/officeDocument/2006/relationships/slideLayout" Target="../slideLayouts/slideLayout6.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6.xml"/><Relationship Id="rId5" Type="http://schemas.openxmlformats.org/officeDocument/2006/relationships/image" Target="../media/image12.png"/><Relationship Id="rId4" Type="http://schemas.openxmlformats.org/officeDocument/2006/relationships/customXml" Target="../ink/ink3.xml"/></Relationships>
</file>

<file path=ppt/slides/_rels/slide15.xml.rels><?xml version="1.0" encoding="UTF-8" standalone="yes"?>
<Relationships xmlns="http://schemas.openxmlformats.org/package/2006/relationships"><Relationship Id="rId3" Type="http://schemas.openxmlformats.org/officeDocument/2006/relationships/customXml" Target="../ink/ink4.xml"/><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9.xml"/><Relationship Id="rId1" Type="http://schemas.openxmlformats.org/officeDocument/2006/relationships/slideLayout" Target="../slideLayouts/slideLayout5.xml"/><Relationship Id="rId5" Type="http://schemas.openxmlformats.org/officeDocument/2006/relationships/image" Target="../media/image21.png"/><Relationship Id="rId4" Type="http://schemas.openxmlformats.org/officeDocument/2006/relationships/customXml" Target="../ink/ink5.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customXml" Target="../ink/ink6.xml"/><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4"/>
        <p:cNvGrpSpPr/>
        <p:nvPr/>
      </p:nvGrpSpPr>
      <p:grpSpPr>
        <a:xfrm>
          <a:off x="0" y="0"/>
          <a:ext cx="0" cy="0"/>
          <a:chOff x="0" y="0"/>
          <a:chExt cx="0" cy="0"/>
        </a:xfrm>
      </p:grpSpPr>
      <p:sp>
        <p:nvSpPr>
          <p:cNvPr id="55" name="Google Shape;55;p13"/>
          <p:cNvSpPr txBox="1">
            <a:spLocks noGrp="1"/>
          </p:cNvSpPr>
          <p:nvPr>
            <p:ph type="ctrTitle"/>
          </p:nvPr>
        </p:nvSpPr>
        <p:spPr>
          <a:xfrm>
            <a:off x="2684575" y="2504025"/>
            <a:ext cx="6020700" cy="7926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a:solidFill>
                  <a:schemeClr val="lt1"/>
                </a:solidFill>
              </a:rPr>
              <a:t>Deep Neural Network</a:t>
            </a:r>
            <a:endParaRPr>
              <a:solidFill>
                <a:schemeClr val="lt1"/>
              </a:solidFill>
            </a:endParaRPr>
          </a:p>
        </p:txBody>
      </p:sp>
      <p:sp>
        <p:nvSpPr>
          <p:cNvPr id="56" name="Google Shape;56;p13"/>
          <p:cNvSpPr txBox="1">
            <a:spLocks noGrp="1"/>
          </p:cNvSpPr>
          <p:nvPr>
            <p:ph type="subTitle" idx="1"/>
          </p:nvPr>
        </p:nvSpPr>
        <p:spPr>
          <a:xfrm>
            <a:off x="2884075" y="3296625"/>
            <a:ext cx="6020700" cy="512100"/>
          </a:xfrm>
          <a:prstGeom prst="rect">
            <a:avLst/>
          </a:prstGeom>
        </p:spPr>
        <p:txBody>
          <a:bodyPr spcFirstLastPara="1" wrap="square" lIns="91425" tIns="91425" rIns="91425" bIns="91425" anchor="t" anchorCtr="0">
            <a:normAutofit fontScale="92500" lnSpcReduction="20000"/>
          </a:bodyPr>
          <a:lstStyle/>
          <a:p>
            <a:pPr marL="0" lvl="0" indent="0" algn="ctr" rtl="0">
              <a:spcBef>
                <a:spcPts val="0"/>
              </a:spcBef>
              <a:spcAft>
                <a:spcPts val="0"/>
              </a:spcAft>
              <a:buNone/>
            </a:pPr>
            <a:r>
              <a:rPr lang="en">
                <a:solidFill>
                  <a:schemeClr val="lt1"/>
                </a:solidFill>
              </a:rPr>
              <a:t>AIML Module 2</a:t>
            </a:r>
            <a:endParaRPr>
              <a:solidFill>
                <a:schemeClr val="lt1"/>
              </a:solidFill>
            </a:endParaRPr>
          </a:p>
        </p:txBody>
      </p:sp>
      <p:sp>
        <p:nvSpPr>
          <p:cNvPr id="57" name="Google Shape;57;p13"/>
          <p:cNvSpPr txBox="1"/>
          <p:nvPr/>
        </p:nvSpPr>
        <p:spPr>
          <a:xfrm>
            <a:off x="5316175" y="3737325"/>
            <a:ext cx="3389100" cy="800400"/>
          </a:xfrm>
          <a:prstGeom prst="rect">
            <a:avLst/>
          </a:prstGeom>
          <a:noFill/>
          <a:ln>
            <a:noFill/>
          </a:ln>
        </p:spPr>
        <p:txBody>
          <a:bodyPr spcFirstLastPara="1" wrap="square" lIns="91425" tIns="91425" rIns="91425" bIns="91425" anchor="t" anchorCtr="0">
            <a:spAutoFit/>
          </a:bodyPr>
          <a:lstStyle/>
          <a:p>
            <a:pPr marL="0" lvl="0" indent="0" algn="r" rtl="0">
              <a:lnSpc>
                <a:spcPct val="150000"/>
              </a:lnSpc>
              <a:spcBef>
                <a:spcPts val="0"/>
              </a:spcBef>
              <a:spcAft>
                <a:spcPts val="0"/>
              </a:spcAft>
              <a:buNone/>
            </a:pPr>
            <a:r>
              <a:rPr lang="en" sz="1600">
                <a:solidFill>
                  <a:schemeClr val="lt1"/>
                </a:solidFill>
              </a:rPr>
              <a:t>Seetha Parameswaran</a:t>
            </a:r>
            <a:endParaRPr sz="1600">
              <a:solidFill>
                <a:schemeClr val="lt1"/>
              </a:solidFill>
            </a:endParaRPr>
          </a:p>
          <a:p>
            <a:pPr marL="0" lvl="0" indent="0" algn="r" rtl="0">
              <a:lnSpc>
                <a:spcPct val="150000"/>
              </a:lnSpc>
              <a:spcBef>
                <a:spcPts val="0"/>
              </a:spcBef>
              <a:spcAft>
                <a:spcPts val="0"/>
              </a:spcAft>
              <a:buNone/>
            </a:pPr>
            <a:r>
              <a:rPr lang="en" sz="1600">
                <a:solidFill>
                  <a:schemeClr val="lt1"/>
                </a:solidFill>
              </a:rPr>
              <a:t>BITS Pilani</a:t>
            </a:r>
            <a:endParaRPr sz="1600">
              <a:solidFill>
                <a:schemeClr val="l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sp>
        <p:nvSpPr>
          <p:cNvPr id="62" name="Google Shape;62;p14"/>
          <p:cNvSpPr txBox="1">
            <a:spLocks noGrp="1"/>
          </p:cNvSpPr>
          <p:nvPr>
            <p:ph type="title"/>
          </p:nvPr>
        </p:nvSpPr>
        <p:spPr>
          <a:xfrm>
            <a:off x="1714500" y="1448675"/>
            <a:ext cx="5688300" cy="1541700"/>
          </a:xfrm>
          <a:prstGeom prst="rect">
            <a:avLst/>
          </a:prstGeom>
        </p:spPr>
        <p:txBody>
          <a:bodyPr spcFirstLastPara="1" wrap="square" lIns="91425" tIns="91425" rIns="91425" bIns="91425" anchor="ctr" anchorCtr="0">
            <a:normAutofit/>
          </a:bodyPr>
          <a:lstStyle/>
          <a:p>
            <a:pPr marL="0" lvl="0" indent="0" algn="just" rtl="0">
              <a:lnSpc>
                <a:spcPct val="115000"/>
              </a:lnSpc>
              <a:spcBef>
                <a:spcPts val="0"/>
              </a:spcBef>
              <a:spcAft>
                <a:spcPts val="1200"/>
              </a:spcAft>
              <a:buNone/>
            </a:pPr>
            <a:r>
              <a:rPr lang="en" sz="1800">
                <a:solidFill>
                  <a:schemeClr val="dk2"/>
                </a:solidFill>
              </a:rPr>
              <a:t>The author of this deck, Prof. Seetha Parameswaran, is gratefully acknowledging the authors who made their course materials freely available online.</a:t>
            </a:r>
            <a:endParaRPr sz="1800">
              <a:solidFill>
                <a:schemeClr val="dk2"/>
              </a:solidFill>
            </a:endParaRPr>
          </a:p>
        </p:txBody>
      </p:sp>
      <p:sp>
        <p:nvSpPr>
          <p:cNvPr id="63" name="Google Shape;63;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sp>
        <p:nvSpPr>
          <p:cNvPr id="68" name="Google Shape;68;p1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
              <a:t>Artificial Neural Network</a:t>
            </a:r>
            <a:endParaRPr/>
          </a:p>
        </p:txBody>
      </p:sp>
      <p:sp>
        <p:nvSpPr>
          <p:cNvPr id="69" name="Google Shape;69;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3</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3"/>
        <p:cNvGrpSpPr/>
        <p:nvPr/>
      </p:nvGrpSpPr>
      <p:grpSpPr>
        <a:xfrm>
          <a:off x="0" y="0"/>
          <a:ext cx="0" cy="0"/>
          <a:chOff x="0" y="0"/>
          <a:chExt cx="0" cy="0"/>
        </a:xfrm>
      </p:grpSpPr>
      <p:sp>
        <p:nvSpPr>
          <p:cNvPr id="74" name="Google Shape;74;p16"/>
          <p:cNvSpPr txBox="1">
            <a:spLocks noGrp="1"/>
          </p:cNvSpPr>
          <p:nvPr>
            <p:ph type="title"/>
          </p:nvPr>
        </p:nvSpPr>
        <p:spPr>
          <a:xfrm>
            <a:off x="311700" y="1424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How do Humans Learn?</a:t>
            </a:r>
            <a:endParaRPr/>
          </a:p>
        </p:txBody>
      </p:sp>
      <p:sp>
        <p:nvSpPr>
          <p:cNvPr id="75" name="Google Shape;75;p16"/>
          <p:cNvSpPr txBox="1">
            <a:spLocks noGrp="1"/>
          </p:cNvSpPr>
          <p:nvPr>
            <p:ph type="body" idx="1"/>
          </p:nvPr>
        </p:nvSpPr>
        <p:spPr>
          <a:xfrm>
            <a:off x="311700" y="1018475"/>
            <a:ext cx="4508100" cy="3895800"/>
          </a:xfrm>
          <a:prstGeom prst="rect">
            <a:avLst/>
          </a:prstGeom>
        </p:spPr>
        <p:txBody>
          <a:bodyPr spcFirstLastPara="1" wrap="square" lIns="91425" tIns="91425" rIns="91425" bIns="91425" anchor="t" anchorCtr="0">
            <a:normAutofit/>
          </a:bodyPr>
          <a:lstStyle/>
          <a:p>
            <a:pPr marL="457200" lvl="0" indent="-355600" algn="l" rtl="0">
              <a:spcBef>
                <a:spcPts val="0"/>
              </a:spcBef>
              <a:spcAft>
                <a:spcPts val="0"/>
              </a:spcAft>
              <a:buSzPts val="2000"/>
              <a:buChar char="➔"/>
            </a:pPr>
            <a:r>
              <a:rPr lang="en" dirty="0"/>
              <a:t>It begins with human brain.</a:t>
            </a:r>
            <a:endParaRPr dirty="0"/>
          </a:p>
          <a:p>
            <a:pPr marL="457200" lvl="0" indent="-355600" algn="l" rtl="0">
              <a:spcBef>
                <a:spcPts val="0"/>
              </a:spcBef>
              <a:spcAft>
                <a:spcPts val="0"/>
              </a:spcAft>
              <a:buSzPts val="2000"/>
              <a:buChar char="➔"/>
            </a:pPr>
            <a:r>
              <a:rPr lang="en" dirty="0"/>
              <a:t>Humans learn, solve problems, recognize patterns, create, think deeply about something, meditate and many many more.....</a:t>
            </a:r>
            <a:endParaRPr dirty="0"/>
          </a:p>
          <a:p>
            <a:pPr marL="457200" lvl="0" indent="-355600" algn="l" rtl="0">
              <a:spcBef>
                <a:spcPts val="0"/>
              </a:spcBef>
              <a:spcAft>
                <a:spcPts val="0"/>
              </a:spcAft>
              <a:buSzPts val="2000"/>
              <a:buChar char="➔"/>
            </a:pPr>
            <a:r>
              <a:rPr lang="en" dirty="0"/>
              <a:t>Humans learn through </a:t>
            </a:r>
            <a:r>
              <a:rPr lang="en" b="1" dirty="0"/>
              <a:t>association</a:t>
            </a:r>
            <a:r>
              <a:rPr lang="en" dirty="0"/>
              <a:t>. [Refer to Associationism for more details.]</a:t>
            </a:r>
            <a:endParaRPr dirty="0"/>
          </a:p>
        </p:txBody>
      </p:sp>
      <p:pic>
        <p:nvPicPr>
          <p:cNvPr id="76" name="Google Shape;76;p16"/>
          <p:cNvPicPr preferRelativeResize="0"/>
          <p:nvPr/>
        </p:nvPicPr>
        <p:blipFill>
          <a:blip r:embed="rId3">
            <a:alphaModFix/>
          </a:blip>
          <a:stretch>
            <a:fillRect/>
          </a:stretch>
        </p:blipFill>
        <p:spPr>
          <a:xfrm>
            <a:off x="4911436" y="1403924"/>
            <a:ext cx="3920875" cy="2335650"/>
          </a:xfrm>
          <a:prstGeom prst="rect">
            <a:avLst/>
          </a:prstGeom>
          <a:noFill/>
          <a:ln>
            <a:noFill/>
          </a:ln>
        </p:spPr>
      </p:pic>
      <p:sp>
        <p:nvSpPr>
          <p:cNvPr id="77" name="Google Shape;77;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1"/>
        <p:cNvGrpSpPr/>
        <p:nvPr/>
      </p:nvGrpSpPr>
      <p:grpSpPr>
        <a:xfrm>
          <a:off x="0" y="0"/>
          <a:ext cx="0" cy="0"/>
          <a:chOff x="0" y="0"/>
          <a:chExt cx="0" cy="0"/>
        </a:xfrm>
      </p:grpSpPr>
      <p:sp>
        <p:nvSpPr>
          <p:cNvPr id="82" name="Google Shape;82;p17"/>
          <p:cNvSpPr txBox="1">
            <a:spLocks noGrp="1"/>
          </p:cNvSpPr>
          <p:nvPr>
            <p:ph type="title"/>
          </p:nvPr>
        </p:nvSpPr>
        <p:spPr>
          <a:xfrm>
            <a:off x="311700" y="1424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Observation: The Brain</a:t>
            </a:r>
            <a:endParaRPr/>
          </a:p>
        </p:txBody>
      </p:sp>
      <p:sp>
        <p:nvSpPr>
          <p:cNvPr id="83" name="Google Shape;83;p17"/>
          <p:cNvSpPr txBox="1">
            <a:spLocks noGrp="1"/>
          </p:cNvSpPr>
          <p:nvPr>
            <p:ph type="body" idx="1"/>
          </p:nvPr>
        </p:nvSpPr>
        <p:spPr>
          <a:xfrm>
            <a:off x="311700" y="1018475"/>
            <a:ext cx="5411400" cy="3895800"/>
          </a:xfrm>
          <a:prstGeom prst="rect">
            <a:avLst/>
          </a:prstGeom>
        </p:spPr>
        <p:txBody>
          <a:bodyPr spcFirstLastPara="1" wrap="square" lIns="91425" tIns="91425" rIns="91425" bIns="91425" anchor="t" anchorCtr="0">
            <a:normAutofit lnSpcReduction="10000"/>
          </a:bodyPr>
          <a:lstStyle/>
          <a:p>
            <a:pPr marL="457200" lvl="0" indent="-355600" algn="l" rtl="0">
              <a:spcBef>
                <a:spcPts val="0"/>
              </a:spcBef>
              <a:spcAft>
                <a:spcPts val="0"/>
              </a:spcAft>
              <a:buSzPts val="2000"/>
              <a:buChar char="➔"/>
            </a:pPr>
            <a:r>
              <a:rPr lang="en" dirty="0"/>
              <a:t>The brain is a mass of interconnected neurons.</a:t>
            </a:r>
            <a:endParaRPr dirty="0"/>
          </a:p>
          <a:p>
            <a:pPr marL="457200" lvl="0" indent="-355600" algn="l" rtl="0">
              <a:spcBef>
                <a:spcPts val="0"/>
              </a:spcBef>
              <a:spcAft>
                <a:spcPts val="0"/>
              </a:spcAft>
              <a:buSzPts val="2000"/>
              <a:buChar char="➔"/>
            </a:pPr>
            <a:r>
              <a:rPr lang="en" dirty="0"/>
              <a:t>Number of neurons is approximately 10^(10).</a:t>
            </a:r>
            <a:endParaRPr dirty="0"/>
          </a:p>
          <a:p>
            <a:pPr marL="457200" lvl="0" indent="-355600" algn="l" rtl="0">
              <a:spcBef>
                <a:spcPts val="0"/>
              </a:spcBef>
              <a:spcAft>
                <a:spcPts val="0"/>
              </a:spcAft>
              <a:buSzPts val="2000"/>
              <a:buChar char="➔"/>
            </a:pPr>
            <a:r>
              <a:rPr lang="en" dirty="0"/>
              <a:t>Connections per neuron is approximately 10^(4 to 5).</a:t>
            </a:r>
            <a:endParaRPr dirty="0"/>
          </a:p>
          <a:p>
            <a:pPr marL="457200" lvl="0" indent="-355600" algn="l" rtl="0">
              <a:spcBef>
                <a:spcPts val="0"/>
              </a:spcBef>
              <a:spcAft>
                <a:spcPts val="0"/>
              </a:spcAft>
              <a:buSzPts val="2000"/>
              <a:buChar char="➔"/>
            </a:pPr>
            <a:r>
              <a:rPr lang="en" dirty="0"/>
              <a:t>Neuron switching time is approximately 0.001 second.</a:t>
            </a:r>
            <a:endParaRPr dirty="0"/>
          </a:p>
          <a:p>
            <a:pPr marL="457200" lvl="0" indent="-355600" algn="l" rtl="0">
              <a:spcBef>
                <a:spcPts val="0"/>
              </a:spcBef>
              <a:spcAft>
                <a:spcPts val="0"/>
              </a:spcAft>
              <a:buSzPts val="2000"/>
              <a:buChar char="➔"/>
            </a:pPr>
            <a:r>
              <a:rPr lang="en" dirty="0"/>
              <a:t>Scene recognition time is  1 second.</a:t>
            </a:r>
            <a:endParaRPr dirty="0"/>
          </a:p>
          <a:p>
            <a:pPr marL="457200" lvl="0" indent="-355600" algn="l" rtl="0">
              <a:spcBef>
                <a:spcPts val="0"/>
              </a:spcBef>
              <a:spcAft>
                <a:spcPts val="0"/>
              </a:spcAft>
              <a:buSzPts val="2000"/>
              <a:buChar char="➔"/>
            </a:pPr>
            <a:r>
              <a:rPr lang="en" dirty="0"/>
              <a:t>100 inference steps doesn't seem like enough. Lot of parallel computation. </a:t>
            </a:r>
            <a:endParaRPr dirty="0"/>
          </a:p>
        </p:txBody>
      </p:sp>
      <p:pic>
        <p:nvPicPr>
          <p:cNvPr id="84" name="Google Shape;84;p17"/>
          <p:cNvPicPr preferRelativeResize="0"/>
          <p:nvPr/>
        </p:nvPicPr>
        <p:blipFill>
          <a:blip r:embed="rId3">
            <a:alphaModFix/>
          </a:blip>
          <a:stretch>
            <a:fillRect/>
          </a:stretch>
        </p:blipFill>
        <p:spPr>
          <a:xfrm>
            <a:off x="5944425" y="2087450"/>
            <a:ext cx="2887875" cy="1757850"/>
          </a:xfrm>
          <a:prstGeom prst="rect">
            <a:avLst/>
          </a:prstGeom>
          <a:noFill/>
          <a:ln>
            <a:noFill/>
          </a:ln>
        </p:spPr>
      </p:pic>
      <p:sp>
        <p:nvSpPr>
          <p:cNvPr id="85" name="Google Shape;85;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5</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8"/>
          <p:cNvSpPr txBox="1">
            <a:spLocks noGrp="1"/>
          </p:cNvSpPr>
          <p:nvPr>
            <p:ph type="title"/>
          </p:nvPr>
        </p:nvSpPr>
        <p:spPr>
          <a:xfrm>
            <a:off x="311700" y="1424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Brain: Interconnected Neurons</a:t>
            </a:r>
            <a:endParaRPr/>
          </a:p>
        </p:txBody>
      </p:sp>
      <p:sp>
        <p:nvSpPr>
          <p:cNvPr id="91" name="Google Shape;91;p18"/>
          <p:cNvSpPr txBox="1">
            <a:spLocks noGrp="1"/>
          </p:cNvSpPr>
          <p:nvPr>
            <p:ph type="body" idx="1"/>
          </p:nvPr>
        </p:nvSpPr>
        <p:spPr>
          <a:xfrm>
            <a:off x="311700" y="1018475"/>
            <a:ext cx="5411400" cy="3895800"/>
          </a:xfrm>
          <a:prstGeom prst="rect">
            <a:avLst/>
          </a:prstGeom>
        </p:spPr>
        <p:txBody>
          <a:bodyPr spcFirstLastPara="1" wrap="square" lIns="91425" tIns="91425" rIns="91425" bIns="91425" anchor="t" anchorCtr="0">
            <a:normAutofit/>
          </a:bodyPr>
          <a:lstStyle/>
          <a:p>
            <a:pPr marL="457200" lvl="0" indent="-355600" algn="l" rtl="0">
              <a:spcBef>
                <a:spcPts val="0"/>
              </a:spcBef>
              <a:spcAft>
                <a:spcPts val="0"/>
              </a:spcAft>
              <a:buSzPts val="2000"/>
              <a:buChar char="➔"/>
            </a:pPr>
            <a:r>
              <a:rPr lang="en" dirty="0"/>
              <a:t>Many neurons connect </a:t>
            </a:r>
            <a:r>
              <a:rPr lang="en" b="1" dirty="0"/>
              <a:t>in</a:t>
            </a:r>
            <a:r>
              <a:rPr lang="en" dirty="0"/>
              <a:t> to each neuron.</a:t>
            </a:r>
            <a:endParaRPr dirty="0"/>
          </a:p>
          <a:p>
            <a:pPr marL="457200" lvl="0" indent="-355600" algn="l" rtl="0">
              <a:spcBef>
                <a:spcPts val="0"/>
              </a:spcBef>
              <a:spcAft>
                <a:spcPts val="0"/>
              </a:spcAft>
              <a:buSzPts val="2000"/>
              <a:buChar char="➔"/>
            </a:pPr>
            <a:r>
              <a:rPr lang="en" dirty="0"/>
              <a:t>Each neuron connects </a:t>
            </a:r>
            <a:r>
              <a:rPr lang="en" b="1" dirty="0"/>
              <a:t>out</a:t>
            </a:r>
            <a:r>
              <a:rPr lang="en" dirty="0"/>
              <a:t> to many neurons.</a:t>
            </a:r>
            <a:endParaRPr dirty="0"/>
          </a:p>
          <a:p>
            <a:pPr marL="0" lvl="0" indent="0" algn="l" rtl="0">
              <a:spcBef>
                <a:spcPts val="1200"/>
              </a:spcBef>
              <a:spcAft>
                <a:spcPts val="1200"/>
              </a:spcAft>
              <a:buNone/>
            </a:pPr>
            <a:endParaRPr dirty="0"/>
          </a:p>
        </p:txBody>
      </p:sp>
      <p:pic>
        <p:nvPicPr>
          <p:cNvPr id="92" name="Google Shape;92;p18"/>
          <p:cNvPicPr preferRelativeResize="0"/>
          <p:nvPr/>
        </p:nvPicPr>
        <p:blipFill>
          <a:blip r:embed="rId3">
            <a:alphaModFix/>
          </a:blip>
          <a:stretch>
            <a:fillRect/>
          </a:stretch>
        </p:blipFill>
        <p:spPr>
          <a:xfrm>
            <a:off x="2103120" y="2560320"/>
            <a:ext cx="4923150" cy="2027925"/>
          </a:xfrm>
          <a:prstGeom prst="rect">
            <a:avLst/>
          </a:prstGeom>
          <a:noFill/>
          <a:ln>
            <a:noFill/>
          </a:ln>
        </p:spPr>
      </p:pic>
      <p:sp>
        <p:nvSpPr>
          <p:cNvPr id="93" name="Google Shape;93;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6</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98" name="Google Shape;98;p19"/>
          <p:cNvSpPr txBox="1">
            <a:spLocks noGrp="1"/>
          </p:cNvSpPr>
          <p:nvPr>
            <p:ph type="title"/>
          </p:nvPr>
        </p:nvSpPr>
        <p:spPr>
          <a:xfrm>
            <a:off x="311700" y="1424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Biological Neuron	</a:t>
            </a:r>
            <a:endParaRPr/>
          </a:p>
        </p:txBody>
      </p:sp>
      <p:sp>
        <p:nvSpPr>
          <p:cNvPr id="99" name="Google Shape;99;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7</a:t>
            </a:fld>
            <a:endParaRPr/>
          </a:p>
        </p:txBody>
      </p:sp>
      <p:pic>
        <p:nvPicPr>
          <p:cNvPr id="100" name="Google Shape;100;p19"/>
          <p:cNvPicPr preferRelativeResize="0"/>
          <p:nvPr/>
        </p:nvPicPr>
        <p:blipFill>
          <a:blip r:embed="rId3">
            <a:alphaModFix/>
          </a:blip>
          <a:stretch>
            <a:fillRect/>
          </a:stretch>
        </p:blipFill>
        <p:spPr>
          <a:xfrm>
            <a:off x="2103120" y="2560320"/>
            <a:ext cx="4603825" cy="2201825"/>
          </a:xfrm>
          <a:prstGeom prst="rect">
            <a:avLst/>
          </a:prstGeom>
          <a:noFill/>
          <a:ln>
            <a:noFill/>
          </a:ln>
        </p:spPr>
      </p:pic>
      <p:sp>
        <p:nvSpPr>
          <p:cNvPr id="101" name="Google Shape;101;p19"/>
          <p:cNvSpPr txBox="1">
            <a:spLocks noGrp="1"/>
          </p:cNvSpPr>
          <p:nvPr>
            <p:ph type="body" idx="1"/>
          </p:nvPr>
        </p:nvSpPr>
        <p:spPr>
          <a:xfrm>
            <a:off x="311700" y="1018475"/>
            <a:ext cx="6858000" cy="1694100"/>
          </a:xfrm>
          <a:prstGeom prst="rect">
            <a:avLst/>
          </a:prstGeom>
        </p:spPr>
        <p:txBody>
          <a:bodyPr spcFirstLastPara="1" wrap="square" lIns="91425" tIns="91425" rIns="91425" bIns="91425" anchor="t" anchorCtr="0">
            <a:normAutofit lnSpcReduction="10000"/>
          </a:bodyPr>
          <a:lstStyle/>
          <a:p>
            <a:pPr marL="0" lvl="0" indent="0" algn="l" rtl="0">
              <a:lnSpc>
                <a:spcPct val="100000"/>
              </a:lnSpc>
              <a:spcBef>
                <a:spcPts val="0"/>
              </a:spcBef>
              <a:spcAft>
                <a:spcPts val="0"/>
              </a:spcAft>
              <a:buClr>
                <a:schemeClr val="dk1"/>
              </a:buClr>
              <a:buSzPts val="1100"/>
              <a:buFont typeface="Arial"/>
              <a:buNone/>
            </a:pPr>
            <a:r>
              <a:rPr lang="en"/>
              <a:t>Key Components:</a:t>
            </a:r>
            <a:endParaRPr/>
          </a:p>
          <a:p>
            <a:pPr marL="457200" lvl="0" indent="-355600" algn="l" rtl="0">
              <a:lnSpc>
                <a:spcPct val="100000"/>
              </a:lnSpc>
              <a:spcBef>
                <a:spcPts val="0"/>
              </a:spcBef>
              <a:spcAft>
                <a:spcPts val="0"/>
              </a:spcAft>
              <a:buSzPts val="2000"/>
              <a:buChar char="➔"/>
            </a:pPr>
            <a:r>
              <a:rPr lang="en" b="1"/>
              <a:t>Dendrites: </a:t>
            </a:r>
            <a:r>
              <a:rPr lang="en"/>
              <a:t>Receive signals from other neurons</a:t>
            </a:r>
            <a:endParaRPr/>
          </a:p>
          <a:p>
            <a:pPr marL="457200" lvl="0" indent="-355600" algn="l" rtl="0">
              <a:lnSpc>
                <a:spcPct val="100000"/>
              </a:lnSpc>
              <a:spcBef>
                <a:spcPts val="0"/>
              </a:spcBef>
              <a:spcAft>
                <a:spcPts val="0"/>
              </a:spcAft>
              <a:buSzPts val="2000"/>
              <a:buChar char="➔"/>
            </a:pPr>
            <a:r>
              <a:rPr lang="en" b="1"/>
              <a:t>Cell Body (Soma): </a:t>
            </a:r>
            <a:r>
              <a:rPr lang="en"/>
              <a:t>Processes incoming signals</a:t>
            </a:r>
            <a:endParaRPr/>
          </a:p>
          <a:p>
            <a:pPr marL="457200" lvl="0" indent="-355600" algn="l" rtl="0">
              <a:lnSpc>
                <a:spcPct val="100000"/>
              </a:lnSpc>
              <a:spcBef>
                <a:spcPts val="0"/>
              </a:spcBef>
              <a:spcAft>
                <a:spcPts val="0"/>
              </a:spcAft>
              <a:buSzPts val="2000"/>
              <a:buChar char="➔"/>
            </a:pPr>
            <a:r>
              <a:rPr lang="en" b="1"/>
              <a:t>Axon: </a:t>
            </a:r>
            <a:r>
              <a:rPr lang="en"/>
              <a:t>Transmits output signal</a:t>
            </a:r>
            <a:endParaRPr/>
          </a:p>
          <a:p>
            <a:pPr marL="457200" lvl="0" indent="-355600" algn="l" rtl="0">
              <a:lnSpc>
                <a:spcPct val="100000"/>
              </a:lnSpc>
              <a:spcBef>
                <a:spcPts val="0"/>
              </a:spcBef>
              <a:spcAft>
                <a:spcPts val="0"/>
              </a:spcAft>
              <a:buSzPts val="2000"/>
              <a:buChar char="➔"/>
            </a:pPr>
            <a:r>
              <a:rPr lang="en" b="1"/>
              <a:t>Synapses: </a:t>
            </a:r>
            <a:r>
              <a:rPr lang="en"/>
              <a:t>Connection points between neurons</a:t>
            </a:r>
            <a:endParaRPr/>
          </a:p>
          <a:p>
            <a:pPr marL="0" lvl="0" indent="0" algn="l" rtl="0">
              <a:spcBef>
                <a:spcPts val="0"/>
              </a:spcBef>
              <a:spcAft>
                <a:spcPts val="1200"/>
              </a:spcAft>
              <a:buNone/>
            </a:pP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20"/>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
              <a:t>Artificial Neuron</a:t>
            </a:r>
            <a:endParaRPr/>
          </a:p>
        </p:txBody>
      </p:sp>
      <p:sp>
        <p:nvSpPr>
          <p:cNvPr id="107" name="Google Shape;107;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8</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1"/>
        <p:cNvGrpSpPr/>
        <p:nvPr/>
      </p:nvGrpSpPr>
      <p:grpSpPr>
        <a:xfrm>
          <a:off x="0" y="0"/>
          <a:ext cx="0" cy="0"/>
          <a:chOff x="0" y="0"/>
          <a:chExt cx="0" cy="0"/>
        </a:xfrm>
      </p:grpSpPr>
      <p:sp>
        <p:nvSpPr>
          <p:cNvPr id="112" name="Google Shape;112;p21"/>
          <p:cNvSpPr txBox="1">
            <a:spLocks noGrp="1"/>
          </p:cNvSpPr>
          <p:nvPr>
            <p:ph type="title"/>
          </p:nvPr>
        </p:nvSpPr>
        <p:spPr>
          <a:xfrm>
            <a:off x="311700" y="1424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are Artificial Neurons?</a:t>
            </a:r>
            <a:endParaRPr/>
          </a:p>
        </p:txBody>
      </p:sp>
      <p:sp>
        <p:nvSpPr>
          <p:cNvPr id="113" name="Google Shape;113;p21"/>
          <p:cNvSpPr txBox="1">
            <a:spLocks noGrp="1"/>
          </p:cNvSpPr>
          <p:nvPr>
            <p:ph type="body" idx="1"/>
          </p:nvPr>
        </p:nvSpPr>
        <p:spPr>
          <a:xfrm>
            <a:off x="311700" y="1018475"/>
            <a:ext cx="5411400" cy="3895800"/>
          </a:xfrm>
          <a:prstGeom prst="rect">
            <a:avLst/>
          </a:prstGeom>
        </p:spPr>
        <p:txBody>
          <a:bodyPr spcFirstLastPara="1" wrap="square" lIns="91425" tIns="91425" rIns="91425" bIns="91425" anchor="t" anchorCtr="0">
            <a:normAutofit/>
          </a:bodyPr>
          <a:lstStyle/>
          <a:p>
            <a:pPr marL="457200" lvl="0" indent="-355600" algn="l" rtl="0">
              <a:spcBef>
                <a:spcPts val="0"/>
              </a:spcBef>
              <a:spcAft>
                <a:spcPts val="0"/>
              </a:spcAft>
              <a:buSzPts val="2000"/>
              <a:buChar char="➔"/>
            </a:pPr>
            <a:r>
              <a:rPr lang="en"/>
              <a:t>Neuron is a processing element inspired by how the brain works.</a:t>
            </a:r>
            <a:endParaRPr/>
          </a:p>
          <a:p>
            <a:pPr marL="457200" lvl="0" indent="-355600" algn="l" rtl="0">
              <a:spcBef>
                <a:spcPts val="0"/>
              </a:spcBef>
              <a:spcAft>
                <a:spcPts val="0"/>
              </a:spcAft>
              <a:buSzPts val="2000"/>
              <a:buChar char="➔"/>
            </a:pPr>
            <a:r>
              <a:rPr lang="en"/>
              <a:t>Similar to biological neuron, each artificial neuron will be do some computation. Each neuron is interconnected to other neurons. </a:t>
            </a:r>
            <a:endParaRPr/>
          </a:p>
          <a:p>
            <a:pPr marL="457200" lvl="0" indent="-355600" algn="l" rtl="0">
              <a:spcBef>
                <a:spcPts val="0"/>
              </a:spcBef>
              <a:spcAft>
                <a:spcPts val="0"/>
              </a:spcAft>
              <a:buSzPts val="2000"/>
              <a:buChar char="➔"/>
            </a:pPr>
            <a:r>
              <a:rPr lang="en"/>
              <a:t>Similar to brain, the interconnections between neurons store the knowledge it learns. The knowledge is stored as parameters. </a:t>
            </a:r>
            <a:endParaRPr/>
          </a:p>
        </p:txBody>
      </p:sp>
      <p:sp>
        <p:nvSpPr>
          <p:cNvPr id="114" name="Google Shape;114;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9</a:t>
            </a:fld>
            <a:endParaRPr/>
          </a:p>
        </p:txBody>
      </p:sp>
      <p:pic>
        <p:nvPicPr>
          <p:cNvPr id="115" name="Google Shape;115;p21" title="Screenshot from 2025-10-15 12-10-24.png"/>
          <p:cNvPicPr preferRelativeResize="0"/>
          <p:nvPr/>
        </p:nvPicPr>
        <p:blipFill>
          <a:blip r:embed="rId3">
            <a:alphaModFix/>
          </a:blip>
          <a:stretch>
            <a:fillRect/>
          </a:stretch>
        </p:blipFill>
        <p:spPr>
          <a:xfrm>
            <a:off x="5723100" y="1850675"/>
            <a:ext cx="3116100" cy="2120086"/>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2"/>
          <p:cNvSpPr txBox="1">
            <a:spLocks noGrp="1"/>
          </p:cNvSpPr>
          <p:nvPr>
            <p:ph type="title"/>
          </p:nvPr>
        </p:nvSpPr>
        <p:spPr>
          <a:xfrm>
            <a:off x="311700" y="1424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Artificial Neuron N</a:t>
            </a:r>
            <a:endParaRPr/>
          </a:p>
        </p:txBody>
      </p:sp>
      <p:sp>
        <p:nvSpPr>
          <p:cNvPr id="121" name="Google Shape;121;p22"/>
          <p:cNvSpPr txBox="1">
            <a:spLocks noGrp="1"/>
          </p:cNvSpPr>
          <p:nvPr>
            <p:ph type="body" idx="1"/>
          </p:nvPr>
        </p:nvSpPr>
        <p:spPr>
          <a:xfrm>
            <a:off x="311700" y="1018475"/>
            <a:ext cx="5411400" cy="3895800"/>
          </a:xfrm>
          <a:prstGeom prst="rect">
            <a:avLst/>
          </a:prstGeom>
        </p:spPr>
        <p:txBody>
          <a:bodyPr spcFirstLastPara="1" wrap="square" lIns="91425" tIns="91425" rIns="91425" bIns="91425" anchor="t" anchorCtr="0">
            <a:normAutofit/>
          </a:bodyPr>
          <a:lstStyle/>
          <a:p>
            <a:pPr marL="457200" lvl="0" indent="-355600" algn="l" rtl="0">
              <a:spcBef>
                <a:spcPts val="0"/>
              </a:spcBef>
              <a:spcAft>
                <a:spcPts val="0"/>
              </a:spcAft>
              <a:buSzPts val="2000"/>
              <a:buChar char="➔"/>
            </a:pPr>
            <a:r>
              <a:rPr lang="en" dirty="0"/>
              <a:t>Processing neuron N performs a very basic computation.</a:t>
            </a:r>
            <a:endParaRPr dirty="0"/>
          </a:p>
          <a:p>
            <a:pPr marL="457200" lvl="0" indent="-355600" algn="l" rtl="0">
              <a:spcBef>
                <a:spcPts val="0"/>
              </a:spcBef>
              <a:spcAft>
                <a:spcPts val="0"/>
              </a:spcAft>
              <a:buSzPts val="2000"/>
              <a:buChar char="➔"/>
            </a:pPr>
            <a:r>
              <a:rPr lang="en" dirty="0"/>
              <a:t>For each feature x</a:t>
            </a:r>
            <a:r>
              <a:rPr lang="en" baseline="-25000" dirty="0"/>
              <a:t>i</a:t>
            </a:r>
            <a:r>
              <a:rPr lang="en" dirty="0"/>
              <a:t> , weight w</a:t>
            </a:r>
            <a:r>
              <a:rPr lang="en" baseline="-25000" dirty="0"/>
              <a:t>i</a:t>
            </a:r>
            <a:r>
              <a:rPr lang="en" dirty="0"/>
              <a:t> shows the importance to the feature</a:t>
            </a:r>
            <a:endParaRPr dirty="0"/>
          </a:p>
          <a:p>
            <a:pPr marL="457200" lvl="0" indent="-355600" algn="l" rtl="0">
              <a:spcBef>
                <a:spcPts val="0"/>
              </a:spcBef>
              <a:spcAft>
                <a:spcPts val="0"/>
              </a:spcAft>
              <a:buSzPts val="2000"/>
              <a:buChar char="➔"/>
            </a:pPr>
            <a:r>
              <a:rPr lang="en" dirty="0"/>
              <a:t>N generates one numerical output ŷ</a:t>
            </a:r>
            <a:endParaRPr dirty="0"/>
          </a:p>
        </p:txBody>
      </p:sp>
      <p:sp>
        <p:nvSpPr>
          <p:cNvPr id="122" name="Google Shape;122;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10</a:t>
            </a:fld>
            <a:endParaRPr/>
          </a:p>
        </p:txBody>
      </p:sp>
      <p:pic>
        <p:nvPicPr>
          <p:cNvPr id="123" name="Google Shape;123;p22" title="Screenshot from 2025-10-15 12-10-28.png"/>
          <p:cNvPicPr preferRelativeResize="0"/>
          <p:nvPr/>
        </p:nvPicPr>
        <p:blipFill>
          <a:blip r:embed="rId3">
            <a:alphaModFix/>
          </a:blip>
          <a:stretch>
            <a:fillRect/>
          </a:stretch>
        </p:blipFill>
        <p:spPr>
          <a:xfrm>
            <a:off x="5723100" y="1633975"/>
            <a:ext cx="3116100" cy="2664802"/>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23"/>
          <p:cNvSpPr txBox="1">
            <a:spLocks noGrp="1"/>
          </p:cNvSpPr>
          <p:nvPr>
            <p:ph type="title"/>
          </p:nvPr>
        </p:nvSpPr>
        <p:spPr>
          <a:xfrm>
            <a:off x="311700" y="1424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Artificial Neuron – Mathematical Computation</a:t>
            </a:r>
            <a:endParaRPr/>
          </a:p>
        </p:txBody>
      </p:sp>
      <p:sp>
        <p:nvSpPr>
          <p:cNvPr id="129" name="Google Shape;129;p23"/>
          <p:cNvSpPr txBox="1">
            <a:spLocks noGrp="1"/>
          </p:cNvSpPr>
          <p:nvPr>
            <p:ph type="body" idx="1"/>
          </p:nvPr>
        </p:nvSpPr>
        <p:spPr>
          <a:xfrm>
            <a:off x="311700" y="1018475"/>
            <a:ext cx="8520600" cy="3895800"/>
          </a:xfrm>
          <a:prstGeom prst="rect">
            <a:avLst/>
          </a:prstGeom>
        </p:spPr>
        <p:txBody>
          <a:bodyPr spcFirstLastPara="1" wrap="square" lIns="91425" tIns="91425" rIns="91425" bIns="91425" anchor="t" anchorCtr="0">
            <a:normAutofit/>
          </a:bodyPr>
          <a:lstStyle/>
          <a:p>
            <a:pPr marL="457200" lvl="0" indent="-355600" algn="l" rtl="0">
              <a:spcBef>
                <a:spcPts val="0"/>
              </a:spcBef>
              <a:spcAft>
                <a:spcPts val="0"/>
              </a:spcAft>
              <a:buSzPts val="2000"/>
              <a:buChar char="➔"/>
            </a:pPr>
            <a:r>
              <a:rPr lang="en"/>
              <a:t>Sum of weights w</a:t>
            </a:r>
            <a:r>
              <a:rPr lang="en" baseline="-25000"/>
              <a:t>i</a:t>
            </a:r>
            <a:r>
              <a:rPr lang="en"/>
              <a:t> times corresponding features x</a:t>
            </a:r>
            <a:r>
              <a:rPr lang="en" baseline="-25000"/>
              <a:t>i</a:t>
            </a:r>
            <a:endParaRPr baseline="-25000"/>
          </a:p>
          <a:p>
            <a:pPr marL="457200" lvl="0" indent="-355600" algn="l" rtl="0">
              <a:spcBef>
                <a:spcPts val="0"/>
              </a:spcBef>
              <a:spcAft>
                <a:spcPts val="0"/>
              </a:spcAft>
              <a:buSzPts val="2000"/>
              <a:buChar char="➔"/>
            </a:pPr>
            <a:r>
              <a:rPr lang="en"/>
              <a:t>Apply activation function f () on the sum.</a:t>
            </a:r>
            <a:endParaRPr/>
          </a:p>
          <a:p>
            <a:pPr marL="0" lvl="0" indent="0" algn="l" rtl="0">
              <a:spcBef>
                <a:spcPts val="1200"/>
              </a:spcBef>
              <a:spcAft>
                <a:spcPts val="1200"/>
              </a:spcAft>
              <a:buNone/>
            </a:pPr>
            <a:endParaRPr/>
          </a:p>
        </p:txBody>
      </p:sp>
      <p:sp>
        <p:nvSpPr>
          <p:cNvPr id="130" name="Google Shape;130;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11</a:t>
            </a:fld>
            <a:endParaRPr/>
          </a:p>
        </p:txBody>
      </p:sp>
      <p:pic>
        <p:nvPicPr>
          <p:cNvPr id="131" name="Google Shape;131;p23" title="Screenshot from 2025-10-15 12-10-30.png"/>
          <p:cNvPicPr preferRelativeResize="0"/>
          <p:nvPr/>
        </p:nvPicPr>
        <p:blipFill>
          <a:blip r:embed="rId3">
            <a:alphaModFix/>
          </a:blip>
          <a:stretch>
            <a:fillRect/>
          </a:stretch>
        </p:blipFill>
        <p:spPr>
          <a:xfrm>
            <a:off x="640080" y="1828800"/>
            <a:ext cx="7315199" cy="2850838"/>
          </a:xfrm>
          <a:prstGeom prst="rect">
            <a:avLst/>
          </a:prstGeom>
          <a:noFill/>
          <a:ln>
            <a:noFill/>
          </a:ln>
        </p:spPr>
      </p:pic>
      <mc:AlternateContent xmlns:mc="http://schemas.openxmlformats.org/markup-compatibility/2006">
        <mc:Choice xmlns:p14="http://schemas.microsoft.com/office/powerpoint/2010/main" Requires="p14">
          <p:contentPart p14:bwMode="auto" r:id="rId4">
            <p14:nvContentPartPr>
              <p14:cNvPr id="2" name="Ink 1">
                <a:extLst>
                  <a:ext uri="{FF2B5EF4-FFF2-40B4-BE49-F238E27FC236}">
                    <a16:creationId xmlns:a16="http://schemas.microsoft.com/office/drawing/2014/main" id="{6703CD1C-8476-2B35-D2CF-37BCD7842401}"/>
                  </a:ext>
                </a:extLst>
              </p14:cNvPr>
              <p14:cNvContentPartPr/>
              <p14:nvPr/>
            </p14:nvContentPartPr>
            <p14:xfrm>
              <a:off x="2981160" y="699840"/>
              <a:ext cx="5845680" cy="3791520"/>
            </p14:xfrm>
          </p:contentPart>
        </mc:Choice>
        <mc:Fallback>
          <p:pic>
            <p:nvPicPr>
              <p:cNvPr id="2" name="Ink 1">
                <a:extLst>
                  <a:ext uri="{FF2B5EF4-FFF2-40B4-BE49-F238E27FC236}">
                    <a16:creationId xmlns:a16="http://schemas.microsoft.com/office/drawing/2014/main" id="{6703CD1C-8476-2B35-D2CF-37BCD7842401}"/>
                  </a:ext>
                </a:extLst>
              </p:cNvPr>
              <p:cNvPicPr/>
              <p:nvPr/>
            </p:nvPicPr>
            <p:blipFill>
              <a:blip r:embed="rId5"/>
              <a:stretch>
                <a:fillRect/>
              </a:stretch>
            </p:blipFill>
            <p:spPr>
              <a:xfrm>
                <a:off x="2971800" y="690480"/>
                <a:ext cx="5864400" cy="3810240"/>
              </a:xfrm>
              <a:prstGeom prst="rect">
                <a:avLst/>
              </a:prstGeom>
            </p:spPr>
          </p:pic>
        </mc:Fallback>
      </mc:AlternateContent>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12</a:t>
            </a:fld>
            <a:endParaRPr/>
          </a:p>
        </p:txBody>
      </p:sp>
      <p:sp>
        <p:nvSpPr>
          <p:cNvPr id="137" name="Google Shape;137;p24"/>
          <p:cNvSpPr txBox="1">
            <a:spLocks noGrp="1"/>
          </p:cNvSpPr>
          <p:nvPr>
            <p:ph type="title"/>
          </p:nvPr>
        </p:nvSpPr>
        <p:spPr>
          <a:xfrm>
            <a:off x="311700" y="1424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Comparison: Biological vs Artificial Neurons</a:t>
            </a:r>
            <a:endParaRPr/>
          </a:p>
        </p:txBody>
      </p:sp>
      <p:sp>
        <p:nvSpPr>
          <p:cNvPr id="138" name="Google Shape;138;p24"/>
          <p:cNvSpPr txBox="1">
            <a:spLocks noGrp="1"/>
          </p:cNvSpPr>
          <p:nvPr>
            <p:ph type="body" idx="1"/>
          </p:nvPr>
        </p:nvSpPr>
        <p:spPr>
          <a:xfrm>
            <a:off x="311700" y="1018475"/>
            <a:ext cx="4196400" cy="389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dirty="0"/>
              <a:t>Biological Neuron </a:t>
            </a:r>
            <a:endParaRPr b="1" dirty="0"/>
          </a:p>
          <a:p>
            <a:pPr marL="457200" lvl="0" indent="-355600" algn="l" rtl="0">
              <a:spcBef>
                <a:spcPts val="1200"/>
              </a:spcBef>
              <a:spcAft>
                <a:spcPts val="0"/>
              </a:spcAft>
              <a:buSzPts val="2000"/>
              <a:buChar char="➔"/>
            </a:pPr>
            <a:r>
              <a:rPr lang="en" dirty="0"/>
              <a:t>Complex biochemical processes  </a:t>
            </a:r>
            <a:endParaRPr dirty="0"/>
          </a:p>
          <a:p>
            <a:pPr marL="457200" lvl="0" indent="-355600" algn="l" rtl="0">
              <a:spcBef>
                <a:spcPts val="0"/>
              </a:spcBef>
              <a:spcAft>
                <a:spcPts val="0"/>
              </a:spcAft>
              <a:buSzPts val="2000"/>
              <a:buChar char="➔"/>
            </a:pPr>
            <a:r>
              <a:rPr lang="en" dirty="0"/>
              <a:t>Analog signal processing  </a:t>
            </a:r>
            <a:endParaRPr dirty="0"/>
          </a:p>
          <a:p>
            <a:pPr marL="457200" lvl="0" indent="-355600" algn="l" rtl="0">
              <a:spcBef>
                <a:spcPts val="0"/>
              </a:spcBef>
              <a:spcAft>
                <a:spcPts val="0"/>
              </a:spcAft>
              <a:buSzPts val="2000"/>
              <a:buChar char="➔"/>
            </a:pPr>
            <a:r>
              <a:rPr lang="en" dirty="0"/>
              <a:t>Adaptive synaptic strengths  </a:t>
            </a:r>
            <a:endParaRPr dirty="0"/>
          </a:p>
          <a:p>
            <a:pPr marL="457200" lvl="0" indent="-355600" algn="l" rtl="0">
              <a:spcBef>
                <a:spcPts val="0"/>
              </a:spcBef>
              <a:spcAft>
                <a:spcPts val="0"/>
              </a:spcAft>
              <a:buSzPts val="2000"/>
              <a:buChar char="➔"/>
            </a:pPr>
            <a:r>
              <a:rPr lang="en" dirty="0"/>
              <a:t>Parallel processing  </a:t>
            </a:r>
            <a:endParaRPr dirty="0"/>
          </a:p>
          <a:p>
            <a:pPr marL="457200" lvl="0" indent="-355600" algn="l" rtl="0">
              <a:spcBef>
                <a:spcPts val="0"/>
              </a:spcBef>
              <a:spcAft>
                <a:spcPts val="0"/>
              </a:spcAft>
              <a:buSzPts val="2000"/>
              <a:buChar char="➔"/>
            </a:pPr>
            <a:r>
              <a:rPr lang="en" dirty="0"/>
              <a:t>Learning through experience  </a:t>
            </a:r>
            <a:endParaRPr dirty="0"/>
          </a:p>
          <a:p>
            <a:pPr marL="457200" lvl="0" indent="-355600" algn="l" rtl="0">
              <a:spcBef>
                <a:spcPts val="0"/>
              </a:spcBef>
              <a:spcAft>
                <a:spcPts val="0"/>
              </a:spcAft>
              <a:buSzPts val="2000"/>
              <a:buChar char="➔"/>
            </a:pPr>
            <a:r>
              <a:rPr lang="en" dirty="0"/>
              <a:t>Fault tolerant  </a:t>
            </a:r>
            <a:endParaRPr dirty="0"/>
          </a:p>
        </p:txBody>
      </p:sp>
      <p:sp>
        <p:nvSpPr>
          <p:cNvPr id="139" name="Google Shape;139;p24"/>
          <p:cNvSpPr txBox="1">
            <a:spLocks noGrp="1"/>
          </p:cNvSpPr>
          <p:nvPr>
            <p:ph type="body" idx="1"/>
          </p:nvPr>
        </p:nvSpPr>
        <p:spPr>
          <a:xfrm>
            <a:off x="4660500" y="1018475"/>
            <a:ext cx="4196400" cy="389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b="1"/>
              <a:t>Artificial Neuron</a:t>
            </a:r>
            <a:endParaRPr b="1"/>
          </a:p>
          <a:p>
            <a:pPr marL="457200" lvl="0" indent="-355600" algn="l" rtl="0">
              <a:spcBef>
                <a:spcPts val="1200"/>
              </a:spcBef>
              <a:spcAft>
                <a:spcPts val="0"/>
              </a:spcAft>
              <a:buSzPts val="2000"/>
              <a:buChar char="➔"/>
            </a:pPr>
            <a:r>
              <a:rPr lang="en"/>
              <a:t>Simple mathematical model</a:t>
            </a:r>
            <a:endParaRPr/>
          </a:p>
          <a:p>
            <a:pPr marL="457200" lvl="0" indent="-355600" algn="l" rtl="0">
              <a:spcBef>
                <a:spcPts val="0"/>
              </a:spcBef>
              <a:spcAft>
                <a:spcPts val="0"/>
              </a:spcAft>
              <a:buSzPts val="2000"/>
              <a:buChar char="➔"/>
            </a:pPr>
            <a:r>
              <a:rPr lang="en"/>
              <a:t>Digital computation</a:t>
            </a:r>
            <a:endParaRPr/>
          </a:p>
          <a:p>
            <a:pPr marL="457200" lvl="0" indent="-355600" algn="l" rtl="0">
              <a:spcBef>
                <a:spcPts val="0"/>
              </a:spcBef>
              <a:spcAft>
                <a:spcPts val="0"/>
              </a:spcAft>
              <a:buSzPts val="2000"/>
              <a:buChar char="➔"/>
            </a:pPr>
            <a:r>
              <a:rPr lang="en"/>
              <a:t>Adjustable weights</a:t>
            </a:r>
            <a:endParaRPr/>
          </a:p>
          <a:p>
            <a:pPr marL="457200" lvl="0" indent="-355600" algn="l" rtl="0">
              <a:spcBef>
                <a:spcPts val="0"/>
              </a:spcBef>
              <a:spcAft>
                <a:spcPts val="0"/>
              </a:spcAft>
              <a:buSzPts val="2000"/>
              <a:buChar char="➔"/>
            </a:pPr>
            <a:r>
              <a:rPr lang="en"/>
              <a:t>Parallel computation possible</a:t>
            </a:r>
            <a:endParaRPr/>
          </a:p>
          <a:p>
            <a:pPr marL="457200" lvl="0" indent="-355600" algn="l" rtl="0">
              <a:spcBef>
                <a:spcPts val="0"/>
              </a:spcBef>
              <a:spcAft>
                <a:spcPts val="0"/>
              </a:spcAft>
              <a:buSzPts val="2000"/>
              <a:buChar char="➔"/>
            </a:pPr>
            <a:r>
              <a:rPr lang="en"/>
              <a:t>Learning through algorithms</a:t>
            </a:r>
            <a:endParaRPr/>
          </a:p>
          <a:p>
            <a:pPr marL="457200" lvl="0" indent="-355600" algn="l" rtl="0">
              <a:spcBef>
                <a:spcPts val="0"/>
              </a:spcBef>
              <a:spcAft>
                <a:spcPts val="0"/>
              </a:spcAft>
              <a:buSzPts val="2000"/>
              <a:buChar char="➔"/>
            </a:pPr>
            <a:r>
              <a:rPr lang="en"/>
              <a:t>Deterministic behavior</a:t>
            </a:r>
            <a:endParaRPr/>
          </a:p>
        </p:txBody>
      </p:sp>
      <mc:AlternateContent xmlns:mc="http://schemas.openxmlformats.org/markup-compatibility/2006">
        <mc:Choice xmlns:p14="http://schemas.microsoft.com/office/powerpoint/2010/main" Requires="p14">
          <p:contentPart p14:bwMode="auto" r:id="rId3">
            <p14:nvContentPartPr>
              <p14:cNvPr id="2" name="Ink 1">
                <a:extLst>
                  <a:ext uri="{FF2B5EF4-FFF2-40B4-BE49-F238E27FC236}">
                    <a16:creationId xmlns:a16="http://schemas.microsoft.com/office/drawing/2014/main" id="{753B2F91-525A-7EAD-2F39-4248265A8108}"/>
                  </a:ext>
                </a:extLst>
              </p14:cNvPr>
              <p14:cNvContentPartPr/>
              <p14:nvPr/>
            </p14:nvContentPartPr>
            <p14:xfrm>
              <a:off x="7485120" y="2345040"/>
              <a:ext cx="552240" cy="335880"/>
            </p14:xfrm>
          </p:contentPart>
        </mc:Choice>
        <mc:Fallback>
          <p:pic>
            <p:nvPicPr>
              <p:cNvPr id="2" name="Ink 1">
                <a:extLst>
                  <a:ext uri="{FF2B5EF4-FFF2-40B4-BE49-F238E27FC236}">
                    <a16:creationId xmlns:a16="http://schemas.microsoft.com/office/drawing/2014/main" id="{753B2F91-525A-7EAD-2F39-4248265A8108}"/>
                  </a:ext>
                </a:extLst>
              </p:cNvPr>
              <p:cNvPicPr/>
              <p:nvPr/>
            </p:nvPicPr>
            <p:blipFill>
              <a:blip r:embed="rId4"/>
              <a:stretch>
                <a:fillRect/>
              </a:stretch>
            </p:blipFill>
            <p:spPr>
              <a:xfrm>
                <a:off x="7475760" y="2335680"/>
                <a:ext cx="570960" cy="354600"/>
              </a:xfrm>
              <a:prstGeom prst="rect">
                <a:avLst/>
              </a:prstGeom>
            </p:spPr>
          </p:pic>
        </mc:Fallback>
      </mc:AlternateContent>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3"/>
        <p:cNvGrpSpPr/>
        <p:nvPr/>
      </p:nvGrpSpPr>
      <p:grpSpPr>
        <a:xfrm>
          <a:off x="0" y="0"/>
          <a:ext cx="0" cy="0"/>
          <a:chOff x="0" y="0"/>
          <a:chExt cx="0" cy="0"/>
        </a:xfrm>
      </p:grpSpPr>
      <p:sp>
        <p:nvSpPr>
          <p:cNvPr id="144" name="Google Shape;144;p2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
              <a:t>Artificial Neural Network (ANN)</a:t>
            </a:r>
            <a:endParaRPr/>
          </a:p>
        </p:txBody>
      </p:sp>
      <p:sp>
        <p:nvSpPr>
          <p:cNvPr id="145" name="Google Shape;145;p2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13</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26"/>
          <p:cNvSpPr txBox="1">
            <a:spLocks noGrp="1"/>
          </p:cNvSpPr>
          <p:nvPr>
            <p:ph type="title"/>
          </p:nvPr>
        </p:nvSpPr>
        <p:spPr>
          <a:xfrm>
            <a:off x="311700" y="1424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are Artificial Neural Networks?	</a:t>
            </a:r>
            <a:endParaRPr/>
          </a:p>
        </p:txBody>
      </p:sp>
      <p:sp>
        <p:nvSpPr>
          <p:cNvPr id="151" name="Google Shape;151;p26"/>
          <p:cNvSpPr txBox="1">
            <a:spLocks noGrp="1"/>
          </p:cNvSpPr>
          <p:nvPr>
            <p:ph type="body" idx="1"/>
          </p:nvPr>
        </p:nvSpPr>
        <p:spPr>
          <a:xfrm>
            <a:off x="311700" y="1018475"/>
            <a:ext cx="5411400" cy="3895800"/>
          </a:xfrm>
          <a:prstGeom prst="rect">
            <a:avLst/>
          </a:prstGeom>
        </p:spPr>
        <p:txBody>
          <a:bodyPr spcFirstLastPara="1" wrap="square" lIns="91425" tIns="91425" rIns="91425" bIns="91425" anchor="t" anchorCtr="0">
            <a:normAutofit/>
          </a:bodyPr>
          <a:lstStyle/>
          <a:p>
            <a:pPr marL="457200" lvl="0" indent="-355600" algn="l" rtl="0">
              <a:spcBef>
                <a:spcPts val="0"/>
              </a:spcBef>
              <a:spcAft>
                <a:spcPts val="0"/>
              </a:spcAft>
              <a:buSzPts val="2000"/>
              <a:buChar char="➔"/>
            </a:pPr>
            <a:r>
              <a:rPr lang="en"/>
              <a:t>Neural Network is a computational model inspired by human brain</a:t>
            </a:r>
            <a:endParaRPr/>
          </a:p>
          <a:p>
            <a:pPr marL="457200" lvl="0" indent="-355600" algn="l" rtl="0">
              <a:spcBef>
                <a:spcPts val="0"/>
              </a:spcBef>
              <a:spcAft>
                <a:spcPts val="0"/>
              </a:spcAft>
              <a:buSzPts val="2000"/>
              <a:buChar char="➔"/>
            </a:pPr>
            <a:r>
              <a:rPr lang="en"/>
              <a:t>Interconnected neurons process information</a:t>
            </a:r>
            <a:endParaRPr/>
          </a:p>
          <a:p>
            <a:pPr marL="457200" lvl="0" indent="-355600" algn="l" rtl="0">
              <a:spcBef>
                <a:spcPts val="0"/>
              </a:spcBef>
              <a:spcAft>
                <a:spcPts val="0"/>
              </a:spcAft>
              <a:buSzPts val="2000"/>
              <a:buChar char="➔"/>
            </a:pPr>
            <a:r>
              <a:rPr lang="en"/>
              <a:t>Interconnection can be forward, recursive or self loop</a:t>
            </a:r>
            <a:endParaRPr/>
          </a:p>
          <a:p>
            <a:pPr marL="457200" lvl="0" indent="-355600" algn="l" rtl="0">
              <a:spcBef>
                <a:spcPts val="0"/>
              </a:spcBef>
              <a:spcAft>
                <a:spcPts val="0"/>
              </a:spcAft>
              <a:buSzPts val="2000"/>
              <a:buChar char="➔"/>
            </a:pPr>
            <a:r>
              <a:rPr lang="en"/>
              <a:t>Learn patterns from data through training</a:t>
            </a:r>
            <a:endParaRPr/>
          </a:p>
          <a:p>
            <a:pPr marL="457200" lvl="0" indent="-355600" algn="l" rtl="0">
              <a:spcBef>
                <a:spcPts val="0"/>
              </a:spcBef>
              <a:spcAft>
                <a:spcPts val="0"/>
              </a:spcAft>
              <a:buSzPts val="2000"/>
              <a:buChar char="➔"/>
            </a:pPr>
            <a:r>
              <a:rPr lang="en"/>
              <a:t>Capable of approximating complex functions</a:t>
            </a:r>
            <a:endParaRPr/>
          </a:p>
        </p:txBody>
      </p:sp>
      <p:sp>
        <p:nvSpPr>
          <p:cNvPr id="152" name="Google Shape;152;p2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14</a:t>
            </a:fld>
            <a:endParaRPr/>
          </a:p>
        </p:txBody>
      </p:sp>
      <p:pic>
        <p:nvPicPr>
          <p:cNvPr id="153" name="Google Shape;153;p26" title="Screenshot from 2025-10-15 12-10-34.png"/>
          <p:cNvPicPr preferRelativeResize="0"/>
          <p:nvPr/>
        </p:nvPicPr>
        <p:blipFill>
          <a:blip r:embed="rId3">
            <a:alphaModFix/>
          </a:blip>
          <a:stretch>
            <a:fillRect/>
          </a:stretch>
        </p:blipFill>
        <p:spPr>
          <a:xfrm>
            <a:off x="5723100" y="1622900"/>
            <a:ext cx="3116101" cy="2473369"/>
          </a:xfrm>
          <a:prstGeom prst="rect">
            <a:avLst/>
          </a:prstGeom>
          <a:noFill/>
          <a:ln>
            <a:noFill/>
          </a:ln>
        </p:spPr>
      </p:pic>
      <mc:AlternateContent xmlns:mc="http://schemas.openxmlformats.org/markup-compatibility/2006">
        <mc:Choice xmlns:p14="http://schemas.microsoft.com/office/powerpoint/2010/main" Requires="p14">
          <p:contentPart p14:bwMode="auto" r:id="rId4">
            <p14:nvContentPartPr>
              <p14:cNvPr id="2" name="Ink 1">
                <a:extLst>
                  <a:ext uri="{FF2B5EF4-FFF2-40B4-BE49-F238E27FC236}">
                    <a16:creationId xmlns:a16="http://schemas.microsoft.com/office/drawing/2014/main" id="{76A94E38-5C4D-BED6-2251-31C6A19C7FC8}"/>
                  </a:ext>
                </a:extLst>
              </p14:cNvPr>
              <p14:cNvContentPartPr/>
              <p14:nvPr/>
            </p14:nvContentPartPr>
            <p14:xfrm>
              <a:off x="2290680" y="416880"/>
              <a:ext cx="6581160" cy="3978000"/>
            </p14:xfrm>
          </p:contentPart>
        </mc:Choice>
        <mc:Fallback>
          <p:pic>
            <p:nvPicPr>
              <p:cNvPr id="2" name="Ink 1">
                <a:extLst>
                  <a:ext uri="{FF2B5EF4-FFF2-40B4-BE49-F238E27FC236}">
                    <a16:creationId xmlns:a16="http://schemas.microsoft.com/office/drawing/2014/main" id="{76A94E38-5C4D-BED6-2251-31C6A19C7FC8}"/>
                  </a:ext>
                </a:extLst>
              </p:cNvPr>
              <p:cNvPicPr/>
              <p:nvPr/>
            </p:nvPicPr>
            <p:blipFill>
              <a:blip r:embed="rId5"/>
              <a:stretch>
                <a:fillRect/>
              </a:stretch>
            </p:blipFill>
            <p:spPr>
              <a:xfrm>
                <a:off x="2281320" y="407520"/>
                <a:ext cx="6599880" cy="3996720"/>
              </a:xfrm>
              <a:prstGeom prst="rect">
                <a:avLst/>
              </a:prstGeom>
            </p:spPr>
          </p:pic>
        </mc:Fallback>
      </mc:AlternateContent>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27"/>
          <p:cNvSpPr txBox="1">
            <a:spLocks noGrp="1"/>
          </p:cNvSpPr>
          <p:nvPr>
            <p:ph type="title"/>
          </p:nvPr>
        </p:nvSpPr>
        <p:spPr>
          <a:xfrm>
            <a:off x="311700" y="1424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Properties of  Artificial Neural Network</a:t>
            </a:r>
            <a:endParaRPr/>
          </a:p>
        </p:txBody>
      </p:sp>
      <p:sp>
        <p:nvSpPr>
          <p:cNvPr id="159" name="Google Shape;159;p27"/>
          <p:cNvSpPr txBox="1">
            <a:spLocks noGrp="1"/>
          </p:cNvSpPr>
          <p:nvPr>
            <p:ph type="body" idx="1"/>
          </p:nvPr>
        </p:nvSpPr>
        <p:spPr>
          <a:xfrm>
            <a:off x="311700" y="1018475"/>
            <a:ext cx="8520600" cy="3895800"/>
          </a:xfrm>
          <a:prstGeom prst="rect">
            <a:avLst/>
          </a:prstGeom>
        </p:spPr>
        <p:txBody>
          <a:bodyPr spcFirstLastPara="1" wrap="square" lIns="91425" tIns="91425" rIns="91425" bIns="91425" anchor="t" anchorCtr="0">
            <a:normAutofit/>
          </a:bodyPr>
          <a:lstStyle/>
          <a:p>
            <a:pPr marL="457200" lvl="0" indent="-355600" algn="l" rtl="0">
              <a:spcBef>
                <a:spcPts val="0"/>
              </a:spcBef>
              <a:spcAft>
                <a:spcPts val="0"/>
              </a:spcAft>
              <a:buSzPts val="2000"/>
              <a:buChar char="●"/>
            </a:pPr>
            <a:r>
              <a:rPr lang="en"/>
              <a:t>Many neuron-like threshold switching units.</a:t>
            </a:r>
            <a:endParaRPr/>
          </a:p>
          <a:p>
            <a:pPr marL="457200" lvl="0" indent="-355600" algn="l" rtl="0">
              <a:spcBef>
                <a:spcPts val="0"/>
              </a:spcBef>
              <a:spcAft>
                <a:spcPts val="0"/>
              </a:spcAft>
              <a:buSzPts val="2000"/>
              <a:buChar char="●"/>
            </a:pPr>
            <a:r>
              <a:rPr lang="en"/>
              <a:t>Many weighted interconnections among units.</a:t>
            </a:r>
            <a:endParaRPr/>
          </a:p>
          <a:p>
            <a:pPr marL="457200" lvl="0" indent="-355600" algn="l" rtl="0">
              <a:spcBef>
                <a:spcPts val="0"/>
              </a:spcBef>
              <a:spcAft>
                <a:spcPts val="0"/>
              </a:spcAft>
              <a:buSzPts val="2000"/>
              <a:buChar char="●"/>
            </a:pPr>
            <a:r>
              <a:rPr lang="en"/>
              <a:t>Highly parallel, distributed process.</a:t>
            </a:r>
            <a:endParaRPr/>
          </a:p>
          <a:p>
            <a:pPr marL="457200" lvl="0" indent="-355600" algn="l" rtl="0">
              <a:spcBef>
                <a:spcPts val="0"/>
              </a:spcBef>
              <a:spcAft>
                <a:spcPts val="0"/>
              </a:spcAft>
              <a:buSzPts val="2000"/>
              <a:buChar char="●"/>
            </a:pPr>
            <a:r>
              <a:rPr lang="en"/>
              <a:t>Emphasis on tuning parameters or weights automatically.</a:t>
            </a:r>
            <a:endParaRPr/>
          </a:p>
          <a:p>
            <a:pPr marL="0" lvl="0" indent="0" algn="l" rtl="0">
              <a:spcBef>
                <a:spcPts val="1200"/>
              </a:spcBef>
              <a:spcAft>
                <a:spcPts val="1200"/>
              </a:spcAft>
              <a:buNone/>
            </a:pPr>
            <a:endParaRPr/>
          </a:p>
        </p:txBody>
      </p:sp>
      <p:sp>
        <p:nvSpPr>
          <p:cNvPr id="160" name="Google Shape;160;p27"/>
          <p:cNvSpPr txBox="1">
            <a:spLocks noGrp="1"/>
          </p:cNvSpPr>
          <p:nvPr>
            <p:ph type="sldNum" idx="12"/>
          </p:nvPr>
        </p:nvSpPr>
        <p:spPr>
          <a:xfrm>
            <a:off x="8595300" y="4603599"/>
            <a:ext cx="548700" cy="310800"/>
          </a:xfrm>
          <a:prstGeom prst="rect">
            <a:avLst/>
          </a:prstGeom>
        </p:spPr>
        <p:txBody>
          <a:bodyPr spcFirstLastPara="1" wrap="square" lIns="91425" tIns="91425" rIns="91425" bIns="91425" anchor="ctr" anchorCtr="0">
            <a:normAutofit fontScale="92500" lnSpcReduction="10000"/>
          </a:bodyPr>
          <a:lstStyle/>
          <a:p>
            <a:pPr marL="0" lvl="0" indent="0" algn="r" rtl="0">
              <a:spcBef>
                <a:spcPts val="0"/>
              </a:spcBef>
              <a:spcAft>
                <a:spcPts val="0"/>
              </a:spcAft>
              <a:buNone/>
            </a:pPr>
            <a:fld id="{00000000-1234-1234-1234-123412341234}" type="slidenum">
              <a:rPr lang="en"/>
              <a:t>15</a:t>
            </a:fld>
            <a:endParaRPr/>
          </a:p>
        </p:txBody>
      </p:sp>
      <mc:AlternateContent xmlns:mc="http://schemas.openxmlformats.org/markup-compatibility/2006">
        <mc:Choice xmlns:p14="http://schemas.microsoft.com/office/powerpoint/2010/main" Requires="p14">
          <p:contentPart p14:bwMode="auto" r:id="rId3">
            <p14:nvContentPartPr>
              <p14:cNvPr id="2" name="Ink 1">
                <a:extLst>
                  <a:ext uri="{FF2B5EF4-FFF2-40B4-BE49-F238E27FC236}">
                    <a16:creationId xmlns:a16="http://schemas.microsoft.com/office/drawing/2014/main" id="{F90BC076-2289-9239-A39D-1BF3BE0FEAE9}"/>
                  </a:ext>
                </a:extLst>
              </p14:cNvPr>
              <p14:cNvContentPartPr/>
              <p14:nvPr/>
            </p14:nvContentPartPr>
            <p14:xfrm>
              <a:off x="1943280" y="877680"/>
              <a:ext cx="7064640" cy="3471840"/>
            </p14:xfrm>
          </p:contentPart>
        </mc:Choice>
        <mc:Fallback>
          <p:pic>
            <p:nvPicPr>
              <p:cNvPr id="2" name="Ink 1">
                <a:extLst>
                  <a:ext uri="{FF2B5EF4-FFF2-40B4-BE49-F238E27FC236}">
                    <a16:creationId xmlns:a16="http://schemas.microsoft.com/office/drawing/2014/main" id="{F90BC076-2289-9239-A39D-1BF3BE0FEAE9}"/>
                  </a:ext>
                </a:extLst>
              </p:cNvPr>
              <p:cNvPicPr/>
              <p:nvPr/>
            </p:nvPicPr>
            <p:blipFill>
              <a:blip r:embed="rId4"/>
              <a:stretch>
                <a:fillRect/>
              </a:stretch>
            </p:blipFill>
            <p:spPr>
              <a:xfrm>
                <a:off x="1933920" y="868320"/>
                <a:ext cx="7083360" cy="3490560"/>
              </a:xfrm>
              <a:prstGeom prst="rect">
                <a:avLst/>
              </a:prstGeom>
            </p:spPr>
          </p:pic>
        </mc:Fallback>
      </mc:AlternateContent>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28"/>
          <p:cNvSpPr txBox="1">
            <a:spLocks noGrp="1"/>
          </p:cNvSpPr>
          <p:nvPr>
            <p:ph type="title"/>
          </p:nvPr>
        </p:nvSpPr>
        <p:spPr>
          <a:xfrm>
            <a:off x="311700" y="1424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When to consider Artificial Neural Networks?</a:t>
            </a:r>
            <a:endParaRPr/>
          </a:p>
        </p:txBody>
      </p:sp>
      <p:sp>
        <p:nvSpPr>
          <p:cNvPr id="166" name="Google Shape;166;p28"/>
          <p:cNvSpPr txBox="1">
            <a:spLocks noGrp="1"/>
          </p:cNvSpPr>
          <p:nvPr>
            <p:ph type="body" idx="1"/>
          </p:nvPr>
        </p:nvSpPr>
        <p:spPr>
          <a:xfrm>
            <a:off x="311700" y="1018475"/>
            <a:ext cx="8520600" cy="3895800"/>
          </a:xfrm>
          <a:prstGeom prst="rect">
            <a:avLst/>
          </a:prstGeom>
        </p:spPr>
        <p:txBody>
          <a:bodyPr spcFirstLastPara="1" wrap="square" lIns="91425" tIns="91425" rIns="91425" bIns="91425" anchor="t" anchorCtr="0">
            <a:normAutofit/>
          </a:bodyPr>
          <a:lstStyle/>
          <a:p>
            <a:pPr marL="457200" lvl="0" indent="-355600" algn="l" rtl="0">
              <a:spcBef>
                <a:spcPts val="0"/>
              </a:spcBef>
              <a:spcAft>
                <a:spcPts val="0"/>
              </a:spcAft>
              <a:buSzPts val="2000"/>
              <a:buChar char="●"/>
            </a:pPr>
            <a:r>
              <a:rPr lang="en"/>
              <a:t>Input is high-dimensional discrete or real-valued (e.g. raw sensor input). </a:t>
            </a:r>
            <a:endParaRPr/>
          </a:p>
          <a:p>
            <a:pPr marL="457200" lvl="0" indent="-355600" algn="l" rtl="0">
              <a:spcBef>
                <a:spcPts val="0"/>
              </a:spcBef>
              <a:spcAft>
                <a:spcPts val="0"/>
              </a:spcAft>
              <a:buSzPts val="2000"/>
              <a:buChar char="●"/>
            </a:pPr>
            <a:r>
              <a:rPr lang="en"/>
              <a:t>Possibly noisy data. Data has lots of errors. </a:t>
            </a:r>
            <a:endParaRPr/>
          </a:p>
          <a:p>
            <a:pPr marL="457200" lvl="0" indent="-355600" algn="l" rtl="0">
              <a:spcBef>
                <a:spcPts val="0"/>
              </a:spcBef>
              <a:spcAft>
                <a:spcPts val="0"/>
              </a:spcAft>
              <a:buSzPts val="2000"/>
              <a:buChar char="●"/>
            </a:pPr>
            <a:r>
              <a:rPr lang="en"/>
              <a:t>Output is discrete or real valued or a vector of values.</a:t>
            </a:r>
            <a:endParaRPr/>
          </a:p>
          <a:p>
            <a:pPr marL="457200" lvl="0" indent="-355600" algn="l" rtl="0">
              <a:spcBef>
                <a:spcPts val="0"/>
              </a:spcBef>
              <a:spcAft>
                <a:spcPts val="0"/>
              </a:spcAft>
              <a:buSzPts val="2000"/>
              <a:buChar char="●"/>
            </a:pPr>
            <a:r>
              <a:rPr lang="en"/>
              <a:t>Form of target function is unknown. </a:t>
            </a:r>
            <a:endParaRPr/>
          </a:p>
          <a:p>
            <a:pPr marL="457200" lvl="0" indent="-355600" algn="l" rtl="0">
              <a:spcBef>
                <a:spcPts val="0"/>
              </a:spcBef>
              <a:spcAft>
                <a:spcPts val="0"/>
              </a:spcAft>
              <a:buSzPts val="2000"/>
              <a:buChar char="●"/>
            </a:pPr>
            <a:r>
              <a:rPr lang="en"/>
              <a:t>Human readability, in other words, explainability, of result is unimportant. </a:t>
            </a:r>
            <a:endParaRPr/>
          </a:p>
          <a:p>
            <a:pPr marL="457200" lvl="0" indent="-355600" algn="l" rtl="0">
              <a:spcBef>
                <a:spcPts val="0"/>
              </a:spcBef>
              <a:spcAft>
                <a:spcPts val="0"/>
              </a:spcAft>
              <a:buSzPts val="2000"/>
              <a:buChar char="●"/>
            </a:pPr>
            <a:r>
              <a:rPr lang="en"/>
              <a:t>Examples:</a:t>
            </a:r>
            <a:endParaRPr/>
          </a:p>
          <a:p>
            <a:pPr marL="914400" lvl="1" indent="-330200" algn="l" rtl="0">
              <a:spcBef>
                <a:spcPts val="0"/>
              </a:spcBef>
              <a:spcAft>
                <a:spcPts val="0"/>
              </a:spcAft>
              <a:buSzPts val="1600"/>
              <a:buChar char="○"/>
            </a:pPr>
            <a:r>
              <a:rPr lang="en"/>
              <a:t>Speech phoneme recognition </a:t>
            </a:r>
            <a:endParaRPr/>
          </a:p>
          <a:p>
            <a:pPr marL="914400" lvl="1" indent="-330200" algn="l" rtl="0">
              <a:spcBef>
                <a:spcPts val="0"/>
              </a:spcBef>
              <a:spcAft>
                <a:spcPts val="0"/>
              </a:spcAft>
              <a:buSzPts val="1600"/>
              <a:buChar char="○"/>
            </a:pPr>
            <a:r>
              <a:rPr lang="en"/>
              <a:t>Image classification</a:t>
            </a:r>
            <a:endParaRPr/>
          </a:p>
          <a:p>
            <a:pPr marL="914400" lvl="1" indent="-330200" algn="l" rtl="0">
              <a:spcBef>
                <a:spcPts val="0"/>
              </a:spcBef>
              <a:spcAft>
                <a:spcPts val="0"/>
              </a:spcAft>
              <a:buSzPts val="1600"/>
              <a:buChar char="○"/>
            </a:pPr>
            <a:r>
              <a:rPr lang="en"/>
              <a:t>Financial prediction</a:t>
            </a:r>
            <a:endParaRPr/>
          </a:p>
        </p:txBody>
      </p:sp>
      <p:sp>
        <p:nvSpPr>
          <p:cNvPr id="167" name="Google Shape;167;p28"/>
          <p:cNvSpPr txBox="1">
            <a:spLocks noGrp="1"/>
          </p:cNvSpPr>
          <p:nvPr>
            <p:ph type="sldNum" idx="12"/>
          </p:nvPr>
        </p:nvSpPr>
        <p:spPr>
          <a:xfrm>
            <a:off x="8595300" y="4603599"/>
            <a:ext cx="548700" cy="310800"/>
          </a:xfrm>
          <a:prstGeom prst="rect">
            <a:avLst/>
          </a:prstGeom>
        </p:spPr>
        <p:txBody>
          <a:bodyPr spcFirstLastPara="1" wrap="square" lIns="91425" tIns="91425" rIns="91425" bIns="91425" anchor="ctr" anchorCtr="0">
            <a:normAutofit fontScale="92500" lnSpcReduction="10000"/>
          </a:bodyPr>
          <a:lstStyle/>
          <a:p>
            <a:pPr marL="0" lvl="0" indent="0" algn="r" rtl="0">
              <a:spcBef>
                <a:spcPts val="0"/>
              </a:spcBef>
              <a:spcAft>
                <a:spcPts val="0"/>
              </a:spcAft>
              <a:buNone/>
            </a:pPr>
            <a:fld id="{00000000-1234-1234-1234-123412341234}" type="slidenum">
              <a:rPr lang="en"/>
              <a:t>16</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9"/>
          <p:cNvSpPr txBox="1">
            <a:spLocks noGrp="1"/>
          </p:cNvSpPr>
          <p:nvPr>
            <p:ph type="title"/>
          </p:nvPr>
        </p:nvSpPr>
        <p:spPr>
          <a:xfrm>
            <a:off x="311700" y="1424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Connectionist Machines</a:t>
            </a:r>
            <a:endParaRPr/>
          </a:p>
        </p:txBody>
      </p:sp>
      <p:sp>
        <p:nvSpPr>
          <p:cNvPr id="173" name="Google Shape;173;p29"/>
          <p:cNvSpPr txBox="1">
            <a:spLocks noGrp="1"/>
          </p:cNvSpPr>
          <p:nvPr>
            <p:ph type="body" idx="1"/>
          </p:nvPr>
        </p:nvSpPr>
        <p:spPr>
          <a:xfrm>
            <a:off x="311700" y="1018475"/>
            <a:ext cx="5411400" cy="3895800"/>
          </a:xfrm>
          <a:prstGeom prst="rect">
            <a:avLst/>
          </a:prstGeom>
        </p:spPr>
        <p:txBody>
          <a:bodyPr spcFirstLastPara="1" wrap="square" lIns="91425" tIns="91425" rIns="91425" bIns="91425" anchor="t" anchorCtr="0">
            <a:normAutofit/>
          </a:bodyPr>
          <a:lstStyle/>
          <a:p>
            <a:pPr marL="457200" lvl="0" indent="-355600" algn="l" rtl="0">
              <a:spcBef>
                <a:spcPts val="0"/>
              </a:spcBef>
              <a:spcAft>
                <a:spcPts val="0"/>
              </a:spcAft>
              <a:buSzPts val="2000"/>
              <a:buChar char="➔"/>
            </a:pPr>
            <a:r>
              <a:rPr lang="en"/>
              <a:t>Network of processing elements, called artificial neural neurons </a:t>
            </a:r>
            <a:r>
              <a:rPr lang="en" sz="1100">
                <a:solidFill>
                  <a:srgbClr val="F8F8F8"/>
                </a:solidFill>
              </a:rPr>
              <a:t>neuron</a:t>
            </a:r>
            <a:endParaRPr/>
          </a:p>
          <a:p>
            <a:pPr marL="457200" lvl="0" indent="-355600" algn="l" rtl="0">
              <a:spcBef>
                <a:spcPts val="0"/>
              </a:spcBef>
              <a:spcAft>
                <a:spcPts val="0"/>
              </a:spcAft>
              <a:buSzPts val="2000"/>
              <a:buChar char="➔"/>
            </a:pPr>
            <a:r>
              <a:rPr lang="en"/>
              <a:t>The neurons are interconnected to form a network. </a:t>
            </a:r>
            <a:endParaRPr/>
          </a:p>
          <a:p>
            <a:pPr marL="457200" lvl="0" indent="-355600" algn="l" rtl="0">
              <a:spcBef>
                <a:spcPts val="0"/>
              </a:spcBef>
              <a:spcAft>
                <a:spcPts val="0"/>
              </a:spcAft>
              <a:buSzPts val="2000"/>
              <a:buChar char="➔"/>
            </a:pPr>
            <a:r>
              <a:rPr lang="en"/>
              <a:t>Interconnection can be forward, recursive or self loop</a:t>
            </a:r>
            <a:endParaRPr/>
          </a:p>
          <a:p>
            <a:pPr marL="457200" lvl="0" indent="-355600" algn="l" rtl="0">
              <a:spcBef>
                <a:spcPts val="0"/>
              </a:spcBef>
              <a:spcAft>
                <a:spcPts val="0"/>
              </a:spcAft>
              <a:buSzPts val="2000"/>
              <a:buChar char="➔"/>
            </a:pPr>
            <a:r>
              <a:rPr lang="en"/>
              <a:t>All world knowledge is stored in the connections between these elements. </a:t>
            </a:r>
            <a:endParaRPr/>
          </a:p>
          <a:p>
            <a:pPr marL="457200" lvl="0" indent="-355600" algn="l" rtl="0">
              <a:spcBef>
                <a:spcPts val="0"/>
              </a:spcBef>
              <a:spcAft>
                <a:spcPts val="0"/>
              </a:spcAft>
              <a:buSzPts val="2000"/>
              <a:buChar char="➔"/>
            </a:pPr>
            <a:r>
              <a:rPr lang="en"/>
              <a:t>Neural networks are connectionist machines.</a:t>
            </a:r>
            <a:endParaRPr/>
          </a:p>
          <a:p>
            <a:pPr marL="0" lvl="0" indent="0" algn="l" rtl="0">
              <a:spcBef>
                <a:spcPts val="1200"/>
              </a:spcBef>
              <a:spcAft>
                <a:spcPts val="1200"/>
              </a:spcAft>
              <a:buNone/>
            </a:pPr>
            <a:endParaRPr/>
          </a:p>
        </p:txBody>
      </p:sp>
      <p:pic>
        <p:nvPicPr>
          <p:cNvPr id="174" name="Google Shape;174;p29"/>
          <p:cNvPicPr preferRelativeResize="0"/>
          <p:nvPr/>
        </p:nvPicPr>
        <p:blipFill>
          <a:blip r:embed="rId3">
            <a:alphaModFix/>
          </a:blip>
          <a:stretch>
            <a:fillRect/>
          </a:stretch>
        </p:blipFill>
        <p:spPr>
          <a:xfrm>
            <a:off x="5478425" y="1915338"/>
            <a:ext cx="3353875" cy="2102075"/>
          </a:xfrm>
          <a:prstGeom prst="rect">
            <a:avLst/>
          </a:prstGeom>
          <a:noFill/>
          <a:ln>
            <a:noFill/>
          </a:ln>
        </p:spPr>
      </p:pic>
      <p:sp>
        <p:nvSpPr>
          <p:cNvPr id="175" name="Google Shape;175;p2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17</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80" name="Google Shape;180;p30"/>
          <p:cNvSpPr txBox="1">
            <a:spLocks noGrp="1"/>
          </p:cNvSpPr>
          <p:nvPr>
            <p:ph type="title"/>
          </p:nvPr>
        </p:nvSpPr>
        <p:spPr>
          <a:xfrm>
            <a:off x="311700" y="1424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Connectionism Principles</a:t>
            </a:r>
            <a:endParaRPr/>
          </a:p>
        </p:txBody>
      </p:sp>
      <p:sp>
        <p:nvSpPr>
          <p:cNvPr id="181" name="Google Shape;181;p30"/>
          <p:cNvSpPr txBox="1">
            <a:spLocks noGrp="1"/>
          </p:cNvSpPr>
          <p:nvPr>
            <p:ph type="body" idx="1"/>
          </p:nvPr>
        </p:nvSpPr>
        <p:spPr>
          <a:xfrm>
            <a:off x="311700" y="1018475"/>
            <a:ext cx="5411400" cy="389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Core Ideas:</a:t>
            </a:r>
            <a:endParaRPr/>
          </a:p>
          <a:p>
            <a:pPr marL="457200" lvl="0" indent="-355600" algn="l" rtl="0">
              <a:spcBef>
                <a:spcPts val="1200"/>
              </a:spcBef>
              <a:spcAft>
                <a:spcPts val="0"/>
              </a:spcAft>
              <a:buSzPts val="2000"/>
              <a:buChar char="➔"/>
            </a:pPr>
            <a:r>
              <a:rPr lang="en"/>
              <a:t>Intelligence emerges from simple processing neurons</a:t>
            </a:r>
            <a:endParaRPr/>
          </a:p>
          <a:p>
            <a:pPr marL="457200" lvl="0" indent="-355600" algn="l" rtl="0">
              <a:spcBef>
                <a:spcPts val="0"/>
              </a:spcBef>
              <a:spcAft>
                <a:spcPts val="0"/>
              </a:spcAft>
              <a:buSzPts val="2000"/>
              <a:buChar char="➔"/>
            </a:pPr>
            <a:r>
              <a:rPr lang="en"/>
              <a:t>Knowledge is stored in connection weights</a:t>
            </a:r>
            <a:endParaRPr/>
          </a:p>
          <a:p>
            <a:pPr marL="457200" lvl="0" indent="-355600" algn="l" rtl="0">
              <a:spcBef>
                <a:spcPts val="0"/>
              </a:spcBef>
              <a:spcAft>
                <a:spcPts val="0"/>
              </a:spcAft>
              <a:buSzPts val="2000"/>
              <a:buChar char="➔"/>
            </a:pPr>
            <a:r>
              <a:rPr lang="en"/>
              <a:t>Learning modifies connection strengths </a:t>
            </a:r>
            <a:endParaRPr/>
          </a:p>
          <a:p>
            <a:pPr marL="457200" lvl="0" indent="-355600" algn="l" rtl="0">
              <a:spcBef>
                <a:spcPts val="0"/>
              </a:spcBef>
              <a:spcAft>
                <a:spcPts val="0"/>
              </a:spcAft>
              <a:buSzPts val="2000"/>
              <a:buChar char="➔"/>
            </a:pPr>
            <a:r>
              <a:rPr lang="en"/>
              <a:t>Parallel distributed processing</a:t>
            </a:r>
            <a:endParaRPr/>
          </a:p>
          <a:p>
            <a:pPr marL="0" lvl="0" indent="0" algn="l" rtl="0">
              <a:spcBef>
                <a:spcPts val="1200"/>
              </a:spcBef>
              <a:spcAft>
                <a:spcPts val="1200"/>
              </a:spcAft>
              <a:buNone/>
            </a:pPr>
            <a:endParaRPr/>
          </a:p>
        </p:txBody>
      </p:sp>
      <p:pic>
        <p:nvPicPr>
          <p:cNvPr id="182" name="Google Shape;182;p30"/>
          <p:cNvPicPr preferRelativeResize="0"/>
          <p:nvPr/>
        </p:nvPicPr>
        <p:blipFill>
          <a:blip r:embed="rId3">
            <a:alphaModFix/>
          </a:blip>
          <a:stretch>
            <a:fillRect/>
          </a:stretch>
        </p:blipFill>
        <p:spPr>
          <a:xfrm>
            <a:off x="5478425" y="1915338"/>
            <a:ext cx="3353875" cy="2102075"/>
          </a:xfrm>
          <a:prstGeom prst="rect">
            <a:avLst/>
          </a:prstGeom>
          <a:noFill/>
          <a:ln>
            <a:noFill/>
          </a:ln>
        </p:spPr>
      </p:pic>
      <p:sp>
        <p:nvSpPr>
          <p:cNvPr id="183" name="Google Shape;183;p3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18</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31"/>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
              <a:t>Perceptron</a:t>
            </a:r>
            <a:endParaRPr/>
          </a:p>
        </p:txBody>
      </p:sp>
      <p:sp>
        <p:nvSpPr>
          <p:cNvPr id="189" name="Google Shape;189;p3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19</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2"/>
          <p:cNvSpPr txBox="1">
            <a:spLocks noGrp="1"/>
          </p:cNvSpPr>
          <p:nvPr>
            <p:ph type="title"/>
          </p:nvPr>
        </p:nvSpPr>
        <p:spPr>
          <a:xfrm>
            <a:off x="311700" y="1424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Perceptron</a:t>
            </a:r>
            <a:endParaRPr/>
          </a:p>
        </p:txBody>
      </p:sp>
      <p:sp>
        <p:nvSpPr>
          <p:cNvPr id="195" name="Google Shape;195;p32"/>
          <p:cNvSpPr txBox="1">
            <a:spLocks noGrp="1"/>
          </p:cNvSpPr>
          <p:nvPr>
            <p:ph type="body" idx="1"/>
          </p:nvPr>
        </p:nvSpPr>
        <p:spPr>
          <a:xfrm>
            <a:off x="311700" y="1018475"/>
            <a:ext cx="8520600" cy="3895800"/>
          </a:xfrm>
          <a:prstGeom prst="rect">
            <a:avLst/>
          </a:prstGeom>
        </p:spPr>
        <p:txBody>
          <a:bodyPr spcFirstLastPara="1" wrap="square" lIns="91425" tIns="91425" rIns="91425" bIns="91425" anchor="t" anchorCtr="0">
            <a:normAutofit/>
          </a:bodyPr>
          <a:lstStyle/>
          <a:p>
            <a:pPr marL="457200" lvl="0" indent="-349250" algn="l" rtl="0">
              <a:spcBef>
                <a:spcPts val="0"/>
              </a:spcBef>
              <a:spcAft>
                <a:spcPts val="0"/>
              </a:spcAft>
              <a:buSzPts val="1900"/>
              <a:buChar char="●"/>
            </a:pPr>
            <a:r>
              <a:rPr lang="en" sz="1900">
                <a:highlight>
                  <a:schemeClr val="lt1"/>
                </a:highlight>
              </a:rPr>
              <a:t>Perceptron = Simplest form of artificial neuron</a:t>
            </a:r>
            <a:endParaRPr sz="1900">
              <a:highlight>
                <a:schemeClr val="lt1"/>
              </a:highlight>
            </a:endParaRPr>
          </a:p>
          <a:p>
            <a:pPr marL="457200" lvl="0" indent="-349250" algn="l" rtl="0">
              <a:spcBef>
                <a:spcPts val="0"/>
              </a:spcBef>
              <a:spcAft>
                <a:spcPts val="0"/>
              </a:spcAft>
              <a:buSzPts val="1900"/>
              <a:buChar char="●"/>
            </a:pPr>
            <a:r>
              <a:rPr lang="en" sz="1900">
                <a:highlight>
                  <a:schemeClr val="lt1"/>
                </a:highlight>
              </a:rPr>
              <a:t>Perceptron was introduced by Rosenblatt in 1958.</a:t>
            </a:r>
            <a:endParaRPr sz="1900">
              <a:highlight>
                <a:schemeClr val="lt1"/>
              </a:highlight>
            </a:endParaRPr>
          </a:p>
        </p:txBody>
      </p:sp>
      <p:sp>
        <p:nvSpPr>
          <p:cNvPr id="196" name="Google Shape;196;p32"/>
          <p:cNvSpPr txBox="1">
            <a:spLocks noGrp="1"/>
          </p:cNvSpPr>
          <p:nvPr>
            <p:ph type="sldNum" idx="12"/>
          </p:nvPr>
        </p:nvSpPr>
        <p:spPr>
          <a:xfrm>
            <a:off x="8595300" y="4603599"/>
            <a:ext cx="548700" cy="310800"/>
          </a:xfrm>
          <a:prstGeom prst="rect">
            <a:avLst/>
          </a:prstGeom>
        </p:spPr>
        <p:txBody>
          <a:bodyPr spcFirstLastPara="1" wrap="square" lIns="91425" tIns="91425" rIns="91425" bIns="91425" anchor="ctr" anchorCtr="0">
            <a:normAutofit fontScale="92500" lnSpcReduction="10000"/>
          </a:bodyPr>
          <a:lstStyle/>
          <a:p>
            <a:pPr marL="0" lvl="0" indent="0" algn="r" rtl="0">
              <a:spcBef>
                <a:spcPts val="0"/>
              </a:spcBef>
              <a:spcAft>
                <a:spcPts val="0"/>
              </a:spcAft>
              <a:buNone/>
            </a:pPr>
            <a:fld id="{00000000-1234-1234-1234-123412341234}" type="slidenum">
              <a:rPr lang="en"/>
              <a:t>20</a:t>
            </a:fld>
            <a:endParaRPr/>
          </a:p>
        </p:txBody>
      </p:sp>
      <p:pic>
        <p:nvPicPr>
          <p:cNvPr id="197" name="Google Shape;197;p32" title="Screenshot from 2025-10-15 12-10-40.png"/>
          <p:cNvPicPr preferRelativeResize="0"/>
          <p:nvPr/>
        </p:nvPicPr>
        <p:blipFill>
          <a:blip r:embed="rId3">
            <a:alphaModFix/>
          </a:blip>
          <a:stretch>
            <a:fillRect/>
          </a:stretch>
        </p:blipFill>
        <p:spPr>
          <a:xfrm>
            <a:off x="2449100" y="1959203"/>
            <a:ext cx="4245800" cy="272342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33"/>
          <p:cNvSpPr txBox="1">
            <a:spLocks noGrp="1"/>
          </p:cNvSpPr>
          <p:nvPr>
            <p:ph type="title"/>
          </p:nvPr>
        </p:nvSpPr>
        <p:spPr>
          <a:xfrm>
            <a:off x="311700" y="1424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Perceptron</a:t>
            </a:r>
            <a:endParaRPr/>
          </a:p>
        </p:txBody>
      </p:sp>
      <p:sp>
        <p:nvSpPr>
          <p:cNvPr id="203" name="Google Shape;203;p33"/>
          <p:cNvSpPr txBox="1">
            <a:spLocks noGrp="1"/>
          </p:cNvSpPr>
          <p:nvPr>
            <p:ph type="body" idx="1"/>
          </p:nvPr>
        </p:nvSpPr>
        <p:spPr>
          <a:xfrm>
            <a:off x="311700" y="1018475"/>
            <a:ext cx="8520600" cy="3895800"/>
          </a:xfrm>
          <a:prstGeom prst="rect">
            <a:avLst/>
          </a:prstGeom>
        </p:spPr>
        <p:txBody>
          <a:bodyPr spcFirstLastPara="1" wrap="square" lIns="91425" tIns="91425" rIns="91425" bIns="91425" anchor="t" anchorCtr="0">
            <a:normAutofit/>
          </a:bodyPr>
          <a:lstStyle/>
          <a:p>
            <a:pPr marL="457200" lvl="0" indent="-349250" algn="l" rtl="0">
              <a:spcBef>
                <a:spcPts val="0"/>
              </a:spcBef>
              <a:spcAft>
                <a:spcPts val="0"/>
              </a:spcAft>
              <a:buSzPts val="1900"/>
              <a:buChar char="●"/>
            </a:pPr>
            <a:r>
              <a:rPr lang="en" sz="1900">
                <a:highlight>
                  <a:schemeClr val="lt1"/>
                </a:highlight>
              </a:rPr>
              <a:t>Perceptron = Simplest form of artificial neuron</a:t>
            </a:r>
            <a:endParaRPr sz="1900">
              <a:highlight>
                <a:schemeClr val="lt1"/>
              </a:highlight>
            </a:endParaRPr>
          </a:p>
        </p:txBody>
      </p:sp>
      <p:sp>
        <p:nvSpPr>
          <p:cNvPr id="204" name="Google Shape;204;p33"/>
          <p:cNvSpPr txBox="1">
            <a:spLocks noGrp="1"/>
          </p:cNvSpPr>
          <p:nvPr>
            <p:ph type="sldNum" idx="12"/>
          </p:nvPr>
        </p:nvSpPr>
        <p:spPr>
          <a:xfrm>
            <a:off x="8595300" y="4603599"/>
            <a:ext cx="548700" cy="310800"/>
          </a:xfrm>
          <a:prstGeom prst="rect">
            <a:avLst/>
          </a:prstGeom>
        </p:spPr>
        <p:txBody>
          <a:bodyPr spcFirstLastPara="1" wrap="square" lIns="91425" tIns="91425" rIns="91425" bIns="91425" anchor="ctr" anchorCtr="0">
            <a:normAutofit fontScale="92500" lnSpcReduction="10000"/>
          </a:bodyPr>
          <a:lstStyle/>
          <a:p>
            <a:pPr marL="0" lvl="0" indent="0" algn="r" rtl="0">
              <a:spcBef>
                <a:spcPts val="0"/>
              </a:spcBef>
              <a:spcAft>
                <a:spcPts val="0"/>
              </a:spcAft>
              <a:buNone/>
            </a:pPr>
            <a:fld id="{00000000-1234-1234-1234-123412341234}" type="slidenum">
              <a:rPr lang="en"/>
              <a:t>21</a:t>
            </a:fld>
            <a:endParaRPr/>
          </a:p>
        </p:txBody>
      </p:sp>
      <p:pic>
        <p:nvPicPr>
          <p:cNvPr id="205" name="Google Shape;205;p33" title="Screenshot from 2025-10-15 12-10-42.png"/>
          <p:cNvPicPr preferRelativeResize="0"/>
          <p:nvPr/>
        </p:nvPicPr>
        <p:blipFill>
          <a:blip r:embed="rId3">
            <a:alphaModFix/>
          </a:blip>
          <a:stretch>
            <a:fillRect/>
          </a:stretch>
        </p:blipFill>
        <p:spPr>
          <a:xfrm>
            <a:off x="640080" y="1828800"/>
            <a:ext cx="7315200" cy="251511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34"/>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
              <a:t>Perceptron &amp; Logic Gates</a:t>
            </a:r>
            <a:endParaRPr/>
          </a:p>
        </p:txBody>
      </p:sp>
      <p:sp>
        <p:nvSpPr>
          <p:cNvPr id="211" name="Google Shape;211;p3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22</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15"/>
        <p:cNvGrpSpPr/>
        <p:nvPr/>
      </p:nvGrpSpPr>
      <p:grpSpPr>
        <a:xfrm>
          <a:off x="0" y="0"/>
          <a:ext cx="0" cy="0"/>
          <a:chOff x="0" y="0"/>
          <a:chExt cx="0" cy="0"/>
        </a:xfrm>
      </p:grpSpPr>
      <p:sp>
        <p:nvSpPr>
          <p:cNvPr id="216" name="Google Shape;216;p35"/>
          <p:cNvSpPr txBox="1">
            <a:spLocks noGrp="1"/>
          </p:cNvSpPr>
          <p:nvPr>
            <p:ph type="title"/>
          </p:nvPr>
        </p:nvSpPr>
        <p:spPr>
          <a:xfrm>
            <a:off x="311700" y="1424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Representing Logic Gates using Perceptron</a:t>
            </a:r>
            <a:endParaRPr/>
          </a:p>
        </p:txBody>
      </p:sp>
      <p:sp>
        <p:nvSpPr>
          <p:cNvPr id="217" name="Google Shape;217;p35"/>
          <p:cNvSpPr txBox="1">
            <a:spLocks noGrp="1"/>
          </p:cNvSpPr>
          <p:nvPr>
            <p:ph type="body" idx="1"/>
          </p:nvPr>
        </p:nvSpPr>
        <p:spPr>
          <a:xfrm>
            <a:off x="311700" y="1018475"/>
            <a:ext cx="8520600" cy="3895800"/>
          </a:xfrm>
          <a:prstGeom prst="rect">
            <a:avLst/>
          </a:prstGeom>
        </p:spPr>
        <p:txBody>
          <a:bodyPr spcFirstLastPara="1" wrap="square" lIns="91425" tIns="91425" rIns="91425" bIns="91425" anchor="t" anchorCtr="0">
            <a:normAutofit/>
          </a:bodyPr>
          <a:lstStyle/>
          <a:p>
            <a:pPr marL="457200" lvl="0" indent="-355600" algn="l" rtl="0">
              <a:spcBef>
                <a:spcPts val="0"/>
              </a:spcBef>
              <a:spcAft>
                <a:spcPts val="0"/>
              </a:spcAft>
              <a:buSzPts val="2000"/>
              <a:buChar char="●"/>
            </a:pPr>
            <a:r>
              <a:rPr lang="en"/>
              <a:t>Any linear decision can be represented by a Boolean equation.</a:t>
            </a:r>
            <a:endParaRPr/>
          </a:p>
          <a:p>
            <a:pPr marL="457200" lvl="0" indent="-355600" algn="l" rtl="0">
              <a:spcBef>
                <a:spcPts val="0"/>
              </a:spcBef>
              <a:spcAft>
                <a:spcPts val="0"/>
              </a:spcAft>
              <a:buSzPts val="2000"/>
              <a:buChar char="●"/>
            </a:pPr>
            <a:r>
              <a:rPr lang="en"/>
              <a:t>The quest is to find out how to represent the above using Perceptron.</a:t>
            </a:r>
            <a:endParaRPr/>
          </a:p>
          <a:p>
            <a:pPr marL="457200" lvl="0" indent="-355600" algn="l" rtl="0">
              <a:spcBef>
                <a:spcPts val="0"/>
              </a:spcBef>
              <a:spcAft>
                <a:spcPts val="0"/>
              </a:spcAft>
              <a:buSzPts val="2000"/>
              <a:buChar char="●"/>
            </a:pPr>
            <a:r>
              <a:rPr lang="en"/>
              <a:t>For this we test whether each of the logic gates can be represented by a Perceptron.</a:t>
            </a:r>
            <a:endParaRPr/>
          </a:p>
          <a:p>
            <a:pPr marL="457200" lvl="0" indent="0" algn="l" rtl="0">
              <a:spcBef>
                <a:spcPts val="1200"/>
              </a:spcBef>
              <a:spcAft>
                <a:spcPts val="1200"/>
              </a:spcAft>
              <a:buNone/>
            </a:pPr>
            <a:endParaRPr/>
          </a:p>
        </p:txBody>
      </p:sp>
      <p:sp>
        <p:nvSpPr>
          <p:cNvPr id="218" name="Google Shape;218;p35"/>
          <p:cNvSpPr txBox="1">
            <a:spLocks noGrp="1"/>
          </p:cNvSpPr>
          <p:nvPr>
            <p:ph type="sldNum" idx="12"/>
          </p:nvPr>
        </p:nvSpPr>
        <p:spPr>
          <a:xfrm>
            <a:off x="8595300" y="4603599"/>
            <a:ext cx="548700" cy="310800"/>
          </a:xfrm>
          <a:prstGeom prst="rect">
            <a:avLst/>
          </a:prstGeom>
        </p:spPr>
        <p:txBody>
          <a:bodyPr spcFirstLastPara="1" wrap="square" lIns="91425" tIns="91425" rIns="91425" bIns="91425" anchor="ctr" anchorCtr="0">
            <a:normAutofit fontScale="92500" lnSpcReduction="10000"/>
          </a:bodyPr>
          <a:lstStyle/>
          <a:p>
            <a:pPr marL="0" lvl="0" indent="0" algn="r" rtl="0">
              <a:spcBef>
                <a:spcPts val="0"/>
              </a:spcBef>
              <a:spcAft>
                <a:spcPts val="0"/>
              </a:spcAft>
              <a:buNone/>
            </a:pPr>
            <a:fld id="{00000000-1234-1234-1234-123412341234}" type="slidenum">
              <a:rPr lang="en"/>
              <a:t>23</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36"/>
          <p:cNvSpPr txBox="1">
            <a:spLocks noGrp="1"/>
          </p:cNvSpPr>
          <p:nvPr>
            <p:ph type="title"/>
          </p:nvPr>
        </p:nvSpPr>
        <p:spPr>
          <a:xfrm>
            <a:off x="311700" y="1424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AND Logic Gate</a:t>
            </a:r>
            <a:endParaRPr/>
          </a:p>
        </p:txBody>
      </p:sp>
      <p:sp>
        <p:nvSpPr>
          <p:cNvPr id="224" name="Google Shape;224;p36"/>
          <p:cNvSpPr txBox="1">
            <a:spLocks noGrp="1"/>
          </p:cNvSpPr>
          <p:nvPr>
            <p:ph type="body" idx="1"/>
          </p:nvPr>
        </p:nvSpPr>
        <p:spPr>
          <a:xfrm>
            <a:off x="311700" y="1018475"/>
            <a:ext cx="8520600" cy="389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Question:</a:t>
            </a:r>
            <a:endParaRPr/>
          </a:p>
          <a:p>
            <a:pPr marL="914400" lvl="0" indent="-355600" algn="l" rtl="0">
              <a:spcBef>
                <a:spcPts val="1200"/>
              </a:spcBef>
              <a:spcAft>
                <a:spcPts val="0"/>
              </a:spcAft>
              <a:buSzPts val="2000"/>
              <a:buChar char="●"/>
            </a:pPr>
            <a:r>
              <a:rPr lang="en"/>
              <a:t>How to represent AND gate using a perceptron?</a:t>
            </a:r>
            <a:endParaRPr/>
          </a:p>
          <a:p>
            <a:pPr marL="914400" lvl="0" indent="-355600" algn="l" rtl="0">
              <a:spcBef>
                <a:spcPts val="0"/>
              </a:spcBef>
              <a:spcAft>
                <a:spcPts val="0"/>
              </a:spcAft>
              <a:buSzPts val="2000"/>
              <a:buChar char="●"/>
            </a:pPr>
            <a:r>
              <a:rPr lang="en"/>
              <a:t>What are the parameters for the AND perceptron?</a:t>
            </a:r>
            <a:endParaRPr/>
          </a:p>
          <a:p>
            <a:pPr marL="914400" lvl="0" indent="-355600" algn="l" rtl="0">
              <a:spcBef>
                <a:spcPts val="0"/>
              </a:spcBef>
              <a:spcAft>
                <a:spcPts val="0"/>
              </a:spcAft>
              <a:buSzPts val="2000"/>
              <a:buChar char="●"/>
            </a:pPr>
            <a:r>
              <a:rPr lang="en"/>
              <a:t>Data is given below.</a:t>
            </a:r>
            <a:endParaRPr/>
          </a:p>
        </p:txBody>
      </p:sp>
      <p:sp>
        <p:nvSpPr>
          <p:cNvPr id="225" name="Google Shape;225;p36"/>
          <p:cNvSpPr txBox="1">
            <a:spLocks noGrp="1"/>
          </p:cNvSpPr>
          <p:nvPr>
            <p:ph type="sldNum" idx="12"/>
          </p:nvPr>
        </p:nvSpPr>
        <p:spPr>
          <a:xfrm>
            <a:off x="8595300" y="4603599"/>
            <a:ext cx="548700" cy="310800"/>
          </a:xfrm>
          <a:prstGeom prst="rect">
            <a:avLst/>
          </a:prstGeom>
        </p:spPr>
        <p:txBody>
          <a:bodyPr spcFirstLastPara="1" wrap="square" lIns="91425" tIns="91425" rIns="91425" bIns="91425" anchor="ctr" anchorCtr="0">
            <a:normAutofit fontScale="92500" lnSpcReduction="10000"/>
          </a:bodyPr>
          <a:lstStyle/>
          <a:p>
            <a:pPr marL="0" lvl="0" indent="0" algn="r" rtl="0">
              <a:spcBef>
                <a:spcPts val="0"/>
              </a:spcBef>
              <a:spcAft>
                <a:spcPts val="0"/>
              </a:spcAft>
              <a:buNone/>
            </a:pPr>
            <a:fld id="{00000000-1234-1234-1234-123412341234}" type="slidenum">
              <a:rPr lang="en"/>
              <a:t>24</a:t>
            </a:fld>
            <a:endParaRPr/>
          </a:p>
        </p:txBody>
      </p:sp>
      <p:graphicFrame>
        <p:nvGraphicFramePr>
          <p:cNvPr id="226" name="Google Shape;226;p36"/>
          <p:cNvGraphicFramePr/>
          <p:nvPr/>
        </p:nvGraphicFramePr>
        <p:xfrm>
          <a:off x="3590200" y="2571750"/>
          <a:ext cx="3003750" cy="2011530"/>
        </p:xfrm>
        <a:graphic>
          <a:graphicData uri="http://schemas.openxmlformats.org/drawingml/2006/table">
            <a:tbl>
              <a:tblPr>
                <a:noFill/>
                <a:tableStyleId>{4A1C12C4-A1A8-4A4A-8DC1-9A2683A6B42E}</a:tableStyleId>
              </a:tblPr>
              <a:tblGrid>
                <a:gridCol w="1001250">
                  <a:extLst>
                    <a:ext uri="{9D8B030D-6E8A-4147-A177-3AD203B41FA5}">
                      <a16:colId xmlns:a16="http://schemas.microsoft.com/office/drawing/2014/main" val="20000"/>
                    </a:ext>
                  </a:extLst>
                </a:gridCol>
                <a:gridCol w="1001250">
                  <a:extLst>
                    <a:ext uri="{9D8B030D-6E8A-4147-A177-3AD203B41FA5}">
                      <a16:colId xmlns:a16="http://schemas.microsoft.com/office/drawing/2014/main" val="20001"/>
                    </a:ext>
                  </a:extLst>
                </a:gridCol>
                <a:gridCol w="1001250">
                  <a:extLst>
                    <a:ext uri="{9D8B030D-6E8A-4147-A177-3AD203B41FA5}">
                      <a16:colId xmlns:a16="http://schemas.microsoft.com/office/drawing/2014/main" val="20002"/>
                    </a:ext>
                  </a:extLst>
                </a:gridCol>
              </a:tblGrid>
              <a:tr h="347825">
                <a:tc>
                  <a:txBody>
                    <a:bodyPr/>
                    <a:lstStyle/>
                    <a:p>
                      <a:pPr marL="0" lvl="0" indent="0" algn="ctr" rtl="0">
                        <a:spcBef>
                          <a:spcPts val="0"/>
                        </a:spcBef>
                        <a:spcAft>
                          <a:spcPts val="0"/>
                        </a:spcAft>
                        <a:buNone/>
                      </a:pPr>
                      <a:r>
                        <a:rPr lang="en" sz="1600" b="1"/>
                        <a:t>A</a:t>
                      </a:r>
                      <a:endParaRPr sz="1600" b="1"/>
                    </a:p>
                  </a:txBody>
                  <a:tcPr marL="91425" marR="91425" marT="91425" marB="91425">
                    <a:solidFill>
                      <a:srgbClr val="4A86E8"/>
                    </a:solidFill>
                  </a:tcPr>
                </a:tc>
                <a:tc>
                  <a:txBody>
                    <a:bodyPr/>
                    <a:lstStyle/>
                    <a:p>
                      <a:pPr marL="0" lvl="0" indent="0" algn="ctr" rtl="0">
                        <a:spcBef>
                          <a:spcPts val="0"/>
                        </a:spcBef>
                        <a:spcAft>
                          <a:spcPts val="0"/>
                        </a:spcAft>
                        <a:buNone/>
                      </a:pPr>
                      <a:r>
                        <a:rPr lang="en" sz="1600" b="1"/>
                        <a:t>B</a:t>
                      </a:r>
                      <a:endParaRPr sz="1600" b="1"/>
                    </a:p>
                  </a:txBody>
                  <a:tcPr marL="91425" marR="91425" marT="91425" marB="91425">
                    <a:solidFill>
                      <a:srgbClr val="4A86E8"/>
                    </a:solidFill>
                  </a:tcPr>
                </a:tc>
                <a:tc>
                  <a:txBody>
                    <a:bodyPr/>
                    <a:lstStyle/>
                    <a:p>
                      <a:pPr marL="0" lvl="0" indent="0" algn="ctr" rtl="0">
                        <a:spcBef>
                          <a:spcPts val="0"/>
                        </a:spcBef>
                        <a:spcAft>
                          <a:spcPts val="0"/>
                        </a:spcAft>
                        <a:buNone/>
                      </a:pPr>
                      <a:r>
                        <a:rPr lang="en" sz="1600" b="1"/>
                        <a:t>A and B</a:t>
                      </a:r>
                      <a:endParaRPr sz="1600" b="1"/>
                    </a:p>
                  </a:txBody>
                  <a:tcPr marL="91425" marR="91425" marT="91425" marB="91425">
                    <a:solidFill>
                      <a:srgbClr val="4A86E8"/>
                    </a:solidFill>
                  </a:tcPr>
                </a:tc>
                <a:extLst>
                  <a:ext uri="{0D108BD9-81ED-4DB2-BD59-A6C34878D82A}">
                    <a16:rowId xmlns:a16="http://schemas.microsoft.com/office/drawing/2014/main" val="10000"/>
                  </a:ext>
                </a:extLst>
              </a:tr>
              <a:tr h="323000">
                <a:tc>
                  <a:txBody>
                    <a:bodyPr/>
                    <a:lstStyle/>
                    <a:p>
                      <a:pPr marL="0" lvl="0" indent="0" algn="ctr" rtl="0">
                        <a:spcBef>
                          <a:spcPts val="0"/>
                        </a:spcBef>
                        <a:spcAft>
                          <a:spcPts val="0"/>
                        </a:spcAft>
                        <a:buNone/>
                      </a:pPr>
                      <a:r>
                        <a:rPr lang="en"/>
                        <a:t>0</a:t>
                      </a:r>
                      <a:endParaRPr/>
                    </a:p>
                  </a:txBody>
                  <a:tcPr marL="91425" marR="91425" marT="91425" marB="91425"/>
                </a:tc>
                <a:tc>
                  <a:txBody>
                    <a:bodyPr/>
                    <a:lstStyle/>
                    <a:p>
                      <a:pPr marL="0" lvl="0" indent="0" algn="ctr" rtl="0">
                        <a:spcBef>
                          <a:spcPts val="0"/>
                        </a:spcBef>
                        <a:spcAft>
                          <a:spcPts val="0"/>
                        </a:spcAft>
                        <a:buNone/>
                      </a:pPr>
                      <a:r>
                        <a:rPr lang="en"/>
                        <a:t>0</a:t>
                      </a:r>
                      <a:endParaRPr/>
                    </a:p>
                  </a:txBody>
                  <a:tcPr marL="91425" marR="91425" marT="91425" marB="91425"/>
                </a:tc>
                <a:tc>
                  <a:txBody>
                    <a:bodyPr/>
                    <a:lstStyle/>
                    <a:p>
                      <a:pPr marL="0" lvl="0" indent="0" algn="ctr" rtl="0">
                        <a:spcBef>
                          <a:spcPts val="0"/>
                        </a:spcBef>
                        <a:spcAft>
                          <a:spcPts val="0"/>
                        </a:spcAft>
                        <a:buNone/>
                      </a:pPr>
                      <a:r>
                        <a:rPr lang="en"/>
                        <a:t>0</a:t>
                      </a:r>
                      <a:endParaRPr/>
                    </a:p>
                  </a:txBody>
                  <a:tcPr marL="91425" marR="91425" marT="91425" marB="91425"/>
                </a:tc>
                <a:extLst>
                  <a:ext uri="{0D108BD9-81ED-4DB2-BD59-A6C34878D82A}">
                    <a16:rowId xmlns:a16="http://schemas.microsoft.com/office/drawing/2014/main" val="10001"/>
                  </a:ext>
                </a:extLst>
              </a:tr>
              <a:tr h="323000">
                <a:tc>
                  <a:txBody>
                    <a:bodyPr/>
                    <a:lstStyle/>
                    <a:p>
                      <a:pPr marL="0" lvl="0" indent="0" algn="ctr" rtl="0">
                        <a:spcBef>
                          <a:spcPts val="0"/>
                        </a:spcBef>
                        <a:spcAft>
                          <a:spcPts val="0"/>
                        </a:spcAft>
                        <a:buNone/>
                      </a:pPr>
                      <a:r>
                        <a:rPr lang="en"/>
                        <a:t>0</a:t>
                      </a:r>
                      <a:endParaRPr/>
                    </a:p>
                  </a:txBody>
                  <a:tcPr marL="91425" marR="91425" marT="91425" marB="91425"/>
                </a:tc>
                <a:tc>
                  <a:txBody>
                    <a:bodyPr/>
                    <a:lstStyle/>
                    <a:p>
                      <a:pPr marL="0" lvl="0" indent="0" algn="ctr" rtl="0">
                        <a:spcBef>
                          <a:spcPts val="0"/>
                        </a:spcBef>
                        <a:spcAft>
                          <a:spcPts val="0"/>
                        </a:spcAft>
                        <a:buNone/>
                      </a:pPr>
                      <a:r>
                        <a:rPr lang="en"/>
                        <a:t>1</a:t>
                      </a:r>
                      <a:endParaRPr/>
                    </a:p>
                  </a:txBody>
                  <a:tcPr marL="91425" marR="91425" marT="91425" marB="91425"/>
                </a:tc>
                <a:tc>
                  <a:txBody>
                    <a:bodyPr/>
                    <a:lstStyle/>
                    <a:p>
                      <a:pPr marL="0" lvl="0" indent="0" algn="ctr" rtl="0">
                        <a:spcBef>
                          <a:spcPts val="0"/>
                        </a:spcBef>
                        <a:spcAft>
                          <a:spcPts val="0"/>
                        </a:spcAft>
                        <a:buNone/>
                      </a:pPr>
                      <a:r>
                        <a:rPr lang="en"/>
                        <a:t>0</a:t>
                      </a:r>
                      <a:endParaRPr/>
                    </a:p>
                  </a:txBody>
                  <a:tcPr marL="91425" marR="91425" marT="91425" marB="91425"/>
                </a:tc>
                <a:extLst>
                  <a:ext uri="{0D108BD9-81ED-4DB2-BD59-A6C34878D82A}">
                    <a16:rowId xmlns:a16="http://schemas.microsoft.com/office/drawing/2014/main" val="10002"/>
                  </a:ext>
                </a:extLst>
              </a:tr>
              <a:tr h="323000">
                <a:tc>
                  <a:txBody>
                    <a:bodyPr/>
                    <a:lstStyle/>
                    <a:p>
                      <a:pPr marL="0" lvl="0" indent="0" algn="ctr" rtl="0">
                        <a:spcBef>
                          <a:spcPts val="0"/>
                        </a:spcBef>
                        <a:spcAft>
                          <a:spcPts val="0"/>
                        </a:spcAft>
                        <a:buNone/>
                      </a:pPr>
                      <a:r>
                        <a:rPr lang="en"/>
                        <a:t>1</a:t>
                      </a:r>
                      <a:endParaRPr/>
                    </a:p>
                  </a:txBody>
                  <a:tcPr marL="91425" marR="91425" marT="91425" marB="91425"/>
                </a:tc>
                <a:tc>
                  <a:txBody>
                    <a:bodyPr/>
                    <a:lstStyle/>
                    <a:p>
                      <a:pPr marL="0" lvl="0" indent="0" algn="ctr" rtl="0">
                        <a:spcBef>
                          <a:spcPts val="0"/>
                        </a:spcBef>
                        <a:spcAft>
                          <a:spcPts val="0"/>
                        </a:spcAft>
                        <a:buNone/>
                      </a:pPr>
                      <a:r>
                        <a:rPr lang="en"/>
                        <a:t>0</a:t>
                      </a:r>
                      <a:endParaRPr/>
                    </a:p>
                  </a:txBody>
                  <a:tcPr marL="91425" marR="91425" marT="91425" marB="91425"/>
                </a:tc>
                <a:tc>
                  <a:txBody>
                    <a:bodyPr/>
                    <a:lstStyle/>
                    <a:p>
                      <a:pPr marL="0" lvl="0" indent="0" algn="ctr" rtl="0">
                        <a:spcBef>
                          <a:spcPts val="0"/>
                        </a:spcBef>
                        <a:spcAft>
                          <a:spcPts val="0"/>
                        </a:spcAft>
                        <a:buNone/>
                      </a:pPr>
                      <a:r>
                        <a:rPr lang="en"/>
                        <a:t>0</a:t>
                      </a:r>
                      <a:endParaRPr/>
                    </a:p>
                  </a:txBody>
                  <a:tcPr marL="91425" marR="91425" marT="91425" marB="91425"/>
                </a:tc>
                <a:extLst>
                  <a:ext uri="{0D108BD9-81ED-4DB2-BD59-A6C34878D82A}">
                    <a16:rowId xmlns:a16="http://schemas.microsoft.com/office/drawing/2014/main" val="10003"/>
                  </a:ext>
                </a:extLst>
              </a:tr>
              <a:tr h="323000">
                <a:tc>
                  <a:txBody>
                    <a:bodyPr/>
                    <a:lstStyle/>
                    <a:p>
                      <a:pPr marL="0" lvl="0" indent="0" algn="ctr" rtl="0">
                        <a:spcBef>
                          <a:spcPts val="0"/>
                        </a:spcBef>
                        <a:spcAft>
                          <a:spcPts val="0"/>
                        </a:spcAft>
                        <a:buNone/>
                      </a:pPr>
                      <a:r>
                        <a:rPr lang="en"/>
                        <a:t>1</a:t>
                      </a:r>
                      <a:endParaRPr/>
                    </a:p>
                  </a:txBody>
                  <a:tcPr marL="91425" marR="91425" marT="91425" marB="91425"/>
                </a:tc>
                <a:tc>
                  <a:txBody>
                    <a:bodyPr/>
                    <a:lstStyle/>
                    <a:p>
                      <a:pPr marL="0" lvl="0" indent="0" algn="ctr" rtl="0">
                        <a:spcBef>
                          <a:spcPts val="0"/>
                        </a:spcBef>
                        <a:spcAft>
                          <a:spcPts val="0"/>
                        </a:spcAft>
                        <a:buNone/>
                      </a:pPr>
                      <a:r>
                        <a:rPr lang="en"/>
                        <a:t>1</a:t>
                      </a:r>
                      <a:endParaRPr/>
                    </a:p>
                  </a:txBody>
                  <a:tcPr marL="91425" marR="91425" marT="91425" marB="91425"/>
                </a:tc>
                <a:tc>
                  <a:txBody>
                    <a:bodyPr/>
                    <a:lstStyle/>
                    <a:p>
                      <a:pPr marL="0" lvl="0" indent="0" algn="ctr" rtl="0">
                        <a:spcBef>
                          <a:spcPts val="0"/>
                        </a:spcBef>
                        <a:spcAft>
                          <a:spcPts val="0"/>
                        </a:spcAft>
                        <a:buNone/>
                      </a:pPr>
                      <a:r>
                        <a:rPr lang="en"/>
                        <a:t>1</a:t>
                      </a:r>
                      <a:endParaRPr/>
                    </a:p>
                  </a:txBody>
                  <a:tcPr marL="91425" marR="91425" marT="91425" marB="91425"/>
                </a:tc>
                <a:extLst>
                  <a:ext uri="{0D108BD9-81ED-4DB2-BD59-A6C34878D82A}">
                    <a16:rowId xmlns:a16="http://schemas.microsoft.com/office/drawing/2014/main" val="10004"/>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37"/>
          <p:cNvSpPr txBox="1">
            <a:spLocks noGrp="1"/>
          </p:cNvSpPr>
          <p:nvPr>
            <p:ph type="title"/>
          </p:nvPr>
        </p:nvSpPr>
        <p:spPr>
          <a:xfrm>
            <a:off x="311700" y="1424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Perceptron for AND gate</a:t>
            </a:r>
            <a:endParaRPr/>
          </a:p>
        </p:txBody>
      </p:sp>
      <p:sp>
        <p:nvSpPr>
          <p:cNvPr id="232" name="Google Shape;232;p3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25</a:t>
            </a:fld>
            <a:endParaRPr/>
          </a:p>
        </p:txBody>
      </p:sp>
      <p:pic>
        <p:nvPicPr>
          <p:cNvPr id="233" name="Google Shape;233;p37" title="Screenshot from 2025-10-15 13-15-52.png"/>
          <p:cNvPicPr preferRelativeResize="0"/>
          <p:nvPr/>
        </p:nvPicPr>
        <p:blipFill>
          <a:blip r:embed="rId3">
            <a:alphaModFix/>
          </a:blip>
          <a:stretch>
            <a:fillRect/>
          </a:stretch>
        </p:blipFill>
        <p:spPr>
          <a:xfrm>
            <a:off x="640080" y="1097280"/>
            <a:ext cx="7315201" cy="3688938"/>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37"/>
        <p:cNvGrpSpPr/>
        <p:nvPr/>
      </p:nvGrpSpPr>
      <p:grpSpPr>
        <a:xfrm>
          <a:off x="0" y="0"/>
          <a:ext cx="0" cy="0"/>
          <a:chOff x="0" y="0"/>
          <a:chExt cx="0" cy="0"/>
        </a:xfrm>
      </p:grpSpPr>
      <p:sp>
        <p:nvSpPr>
          <p:cNvPr id="238" name="Google Shape;238;p38"/>
          <p:cNvSpPr txBox="1">
            <a:spLocks noGrp="1"/>
          </p:cNvSpPr>
          <p:nvPr>
            <p:ph type="title"/>
          </p:nvPr>
        </p:nvSpPr>
        <p:spPr>
          <a:xfrm>
            <a:off x="311700" y="1424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285"/>
              <a:buFont typeface="Arial"/>
              <a:buNone/>
            </a:pPr>
            <a:r>
              <a:rPr lang="en"/>
              <a:t>Perceptron for AND gate</a:t>
            </a:r>
            <a:endParaRPr/>
          </a:p>
          <a:p>
            <a:pPr marL="0" lvl="0" indent="0" algn="l" rtl="0">
              <a:spcBef>
                <a:spcPts val="0"/>
              </a:spcBef>
              <a:spcAft>
                <a:spcPts val="0"/>
              </a:spcAft>
              <a:buNone/>
            </a:pPr>
            <a:endParaRPr/>
          </a:p>
        </p:txBody>
      </p:sp>
      <p:sp>
        <p:nvSpPr>
          <p:cNvPr id="239" name="Google Shape;239;p3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26</a:t>
            </a:fld>
            <a:endParaRPr/>
          </a:p>
        </p:txBody>
      </p:sp>
      <p:pic>
        <p:nvPicPr>
          <p:cNvPr id="240" name="Google Shape;240;p38" title="Screenshot from 2025-10-15 13-15-56.png"/>
          <p:cNvPicPr preferRelativeResize="0"/>
          <p:nvPr/>
        </p:nvPicPr>
        <p:blipFill>
          <a:blip r:embed="rId3">
            <a:alphaModFix/>
          </a:blip>
          <a:stretch>
            <a:fillRect/>
          </a:stretch>
        </p:blipFill>
        <p:spPr>
          <a:xfrm>
            <a:off x="640080" y="1097280"/>
            <a:ext cx="7315199" cy="367553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39"/>
          <p:cNvSpPr txBox="1">
            <a:spLocks noGrp="1"/>
          </p:cNvSpPr>
          <p:nvPr>
            <p:ph type="title"/>
          </p:nvPr>
        </p:nvSpPr>
        <p:spPr>
          <a:xfrm>
            <a:off x="311700" y="1424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OR Logic Gate</a:t>
            </a:r>
            <a:endParaRPr/>
          </a:p>
        </p:txBody>
      </p:sp>
      <p:sp>
        <p:nvSpPr>
          <p:cNvPr id="246" name="Google Shape;246;p39"/>
          <p:cNvSpPr txBox="1">
            <a:spLocks noGrp="1"/>
          </p:cNvSpPr>
          <p:nvPr>
            <p:ph type="body" idx="1"/>
          </p:nvPr>
        </p:nvSpPr>
        <p:spPr>
          <a:xfrm>
            <a:off x="311700" y="1018475"/>
            <a:ext cx="8520600" cy="38958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Question:</a:t>
            </a:r>
            <a:endParaRPr/>
          </a:p>
          <a:p>
            <a:pPr marL="914400" lvl="0" indent="-355600" algn="l" rtl="0">
              <a:spcBef>
                <a:spcPts val="1200"/>
              </a:spcBef>
              <a:spcAft>
                <a:spcPts val="0"/>
              </a:spcAft>
              <a:buSzPts val="2000"/>
              <a:buChar char="●"/>
            </a:pPr>
            <a:r>
              <a:rPr lang="en"/>
              <a:t>How to represent OR gate using a perceptron?</a:t>
            </a:r>
            <a:endParaRPr/>
          </a:p>
          <a:p>
            <a:pPr marL="914400" lvl="0" indent="-355600" algn="l" rtl="0">
              <a:spcBef>
                <a:spcPts val="0"/>
              </a:spcBef>
              <a:spcAft>
                <a:spcPts val="0"/>
              </a:spcAft>
              <a:buSzPts val="2000"/>
              <a:buChar char="●"/>
            </a:pPr>
            <a:r>
              <a:rPr lang="en"/>
              <a:t>What are the parameters for the OR perceptron?</a:t>
            </a:r>
            <a:endParaRPr/>
          </a:p>
          <a:p>
            <a:pPr marL="914400" lvl="0" indent="-355600" algn="l" rtl="0">
              <a:spcBef>
                <a:spcPts val="0"/>
              </a:spcBef>
              <a:spcAft>
                <a:spcPts val="0"/>
              </a:spcAft>
              <a:buSzPts val="2000"/>
              <a:buChar char="●"/>
            </a:pPr>
            <a:r>
              <a:rPr lang="en"/>
              <a:t>Data is given below.</a:t>
            </a:r>
            <a:endParaRPr/>
          </a:p>
        </p:txBody>
      </p:sp>
      <p:sp>
        <p:nvSpPr>
          <p:cNvPr id="247" name="Google Shape;247;p39"/>
          <p:cNvSpPr txBox="1">
            <a:spLocks noGrp="1"/>
          </p:cNvSpPr>
          <p:nvPr>
            <p:ph type="sldNum" idx="12"/>
          </p:nvPr>
        </p:nvSpPr>
        <p:spPr>
          <a:xfrm>
            <a:off x="8595300" y="4603599"/>
            <a:ext cx="548700" cy="310800"/>
          </a:xfrm>
          <a:prstGeom prst="rect">
            <a:avLst/>
          </a:prstGeom>
        </p:spPr>
        <p:txBody>
          <a:bodyPr spcFirstLastPara="1" wrap="square" lIns="91425" tIns="91425" rIns="91425" bIns="91425" anchor="ctr" anchorCtr="0">
            <a:normAutofit fontScale="92500" lnSpcReduction="10000"/>
          </a:bodyPr>
          <a:lstStyle/>
          <a:p>
            <a:pPr marL="0" lvl="0" indent="0" algn="r" rtl="0">
              <a:spcBef>
                <a:spcPts val="0"/>
              </a:spcBef>
              <a:spcAft>
                <a:spcPts val="0"/>
              </a:spcAft>
              <a:buNone/>
            </a:pPr>
            <a:fld id="{00000000-1234-1234-1234-123412341234}" type="slidenum">
              <a:rPr lang="en"/>
              <a:t>27</a:t>
            </a:fld>
            <a:endParaRPr/>
          </a:p>
        </p:txBody>
      </p:sp>
      <p:graphicFrame>
        <p:nvGraphicFramePr>
          <p:cNvPr id="248" name="Google Shape;248;p39"/>
          <p:cNvGraphicFramePr/>
          <p:nvPr/>
        </p:nvGraphicFramePr>
        <p:xfrm>
          <a:off x="3590200" y="2571750"/>
          <a:ext cx="3003750" cy="2011530"/>
        </p:xfrm>
        <a:graphic>
          <a:graphicData uri="http://schemas.openxmlformats.org/drawingml/2006/table">
            <a:tbl>
              <a:tblPr>
                <a:noFill/>
                <a:tableStyleId>{4A1C12C4-A1A8-4A4A-8DC1-9A2683A6B42E}</a:tableStyleId>
              </a:tblPr>
              <a:tblGrid>
                <a:gridCol w="1001250">
                  <a:extLst>
                    <a:ext uri="{9D8B030D-6E8A-4147-A177-3AD203B41FA5}">
                      <a16:colId xmlns:a16="http://schemas.microsoft.com/office/drawing/2014/main" val="20000"/>
                    </a:ext>
                  </a:extLst>
                </a:gridCol>
                <a:gridCol w="1001250">
                  <a:extLst>
                    <a:ext uri="{9D8B030D-6E8A-4147-A177-3AD203B41FA5}">
                      <a16:colId xmlns:a16="http://schemas.microsoft.com/office/drawing/2014/main" val="20001"/>
                    </a:ext>
                  </a:extLst>
                </a:gridCol>
                <a:gridCol w="1001250">
                  <a:extLst>
                    <a:ext uri="{9D8B030D-6E8A-4147-A177-3AD203B41FA5}">
                      <a16:colId xmlns:a16="http://schemas.microsoft.com/office/drawing/2014/main" val="20002"/>
                    </a:ext>
                  </a:extLst>
                </a:gridCol>
              </a:tblGrid>
              <a:tr h="347825">
                <a:tc>
                  <a:txBody>
                    <a:bodyPr/>
                    <a:lstStyle/>
                    <a:p>
                      <a:pPr marL="0" lvl="0" indent="0" algn="ctr" rtl="0">
                        <a:spcBef>
                          <a:spcPts val="0"/>
                        </a:spcBef>
                        <a:spcAft>
                          <a:spcPts val="0"/>
                        </a:spcAft>
                        <a:buNone/>
                      </a:pPr>
                      <a:r>
                        <a:rPr lang="en" sz="1600" b="1"/>
                        <a:t>A</a:t>
                      </a:r>
                      <a:endParaRPr sz="1600" b="1"/>
                    </a:p>
                  </a:txBody>
                  <a:tcPr marL="91425" marR="91425" marT="91425" marB="91425">
                    <a:solidFill>
                      <a:srgbClr val="4A86E8"/>
                    </a:solidFill>
                  </a:tcPr>
                </a:tc>
                <a:tc>
                  <a:txBody>
                    <a:bodyPr/>
                    <a:lstStyle/>
                    <a:p>
                      <a:pPr marL="0" lvl="0" indent="0" algn="ctr" rtl="0">
                        <a:spcBef>
                          <a:spcPts val="0"/>
                        </a:spcBef>
                        <a:spcAft>
                          <a:spcPts val="0"/>
                        </a:spcAft>
                        <a:buNone/>
                      </a:pPr>
                      <a:r>
                        <a:rPr lang="en" sz="1600" b="1"/>
                        <a:t>B</a:t>
                      </a:r>
                      <a:endParaRPr sz="1600" b="1"/>
                    </a:p>
                  </a:txBody>
                  <a:tcPr marL="91425" marR="91425" marT="91425" marB="91425">
                    <a:solidFill>
                      <a:srgbClr val="4A86E8"/>
                    </a:solidFill>
                  </a:tcPr>
                </a:tc>
                <a:tc>
                  <a:txBody>
                    <a:bodyPr/>
                    <a:lstStyle/>
                    <a:p>
                      <a:pPr marL="0" lvl="0" indent="0" algn="ctr" rtl="0">
                        <a:spcBef>
                          <a:spcPts val="0"/>
                        </a:spcBef>
                        <a:spcAft>
                          <a:spcPts val="0"/>
                        </a:spcAft>
                        <a:buNone/>
                      </a:pPr>
                      <a:r>
                        <a:rPr lang="en" sz="1600" b="1"/>
                        <a:t>A or B</a:t>
                      </a:r>
                      <a:endParaRPr sz="1600" b="1"/>
                    </a:p>
                  </a:txBody>
                  <a:tcPr marL="91425" marR="91425" marT="91425" marB="91425">
                    <a:solidFill>
                      <a:srgbClr val="4A86E8"/>
                    </a:solidFill>
                  </a:tcPr>
                </a:tc>
                <a:extLst>
                  <a:ext uri="{0D108BD9-81ED-4DB2-BD59-A6C34878D82A}">
                    <a16:rowId xmlns:a16="http://schemas.microsoft.com/office/drawing/2014/main" val="10000"/>
                  </a:ext>
                </a:extLst>
              </a:tr>
              <a:tr h="323000">
                <a:tc>
                  <a:txBody>
                    <a:bodyPr/>
                    <a:lstStyle/>
                    <a:p>
                      <a:pPr marL="0" lvl="0" indent="0" algn="ctr" rtl="0">
                        <a:spcBef>
                          <a:spcPts val="0"/>
                        </a:spcBef>
                        <a:spcAft>
                          <a:spcPts val="0"/>
                        </a:spcAft>
                        <a:buNone/>
                      </a:pPr>
                      <a:r>
                        <a:rPr lang="en"/>
                        <a:t>0</a:t>
                      </a:r>
                      <a:endParaRPr/>
                    </a:p>
                  </a:txBody>
                  <a:tcPr marL="91425" marR="91425" marT="91425" marB="91425"/>
                </a:tc>
                <a:tc>
                  <a:txBody>
                    <a:bodyPr/>
                    <a:lstStyle/>
                    <a:p>
                      <a:pPr marL="0" lvl="0" indent="0" algn="ctr" rtl="0">
                        <a:spcBef>
                          <a:spcPts val="0"/>
                        </a:spcBef>
                        <a:spcAft>
                          <a:spcPts val="0"/>
                        </a:spcAft>
                        <a:buNone/>
                      </a:pPr>
                      <a:r>
                        <a:rPr lang="en"/>
                        <a:t>0</a:t>
                      </a:r>
                      <a:endParaRPr/>
                    </a:p>
                  </a:txBody>
                  <a:tcPr marL="91425" marR="91425" marT="91425" marB="91425"/>
                </a:tc>
                <a:tc>
                  <a:txBody>
                    <a:bodyPr/>
                    <a:lstStyle/>
                    <a:p>
                      <a:pPr marL="0" lvl="0" indent="0" algn="ctr" rtl="0">
                        <a:spcBef>
                          <a:spcPts val="0"/>
                        </a:spcBef>
                        <a:spcAft>
                          <a:spcPts val="0"/>
                        </a:spcAft>
                        <a:buNone/>
                      </a:pPr>
                      <a:r>
                        <a:rPr lang="en"/>
                        <a:t>0</a:t>
                      </a:r>
                      <a:endParaRPr/>
                    </a:p>
                  </a:txBody>
                  <a:tcPr marL="91425" marR="91425" marT="91425" marB="91425"/>
                </a:tc>
                <a:extLst>
                  <a:ext uri="{0D108BD9-81ED-4DB2-BD59-A6C34878D82A}">
                    <a16:rowId xmlns:a16="http://schemas.microsoft.com/office/drawing/2014/main" val="10001"/>
                  </a:ext>
                </a:extLst>
              </a:tr>
              <a:tr h="323000">
                <a:tc>
                  <a:txBody>
                    <a:bodyPr/>
                    <a:lstStyle/>
                    <a:p>
                      <a:pPr marL="0" lvl="0" indent="0" algn="ctr" rtl="0">
                        <a:spcBef>
                          <a:spcPts val="0"/>
                        </a:spcBef>
                        <a:spcAft>
                          <a:spcPts val="0"/>
                        </a:spcAft>
                        <a:buNone/>
                      </a:pPr>
                      <a:r>
                        <a:rPr lang="en"/>
                        <a:t>0</a:t>
                      </a:r>
                      <a:endParaRPr/>
                    </a:p>
                  </a:txBody>
                  <a:tcPr marL="91425" marR="91425" marT="91425" marB="91425"/>
                </a:tc>
                <a:tc>
                  <a:txBody>
                    <a:bodyPr/>
                    <a:lstStyle/>
                    <a:p>
                      <a:pPr marL="0" lvl="0" indent="0" algn="ctr" rtl="0">
                        <a:spcBef>
                          <a:spcPts val="0"/>
                        </a:spcBef>
                        <a:spcAft>
                          <a:spcPts val="0"/>
                        </a:spcAft>
                        <a:buNone/>
                      </a:pPr>
                      <a:r>
                        <a:rPr lang="en"/>
                        <a:t>1</a:t>
                      </a:r>
                      <a:endParaRPr/>
                    </a:p>
                  </a:txBody>
                  <a:tcPr marL="91425" marR="91425" marT="91425" marB="91425"/>
                </a:tc>
                <a:tc>
                  <a:txBody>
                    <a:bodyPr/>
                    <a:lstStyle/>
                    <a:p>
                      <a:pPr marL="0" lvl="0" indent="0" algn="ctr" rtl="0">
                        <a:spcBef>
                          <a:spcPts val="0"/>
                        </a:spcBef>
                        <a:spcAft>
                          <a:spcPts val="0"/>
                        </a:spcAft>
                        <a:buNone/>
                      </a:pPr>
                      <a:r>
                        <a:rPr lang="en"/>
                        <a:t>1</a:t>
                      </a:r>
                      <a:endParaRPr/>
                    </a:p>
                  </a:txBody>
                  <a:tcPr marL="91425" marR="91425" marT="91425" marB="91425"/>
                </a:tc>
                <a:extLst>
                  <a:ext uri="{0D108BD9-81ED-4DB2-BD59-A6C34878D82A}">
                    <a16:rowId xmlns:a16="http://schemas.microsoft.com/office/drawing/2014/main" val="10002"/>
                  </a:ext>
                </a:extLst>
              </a:tr>
              <a:tr h="323000">
                <a:tc>
                  <a:txBody>
                    <a:bodyPr/>
                    <a:lstStyle/>
                    <a:p>
                      <a:pPr marL="0" lvl="0" indent="0" algn="ctr" rtl="0">
                        <a:spcBef>
                          <a:spcPts val="0"/>
                        </a:spcBef>
                        <a:spcAft>
                          <a:spcPts val="0"/>
                        </a:spcAft>
                        <a:buNone/>
                      </a:pPr>
                      <a:r>
                        <a:rPr lang="en"/>
                        <a:t>1</a:t>
                      </a:r>
                      <a:endParaRPr/>
                    </a:p>
                  </a:txBody>
                  <a:tcPr marL="91425" marR="91425" marT="91425" marB="91425"/>
                </a:tc>
                <a:tc>
                  <a:txBody>
                    <a:bodyPr/>
                    <a:lstStyle/>
                    <a:p>
                      <a:pPr marL="0" lvl="0" indent="0" algn="ctr" rtl="0">
                        <a:spcBef>
                          <a:spcPts val="0"/>
                        </a:spcBef>
                        <a:spcAft>
                          <a:spcPts val="0"/>
                        </a:spcAft>
                        <a:buNone/>
                      </a:pPr>
                      <a:r>
                        <a:rPr lang="en"/>
                        <a:t>0</a:t>
                      </a:r>
                      <a:endParaRPr/>
                    </a:p>
                  </a:txBody>
                  <a:tcPr marL="91425" marR="91425" marT="91425" marB="91425"/>
                </a:tc>
                <a:tc>
                  <a:txBody>
                    <a:bodyPr/>
                    <a:lstStyle/>
                    <a:p>
                      <a:pPr marL="0" lvl="0" indent="0" algn="ctr" rtl="0">
                        <a:spcBef>
                          <a:spcPts val="0"/>
                        </a:spcBef>
                        <a:spcAft>
                          <a:spcPts val="0"/>
                        </a:spcAft>
                        <a:buNone/>
                      </a:pPr>
                      <a:r>
                        <a:rPr lang="en"/>
                        <a:t>1</a:t>
                      </a:r>
                      <a:endParaRPr/>
                    </a:p>
                  </a:txBody>
                  <a:tcPr marL="91425" marR="91425" marT="91425" marB="91425"/>
                </a:tc>
                <a:extLst>
                  <a:ext uri="{0D108BD9-81ED-4DB2-BD59-A6C34878D82A}">
                    <a16:rowId xmlns:a16="http://schemas.microsoft.com/office/drawing/2014/main" val="10003"/>
                  </a:ext>
                </a:extLst>
              </a:tr>
              <a:tr h="323000">
                <a:tc>
                  <a:txBody>
                    <a:bodyPr/>
                    <a:lstStyle/>
                    <a:p>
                      <a:pPr marL="0" lvl="0" indent="0" algn="ctr" rtl="0">
                        <a:spcBef>
                          <a:spcPts val="0"/>
                        </a:spcBef>
                        <a:spcAft>
                          <a:spcPts val="0"/>
                        </a:spcAft>
                        <a:buNone/>
                      </a:pPr>
                      <a:r>
                        <a:rPr lang="en"/>
                        <a:t>1</a:t>
                      </a:r>
                      <a:endParaRPr/>
                    </a:p>
                  </a:txBody>
                  <a:tcPr marL="91425" marR="91425" marT="91425" marB="91425"/>
                </a:tc>
                <a:tc>
                  <a:txBody>
                    <a:bodyPr/>
                    <a:lstStyle/>
                    <a:p>
                      <a:pPr marL="0" lvl="0" indent="0" algn="ctr" rtl="0">
                        <a:spcBef>
                          <a:spcPts val="0"/>
                        </a:spcBef>
                        <a:spcAft>
                          <a:spcPts val="0"/>
                        </a:spcAft>
                        <a:buNone/>
                      </a:pPr>
                      <a:r>
                        <a:rPr lang="en"/>
                        <a:t>1</a:t>
                      </a:r>
                      <a:endParaRPr/>
                    </a:p>
                  </a:txBody>
                  <a:tcPr marL="91425" marR="91425" marT="91425" marB="91425"/>
                </a:tc>
                <a:tc>
                  <a:txBody>
                    <a:bodyPr/>
                    <a:lstStyle/>
                    <a:p>
                      <a:pPr marL="0" lvl="0" indent="0" algn="ctr" rtl="0">
                        <a:spcBef>
                          <a:spcPts val="0"/>
                        </a:spcBef>
                        <a:spcAft>
                          <a:spcPts val="0"/>
                        </a:spcAft>
                        <a:buNone/>
                      </a:pPr>
                      <a:r>
                        <a:rPr lang="en"/>
                        <a:t>1</a:t>
                      </a:r>
                      <a:endParaRPr/>
                    </a:p>
                  </a:txBody>
                  <a:tcPr marL="91425" marR="91425" marT="91425" marB="91425"/>
                </a:tc>
                <a:extLst>
                  <a:ext uri="{0D108BD9-81ED-4DB2-BD59-A6C34878D82A}">
                    <a16:rowId xmlns:a16="http://schemas.microsoft.com/office/drawing/2014/main" val="10004"/>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3" name="Google Shape;253;p40"/>
          <p:cNvSpPr txBox="1">
            <a:spLocks noGrp="1"/>
          </p:cNvSpPr>
          <p:nvPr>
            <p:ph type="title"/>
          </p:nvPr>
        </p:nvSpPr>
        <p:spPr>
          <a:xfrm>
            <a:off x="311700" y="1424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285"/>
              <a:buFont typeface="Arial"/>
              <a:buNone/>
            </a:pPr>
            <a:r>
              <a:rPr lang="en"/>
              <a:t>Perceptron for OR gate</a:t>
            </a:r>
            <a:endParaRPr/>
          </a:p>
          <a:p>
            <a:pPr marL="0" lvl="0" indent="0" algn="l" rtl="0">
              <a:spcBef>
                <a:spcPts val="0"/>
              </a:spcBef>
              <a:spcAft>
                <a:spcPts val="0"/>
              </a:spcAft>
              <a:buNone/>
            </a:pPr>
            <a:endParaRPr/>
          </a:p>
        </p:txBody>
      </p:sp>
      <p:sp>
        <p:nvSpPr>
          <p:cNvPr id="254" name="Google Shape;254;p4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28</a:t>
            </a:fld>
            <a:endParaRPr/>
          </a:p>
        </p:txBody>
      </p:sp>
      <p:pic>
        <p:nvPicPr>
          <p:cNvPr id="255" name="Google Shape;255;p40" title="Screenshot from 2025-10-15 13-15-59.png"/>
          <p:cNvPicPr preferRelativeResize="0"/>
          <p:nvPr/>
        </p:nvPicPr>
        <p:blipFill>
          <a:blip r:embed="rId3">
            <a:alphaModFix/>
          </a:blip>
          <a:stretch>
            <a:fillRect/>
          </a:stretch>
        </p:blipFill>
        <p:spPr>
          <a:xfrm>
            <a:off x="640080" y="1097280"/>
            <a:ext cx="7315200" cy="353882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41"/>
          <p:cNvSpPr txBox="1">
            <a:spLocks noGrp="1"/>
          </p:cNvSpPr>
          <p:nvPr>
            <p:ph type="title"/>
          </p:nvPr>
        </p:nvSpPr>
        <p:spPr>
          <a:xfrm>
            <a:off x="311700" y="1424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Clr>
                <a:schemeClr val="dk1"/>
              </a:buClr>
              <a:buSzPct val="39285"/>
              <a:buFont typeface="Arial"/>
              <a:buNone/>
            </a:pPr>
            <a:r>
              <a:rPr lang="en"/>
              <a:t>Perceptron for OR gate</a:t>
            </a:r>
            <a:endParaRPr/>
          </a:p>
          <a:p>
            <a:pPr marL="0" lvl="0" indent="0" algn="l" rtl="0">
              <a:spcBef>
                <a:spcPts val="0"/>
              </a:spcBef>
              <a:spcAft>
                <a:spcPts val="0"/>
              </a:spcAft>
              <a:buNone/>
            </a:pPr>
            <a:endParaRPr/>
          </a:p>
        </p:txBody>
      </p:sp>
      <p:sp>
        <p:nvSpPr>
          <p:cNvPr id="261" name="Google Shape;261;p4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p>
            <a:pPr marL="0" lvl="0" indent="0" algn="r" rtl="0">
              <a:spcBef>
                <a:spcPts val="0"/>
              </a:spcBef>
              <a:spcAft>
                <a:spcPts val="0"/>
              </a:spcAft>
              <a:buNone/>
            </a:pPr>
            <a:fld id="{00000000-1234-1234-1234-123412341234}" type="slidenum">
              <a:rPr lang="en"/>
              <a:t>29</a:t>
            </a:fld>
            <a:endParaRPr/>
          </a:p>
        </p:txBody>
      </p:sp>
      <p:pic>
        <p:nvPicPr>
          <p:cNvPr id="262" name="Google Shape;262;p41" title="Screenshot from 2025-10-15 13-16-01.png"/>
          <p:cNvPicPr preferRelativeResize="0"/>
          <p:nvPr/>
        </p:nvPicPr>
        <p:blipFill>
          <a:blip r:embed="rId3">
            <a:alphaModFix/>
          </a:blip>
          <a:stretch>
            <a:fillRect/>
          </a:stretch>
        </p:blipFill>
        <p:spPr>
          <a:xfrm>
            <a:off x="640080" y="1097280"/>
            <a:ext cx="7315201" cy="3432328"/>
          </a:xfrm>
          <a:prstGeom prst="rect">
            <a:avLst/>
          </a:prstGeom>
          <a:noFill/>
          <a:ln>
            <a:noFill/>
          </a:ln>
        </p:spPr>
      </p:pic>
      <mc:AlternateContent xmlns:mc="http://schemas.openxmlformats.org/markup-compatibility/2006">
        <mc:Choice xmlns:p14="http://schemas.microsoft.com/office/powerpoint/2010/main" Requires="p14">
          <p:contentPart p14:bwMode="auto" r:id="rId4">
            <p14:nvContentPartPr>
              <p14:cNvPr id="2" name="Ink 1">
                <a:extLst>
                  <a:ext uri="{FF2B5EF4-FFF2-40B4-BE49-F238E27FC236}">
                    <a16:creationId xmlns:a16="http://schemas.microsoft.com/office/drawing/2014/main" id="{EFB6C7FF-0358-9BDA-DE57-D75C61ADE928}"/>
                  </a:ext>
                </a:extLst>
              </p14:cNvPr>
              <p14:cNvContentPartPr/>
              <p14:nvPr/>
            </p14:nvContentPartPr>
            <p14:xfrm>
              <a:off x="5710320" y="1452240"/>
              <a:ext cx="1920240" cy="2154960"/>
            </p14:xfrm>
          </p:contentPart>
        </mc:Choice>
        <mc:Fallback>
          <p:pic>
            <p:nvPicPr>
              <p:cNvPr id="2" name="Ink 1">
                <a:extLst>
                  <a:ext uri="{FF2B5EF4-FFF2-40B4-BE49-F238E27FC236}">
                    <a16:creationId xmlns:a16="http://schemas.microsoft.com/office/drawing/2014/main" id="{EFB6C7FF-0358-9BDA-DE57-D75C61ADE928}"/>
                  </a:ext>
                </a:extLst>
              </p:cNvPr>
              <p:cNvPicPr/>
              <p:nvPr/>
            </p:nvPicPr>
            <p:blipFill>
              <a:blip r:embed="rId5"/>
              <a:stretch>
                <a:fillRect/>
              </a:stretch>
            </p:blipFill>
            <p:spPr>
              <a:xfrm>
                <a:off x="5700960" y="1442880"/>
                <a:ext cx="1938960" cy="2173680"/>
              </a:xfrm>
              <a:prstGeom prst="rect">
                <a:avLst/>
              </a:prstGeom>
            </p:spPr>
          </p:pic>
        </mc:Fallback>
      </mc:AlternateContent>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FE70318-5DE5-6778-0A4B-F3DBA494FE3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30</a:t>
            </a:fld>
            <a:endParaRPr lang="en"/>
          </a:p>
        </p:txBody>
      </p:sp>
      <p:sp>
        <p:nvSpPr>
          <p:cNvPr id="3" name="Title 2">
            <a:extLst>
              <a:ext uri="{FF2B5EF4-FFF2-40B4-BE49-F238E27FC236}">
                <a16:creationId xmlns:a16="http://schemas.microsoft.com/office/drawing/2014/main" id="{89C858CB-209B-0F6C-EA79-0D50639D9AE9}"/>
              </a:ext>
            </a:extLst>
          </p:cNvPr>
          <p:cNvSpPr>
            <a:spLocks noGrp="1"/>
          </p:cNvSpPr>
          <p:nvPr>
            <p:ph type="title"/>
          </p:nvPr>
        </p:nvSpPr>
        <p:spPr/>
        <p:txBody>
          <a:bodyPr>
            <a:normAutofit fontScale="90000"/>
          </a:bodyPr>
          <a:lstStyle/>
          <a:p>
            <a:r>
              <a:rPr lang="en-GB" dirty="0"/>
              <a:t>XOR GATE</a:t>
            </a:r>
          </a:p>
        </p:txBody>
      </p:sp>
      <mc:AlternateContent xmlns:mc="http://schemas.openxmlformats.org/markup-compatibility/2006">
        <mc:Choice xmlns:p14="http://schemas.microsoft.com/office/powerpoint/2010/main" Requires="p14">
          <p:contentPart p14:bwMode="auto" r:id="rId2">
            <p14:nvContentPartPr>
              <p14:cNvPr id="4" name="Ink 3">
                <a:extLst>
                  <a:ext uri="{FF2B5EF4-FFF2-40B4-BE49-F238E27FC236}">
                    <a16:creationId xmlns:a16="http://schemas.microsoft.com/office/drawing/2014/main" id="{EBD4C25A-4392-AF78-FF8F-AF8BF9179F62}"/>
                  </a:ext>
                </a:extLst>
              </p14:cNvPr>
              <p14:cNvContentPartPr/>
              <p14:nvPr/>
            </p14:nvContentPartPr>
            <p14:xfrm>
              <a:off x="85320" y="349560"/>
              <a:ext cx="8685360" cy="4290840"/>
            </p14:xfrm>
          </p:contentPart>
        </mc:Choice>
        <mc:Fallback>
          <p:pic>
            <p:nvPicPr>
              <p:cNvPr id="4" name="Ink 3">
                <a:extLst>
                  <a:ext uri="{FF2B5EF4-FFF2-40B4-BE49-F238E27FC236}">
                    <a16:creationId xmlns:a16="http://schemas.microsoft.com/office/drawing/2014/main" id="{EBD4C25A-4392-AF78-FF8F-AF8BF9179F62}"/>
                  </a:ext>
                </a:extLst>
              </p:cNvPr>
              <p:cNvPicPr/>
              <p:nvPr/>
            </p:nvPicPr>
            <p:blipFill>
              <a:blip r:embed="rId3"/>
              <a:stretch>
                <a:fillRect/>
              </a:stretch>
            </p:blipFill>
            <p:spPr>
              <a:xfrm>
                <a:off x="75960" y="340200"/>
                <a:ext cx="8704080" cy="4309560"/>
              </a:xfrm>
              <a:prstGeom prst="rect">
                <a:avLst/>
              </a:prstGeom>
            </p:spPr>
          </p:pic>
        </mc:Fallback>
      </mc:AlternateContent>
    </p:spTree>
    <p:extLst>
      <p:ext uri="{BB962C8B-B14F-4D97-AF65-F5344CB8AC3E}">
        <p14:creationId xmlns:p14="http://schemas.microsoft.com/office/powerpoint/2010/main" val="18404146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sp>
        <p:nvSpPr>
          <p:cNvPr id="267" name="Google Shape;267;p42"/>
          <p:cNvSpPr txBox="1">
            <a:spLocks noGrp="1"/>
          </p:cNvSpPr>
          <p:nvPr>
            <p:ph type="title"/>
          </p:nvPr>
        </p:nvSpPr>
        <p:spPr>
          <a:xfrm>
            <a:off x="311700" y="142450"/>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Exercise</a:t>
            </a:r>
            <a:endParaRPr/>
          </a:p>
        </p:txBody>
      </p:sp>
      <p:sp>
        <p:nvSpPr>
          <p:cNvPr id="268" name="Google Shape;268;p42"/>
          <p:cNvSpPr txBox="1">
            <a:spLocks noGrp="1"/>
          </p:cNvSpPr>
          <p:nvPr>
            <p:ph type="body" idx="1"/>
          </p:nvPr>
        </p:nvSpPr>
        <p:spPr>
          <a:xfrm>
            <a:off x="311700" y="1018475"/>
            <a:ext cx="8520600" cy="3895800"/>
          </a:xfrm>
          <a:prstGeom prst="rect">
            <a:avLst/>
          </a:prstGeom>
        </p:spPr>
        <p:txBody>
          <a:bodyPr spcFirstLastPara="1" wrap="square" lIns="91425" tIns="91425" rIns="91425" bIns="91425" anchor="t" anchorCtr="0">
            <a:normAutofit/>
          </a:bodyPr>
          <a:lstStyle/>
          <a:p>
            <a:pPr marL="457200" lvl="0" indent="-355600" algn="l" rtl="0">
              <a:spcBef>
                <a:spcPts val="0"/>
              </a:spcBef>
              <a:spcAft>
                <a:spcPts val="0"/>
              </a:spcAft>
              <a:buSzPts val="2000"/>
              <a:buAutoNum type="arabicPeriod"/>
            </a:pPr>
            <a:r>
              <a:rPr lang="en"/>
              <a:t>Represent OR gate using Perceptron. Compute the parameters of the perceptron. </a:t>
            </a:r>
            <a:endParaRPr/>
          </a:p>
          <a:p>
            <a:pPr marL="457200" lvl="0" indent="-355600" algn="l" rtl="0">
              <a:spcBef>
                <a:spcPts val="0"/>
              </a:spcBef>
              <a:spcAft>
                <a:spcPts val="0"/>
              </a:spcAft>
              <a:buSzPts val="2000"/>
              <a:buAutoNum type="arabicPeriod"/>
            </a:pPr>
            <a:r>
              <a:rPr lang="en"/>
              <a:t>Represent NOR gate using Perceptron. Compute the parameters of the perceptron. </a:t>
            </a:r>
            <a:endParaRPr/>
          </a:p>
          <a:p>
            <a:pPr marL="457200" lvl="0" indent="-355600" algn="l" rtl="0">
              <a:spcBef>
                <a:spcPts val="0"/>
              </a:spcBef>
              <a:spcAft>
                <a:spcPts val="0"/>
              </a:spcAft>
              <a:buSzPts val="2000"/>
              <a:buAutoNum type="arabicPeriod"/>
            </a:pPr>
            <a:r>
              <a:rPr lang="en"/>
              <a:t>Represent NAND gate using Perceptron. Compute the parameters of the perceptron. </a:t>
            </a:r>
            <a:endParaRPr/>
          </a:p>
          <a:p>
            <a:pPr marL="0" lvl="0" indent="0" algn="l" rtl="0">
              <a:spcBef>
                <a:spcPts val="1200"/>
              </a:spcBef>
              <a:spcAft>
                <a:spcPts val="1200"/>
              </a:spcAft>
              <a:buNone/>
            </a:pPr>
            <a:endParaRPr/>
          </a:p>
        </p:txBody>
      </p:sp>
      <p:sp>
        <p:nvSpPr>
          <p:cNvPr id="269" name="Google Shape;269;p42"/>
          <p:cNvSpPr txBox="1">
            <a:spLocks noGrp="1"/>
          </p:cNvSpPr>
          <p:nvPr>
            <p:ph type="sldNum" idx="12"/>
          </p:nvPr>
        </p:nvSpPr>
        <p:spPr>
          <a:xfrm>
            <a:off x="8595300" y="4603599"/>
            <a:ext cx="548700" cy="310800"/>
          </a:xfrm>
          <a:prstGeom prst="rect">
            <a:avLst/>
          </a:prstGeom>
        </p:spPr>
        <p:txBody>
          <a:bodyPr spcFirstLastPara="1" wrap="square" lIns="91425" tIns="91425" rIns="91425" bIns="91425" anchor="ctr" anchorCtr="0">
            <a:normAutofit fontScale="92500" lnSpcReduction="10000"/>
          </a:bodyPr>
          <a:lstStyle/>
          <a:p>
            <a:pPr marL="0" lvl="0" indent="0" algn="r" rtl="0">
              <a:spcBef>
                <a:spcPts val="0"/>
              </a:spcBef>
              <a:spcAft>
                <a:spcPts val="0"/>
              </a:spcAft>
              <a:buNone/>
            </a:pPr>
            <a:fld id="{00000000-1234-1234-1234-123412341234}" type="slidenum">
              <a:rPr lang="en"/>
              <a:t>31</a:t>
            </a:fld>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83247868A9EF043AAFD763B509A33CB" ma:contentTypeVersion="28" ma:contentTypeDescription="Create a new document." ma:contentTypeScope="" ma:versionID="84901d0d2380f0cbab09f54b856969f0">
  <xsd:schema xmlns:xsd="http://www.w3.org/2001/XMLSchema" xmlns:xs="http://www.w3.org/2001/XMLSchema" xmlns:p="http://schemas.microsoft.com/office/2006/metadata/properties" xmlns:ns2="921d7e3d-ccf6-4c0a-83b2-6e8132303dda" targetNamespace="http://schemas.microsoft.com/office/2006/metadata/properties" ma:root="true" ma:fieldsID="b63696e53be52be2985681c4001254f2" ns2:_="">
    <xsd:import namespace="921d7e3d-ccf6-4c0a-83b2-6e8132303dda"/>
    <xsd:element name="properties">
      <xsd:complexType>
        <xsd:sequence>
          <xsd:element name="documentManagement">
            <xsd:complexType>
              <xsd:all>
                <xsd:element ref="ns2:NotebookType" minOccurs="0"/>
                <xsd:element ref="ns2:FolderType" minOccurs="0"/>
                <xsd:element ref="ns2:CultureName" minOccurs="0"/>
                <xsd:element ref="ns2:AppVersion" minOccurs="0"/>
                <xsd:element ref="ns2:TeamsChannelId" minOccurs="0"/>
                <xsd:element ref="ns2:Owner" minOccurs="0"/>
                <xsd:element ref="ns2:Math_Settings" minOccurs="0"/>
                <xsd:element ref="ns2:DefaultSectionNames" minOccurs="0"/>
                <xsd:element ref="ns2:Templates" minOccurs="0"/>
                <xsd:element ref="ns2:Teachers" minOccurs="0"/>
                <xsd:element ref="ns2:Students" minOccurs="0"/>
                <xsd:element ref="ns2:Student_Groups" minOccurs="0"/>
                <xsd:element ref="ns2:Distribution_Groups" minOccurs="0"/>
                <xsd:element ref="ns2:LMS_Mappings" minOccurs="0"/>
                <xsd:element ref="ns2:Invited_Teachers" minOccurs="0"/>
                <xsd:element ref="ns2:Invited_Students" minOccurs="0"/>
                <xsd:element ref="ns2:Self_Registration_Enabled" minOccurs="0"/>
                <xsd:element ref="ns2:Has_Teacher_Only_SectionGroup" minOccurs="0"/>
                <xsd:element ref="ns2:Is_Collaboration_Space_Locked" minOccurs="0"/>
                <xsd:element ref="ns2:IsNotebookLocked" minOccurs="0"/>
                <xsd:element ref="ns2:Teams_Channel_Section_Location" minOccurs="0"/>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21d7e3d-ccf6-4c0a-83b2-6e8132303dda" elementFormDefault="qualified">
    <xsd:import namespace="http://schemas.microsoft.com/office/2006/documentManagement/types"/>
    <xsd:import namespace="http://schemas.microsoft.com/office/infopath/2007/PartnerControls"/>
    <xsd:element name="NotebookType" ma:index="8" nillable="true" ma:displayName="Notebook Type" ma:internalName="NotebookType">
      <xsd:simpleType>
        <xsd:restriction base="dms:Text"/>
      </xsd:simpleType>
    </xsd:element>
    <xsd:element name="FolderType" ma:index="9" nillable="true" ma:displayName="Folder Type" ma:internalName="FolderType">
      <xsd:simpleType>
        <xsd:restriction base="dms:Text"/>
      </xsd:simpleType>
    </xsd:element>
    <xsd:element name="CultureName" ma:index="10" nillable="true" ma:displayName="Culture Name" ma:internalName="CultureName">
      <xsd:simpleType>
        <xsd:restriction base="dms:Text"/>
      </xsd:simpleType>
    </xsd:element>
    <xsd:element name="AppVersion" ma:index="11" nillable="true" ma:displayName="App Version" ma:internalName="AppVersion">
      <xsd:simpleType>
        <xsd:restriction base="dms:Text"/>
      </xsd:simpleType>
    </xsd:element>
    <xsd:element name="TeamsChannelId" ma:index="12" nillable="true" ma:displayName="Teams Channel Id" ma:internalName="TeamsChannelId">
      <xsd:simpleType>
        <xsd:restriction base="dms:Text"/>
      </xsd:simpleType>
    </xsd:element>
    <xsd:element name="Owner" ma:index="13" nillable="true" ma:displayName="Owner" ma:internalName="Owner">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ath_Settings" ma:index="14" nillable="true" ma:displayName="Math Settings" ma:internalName="Math_Settings">
      <xsd:simpleType>
        <xsd:restriction base="dms:Text"/>
      </xsd:simpleType>
    </xsd:element>
    <xsd:element name="DefaultSectionNames" ma:index="15" nillable="true" ma:displayName="Default Section Names" ma:internalName="DefaultSectionNames">
      <xsd:simpleType>
        <xsd:restriction base="dms:Note">
          <xsd:maxLength value="255"/>
        </xsd:restriction>
      </xsd:simpleType>
    </xsd:element>
    <xsd:element name="Templates" ma:index="16" nillable="true" ma:displayName="Templates" ma:internalName="Templates">
      <xsd:simpleType>
        <xsd:restriction base="dms:Note">
          <xsd:maxLength value="255"/>
        </xsd:restriction>
      </xsd:simpleType>
    </xsd:element>
    <xsd:element name="Teachers" ma:index="17" nillable="true" ma:displayName="Teachers" ma:internalName="Teacher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tudents" ma:index="18" nillable="true" ma:displayName="Students" ma:internalName="Student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tudent_Groups" ma:index="19" nillable="true" ma:displayName="Student Groups" ma:internalName="Student_Group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Distribution_Groups" ma:index="20" nillable="true" ma:displayName="Distribution Groups" ma:internalName="Distribution_Groups">
      <xsd:simpleType>
        <xsd:restriction base="dms:Note">
          <xsd:maxLength value="255"/>
        </xsd:restriction>
      </xsd:simpleType>
    </xsd:element>
    <xsd:element name="LMS_Mappings" ma:index="21" nillable="true" ma:displayName="LMS Mappings" ma:internalName="LMS_Mappings">
      <xsd:simpleType>
        <xsd:restriction base="dms:Note">
          <xsd:maxLength value="255"/>
        </xsd:restriction>
      </xsd:simpleType>
    </xsd:element>
    <xsd:element name="Invited_Teachers" ma:index="22" nillable="true" ma:displayName="Invited Teachers" ma:internalName="Invited_Teachers">
      <xsd:simpleType>
        <xsd:restriction base="dms:Note">
          <xsd:maxLength value="255"/>
        </xsd:restriction>
      </xsd:simpleType>
    </xsd:element>
    <xsd:element name="Invited_Students" ma:index="23" nillable="true" ma:displayName="Invited Students" ma:internalName="Invited_Students">
      <xsd:simpleType>
        <xsd:restriction base="dms:Note">
          <xsd:maxLength value="255"/>
        </xsd:restriction>
      </xsd:simpleType>
    </xsd:element>
    <xsd:element name="Self_Registration_Enabled" ma:index="24" nillable="true" ma:displayName="Self Registration Enabled" ma:internalName="Self_Registration_Enabled">
      <xsd:simpleType>
        <xsd:restriction base="dms:Boolean"/>
      </xsd:simpleType>
    </xsd:element>
    <xsd:element name="Has_Teacher_Only_SectionGroup" ma:index="25" nillable="true" ma:displayName="Has Teacher Only SectionGroup" ma:internalName="Has_Teacher_Only_SectionGroup">
      <xsd:simpleType>
        <xsd:restriction base="dms:Boolean"/>
      </xsd:simpleType>
    </xsd:element>
    <xsd:element name="Is_Collaboration_Space_Locked" ma:index="26" nillable="true" ma:displayName="Is Collaboration Space Locked" ma:internalName="Is_Collaboration_Space_Locked">
      <xsd:simpleType>
        <xsd:restriction base="dms:Boolean"/>
      </xsd:simpleType>
    </xsd:element>
    <xsd:element name="IsNotebookLocked" ma:index="27" nillable="true" ma:displayName="Is Notebook Locked" ma:internalName="IsNotebookLocked">
      <xsd:simpleType>
        <xsd:restriction base="dms:Boolean"/>
      </xsd:simpleType>
    </xsd:element>
    <xsd:element name="Teams_Channel_Section_Location" ma:index="28" nillable="true" ma:displayName="Teams Channel Section Location" ma:internalName="Teams_Channel_Section_Location">
      <xsd:simpleType>
        <xsd:restriction base="dms:Text"/>
      </xsd:simpleType>
    </xsd:element>
    <xsd:element name="MediaServiceMetadata" ma:index="29" nillable="true" ma:displayName="MediaServiceMetadata" ma:hidden="true" ma:internalName="MediaServiceMetadata" ma:readOnly="true">
      <xsd:simpleType>
        <xsd:restriction base="dms:Note"/>
      </xsd:simpleType>
    </xsd:element>
    <xsd:element name="MediaServiceFastMetadata" ma:index="30" nillable="true" ma:displayName="MediaServiceFastMetadata" ma:hidden="true" ma:internalName="MediaServiceFastMetadata" ma:readOnly="true">
      <xsd:simpleType>
        <xsd:restriction base="dms:Note"/>
      </xsd:simpleType>
    </xsd:element>
    <xsd:element name="MediaServiceSearchProperties" ma:index="31" nillable="true" ma:displayName="MediaServiceSearchProperties" ma:hidden="true" ma:internalName="MediaServiceSearchProperties" ma:readOnly="true">
      <xsd:simpleType>
        <xsd:restriction base="dms:Note"/>
      </xsd:simpleType>
    </xsd:element>
    <xsd:element name="MediaServiceDateTaken" ma:index="32" nillable="true" ma:displayName="MediaServiceDateTaken" ma:hidden="true" ma:indexed="true" ma:internalName="MediaServiceDateTaken" ma:readOnly="true">
      <xsd:simpleType>
        <xsd:restriction base="dms:Text"/>
      </xsd:simpleType>
    </xsd:element>
    <xsd:element name="MediaServiceGenerationTime" ma:index="33" nillable="true" ma:displayName="MediaServiceGenerationTime" ma:hidden="true" ma:internalName="MediaServiceGenerationTime" ma:readOnly="true">
      <xsd:simpleType>
        <xsd:restriction base="dms:Text"/>
      </xsd:simpleType>
    </xsd:element>
    <xsd:element name="MediaServiceEventHashCode" ma:index="34" nillable="true" ma:displayName="MediaServiceEventHashCode" ma:hidden="true" ma:internalName="MediaServiceEventHashCode" ma:readOnly="true">
      <xsd:simpleType>
        <xsd:restriction base="dms:Text"/>
      </xsd:simpleType>
    </xsd:element>
    <xsd:element name="MediaLengthInSeconds" ma:index="3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elf_Registration_Enabled xmlns="921d7e3d-ccf6-4c0a-83b2-6e8132303dda" xsi:nil="true"/>
    <DefaultSectionNames xmlns="921d7e3d-ccf6-4c0a-83b2-6e8132303dda" xsi:nil="true"/>
    <Is_Collaboration_Space_Locked xmlns="921d7e3d-ccf6-4c0a-83b2-6e8132303dda" xsi:nil="true"/>
    <Teams_Channel_Section_Location xmlns="921d7e3d-ccf6-4c0a-83b2-6e8132303dda" xsi:nil="true"/>
    <AppVersion xmlns="921d7e3d-ccf6-4c0a-83b2-6e8132303dda" xsi:nil="true"/>
    <LMS_Mappings xmlns="921d7e3d-ccf6-4c0a-83b2-6e8132303dda" xsi:nil="true"/>
    <Invited_Students xmlns="921d7e3d-ccf6-4c0a-83b2-6e8132303dda" xsi:nil="true"/>
    <Math_Settings xmlns="921d7e3d-ccf6-4c0a-83b2-6e8132303dda" xsi:nil="true"/>
    <Templates xmlns="921d7e3d-ccf6-4c0a-83b2-6e8132303dda" xsi:nil="true"/>
    <FolderType xmlns="921d7e3d-ccf6-4c0a-83b2-6e8132303dda" xsi:nil="true"/>
    <Owner xmlns="921d7e3d-ccf6-4c0a-83b2-6e8132303dda">
      <UserInfo>
        <DisplayName/>
        <AccountId xsi:nil="true"/>
        <AccountType/>
      </UserInfo>
    </Owner>
    <Teachers xmlns="921d7e3d-ccf6-4c0a-83b2-6e8132303dda">
      <UserInfo>
        <DisplayName/>
        <AccountId xsi:nil="true"/>
        <AccountType/>
      </UserInfo>
    </Teachers>
    <Students xmlns="921d7e3d-ccf6-4c0a-83b2-6e8132303dda">
      <UserInfo>
        <DisplayName/>
        <AccountId xsi:nil="true"/>
        <AccountType/>
      </UserInfo>
    </Students>
    <Student_Groups xmlns="921d7e3d-ccf6-4c0a-83b2-6e8132303dda">
      <UserInfo>
        <DisplayName/>
        <AccountId xsi:nil="true"/>
        <AccountType/>
      </UserInfo>
    </Student_Groups>
    <Distribution_Groups xmlns="921d7e3d-ccf6-4c0a-83b2-6e8132303dda" xsi:nil="true"/>
    <TeamsChannelId xmlns="921d7e3d-ccf6-4c0a-83b2-6e8132303dda" xsi:nil="true"/>
    <IsNotebookLocked xmlns="921d7e3d-ccf6-4c0a-83b2-6e8132303dda" xsi:nil="true"/>
    <NotebookType xmlns="921d7e3d-ccf6-4c0a-83b2-6e8132303dda" xsi:nil="true"/>
    <CultureName xmlns="921d7e3d-ccf6-4c0a-83b2-6e8132303dda" xsi:nil="true"/>
    <Invited_Teachers xmlns="921d7e3d-ccf6-4c0a-83b2-6e8132303dda" xsi:nil="true"/>
    <Has_Teacher_Only_SectionGroup xmlns="921d7e3d-ccf6-4c0a-83b2-6e8132303dda" xsi:nil="true"/>
  </documentManagement>
</p:properties>
</file>

<file path=customXml/itemProps1.xml><?xml version="1.0" encoding="utf-8"?>
<ds:datastoreItem xmlns:ds="http://schemas.openxmlformats.org/officeDocument/2006/customXml" ds:itemID="{C6580306-5C9F-4387-8B81-E9C056C8D1FF}"/>
</file>

<file path=customXml/itemProps2.xml><?xml version="1.0" encoding="utf-8"?>
<ds:datastoreItem xmlns:ds="http://schemas.openxmlformats.org/officeDocument/2006/customXml" ds:itemID="{D8A29281-E0D0-4F03-8DE2-9C033617D859}"/>
</file>

<file path=customXml/itemProps3.xml><?xml version="1.0" encoding="utf-8"?>
<ds:datastoreItem xmlns:ds="http://schemas.openxmlformats.org/officeDocument/2006/customXml" ds:itemID="{E1E161BF-A221-4223-A56C-65E7AE5314A3}"/>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137</TotalTime>
  <Words>2684</Words>
  <Application>Microsoft Office PowerPoint</Application>
  <PresentationFormat>On-screen Show (16:9)</PresentationFormat>
  <Paragraphs>226</Paragraphs>
  <Slides>31</Slides>
  <Notes>30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31</vt:i4>
      </vt:variant>
    </vt:vector>
  </HeadingPairs>
  <TitlesOfParts>
    <vt:vector size="33" baseType="lpstr">
      <vt:lpstr>Arial</vt:lpstr>
      <vt:lpstr>Simple Light</vt:lpstr>
      <vt:lpstr>Deep Neural Network</vt:lpstr>
      <vt:lpstr>The author of this deck, Prof. Seetha Parameswaran, is gratefully acknowledging the authors who made their course materials freely available online.</vt:lpstr>
      <vt:lpstr>Artificial Neural Network</vt:lpstr>
      <vt:lpstr>How do Humans Learn?</vt:lpstr>
      <vt:lpstr>Observation: The Brain</vt:lpstr>
      <vt:lpstr>Brain: Interconnected Neurons</vt:lpstr>
      <vt:lpstr>Biological Neuron </vt:lpstr>
      <vt:lpstr>Artificial Neuron</vt:lpstr>
      <vt:lpstr>What are Artificial Neurons?</vt:lpstr>
      <vt:lpstr>Artificial Neuron N</vt:lpstr>
      <vt:lpstr>Artificial Neuron – Mathematical Computation</vt:lpstr>
      <vt:lpstr>Comparison: Biological vs Artificial Neurons</vt:lpstr>
      <vt:lpstr>Artificial Neural Network (ANN)</vt:lpstr>
      <vt:lpstr>What are Artificial Neural Networks? </vt:lpstr>
      <vt:lpstr>Properties of  Artificial Neural Network</vt:lpstr>
      <vt:lpstr>When to consider Artificial Neural Networks?</vt:lpstr>
      <vt:lpstr>Connectionist Machines</vt:lpstr>
      <vt:lpstr>Connectionism Principles</vt:lpstr>
      <vt:lpstr>Perceptron</vt:lpstr>
      <vt:lpstr>Perceptron</vt:lpstr>
      <vt:lpstr>Perceptron</vt:lpstr>
      <vt:lpstr>Perceptron &amp; Logic Gates</vt:lpstr>
      <vt:lpstr>Representing Logic Gates using Perceptron</vt:lpstr>
      <vt:lpstr>AND Logic Gate</vt:lpstr>
      <vt:lpstr>Perceptron for AND gate</vt:lpstr>
      <vt:lpstr>Perceptron for AND gate </vt:lpstr>
      <vt:lpstr>OR Logic Gate</vt:lpstr>
      <vt:lpstr>Perceptron for OR gate </vt:lpstr>
      <vt:lpstr>Perceptron for OR gate </vt:lpstr>
      <vt:lpstr>XOR GATE</vt:lpstr>
      <vt:lpstr>Exercise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Aakash Goel (DSAI)</cp:lastModifiedBy>
  <cp:revision>6</cp:revision>
  <dcterms:modified xsi:type="dcterms:W3CDTF">2026-01-25T12:05:51Z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0x010100483247868A9EF043AAFD763B509A33CB</vt:lpwstr>
  </property>
</Properties>
</file>